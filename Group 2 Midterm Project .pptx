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6.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8.xml"/>
  <Override ContentType="application/vnd.openxmlformats-officedocument.presentationml.notesSlide+xml" PartName="/ppt/notesSlides/notesSlide7.xml"/>
  <Override ContentType="application/vnd.openxmlformats-officedocument.presentationml.notesSlide+xml" PartName="/ppt/notesSlides/notesSlide2.xml"/>
  <Override ContentType="application/vnd.openxmlformats-officedocument.presentationml.notesSlide+xml" PartName="/ppt/notesSlides/notesSlide5.xml"/>
  <Override ContentType="application/vnd.openxmlformats-officedocument.presentationml.notesSlide+xml" PartName="/ppt/notesSlides/notesSlide4.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129.xml"/>
  <Override ContentType="application/vnd.openxmlformats-officedocument.presentationml.slideLayout+xml" PartName="/ppt/slideLayouts/slideLayout29.xml"/>
  <Override ContentType="application/vnd.openxmlformats-officedocument.presentationml.slideLayout+xml" PartName="/ppt/slideLayouts/slideLayout120.xml"/>
  <Override ContentType="application/vnd.openxmlformats-officedocument.presentationml.slideLayout+xml" PartName="/ppt/slideLayouts/slideLayout96.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98.xml"/>
  <Override ContentType="application/vnd.openxmlformats-officedocument.presentationml.slideLayout+xml" PartName="/ppt/slideLayouts/slideLayout110.xml"/>
  <Override ContentType="application/vnd.openxmlformats-officedocument.presentationml.slideLayout+xml" PartName="/ppt/slideLayouts/slideLayout61.xml"/>
  <Override ContentType="application/vnd.openxmlformats-officedocument.presentationml.slideLayout+xml" PartName="/ppt/slideLayouts/slideLayout12.xml"/>
  <Override ContentType="application/vnd.openxmlformats-officedocument.presentationml.slideLayout+xml" PartName="/ppt/slideLayouts/slideLayout102.xml"/>
  <Override ContentType="application/vnd.openxmlformats-officedocument.presentationml.slideLayout+xml" PartName="/ppt/slideLayouts/slideLayout119.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78.xml"/>
  <Override ContentType="application/vnd.openxmlformats-officedocument.presentationml.slideLayout+xml" PartName="/ppt/slideLayouts/slideLayout65.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122.xml"/>
  <Override ContentType="application/vnd.openxmlformats-officedocument.presentationml.slideLayout+xml" PartName="/ppt/slideLayouts/slideLayout49.xml"/>
  <Override ContentType="application/vnd.openxmlformats-officedocument.presentationml.slideLayout+xml" PartName="/ppt/slideLayouts/slideLayout104.xml"/>
  <Override ContentType="application/vnd.openxmlformats-officedocument.presentationml.slideLayout+xml" PartName="/ppt/slideLayouts/slideLayout19.xml"/>
  <Override ContentType="application/vnd.openxmlformats-officedocument.presentationml.slideLayout+xml" PartName="/ppt/slideLayouts/slideLayout117.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71.xml"/>
  <Override ContentType="application/vnd.openxmlformats-officedocument.presentationml.slideLayout+xml" PartName="/ppt/slideLayouts/slideLayout41.xml"/>
  <Override ContentType="application/vnd.openxmlformats-officedocument.presentationml.slideLayout+xml" PartName="/ppt/slideLayouts/slideLayout84.xml"/>
  <Override ContentType="application/vnd.openxmlformats-officedocument.presentationml.slideLayout+xml" PartName="/ppt/slideLayouts/slideLayout24.xml"/>
  <Override ContentType="application/vnd.openxmlformats-officedocument.presentationml.slideLayout+xml" PartName="/ppt/slideLayouts/slideLayout67.xml"/>
  <Override ContentType="application/vnd.openxmlformats-officedocument.presentationml.slideLayout+xml" PartName="/ppt/slideLayouts/slideLayout92.xml"/>
  <Override ContentType="application/vnd.openxmlformats-officedocument.presentationml.slideLayout+xml" PartName="/ppt/slideLayouts/slideLayout116.xml"/>
  <Override ContentType="application/vnd.openxmlformats-officedocument.presentationml.slideLayout+xml" PartName="/ppt/slideLayouts/slideLayout83.xml"/>
  <Override ContentType="application/vnd.openxmlformats-officedocument.presentationml.slideLayout+xml" PartName="/ppt/slideLayouts/slideLayout40.xml"/>
  <Override ContentType="application/vnd.openxmlformats-officedocument.presentationml.slideLayout+xml" PartName="/ppt/slideLayouts/slideLayout17.xml"/>
  <Override ContentType="application/vnd.openxmlformats-officedocument.presentationml.slideLayout+xml" PartName="/ppt/slideLayouts/slideLayout34.xml"/>
  <Override ContentType="application/vnd.openxmlformats-officedocument.presentationml.slideLayout+xml" PartName="/ppt/slideLayouts/slideLayout90.xml"/>
  <Override ContentType="application/vnd.openxmlformats-officedocument.presentationml.slideLayout+xml" PartName="/ppt/slideLayouts/slideLayout6.xml"/>
  <Override ContentType="application/vnd.openxmlformats-officedocument.presentationml.slideLayout+xml" PartName="/ppt/slideLayouts/slideLayout106.xml"/>
  <Override ContentType="application/vnd.openxmlformats-officedocument.presentationml.slideLayout+xml" PartName="/ppt/slideLayouts/slideLayout77.xml"/>
  <Override ContentType="application/vnd.openxmlformats-officedocument.presentationml.slideLayout+xml" PartName="/ppt/slideLayouts/slideLayout30.xml"/>
  <Override ContentType="application/vnd.openxmlformats-officedocument.presentationml.slideLayout+xml" PartName="/ppt/slideLayouts/slideLayout73.xml"/>
  <Override ContentType="application/vnd.openxmlformats-officedocument.presentationml.slideLayout+xml" PartName="/ppt/slideLayouts/slideLayout123.xml"/>
  <Override ContentType="application/vnd.openxmlformats-officedocument.presentationml.slideLayout+xml" PartName="/ppt/slideLayouts/slideLayout86.xml"/>
  <Override ContentType="application/vnd.openxmlformats-officedocument.presentationml.slideLayout+xml" PartName="/ppt/slideLayouts/slideLayout56.xml"/>
  <Override ContentType="application/vnd.openxmlformats-officedocument.presentationml.slideLayout+xml" PartName="/ppt/slideLayouts/slideLayout81.xml"/>
  <Override ContentType="application/vnd.openxmlformats-officedocument.presentationml.slideLayout+xml" PartName="/ppt/slideLayouts/slideLayout127.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69.xml"/>
  <Override ContentType="application/vnd.openxmlformats-officedocument.presentationml.slideLayout+xml" PartName="/ppt/slideLayouts/slideLayout94.xml"/>
  <Override ContentType="application/vnd.openxmlformats-officedocument.presentationml.slideLayout+xml" PartName="/ppt/slideLayouts/slideLayout114.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131.xml"/>
  <Override ContentType="application/vnd.openxmlformats-officedocument.presentationml.slideLayout+xml" PartName="/ppt/slideLayouts/slideLayout28.xml"/>
  <Override ContentType="application/vnd.openxmlformats-officedocument.presentationml.slideLayout+xml" PartName="/ppt/slideLayouts/slideLayout58.xml"/>
  <Override ContentType="application/vnd.openxmlformats-officedocument.presentationml.slideLayout+xml" PartName="/ppt/slideLayouts/slideLayout125.xml"/>
  <Override ContentType="application/vnd.openxmlformats-officedocument.presentationml.slideLayout+xml" PartName="/ppt/slideLayouts/slideLayout15.xml"/>
  <Override ContentType="application/vnd.openxmlformats-officedocument.presentationml.slideLayout+xml" PartName="/ppt/slideLayouts/slideLayout88.xml"/>
  <Override ContentType="application/vnd.openxmlformats-officedocument.presentationml.slideLayout+xml" PartName="/ppt/slideLayouts/slideLayout112.xml"/>
  <Override ContentType="application/vnd.openxmlformats-officedocument.presentationml.slideLayout+xml" PartName="/ppt/slideLayouts/slideLayout8.xml"/>
  <Override ContentType="application/vnd.openxmlformats-officedocument.presentationml.slideLayout+xml" PartName="/ppt/slideLayouts/slideLayout75.xml"/>
  <Override ContentType="application/vnd.openxmlformats-officedocument.presentationml.slideLayout+xml" PartName="/ppt/slideLayouts/slideLayout10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Layout+xml" PartName="/ppt/slideLayouts/slideLayout97.xml"/>
  <Override ContentType="application/vnd.openxmlformats-officedocument.presentationml.slideLayout+xml" PartName="/ppt/slideLayouts/slideLayout111.xml"/>
  <Override ContentType="application/vnd.openxmlformats-officedocument.presentationml.slideLayout+xml" PartName="/ppt/slideLayouts/slideLayout62.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103.xml"/>
  <Override ContentType="application/vnd.openxmlformats-officedocument.presentationml.slideLayout+xml" PartName="/ppt/slideLayouts/slideLayout46.xml"/>
  <Override ContentType="application/vnd.openxmlformats-officedocument.presentationml.slideLayout+xml" PartName="/ppt/slideLayouts/slideLayout89.xml"/>
  <Override ContentType="application/vnd.openxmlformats-officedocument.presentationml.slideLayout+xml" PartName="/ppt/slideLayouts/slideLayout70.xml"/>
  <Override ContentType="application/vnd.openxmlformats-officedocument.presentationml.slideLayout+xml" PartName="/ppt/slideLayouts/slideLayout128.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52.xml"/>
  <Override ContentType="application/vnd.openxmlformats-officedocument.presentationml.slideLayout+xml" PartName="/ppt/slideLayouts/slideLayout95.xml"/>
  <Override ContentType="application/vnd.openxmlformats-officedocument.presentationml.slideLayout+xml" PartName="/ppt/slideLayouts/slideLayout101.xml"/>
  <Override ContentType="application/vnd.openxmlformats-officedocument.presentationml.slideLayout+xml" PartName="/ppt/slideLayouts/slideLayout64.xml"/>
  <Override ContentType="application/vnd.openxmlformats-officedocument.presentationml.slideLayout+xml" PartName="/ppt/slideLayouts/slideLayout99.xml"/>
  <Override ContentType="application/vnd.openxmlformats-officedocument.presentationml.slideLayout+xml" PartName="/ppt/slideLayouts/slideLayout21.xml"/>
  <Override ContentType="application/vnd.openxmlformats-officedocument.presentationml.slideLayout+xml" PartName="/ppt/slideLayouts/slideLayout60.xml"/>
  <Override ContentType="application/vnd.openxmlformats-officedocument.presentationml.slideLayout+xml" PartName="/ppt/slideLayouts/slideLayout18.xml"/>
  <Override ContentType="application/vnd.openxmlformats-officedocument.presentationml.slideLayout+xml" PartName="/ppt/slideLayouts/slideLayout105.xml"/>
  <Override ContentType="application/vnd.openxmlformats-officedocument.presentationml.slideLayout+xml" PartName="/ppt/slideLayouts/slideLayout118.xml"/>
  <Override ContentType="application/vnd.openxmlformats-officedocument.presentationml.slideLayout+xml" PartName="/ppt/slideLayouts/slideLayout48.xml"/>
  <Override ContentType="application/vnd.openxmlformats-officedocument.presentationml.slideLayout+xml" PartName="/ppt/slideLayouts/slideLayout85.xml"/>
  <Override ContentType="application/vnd.openxmlformats-officedocument.presentationml.slideLayout+xml" PartName="/ppt/slideLayouts/slideLayout72.xml"/>
  <Override ContentType="application/vnd.openxmlformats-officedocument.presentationml.slideLayout+xml" PartName="/ppt/slideLayouts/slideLayout7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66.xml"/>
  <Override ContentType="application/vnd.openxmlformats-officedocument.presentationml.slideLayout+xml" PartName="/ppt/slideLayouts/slideLayout23.xml"/>
  <Override ContentType="application/vnd.openxmlformats-officedocument.presentationml.slideLayout+xml" PartName="/ppt/slideLayouts/slideLayout12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76.xml"/>
  <Override ContentType="application/vnd.openxmlformats-officedocument.presentationml.slideLayout+xml" PartName="/ppt/slideLayouts/slideLayout107.xml"/>
  <Override ContentType="application/vnd.openxmlformats-officedocument.presentationml.slideLayout+xml" PartName="/ppt/slideLayouts/slideLayout59.xml"/>
  <Override ContentType="application/vnd.openxmlformats-officedocument.presentationml.slideLayout+xml" PartName="/ppt/slideLayouts/slideLayout124.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74.xml"/>
  <Override ContentType="application/vnd.openxmlformats-officedocument.presentationml.slideLayout+xml" PartName="/ppt/slideLayouts/slideLayout109.xml"/>
  <Override ContentType="application/vnd.openxmlformats-officedocument.presentationml.slideLayout+xml" PartName="/ppt/slideLayouts/slideLayout42.xml"/>
  <Override ContentType="application/vnd.openxmlformats-officedocument.presentationml.slideLayout+xml" PartName="/ppt/slideLayouts/slideLayout91.xml"/>
  <Override ContentType="application/vnd.openxmlformats-officedocument.presentationml.slideLayout+xml" PartName="/ppt/slideLayouts/slideLayout68.xml"/>
  <Override ContentType="application/vnd.openxmlformats-officedocument.presentationml.slideLayout+xml" PartName="/ppt/slideLayouts/slideLayout115.xml"/>
  <Override ContentType="application/vnd.openxmlformats-officedocument.presentationml.slideLayout+xml" PartName="/ppt/slideLayouts/slideLayout82.xml"/>
  <Override ContentType="application/vnd.openxmlformats-officedocument.presentationml.slideLayout+xml" PartName="/ppt/slideLayouts/slideLayout132.xml"/>
  <Override ContentType="application/vnd.openxmlformats-officedocument.presentationml.slideLayout+xml" PartName="/ppt/slideLayouts/slideLayout100.xml"/>
  <Override ContentType="application/vnd.openxmlformats-officedocument.presentationml.slideLayout+xml" PartName="/ppt/slideLayouts/slideLayout130.xml"/>
  <Override ContentType="application/vnd.openxmlformats-officedocument.presentationml.slideLayout+xml" PartName="/ppt/slideLayouts/slideLayout113.xml"/>
  <Override ContentType="application/vnd.openxmlformats-officedocument.presentationml.slideLayout+xml" PartName="/ppt/slideLayouts/slideLayout57.xml"/>
  <Override ContentType="application/vnd.openxmlformats-officedocument.presentationml.slideLayout+xml" PartName="/ppt/slideLayouts/slideLayout126.xml"/>
  <Override ContentType="application/vnd.openxmlformats-officedocument.presentationml.slideLayout+xml" PartName="/ppt/slideLayouts/slideLayout87.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8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63.xml"/>
  <Override ContentType="application/vnd.openxmlformats-officedocument.presentationml.slideLayout+xml" PartName="/ppt/slideLayouts/slideLayout93.xml"/>
  <Override ContentType="application/vnd.openxmlformats-officedocument.presentationml.slideLayout+xml" PartName="/ppt/slideLayouts/slideLayout27.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Master+xml" PartName="/ppt/slideMasters/slideMaster4.xml"/>
  <Override ContentType="application/vnd.openxmlformats-officedocument.presentationml.slide+xml" PartName="/ppt/slides/slide4.xml"/>
  <Override ContentType="application/vnd.openxmlformats-officedocument.presentationml.slide+xml" PartName="/ppt/slides/slide1.xml"/>
  <Override ContentType="application/vnd.openxmlformats-officedocument.presentationml.slide+xml" PartName="/ppt/slides/slide2.xml"/>
  <Override ContentType="application/vnd.openxmlformats-officedocument.presentationml.slide+xml" PartName="/ppt/slides/slide3.xml"/>
  <Override ContentType="application/vnd.openxmlformats-officedocument.presentationml.slide+xml" PartName="/ppt/slides/slide6.xml"/>
  <Override ContentType="application/vnd.openxmlformats-officedocument.presentationml.slide+xml" PartName="/ppt/slides/slide9.xml"/>
  <Override ContentType="application/vnd.openxmlformats-officedocument.presentationml.slide+xml" PartName="/ppt/slides/slide5.xml"/>
  <Override ContentType="application/vnd.openxmlformats-officedocument.presentationml.slide+xml" PartName="/ppt/slides/slide8.xml"/>
  <Override ContentType="application/vnd.openxmlformats-officedocument.presentationml.slide+xml" PartName="/ppt/slides/slide7.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theme+xml" PartName="/ppt/theme/theme5.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780" r:id="rId4"/>
    <p:sldMasterId id="2147483781" r:id="rId5"/>
    <p:sldMasterId id="2147483782" r:id="rId6"/>
    <p:sldMasterId id="2147483783" r:id="rId7"/>
  </p:sldMasterIdLst>
  <p:notesMasterIdLst>
    <p:notesMasterId r:id="rId8"/>
  </p:notesMasterIdLst>
  <p:sldIdLst>
    <p:sldId id="256" r:id="rId9"/>
    <p:sldId id="257" r:id="rId10"/>
    <p:sldId id="258" r:id="rId11"/>
    <p:sldId id="259" r:id="rId12"/>
    <p:sldId id="260" r:id="rId13"/>
    <p:sldId id="261" r:id="rId14"/>
    <p:sldId id="262" r:id="rId15"/>
    <p:sldId id="263" r:id="rId16"/>
    <p:sldId id="264" r:id="rId17"/>
  </p:sldIdLst>
  <p:sldSz cy="5143500" cx="9144000"/>
  <p:notesSz cx="6858000" cy="9144000"/>
  <p:embeddedFontLst>
    <p:embeddedFont>
      <p:font typeface="Bebas Neue"/>
      <p:regular r:id="rId18"/>
    </p:embeddedFont>
    <p:embeddedFont>
      <p:font typeface="Work Sans"/>
      <p:regular r:id="rId19"/>
      <p:bold r:id="rId20"/>
      <p:italic r:id="rId21"/>
      <p:boldItalic r:id="rId22"/>
    </p:embeddedFont>
    <p:embeddedFont>
      <p:font typeface="Coiny"/>
      <p:regular r:id="rId2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20" Type="http://schemas.openxmlformats.org/officeDocument/2006/relationships/font" Target="fonts/WorkSans-bold.fntdata"/><Relationship Id="rId22" Type="http://schemas.openxmlformats.org/officeDocument/2006/relationships/font" Target="fonts/WorkSans-boldItalic.fntdata"/><Relationship Id="rId21" Type="http://schemas.openxmlformats.org/officeDocument/2006/relationships/font" Target="fonts/WorkSans-italic.fntdata"/><Relationship Id="rId23" Type="http://schemas.openxmlformats.org/officeDocument/2006/relationships/font" Target="fonts/Coiny-regular.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1.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slideMaster" Target="slideMasters/slideMaster4.xml"/><Relationship Id="rId8" Type="http://schemas.openxmlformats.org/officeDocument/2006/relationships/notesMaster" Target="notesMasters/notesMaster1.xml"/><Relationship Id="rId11" Type="http://schemas.openxmlformats.org/officeDocument/2006/relationships/slide" Target="slides/slide3.xml"/><Relationship Id="rId10" Type="http://schemas.openxmlformats.org/officeDocument/2006/relationships/slide" Target="slides/slide2.xml"/><Relationship Id="rId13" Type="http://schemas.openxmlformats.org/officeDocument/2006/relationships/slide" Target="slides/slide5.xml"/><Relationship Id="rId12" Type="http://schemas.openxmlformats.org/officeDocument/2006/relationships/slide" Target="slides/slide4.xml"/><Relationship Id="rId15" Type="http://schemas.openxmlformats.org/officeDocument/2006/relationships/slide" Target="slides/slide7.xml"/><Relationship Id="rId14" Type="http://schemas.openxmlformats.org/officeDocument/2006/relationships/slide" Target="slides/slide6.xml"/><Relationship Id="rId17" Type="http://schemas.openxmlformats.org/officeDocument/2006/relationships/slide" Target="slides/slide9.xml"/><Relationship Id="rId16" Type="http://schemas.openxmlformats.org/officeDocument/2006/relationships/slide" Target="slides/slide8.xml"/><Relationship Id="rId19" Type="http://schemas.openxmlformats.org/officeDocument/2006/relationships/font" Target="fonts/WorkSans-regular.fntdata"/><Relationship Id="rId18" Type="http://schemas.openxmlformats.org/officeDocument/2006/relationships/font" Target="fonts/BebasNeue-regular.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57" name="Shape 10857"/>
        <p:cNvGrpSpPr/>
        <p:nvPr/>
      </p:nvGrpSpPr>
      <p:grpSpPr>
        <a:xfrm>
          <a:off x="0" y="0"/>
          <a:ext cx="0" cy="0"/>
          <a:chOff x="0" y="0"/>
          <a:chExt cx="0" cy="0"/>
        </a:xfrm>
      </p:grpSpPr>
      <p:sp>
        <p:nvSpPr>
          <p:cNvPr id="10858" name="Google Shape;10858;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0859" name="Google Shape;10859;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87" name="Shape 10987"/>
        <p:cNvGrpSpPr/>
        <p:nvPr/>
      </p:nvGrpSpPr>
      <p:grpSpPr>
        <a:xfrm>
          <a:off x="0" y="0"/>
          <a:ext cx="0" cy="0"/>
          <a:chOff x="0" y="0"/>
          <a:chExt cx="0" cy="0"/>
        </a:xfrm>
      </p:grpSpPr>
      <p:sp>
        <p:nvSpPr>
          <p:cNvPr id="10988" name="Google Shape;10988;g3cb2ba9c80a_1_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89" name="Google Shape;10989;g3cb2ba9c80a_1_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61" name="Shape 11061"/>
        <p:cNvGrpSpPr/>
        <p:nvPr/>
      </p:nvGrpSpPr>
      <p:grpSpPr>
        <a:xfrm>
          <a:off x="0" y="0"/>
          <a:ext cx="0" cy="0"/>
          <a:chOff x="0" y="0"/>
          <a:chExt cx="0" cy="0"/>
        </a:xfrm>
      </p:grpSpPr>
      <p:sp>
        <p:nvSpPr>
          <p:cNvPr id="11062" name="Google Shape;11062;g3cc206595ee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63" name="Google Shape;11063;g3cc206595ee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Work Sans"/>
                <a:ea typeface="Work Sans"/>
                <a:cs typeface="Work Sans"/>
                <a:sym typeface="Work Sans"/>
              </a:rPr>
              <a:t>Two scatter plot charts showing the comparison of average energy, danceability, and tempo between song above and below the median duration. Longer songs seem to show higher average energy while shorter songs have a slightly higher danceability and tempo with very minimal differences in general.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67" name="Shape 11067"/>
        <p:cNvGrpSpPr/>
        <p:nvPr/>
      </p:nvGrpSpPr>
      <p:grpSpPr>
        <a:xfrm>
          <a:off x="0" y="0"/>
          <a:ext cx="0" cy="0"/>
          <a:chOff x="0" y="0"/>
          <a:chExt cx="0" cy="0"/>
        </a:xfrm>
      </p:grpSpPr>
      <p:sp>
        <p:nvSpPr>
          <p:cNvPr id="11068" name="Google Shape;11068;g3cb2ba9c80a_0_108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69" name="Google Shape;11069;g3cb2ba9c80a_0_108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Work Sans"/>
                <a:ea typeface="Work Sans"/>
                <a:cs typeface="Work Sans"/>
                <a:sym typeface="Work Sans"/>
              </a:rPr>
              <a:t>Two scatter plot charts showing the comparison of average energy, danceability, and tempo between song above and below the median duration. Longer songs seem to show higher average energy while shorter songs have a slightly higher danceability and tempo with very minimal differences in general.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3" name="Shape 11073"/>
        <p:cNvGrpSpPr/>
        <p:nvPr/>
      </p:nvGrpSpPr>
      <p:grpSpPr>
        <a:xfrm>
          <a:off x="0" y="0"/>
          <a:ext cx="0" cy="0"/>
          <a:chOff x="0" y="0"/>
          <a:chExt cx="0" cy="0"/>
        </a:xfrm>
      </p:grpSpPr>
      <p:sp>
        <p:nvSpPr>
          <p:cNvPr id="11074" name="Google Shape;11074;g3cb2ba9c80a_1_6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75" name="Google Shape;11075;g3cb2ba9c80a_1_6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9" name="Shape 11079"/>
        <p:cNvGrpSpPr/>
        <p:nvPr/>
      </p:nvGrpSpPr>
      <p:grpSpPr>
        <a:xfrm>
          <a:off x="0" y="0"/>
          <a:ext cx="0" cy="0"/>
          <a:chOff x="0" y="0"/>
          <a:chExt cx="0" cy="0"/>
        </a:xfrm>
      </p:grpSpPr>
      <p:sp>
        <p:nvSpPr>
          <p:cNvPr id="11080" name="Google Shape;11080;g3cb2ba9c80a_1_9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81" name="Google Shape;11081;g3cb2ba9c80a_1_9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5" name="Shape 11085"/>
        <p:cNvGrpSpPr/>
        <p:nvPr/>
      </p:nvGrpSpPr>
      <p:grpSpPr>
        <a:xfrm>
          <a:off x="0" y="0"/>
          <a:ext cx="0" cy="0"/>
          <a:chOff x="0" y="0"/>
          <a:chExt cx="0" cy="0"/>
        </a:xfrm>
      </p:grpSpPr>
      <p:sp>
        <p:nvSpPr>
          <p:cNvPr id="11086" name="Google Shape;11086;g3cb2ba9c80a_0_163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87" name="Google Shape;11087;g3cb2ba9c80a_0_163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solidFill>
                  <a:schemeClr val="dk1"/>
                </a:solidFill>
                <a:latin typeface="Times New Roman"/>
                <a:ea typeface="Times New Roman"/>
                <a:cs typeface="Times New Roman"/>
                <a:sym typeface="Times New Roman"/>
              </a:rPr>
              <a:t>A bar graph showing the popularity in Spotify streams of tracks whose YouTube videos were licensed or unlicensed. The licensed tracks average just over 150 million streams, while the unlicensed tracks average just under 100 million streams.</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91" name="Shape 11091"/>
        <p:cNvGrpSpPr/>
        <p:nvPr/>
      </p:nvGrpSpPr>
      <p:grpSpPr>
        <a:xfrm>
          <a:off x="0" y="0"/>
          <a:ext cx="0" cy="0"/>
          <a:chOff x="0" y="0"/>
          <a:chExt cx="0" cy="0"/>
        </a:xfrm>
      </p:grpSpPr>
      <p:sp>
        <p:nvSpPr>
          <p:cNvPr id="11092" name="Google Shape;11092;g3cb2ba9c80a_1_9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93" name="Google Shape;11093;g3cb2ba9c80a_1_9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2" name="Shape 11282"/>
        <p:cNvGrpSpPr/>
        <p:nvPr/>
      </p:nvGrpSpPr>
      <p:grpSpPr>
        <a:xfrm>
          <a:off x="0" y="0"/>
          <a:ext cx="0" cy="0"/>
          <a:chOff x="0" y="0"/>
          <a:chExt cx="0" cy="0"/>
        </a:xfrm>
      </p:grpSpPr>
      <p:sp>
        <p:nvSpPr>
          <p:cNvPr id="11283" name="Google Shape;11283;g3cb2ba9c80a_1_42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84" name="Google Shape;11284;g3cb2ba9c80a_1_42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rot="-162610">
            <a:off x="1786656" y="1469469"/>
            <a:ext cx="5570631" cy="1896622"/>
          </a:xfrm>
          <a:prstGeom prst="rect">
            <a:avLst/>
          </a:prstGeom>
        </p:spPr>
        <p:txBody>
          <a:bodyPr anchorCtr="0" anchor="b" bIns="91425" lIns="91425" spcFirstLastPara="1" rIns="91425" wrap="square" tIns="91425">
            <a:noAutofit/>
          </a:bodyPr>
          <a:lstStyle>
            <a:lvl1pPr lvl="0" algn="ctr">
              <a:lnSpc>
                <a:spcPct val="90000"/>
              </a:lnSpc>
              <a:spcBef>
                <a:spcPts val="0"/>
              </a:spcBef>
              <a:spcAft>
                <a:spcPts val="0"/>
              </a:spcAft>
              <a:buClr>
                <a:srgbClr val="191919"/>
              </a:buClr>
              <a:buSzPts val="5200"/>
              <a:buNone/>
              <a:defRPr sz="6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3374400" y="3672500"/>
            <a:ext cx="2395200" cy="64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1" name="Google Shape;11;p2"/>
          <p:cNvGrpSpPr/>
          <p:nvPr/>
        </p:nvGrpSpPr>
        <p:grpSpPr>
          <a:xfrm>
            <a:off x="431536" y="199107"/>
            <a:ext cx="8395609" cy="4688998"/>
            <a:chOff x="431536" y="199107"/>
            <a:chExt cx="8395609" cy="4688998"/>
          </a:xfrm>
        </p:grpSpPr>
        <p:grpSp>
          <p:nvGrpSpPr>
            <p:cNvPr id="12" name="Google Shape;12;p2"/>
            <p:cNvGrpSpPr/>
            <p:nvPr/>
          </p:nvGrpSpPr>
          <p:grpSpPr>
            <a:xfrm>
              <a:off x="6241469" y="199107"/>
              <a:ext cx="401323" cy="371921"/>
              <a:chOff x="3508459" y="336863"/>
              <a:chExt cx="94750" cy="87813"/>
            </a:xfrm>
          </p:grpSpPr>
          <p:sp>
            <p:nvSpPr>
              <p:cNvPr id="13" name="Google Shape;13;p2"/>
              <p:cNvSpPr/>
              <p:nvPr/>
            </p:nvSpPr>
            <p:spPr>
              <a:xfrm>
                <a:off x="3508459" y="336863"/>
                <a:ext cx="94750" cy="86125"/>
              </a:xfrm>
              <a:custGeom>
                <a:rect b="b" l="l" r="r" t="t"/>
                <a:pathLst>
                  <a:path extrusionOk="0" h="3445" w="3790">
                    <a:moveTo>
                      <a:pt x="1897" y="0"/>
                    </a:moveTo>
                    <a:cubicBezTo>
                      <a:pt x="1766" y="0"/>
                      <a:pt x="1633" y="15"/>
                      <a:pt x="1500" y="47"/>
                    </a:cubicBezTo>
                    <a:cubicBezTo>
                      <a:pt x="574" y="265"/>
                      <a:pt x="0" y="1192"/>
                      <a:pt x="219" y="2118"/>
                    </a:cubicBezTo>
                    <a:cubicBezTo>
                      <a:pt x="406" y="2911"/>
                      <a:pt x="1114" y="3445"/>
                      <a:pt x="1895" y="3445"/>
                    </a:cubicBezTo>
                    <a:cubicBezTo>
                      <a:pt x="2026" y="3445"/>
                      <a:pt x="2159" y="3430"/>
                      <a:pt x="2291" y="3399"/>
                    </a:cubicBezTo>
                    <a:cubicBezTo>
                      <a:pt x="3217" y="3180"/>
                      <a:pt x="3790" y="2252"/>
                      <a:pt x="3571" y="1326"/>
                    </a:cubicBezTo>
                    <a:cubicBezTo>
                      <a:pt x="3384" y="534"/>
                      <a:pt x="2678" y="0"/>
                      <a:pt x="1897"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3514125" y="338525"/>
                <a:ext cx="86100" cy="86150"/>
              </a:xfrm>
              <a:custGeom>
                <a:rect b="b" l="l" r="r" t="t"/>
                <a:pathLst>
                  <a:path extrusionOk="0" h="3446" w="3444">
                    <a:moveTo>
                      <a:pt x="1721" y="1"/>
                    </a:moveTo>
                    <a:cubicBezTo>
                      <a:pt x="771" y="1"/>
                      <a:pt x="0" y="772"/>
                      <a:pt x="0" y="1723"/>
                    </a:cubicBezTo>
                    <a:cubicBezTo>
                      <a:pt x="0" y="2674"/>
                      <a:pt x="771" y="3445"/>
                      <a:pt x="1721" y="3445"/>
                    </a:cubicBezTo>
                    <a:cubicBezTo>
                      <a:pt x="2673" y="3445"/>
                      <a:pt x="3444" y="2674"/>
                      <a:pt x="3444" y="1723"/>
                    </a:cubicBezTo>
                    <a:cubicBezTo>
                      <a:pt x="3444" y="772"/>
                      <a:pt x="2673" y="1"/>
                      <a:pt x="17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3514125" y="338525"/>
                <a:ext cx="86100" cy="43075"/>
              </a:xfrm>
              <a:custGeom>
                <a:rect b="b" l="l" r="r" t="t"/>
                <a:pathLst>
                  <a:path extrusionOk="0" h="1723" w="3444">
                    <a:moveTo>
                      <a:pt x="1721" y="1"/>
                    </a:moveTo>
                    <a:cubicBezTo>
                      <a:pt x="771" y="1"/>
                      <a:pt x="0" y="771"/>
                      <a:pt x="0" y="1723"/>
                    </a:cubicBezTo>
                    <a:lnTo>
                      <a:pt x="3444" y="1723"/>
                    </a:lnTo>
                    <a:cubicBezTo>
                      <a:pt x="3444" y="772"/>
                      <a:pt x="2674" y="1"/>
                      <a:pt x="17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 name="Google Shape;16;p2"/>
            <p:cNvGrpSpPr/>
            <p:nvPr/>
          </p:nvGrpSpPr>
          <p:grpSpPr>
            <a:xfrm>
              <a:off x="8229589" y="4223916"/>
              <a:ext cx="597557" cy="597892"/>
              <a:chOff x="3834909" y="821763"/>
              <a:chExt cx="304891" cy="305063"/>
            </a:xfrm>
          </p:grpSpPr>
          <p:sp>
            <p:nvSpPr>
              <p:cNvPr id="17" name="Google Shape;17;p2"/>
              <p:cNvSpPr/>
              <p:nvPr/>
            </p:nvSpPr>
            <p:spPr>
              <a:xfrm>
                <a:off x="3834909" y="821763"/>
                <a:ext cx="303500" cy="303625"/>
              </a:xfrm>
              <a:custGeom>
                <a:rect b="b" l="l" r="r" t="t"/>
                <a:pathLst>
                  <a:path extrusionOk="0" h="12145" w="12140">
                    <a:moveTo>
                      <a:pt x="8031" y="1"/>
                    </a:moveTo>
                    <a:cubicBezTo>
                      <a:pt x="7935" y="1"/>
                      <a:pt x="7840" y="3"/>
                      <a:pt x="7748" y="13"/>
                    </a:cubicBezTo>
                    <a:cubicBezTo>
                      <a:pt x="7355" y="38"/>
                      <a:pt x="6978" y="120"/>
                      <a:pt x="6622" y="249"/>
                    </a:cubicBezTo>
                    <a:cubicBezTo>
                      <a:pt x="6081" y="445"/>
                      <a:pt x="5592" y="754"/>
                      <a:pt x="5186" y="1143"/>
                    </a:cubicBezTo>
                    <a:cubicBezTo>
                      <a:pt x="4737" y="1575"/>
                      <a:pt x="4386" y="2106"/>
                      <a:pt x="4167" y="2701"/>
                    </a:cubicBezTo>
                    <a:cubicBezTo>
                      <a:pt x="4038" y="3055"/>
                      <a:pt x="3956" y="3435"/>
                      <a:pt x="3932" y="3829"/>
                    </a:cubicBezTo>
                    <a:cubicBezTo>
                      <a:pt x="3929" y="3860"/>
                      <a:pt x="3925" y="3893"/>
                      <a:pt x="3925" y="3924"/>
                    </a:cubicBezTo>
                    <a:cubicBezTo>
                      <a:pt x="3894" y="3924"/>
                      <a:pt x="3861" y="3927"/>
                      <a:pt x="3830" y="3931"/>
                    </a:cubicBezTo>
                    <a:cubicBezTo>
                      <a:pt x="3434" y="3958"/>
                      <a:pt x="3052" y="4042"/>
                      <a:pt x="2696" y="4173"/>
                    </a:cubicBezTo>
                    <a:cubicBezTo>
                      <a:pt x="1562" y="4589"/>
                      <a:pt x="664" y="5486"/>
                      <a:pt x="249" y="6621"/>
                    </a:cubicBezTo>
                    <a:cubicBezTo>
                      <a:pt x="120" y="6977"/>
                      <a:pt x="37" y="7355"/>
                      <a:pt x="13" y="7748"/>
                    </a:cubicBezTo>
                    <a:cubicBezTo>
                      <a:pt x="3" y="7840"/>
                      <a:pt x="0" y="7935"/>
                      <a:pt x="0" y="8031"/>
                    </a:cubicBezTo>
                    <a:cubicBezTo>
                      <a:pt x="0" y="8362"/>
                      <a:pt x="39" y="8686"/>
                      <a:pt x="114" y="8992"/>
                    </a:cubicBezTo>
                    <a:cubicBezTo>
                      <a:pt x="168" y="9226"/>
                      <a:pt x="243" y="9449"/>
                      <a:pt x="338" y="9661"/>
                    </a:cubicBezTo>
                    <a:cubicBezTo>
                      <a:pt x="467" y="9966"/>
                      <a:pt x="633" y="10250"/>
                      <a:pt x="833" y="10513"/>
                    </a:cubicBezTo>
                    <a:cubicBezTo>
                      <a:pt x="929" y="10642"/>
                      <a:pt x="1030" y="10761"/>
                      <a:pt x="1141" y="10875"/>
                    </a:cubicBezTo>
                    <a:lnTo>
                      <a:pt x="1251" y="10986"/>
                    </a:lnTo>
                    <a:cubicBezTo>
                      <a:pt x="1482" y="11210"/>
                      <a:pt x="1740" y="11404"/>
                      <a:pt x="2016" y="11566"/>
                    </a:cubicBezTo>
                    <a:cubicBezTo>
                      <a:pt x="2204" y="11680"/>
                      <a:pt x="2403" y="11778"/>
                      <a:pt x="2612" y="11862"/>
                    </a:cubicBezTo>
                    <a:cubicBezTo>
                      <a:pt x="2954" y="11994"/>
                      <a:pt x="3319" y="12086"/>
                      <a:pt x="3700" y="12120"/>
                    </a:cubicBezTo>
                    <a:cubicBezTo>
                      <a:pt x="3773" y="12129"/>
                      <a:pt x="3847" y="12136"/>
                      <a:pt x="3922" y="12138"/>
                    </a:cubicBezTo>
                    <a:lnTo>
                      <a:pt x="3922" y="12144"/>
                    </a:lnTo>
                    <a:lnTo>
                      <a:pt x="12140" y="12144"/>
                    </a:lnTo>
                    <a:lnTo>
                      <a:pt x="12140" y="11280"/>
                    </a:lnTo>
                    <a:lnTo>
                      <a:pt x="12140" y="10389"/>
                    </a:lnTo>
                    <a:lnTo>
                      <a:pt x="12140" y="9042"/>
                    </a:lnTo>
                    <a:lnTo>
                      <a:pt x="12140" y="8150"/>
                    </a:lnTo>
                    <a:lnTo>
                      <a:pt x="12140" y="6808"/>
                    </a:lnTo>
                    <a:lnTo>
                      <a:pt x="12140" y="5914"/>
                    </a:lnTo>
                    <a:lnTo>
                      <a:pt x="12140" y="4571"/>
                    </a:lnTo>
                    <a:lnTo>
                      <a:pt x="12140" y="3922"/>
                    </a:lnTo>
                    <a:lnTo>
                      <a:pt x="12138" y="3922"/>
                    </a:lnTo>
                    <a:cubicBezTo>
                      <a:pt x="12134" y="3849"/>
                      <a:pt x="12128" y="3775"/>
                      <a:pt x="12119" y="3700"/>
                    </a:cubicBezTo>
                    <a:cubicBezTo>
                      <a:pt x="12086" y="3320"/>
                      <a:pt x="11993" y="2953"/>
                      <a:pt x="11861" y="2613"/>
                    </a:cubicBezTo>
                    <a:cubicBezTo>
                      <a:pt x="11778" y="2404"/>
                      <a:pt x="11679" y="2206"/>
                      <a:pt x="11566" y="2017"/>
                    </a:cubicBezTo>
                    <a:cubicBezTo>
                      <a:pt x="11404" y="1741"/>
                      <a:pt x="11206" y="1485"/>
                      <a:pt x="10986" y="1255"/>
                    </a:cubicBezTo>
                    <a:lnTo>
                      <a:pt x="10983" y="1255"/>
                    </a:lnTo>
                    <a:cubicBezTo>
                      <a:pt x="10838" y="1097"/>
                      <a:pt x="10682" y="963"/>
                      <a:pt x="10512" y="834"/>
                    </a:cubicBezTo>
                    <a:cubicBezTo>
                      <a:pt x="10251" y="637"/>
                      <a:pt x="9965" y="467"/>
                      <a:pt x="9661" y="338"/>
                    </a:cubicBezTo>
                    <a:cubicBezTo>
                      <a:pt x="9449" y="243"/>
                      <a:pt x="9224" y="169"/>
                      <a:pt x="8993" y="114"/>
                    </a:cubicBezTo>
                    <a:cubicBezTo>
                      <a:pt x="8687" y="40"/>
                      <a:pt x="8365" y="1"/>
                      <a:pt x="803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3836250" y="823225"/>
                <a:ext cx="303550" cy="303600"/>
              </a:xfrm>
              <a:custGeom>
                <a:rect b="b" l="l" r="r" t="t"/>
                <a:pathLst>
                  <a:path extrusionOk="0" h="12144" w="12142">
                    <a:moveTo>
                      <a:pt x="8033" y="1"/>
                    </a:moveTo>
                    <a:cubicBezTo>
                      <a:pt x="7937" y="1"/>
                      <a:pt x="7842" y="5"/>
                      <a:pt x="7750" y="13"/>
                    </a:cubicBezTo>
                    <a:cubicBezTo>
                      <a:pt x="7357" y="38"/>
                      <a:pt x="6978" y="120"/>
                      <a:pt x="6622" y="249"/>
                    </a:cubicBezTo>
                    <a:cubicBezTo>
                      <a:pt x="6080" y="445"/>
                      <a:pt x="5593" y="753"/>
                      <a:pt x="5187" y="1143"/>
                    </a:cubicBezTo>
                    <a:cubicBezTo>
                      <a:pt x="4738" y="1574"/>
                      <a:pt x="4387" y="2106"/>
                      <a:pt x="4169" y="2701"/>
                    </a:cubicBezTo>
                    <a:cubicBezTo>
                      <a:pt x="4040" y="3055"/>
                      <a:pt x="3957" y="3436"/>
                      <a:pt x="3933" y="3829"/>
                    </a:cubicBezTo>
                    <a:cubicBezTo>
                      <a:pt x="3929" y="3860"/>
                      <a:pt x="3926" y="3893"/>
                      <a:pt x="3926" y="3924"/>
                    </a:cubicBezTo>
                    <a:cubicBezTo>
                      <a:pt x="3895" y="3924"/>
                      <a:pt x="3861" y="3928"/>
                      <a:pt x="3830" y="3932"/>
                    </a:cubicBezTo>
                    <a:cubicBezTo>
                      <a:pt x="3435" y="3958"/>
                      <a:pt x="3053" y="4042"/>
                      <a:pt x="2697" y="4174"/>
                    </a:cubicBezTo>
                    <a:cubicBezTo>
                      <a:pt x="1562" y="4589"/>
                      <a:pt x="665" y="5487"/>
                      <a:pt x="250" y="6621"/>
                    </a:cubicBezTo>
                    <a:cubicBezTo>
                      <a:pt x="121" y="6977"/>
                      <a:pt x="38" y="7355"/>
                      <a:pt x="14" y="7748"/>
                    </a:cubicBezTo>
                    <a:cubicBezTo>
                      <a:pt x="4" y="7840"/>
                      <a:pt x="1" y="7936"/>
                      <a:pt x="1" y="8031"/>
                    </a:cubicBezTo>
                    <a:cubicBezTo>
                      <a:pt x="1" y="8364"/>
                      <a:pt x="41" y="8686"/>
                      <a:pt x="114" y="8993"/>
                    </a:cubicBezTo>
                    <a:cubicBezTo>
                      <a:pt x="170" y="9224"/>
                      <a:pt x="243" y="9449"/>
                      <a:pt x="339" y="9660"/>
                    </a:cubicBezTo>
                    <a:cubicBezTo>
                      <a:pt x="468" y="9965"/>
                      <a:pt x="634" y="10249"/>
                      <a:pt x="835" y="10512"/>
                    </a:cubicBezTo>
                    <a:cubicBezTo>
                      <a:pt x="930" y="10641"/>
                      <a:pt x="1031" y="10760"/>
                      <a:pt x="1141" y="10874"/>
                    </a:cubicBezTo>
                    <a:lnTo>
                      <a:pt x="1253" y="10985"/>
                    </a:lnTo>
                    <a:cubicBezTo>
                      <a:pt x="1482" y="11209"/>
                      <a:pt x="1742" y="11403"/>
                      <a:pt x="2017" y="11565"/>
                    </a:cubicBezTo>
                    <a:cubicBezTo>
                      <a:pt x="2204" y="11679"/>
                      <a:pt x="2404" y="11778"/>
                      <a:pt x="2613" y="11860"/>
                    </a:cubicBezTo>
                    <a:cubicBezTo>
                      <a:pt x="2954" y="11992"/>
                      <a:pt x="3321" y="12085"/>
                      <a:pt x="3700" y="12118"/>
                    </a:cubicBezTo>
                    <a:cubicBezTo>
                      <a:pt x="3776" y="12128"/>
                      <a:pt x="3849" y="12134"/>
                      <a:pt x="3922" y="12137"/>
                    </a:cubicBezTo>
                    <a:lnTo>
                      <a:pt x="3922" y="12143"/>
                    </a:lnTo>
                    <a:lnTo>
                      <a:pt x="12141" y="12143"/>
                    </a:lnTo>
                    <a:lnTo>
                      <a:pt x="12141" y="3922"/>
                    </a:lnTo>
                    <a:lnTo>
                      <a:pt x="12138" y="3922"/>
                    </a:lnTo>
                    <a:cubicBezTo>
                      <a:pt x="12136" y="3847"/>
                      <a:pt x="12130" y="3774"/>
                      <a:pt x="12120" y="3700"/>
                    </a:cubicBezTo>
                    <a:cubicBezTo>
                      <a:pt x="12086" y="3320"/>
                      <a:pt x="11995" y="2953"/>
                      <a:pt x="11862" y="2613"/>
                    </a:cubicBezTo>
                    <a:cubicBezTo>
                      <a:pt x="11779" y="2404"/>
                      <a:pt x="11681" y="2208"/>
                      <a:pt x="11567" y="2017"/>
                    </a:cubicBezTo>
                    <a:cubicBezTo>
                      <a:pt x="11404" y="1740"/>
                      <a:pt x="11208" y="1486"/>
                      <a:pt x="10986" y="1255"/>
                    </a:cubicBezTo>
                    <a:lnTo>
                      <a:pt x="10984" y="1255"/>
                    </a:lnTo>
                    <a:cubicBezTo>
                      <a:pt x="10840" y="1099"/>
                      <a:pt x="10682" y="962"/>
                      <a:pt x="10513" y="833"/>
                    </a:cubicBezTo>
                    <a:cubicBezTo>
                      <a:pt x="10253" y="636"/>
                      <a:pt x="9966" y="467"/>
                      <a:pt x="9661" y="338"/>
                    </a:cubicBezTo>
                    <a:cubicBezTo>
                      <a:pt x="9450" y="243"/>
                      <a:pt x="9226" y="170"/>
                      <a:pt x="8995" y="114"/>
                    </a:cubicBezTo>
                    <a:cubicBezTo>
                      <a:pt x="8688" y="40"/>
                      <a:pt x="8364" y="1"/>
                      <a:pt x="80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3836575" y="921450"/>
                <a:ext cx="95425" cy="95450"/>
              </a:xfrm>
              <a:custGeom>
                <a:rect b="b" l="l" r="r" t="t"/>
                <a:pathLst>
                  <a:path extrusionOk="0" h="3818" w="3817">
                    <a:moveTo>
                      <a:pt x="3816" y="0"/>
                    </a:moveTo>
                    <a:lnTo>
                      <a:pt x="3816" y="0"/>
                    </a:lnTo>
                    <a:cubicBezTo>
                      <a:pt x="3421" y="29"/>
                      <a:pt x="3039" y="112"/>
                      <a:pt x="2683" y="243"/>
                    </a:cubicBezTo>
                    <a:lnTo>
                      <a:pt x="235" y="2691"/>
                    </a:lnTo>
                    <a:cubicBezTo>
                      <a:pt x="106" y="3047"/>
                      <a:pt x="24" y="3425"/>
                      <a:pt x="0" y="3818"/>
                    </a:cubicBezTo>
                    <a:lnTo>
                      <a:pt x="38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3934525" y="823475"/>
                <a:ext cx="95450" cy="95500"/>
              </a:xfrm>
              <a:custGeom>
                <a:rect b="b" l="l" r="r" t="t"/>
                <a:pathLst>
                  <a:path extrusionOk="0" h="3820" w="3818">
                    <a:moveTo>
                      <a:pt x="3818" y="1"/>
                    </a:moveTo>
                    <a:lnTo>
                      <a:pt x="3818" y="1"/>
                    </a:lnTo>
                    <a:cubicBezTo>
                      <a:pt x="3425" y="26"/>
                      <a:pt x="3046" y="109"/>
                      <a:pt x="2689" y="239"/>
                    </a:cubicBezTo>
                    <a:lnTo>
                      <a:pt x="237" y="2691"/>
                    </a:lnTo>
                    <a:cubicBezTo>
                      <a:pt x="108" y="3045"/>
                      <a:pt x="25" y="3426"/>
                      <a:pt x="1" y="3819"/>
                    </a:cubicBezTo>
                    <a:lnTo>
                      <a:pt x="38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3839075" y="826050"/>
                <a:ext cx="238700" cy="238700"/>
              </a:xfrm>
              <a:custGeom>
                <a:rect b="b" l="l" r="r" t="t"/>
                <a:pathLst>
                  <a:path extrusionOk="0" h="9548" w="9548">
                    <a:moveTo>
                      <a:pt x="8881" y="0"/>
                    </a:moveTo>
                    <a:lnTo>
                      <a:pt x="0" y="8880"/>
                    </a:lnTo>
                    <a:cubicBezTo>
                      <a:pt x="56" y="9111"/>
                      <a:pt x="129" y="9336"/>
                      <a:pt x="225" y="9547"/>
                    </a:cubicBezTo>
                    <a:lnTo>
                      <a:pt x="9547" y="224"/>
                    </a:lnTo>
                    <a:cubicBezTo>
                      <a:pt x="9336" y="129"/>
                      <a:pt x="9112" y="55"/>
                      <a:pt x="88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3857025" y="844025"/>
                <a:ext cx="253775" cy="253850"/>
              </a:xfrm>
              <a:custGeom>
                <a:rect b="b" l="l" r="r" t="t"/>
                <a:pathLst>
                  <a:path extrusionOk="0" h="10154" w="10151">
                    <a:moveTo>
                      <a:pt x="9680" y="0"/>
                    </a:moveTo>
                    <a:lnTo>
                      <a:pt x="0" y="9680"/>
                    </a:lnTo>
                    <a:cubicBezTo>
                      <a:pt x="96" y="9809"/>
                      <a:pt x="197" y="9928"/>
                      <a:pt x="308" y="10042"/>
                    </a:cubicBezTo>
                    <a:lnTo>
                      <a:pt x="418" y="10153"/>
                    </a:lnTo>
                    <a:lnTo>
                      <a:pt x="10150" y="421"/>
                    </a:lnTo>
                    <a:cubicBezTo>
                      <a:pt x="10008" y="264"/>
                      <a:pt x="9850" y="129"/>
                      <a:pt x="9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3886650" y="873600"/>
                <a:ext cx="246150" cy="246150"/>
              </a:xfrm>
              <a:custGeom>
                <a:rect b="b" l="l" r="r" t="t"/>
                <a:pathLst>
                  <a:path extrusionOk="0" h="9846" w="9846">
                    <a:moveTo>
                      <a:pt x="9550" y="0"/>
                    </a:moveTo>
                    <a:lnTo>
                      <a:pt x="0" y="9550"/>
                    </a:lnTo>
                    <a:cubicBezTo>
                      <a:pt x="187" y="9664"/>
                      <a:pt x="387" y="9763"/>
                      <a:pt x="596" y="9845"/>
                    </a:cubicBezTo>
                    <a:lnTo>
                      <a:pt x="9845" y="597"/>
                    </a:lnTo>
                    <a:cubicBezTo>
                      <a:pt x="9763" y="387"/>
                      <a:pt x="9664" y="191"/>
                      <a:pt x="9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3928750" y="915725"/>
                <a:ext cx="211050" cy="211100"/>
              </a:xfrm>
              <a:custGeom>
                <a:rect b="b" l="l" r="r" t="t"/>
                <a:pathLst>
                  <a:path extrusionOk="0" h="8444" w="8442">
                    <a:moveTo>
                      <a:pt x="8419" y="0"/>
                    </a:moveTo>
                    <a:lnTo>
                      <a:pt x="0" y="8418"/>
                    </a:lnTo>
                    <a:cubicBezTo>
                      <a:pt x="76" y="8428"/>
                      <a:pt x="149" y="8434"/>
                      <a:pt x="222" y="8437"/>
                    </a:cubicBezTo>
                    <a:lnTo>
                      <a:pt x="222" y="8443"/>
                    </a:lnTo>
                    <a:lnTo>
                      <a:pt x="867" y="8443"/>
                    </a:lnTo>
                    <a:lnTo>
                      <a:pt x="8441" y="869"/>
                    </a:lnTo>
                    <a:lnTo>
                      <a:pt x="8441" y="222"/>
                    </a:lnTo>
                    <a:lnTo>
                      <a:pt x="8437" y="222"/>
                    </a:lnTo>
                    <a:cubicBezTo>
                      <a:pt x="8435" y="147"/>
                      <a:pt x="8429" y="74"/>
                      <a:pt x="8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3984075" y="971025"/>
                <a:ext cx="155725" cy="155800"/>
              </a:xfrm>
              <a:custGeom>
                <a:rect b="b" l="l" r="r" t="t"/>
                <a:pathLst>
                  <a:path extrusionOk="0" h="6232" w="6229">
                    <a:moveTo>
                      <a:pt x="6228" y="1"/>
                    </a:moveTo>
                    <a:lnTo>
                      <a:pt x="0" y="6231"/>
                    </a:lnTo>
                    <a:lnTo>
                      <a:pt x="892" y="6231"/>
                    </a:lnTo>
                    <a:lnTo>
                      <a:pt x="6228" y="895"/>
                    </a:lnTo>
                    <a:lnTo>
                      <a:pt x="62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4039950" y="1026975"/>
                <a:ext cx="99850" cy="99850"/>
              </a:xfrm>
              <a:custGeom>
                <a:rect b="b" l="l" r="r" t="t"/>
                <a:pathLst>
                  <a:path extrusionOk="0" h="3994" w="3994">
                    <a:moveTo>
                      <a:pt x="3993" y="0"/>
                    </a:moveTo>
                    <a:lnTo>
                      <a:pt x="0" y="3993"/>
                    </a:lnTo>
                    <a:lnTo>
                      <a:pt x="892" y="3993"/>
                    </a:lnTo>
                    <a:lnTo>
                      <a:pt x="3993" y="892"/>
                    </a:lnTo>
                    <a:lnTo>
                      <a:pt x="3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4095800" y="1082900"/>
                <a:ext cx="44000" cy="43925"/>
              </a:xfrm>
              <a:custGeom>
                <a:rect b="b" l="l" r="r" t="t"/>
                <a:pathLst>
                  <a:path extrusionOk="0" h="1757" w="1760">
                    <a:moveTo>
                      <a:pt x="1759" y="1"/>
                    </a:moveTo>
                    <a:lnTo>
                      <a:pt x="1" y="1756"/>
                    </a:lnTo>
                    <a:lnTo>
                      <a:pt x="895" y="1756"/>
                    </a:lnTo>
                    <a:lnTo>
                      <a:pt x="1759" y="892"/>
                    </a:lnTo>
                    <a:lnTo>
                      <a:pt x="1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3892750" y="879725"/>
                <a:ext cx="190525" cy="190475"/>
              </a:xfrm>
              <a:custGeom>
                <a:rect b="b" l="l" r="r" t="t"/>
                <a:pathLst>
                  <a:path extrusionOk="0" h="7619" w="7621">
                    <a:moveTo>
                      <a:pt x="5771" y="1"/>
                    </a:moveTo>
                    <a:cubicBezTo>
                      <a:pt x="4779" y="1"/>
                      <a:pt x="3969" y="775"/>
                      <a:pt x="3925" y="1764"/>
                    </a:cubicBezTo>
                    <a:lnTo>
                      <a:pt x="3834" y="3834"/>
                    </a:lnTo>
                    <a:lnTo>
                      <a:pt x="1764" y="3924"/>
                    </a:lnTo>
                    <a:cubicBezTo>
                      <a:pt x="777" y="3969"/>
                      <a:pt x="1" y="4780"/>
                      <a:pt x="1" y="5771"/>
                    </a:cubicBezTo>
                    <a:cubicBezTo>
                      <a:pt x="1" y="6761"/>
                      <a:pt x="774" y="7571"/>
                      <a:pt x="1762" y="7617"/>
                    </a:cubicBezTo>
                    <a:lnTo>
                      <a:pt x="1815" y="7619"/>
                    </a:lnTo>
                    <a:lnTo>
                      <a:pt x="1815" y="7618"/>
                    </a:lnTo>
                    <a:lnTo>
                      <a:pt x="7620" y="7618"/>
                    </a:lnTo>
                    <a:lnTo>
                      <a:pt x="7620" y="1817"/>
                    </a:lnTo>
                    <a:lnTo>
                      <a:pt x="7617" y="1761"/>
                    </a:lnTo>
                    <a:cubicBezTo>
                      <a:pt x="7573" y="775"/>
                      <a:pt x="6761" y="1"/>
                      <a:pt x="57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3911600" y="898625"/>
                <a:ext cx="152700" cy="152725"/>
              </a:xfrm>
              <a:custGeom>
                <a:rect b="b" l="l" r="r" t="t"/>
                <a:pathLst>
                  <a:path extrusionOk="0" h="6109" w="6108">
                    <a:moveTo>
                      <a:pt x="5015" y="0"/>
                    </a:moveTo>
                    <a:cubicBezTo>
                      <a:pt x="4429" y="0"/>
                      <a:pt x="3950" y="458"/>
                      <a:pt x="3924" y="1042"/>
                    </a:cubicBezTo>
                    <a:lnTo>
                      <a:pt x="3802" y="3802"/>
                    </a:lnTo>
                    <a:lnTo>
                      <a:pt x="1042" y="3924"/>
                    </a:lnTo>
                    <a:cubicBezTo>
                      <a:pt x="458" y="3950"/>
                      <a:pt x="0" y="4427"/>
                      <a:pt x="0" y="5015"/>
                    </a:cubicBezTo>
                    <a:cubicBezTo>
                      <a:pt x="0" y="5602"/>
                      <a:pt x="458" y="6081"/>
                      <a:pt x="1045" y="6107"/>
                    </a:cubicBezTo>
                    <a:lnTo>
                      <a:pt x="1079" y="6109"/>
                    </a:lnTo>
                    <a:lnTo>
                      <a:pt x="6108" y="6109"/>
                    </a:lnTo>
                    <a:lnTo>
                      <a:pt x="6108" y="1079"/>
                    </a:lnTo>
                    <a:lnTo>
                      <a:pt x="6106" y="1041"/>
                    </a:lnTo>
                    <a:cubicBezTo>
                      <a:pt x="6081" y="458"/>
                      <a:pt x="5601" y="0"/>
                      <a:pt x="50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 name="Google Shape;30;p2"/>
            <p:cNvGrpSpPr/>
            <p:nvPr/>
          </p:nvGrpSpPr>
          <p:grpSpPr>
            <a:xfrm>
              <a:off x="431536" y="277500"/>
              <a:ext cx="401330" cy="401463"/>
              <a:chOff x="5038846" y="235350"/>
              <a:chExt cx="158691" cy="158738"/>
            </a:xfrm>
          </p:grpSpPr>
          <p:sp>
            <p:nvSpPr>
              <p:cNvPr id="31" name="Google Shape;31;p2"/>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 name="Google Shape;33;p2"/>
            <p:cNvGrpSpPr/>
            <p:nvPr/>
          </p:nvGrpSpPr>
          <p:grpSpPr>
            <a:xfrm>
              <a:off x="1286004" y="4319900"/>
              <a:ext cx="597553" cy="568204"/>
              <a:chOff x="5164484" y="526738"/>
              <a:chExt cx="133266" cy="126713"/>
            </a:xfrm>
          </p:grpSpPr>
          <p:sp>
            <p:nvSpPr>
              <p:cNvPr id="34" name="Google Shape;34;p2"/>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 name="Google Shape;36;p2"/>
            <p:cNvGrpSpPr/>
            <p:nvPr/>
          </p:nvGrpSpPr>
          <p:grpSpPr>
            <a:xfrm rot="2159224">
              <a:off x="8263889" y="3127481"/>
              <a:ext cx="334208" cy="317797"/>
              <a:chOff x="5164484" y="526738"/>
              <a:chExt cx="133266" cy="126713"/>
            </a:xfrm>
          </p:grpSpPr>
          <p:sp>
            <p:nvSpPr>
              <p:cNvPr id="37" name="Google Shape;37;p2"/>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lt2"/>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9" name="Shape 39"/>
        <p:cNvGrpSpPr/>
        <p:nvPr/>
      </p:nvGrpSpPr>
      <p:grpSpPr>
        <a:xfrm>
          <a:off x="0" y="0"/>
          <a:ext cx="0" cy="0"/>
          <a:chOff x="0" y="0"/>
          <a:chExt cx="0" cy="0"/>
        </a:xfrm>
      </p:grpSpPr>
      <p:sp>
        <p:nvSpPr>
          <p:cNvPr id="40" name="Google Shape;40;p3"/>
          <p:cNvSpPr txBox="1"/>
          <p:nvPr>
            <p:ph type="title"/>
          </p:nvPr>
        </p:nvSpPr>
        <p:spPr>
          <a:xfrm>
            <a:off x="1168725" y="2518175"/>
            <a:ext cx="6755700" cy="8418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41" name="Google Shape;41;p3"/>
          <p:cNvSpPr txBox="1"/>
          <p:nvPr>
            <p:ph hasCustomPrompt="1" idx="2" type="title"/>
          </p:nvPr>
        </p:nvSpPr>
        <p:spPr>
          <a:xfrm>
            <a:off x="3922651" y="1497600"/>
            <a:ext cx="1298700" cy="841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l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2" name="Google Shape;42;p3"/>
          <p:cNvSpPr txBox="1"/>
          <p:nvPr>
            <p:ph idx="1" type="subTitle"/>
          </p:nvPr>
        </p:nvSpPr>
        <p:spPr>
          <a:xfrm>
            <a:off x="1168725" y="3270900"/>
            <a:ext cx="6755700" cy="37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43" name="Google Shape;43;p3"/>
          <p:cNvGrpSpPr/>
          <p:nvPr/>
        </p:nvGrpSpPr>
        <p:grpSpPr>
          <a:xfrm>
            <a:off x="-168905" y="3601805"/>
            <a:ext cx="1697388" cy="1443439"/>
            <a:chOff x="2880571" y="194363"/>
            <a:chExt cx="650041" cy="552788"/>
          </a:xfrm>
        </p:grpSpPr>
        <p:sp>
          <p:nvSpPr>
            <p:cNvPr id="44" name="Google Shape;44;p3"/>
            <p:cNvSpPr/>
            <p:nvPr/>
          </p:nvSpPr>
          <p:spPr>
            <a:xfrm>
              <a:off x="2880571" y="194363"/>
              <a:ext cx="648725" cy="551800"/>
            </a:xfrm>
            <a:custGeom>
              <a:rect b="b" l="l" r="r" t="t"/>
              <a:pathLst>
                <a:path extrusionOk="0" h="22072" w="25949">
                  <a:moveTo>
                    <a:pt x="14372" y="1"/>
                  </a:moveTo>
                  <a:cubicBezTo>
                    <a:pt x="11516" y="1"/>
                    <a:pt x="8653" y="1093"/>
                    <a:pt x="6502" y="3555"/>
                  </a:cubicBezTo>
                  <a:cubicBezTo>
                    <a:pt x="0" y="10327"/>
                    <a:pt x="5289" y="22072"/>
                    <a:pt x="14402" y="22072"/>
                  </a:cubicBezTo>
                  <a:cubicBezTo>
                    <a:pt x="14703" y="22072"/>
                    <a:pt x="15008" y="22059"/>
                    <a:pt x="15316" y="22033"/>
                  </a:cubicBezTo>
                  <a:cubicBezTo>
                    <a:pt x="20809" y="21806"/>
                    <a:pt x="25536" y="17001"/>
                    <a:pt x="25684" y="11509"/>
                  </a:cubicBezTo>
                  <a:cubicBezTo>
                    <a:pt x="25855" y="11340"/>
                    <a:pt x="25949" y="11241"/>
                    <a:pt x="25949" y="11241"/>
                  </a:cubicBezTo>
                  <a:cubicBezTo>
                    <a:pt x="25949" y="11241"/>
                    <a:pt x="25860" y="11147"/>
                    <a:pt x="25696" y="10985"/>
                  </a:cubicBezTo>
                  <a:cubicBezTo>
                    <a:pt x="25831" y="4414"/>
                    <a:pt x="20114" y="1"/>
                    <a:pt x="14372" y="1"/>
                  </a:cubicBezTo>
                  <a:close/>
                </a:path>
              </a:pathLst>
            </a:custGeom>
            <a:solidFill>
              <a:schemeClr val="accent4"/>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3"/>
            <p:cNvSpPr/>
            <p:nvPr/>
          </p:nvSpPr>
          <p:spPr>
            <a:xfrm>
              <a:off x="2972013" y="194875"/>
              <a:ext cx="552275" cy="552275"/>
            </a:xfrm>
            <a:custGeom>
              <a:rect b="b" l="l" r="r" t="t"/>
              <a:pathLst>
                <a:path extrusionOk="0" h="22091" w="22091">
                  <a:moveTo>
                    <a:pt x="11046" y="1"/>
                  </a:moveTo>
                  <a:cubicBezTo>
                    <a:pt x="8116" y="1"/>
                    <a:pt x="5307" y="1165"/>
                    <a:pt x="3236" y="3236"/>
                  </a:cubicBezTo>
                  <a:cubicBezTo>
                    <a:pt x="1165" y="5307"/>
                    <a:pt x="1" y="8116"/>
                    <a:pt x="1" y="11045"/>
                  </a:cubicBezTo>
                  <a:cubicBezTo>
                    <a:pt x="1" y="13975"/>
                    <a:pt x="1165" y="16784"/>
                    <a:pt x="3236" y="18855"/>
                  </a:cubicBezTo>
                  <a:cubicBezTo>
                    <a:pt x="5307" y="20926"/>
                    <a:pt x="8116" y="22090"/>
                    <a:pt x="11046" y="22090"/>
                  </a:cubicBezTo>
                  <a:cubicBezTo>
                    <a:pt x="13975" y="22090"/>
                    <a:pt x="16784" y="20926"/>
                    <a:pt x="18856" y="18855"/>
                  </a:cubicBezTo>
                  <a:cubicBezTo>
                    <a:pt x="20928" y="16784"/>
                    <a:pt x="22091" y="13975"/>
                    <a:pt x="22091" y="11045"/>
                  </a:cubicBezTo>
                  <a:cubicBezTo>
                    <a:pt x="22091" y="8116"/>
                    <a:pt x="20928" y="5307"/>
                    <a:pt x="18856" y="3236"/>
                  </a:cubicBezTo>
                  <a:cubicBezTo>
                    <a:pt x="16784" y="1165"/>
                    <a:pt x="13975" y="1"/>
                    <a:pt x="110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3"/>
            <p:cNvSpPr/>
            <p:nvPr/>
          </p:nvSpPr>
          <p:spPr>
            <a:xfrm>
              <a:off x="2985188" y="342975"/>
              <a:ext cx="281225" cy="129125"/>
            </a:xfrm>
            <a:custGeom>
              <a:rect b="b" l="l" r="r" t="t"/>
              <a:pathLst>
                <a:path extrusionOk="0" h="5165" w="11249">
                  <a:moveTo>
                    <a:pt x="730" y="0"/>
                  </a:moveTo>
                  <a:cubicBezTo>
                    <a:pt x="437" y="553"/>
                    <a:pt x="191" y="1138"/>
                    <a:pt x="0" y="1743"/>
                  </a:cubicBezTo>
                  <a:cubicBezTo>
                    <a:pt x="2739" y="3889"/>
                    <a:pt x="6187" y="5164"/>
                    <a:pt x="9935" y="5164"/>
                  </a:cubicBezTo>
                  <a:cubicBezTo>
                    <a:pt x="9999" y="5164"/>
                    <a:pt x="10061" y="5164"/>
                    <a:pt x="10126" y="5161"/>
                  </a:cubicBezTo>
                  <a:lnTo>
                    <a:pt x="10179" y="5161"/>
                  </a:lnTo>
                  <a:cubicBezTo>
                    <a:pt x="10243" y="5161"/>
                    <a:pt x="10312" y="5159"/>
                    <a:pt x="10379" y="5159"/>
                  </a:cubicBezTo>
                  <a:cubicBezTo>
                    <a:pt x="10385" y="5156"/>
                    <a:pt x="10394" y="5156"/>
                    <a:pt x="10403" y="5156"/>
                  </a:cubicBezTo>
                  <a:lnTo>
                    <a:pt x="10464" y="5156"/>
                  </a:lnTo>
                  <a:cubicBezTo>
                    <a:pt x="10472" y="5154"/>
                    <a:pt x="10478" y="5154"/>
                    <a:pt x="10487" y="5154"/>
                  </a:cubicBezTo>
                  <a:lnTo>
                    <a:pt x="10540" y="5154"/>
                  </a:lnTo>
                  <a:cubicBezTo>
                    <a:pt x="10542" y="5152"/>
                    <a:pt x="10543" y="5152"/>
                    <a:pt x="10545" y="5152"/>
                  </a:cubicBezTo>
                  <a:cubicBezTo>
                    <a:pt x="10547" y="5152"/>
                    <a:pt x="10549" y="5152"/>
                    <a:pt x="10552" y="5154"/>
                  </a:cubicBezTo>
                  <a:cubicBezTo>
                    <a:pt x="10559" y="5151"/>
                    <a:pt x="10568" y="5151"/>
                    <a:pt x="10577" y="5151"/>
                  </a:cubicBezTo>
                  <a:lnTo>
                    <a:pt x="10604" y="5151"/>
                  </a:lnTo>
                  <a:cubicBezTo>
                    <a:pt x="10604" y="5150"/>
                    <a:pt x="10605" y="5149"/>
                    <a:pt x="10606" y="5149"/>
                  </a:cubicBezTo>
                  <a:cubicBezTo>
                    <a:pt x="10608" y="5149"/>
                    <a:pt x="10609" y="5150"/>
                    <a:pt x="10611" y="5151"/>
                  </a:cubicBezTo>
                  <a:cubicBezTo>
                    <a:pt x="10616" y="5149"/>
                    <a:pt x="10622" y="5149"/>
                    <a:pt x="10629" y="5149"/>
                  </a:cubicBezTo>
                  <a:lnTo>
                    <a:pt x="10644" y="5149"/>
                  </a:lnTo>
                  <a:cubicBezTo>
                    <a:pt x="10660" y="5149"/>
                    <a:pt x="10675" y="5146"/>
                    <a:pt x="10694" y="5146"/>
                  </a:cubicBezTo>
                  <a:lnTo>
                    <a:pt x="10702" y="5146"/>
                  </a:lnTo>
                  <a:cubicBezTo>
                    <a:pt x="10882" y="5135"/>
                    <a:pt x="11067" y="5124"/>
                    <a:pt x="11249" y="5109"/>
                  </a:cubicBezTo>
                  <a:cubicBezTo>
                    <a:pt x="11148" y="5099"/>
                    <a:pt x="11042" y="5091"/>
                    <a:pt x="10939" y="5071"/>
                  </a:cubicBezTo>
                  <a:cubicBezTo>
                    <a:pt x="10914" y="5071"/>
                    <a:pt x="10894" y="5067"/>
                    <a:pt x="10872" y="5065"/>
                  </a:cubicBezTo>
                  <a:cubicBezTo>
                    <a:pt x="10808" y="5062"/>
                    <a:pt x="10747" y="5053"/>
                    <a:pt x="10685" y="5047"/>
                  </a:cubicBezTo>
                  <a:lnTo>
                    <a:pt x="10682" y="5047"/>
                  </a:lnTo>
                  <a:cubicBezTo>
                    <a:pt x="10661" y="5045"/>
                    <a:pt x="10640" y="5040"/>
                    <a:pt x="10618" y="5037"/>
                  </a:cubicBezTo>
                  <a:cubicBezTo>
                    <a:pt x="10609" y="5037"/>
                    <a:pt x="10603" y="5037"/>
                    <a:pt x="10597" y="5035"/>
                  </a:cubicBezTo>
                  <a:lnTo>
                    <a:pt x="10581" y="5035"/>
                  </a:lnTo>
                  <a:cubicBezTo>
                    <a:pt x="10572" y="5035"/>
                    <a:pt x="10566" y="5032"/>
                    <a:pt x="10558" y="5032"/>
                  </a:cubicBezTo>
                  <a:lnTo>
                    <a:pt x="10546" y="5032"/>
                  </a:lnTo>
                  <a:cubicBezTo>
                    <a:pt x="10541" y="5030"/>
                    <a:pt x="10535" y="5030"/>
                    <a:pt x="10528" y="5030"/>
                  </a:cubicBezTo>
                  <a:cubicBezTo>
                    <a:pt x="10519" y="5027"/>
                    <a:pt x="10510" y="5027"/>
                    <a:pt x="10501" y="5027"/>
                  </a:cubicBezTo>
                  <a:lnTo>
                    <a:pt x="10499" y="5027"/>
                  </a:lnTo>
                  <a:cubicBezTo>
                    <a:pt x="10492" y="5025"/>
                    <a:pt x="10485" y="5025"/>
                    <a:pt x="10483" y="5025"/>
                  </a:cubicBezTo>
                  <a:lnTo>
                    <a:pt x="10477" y="5025"/>
                  </a:lnTo>
                  <a:cubicBezTo>
                    <a:pt x="10464" y="5021"/>
                    <a:pt x="10452" y="5021"/>
                    <a:pt x="10443" y="5019"/>
                  </a:cubicBezTo>
                  <a:cubicBezTo>
                    <a:pt x="10434" y="5019"/>
                    <a:pt x="10425" y="5019"/>
                    <a:pt x="10418" y="5016"/>
                  </a:cubicBezTo>
                  <a:cubicBezTo>
                    <a:pt x="10406" y="5016"/>
                    <a:pt x="10396" y="5014"/>
                    <a:pt x="10387" y="5014"/>
                  </a:cubicBezTo>
                  <a:cubicBezTo>
                    <a:pt x="10381" y="5014"/>
                    <a:pt x="10377" y="5011"/>
                    <a:pt x="10375" y="5011"/>
                  </a:cubicBezTo>
                  <a:cubicBezTo>
                    <a:pt x="10319" y="5004"/>
                    <a:pt x="10263" y="4995"/>
                    <a:pt x="10209" y="4986"/>
                  </a:cubicBezTo>
                  <a:lnTo>
                    <a:pt x="10190" y="4986"/>
                  </a:lnTo>
                  <a:cubicBezTo>
                    <a:pt x="6474" y="4439"/>
                    <a:pt x="3170" y="2628"/>
                    <a:pt x="7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3"/>
            <p:cNvSpPr/>
            <p:nvPr/>
          </p:nvSpPr>
          <p:spPr>
            <a:xfrm>
              <a:off x="3229863" y="470125"/>
              <a:ext cx="281325" cy="128825"/>
            </a:xfrm>
            <a:custGeom>
              <a:rect b="b" l="l" r="r" t="t"/>
              <a:pathLst>
                <a:path extrusionOk="0" h="5153" w="11253">
                  <a:moveTo>
                    <a:pt x="1352" y="1"/>
                  </a:moveTo>
                  <a:cubicBezTo>
                    <a:pt x="1338" y="1"/>
                    <a:pt x="1325" y="1"/>
                    <a:pt x="1311" y="1"/>
                  </a:cubicBezTo>
                  <a:lnTo>
                    <a:pt x="1151" y="1"/>
                  </a:lnTo>
                  <a:cubicBezTo>
                    <a:pt x="1124" y="1"/>
                    <a:pt x="1095" y="3"/>
                    <a:pt x="1069" y="3"/>
                  </a:cubicBezTo>
                  <a:cubicBezTo>
                    <a:pt x="1003" y="3"/>
                    <a:pt x="939" y="6"/>
                    <a:pt x="871" y="6"/>
                  </a:cubicBezTo>
                  <a:cubicBezTo>
                    <a:pt x="862" y="6"/>
                    <a:pt x="853" y="6"/>
                    <a:pt x="845" y="8"/>
                  </a:cubicBezTo>
                  <a:lnTo>
                    <a:pt x="786" y="8"/>
                  </a:lnTo>
                  <a:cubicBezTo>
                    <a:pt x="780" y="8"/>
                    <a:pt x="770" y="8"/>
                    <a:pt x="762" y="11"/>
                  </a:cubicBezTo>
                  <a:cubicBezTo>
                    <a:pt x="761" y="10"/>
                    <a:pt x="760" y="10"/>
                    <a:pt x="758" y="10"/>
                  </a:cubicBezTo>
                  <a:cubicBezTo>
                    <a:pt x="755" y="10"/>
                    <a:pt x="751" y="11"/>
                    <a:pt x="747" y="11"/>
                  </a:cubicBezTo>
                  <a:cubicBezTo>
                    <a:pt x="745" y="12"/>
                    <a:pt x="744" y="12"/>
                    <a:pt x="743" y="12"/>
                  </a:cubicBezTo>
                  <a:cubicBezTo>
                    <a:pt x="741" y="12"/>
                    <a:pt x="739" y="11"/>
                    <a:pt x="739" y="11"/>
                  </a:cubicBezTo>
                  <a:lnTo>
                    <a:pt x="697" y="11"/>
                  </a:lnTo>
                  <a:cubicBezTo>
                    <a:pt x="691" y="11"/>
                    <a:pt x="682" y="11"/>
                    <a:pt x="672" y="13"/>
                  </a:cubicBezTo>
                  <a:lnTo>
                    <a:pt x="639" y="13"/>
                  </a:lnTo>
                  <a:cubicBezTo>
                    <a:pt x="634" y="13"/>
                    <a:pt x="628" y="13"/>
                    <a:pt x="621" y="16"/>
                  </a:cubicBezTo>
                  <a:cubicBezTo>
                    <a:pt x="621" y="16"/>
                    <a:pt x="619" y="15"/>
                    <a:pt x="618" y="15"/>
                  </a:cubicBezTo>
                  <a:cubicBezTo>
                    <a:pt x="617" y="15"/>
                    <a:pt x="616" y="15"/>
                    <a:pt x="615" y="16"/>
                  </a:cubicBezTo>
                  <a:cubicBezTo>
                    <a:pt x="597" y="16"/>
                    <a:pt x="578" y="16"/>
                    <a:pt x="557" y="18"/>
                  </a:cubicBezTo>
                  <a:lnTo>
                    <a:pt x="554" y="18"/>
                  </a:lnTo>
                  <a:cubicBezTo>
                    <a:pt x="370" y="25"/>
                    <a:pt x="185" y="37"/>
                    <a:pt x="0" y="52"/>
                  </a:cubicBezTo>
                  <a:cubicBezTo>
                    <a:pt x="114" y="61"/>
                    <a:pt x="228" y="70"/>
                    <a:pt x="339" y="83"/>
                  </a:cubicBezTo>
                  <a:cubicBezTo>
                    <a:pt x="354" y="87"/>
                    <a:pt x="368" y="87"/>
                    <a:pt x="381" y="90"/>
                  </a:cubicBezTo>
                  <a:cubicBezTo>
                    <a:pt x="443" y="95"/>
                    <a:pt x="504" y="101"/>
                    <a:pt x="566" y="107"/>
                  </a:cubicBezTo>
                  <a:lnTo>
                    <a:pt x="568" y="110"/>
                  </a:lnTo>
                  <a:cubicBezTo>
                    <a:pt x="590" y="110"/>
                    <a:pt x="610" y="114"/>
                    <a:pt x="633" y="116"/>
                  </a:cubicBezTo>
                  <a:cubicBezTo>
                    <a:pt x="639" y="116"/>
                    <a:pt x="649" y="116"/>
                    <a:pt x="655" y="120"/>
                  </a:cubicBezTo>
                  <a:lnTo>
                    <a:pt x="667" y="120"/>
                  </a:lnTo>
                  <a:cubicBezTo>
                    <a:pt x="674" y="120"/>
                    <a:pt x="683" y="122"/>
                    <a:pt x="692" y="122"/>
                  </a:cubicBezTo>
                  <a:lnTo>
                    <a:pt x="701" y="122"/>
                  </a:lnTo>
                  <a:cubicBezTo>
                    <a:pt x="707" y="125"/>
                    <a:pt x="714" y="125"/>
                    <a:pt x="723" y="125"/>
                  </a:cubicBezTo>
                  <a:cubicBezTo>
                    <a:pt x="729" y="127"/>
                    <a:pt x="738" y="127"/>
                    <a:pt x="748" y="127"/>
                  </a:cubicBezTo>
                  <a:lnTo>
                    <a:pt x="754" y="127"/>
                  </a:lnTo>
                  <a:cubicBezTo>
                    <a:pt x="758" y="130"/>
                    <a:pt x="760" y="130"/>
                    <a:pt x="767" y="130"/>
                  </a:cubicBezTo>
                  <a:lnTo>
                    <a:pt x="776" y="130"/>
                  </a:lnTo>
                  <a:cubicBezTo>
                    <a:pt x="785" y="133"/>
                    <a:pt x="796" y="133"/>
                    <a:pt x="810" y="136"/>
                  </a:cubicBezTo>
                  <a:cubicBezTo>
                    <a:pt x="816" y="136"/>
                    <a:pt x="822" y="136"/>
                    <a:pt x="831" y="139"/>
                  </a:cubicBezTo>
                  <a:cubicBezTo>
                    <a:pt x="841" y="139"/>
                    <a:pt x="852" y="141"/>
                    <a:pt x="865" y="141"/>
                  </a:cubicBezTo>
                  <a:cubicBezTo>
                    <a:pt x="867" y="144"/>
                    <a:pt x="871" y="144"/>
                    <a:pt x="874" y="144"/>
                  </a:cubicBezTo>
                  <a:cubicBezTo>
                    <a:pt x="929" y="151"/>
                    <a:pt x="987" y="160"/>
                    <a:pt x="1043" y="168"/>
                  </a:cubicBezTo>
                  <a:cubicBezTo>
                    <a:pt x="1049" y="168"/>
                    <a:pt x="1058" y="168"/>
                    <a:pt x="1064" y="171"/>
                  </a:cubicBezTo>
                  <a:cubicBezTo>
                    <a:pt x="4782" y="718"/>
                    <a:pt x="8085" y="2531"/>
                    <a:pt x="10523" y="5153"/>
                  </a:cubicBezTo>
                  <a:cubicBezTo>
                    <a:pt x="10812" y="4599"/>
                    <a:pt x="11058" y="4017"/>
                    <a:pt x="11252" y="3413"/>
                  </a:cubicBezTo>
                  <a:cubicBezTo>
                    <a:pt x="8519" y="1275"/>
                    <a:pt x="5086" y="1"/>
                    <a:pt x="13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3"/>
            <p:cNvSpPr/>
            <p:nvPr/>
          </p:nvSpPr>
          <p:spPr>
            <a:xfrm>
              <a:off x="3247238" y="208025"/>
              <a:ext cx="128900" cy="281250"/>
            </a:xfrm>
            <a:custGeom>
              <a:rect b="b" l="l" r="r" t="t"/>
              <a:pathLst>
                <a:path extrusionOk="0" h="11250" w="5156">
                  <a:moveTo>
                    <a:pt x="3421" y="1"/>
                  </a:moveTo>
                  <a:cubicBezTo>
                    <a:pt x="1276" y="2742"/>
                    <a:pt x="0" y="6191"/>
                    <a:pt x="0" y="9938"/>
                  </a:cubicBezTo>
                  <a:cubicBezTo>
                    <a:pt x="0" y="10002"/>
                    <a:pt x="0" y="10064"/>
                    <a:pt x="2" y="10129"/>
                  </a:cubicBezTo>
                  <a:lnTo>
                    <a:pt x="2" y="10180"/>
                  </a:lnTo>
                  <a:cubicBezTo>
                    <a:pt x="2" y="10244"/>
                    <a:pt x="5" y="10309"/>
                    <a:pt x="5" y="10377"/>
                  </a:cubicBezTo>
                  <a:cubicBezTo>
                    <a:pt x="7" y="10386"/>
                    <a:pt x="7" y="10394"/>
                    <a:pt x="7" y="10403"/>
                  </a:cubicBezTo>
                  <a:lnTo>
                    <a:pt x="7" y="10419"/>
                  </a:lnTo>
                  <a:lnTo>
                    <a:pt x="7" y="10425"/>
                  </a:lnTo>
                  <a:lnTo>
                    <a:pt x="7" y="10463"/>
                  </a:lnTo>
                  <a:cubicBezTo>
                    <a:pt x="10" y="10469"/>
                    <a:pt x="10" y="10479"/>
                    <a:pt x="10" y="10487"/>
                  </a:cubicBezTo>
                  <a:lnTo>
                    <a:pt x="10" y="10536"/>
                  </a:lnTo>
                  <a:cubicBezTo>
                    <a:pt x="12" y="10539"/>
                    <a:pt x="12" y="10546"/>
                    <a:pt x="10" y="10552"/>
                  </a:cubicBezTo>
                  <a:cubicBezTo>
                    <a:pt x="12" y="10558"/>
                    <a:pt x="12" y="10567"/>
                    <a:pt x="12" y="10577"/>
                  </a:cubicBezTo>
                  <a:lnTo>
                    <a:pt x="12" y="10600"/>
                  </a:lnTo>
                  <a:lnTo>
                    <a:pt x="12" y="10608"/>
                  </a:lnTo>
                  <a:cubicBezTo>
                    <a:pt x="15" y="10614"/>
                    <a:pt x="15" y="10620"/>
                    <a:pt x="15" y="10629"/>
                  </a:cubicBezTo>
                  <a:lnTo>
                    <a:pt x="15" y="10642"/>
                  </a:lnTo>
                  <a:cubicBezTo>
                    <a:pt x="15" y="10657"/>
                    <a:pt x="18" y="10677"/>
                    <a:pt x="18" y="10695"/>
                  </a:cubicBezTo>
                  <a:lnTo>
                    <a:pt x="18" y="10697"/>
                  </a:lnTo>
                  <a:lnTo>
                    <a:pt x="18" y="10701"/>
                  </a:lnTo>
                  <a:cubicBezTo>
                    <a:pt x="28" y="10883"/>
                    <a:pt x="39" y="11065"/>
                    <a:pt x="55" y="11250"/>
                  </a:cubicBezTo>
                  <a:cubicBezTo>
                    <a:pt x="64" y="11145"/>
                    <a:pt x="73" y="11044"/>
                    <a:pt x="86" y="10943"/>
                  </a:cubicBezTo>
                  <a:cubicBezTo>
                    <a:pt x="86" y="10918"/>
                    <a:pt x="90" y="10898"/>
                    <a:pt x="93" y="10876"/>
                  </a:cubicBezTo>
                  <a:cubicBezTo>
                    <a:pt x="95" y="10811"/>
                    <a:pt x="104" y="10750"/>
                    <a:pt x="110" y="10688"/>
                  </a:cubicBezTo>
                  <a:lnTo>
                    <a:pt x="110" y="10686"/>
                  </a:lnTo>
                  <a:cubicBezTo>
                    <a:pt x="114" y="10665"/>
                    <a:pt x="117" y="10641"/>
                    <a:pt x="120" y="10619"/>
                  </a:cubicBezTo>
                  <a:cubicBezTo>
                    <a:pt x="120" y="10613"/>
                    <a:pt x="120" y="10604"/>
                    <a:pt x="122" y="10597"/>
                  </a:cubicBezTo>
                  <a:lnTo>
                    <a:pt x="122" y="10590"/>
                  </a:lnTo>
                  <a:lnTo>
                    <a:pt x="122" y="10584"/>
                  </a:lnTo>
                  <a:cubicBezTo>
                    <a:pt x="122" y="10578"/>
                    <a:pt x="125" y="10568"/>
                    <a:pt x="125" y="10559"/>
                  </a:cubicBezTo>
                  <a:lnTo>
                    <a:pt x="125" y="10551"/>
                  </a:lnTo>
                  <a:cubicBezTo>
                    <a:pt x="127" y="10544"/>
                    <a:pt x="127" y="10538"/>
                    <a:pt x="127" y="10528"/>
                  </a:cubicBezTo>
                  <a:cubicBezTo>
                    <a:pt x="130" y="10522"/>
                    <a:pt x="130" y="10513"/>
                    <a:pt x="130" y="10504"/>
                  </a:cubicBezTo>
                  <a:lnTo>
                    <a:pt x="130" y="10501"/>
                  </a:lnTo>
                  <a:cubicBezTo>
                    <a:pt x="132" y="10499"/>
                    <a:pt x="132" y="10492"/>
                    <a:pt x="132" y="10486"/>
                  </a:cubicBezTo>
                  <a:lnTo>
                    <a:pt x="132" y="10477"/>
                  </a:lnTo>
                  <a:cubicBezTo>
                    <a:pt x="136" y="10468"/>
                    <a:pt x="136" y="10456"/>
                    <a:pt x="139" y="10444"/>
                  </a:cubicBezTo>
                  <a:cubicBezTo>
                    <a:pt x="139" y="10438"/>
                    <a:pt x="139" y="10432"/>
                    <a:pt x="141" y="10425"/>
                  </a:cubicBezTo>
                  <a:cubicBezTo>
                    <a:pt x="141" y="10413"/>
                    <a:pt x="144" y="10401"/>
                    <a:pt x="144" y="10388"/>
                  </a:cubicBezTo>
                  <a:cubicBezTo>
                    <a:pt x="144" y="10386"/>
                    <a:pt x="147" y="10382"/>
                    <a:pt x="147" y="10379"/>
                  </a:cubicBezTo>
                  <a:cubicBezTo>
                    <a:pt x="153" y="10324"/>
                    <a:pt x="162" y="10265"/>
                    <a:pt x="171" y="10210"/>
                  </a:cubicBezTo>
                  <a:cubicBezTo>
                    <a:pt x="171" y="10203"/>
                    <a:pt x="171" y="10195"/>
                    <a:pt x="173" y="10188"/>
                  </a:cubicBezTo>
                  <a:cubicBezTo>
                    <a:pt x="720" y="6471"/>
                    <a:pt x="2530" y="3168"/>
                    <a:pt x="5156" y="729"/>
                  </a:cubicBezTo>
                  <a:cubicBezTo>
                    <a:pt x="4603" y="440"/>
                    <a:pt x="4018" y="195"/>
                    <a:pt x="34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3"/>
            <p:cNvSpPr/>
            <p:nvPr/>
          </p:nvSpPr>
          <p:spPr>
            <a:xfrm>
              <a:off x="3120213" y="452775"/>
              <a:ext cx="129050" cy="281225"/>
            </a:xfrm>
            <a:custGeom>
              <a:rect b="b" l="l" r="r" t="t"/>
              <a:pathLst>
                <a:path extrusionOk="0" h="11249" w="5162">
                  <a:moveTo>
                    <a:pt x="5103" y="0"/>
                  </a:moveTo>
                  <a:cubicBezTo>
                    <a:pt x="5093" y="114"/>
                    <a:pt x="5084" y="227"/>
                    <a:pt x="5072" y="339"/>
                  </a:cubicBezTo>
                  <a:cubicBezTo>
                    <a:pt x="5068" y="354"/>
                    <a:pt x="5068" y="366"/>
                    <a:pt x="5065" y="381"/>
                  </a:cubicBezTo>
                  <a:cubicBezTo>
                    <a:pt x="5059" y="443"/>
                    <a:pt x="5053" y="505"/>
                    <a:pt x="5047" y="563"/>
                  </a:cubicBezTo>
                  <a:cubicBezTo>
                    <a:pt x="5047" y="566"/>
                    <a:pt x="5044" y="566"/>
                    <a:pt x="5044" y="566"/>
                  </a:cubicBezTo>
                  <a:cubicBezTo>
                    <a:pt x="5044" y="588"/>
                    <a:pt x="5041" y="608"/>
                    <a:pt x="5038" y="630"/>
                  </a:cubicBezTo>
                  <a:cubicBezTo>
                    <a:pt x="5038" y="639"/>
                    <a:pt x="5038" y="645"/>
                    <a:pt x="5036" y="652"/>
                  </a:cubicBezTo>
                  <a:lnTo>
                    <a:pt x="5036" y="665"/>
                  </a:lnTo>
                  <a:lnTo>
                    <a:pt x="5036" y="667"/>
                  </a:lnTo>
                  <a:cubicBezTo>
                    <a:pt x="5036" y="676"/>
                    <a:pt x="5033" y="683"/>
                    <a:pt x="5033" y="690"/>
                  </a:cubicBezTo>
                  <a:lnTo>
                    <a:pt x="5033" y="702"/>
                  </a:lnTo>
                  <a:cubicBezTo>
                    <a:pt x="5030" y="707"/>
                    <a:pt x="5030" y="713"/>
                    <a:pt x="5030" y="721"/>
                  </a:cubicBezTo>
                  <a:cubicBezTo>
                    <a:pt x="5027" y="729"/>
                    <a:pt x="5027" y="738"/>
                    <a:pt x="5027" y="748"/>
                  </a:cubicBezTo>
                  <a:lnTo>
                    <a:pt x="5027" y="750"/>
                  </a:lnTo>
                  <a:cubicBezTo>
                    <a:pt x="5025" y="757"/>
                    <a:pt x="5025" y="762"/>
                    <a:pt x="5025" y="765"/>
                  </a:cubicBezTo>
                  <a:lnTo>
                    <a:pt x="5025" y="772"/>
                  </a:lnTo>
                  <a:cubicBezTo>
                    <a:pt x="5021" y="784"/>
                    <a:pt x="5021" y="796"/>
                    <a:pt x="5018" y="805"/>
                  </a:cubicBezTo>
                  <a:cubicBezTo>
                    <a:pt x="5018" y="815"/>
                    <a:pt x="5016" y="824"/>
                    <a:pt x="5016" y="830"/>
                  </a:cubicBezTo>
                  <a:cubicBezTo>
                    <a:pt x="5016" y="842"/>
                    <a:pt x="5014" y="852"/>
                    <a:pt x="5014" y="861"/>
                  </a:cubicBezTo>
                  <a:cubicBezTo>
                    <a:pt x="5014" y="867"/>
                    <a:pt x="5011" y="871"/>
                    <a:pt x="5011" y="873"/>
                  </a:cubicBezTo>
                  <a:cubicBezTo>
                    <a:pt x="5005" y="929"/>
                    <a:pt x="4995" y="985"/>
                    <a:pt x="4986" y="1041"/>
                  </a:cubicBezTo>
                  <a:lnTo>
                    <a:pt x="4986" y="1058"/>
                  </a:lnTo>
                  <a:cubicBezTo>
                    <a:pt x="4439" y="4774"/>
                    <a:pt x="2626" y="8079"/>
                    <a:pt x="1" y="10519"/>
                  </a:cubicBezTo>
                  <a:cubicBezTo>
                    <a:pt x="554" y="10813"/>
                    <a:pt x="1136" y="11057"/>
                    <a:pt x="1740" y="11248"/>
                  </a:cubicBezTo>
                  <a:cubicBezTo>
                    <a:pt x="3886" y="8509"/>
                    <a:pt x="5162" y="5061"/>
                    <a:pt x="5162" y="1314"/>
                  </a:cubicBezTo>
                  <a:lnTo>
                    <a:pt x="5162" y="1154"/>
                  </a:lnTo>
                  <a:cubicBezTo>
                    <a:pt x="5162" y="1125"/>
                    <a:pt x="5159" y="1098"/>
                    <a:pt x="5151" y="1072"/>
                  </a:cubicBezTo>
                  <a:cubicBezTo>
                    <a:pt x="5151" y="1007"/>
                    <a:pt x="5149" y="938"/>
                    <a:pt x="5149" y="871"/>
                  </a:cubicBezTo>
                  <a:cubicBezTo>
                    <a:pt x="5149" y="865"/>
                    <a:pt x="5149" y="856"/>
                    <a:pt x="5146" y="847"/>
                  </a:cubicBezTo>
                  <a:lnTo>
                    <a:pt x="5146" y="785"/>
                  </a:lnTo>
                  <a:cubicBezTo>
                    <a:pt x="5146" y="778"/>
                    <a:pt x="5146" y="772"/>
                    <a:pt x="5144" y="763"/>
                  </a:cubicBezTo>
                  <a:cubicBezTo>
                    <a:pt x="5146" y="760"/>
                    <a:pt x="5144" y="754"/>
                    <a:pt x="5144" y="748"/>
                  </a:cubicBezTo>
                  <a:lnTo>
                    <a:pt x="5144" y="741"/>
                  </a:lnTo>
                  <a:lnTo>
                    <a:pt x="5144" y="698"/>
                  </a:lnTo>
                  <a:cubicBezTo>
                    <a:pt x="5144" y="692"/>
                    <a:pt x="5144" y="686"/>
                    <a:pt x="5141" y="676"/>
                  </a:cubicBezTo>
                  <a:lnTo>
                    <a:pt x="5141" y="636"/>
                  </a:lnTo>
                  <a:cubicBezTo>
                    <a:pt x="5141" y="634"/>
                    <a:pt x="5141" y="628"/>
                    <a:pt x="5139" y="621"/>
                  </a:cubicBezTo>
                  <a:cubicBezTo>
                    <a:pt x="5141" y="619"/>
                    <a:pt x="5141" y="614"/>
                    <a:pt x="5139" y="612"/>
                  </a:cubicBezTo>
                  <a:cubicBezTo>
                    <a:pt x="5139" y="594"/>
                    <a:pt x="5139" y="574"/>
                    <a:pt x="5136" y="557"/>
                  </a:cubicBezTo>
                  <a:lnTo>
                    <a:pt x="5136" y="554"/>
                  </a:lnTo>
                  <a:cubicBezTo>
                    <a:pt x="5130" y="370"/>
                    <a:pt x="5118" y="185"/>
                    <a:pt x="51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3"/>
            <p:cNvSpPr/>
            <p:nvPr/>
          </p:nvSpPr>
          <p:spPr>
            <a:xfrm>
              <a:off x="2972213" y="461625"/>
              <a:ext cx="291600" cy="71800"/>
            </a:xfrm>
            <a:custGeom>
              <a:rect b="b" l="l" r="r" t="t"/>
              <a:pathLst>
                <a:path extrusionOk="0" h="2872" w="11664">
                  <a:moveTo>
                    <a:pt x="11664" y="0"/>
                  </a:moveTo>
                  <a:lnTo>
                    <a:pt x="11664" y="0"/>
                  </a:lnTo>
                  <a:cubicBezTo>
                    <a:pt x="11574" y="43"/>
                    <a:pt x="11484" y="83"/>
                    <a:pt x="11390" y="127"/>
                  </a:cubicBezTo>
                  <a:cubicBezTo>
                    <a:pt x="11368" y="140"/>
                    <a:pt x="11344" y="152"/>
                    <a:pt x="11319" y="161"/>
                  </a:cubicBezTo>
                  <a:cubicBezTo>
                    <a:pt x="11265" y="186"/>
                    <a:pt x="11205" y="213"/>
                    <a:pt x="11148" y="235"/>
                  </a:cubicBezTo>
                  <a:cubicBezTo>
                    <a:pt x="11148" y="235"/>
                    <a:pt x="11148" y="238"/>
                    <a:pt x="11145" y="238"/>
                  </a:cubicBezTo>
                  <a:cubicBezTo>
                    <a:pt x="11126" y="246"/>
                    <a:pt x="11105" y="255"/>
                    <a:pt x="11084" y="261"/>
                  </a:cubicBezTo>
                  <a:cubicBezTo>
                    <a:pt x="11076" y="269"/>
                    <a:pt x="11068" y="271"/>
                    <a:pt x="11061" y="271"/>
                  </a:cubicBezTo>
                  <a:cubicBezTo>
                    <a:pt x="11058" y="274"/>
                    <a:pt x="11058" y="274"/>
                    <a:pt x="11055" y="274"/>
                  </a:cubicBezTo>
                  <a:cubicBezTo>
                    <a:pt x="11055" y="274"/>
                    <a:pt x="11055" y="276"/>
                    <a:pt x="11053" y="276"/>
                  </a:cubicBezTo>
                  <a:lnTo>
                    <a:pt x="11050" y="276"/>
                  </a:lnTo>
                  <a:cubicBezTo>
                    <a:pt x="11040" y="283"/>
                    <a:pt x="11028" y="286"/>
                    <a:pt x="11019" y="289"/>
                  </a:cubicBezTo>
                  <a:lnTo>
                    <a:pt x="11016" y="289"/>
                  </a:lnTo>
                  <a:cubicBezTo>
                    <a:pt x="11009" y="295"/>
                    <a:pt x="11007" y="295"/>
                    <a:pt x="11001" y="299"/>
                  </a:cubicBezTo>
                  <a:cubicBezTo>
                    <a:pt x="10994" y="301"/>
                    <a:pt x="10986" y="305"/>
                    <a:pt x="10978" y="307"/>
                  </a:cubicBezTo>
                  <a:lnTo>
                    <a:pt x="10976" y="307"/>
                  </a:lnTo>
                  <a:cubicBezTo>
                    <a:pt x="10971" y="311"/>
                    <a:pt x="10965" y="314"/>
                    <a:pt x="10958" y="314"/>
                  </a:cubicBezTo>
                  <a:lnTo>
                    <a:pt x="10958" y="316"/>
                  </a:lnTo>
                  <a:cubicBezTo>
                    <a:pt x="10945" y="322"/>
                    <a:pt x="10931" y="330"/>
                    <a:pt x="10918" y="332"/>
                  </a:cubicBezTo>
                  <a:cubicBezTo>
                    <a:pt x="10913" y="335"/>
                    <a:pt x="10906" y="338"/>
                    <a:pt x="10900" y="341"/>
                  </a:cubicBezTo>
                  <a:cubicBezTo>
                    <a:pt x="10887" y="347"/>
                    <a:pt x="10875" y="350"/>
                    <a:pt x="10863" y="356"/>
                  </a:cubicBezTo>
                  <a:lnTo>
                    <a:pt x="10860" y="356"/>
                  </a:lnTo>
                  <a:cubicBezTo>
                    <a:pt x="10805" y="381"/>
                    <a:pt x="10750" y="403"/>
                    <a:pt x="10698" y="420"/>
                  </a:cubicBezTo>
                  <a:cubicBezTo>
                    <a:pt x="10695" y="424"/>
                    <a:pt x="10691" y="428"/>
                    <a:pt x="10688" y="428"/>
                  </a:cubicBezTo>
                  <a:cubicBezTo>
                    <a:pt x="8765" y="1190"/>
                    <a:pt x="6758" y="1558"/>
                    <a:pt x="4770" y="1558"/>
                  </a:cubicBezTo>
                  <a:cubicBezTo>
                    <a:pt x="3149" y="1558"/>
                    <a:pt x="1541" y="1314"/>
                    <a:pt x="1" y="838"/>
                  </a:cubicBezTo>
                  <a:lnTo>
                    <a:pt x="1" y="838"/>
                  </a:lnTo>
                  <a:cubicBezTo>
                    <a:pt x="29" y="1477"/>
                    <a:pt x="109" y="2105"/>
                    <a:pt x="240" y="2713"/>
                  </a:cubicBezTo>
                  <a:cubicBezTo>
                    <a:pt x="986" y="2818"/>
                    <a:pt x="1740" y="2872"/>
                    <a:pt x="2497" y="2872"/>
                  </a:cubicBezTo>
                  <a:cubicBezTo>
                    <a:pt x="5236" y="2872"/>
                    <a:pt x="8013" y="2174"/>
                    <a:pt x="10555" y="706"/>
                  </a:cubicBezTo>
                  <a:cubicBezTo>
                    <a:pt x="10599" y="681"/>
                    <a:pt x="10645" y="653"/>
                    <a:pt x="10687" y="629"/>
                  </a:cubicBezTo>
                  <a:cubicBezTo>
                    <a:pt x="10714" y="613"/>
                    <a:pt x="10740" y="598"/>
                    <a:pt x="10767" y="582"/>
                  </a:cubicBezTo>
                  <a:cubicBezTo>
                    <a:pt x="10822" y="548"/>
                    <a:pt x="10880" y="515"/>
                    <a:pt x="10936" y="477"/>
                  </a:cubicBezTo>
                  <a:cubicBezTo>
                    <a:pt x="10942" y="475"/>
                    <a:pt x="10945" y="471"/>
                    <a:pt x="10951" y="469"/>
                  </a:cubicBezTo>
                  <a:cubicBezTo>
                    <a:pt x="10961" y="465"/>
                    <a:pt x="10967" y="459"/>
                    <a:pt x="10973" y="455"/>
                  </a:cubicBezTo>
                  <a:cubicBezTo>
                    <a:pt x="10980" y="453"/>
                    <a:pt x="10983" y="449"/>
                    <a:pt x="10987" y="446"/>
                  </a:cubicBezTo>
                  <a:cubicBezTo>
                    <a:pt x="10996" y="443"/>
                    <a:pt x="11002" y="436"/>
                    <a:pt x="11008" y="434"/>
                  </a:cubicBezTo>
                  <a:cubicBezTo>
                    <a:pt x="11013" y="428"/>
                    <a:pt x="11020" y="423"/>
                    <a:pt x="11027" y="420"/>
                  </a:cubicBezTo>
                  <a:cubicBezTo>
                    <a:pt x="11033" y="418"/>
                    <a:pt x="11037" y="414"/>
                    <a:pt x="11039" y="412"/>
                  </a:cubicBezTo>
                  <a:cubicBezTo>
                    <a:pt x="11042" y="412"/>
                    <a:pt x="11045" y="409"/>
                    <a:pt x="11048" y="409"/>
                  </a:cubicBezTo>
                  <a:cubicBezTo>
                    <a:pt x="11055" y="403"/>
                    <a:pt x="11061" y="399"/>
                    <a:pt x="11064" y="397"/>
                  </a:cubicBezTo>
                  <a:cubicBezTo>
                    <a:pt x="11068" y="397"/>
                    <a:pt x="11070" y="397"/>
                    <a:pt x="11070" y="394"/>
                  </a:cubicBezTo>
                  <a:cubicBezTo>
                    <a:pt x="11076" y="389"/>
                    <a:pt x="11080" y="387"/>
                    <a:pt x="11084" y="387"/>
                  </a:cubicBezTo>
                  <a:cubicBezTo>
                    <a:pt x="11092" y="381"/>
                    <a:pt x="11099" y="378"/>
                    <a:pt x="11105" y="372"/>
                  </a:cubicBezTo>
                  <a:cubicBezTo>
                    <a:pt x="11115" y="366"/>
                    <a:pt x="11123" y="363"/>
                    <a:pt x="11130" y="356"/>
                  </a:cubicBezTo>
                  <a:cubicBezTo>
                    <a:pt x="11135" y="352"/>
                    <a:pt x="11141" y="346"/>
                    <a:pt x="11148" y="343"/>
                  </a:cubicBezTo>
                  <a:cubicBezTo>
                    <a:pt x="11152" y="343"/>
                    <a:pt x="11154" y="341"/>
                    <a:pt x="11154" y="341"/>
                  </a:cubicBezTo>
                  <a:cubicBezTo>
                    <a:pt x="11172" y="330"/>
                    <a:pt x="11188" y="320"/>
                    <a:pt x="11203" y="307"/>
                  </a:cubicBezTo>
                  <a:lnTo>
                    <a:pt x="11205" y="307"/>
                  </a:lnTo>
                  <a:cubicBezTo>
                    <a:pt x="11359" y="207"/>
                    <a:pt x="11513" y="105"/>
                    <a:pt x="116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3"/>
            <p:cNvSpPr/>
            <p:nvPr/>
          </p:nvSpPr>
          <p:spPr>
            <a:xfrm>
              <a:off x="3232513" y="408575"/>
              <a:ext cx="291575" cy="71875"/>
            </a:xfrm>
            <a:custGeom>
              <a:rect b="b" l="l" r="r" t="t"/>
              <a:pathLst>
                <a:path extrusionOk="0" h="2875" w="11663">
                  <a:moveTo>
                    <a:pt x="9164" y="0"/>
                  </a:moveTo>
                  <a:cubicBezTo>
                    <a:pt x="6426" y="0"/>
                    <a:pt x="3649" y="697"/>
                    <a:pt x="1106" y="2166"/>
                  </a:cubicBezTo>
                  <a:cubicBezTo>
                    <a:pt x="1062" y="2191"/>
                    <a:pt x="1022" y="2216"/>
                    <a:pt x="979" y="2243"/>
                  </a:cubicBezTo>
                  <a:cubicBezTo>
                    <a:pt x="948" y="2259"/>
                    <a:pt x="921" y="2277"/>
                    <a:pt x="890" y="2299"/>
                  </a:cubicBezTo>
                  <a:cubicBezTo>
                    <a:pt x="835" y="2328"/>
                    <a:pt x="783" y="2361"/>
                    <a:pt x="728" y="2401"/>
                  </a:cubicBezTo>
                  <a:cubicBezTo>
                    <a:pt x="727" y="2400"/>
                    <a:pt x="725" y="2400"/>
                    <a:pt x="723" y="2400"/>
                  </a:cubicBezTo>
                  <a:cubicBezTo>
                    <a:pt x="717" y="2400"/>
                    <a:pt x="711" y="2405"/>
                    <a:pt x="706" y="2410"/>
                  </a:cubicBezTo>
                  <a:cubicBezTo>
                    <a:pt x="704" y="2410"/>
                    <a:pt x="699" y="2410"/>
                    <a:pt x="697" y="2416"/>
                  </a:cubicBezTo>
                  <a:cubicBezTo>
                    <a:pt x="696" y="2416"/>
                    <a:pt x="695" y="2415"/>
                    <a:pt x="695" y="2415"/>
                  </a:cubicBezTo>
                  <a:cubicBezTo>
                    <a:pt x="693" y="2415"/>
                    <a:pt x="692" y="2418"/>
                    <a:pt x="690" y="2423"/>
                  </a:cubicBezTo>
                  <a:cubicBezTo>
                    <a:pt x="690" y="2421"/>
                    <a:pt x="689" y="2421"/>
                    <a:pt x="688" y="2421"/>
                  </a:cubicBezTo>
                  <a:cubicBezTo>
                    <a:pt x="686" y="2421"/>
                    <a:pt x="683" y="2424"/>
                    <a:pt x="682" y="2426"/>
                  </a:cubicBezTo>
                  <a:cubicBezTo>
                    <a:pt x="673" y="2428"/>
                    <a:pt x="663" y="2434"/>
                    <a:pt x="654" y="2443"/>
                  </a:cubicBezTo>
                  <a:cubicBezTo>
                    <a:pt x="649" y="2443"/>
                    <a:pt x="643" y="2449"/>
                    <a:pt x="636" y="2457"/>
                  </a:cubicBezTo>
                  <a:cubicBezTo>
                    <a:pt x="636" y="2455"/>
                    <a:pt x="635" y="2455"/>
                    <a:pt x="634" y="2455"/>
                  </a:cubicBezTo>
                  <a:cubicBezTo>
                    <a:pt x="631" y="2455"/>
                    <a:pt x="629" y="2457"/>
                    <a:pt x="627" y="2459"/>
                  </a:cubicBezTo>
                  <a:cubicBezTo>
                    <a:pt x="625" y="2459"/>
                    <a:pt x="621" y="2463"/>
                    <a:pt x="618" y="2465"/>
                  </a:cubicBezTo>
                  <a:cubicBezTo>
                    <a:pt x="613" y="2469"/>
                    <a:pt x="607" y="2472"/>
                    <a:pt x="600" y="2478"/>
                  </a:cubicBezTo>
                  <a:cubicBezTo>
                    <a:pt x="596" y="2478"/>
                    <a:pt x="594" y="2478"/>
                    <a:pt x="594" y="2480"/>
                  </a:cubicBezTo>
                  <a:cubicBezTo>
                    <a:pt x="587" y="2480"/>
                    <a:pt x="584" y="2485"/>
                    <a:pt x="581" y="2488"/>
                  </a:cubicBezTo>
                  <a:cubicBezTo>
                    <a:pt x="576" y="2491"/>
                    <a:pt x="569" y="2498"/>
                    <a:pt x="563" y="2500"/>
                  </a:cubicBezTo>
                  <a:cubicBezTo>
                    <a:pt x="554" y="2506"/>
                    <a:pt x="548" y="2509"/>
                    <a:pt x="538" y="2516"/>
                  </a:cubicBezTo>
                  <a:lnTo>
                    <a:pt x="538" y="2519"/>
                  </a:lnTo>
                  <a:lnTo>
                    <a:pt x="535" y="2519"/>
                  </a:lnTo>
                  <a:cubicBezTo>
                    <a:pt x="529" y="2521"/>
                    <a:pt x="527" y="2525"/>
                    <a:pt x="520" y="2527"/>
                  </a:cubicBezTo>
                  <a:cubicBezTo>
                    <a:pt x="518" y="2527"/>
                    <a:pt x="514" y="2531"/>
                    <a:pt x="512" y="2534"/>
                  </a:cubicBezTo>
                  <a:cubicBezTo>
                    <a:pt x="496" y="2542"/>
                    <a:pt x="481" y="2552"/>
                    <a:pt x="465" y="2567"/>
                  </a:cubicBezTo>
                  <a:cubicBezTo>
                    <a:pt x="463" y="2566"/>
                    <a:pt x="461" y="2566"/>
                    <a:pt x="460" y="2566"/>
                  </a:cubicBezTo>
                  <a:cubicBezTo>
                    <a:pt x="459" y="2566"/>
                    <a:pt x="458" y="2566"/>
                    <a:pt x="458" y="2567"/>
                  </a:cubicBezTo>
                  <a:cubicBezTo>
                    <a:pt x="302" y="2668"/>
                    <a:pt x="151" y="2769"/>
                    <a:pt x="1" y="2875"/>
                  </a:cubicBezTo>
                  <a:cubicBezTo>
                    <a:pt x="92" y="2830"/>
                    <a:pt x="184" y="2788"/>
                    <a:pt x="276" y="2748"/>
                  </a:cubicBezTo>
                  <a:cubicBezTo>
                    <a:pt x="297" y="2735"/>
                    <a:pt x="319" y="2726"/>
                    <a:pt x="343" y="2717"/>
                  </a:cubicBezTo>
                  <a:cubicBezTo>
                    <a:pt x="398" y="2690"/>
                    <a:pt x="457" y="2665"/>
                    <a:pt x="515" y="2643"/>
                  </a:cubicBezTo>
                  <a:cubicBezTo>
                    <a:pt x="515" y="2643"/>
                    <a:pt x="515" y="2640"/>
                    <a:pt x="518" y="2640"/>
                  </a:cubicBezTo>
                  <a:cubicBezTo>
                    <a:pt x="535" y="2632"/>
                    <a:pt x="554" y="2623"/>
                    <a:pt x="576" y="2617"/>
                  </a:cubicBezTo>
                  <a:cubicBezTo>
                    <a:pt x="582" y="2609"/>
                    <a:pt x="591" y="2607"/>
                    <a:pt x="597" y="2607"/>
                  </a:cubicBezTo>
                  <a:cubicBezTo>
                    <a:pt x="601" y="2604"/>
                    <a:pt x="601" y="2604"/>
                    <a:pt x="604" y="2604"/>
                  </a:cubicBezTo>
                  <a:cubicBezTo>
                    <a:pt x="607" y="2602"/>
                    <a:pt x="611" y="2602"/>
                    <a:pt x="613" y="2602"/>
                  </a:cubicBezTo>
                  <a:cubicBezTo>
                    <a:pt x="622" y="2596"/>
                    <a:pt x="635" y="2589"/>
                    <a:pt x="644" y="2589"/>
                  </a:cubicBezTo>
                  <a:lnTo>
                    <a:pt x="647" y="2587"/>
                  </a:lnTo>
                  <a:cubicBezTo>
                    <a:pt x="651" y="2583"/>
                    <a:pt x="657" y="2581"/>
                    <a:pt x="659" y="2581"/>
                  </a:cubicBezTo>
                  <a:cubicBezTo>
                    <a:pt x="666" y="2577"/>
                    <a:pt x="675" y="2573"/>
                    <a:pt x="682" y="2571"/>
                  </a:cubicBezTo>
                  <a:cubicBezTo>
                    <a:pt x="684" y="2568"/>
                    <a:pt x="688" y="2568"/>
                    <a:pt x="690" y="2568"/>
                  </a:cubicBezTo>
                  <a:cubicBezTo>
                    <a:pt x="694" y="2565"/>
                    <a:pt x="700" y="2562"/>
                    <a:pt x="704" y="2562"/>
                  </a:cubicBezTo>
                  <a:lnTo>
                    <a:pt x="706" y="2562"/>
                  </a:lnTo>
                  <a:cubicBezTo>
                    <a:pt x="719" y="2556"/>
                    <a:pt x="730" y="2550"/>
                    <a:pt x="744" y="2546"/>
                  </a:cubicBezTo>
                  <a:cubicBezTo>
                    <a:pt x="752" y="2540"/>
                    <a:pt x="761" y="2536"/>
                    <a:pt x="768" y="2534"/>
                  </a:cubicBezTo>
                  <a:cubicBezTo>
                    <a:pt x="781" y="2530"/>
                    <a:pt x="790" y="2524"/>
                    <a:pt x="799" y="2521"/>
                  </a:cubicBezTo>
                  <a:cubicBezTo>
                    <a:pt x="803" y="2521"/>
                    <a:pt x="806" y="2519"/>
                    <a:pt x="806" y="2519"/>
                  </a:cubicBezTo>
                  <a:cubicBezTo>
                    <a:pt x="860" y="2496"/>
                    <a:pt x="912" y="2474"/>
                    <a:pt x="966" y="2457"/>
                  </a:cubicBezTo>
                  <a:cubicBezTo>
                    <a:pt x="972" y="2454"/>
                    <a:pt x="974" y="2449"/>
                    <a:pt x="981" y="2447"/>
                  </a:cubicBezTo>
                  <a:cubicBezTo>
                    <a:pt x="2904" y="1686"/>
                    <a:pt x="4911" y="1318"/>
                    <a:pt x="6898" y="1318"/>
                  </a:cubicBezTo>
                  <a:cubicBezTo>
                    <a:pt x="8518" y="1318"/>
                    <a:pt x="10125" y="1562"/>
                    <a:pt x="11662" y="2036"/>
                  </a:cubicBezTo>
                  <a:cubicBezTo>
                    <a:pt x="11633" y="1397"/>
                    <a:pt x="11554" y="770"/>
                    <a:pt x="11421" y="158"/>
                  </a:cubicBezTo>
                  <a:cubicBezTo>
                    <a:pt x="10675" y="53"/>
                    <a:pt x="9921" y="0"/>
                    <a:pt x="91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3"/>
            <p:cNvSpPr/>
            <p:nvPr/>
          </p:nvSpPr>
          <p:spPr>
            <a:xfrm>
              <a:off x="3177613" y="195250"/>
              <a:ext cx="79900" cy="291450"/>
            </a:xfrm>
            <a:custGeom>
              <a:rect b="b" l="l" r="r" t="t"/>
              <a:pathLst>
                <a:path extrusionOk="0" h="11658" w="3196">
                  <a:moveTo>
                    <a:pt x="2358" y="1"/>
                  </a:moveTo>
                  <a:lnTo>
                    <a:pt x="2358" y="1"/>
                  </a:lnTo>
                  <a:cubicBezTo>
                    <a:pt x="1718" y="26"/>
                    <a:pt x="1095" y="105"/>
                    <a:pt x="486" y="237"/>
                  </a:cubicBezTo>
                  <a:cubicBezTo>
                    <a:pt x="1" y="3679"/>
                    <a:pt x="619" y="7306"/>
                    <a:pt x="2493" y="10552"/>
                  </a:cubicBezTo>
                  <a:cubicBezTo>
                    <a:pt x="2518" y="10595"/>
                    <a:pt x="2542" y="10638"/>
                    <a:pt x="2566" y="10678"/>
                  </a:cubicBezTo>
                  <a:cubicBezTo>
                    <a:pt x="2582" y="10707"/>
                    <a:pt x="2597" y="10734"/>
                    <a:pt x="2613" y="10759"/>
                  </a:cubicBezTo>
                  <a:cubicBezTo>
                    <a:pt x="2649" y="10816"/>
                    <a:pt x="2683" y="10874"/>
                    <a:pt x="2720" y="10930"/>
                  </a:cubicBezTo>
                  <a:cubicBezTo>
                    <a:pt x="2723" y="10936"/>
                    <a:pt x="2726" y="10942"/>
                    <a:pt x="2729" y="10945"/>
                  </a:cubicBezTo>
                  <a:cubicBezTo>
                    <a:pt x="2733" y="10955"/>
                    <a:pt x="2740" y="10961"/>
                    <a:pt x="2742" y="10967"/>
                  </a:cubicBezTo>
                  <a:lnTo>
                    <a:pt x="2742" y="10970"/>
                  </a:lnTo>
                  <a:cubicBezTo>
                    <a:pt x="2746" y="10972"/>
                    <a:pt x="2749" y="10976"/>
                    <a:pt x="2749" y="10978"/>
                  </a:cubicBezTo>
                  <a:cubicBezTo>
                    <a:pt x="2755" y="10988"/>
                    <a:pt x="2761" y="10997"/>
                    <a:pt x="2764" y="11003"/>
                  </a:cubicBezTo>
                  <a:cubicBezTo>
                    <a:pt x="2771" y="11008"/>
                    <a:pt x="2775" y="11014"/>
                    <a:pt x="2777" y="11022"/>
                  </a:cubicBezTo>
                  <a:cubicBezTo>
                    <a:pt x="2780" y="11028"/>
                    <a:pt x="2783" y="11032"/>
                    <a:pt x="2786" y="11034"/>
                  </a:cubicBezTo>
                  <a:cubicBezTo>
                    <a:pt x="2786" y="11038"/>
                    <a:pt x="2788" y="11040"/>
                    <a:pt x="2788" y="11040"/>
                  </a:cubicBezTo>
                  <a:cubicBezTo>
                    <a:pt x="2791" y="11047"/>
                    <a:pt x="2795" y="11054"/>
                    <a:pt x="2797" y="11056"/>
                  </a:cubicBezTo>
                  <a:cubicBezTo>
                    <a:pt x="2802" y="11059"/>
                    <a:pt x="2802" y="11063"/>
                    <a:pt x="2804" y="11065"/>
                  </a:cubicBezTo>
                  <a:cubicBezTo>
                    <a:pt x="2808" y="11069"/>
                    <a:pt x="2811" y="11075"/>
                    <a:pt x="2811" y="11078"/>
                  </a:cubicBezTo>
                  <a:cubicBezTo>
                    <a:pt x="2817" y="11084"/>
                    <a:pt x="2819" y="11090"/>
                    <a:pt x="2826" y="11096"/>
                  </a:cubicBezTo>
                  <a:cubicBezTo>
                    <a:pt x="2829" y="11105"/>
                    <a:pt x="2837" y="11111"/>
                    <a:pt x="2839" y="11121"/>
                  </a:cubicBezTo>
                  <a:cubicBezTo>
                    <a:pt x="2842" y="11121"/>
                    <a:pt x="2842" y="11124"/>
                    <a:pt x="2842" y="11124"/>
                  </a:cubicBezTo>
                  <a:cubicBezTo>
                    <a:pt x="2845" y="11129"/>
                    <a:pt x="2852" y="11135"/>
                    <a:pt x="2854" y="11141"/>
                  </a:cubicBezTo>
                  <a:cubicBezTo>
                    <a:pt x="2854" y="11146"/>
                    <a:pt x="2857" y="11146"/>
                    <a:pt x="2857" y="11148"/>
                  </a:cubicBezTo>
                  <a:cubicBezTo>
                    <a:pt x="2866" y="11163"/>
                    <a:pt x="2875" y="11178"/>
                    <a:pt x="2888" y="11191"/>
                  </a:cubicBezTo>
                  <a:cubicBezTo>
                    <a:pt x="2888" y="11194"/>
                    <a:pt x="2890" y="11197"/>
                    <a:pt x="2890" y="11197"/>
                  </a:cubicBezTo>
                  <a:lnTo>
                    <a:pt x="2890" y="11199"/>
                  </a:lnTo>
                  <a:cubicBezTo>
                    <a:pt x="2992" y="11356"/>
                    <a:pt x="3094" y="11507"/>
                    <a:pt x="3196" y="11657"/>
                  </a:cubicBezTo>
                  <a:cubicBezTo>
                    <a:pt x="3150" y="11561"/>
                    <a:pt x="3107" y="11466"/>
                    <a:pt x="3065" y="11368"/>
                  </a:cubicBezTo>
                  <a:cubicBezTo>
                    <a:pt x="3055" y="11350"/>
                    <a:pt x="3046" y="11332"/>
                    <a:pt x="3040" y="11311"/>
                  </a:cubicBezTo>
                  <a:cubicBezTo>
                    <a:pt x="3012" y="11255"/>
                    <a:pt x="2987" y="11199"/>
                    <a:pt x="2963" y="11141"/>
                  </a:cubicBezTo>
                  <a:lnTo>
                    <a:pt x="2963" y="11138"/>
                  </a:lnTo>
                  <a:cubicBezTo>
                    <a:pt x="2953" y="11121"/>
                    <a:pt x="2945" y="11102"/>
                    <a:pt x="2938" y="11081"/>
                  </a:cubicBezTo>
                  <a:cubicBezTo>
                    <a:pt x="2932" y="11074"/>
                    <a:pt x="2929" y="11065"/>
                    <a:pt x="2929" y="11059"/>
                  </a:cubicBezTo>
                  <a:cubicBezTo>
                    <a:pt x="2925" y="11056"/>
                    <a:pt x="2922" y="11053"/>
                    <a:pt x="2922" y="11050"/>
                  </a:cubicBezTo>
                  <a:lnTo>
                    <a:pt x="2922" y="11047"/>
                  </a:lnTo>
                  <a:cubicBezTo>
                    <a:pt x="2916" y="11038"/>
                    <a:pt x="2912" y="11025"/>
                    <a:pt x="2910" y="11017"/>
                  </a:cubicBezTo>
                  <a:lnTo>
                    <a:pt x="2910" y="11013"/>
                  </a:lnTo>
                  <a:cubicBezTo>
                    <a:pt x="2904" y="11007"/>
                    <a:pt x="2904" y="11004"/>
                    <a:pt x="2901" y="10998"/>
                  </a:cubicBezTo>
                  <a:cubicBezTo>
                    <a:pt x="2899" y="10989"/>
                    <a:pt x="2894" y="10982"/>
                    <a:pt x="2891" y="10973"/>
                  </a:cubicBezTo>
                  <a:cubicBezTo>
                    <a:pt x="2889" y="10973"/>
                    <a:pt x="2889" y="10973"/>
                    <a:pt x="2889" y="10971"/>
                  </a:cubicBezTo>
                  <a:cubicBezTo>
                    <a:pt x="2886" y="10967"/>
                    <a:pt x="2886" y="10961"/>
                    <a:pt x="2886" y="10958"/>
                  </a:cubicBezTo>
                  <a:cubicBezTo>
                    <a:pt x="2884" y="10955"/>
                    <a:pt x="2884" y="10955"/>
                    <a:pt x="2884" y="10952"/>
                  </a:cubicBezTo>
                  <a:cubicBezTo>
                    <a:pt x="2878" y="10939"/>
                    <a:pt x="2871" y="10927"/>
                    <a:pt x="2869" y="10914"/>
                  </a:cubicBezTo>
                  <a:cubicBezTo>
                    <a:pt x="2866" y="10905"/>
                    <a:pt x="2862" y="10899"/>
                    <a:pt x="2859" y="10893"/>
                  </a:cubicBezTo>
                  <a:cubicBezTo>
                    <a:pt x="2853" y="10880"/>
                    <a:pt x="2850" y="10868"/>
                    <a:pt x="2844" y="10859"/>
                  </a:cubicBezTo>
                  <a:lnTo>
                    <a:pt x="2844" y="10857"/>
                  </a:lnTo>
                  <a:cubicBezTo>
                    <a:pt x="2819" y="10801"/>
                    <a:pt x="2797" y="10746"/>
                    <a:pt x="2780" y="10694"/>
                  </a:cubicBezTo>
                  <a:cubicBezTo>
                    <a:pt x="2776" y="10691"/>
                    <a:pt x="2773" y="10687"/>
                    <a:pt x="2773" y="10684"/>
                  </a:cubicBezTo>
                  <a:cubicBezTo>
                    <a:pt x="1389" y="7194"/>
                    <a:pt x="1304" y="3424"/>
                    <a:pt x="2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3"/>
            <p:cNvSpPr/>
            <p:nvPr/>
          </p:nvSpPr>
          <p:spPr>
            <a:xfrm>
              <a:off x="3238738" y="455425"/>
              <a:ext cx="80000" cy="291550"/>
            </a:xfrm>
            <a:custGeom>
              <a:rect b="b" l="l" r="r" t="t"/>
              <a:pathLst>
                <a:path extrusionOk="0" h="11662" w="3200">
                  <a:moveTo>
                    <a:pt x="0" y="1"/>
                  </a:moveTo>
                  <a:lnTo>
                    <a:pt x="0" y="1"/>
                  </a:lnTo>
                  <a:cubicBezTo>
                    <a:pt x="43" y="89"/>
                    <a:pt x="83" y="179"/>
                    <a:pt x="123" y="271"/>
                  </a:cubicBezTo>
                  <a:cubicBezTo>
                    <a:pt x="136" y="292"/>
                    <a:pt x="145" y="313"/>
                    <a:pt x="154" y="338"/>
                  </a:cubicBezTo>
                  <a:cubicBezTo>
                    <a:pt x="182" y="393"/>
                    <a:pt x="207" y="452"/>
                    <a:pt x="232" y="509"/>
                  </a:cubicBezTo>
                  <a:cubicBezTo>
                    <a:pt x="232" y="509"/>
                    <a:pt x="234" y="514"/>
                    <a:pt x="234" y="517"/>
                  </a:cubicBezTo>
                  <a:cubicBezTo>
                    <a:pt x="243" y="535"/>
                    <a:pt x="252" y="556"/>
                    <a:pt x="258" y="579"/>
                  </a:cubicBezTo>
                  <a:cubicBezTo>
                    <a:pt x="265" y="585"/>
                    <a:pt x="268" y="594"/>
                    <a:pt x="268" y="600"/>
                  </a:cubicBezTo>
                  <a:lnTo>
                    <a:pt x="270" y="602"/>
                  </a:lnTo>
                  <a:cubicBezTo>
                    <a:pt x="273" y="605"/>
                    <a:pt x="273" y="610"/>
                    <a:pt x="273" y="612"/>
                  </a:cubicBezTo>
                  <a:cubicBezTo>
                    <a:pt x="279" y="623"/>
                    <a:pt x="283" y="632"/>
                    <a:pt x="285" y="646"/>
                  </a:cubicBezTo>
                  <a:lnTo>
                    <a:pt x="288" y="646"/>
                  </a:lnTo>
                  <a:cubicBezTo>
                    <a:pt x="292" y="652"/>
                    <a:pt x="292" y="654"/>
                    <a:pt x="295" y="661"/>
                  </a:cubicBezTo>
                  <a:cubicBezTo>
                    <a:pt x="299" y="666"/>
                    <a:pt x="301" y="672"/>
                    <a:pt x="301" y="679"/>
                  </a:cubicBezTo>
                  <a:cubicBezTo>
                    <a:pt x="305" y="682"/>
                    <a:pt x="307" y="686"/>
                    <a:pt x="307" y="688"/>
                  </a:cubicBezTo>
                  <a:cubicBezTo>
                    <a:pt x="311" y="694"/>
                    <a:pt x="311" y="697"/>
                    <a:pt x="314" y="703"/>
                  </a:cubicBezTo>
                  <a:cubicBezTo>
                    <a:pt x="320" y="717"/>
                    <a:pt x="327" y="730"/>
                    <a:pt x="330" y="744"/>
                  </a:cubicBezTo>
                  <a:cubicBezTo>
                    <a:pt x="332" y="750"/>
                    <a:pt x="336" y="759"/>
                    <a:pt x="338" y="765"/>
                  </a:cubicBezTo>
                  <a:cubicBezTo>
                    <a:pt x="345" y="777"/>
                    <a:pt x="347" y="790"/>
                    <a:pt x="353" y="798"/>
                  </a:cubicBezTo>
                  <a:lnTo>
                    <a:pt x="353" y="801"/>
                  </a:lnTo>
                  <a:cubicBezTo>
                    <a:pt x="378" y="857"/>
                    <a:pt x="400" y="912"/>
                    <a:pt x="418" y="963"/>
                  </a:cubicBezTo>
                  <a:cubicBezTo>
                    <a:pt x="421" y="971"/>
                    <a:pt x="425" y="973"/>
                    <a:pt x="428" y="979"/>
                  </a:cubicBezTo>
                  <a:cubicBezTo>
                    <a:pt x="1810" y="4471"/>
                    <a:pt x="1894" y="8237"/>
                    <a:pt x="836" y="11661"/>
                  </a:cubicBezTo>
                  <a:cubicBezTo>
                    <a:pt x="1478" y="11632"/>
                    <a:pt x="2106" y="11553"/>
                    <a:pt x="2715" y="11421"/>
                  </a:cubicBezTo>
                  <a:cubicBezTo>
                    <a:pt x="3200" y="7979"/>
                    <a:pt x="2582" y="4352"/>
                    <a:pt x="709" y="1107"/>
                  </a:cubicBezTo>
                  <a:cubicBezTo>
                    <a:pt x="682" y="1058"/>
                    <a:pt x="655" y="1012"/>
                    <a:pt x="624" y="962"/>
                  </a:cubicBezTo>
                  <a:cubicBezTo>
                    <a:pt x="610" y="939"/>
                    <a:pt x="596" y="916"/>
                    <a:pt x="584" y="892"/>
                  </a:cubicBezTo>
                  <a:cubicBezTo>
                    <a:pt x="550" y="837"/>
                    <a:pt x="516" y="781"/>
                    <a:pt x="479" y="725"/>
                  </a:cubicBezTo>
                  <a:cubicBezTo>
                    <a:pt x="475" y="720"/>
                    <a:pt x="472" y="714"/>
                    <a:pt x="466" y="708"/>
                  </a:cubicBezTo>
                  <a:cubicBezTo>
                    <a:pt x="466" y="701"/>
                    <a:pt x="462" y="697"/>
                    <a:pt x="460" y="694"/>
                  </a:cubicBezTo>
                  <a:cubicBezTo>
                    <a:pt x="460" y="691"/>
                    <a:pt x="460" y="688"/>
                    <a:pt x="457" y="688"/>
                  </a:cubicBezTo>
                  <a:cubicBezTo>
                    <a:pt x="457" y="686"/>
                    <a:pt x="454" y="682"/>
                    <a:pt x="450" y="679"/>
                  </a:cubicBezTo>
                  <a:cubicBezTo>
                    <a:pt x="448" y="670"/>
                    <a:pt x="441" y="661"/>
                    <a:pt x="435" y="655"/>
                  </a:cubicBezTo>
                  <a:cubicBezTo>
                    <a:pt x="431" y="650"/>
                    <a:pt x="429" y="643"/>
                    <a:pt x="423" y="636"/>
                  </a:cubicBezTo>
                  <a:cubicBezTo>
                    <a:pt x="423" y="630"/>
                    <a:pt x="418" y="626"/>
                    <a:pt x="415" y="624"/>
                  </a:cubicBezTo>
                  <a:cubicBezTo>
                    <a:pt x="412" y="621"/>
                    <a:pt x="412" y="617"/>
                    <a:pt x="409" y="615"/>
                  </a:cubicBezTo>
                  <a:cubicBezTo>
                    <a:pt x="405" y="610"/>
                    <a:pt x="399" y="602"/>
                    <a:pt x="397" y="596"/>
                  </a:cubicBezTo>
                  <a:cubicBezTo>
                    <a:pt x="394" y="596"/>
                    <a:pt x="394" y="594"/>
                    <a:pt x="394" y="594"/>
                  </a:cubicBezTo>
                  <a:cubicBezTo>
                    <a:pt x="394" y="591"/>
                    <a:pt x="390" y="587"/>
                    <a:pt x="387" y="585"/>
                  </a:cubicBezTo>
                  <a:cubicBezTo>
                    <a:pt x="383" y="575"/>
                    <a:pt x="381" y="569"/>
                    <a:pt x="374" y="563"/>
                  </a:cubicBezTo>
                  <a:cubicBezTo>
                    <a:pt x="369" y="554"/>
                    <a:pt x="363" y="545"/>
                    <a:pt x="357" y="535"/>
                  </a:cubicBezTo>
                  <a:cubicBezTo>
                    <a:pt x="353" y="529"/>
                    <a:pt x="350" y="523"/>
                    <a:pt x="347" y="520"/>
                  </a:cubicBezTo>
                  <a:cubicBezTo>
                    <a:pt x="347" y="518"/>
                    <a:pt x="343" y="514"/>
                    <a:pt x="341" y="511"/>
                  </a:cubicBezTo>
                  <a:cubicBezTo>
                    <a:pt x="332" y="493"/>
                    <a:pt x="322" y="477"/>
                    <a:pt x="307" y="462"/>
                  </a:cubicBezTo>
                  <a:cubicBezTo>
                    <a:pt x="311" y="458"/>
                    <a:pt x="307" y="458"/>
                    <a:pt x="305" y="456"/>
                  </a:cubicBezTo>
                  <a:cubicBezTo>
                    <a:pt x="207" y="302"/>
                    <a:pt x="105" y="15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3"/>
            <p:cNvSpPr/>
            <p:nvPr/>
          </p:nvSpPr>
          <p:spPr>
            <a:xfrm>
              <a:off x="3014913" y="455025"/>
              <a:ext cx="242150" cy="201650"/>
            </a:xfrm>
            <a:custGeom>
              <a:rect b="b" l="l" r="r" t="t"/>
              <a:pathLst>
                <a:path extrusionOk="0" h="8066" w="9686">
                  <a:moveTo>
                    <a:pt x="9685" y="0"/>
                  </a:moveTo>
                  <a:lnTo>
                    <a:pt x="9685" y="0"/>
                  </a:lnTo>
                  <a:cubicBezTo>
                    <a:pt x="9626" y="86"/>
                    <a:pt x="9568" y="168"/>
                    <a:pt x="9503" y="253"/>
                  </a:cubicBezTo>
                  <a:cubicBezTo>
                    <a:pt x="9492" y="271"/>
                    <a:pt x="9478" y="290"/>
                    <a:pt x="9465" y="308"/>
                  </a:cubicBezTo>
                  <a:cubicBezTo>
                    <a:pt x="9429" y="361"/>
                    <a:pt x="9389" y="414"/>
                    <a:pt x="9352" y="466"/>
                  </a:cubicBezTo>
                  <a:cubicBezTo>
                    <a:pt x="9338" y="481"/>
                    <a:pt x="9327" y="499"/>
                    <a:pt x="9315" y="514"/>
                  </a:cubicBezTo>
                  <a:cubicBezTo>
                    <a:pt x="9307" y="523"/>
                    <a:pt x="9301" y="530"/>
                    <a:pt x="9299" y="537"/>
                  </a:cubicBezTo>
                  <a:cubicBezTo>
                    <a:pt x="9295" y="540"/>
                    <a:pt x="9295" y="543"/>
                    <a:pt x="9292" y="543"/>
                  </a:cubicBezTo>
                  <a:cubicBezTo>
                    <a:pt x="9292" y="547"/>
                    <a:pt x="9286" y="549"/>
                    <a:pt x="9286" y="549"/>
                  </a:cubicBezTo>
                  <a:cubicBezTo>
                    <a:pt x="9284" y="558"/>
                    <a:pt x="9277" y="565"/>
                    <a:pt x="9270" y="571"/>
                  </a:cubicBezTo>
                  <a:lnTo>
                    <a:pt x="9268" y="571"/>
                  </a:lnTo>
                  <a:lnTo>
                    <a:pt x="9268" y="574"/>
                  </a:lnTo>
                  <a:cubicBezTo>
                    <a:pt x="9264" y="580"/>
                    <a:pt x="9261" y="586"/>
                    <a:pt x="9255" y="589"/>
                  </a:cubicBezTo>
                  <a:cubicBezTo>
                    <a:pt x="9255" y="596"/>
                    <a:pt x="9253" y="600"/>
                    <a:pt x="9246" y="602"/>
                  </a:cubicBezTo>
                  <a:cubicBezTo>
                    <a:pt x="9246" y="609"/>
                    <a:pt x="9243" y="612"/>
                    <a:pt x="9237" y="615"/>
                  </a:cubicBezTo>
                  <a:cubicBezTo>
                    <a:pt x="9237" y="621"/>
                    <a:pt x="9234" y="626"/>
                    <a:pt x="9228" y="628"/>
                  </a:cubicBezTo>
                  <a:cubicBezTo>
                    <a:pt x="9228" y="631"/>
                    <a:pt x="9226" y="631"/>
                    <a:pt x="9226" y="631"/>
                  </a:cubicBezTo>
                  <a:cubicBezTo>
                    <a:pt x="9219" y="640"/>
                    <a:pt x="9213" y="648"/>
                    <a:pt x="9203" y="658"/>
                  </a:cubicBezTo>
                  <a:cubicBezTo>
                    <a:pt x="9201" y="667"/>
                    <a:pt x="9195" y="676"/>
                    <a:pt x="9188" y="682"/>
                  </a:cubicBezTo>
                  <a:cubicBezTo>
                    <a:pt x="9179" y="692"/>
                    <a:pt x="9172" y="700"/>
                    <a:pt x="9164" y="709"/>
                  </a:cubicBezTo>
                  <a:cubicBezTo>
                    <a:pt x="9167" y="712"/>
                    <a:pt x="9161" y="712"/>
                    <a:pt x="9161" y="712"/>
                  </a:cubicBezTo>
                  <a:cubicBezTo>
                    <a:pt x="9130" y="759"/>
                    <a:pt x="9093" y="805"/>
                    <a:pt x="9059" y="847"/>
                  </a:cubicBezTo>
                  <a:cubicBezTo>
                    <a:pt x="9056" y="854"/>
                    <a:pt x="9048" y="857"/>
                    <a:pt x="9046" y="863"/>
                  </a:cubicBezTo>
                  <a:cubicBezTo>
                    <a:pt x="6716" y="3806"/>
                    <a:pt x="3495" y="5759"/>
                    <a:pt x="1" y="6558"/>
                  </a:cubicBezTo>
                  <a:cubicBezTo>
                    <a:pt x="338" y="7093"/>
                    <a:pt x="725" y="7598"/>
                    <a:pt x="1151" y="8065"/>
                  </a:cubicBezTo>
                  <a:cubicBezTo>
                    <a:pt x="4374" y="6762"/>
                    <a:pt x="7205" y="4413"/>
                    <a:pt x="9077" y="1167"/>
                  </a:cubicBezTo>
                  <a:cubicBezTo>
                    <a:pt x="9104" y="1121"/>
                    <a:pt x="9130" y="1075"/>
                    <a:pt x="9157" y="1029"/>
                  </a:cubicBezTo>
                  <a:cubicBezTo>
                    <a:pt x="9170" y="1003"/>
                    <a:pt x="9185" y="978"/>
                    <a:pt x="9197" y="952"/>
                  </a:cubicBezTo>
                  <a:cubicBezTo>
                    <a:pt x="9231" y="896"/>
                    <a:pt x="9262" y="841"/>
                    <a:pt x="9289" y="782"/>
                  </a:cubicBezTo>
                  <a:cubicBezTo>
                    <a:pt x="9293" y="777"/>
                    <a:pt x="9295" y="771"/>
                    <a:pt x="9301" y="765"/>
                  </a:cubicBezTo>
                  <a:cubicBezTo>
                    <a:pt x="9301" y="762"/>
                    <a:pt x="9305" y="756"/>
                    <a:pt x="9308" y="749"/>
                  </a:cubicBezTo>
                  <a:cubicBezTo>
                    <a:pt x="9312" y="749"/>
                    <a:pt x="9312" y="745"/>
                    <a:pt x="9315" y="743"/>
                  </a:cubicBezTo>
                  <a:cubicBezTo>
                    <a:pt x="9315" y="740"/>
                    <a:pt x="9319" y="734"/>
                    <a:pt x="9321" y="728"/>
                  </a:cubicBezTo>
                  <a:cubicBezTo>
                    <a:pt x="9325" y="720"/>
                    <a:pt x="9327" y="714"/>
                    <a:pt x="9334" y="705"/>
                  </a:cubicBezTo>
                  <a:cubicBezTo>
                    <a:pt x="9336" y="699"/>
                    <a:pt x="9340" y="693"/>
                    <a:pt x="9343" y="683"/>
                  </a:cubicBezTo>
                  <a:cubicBezTo>
                    <a:pt x="9347" y="681"/>
                    <a:pt x="9347" y="677"/>
                    <a:pt x="9350" y="674"/>
                  </a:cubicBezTo>
                  <a:cubicBezTo>
                    <a:pt x="9353" y="671"/>
                    <a:pt x="9353" y="668"/>
                    <a:pt x="9356" y="662"/>
                  </a:cubicBezTo>
                  <a:cubicBezTo>
                    <a:pt x="9360" y="659"/>
                    <a:pt x="9360" y="655"/>
                    <a:pt x="9362" y="652"/>
                  </a:cubicBezTo>
                  <a:cubicBezTo>
                    <a:pt x="9362" y="648"/>
                    <a:pt x="9366" y="642"/>
                    <a:pt x="9368" y="640"/>
                  </a:cubicBezTo>
                  <a:cubicBezTo>
                    <a:pt x="9368" y="636"/>
                    <a:pt x="9372" y="630"/>
                    <a:pt x="9376" y="627"/>
                  </a:cubicBezTo>
                  <a:cubicBezTo>
                    <a:pt x="9379" y="620"/>
                    <a:pt x="9382" y="611"/>
                    <a:pt x="9388" y="605"/>
                  </a:cubicBezTo>
                  <a:cubicBezTo>
                    <a:pt x="9392" y="596"/>
                    <a:pt x="9398" y="586"/>
                    <a:pt x="9401" y="578"/>
                  </a:cubicBezTo>
                  <a:cubicBezTo>
                    <a:pt x="9403" y="573"/>
                    <a:pt x="9408" y="566"/>
                    <a:pt x="9410" y="559"/>
                  </a:cubicBezTo>
                  <a:cubicBezTo>
                    <a:pt x="9413" y="555"/>
                    <a:pt x="9413" y="555"/>
                    <a:pt x="9413" y="553"/>
                  </a:cubicBezTo>
                  <a:cubicBezTo>
                    <a:pt x="9422" y="538"/>
                    <a:pt x="9428" y="522"/>
                    <a:pt x="9437" y="507"/>
                  </a:cubicBezTo>
                  <a:cubicBezTo>
                    <a:pt x="9437" y="504"/>
                    <a:pt x="9440" y="501"/>
                    <a:pt x="9440" y="498"/>
                  </a:cubicBezTo>
                  <a:cubicBezTo>
                    <a:pt x="9443" y="498"/>
                    <a:pt x="9443" y="495"/>
                    <a:pt x="9443" y="495"/>
                  </a:cubicBezTo>
                  <a:cubicBezTo>
                    <a:pt x="9525" y="331"/>
                    <a:pt x="9605" y="166"/>
                    <a:pt x="96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3"/>
            <p:cNvSpPr/>
            <p:nvPr/>
          </p:nvSpPr>
          <p:spPr>
            <a:xfrm>
              <a:off x="3239313" y="285400"/>
              <a:ext cx="242025" cy="201625"/>
            </a:xfrm>
            <a:custGeom>
              <a:rect b="b" l="l" r="r" t="t"/>
              <a:pathLst>
                <a:path extrusionOk="0" h="8065" w="9681">
                  <a:moveTo>
                    <a:pt x="8535" y="1"/>
                  </a:moveTo>
                  <a:cubicBezTo>
                    <a:pt x="5311" y="1303"/>
                    <a:pt x="2480" y="3653"/>
                    <a:pt x="608" y="6899"/>
                  </a:cubicBezTo>
                  <a:cubicBezTo>
                    <a:pt x="579" y="6945"/>
                    <a:pt x="555" y="6989"/>
                    <a:pt x="528" y="7036"/>
                  </a:cubicBezTo>
                  <a:cubicBezTo>
                    <a:pt x="515" y="7061"/>
                    <a:pt x="501" y="7090"/>
                    <a:pt x="488" y="7113"/>
                  </a:cubicBezTo>
                  <a:cubicBezTo>
                    <a:pt x="454" y="7172"/>
                    <a:pt x="423" y="7227"/>
                    <a:pt x="392" y="7286"/>
                  </a:cubicBezTo>
                  <a:cubicBezTo>
                    <a:pt x="388" y="7292"/>
                    <a:pt x="382" y="7301"/>
                    <a:pt x="380" y="7307"/>
                  </a:cubicBezTo>
                  <a:cubicBezTo>
                    <a:pt x="376" y="7311"/>
                    <a:pt x="376" y="7318"/>
                    <a:pt x="373" y="7320"/>
                  </a:cubicBezTo>
                  <a:cubicBezTo>
                    <a:pt x="373" y="7320"/>
                    <a:pt x="373" y="7323"/>
                    <a:pt x="371" y="7323"/>
                  </a:cubicBezTo>
                  <a:cubicBezTo>
                    <a:pt x="371" y="7329"/>
                    <a:pt x="367" y="7332"/>
                    <a:pt x="364" y="7338"/>
                  </a:cubicBezTo>
                  <a:cubicBezTo>
                    <a:pt x="357" y="7348"/>
                    <a:pt x="354" y="7354"/>
                    <a:pt x="351" y="7363"/>
                  </a:cubicBezTo>
                  <a:cubicBezTo>
                    <a:pt x="345" y="7368"/>
                    <a:pt x="342" y="7374"/>
                    <a:pt x="342" y="7381"/>
                  </a:cubicBezTo>
                  <a:cubicBezTo>
                    <a:pt x="340" y="7387"/>
                    <a:pt x="336" y="7391"/>
                    <a:pt x="334" y="7394"/>
                  </a:cubicBezTo>
                  <a:cubicBezTo>
                    <a:pt x="329" y="7400"/>
                    <a:pt x="329" y="7404"/>
                    <a:pt x="327" y="7406"/>
                  </a:cubicBezTo>
                  <a:cubicBezTo>
                    <a:pt x="323" y="7413"/>
                    <a:pt x="323" y="7417"/>
                    <a:pt x="320" y="7420"/>
                  </a:cubicBezTo>
                  <a:cubicBezTo>
                    <a:pt x="318" y="7422"/>
                    <a:pt x="318" y="7426"/>
                    <a:pt x="318" y="7428"/>
                  </a:cubicBezTo>
                  <a:cubicBezTo>
                    <a:pt x="314" y="7431"/>
                    <a:pt x="312" y="7435"/>
                    <a:pt x="312" y="7437"/>
                  </a:cubicBezTo>
                  <a:cubicBezTo>
                    <a:pt x="305" y="7447"/>
                    <a:pt x="302" y="7456"/>
                    <a:pt x="298" y="7462"/>
                  </a:cubicBezTo>
                  <a:cubicBezTo>
                    <a:pt x="292" y="7471"/>
                    <a:pt x="288" y="7480"/>
                    <a:pt x="286" y="7487"/>
                  </a:cubicBezTo>
                  <a:lnTo>
                    <a:pt x="283" y="7489"/>
                  </a:lnTo>
                  <a:cubicBezTo>
                    <a:pt x="279" y="7495"/>
                    <a:pt x="277" y="7502"/>
                    <a:pt x="277" y="7504"/>
                  </a:cubicBezTo>
                  <a:cubicBezTo>
                    <a:pt x="274" y="7511"/>
                    <a:pt x="271" y="7515"/>
                    <a:pt x="267" y="7518"/>
                  </a:cubicBezTo>
                  <a:cubicBezTo>
                    <a:pt x="262" y="7533"/>
                    <a:pt x="256" y="7545"/>
                    <a:pt x="250" y="7557"/>
                  </a:cubicBezTo>
                  <a:cubicBezTo>
                    <a:pt x="246" y="7564"/>
                    <a:pt x="243" y="7570"/>
                    <a:pt x="243" y="7573"/>
                  </a:cubicBezTo>
                  <a:cubicBezTo>
                    <a:pt x="158" y="7736"/>
                    <a:pt x="78" y="7898"/>
                    <a:pt x="0" y="8065"/>
                  </a:cubicBezTo>
                  <a:cubicBezTo>
                    <a:pt x="60" y="7979"/>
                    <a:pt x="118" y="7896"/>
                    <a:pt x="183" y="7813"/>
                  </a:cubicBezTo>
                  <a:cubicBezTo>
                    <a:pt x="191" y="7792"/>
                    <a:pt x="207" y="7773"/>
                    <a:pt x="222" y="7755"/>
                  </a:cubicBezTo>
                  <a:cubicBezTo>
                    <a:pt x="256" y="7706"/>
                    <a:pt x="292" y="7657"/>
                    <a:pt x="329" y="7608"/>
                  </a:cubicBezTo>
                  <a:lnTo>
                    <a:pt x="329" y="7606"/>
                  </a:lnTo>
                  <a:cubicBezTo>
                    <a:pt x="345" y="7586"/>
                    <a:pt x="356" y="7570"/>
                    <a:pt x="370" y="7552"/>
                  </a:cubicBezTo>
                  <a:cubicBezTo>
                    <a:pt x="372" y="7546"/>
                    <a:pt x="379" y="7544"/>
                    <a:pt x="385" y="7536"/>
                  </a:cubicBezTo>
                  <a:cubicBezTo>
                    <a:pt x="385" y="7534"/>
                    <a:pt x="385" y="7530"/>
                    <a:pt x="387" y="7528"/>
                  </a:cubicBezTo>
                  <a:lnTo>
                    <a:pt x="396" y="7519"/>
                  </a:lnTo>
                  <a:cubicBezTo>
                    <a:pt x="401" y="7514"/>
                    <a:pt x="407" y="7508"/>
                    <a:pt x="410" y="7500"/>
                  </a:cubicBezTo>
                  <a:cubicBezTo>
                    <a:pt x="413" y="7497"/>
                    <a:pt x="413" y="7494"/>
                    <a:pt x="416" y="7494"/>
                  </a:cubicBezTo>
                  <a:cubicBezTo>
                    <a:pt x="418" y="7488"/>
                    <a:pt x="422" y="7484"/>
                    <a:pt x="425" y="7482"/>
                  </a:cubicBezTo>
                  <a:cubicBezTo>
                    <a:pt x="428" y="7475"/>
                    <a:pt x="432" y="7468"/>
                    <a:pt x="438" y="7466"/>
                  </a:cubicBezTo>
                  <a:cubicBezTo>
                    <a:pt x="438" y="7463"/>
                    <a:pt x="442" y="7459"/>
                    <a:pt x="444" y="7457"/>
                  </a:cubicBezTo>
                  <a:cubicBezTo>
                    <a:pt x="448" y="7451"/>
                    <a:pt x="451" y="7447"/>
                    <a:pt x="457" y="7444"/>
                  </a:cubicBezTo>
                  <a:lnTo>
                    <a:pt x="457" y="7441"/>
                  </a:lnTo>
                  <a:cubicBezTo>
                    <a:pt x="464" y="7428"/>
                    <a:pt x="473" y="7420"/>
                    <a:pt x="482" y="7411"/>
                  </a:cubicBezTo>
                  <a:cubicBezTo>
                    <a:pt x="484" y="7401"/>
                    <a:pt x="490" y="7395"/>
                    <a:pt x="498" y="7389"/>
                  </a:cubicBezTo>
                  <a:cubicBezTo>
                    <a:pt x="504" y="7375"/>
                    <a:pt x="513" y="7366"/>
                    <a:pt x="519" y="7358"/>
                  </a:cubicBezTo>
                  <a:lnTo>
                    <a:pt x="521" y="7358"/>
                  </a:lnTo>
                  <a:cubicBezTo>
                    <a:pt x="552" y="7315"/>
                    <a:pt x="586" y="7271"/>
                    <a:pt x="619" y="7229"/>
                  </a:cubicBezTo>
                  <a:cubicBezTo>
                    <a:pt x="625" y="7222"/>
                    <a:pt x="629" y="7213"/>
                    <a:pt x="638" y="7206"/>
                  </a:cubicBezTo>
                  <a:cubicBezTo>
                    <a:pt x="2967" y="4262"/>
                    <a:pt x="6189" y="2306"/>
                    <a:pt x="9680" y="1508"/>
                  </a:cubicBezTo>
                  <a:cubicBezTo>
                    <a:pt x="9343" y="972"/>
                    <a:pt x="8958" y="469"/>
                    <a:pt x="85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3"/>
            <p:cNvSpPr/>
            <p:nvPr/>
          </p:nvSpPr>
          <p:spPr>
            <a:xfrm>
              <a:off x="3062638" y="237825"/>
              <a:ext cx="201600" cy="242025"/>
            </a:xfrm>
            <a:custGeom>
              <a:rect b="b" l="l" r="r" t="t"/>
              <a:pathLst>
                <a:path extrusionOk="0" h="9681" w="8064">
                  <a:moveTo>
                    <a:pt x="1507" y="1"/>
                  </a:moveTo>
                  <a:cubicBezTo>
                    <a:pt x="971" y="339"/>
                    <a:pt x="467" y="723"/>
                    <a:pt x="0" y="1147"/>
                  </a:cubicBezTo>
                  <a:cubicBezTo>
                    <a:pt x="1302" y="4372"/>
                    <a:pt x="3650" y="7203"/>
                    <a:pt x="6895" y="9072"/>
                  </a:cubicBezTo>
                  <a:cubicBezTo>
                    <a:pt x="6941" y="9100"/>
                    <a:pt x="6987" y="9125"/>
                    <a:pt x="7033" y="9152"/>
                  </a:cubicBezTo>
                  <a:cubicBezTo>
                    <a:pt x="7059" y="9165"/>
                    <a:pt x="7083" y="9179"/>
                    <a:pt x="7111" y="9192"/>
                  </a:cubicBezTo>
                  <a:cubicBezTo>
                    <a:pt x="7164" y="9226"/>
                    <a:pt x="7224" y="9257"/>
                    <a:pt x="7282" y="9288"/>
                  </a:cubicBezTo>
                  <a:cubicBezTo>
                    <a:pt x="7288" y="9291"/>
                    <a:pt x="7294" y="9298"/>
                    <a:pt x="7304" y="9300"/>
                  </a:cubicBezTo>
                  <a:cubicBezTo>
                    <a:pt x="7307" y="9300"/>
                    <a:pt x="7310" y="9303"/>
                    <a:pt x="7313" y="9303"/>
                  </a:cubicBezTo>
                  <a:cubicBezTo>
                    <a:pt x="7313" y="9306"/>
                    <a:pt x="7317" y="9306"/>
                    <a:pt x="7319" y="9309"/>
                  </a:cubicBezTo>
                  <a:cubicBezTo>
                    <a:pt x="7322" y="9309"/>
                    <a:pt x="7328" y="9314"/>
                    <a:pt x="7334" y="9316"/>
                  </a:cubicBezTo>
                  <a:cubicBezTo>
                    <a:pt x="7341" y="9320"/>
                    <a:pt x="7348" y="9326"/>
                    <a:pt x="7356" y="9329"/>
                  </a:cubicBezTo>
                  <a:cubicBezTo>
                    <a:pt x="7363" y="9331"/>
                    <a:pt x="7370" y="9335"/>
                    <a:pt x="7379" y="9337"/>
                  </a:cubicBezTo>
                  <a:cubicBezTo>
                    <a:pt x="7381" y="9341"/>
                    <a:pt x="7385" y="9344"/>
                    <a:pt x="7387" y="9344"/>
                  </a:cubicBezTo>
                  <a:cubicBezTo>
                    <a:pt x="7390" y="9348"/>
                    <a:pt x="7394" y="9348"/>
                    <a:pt x="7396" y="9351"/>
                  </a:cubicBezTo>
                  <a:cubicBezTo>
                    <a:pt x="7402" y="9353"/>
                    <a:pt x="7408" y="9357"/>
                    <a:pt x="7415" y="9360"/>
                  </a:cubicBezTo>
                  <a:cubicBezTo>
                    <a:pt x="7418" y="9360"/>
                    <a:pt x="7418" y="9362"/>
                    <a:pt x="7421" y="9362"/>
                  </a:cubicBezTo>
                  <a:cubicBezTo>
                    <a:pt x="7425" y="9366"/>
                    <a:pt x="7431" y="9366"/>
                    <a:pt x="7434" y="9368"/>
                  </a:cubicBezTo>
                  <a:cubicBezTo>
                    <a:pt x="7441" y="9372"/>
                    <a:pt x="7449" y="9379"/>
                    <a:pt x="7456" y="9382"/>
                  </a:cubicBezTo>
                  <a:cubicBezTo>
                    <a:pt x="7465" y="9386"/>
                    <a:pt x="7474" y="9392"/>
                    <a:pt x="7483" y="9394"/>
                  </a:cubicBezTo>
                  <a:lnTo>
                    <a:pt x="7485" y="9397"/>
                  </a:lnTo>
                  <a:cubicBezTo>
                    <a:pt x="7492" y="9401"/>
                    <a:pt x="7494" y="9403"/>
                    <a:pt x="7501" y="9403"/>
                  </a:cubicBezTo>
                  <a:lnTo>
                    <a:pt x="7508" y="9410"/>
                  </a:lnTo>
                  <a:cubicBezTo>
                    <a:pt x="7523" y="9417"/>
                    <a:pt x="7539" y="9425"/>
                    <a:pt x="7554" y="9432"/>
                  </a:cubicBezTo>
                  <a:cubicBezTo>
                    <a:pt x="7556" y="9434"/>
                    <a:pt x="7560" y="9434"/>
                    <a:pt x="7563" y="9434"/>
                  </a:cubicBezTo>
                  <a:lnTo>
                    <a:pt x="7563" y="9437"/>
                  </a:lnTo>
                  <a:cubicBezTo>
                    <a:pt x="7730" y="9521"/>
                    <a:pt x="7896" y="9604"/>
                    <a:pt x="8063" y="9681"/>
                  </a:cubicBezTo>
                  <a:cubicBezTo>
                    <a:pt x="7978" y="9622"/>
                    <a:pt x="7894" y="9563"/>
                    <a:pt x="7811" y="9499"/>
                  </a:cubicBezTo>
                  <a:cubicBezTo>
                    <a:pt x="7794" y="9489"/>
                    <a:pt x="7774" y="9475"/>
                    <a:pt x="7757" y="9462"/>
                  </a:cubicBezTo>
                  <a:cubicBezTo>
                    <a:pt x="7704" y="9424"/>
                    <a:pt x="7654" y="9388"/>
                    <a:pt x="7605" y="9351"/>
                  </a:cubicBezTo>
                  <a:lnTo>
                    <a:pt x="7603" y="9349"/>
                  </a:lnTo>
                  <a:cubicBezTo>
                    <a:pt x="7583" y="9335"/>
                    <a:pt x="7566" y="9324"/>
                    <a:pt x="7550" y="9310"/>
                  </a:cubicBezTo>
                  <a:cubicBezTo>
                    <a:pt x="7545" y="9304"/>
                    <a:pt x="7538" y="9302"/>
                    <a:pt x="7532" y="9295"/>
                  </a:cubicBezTo>
                  <a:cubicBezTo>
                    <a:pt x="7527" y="9295"/>
                    <a:pt x="7525" y="9293"/>
                    <a:pt x="7525" y="9293"/>
                  </a:cubicBezTo>
                  <a:lnTo>
                    <a:pt x="7516" y="9284"/>
                  </a:lnTo>
                  <a:cubicBezTo>
                    <a:pt x="7508" y="9282"/>
                    <a:pt x="7501" y="9274"/>
                    <a:pt x="7494" y="9268"/>
                  </a:cubicBezTo>
                  <a:cubicBezTo>
                    <a:pt x="7492" y="9268"/>
                    <a:pt x="7492" y="9268"/>
                    <a:pt x="7492" y="9266"/>
                  </a:cubicBezTo>
                  <a:cubicBezTo>
                    <a:pt x="7485" y="9263"/>
                    <a:pt x="7482" y="9259"/>
                    <a:pt x="7479" y="9257"/>
                  </a:cubicBezTo>
                  <a:cubicBezTo>
                    <a:pt x="7473" y="9253"/>
                    <a:pt x="7467" y="9251"/>
                    <a:pt x="7463" y="9243"/>
                  </a:cubicBezTo>
                  <a:cubicBezTo>
                    <a:pt x="7457" y="9243"/>
                    <a:pt x="7453" y="9241"/>
                    <a:pt x="7451" y="9235"/>
                  </a:cubicBezTo>
                  <a:cubicBezTo>
                    <a:pt x="7444" y="9235"/>
                    <a:pt x="7441" y="9232"/>
                    <a:pt x="7438" y="9226"/>
                  </a:cubicBezTo>
                  <a:lnTo>
                    <a:pt x="7436" y="9226"/>
                  </a:lnTo>
                  <a:cubicBezTo>
                    <a:pt x="7426" y="9217"/>
                    <a:pt x="7417" y="9210"/>
                    <a:pt x="7408" y="9201"/>
                  </a:cubicBezTo>
                  <a:cubicBezTo>
                    <a:pt x="7399" y="9199"/>
                    <a:pt x="7390" y="9192"/>
                    <a:pt x="7384" y="9186"/>
                  </a:cubicBezTo>
                  <a:cubicBezTo>
                    <a:pt x="7375" y="9176"/>
                    <a:pt x="7365" y="9170"/>
                    <a:pt x="7356" y="9161"/>
                  </a:cubicBezTo>
                  <a:cubicBezTo>
                    <a:pt x="7353" y="9161"/>
                    <a:pt x="7350" y="9161"/>
                    <a:pt x="7350" y="9159"/>
                  </a:cubicBezTo>
                  <a:cubicBezTo>
                    <a:pt x="7304" y="9125"/>
                    <a:pt x="7257" y="9092"/>
                    <a:pt x="7215" y="9054"/>
                  </a:cubicBezTo>
                  <a:cubicBezTo>
                    <a:pt x="7209" y="9050"/>
                    <a:pt x="7205" y="9044"/>
                    <a:pt x="7199" y="9041"/>
                  </a:cubicBezTo>
                  <a:cubicBezTo>
                    <a:pt x="4258" y="6712"/>
                    <a:pt x="2307" y="3493"/>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3"/>
            <p:cNvSpPr/>
            <p:nvPr/>
          </p:nvSpPr>
          <p:spPr>
            <a:xfrm>
              <a:off x="3232213" y="462000"/>
              <a:ext cx="201575" cy="242225"/>
            </a:xfrm>
            <a:custGeom>
              <a:rect b="b" l="l" r="r" t="t"/>
              <a:pathLst>
                <a:path extrusionOk="0" h="9689" w="8063">
                  <a:moveTo>
                    <a:pt x="0" y="1"/>
                  </a:moveTo>
                  <a:lnTo>
                    <a:pt x="0" y="1"/>
                  </a:lnTo>
                  <a:cubicBezTo>
                    <a:pt x="86" y="60"/>
                    <a:pt x="170" y="117"/>
                    <a:pt x="252" y="182"/>
                  </a:cubicBezTo>
                  <a:cubicBezTo>
                    <a:pt x="273" y="192"/>
                    <a:pt x="292" y="207"/>
                    <a:pt x="310" y="223"/>
                  </a:cubicBezTo>
                  <a:cubicBezTo>
                    <a:pt x="364" y="256"/>
                    <a:pt x="412" y="293"/>
                    <a:pt x="462" y="333"/>
                  </a:cubicBezTo>
                  <a:lnTo>
                    <a:pt x="464" y="333"/>
                  </a:lnTo>
                  <a:cubicBezTo>
                    <a:pt x="479" y="347"/>
                    <a:pt x="498" y="358"/>
                    <a:pt x="513" y="370"/>
                  </a:cubicBezTo>
                  <a:cubicBezTo>
                    <a:pt x="518" y="377"/>
                    <a:pt x="525" y="380"/>
                    <a:pt x="531" y="386"/>
                  </a:cubicBezTo>
                  <a:cubicBezTo>
                    <a:pt x="534" y="386"/>
                    <a:pt x="537" y="390"/>
                    <a:pt x="540" y="393"/>
                  </a:cubicBezTo>
                  <a:cubicBezTo>
                    <a:pt x="544" y="393"/>
                    <a:pt x="546" y="399"/>
                    <a:pt x="546" y="399"/>
                  </a:cubicBezTo>
                  <a:cubicBezTo>
                    <a:pt x="553" y="403"/>
                    <a:pt x="560" y="405"/>
                    <a:pt x="562" y="412"/>
                  </a:cubicBezTo>
                  <a:cubicBezTo>
                    <a:pt x="565" y="412"/>
                    <a:pt x="568" y="416"/>
                    <a:pt x="571" y="419"/>
                  </a:cubicBezTo>
                  <a:cubicBezTo>
                    <a:pt x="577" y="421"/>
                    <a:pt x="583" y="425"/>
                    <a:pt x="587" y="427"/>
                  </a:cubicBezTo>
                  <a:cubicBezTo>
                    <a:pt x="593" y="431"/>
                    <a:pt x="597" y="434"/>
                    <a:pt x="599" y="440"/>
                  </a:cubicBezTo>
                  <a:cubicBezTo>
                    <a:pt x="602" y="440"/>
                    <a:pt x="606" y="445"/>
                    <a:pt x="608" y="447"/>
                  </a:cubicBezTo>
                  <a:cubicBezTo>
                    <a:pt x="614" y="451"/>
                    <a:pt x="622" y="453"/>
                    <a:pt x="624" y="460"/>
                  </a:cubicBezTo>
                  <a:cubicBezTo>
                    <a:pt x="626" y="460"/>
                    <a:pt x="626" y="462"/>
                    <a:pt x="626" y="462"/>
                  </a:cubicBezTo>
                  <a:cubicBezTo>
                    <a:pt x="635" y="468"/>
                    <a:pt x="644" y="476"/>
                    <a:pt x="654" y="484"/>
                  </a:cubicBezTo>
                  <a:cubicBezTo>
                    <a:pt x="663" y="487"/>
                    <a:pt x="669" y="493"/>
                    <a:pt x="675" y="499"/>
                  </a:cubicBezTo>
                  <a:cubicBezTo>
                    <a:pt x="685" y="504"/>
                    <a:pt x="694" y="512"/>
                    <a:pt x="702" y="518"/>
                  </a:cubicBezTo>
                  <a:cubicBezTo>
                    <a:pt x="702" y="522"/>
                    <a:pt x="705" y="524"/>
                    <a:pt x="705" y="524"/>
                  </a:cubicBezTo>
                  <a:cubicBezTo>
                    <a:pt x="752" y="555"/>
                    <a:pt x="794" y="593"/>
                    <a:pt x="840" y="626"/>
                  </a:cubicBezTo>
                  <a:cubicBezTo>
                    <a:pt x="847" y="632"/>
                    <a:pt x="850" y="637"/>
                    <a:pt x="856" y="639"/>
                  </a:cubicBezTo>
                  <a:cubicBezTo>
                    <a:pt x="3801" y="2973"/>
                    <a:pt x="5756" y="6194"/>
                    <a:pt x="6556" y="9688"/>
                  </a:cubicBezTo>
                  <a:cubicBezTo>
                    <a:pt x="7090" y="9351"/>
                    <a:pt x="7595" y="8964"/>
                    <a:pt x="8062" y="8540"/>
                  </a:cubicBezTo>
                  <a:cubicBezTo>
                    <a:pt x="6759" y="5316"/>
                    <a:pt x="4410" y="2484"/>
                    <a:pt x="1168" y="607"/>
                  </a:cubicBezTo>
                  <a:cubicBezTo>
                    <a:pt x="1122" y="580"/>
                    <a:pt x="1077" y="554"/>
                    <a:pt x="1030" y="527"/>
                  </a:cubicBezTo>
                  <a:cubicBezTo>
                    <a:pt x="1006" y="514"/>
                    <a:pt x="977" y="500"/>
                    <a:pt x="953" y="487"/>
                  </a:cubicBezTo>
                  <a:cubicBezTo>
                    <a:pt x="897" y="454"/>
                    <a:pt x="839" y="423"/>
                    <a:pt x="784" y="392"/>
                  </a:cubicBezTo>
                  <a:cubicBezTo>
                    <a:pt x="779" y="392"/>
                    <a:pt x="772" y="389"/>
                    <a:pt x="766" y="383"/>
                  </a:cubicBezTo>
                  <a:cubicBezTo>
                    <a:pt x="759" y="380"/>
                    <a:pt x="751" y="376"/>
                    <a:pt x="743" y="373"/>
                  </a:cubicBezTo>
                  <a:lnTo>
                    <a:pt x="743" y="371"/>
                  </a:lnTo>
                  <a:cubicBezTo>
                    <a:pt x="737" y="371"/>
                    <a:pt x="735" y="367"/>
                    <a:pt x="728" y="364"/>
                  </a:cubicBezTo>
                  <a:cubicBezTo>
                    <a:pt x="722" y="361"/>
                    <a:pt x="712" y="358"/>
                    <a:pt x="706" y="352"/>
                  </a:cubicBezTo>
                  <a:cubicBezTo>
                    <a:pt x="700" y="349"/>
                    <a:pt x="691" y="345"/>
                    <a:pt x="685" y="342"/>
                  </a:cubicBezTo>
                  <a:cubicBezTo>
                    <a:pt x="678" y="339"/>
                    <a:pt x="674" y="336"/>
                    <a:pt x="671" y="333"/>
                  </a:cubicBezTo>
                  <a:cubicBezTo>
                    <a:pt x="665" y="333"/>
                    <a:pt x="661" y="329"/>
                    <a:pt x="659" y="327"/>
                  </a:cubicBezTo>
                  <a:cubicBezTo>
                    <a:pt x="656" y="327"/>
                    <a:pt x="656" y="324"/>
                    <a:pt x="656" y="324"/>
                  </a:cubicBezTo>
                  <a:cubicBezTo>
                    <a:pt x="655" y="325"/>
                    <a:pt x="654" y="325"/>
                    <a:pt x="653" y="325"/>
                  </a:cubicBezTo>
                  <a:cubicBezTo>
                    <a:pt x="651" y="325"/>
                    <a:pt x="650" y="324"/>
                    <a:pt x="650" y="324"/>
                  </a:cubicBezTo>
                  <a:cubicBezTo>
                    <a:pt x="647" y="321"/>
                    <a:pt x="643" y="321"/>
                    <a:pt x="640" y="318"/>
                  </a:cubicBezTo>
                  <a:cubicBezTo>
                    <a:pt x="634" y="318"/>
                    <a:pt x="630" y="314"/>
                    <a:pt x="628" y="311"/>
                  </a:cubicBezTo>
                  <a:cubicBezTo>
                    <a:pt x="619" y="307"/>
                    <a:pt x="609" y="301"/>
                    <a:pt x="603" y="298"/>
                  </a:cubicBezTo>
                  <a:cubicBezTo>
                    <a:pt x="594" y="295"/>
                    <a:pt x="586" y="288"/>
                    <a:pt x="578" y="286"/>
                  </a:cubicBezTo>
                  <a:lnTo>
                    <a:pt x="578" y="283"/>
                  </a:lnTo>
                  <a:cubicBezTo>
                    <a:pt x="573" y="283"/>
                    <a:pt x="567" y="279"/>
                    <a:pt x="561" y="276"/>
                  </a:cubicBezTo>
                  <a:cubicBezTo>
                    <a:pt x="555" y="274"/>
                    <a:pt x="550" y="270"/>
                    <a:pt x="547" y="267"/>
                  </a:cubicBezTo>
                  <a:cubicBezTo>
                    <a:pt x="532" y="262"/>
                    <a:pt x="521" y="256"/>
                    <a:pt x="508" y="250"/>
                  </a:cubicBezTo>
                  <a:cubicBezTo>
                    <a:pt x="501" y="246"/>
                    <a:pt x="495" y="243"/>
                    <a:pt x="493" y="240"/>
                  </a:cubicBezTo>
                  <a:cubicBezTo>
                    <a:pt x="330" y="161"/>
                    <a:pt x="168" y="80"/>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3"/>
            <p:cNvSpPr/>
            <p:nvPr/>
          </p:nvSpPr>
          <p:spPr>
            <a:xfrm>
              <a:off x="2973913" y="343175"/>
              <a:ext cx="556700" cy="267225"/>
            </a:xfrm>
            <a:custGeom>
              <a:rect b="b" l="l" r="r" t="t"/>
              <a:pathLst>
                <a:path extrusionOk="0" h="10689" w="22268">
                  <a:moveTo>
                    <a:pt x="11134" y="0"/>
                  </a:moveTo>
                  <a:cubicBezTo>
                    <a:pt x="4985" y="0"/>
                    <a:pt x="0" y="5344"/>
                    <a:pt x="0" y="5344"/>
                  </a:cubicBezTo>
                  <a:cubicBezTo>
                    <a:pt x="0" y="5344"/>
                    <a:pt x="4985" y="10689"/>
                    <a:pt x="11134" y="10689"/>
                  </a:cubicBezTo>
                  <a:cubicBezTo>
                    <a:pt x="17283" y="10689"/>
                    <a:pt x="22267" y="5344"/>
                    <a:pt x="22267" y="5344"/>
                  </a:cubicBezTo>
                  <a:cubicBezTo>
                    <a:pt x="22267" y="5344"/>
                    <a:pt x="17283" y="0"/>
                    <a:pt x="111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3"/>
            <p:cNvSpPr/>
            <p:nvPr/>
          </p:nvSpPr>
          <p:spPr>
            <a:xfrm>
              <a:off x="3135338" y="359875"/>
              <a:ext cx="233850" cy="233850"/>
            </a:xfrm>
            <a:custGeom>
              <a:rect b="b" l="l" r="r" t="t"/>
              <a:pathLst>
                <a:path extrusionOk="0" h="9354" w="9354">
                  <a:moveTo>
                    <a:pt x="4677" y="0"/>
                  </a:moveTo>
                  <a:cubicBezTo>
                    <a:pt x="2094" y="0"/>
                    <a:pt x="0" y="2094"/>
                    <a:pt x="0" y="4676"/>
                  </a:cubicBezTo>
                  <a:cubicBezTo>
                    <a:pt x="0" y="7259"/>
                    <a:pt x="2094" y="9353"/>
                    <a:pt x="4677" y="9353"/>
                  </a:cubicBezTo>
                  <a:cubicBezTo>
                    <a:pt x="7259" y="9353"/>
                    <a:pt x="9353" y="7259"/>
                    <a:pt x="9353" y="4676"/>
                  </a:cubicBezTo>
                  <a:cubicBezTo>
                    <a:pt x="9353" y="2094"/>
                    <a:pt x="7259" y="0"/>
                    <a:pt x="4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3"/>
            <p:cNvSpPr/>
            <p:nvPr/>
          </p:nvSpPr>
          <p:spPr>
            <a:xfrm>
              <a:off x="3148238" y="377900"/>
              <a:ext cx="208075" cy="197850"/>
            </a:xfrm>
            <a:custGeom>
              <a:rect b="b" l="l" r="r" t="t"/>
              <a:pathLst>
                <a:path extrusionOk="0" h="7914" w="8323">
                  <a:moveTo>
                    <a:pt x="5073" y="0"/>
                  </a:moveTo>
                  <a:cubicBezTo>
                    <a:pt x="4899" y="0"/>
                    <a:pt x="4724" y="84"/>
                    <a:pt x="4620" y="271"/>
                  </a:cubicBezTo>
                  <a:cubicBezTo>
                    <a:pt x="4520" y="451"/>
                    <a:pt x="4341" y="541"/>
                    <a:pt x="4161" y="541"/>
                  </a:cubicBezTo>
                  <a:cubicBezTo>
                    <a:pt x="3981" y="541"/>
                    <a:pt x="3802" y="451"/>
                    <a:pt x="3702" y="271"/>
                  </a:cubicBezTo>
                  <a:cubicBezTo>
                    <a:pt x="3598" y="84"/>
                    <a:pt x="3423" y="1"/>
                    <a:pt x="3249" y="1"/>
                  </a:cubicBezTo>
                  <a:cubicBezTo>
                    <a:pt x="2979" y="1"/>
                    <a:pt x="2711" y="203"/>
                    <a:pt x="2716" y="536"/>
                  </a:cubicBezTo>
                  <a:cubicBezTo>
                    <a:pt x="2721" y="846"/>
                    <a:pt x="2466" y="1071"/>
                    <a:pt x="2189" y="1071"/>
                  </a:cubicBezTo>
                  <a:cubicBezTo>
                    <a:pt x="2099" y="1071"/>
                    <a:pt x="2006" y="1047"/>
                    <a:pt x="1920" y="995"/>
                  </a:cubicBezTo>
                  <a:cubicBezTo>
                    <a:pt x="1829" y="941"/>
                    <a:pt x="1736" y="917"/>
                    <a:pt x="1647" y="917"/>
                  </a:cubicBezTo>
                  <a:cubicBezTo>
                    <a:pt x="1275" y="917"/>
                    <a:pt x="972" y="1337"/>
                    <a:pt x="1199" y="1716"/>
                  </a:cubicBezTo>
                  <a:cubicBezTo>
                    <a:pt x="1411" y="2067"/>
                    <a:pt x="1157" y="2512"/>
                    <a:pt x="749" y="2512"/>
                  </a:cubicBezTo>
                  <a:cubicBezTo>
                    <a:pt x="746" y="2512"/>
                    <a:pt x="743" y="2512"/>
                    <a:pt x="740" y="2512"/>
                  </a:cubicBezTo>
                  <a:cubicBezTo>
                    <a:pt x="737" y="2512"/>
                    <a:pt x="733" y="2512"/>
                    <a:pt x="730" y="2512"/>
                  </a:cubicBezTo>
                  <a:cubicBezTo>
                    <a:pt x="191" y="2512"/>
                    <a:pt x="0" y="3233"/>
                    <a:pt x="475" y="3498"/>
                  </a:cubicBezTo>
                  <a:cubicBezTo>
                    <a:pt x="835" y="3697"/>
                    <a:pt x="835" y="4216"/>
                    <a:pt x="475" y="4416"/>
                  </a:cubicBezTo>
                  <a:cubicBezTo>
                    <a:pt x="1" y="4680"/>
                    <a:pt x="191" y="5402"/>
                    <a:pt x="731" y="5402"/>
                  </a:cubicBezTo>
                  <a:cubicBezTo>
                    <a:pt x="734" y="5402"/>
                    <a:pt x="737" y="5402"/>
                    <a:pt x="740" y="5402"/>
                  </a:cubicBezTo>
                  <a:cubicBezTo>
                    <a:pt x="743" y="5402"/>
                    <a:pt x="747" y="5402"/>
                    <a:pt x="750" y="5402"/>
                  </a:cubicBezTo>
                  <a:cubicBezTo>
                    <a:pt x="1155" y="5402"/>
                    <a:pt x="1409" y="5846"/>
                    <a:pt x="1199" y="6198"/>
                  </a:cubicBezTo>
                  <a:cubicBezTo>
                    <a:pt x="972" y="6577"/>
                    <a:pt x="1275" y="6997"/>
                    <a:pt x="1648" y="6997"/>
                  </a:cubicBezTo>
                  <a:cubicBezTo>
                    <a:pt x="1737" y="6997"/>
                    <a:pt x="1829" y="6973"/>
                    <a:pt x="1920" y="6919"/>
                  </a:cubicBezTo>
                  <a:cubicBezTo>
                    <a:pt x="2007" y="6866"/>
                    <a:pt x="2100" y="6843"/>
                    <a:pt x="2190" y="6843"/>
                  </a:cubicBezTo>
                  <a:cubicBezTo>
                    <a:pt x="2467" y="6843"/>
                    <a:pt x="2721" y="7067"/>
                    <a:pt x="2716" y="7378"/>
                  </a:cubicBezTo>
                  <a:cubicBezTo>
                    <a:pt x="2711" y="7711"/>
                    <a:pt x="2978" y="7914"/>
                    <a:pt x="3249" y="7914"/>
                  </a:cubicBezTo>
                  <a:cubicBezTo>
                    <a:pt x="3423" y="7914"/>
                    <a:pt x="3598" y="7830"/>
                    <a:pt x="3702" y="7642"/>
                  </a:cubicBezTo>
                  <a:cubicBezTo>
                    <a:pt x="3802" y="7462"/>
                    <a:pt x="3981" y="7372"/>
                    <a:pt x="4161" y="7372"/>
                  </a:cubicBezTo>
                  <a:cubicBezTo>
                    <a:pt x="4341" y="7372"/>
                    <a:pt x="4520" y="7462"/>
                    <a:pt x="4620" y="7642"/>
                  </a:cubicBezTo>
                  <a:cubicBezTo>
                    <a:pt x="4724" y="7829"/>
                    <a:pt x="4899" y="7913"/>
                    <a:pt x="5073" y="7913"/>
                  </a:cubicBezTo>
                  <a:cubicBezTo>
                    <a:pt x="5343" y="7913"/>
                    <a:pt x="5611" y="7711"/>
                    <a:pt x="5606" y="7378"/>
                  </a:cubicBezTo>
                  <a:cubicBezTo>
                    <a:pt x="5601" y="7067"/>
                    <a:pt x="5855" y="6844"/>
                    <a:pt x="6132" y="6844"/>
                  </a:cubicBezTo>
                  <a:cubicBezTo>
                    <a:pt x="6223" y="6844"/>
                    <a:pt x="6315" y="6867"/>
                    <a:pt x="6402" y="6919"/>
                  </a:cubicBezTo>
                  <a:cubicBezTo>
                    <a:pt x="6492" y="6973"/>
                    <a:pt x="6585" y="6997"/>
                    <a:pt x="6674" y="6997"/>
                  </a:cubicBezTo>
                  <a:cubicBezTo>
                    <a:pt x="7046" y="6997"/>
                    <a:pt x="7350" y="6577"/>
                    <a:pt x="7122" y="6198"/>
                  </a:cubicBezTo>
                  <a:cubicBezTo>
                    <a:pt x="6911" y="5846"/>
                    <a:pt x="7165" y="5402"/>
                    <a:pt x="7572" y="5402"/>
                  </a:cubicBezTo>
                  <a:cubicBezTo>
                    <a:pt x="7576" y="5402"/>
                    <a:pt x="7579" y="5402"/>
                    <a:pt x="7582" y="5402"/>
                  </a:cubicBezTo>
                  <a:cubicBezTo>
                    <a:pt x="7585" y="5402"/>
                    <a:pt x="7588" y="5402"/>
                    <a:pt x="7592" y="5402"/>
                  </a:cubicBezTo>
                  <a:cubicBezTo>
                    <a:pt x="8130" y="5402"/>
                    <a:pt x="8323" y="4680"/>
                    <a:pt x="7847" y="4416"/>
                  </a:cubicBezTo>
                  <a:cubicBezTo>
                    <a:pt x="7486" y="4216"/>
                    <a:pt x="7486" y="3697"/>
                    <a:pt x="7847" y="3498"/>
                  </a:cubicBezTo>
                  <a:cubicBezTo>
                    <a:pt x="8320" y="3233"/>
                    <a:pt x="8131" y="2512"/>
                    <a:pt x="7593" y="2512"/>
                  </a:cubicBezTo>
                  <a:cubicBezTo>
                    <a:pt x="7589" y="2512"/>
                    <a:pt x="7586" y="2512"/>
                    <a:pt x="7582" y="2512"/>
                  </a:cubicBezTo>
                  <a:cubicBezTo>
                    <a:pt x="7580" y="2512"/>
                    <a:pt x="7577" y="2512"/>
                    <a:pt x="7574" y="2512"/>
                  </a:cubicBezTo>
                  <a:cubicBezTo>
                    <a:pt x="7167" y="2512"/>
                    <a:pt x="6913" y="2067"/>
                    <a:pt x="7122" y="1716"/>
                  </a:cubicBezTo>
                  <a:cubicBezTo>
                    <a:pt x="7349" y="1337"/>
                    <a:pt x="7047" y="917"/>
                    <a:pt x="6674" y="917"/>
                  </a:cubicBezTo>
                  <a:cubicBezTo>
                    <a:pt x="6585" y="917"/>
                    <a:pt x="6492" y="941"/>
                    <a:pt x="6402" y="995"/>
                  </a:cubicBezTo>
                  <a:cubicBezTo>
                    <a:pt x="6315" y="1048"/>
                    <a:pt x="6222" y="1071"/>
                    <a:pt x="6132" y="1071"/>
                  </a:cubicBezTo>
                  <a:cubicBezTo>
                    <a:pt x="5855" y="1071"/>
                    <a:pt x="5601" y="847"/>
                    <a:pt x="5606" y="536"/>
                  </a:cubicBezTo>
                  <a:cubicBezTo>
                    <a:pt x="5611" y="203"/>
                    <a:pt x="5343" y="0"/>
                    <a:pt x="50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3"/>
            <p:cNvSpPr/>
            <p:nvPr/>
          </p:nvSpPr>
          <p:spPr>
            <a:xfrm>
              <a:off x="3187513" y="412050"/>
              <a:ext cx="129475" cy="129475"/>
            </a:xfrm>
            <a:custGeom>
              <a:rect b="b" l="l" r="r" t="t"/>
              <a:pathLst>
                <a:path extrusionOk="0" h="5179" w="5179">
                  <a:moveTo>
                    <a:pt x="2590" y="1"/>
                  </a:moveTo>
                  <a:cubicBezTo>
                    <a:pt x="1160" y="1"/>
                    <a:pt x="1" y="1160"/>
                    <a:pt x="1" y="2589"/>
                  </a:cubicBezTo>
                  <a:cubicBezTo>
                    <a:pt x="1" y="4019"/>
                    <a:pt x="1160" y="5178"/>
                    <a:pt x="2590" y="5178"/>
                  </a:cubicBezTo>
                  <a:cubicBezTo>
                    <a:pt x="4020" y="5178"/>
                    <a:pt x="5178" y="4019"/>
                    <a:pt x="5178" y="2589"/>
                  </a:cubicBezTo>
                  <a:cubicBezTo>
                    <a:pt x="5178" y="1160"/>
                    <a:pt x="4020" y="1"/>
                    <a:pt x="25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3"/>
            <p:cNvSpPr/>
            <p:nvPr/>
          </p:nvSpPr>
          <p:spPr>
            <a:xfrm>
              <a:off x="3217888" y="442425"/>
              <a:ext cx="68725" cy="68725"/>
            </a:xfrm>
            <a:custGeom>
              <a:rect b="b" l="l" r="r" t="t"/>
              <a:pathLst>
                <a:path extrusionOk="0" h="2749" w="2749">
                  <a:moveTo>
                    <a:pt x="1375" y="1"/>
                  </a:moveTo>
                  <a:cubicBezTo>
                    <a:pt x="616" y="1"/>
                    <a:pt x="1" y="616"/>
                    <a:pt x="1" y="1374"/>
                  </a:cubicBezTo>
                  <a:cubicBezTo>
                    <a:pt x="1" y="2133"/>
                    <a:pt x="616" y="2749"/>
                    <a:pt x="1375" y="2749"/>
                  </a:cubicBezTo>
                  <a:cubicBezTo>
                    <a:pt x="2134" y="2749"/>
                    <a:pt x="2749" y="2133"/>
                    <a:pt x="2749" y="1374"/>
                  </a:cubicBezTo>
                  <a:cubicBezTo>
                    <a:pt x="2749" y="616"/>
                    <a:pt x="2134" y="1"/>
                    <a:pt x="13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 name="Google Shape;63;p3"/>
          <p:cNvGrpSpPr/>
          <p:nvPr/>
        </p:nvGrpSpPr>
        <p:grpSpPr>
          <a:xfrm rot="839356">
            <a:off x="669858" y="188476"/>
            <a:ext cx="737885" cy="1089370"/>
            <a:chOff x="1243663" y="2401125"/>
            <a:chExt cx="262550" cy="387600"/>
          </a:xfrm>
        </p:grpSpPr>
        <p:sp>
          <p:nvSpPr>
            <p:cNvPr id="64" name="Google Shape;64;p3"/>
            <p:cNvSpPr/>
            <p:nvPr/>
          </p:nvSpPr>
          <p:spPr>
            <a:xfrm>
              <a:off x="1243746" y="2401125"/>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 name="Google Shape;65;p3"/>
            <p:cNvGrpSpPr/>
            <p:nvPr/>
          </p:nvGrpSpPr>
          <p:grpSpPr>
            <a:xfrm>
              <a:off x="1243663" y="2401150"/>
              <a:ext cx="262550" cy="387575"/>
              <a:chOff x="1337750" y="2260150"/>
              <a:chExt cx="262550" cy="387575"/>
            </a:xfrm>
          </p:grpSpPr>
          <p:sp>
            <p:nvSpPr>
              <p:cNvPr id="66" name="Google Shape;66;p3"/>
              <p:cNvSpPr/>
              <p:nvPr/>
            </p:nvSpPr>
            <p:spPr>
              <a:xfrm>
                <a:off x="1337750" y="2260150"/>
                <a:ext cx="262550" cy="387575"/>
              </a:xfrm>
              <a:custGeom>
                <a:rect b="b" l="l" r="r" t="t"/>
                <a:pathLst>
                  <a:path extrusionOk="0" h="15503" w="10502">
                    <a:moveTo>
                      <a:pt x="1" y="0"/>
                    </a:moveTo>
                    <a:lnTo>
                      <a:pt x="1" y="10255"/>
                    </a:lnTo>
                    <a:cubicBezTo>
                      <a:pt x="1" y="10415"/>
                      <a:pt x="9" y="10574"/>
                      <a:pt x="24" y="10732"/>
                    </a:cubicBezTo>
                    <a:cubicBezTo>
                      <a:pt x="42" y="10947"/>
                      <a:pt x="75" y="11158"/>
                      <a:pt x="120" y="11367"/>
                    </a:cubicBezTo>
                    <a:cubicBezTo>
                      <a:pt x="289" y="12146"/>
                      <a:pt x="629" y="12860"/>
                      <a:pt x="1102" y="13469"/>
                    </a:cubicBezTo>
                    <a:cubicBezTo>
                      <a:pt x="1232" y="13637"/>
                      <a:pt x="1372" y="13797"/>
                      <a:pt x="1522" y="13948"/>
                    </a:cubicBezTo>
                    <a:lnTo>
                      <a:pt x="1541" y="13965"/>
                    </a:lnTo>
                    <a:cubicBezTo>
                      <a:pt x="1764" y="14187"/>
                      <a:pt x="2005" y="14390"/>
                      <a:pt x="2264" y="14569"/>
                    </a:cubicBezTo>
                    <a:cubicBezTo>
                      <a:pt x="2427" y="14685"/>
                      <a:pt x="2599" y="14789"/>
                      <a:pt x="2775" y="14883"/>
                    </a:cubicBezTo>
                    <a:cubicBezTo>
                      <a:pt x="3047" y="15028"/>
                      <a:pt x="3332" y="15151"/>
                      <a:pt x="3630" y="15248"/>
                    </a:cubicBezTo>
                    <a:cubicBezTo>
                      <a:pt x="3777" y="15296"/>
                      <a:pt x="3926" y="15337"/>
                      <a:pt x="4077" y="15372"/>
                    </a:cubicBezTo>
                    <a:cubicBezTo>
                      <a:pt x="4454" y="15459"/>
                      <a:pt x="4847" y="15503"/>
                      <a:pt x="5252" y="15503"/>
                    </a:cubicBezTo>
                    <a:cubicBezTo>
                      <a:pt x="5503" y="15503"/>
                      <a:pt x="5750" y="15486"/>
                      <a:pt x="5993" y="15451"/>
                    </a:cubicBezTo>
                    <a:cubicBezTo>
                      <a:pt x="6188" y="15424"/>
                      <a:pt x="6380" y="15386"/>
                      <a:pt x="6568" y="15337"/>
                    </a:cubicBezTo>
                    <a:cubicBezTo>
                      <a:pt x="6929" y="15244"/>
                      <a:pt x="7274" y="15114"/>
                      <a:pt x="7601" y="14950"/>
                    </a:cubicBezTo>
                    <a:cubicBezTo>
                      <a:pt x="7693" y="14903"/>
                      <a:pt x="7782" y="14856"/>
                      <a:pt x="7871" y="14804"/>
                    </a:cubicBezTo>
                    <a:cubicBezTo>
                      <a:pt x="8237" y="14594"/>
                      <a:pt x="8576" y="14340"/>
                      <a:pt x="8879" y="14050"/>
                    </a:cubicBezTo>
                    <a:cubicBezTo>
                      <a:pt x="8967" y="13965"/>
                      <a:pt x="9052" y="13878"/>
                      <a:pt x="9134" y="13788"/>
                    </a:cubicBezTo>
                    <a:cubicBezTo>
                      <a:pt x="9386" y="13511"/>
                      <a:pt x="9608" y="13210"/>
                      <a:pt x="9797" y="12885"/>
                    </a:cubicBezTo>
                    <a:cubicBezTo>
                      <a:pt x="9860" y="12775"/>
                      <a:pt x="9918" y="12664"/>
                      <a:pt x="9974" y="12550"/>
                    </a:cubicBezTo>
                    <a:cubicBezTo>
                      <a:pt x="10313" y="11858"/>
                      <a:pt x="10502" y="11079"/>
                      <a:pt x="10502" y="10256"/>
                    </a:cubicBezTo>
                    <a:lnTo>
                      <a:pt x="105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3"/>
              <p:cNvSpPr/>
              <p:nvPr/>
            </p:nvSpPr>
            <p:spPr>
              <a:xfrm>
                <a:off x="1361825" y="2282325"/>
                <a:ext cx="16075" cy="16100"/>
              </a:xfrm>
              <a:custGeom>
                <a:rect b="b" l="l" r="r" t="t"/>
                <a:pathLst>
                  <a:path extrusionOk="0" h="644" w="643">
                    <a:moveTo>
                      <a:pt x="322" y="1"/>
                    </a:moveTo>
                    <a:cubicBezTo>
                      <a:pt x="144" y="1"/>
                      <a:pt x="1" y="144"/>
                      <a:pt x="1" y="322"/>
                    </a:cubicBezTo>
                    <a:cubicBezTo>
                      <a:pt x="1" y="499"/>
                      <a:pt x="144" y="644"/>
                      <a:pt x="322" y="644"/>
                    </a:cubicBezTo>
                    <a:cubicBezTo>
                      <a:pt x="499" y="644"/>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3"/>
              <p:cNvSpPr/>
              <p:nvPr/>
            </p:nvSpPr>
            <p:spPr>
              <a:xfrm>
                <a:off x="1361825" y="2327075"/>
                <a:ext cx="16075" cy="16075"/>
              </a:xfrm>
              <a:custGeom>
                <a:rect b="b" l="l" r="r" t="t"/>
                <a:pathLst>
                  <a:path extrusionOk="0" h="643" w="643">
                    <a:moveTo>
                      <a:pt x="322" y="0"/>
                    </a:moveTo>
                    <a:cubicBezTo>
                      <a:pt x="144" y="0"/>
                      <a:pt x="1" y="144"/>
                      <a:pt x="1" y="321"/>
                    </a:cubicBezTo>
                    <a:cubicBezTo>
                      <a:pt x="1" y="499"/>
                      <a:pt x="144" y="642"/>
                      <a:pt x="322" y="642"/>
                    </a:cubicBezTo>
                    <a:cubicBezTo>
                      <a:pt x="499" y="642"/>
                      <a:pt x="643" y="499"/>
                      <a:pt x="643" y="321"/>
                    </a:cubicBezTo>
                    <a:cubicBezTo>
                      <a:pt x="643" y="144"/>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3"/>
              <p:cNvSpPr/>
              <p:nvPr/>
            </p:nvSpPr>
            <p:spPr>
              <a:xfrm>
                <a:off x="1361825" y="2371800"/>
                <a:ext cx="16075" cy="16075"/>
              </a:xfrm>
              <a:custGeom>
                <a:rect b="b" l="l" r="r" t="t"/>
                <a:pathLst>
                  <a:path extrusionOk="0" h="643" w="643">
                    <a:moveTo>
                      <a:pt x="322" y="1"/>
                    </a:moveTo>
                    <a:cubicBezTo>
                      <a:pt x="144" y="1"/>
                      <a:pt x="1" y="144"/>
                      <a:pt x="1" y="322"/>
                    </a:cubicBezTo>
                    <a:cubicBezTo>
                      <a:pt x="1" y="499"/>
                      <a:pt x="144" y="643"/>
                      <a:pt x="322" y="643"/>
                    </a:cubicBezTo>
                    <a:cubicBezTo>
                      <a:pt x="499" y="643"/>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3"/>
              <p:cNvSpPr/>
              <p:nvPr/>
            </p:nvSpPr>
            <p:spPr>
              <a:xfrm>
                <a:off x="1361825" y="2416525"/>
                <a:ext cx="16075" cy="16100"/>
              </a:xfrm>
              <a:custGeom>
                <a:rect b="b" l="l" r="r" t="t"/>
                <a:pathLst>
                  <a:path extrusionOk="0" h="644" w="643">
                    <a:moveTo>
                      <a:pt x="322" y="0"/>
                    </a:moveTo>
                    <a:cubicBezTo>
                      <a:pt x="144" y="0"/>
                      <a:pt x="1" y="145"/>
                      <a:pt x="1" y="322"/>
                    </a:cubicBezTo>
                    <a:cubicBezTo>
                      <a:pt x="1" y="499"/>
                      <a:pt x="144" y="643"/>
                      <a:pt x="322" y="643"/>
                    </a:cubicBezTo>
                    <a:cubicBezTo>
                      <a:pt x="499" y="643"/>
                      <a:pt x="643" y="499"/>
                      <a:pt x="643" y="322"/>
                    </a:cubicBezTo>
                    <a:cubicBezTo>
                      <a:pt x="643" y="145"/>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3"/>
              <p:cNvSpPr/>
              <p:nvPr/>
            </p:nvSpPr>
            <p:spPr>
              <a:xfrm>
                <a:off x="1361825" y="2461275"/>
                <a:ext cx="16075" cy="16100"/>
              </a:xfrm>
              <a:custGeom>
                <a:rect b="b" l="l" r="r" t="t"/>
                <a:pathLst>
                  <a:path extrusionOk="0" h="644" w="643">
                    <a:moveTo>
                      <a:pt x="322" y="1"/>
                    </a:moveTo>
                    <a:cubicBezTo>
                      <a:pt x="144" y="1"/>
                      <a:pt x="1" y="145"/>
                      <a:pt x="1" y="323"/>
                    </a:cubicBezTo>
                    <a:cubicBezTo>
                      <a:pt x="1" y="499"/>
                      <a:pt x="144" y="644"/>
                      <a:pt x="322" y="644"/>
                    </a:cubicBezTo>
                    <a:cubicBezTo>
                      <a:pt x="499" y="644"/>
                      <a:pt x="643" y="499"/>
                      <a:pt x="643" y="323"/>
                    </a:cubicBezTo>
                    <a:cubicBezTo>
                      <a:pt x="643" y="145"/>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3"/>
              <p:cNvSpPr/>
              <p:nvPr/>
            </p:nvSpPr>
            <p:spPr>
              <a:xfrm>
                <a:off x="1361825" y="2506025"/>
                <a:ext cx="16075" cy="16100"/>
              </a:xfrm>
              <a:custGeom>
                <a:rect b="b" l="l" r="r" t="t"/>
                <a:pathLst>
                  <a:path extrusionOk="0" h="644" w="643">
                    <a:moveTo>
                      <a:pt x="322" y="0"/>
                    </a:moveTo>
                    <a:cubicBezTo>
                      <a:pt x="144" y="0"/>
                      <a:pt x="1" y="144"/>
                      <a:pt x="1" y="321"/>
                    </a:cubicBezTo>
                    <a:cubicBezTo>
                      <a:pt x="1" y="499"/>
                      <a:pt x="144" y="643"/>
                      <a:pt x="322" y="643"/>
                    </a:cubicBezTo>
                    <a:cubicBezTo>
                      <a:pt x="499" y="643"/>
                      <a:pt x="643" y="499"/>
                      <a:pt x="643" y="321"/>
                    </a:cubicBezTo>
                    <a:cubicBezTo>
                      <a:pt x="643" y="144"/>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3"/>
              <p:cNvSpPr/>
              <p:nvPr/>
            </p:nvSpPr>
            <p:spPr>
              <a:xfrm>
                <a:off x="1361825" y="2550750"/>
                <a:ext cx="16075" cy="16075"/>
              </a:xfrm>
              <a:custGeom>
                <a:rect b="b" l="l" r="r" t="t"/>
                <a:pathLst>
                  <a:path extrusionOk="0" h="643" w="643">
                    <a:moveTo>
                      <a:pt x="322" y="1"/>
                    </a:moveTo>
                    <a:cubicBezTo>
                      <a:pt x="144" y="1"/>
                      <a:pt x="1" y="144"/>
                      <a:pt x="1" y="322"/>
                    </a:cubicBezTo>
                    <a:cubicBezTo>
                      <a:pt x="1" y="499"/>
                      <a:pt x="144" y="643"/>
                      <a:pt x="322" y="643"/>
                    </a:cubicBezTo>
                    <a:cubicBezTo>
                      <a:pt x="499" y="643"/>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3"/>
              <p:cNvSpPr/>
              <p:nvPr/>
            </p:nvSpPr>
            <p:spPr>
              <a:xfrm>
                <a:off x="1365350" y="2595525"/>
                <a:ext cx="12550" cy="13350"/>
              </a:xfrm>
              <a:custGeom>
                <a:rect b="b" l="l" r="r" t="t"/>
                <a:pathLst>
                  <a:path extrusionOk="0" h="534" w="502">
                    <a:moveTo>
                      <a:pt x="183" y="0"/>
                    </a:moveTo>
                    <a:cubicBezTo>
                      <a:pt x="182" y="0"/>
                      <a:pt x="181" y="0"/>
                      <a:pt x="181" y="0"/>
                    </a:cubicBezTo>
                    <a:cubicBezTo>
                      <a:pt x="114" y="0"/>
                      <a:pt x="52" y="21"/>
                      <a:pt x="0" y="56"/>
                    </a:cubicBezTo>
                    <a:cubicBezTo>
                      <a:pt x="130" y="223"/>
                      <a:pt x="272" y="383"/>
                      <a:pt x="421" y="534"/>
                    </a:cubicBezTo>
                    <a:cubicBezTo>
                      <a:pt x="471" y="477"/>
                      <a:pt x="502" y="403"/>
                      <a:pt x="502" y="320"/>
                    </a:cubicBezTo>
                    <a:cubicBezTo>
                      <a:pt x="502" y="144"/>
                      <a:pt x="360" y="0"/>
                      <a:pt x="1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3"/>
              <p:cNvSpPr/>
              <p:nvPr/>
            </p:nvSpPr>
            <p:spPr>
              <a:xfrm>
                <a:off x="1337875" y="2260150"/>
                <a:ext cx="9675" cy="15875"/>
              </a:xfrm>
              <a:custGeom>
                <a:rect b="b" l="l" r="r" t="t"/>
                <a:pathLst>
                  <a:path extrusionOk="0" h="635" w="387">
                    <a:moveTo>
                      <a:pt x="0" y="0"/>
                    </a:moveTo>
                    <a:lnTo>
                      <a:pt x="0" y="629"/>
                    </a:lnTo>
                    <a:cubicBezTo>
                      <a:pt x="21" y="633"/>
                      <a:pt x="42" y="635"/>
                      <a:pt x="65" y="635"/>
                    </a:cubicBezTo>
                    <a:cubicBezTo>
                      <a:pt x="243" y="635"/>
                      <a:pt x="386" y="491"/>
                      <a:pt x="386" y="314"/>
                    </a:cubicBezTo>
                    <a:cubicBezTo>
                      <a:pt x="386" y="160"/>
                      <a:pt x="278" y="31"/>
                      <a:pt x="1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3"/>
              <p:cNvSpPr/>
              <p:nvPr/>
            </p:nvSpPr>
            <p:spPr>
              <a:xfrm>
                <a:off x="1337875" y="2304675"/>
                <a:ext cx="9675" cy="16100"/>
              </a:xfrm>
              <a:custGeom>
                <a:rect b="b" l="l" r="r" t="t"/>
                <a:pathLst>
                  <a:path extrusionOk="0" h="644" w="387">
                    <a:moveTo>
                      <a:pt x="65" y="1"/>
                    </a:moveTo>
                    <a:cubicBezTo>
                      <a:pt x="42" y="1"/>
                      <a:pt x="21" y="4"/>
                      <a:pt x="0" y="8"/>
                    </a:cubicBezTo>
                    <a:lnTo>
                      <a:pt x="0" y="636"/>
                    </a:lnTo>
                    <a:cubicBezTo>
                      <a:pt x="21" y="640"/>
                      <a:pt x="42" y="643"/>
                      <a:pt x="65" y="643"/>
                    </a:cubicBezTo>
                    <a:cubicBezTo>
                      <a:pt x="243" y="643"/>
                      <a:pt x="386" y="500"/>
                      <a:pt x="386" y="323"/>
                    </a:cubicBezTo>
                    <a:cubicBezTo>
                      <a:pt x="386" y="145"/>
                      <a:pt x="242" y="1"/>
                      <a:pt x="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3"/>
              <p:cNvSpPr/>
              <p:nvPr/>
            </p:nvSpPr>
            <p:spPr>
              <a:xfrm>
                <a:off x="1337875" y="2349425"/>
                <a:ext cx="9675" cy="16075"/>
              </a:xfrm>
              <a:custGeom>
                <a:rect b="b" l="l" r="r" t="t"/>
                <a:pathLst>
                  <a:path extrusionOk="0" h="643" w="387">
                    <a:moveTo>
                      <a:pt x="65" y="0"/>
                    </a:moveTo>
                    <a:cubicBezTo>
                      <a:pt x="42" y="0"/>
                      <a:pt x="21" y="3"/>
                      <a:pt x="0" y="6"/>
                    </a:cubicBezTo>
                    <a:lnTo>
                      <a:pt x="0" y="636"/>
                    </a:lnTo>
                    <a:cubicBezTo>
                      <a:pt x="21" y="640"/>
                      <a:pt x="42" y="643"/>
                      <a:pt x="65" y="643"/>
                    </a:cubicBezTo>
                    <a:cubicBezTo>
                      <a:pt x="243" y="643"/>
                      <a:pt x="386" y="498"/>
                      <a:pt x="386" y="321"/>
                    </a:cubicBezTo>
                    <a:cubicBezTo>
                      <a:pt x="386" y="145"/>
                      <a:pt x="242" y="1"/>
                      <a:pt x="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3"/>
              <p:cNvSpPr/>
              <p:nvPr/>
            </p:nvSpPr>
            <p:spPr>
              <a:xfrm>
                <a:off x="1337875" y="2394175"/>
                <a:ext cx="9675" cy="16075"/>
              </a:xfrm>
              <a:custGeom>
                <a:rect b="b" l="l" r="r" t="t"/>
                <a:pathLst>
                  <a:path extrusionOk="0" h="643" w="387">
                    <a:moveTo>
                      <a:pt x="65" y="1"/>
                    </a:moveTo>
                    <a:cubicBezTo>
                      <a:pt x="42" y="1"/>
                      <a:pt x="21" y="3"/>
                      <a:pt x="0" y="7"/>
                    </a:cubicBezTo>
                    <a:lnTo>
                      <a:pt x="0" y="636"/>
                    </a:lnTo>
                    <a:cubicBezTo>
                      <a:pt x="21" y="640"/>
                      <a:pt x="42" y="642"/>
                      <a:pt x="65" y="642"/>
                    </a:cubicBezTo>
                    <a:cubicBezTo>
                      <a:pt x="243" y="642"/>
                      <a:pt x="386" y="500"/>
                      <a:pt x="386" y="321"/>
                    </a:cubicBezTo>
                    <a:cubicBezTo>
                      <a:pt x="386" y="144"/>
                      <a:pt x="242" y="1"/>
                      <a:pt x="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3"/>
              <p:cNvSpPr/>
              <p:nvPr/>
            </p:nvSpPr>
            <p:spPr>
              <a:xfrm>
                <a:off x="1337875" y="2438925"/>
                <a:ext cx="9675" cy="16050"/>
              </a:xfrm>
              <a:custGeom>
                <a:rect b="b" l="l" r="r" t="t"/>
                <a:pathLst>
                  <a:path extrusionOk="0" h="642" w="387">
                    <a:moveTo>
                      <a:pt x="65" y="0"/>
                    </a:moveTo>
                    <a:cubicBezTo>
                      <a:pt x="42" y="0"/>
                      <a:pt x="21" y="2"/>
                      <a:pt x="0" y="6"/>
                    </a:cubicBezTo>
                    <a:lnTo>
                      <a:pt x="0" y="636"/>
                    </a:lnTo>
                    <a:cubicBezTo>
                      <a:pt x="21" y="640"/>
                      <a:pt x="42" y="642"/>
                      <a:pt x="65" y="642"/>
                    </a:cubicBezTo>
                    <a:cubicBezTo>
                      <a:pt x="243" y="642"/>
                      <a:pt x="386" y="500"/>
                      <a:pt x="386" y="321"/>
                    </a:cubicBezTo>
                    <a:cubicBezTo>
                      <a:pt x="386" y="145"/>
                      <a:pt x="242" y="0"/>
                      <a:pt x="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3"/>
              <p:cNvSpPr/>
              <p:nvPr/>
            </p:nvSpPr>
            <p:spPr>
              <a:xfrm>
                <a:off x="1337875" y="2483650"/>
                <a:ext cx="9675" cy="16075"/>
              </a:xfrm>
              <a:custGeom>
                <a:rect b="b" l="l" r="r" t="t"/>
                <a:pathLst>
                  <a:path extrusionOk="0" h="643" w="387">
                    <a:moveTo>
                      <a:pt x="65" y="1"/>
                    </a:moveTo>
                    <a:cubicBezTo>
                      <a:pt x="42" y="1"/>
                      <a:pt x="21" y="3"/>
                      <a:pt x="0" y="7"/>
                    </a:cubicBezTo>
                    <a:lnTo>
                      <a:pt x="0" y="636"/>
                    </a:lnTo>
                    <a:cubicBezTo>
                      <a:pt x="21" y="640"/>
                      <a:pt x="42" y="642"/>
                      <a:pt x="65" y="642"/>
                    </a:cubicBezTo>
                    <a:cubicBezTo>
                      <a:pt x="243" y="642"/>
                      <a:pt x="386" y="498"/>
                      <a:pt x="386" y="321"/>
                    </a:cubicBezTo>
                    <a:cubicBezTo>
                      <a:pt x="386" y="145"/>
                      <a:pt x="242" y="1"/>
                      <a:pt x="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3"/>
              <p:cNvSpPr/>
              <p:nvPr/>
            </p:nvSpPr>
            <p:spPr>
              <a:xfrm>
                <a:off x="1338375" y="2528350"/>
                <a:ext cx="9175" cy="15975"/>
              </a:xfrm>
              <a:custGeom>
                <a:rect b="b" l="l" r="r" t="t"/>
                <a:pathLst>
                  <a:path extrusionOk="0" h="639" w="367">
                    <a:moveTo>
                      <a:pt x="45" y="1"/>
                    </a:moveTo>
                    <a:cubicBezTo>
                      <a:pt x="30" y="1"/>
                      <a:pt x="15" y="3"/>
                      <a:pt x="1" y="4"/>
                    </a:cubicBezTo>
                    <a:cubicBezTo>
                      <a:pt x="20" y="220"/>
                      <a:pt x="52" y="431"/>
                      <a:pt x="98" y="639"/>
                    </a:cubicBezTo>
                    <a:cubicBezTo>
                      <a:pt x="249" y="614"/>
                      <a:pt x="366" y="481"/>
                      <a:pt x="366" y="323"/>
                    </a:cubicBezTo>
                    <a:cubicBezTo>
                      <a:pt x="366" y="145"/>
                      <a:pt x="222" y="3"/>
                      <a:pt x="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3"/>
              <p:cNvSpPr/>
              <p:nvPr/>
            </p:nvSpPr>
            <p:spPr>
              <a:xfrm>
                <a:off x="1424625" y="2282325"/>
                <a:ext cx="16075" cy="16100"/>
              </a:xfrm>
              <a:custGeom>
                <a:rect b="b" l="l" r="r" t="t"/>
                <a:pathLst>
                  <a:path extrusionOk="0" h="644" w="643">
                    <a:moveTo>
                      <a:pt x="322" y="1"/>
                    </a:moveTo>
                    <a:cubicBezTo>
                      <a:pt x="144" y="1"/>
                      <a:pt x="1" y="144"/>
                      <a:pt x="1" y="322"/>
                    </a:cubicBezTo>
                    <a:cubicBezTo>
                      <a:pt x="1" y="499"/>
                      <a:pt x="144" y="644"/>
                      <a:pt x="322" y="644"/>
                    </a:cubicBezTo>
                    <a:cubicBezTo>
                      <a:pt x="499" y="644"/>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3"/>
              <p:cNvSpPr/>
              <p:nvPr/>
            </p:nvSpPr>
            <p:spPr>
              <a:xfrm>
                <a:off x="1424625" y="2327075"/>
                <a:ext cx="16075" cy="16075"/>
              </a:xfrm>
              <a:custGeom>
                <a:rect b="b" l="l" r="r" t="t"/>
                <a:pathLst>
                  <a:path extrusionOk="0" h="643" w="643">
                    <a:moveTo>
                      <a:pt x="322" y="0"/>
                    </a:moveTo>
                    <a:cubicBezTo>
                      <a:pt x="144" y="0"/>
                      <a:pt x="1" y="144"/>
                      <a:pt x="1" y="321"/>
                    </a:cubicBezTo>
                    <a:cubicBezTo>
                      <a:pt x="1" y="499"/>
                      <a:pt x="144" y="642"/>
                      <a:pt x="322" y="642"/>
                    </a:cubicBezTo>
                    <a:cubicBezTo>
                      <a:pt x="499" y="642"/>
                      <a:pt x="643" y="499"/>
                      <a:pt x="643" y="321"/>
                    </a:cubicBezTo>
                    <a:cubicBezTo>
                      <a:pt x="643" y="144"/>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3"/>
              <p:cNvSpPr/>
              <p:nvPr/>
            </p:nvSpPr>
            <p:spPr>
              <a:xfrm>
                <a:off x="1424625" y="2371800"/>
                <a:ext cx="16075" cy="16075"/>
              </a:xfrm>
              <a:custGeom>
                <a:rect b="b" l="l" r="r" t="t"/>
                <a:pathLst>
                  <a:path extrusionOk="0" h="643" w="643">
                    <a:moveTo>
                      <a:pt x="322" y="1"/>
                    </a:moveTo>
                    <a:cubicBezTo>
                      <a:pt x="144" y="1"/>
                      <a:pt x="1" y="144"/>
                      <a:pt x="1" y="322"/>
                    </a:cubicBezTo>
                    <a:cubicBezTo>
                      <a:pt x="1" y="499"/>
                      <a:pt x="144" y="643"/>
                      <a:pt x="322" y="643"/>
                    </a:cubicBezTo>
                    <a:cubicBezTo>
                      <a:pt x="499" y="643"/>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3"/>
              <p:cNvSpPr/>
              <p:nvPr/>
            </p:nvSpPr>
            <p:spPr>
              <a:xfrm>
                <a:off x="1424625" y="2416525"/>
                <a:ext cx="16075" cy="16100"/>
              </a:xfrm>
              <a:custGeom>
                <a:rect b="b" l="l" r="r" t="t"/>
                <a:pathLst>
                  <a:path extrusionOk="0" h="644" w="643">
                    <a:moveTo>
                      <a:pt x="322" y="0"/>
                    </a:moveTo>
                    <a:cubicBezTo>
                      <a:pt x="144" y="0"/>
                      <a:pt x="1" y="145"/>
                      <a:pt x="1" y="322"/>
                    </a:cubicBezTo>
                    <a:cubicBezTo>
                      <a:pt x="1" y="499"/>
                      <a:pt x="144" y="643"/>
                      <a:pt x="322" y="643"/>
                    </a:cubicBezTo>
                    <a:cubicBezTo>
                      <a:pt x="499" y="643"/>
                      <a:pt x="643" y="499"/>
                      <a:pt x="643" y="322"/>
                    </a:cubicBezTo>
                    <a:cubicBezTo>
                      <a:pt x="643" y="145"/>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3"/>
              <p:cNvSpPr/>
              <p:nvPr/>
            </p:nvSpPr>
            <p:spPr>
              <a:xfrm>
                <a:off x="1424625" y="2461275"/>
                <a:ext cx="16075" cy="16100"/>
              </a:xfrm>
              <a:custGeom>
                <a:rect b="b" l="l" r="r" t="t"/>
                <a:pathLst>
                  <a:path extrusionOk="0" h="644" w="643">
                    <a:moveTo>
                      <a:pt x="322" y="1"/>
                    </a:moveTo>
                    <a:cubicBezTo>
                      <a:pt x="144" y="1"/>
                      <a:pt x="1" y="145"/>
                      <a:pt x="1" y="323"/>
                    </a:cubicBezTo>
                    <a:cubicBezTo>
                      <a:pt x="1" y="499"/>
                      <a:pt x="144" y="644"/>
                      <a:pt x="322" y="644"/>
                    </a:cubicBezTo>
                    <a:cubicBezTo>
                      <a:pt x="499" y="644"/>
                      <a:pt x="643" y="499"/>
                      <a:pt x="643" y="323"/>
                    </a:cubicBezTo>
                    <a:cubicBezTo>
                      <a:pt x="643" y="145"/>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3"/>
              <p:cNvSpPr/>
              <p:nvPr/>
            </p:nvSpPr>
            <p:spPr>
              <a:xfrm>
                <a:off x="1424625" y="2506025"/>
                <a:ext cx="16075" cy="16100"/>
              </a:xfrm>
              <a:custGeom>
                <a:rect b="b" l="l" r="r" t="t"/>
                <a:pathLst>
                  <a:path extrusionOk="0" h="644" w="643">
                    <a:moveTo>
                      <a:pt x="322" y="0"/>
                    </a:moveTo>
                    <a:cubicBezTo>
                      <a:pt x="144" y="0"/>
                      <a:pt x="1" y="144"/>
                      <a:pt x="1" y="321"/>
                    </a:cubicBezTo>
                    <a:cubicBezTo>
                      <a:pt x="1" y="499"/>
                      <a:pt x="144" y="643"/>
                      <a:pt x="322" y="643"/>
                    </a:cubicBezTo>
                    <a:cubicBezTo>
                      <a:pt x="499" y="643"/>
                      <a:pt x="643" y="499"/>
                      <a:pt x="643" y="321"/>
                    </a:cubicBezTo>
                    <a:cubicBezTo>
                      <a:pt x="643" y="144"/>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3"/>
              <p:cNvSpPr/>
              <p:nvPr/>
            </p:nvSpPr>
            <p:spPr>
              <a:xfrm>
                <a:off x="1424625" y="2550750"/>
                <a:ext cx="16075" cy="16075"/>
              </a:xfrm>
              <a:custGeom>
                <a:rect b="b" l="l" r="r" t="t"/>
                <a:pathLst>
                  <a:path extrusionOk="0" h="643" w="643">
                    <a:moveTo>
                      <a:pt x="322" y="1"/>
                    </a:moveTo>
                    <a:cubicBezTo>
                      <a:pt x="144" y="1"/>
                      <a:pt x="1" y="144"/>
                      <a:pt x="1" y="322"/>
                    </a:cubicBezTo>
                    <a:cubicBezTo>
                      <a:pt x="1" y="499"/>
                      <a:pt x="144" y="643"/>
                      <a:pt x="322" y="643"/>
                    </a:cubicBezTo>
                    <a:cubicBezTo>
                      <a:pt x="499" y="643"/>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3"/>
              <p:cNvSpPr/>
              <p:nvPr/>
            </p:nvSpPr>
            <p:spPr>
              <a:xfrm>
                <a:off x="1424625" y="2595500"/>
                <a:ext cx="16075" cy="16075"/>
              </a:xfrm>
              <a:custGeom>
                <a:rect b="b" l="l" r="r" t="t"/>
                <a:pathLst>
                  <a:path extrusionOk="0" h="643" w="643">
                    <a:moveTo>
                      <a:pt x="322" y="0"/>
                    </a:moveTo>
                    <a:cubicBezTo>
                      <a:pt x="144" y="0"/>
                      <a:pt x="1" y="144"/>
                      <a:pt x="1" y="321"/>
                    </a:cubicBezTo>
                    <a:cubicBezTo>
                      <a:pt x="1" y="499"/>
                      <a:pt x="144" y="642"/>
                      <a:pt x="322" y="642"/>
                    </a:cubicBezTo>
                    <a:cubicBezTo>
                      <a:pt x="499" y="642"/>
                      <a:pt x="643" y="499"/>
                      <a:pt x="643" y="321"/>
                    </a:cubicBezTo>
                    <a:cubicBezTo>
                      <a:pt x="643" y="144"/>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3"/>
              <p:cNvSpPr/>
              <p:nvPr/>
            </p:nvSpPr>
            <p:spPr>
              <a:xfrm>
                <a:off x="1428525" y="2640250"/>
                <a:ext cx="11225" cy="4225"/>
              </a:xfrm>
              <a:custGeom>
                <a:rect b="b" l="l" r="r" t="t"/>
                <a:pathLst>
                  <a:path extrusionOk="0" h="169" w="449">
                    <a:moveTo>
                      <a:pt x="166" y="1"/>
                    </a:moveTo>
                    <a:cubicBezTo>
                      <a:pt x="105" y="1"/>
                      <a:pt x="48" y="17"/>
                      <a:pt x="1" y="45"/>
                    </a:cubicBezTo>
                    <a:cubicBezTo>
                      <a:pt x="147" y="94"/>
                      <a:pt x="296" y="135"/>
                      <a:pt x="448" y="169"/>
                    </a:cubicBezTo>
                    <a:cubicBezTo>
                      <a:pt x="394" y="69"/>
                      <a:pt x="288" y="1"/>
                      <a:pt x="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3"/>
              <p:cNvSpPr/>
              <p:nvPr/>
            </p:nvSpPr>
            <p:spPr>
              <a:xfrm>
                <a:off x="1394250" y="2260150"/>
                <a:ext cx="16050" cy="15875"/>
              </a:xfrm>
              <a:custGeom>
                <a:rect b="b" l="l" r="r" t="t"/>
                <a:pathLst>
                  <a:path extrusionOk="0" h="635" w="642">
                    <a:moveTo>
                      <a:pt x="252" y="0"/>
                    </a:moveTo>
                    <a:cubicBezTo>
                      <a:pt x="108" y="31"/>
                      <a:pt x="0" y="160"/>
                      <a:pt x="0" y="314"/>
                    </a:cubicBezTo>
                    <a:cubicBezTo>
                      <a:pt x="0" y="492"/>
                      <a:pt x="143" y="635"/>
                      <a:pt x="321" y="635"/>
                    </a:cubicBezTo>
                    <a:cubicBezTo>
                      <a:pt x="499" y="635"/>
                      <a:pt x="642" y="491"/>
                      <a:pt x="642" y="314"/>
                    </a:cubicBezTo>
                    <a:cubicBezTo>
                      <a:pt x="642" y="160"/>
                      <a:pt x="535" y="31"/>
                      <a:pt x="3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3"/>
              <p:cNvSpPr/>
              <p:nvPr/>
            </p:nvSpPr>
            <p:spPr>
              <a:xfrm>
                <a:off x="1394250" y="2304675"/>
                <a:ext cx="16075" cy="16100"/>
              </a:xfrm>
              <a:custGeom>
                <a:rect b="b" l="l" r="r" t="t"/>
                <a:pathLst>
                  <a:path extrusionOk="0" h="644" w="643">
                    <a:moveTo>
                      <a:pt x="321" y="1"/>
                    </a:moveTo>
                    <a:cubicBezTo>
                      <a:pt x="143" y="1"/>
                      <a:pt x="0" y="145"/>
                      <a:pt x="0" y="321"/>
                    </a:cubicBezTo>
                    <a:cubicBezTo>
                      <a:pt x="0" y="499"/>
                      <a:pt x="143" y="643"/>
                      <a:pt x="321" y="643"/>
                    </a:cubicBezTo>
                    <a:cubicBezTo>
                      <a:pt x="498" y="643"/>
                      <a:pt x="643" y="499"/>
                      <a:pt x="643" y="321"/>
                    </a:cubicBezTo>
                    <a:cubicBezTo>
                      <a:pt x="643" y="145"/>
                      <a:pt x="498"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3"/>
              <p:cNvSpPr/>
              <p:nvPr/>
            </p:nvSpPr>
            <p:spPr>
              <a:xfrm>
                <a:off x="1394250" y="2349425"/>
                <a:ext cx="16075" cy="16075"/>
              </a:xfrm>
              <a:custGeom>
                <a:rect b="b" l="l" r="r" t="t"/>
                <a:pathLst>
                  <a:path extrusionOk="0" h="643" w="643">
                    <a:moveTo>
                      <a:pt x="321" y="0"/>
                    </a:moveTo>
                    <a:cubicBezTo>
                      <a:pt x="143" y="0"/>
                      <a:pt x="0" y="143"/>
                      <a:pt x="0" y="321"/>
                    </a:cubicBezTo>
                    <a:cubicBezTo>
                      <a:pt x="0" y="498"/>
                      <a:pt x="143" y="643"/>
                      <a:pt x="321" y="643"/>
                    </a:cubicBezTo>
                    <a:cubicBezTo>
                      <a:pt x="498" y="643"/>
                      <a:pt x="643" y="498"/>
                      <a:pt x="643" y="321"/>
                    </a:cubicBezTo>
                    <a:cubicBezTo>
                      <a:pt x="643" y="143"/>
                      <a:pt x="498"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3"/>
              <p:cNvSpPr/>
              <p:nvPr/>
            </p:nvSpPr>
            <p:spPr>
              <a:xfrm>
                <a:off x="1394250" y="2394175"/>
                <a:ext cx="16075" cy="16075"/>
              </a:xfrm>
              <a:custGeom>
                <a:rect b="b" l="l" r="r" t="t"/>
                <a:pathLst>
                  <a:path extrusionOk="0" h="643" w="643">
                    <a:moveTo>
                      <a:pt x="321" y="1"/>
                    </a:moveTo>
                    <a:cubicBezTo>
                      <a:pt x="143" y="1"/>
                      <a:pt x="0" y="144"/>
                      <a:pt x="0" y="321"/>
                    </a:cubicBezTo>
                    <a:cubicBezTo>
                      <a:pt x="0" y="499"/>
                      <a:pt x="143" y="642"/>
                      <a:pt x="321" y="642"/>
                    </a:cubicBezTo>
                    <a:cubicBezTo>
                      <a:pt x="498" y="642"/>
                      <a:pt x="643" y="499"/>
                      <a:pt x="643" y="321"/>
                    </a:cubicBezTo>
                    <a:cubicBezTo>
                      <a:pt x="643" y="144"/>
                      <a:pt x="498"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3"/>
              <p:cNvSpPr/>
              <p:nvPr/>
            </p:nvSpPr>
            <p:spPr>
              <a:xfrm>
                <a:off x="1394250" y="2438925"/>
                <a:ext cx="16075" cy="16050"/>
              </a:xfrm>
              <a:custGeom>
                <a:rect b="b" l="l" r="r" t="t"/>
                <a:pathLst>
                  <a:path extrusionOk="0" h="642" w="643">
                    <a:moveTo>
                      <a:pt x="321" y="0"/>
                    </a:moveTo>
                    <a:cubicBezTo>
                      <a:pt x="143" y="0"/>
                      <a:pt x="0" y="143"/>
                      <a:pt x="0" y="321"/>
                    </a:cubicBezTo>
                    <a:cubicBezTo>
                      <a:pt x="0" y="498"/>
                      <a:pt x="143" y="642"/>
                      <a:pt x="321" y="642"/>
                    </a:cubicBezTo>
                    <a:cubicBezTo>
                      <a:pt x="498" y="642"/>
                      <a:pt x="643" y="498"/>
                      <a:pt x="643" y="321"/>
                    </a:cubicBezTo>
                    <a:cubicBezTo>
                      <a:pt x="643" y="143"/>
                      <a:pt x="498"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3"/>
              <p:cNvSpPr/>
              <p:nvPr/>
            </p:nvSpPr>
            <p:spPr>
              <a:xfrm>
                <a:off x="1394250" y="2483625"/>
                <a:ext cx="16075" cy="16100"/>
              </a:xfrm>
              <a:custGeom>
                <a:rect b="b" l="l" r="r" t="t"/>
                <a:pathLst>
                  <a:path extrusionOk="0" h="644" w="643">
                    <a:moveTo>
                      <a:pt x="321" y="0"/>
                    </a:moveTo>
                    <a:cubicBezTo>
                      <a:pt x="143" y="0"/>
                      <a:pt x="0" y="145"/>
                      <a:pt x="0" y="322"/>
                    </a:cubicBezTo>
                    <a:cubicBezTo>
                      <a:pt x="0" y="500"/>
                      <a:pt x="143" y="643"/>
                      <a:pt x="321" y="643"/>
                    </a:cubicBezTo>
                    <a:cubicBezTo>
                      <a:pt x="498" y="643"/>
                      <a:pt x="643" y="500"/>
                      <a:pt x="643" y="322"/>
                    </a:cubicBezTo>
                    <a:cubicBezTo>
                      <a:pt x="643" y="145"/>
                      <a:pt x="498"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3"/>
              <p:cNvSpPr/>
              <p:nvPr/>
            </p:nvSpPr>
            <p:spPr>
              <a:xfrm>
                <a:off x="1394250" y="2528350"/>
                <a:ext cx="16075" cy="16100"/>
              </a:xfrm>
              <a:custGeom>
                <a:rect b="b" l="l" r="r" t="t"/>
                <a:pathLst>
                  <a:path extrusionOk="0" h="644" w="643">
                    <a:moveTo>
                      <a:pt x="321" y="1"/>
                    </a:moveTo>
                    <a:cubicBezTo>
                      <a:pt x="143" y="1"/>
                      <a:pt x="0" y="145"/>
                      <a:pt x="0" y="323"/>
                    </a:cubicBezTo>
                    <a:cubicBezTo>
                      <a:pt x="0" y="499"/>
                      <a:pt x="143" y="644"/>
                      <a:pt x="321" y="644"/>
                    </a:cubicBezTo>
                    <a:cubicBezTo>
                      <a:pt x="498" y="644"/>
                      <a:pt x="643" y="499"/>
                      <a:pt x="643" y="323"/>
                    </a:cubicBezTo>
                    <a:cubicBezTo>
                      <a:pt x="643" y="145"/>
                      <a:pt x="498"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3"/>
              <p:cNvSpPr/>
              <p:nvPr/>
            </p:nvSpPr>
            <p:spPr>
              <a:xfrm>
                <a:off x="1394250" y="2573125"/>
                <a:ext cx="16075" cy="16100"/>
              </a:xfrm>
              <a:custGeom>
                <a:rect b="b" l="l" r="r" t="t"/>
                <a:pathLst>
                  <a:path extrusionOk="0" h="644" w="643">
                    <a:moveTo>
                      <a:pt x="321" y="0"/>
                    </a:moveTo>
                    <a:cubicBezTo>
                      <a:pt x="143" y="0"/>
                      <a:pt x="0" y="145"/>
                      <a:pt x="0" y="321"/>
                    </a:cubicBezTo>
                    <a:cubicBezTo>
                      <a:pt x="0" y="499"/>
                      <a:pt x="143" y="643"/>
                      <a:pt x="321" y="643"/>
                    </a:cubicBezTo>
                    <a:cubicBezTo>
                      <a:pt x="498" y="643"/>
                      <a:pt x="643" y="499"/>
                      <a:pt x="643" y="321"/>
                    </a:cubicBezTo>
                    <a:cubicBezTo>
                      <a:pt x="643" y="145"/>
                      <a:pt x="498"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3"/>
              <p:cNvSpPr/>
              <p:nvPr/>
            </p:nvSpPr>
            <p:spPr>
              <a:xfrm>
                <a:off x="1394350" y="2617850"/>
                <a:ext cx="15925" cy="14425"/>
              </a:xfrm>
              <a:custGeom>
                <a:rect b="b" l="l" r="r" t="t"/>
                <a:pathLst>
                  <a:path extrusionOk="0" h="577" w="637">
                    <a:moveTo>
                      <a:pt x="316" y="1"/>
                    </a:moveTo>
                    <a:cubicBezTo>
                      <a:pt x="159" y="1"/>
                      <a:pt x="28" y="114"/>
                      <a:pt x="0" y="263"/>
                    </a:cubicBezTo>
                    <a:lnTo>
                      <a:pt x="512" y="577"/>
                    </a:lnTo>
                    <a:cubicBezTo>
                      <a:pt x="588" y="518"/>
                      <a:pt x="637" y="425"/>
                      <a:pt x="637" y="322"/>
                    </a:cubicBezTo>
                    <a:cubicBezTo>
                      <a:pt x="637" y="144"/>
                      <a:pt x="494" y="1"/>
                      <a:pt x="3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3"/>
              <p:cNvSpPr/>
              <p:nvPr/>
            </p:nvSpPr>
            <p:spPr>
              <a:xfrm>
                <a:off x="1487375" y="2282325"/>
                <a:ext cx="16100" cy="16100"/>
              </a:xfrm>
              <a:custGeom>
                <a:rect b="b" l="l" r="r" t="t"/>
                <a:pathLst>
                  <a:path extrusionOk="0" h="644" w="644">
                    <a:moveTo>
                      <a:pt x="321" y="1"/>
                    </a:moveTo>
                    <a:cubicBezTo>
                      <a:pt x="144" y="1"/>
                      <a:pt x="1" y="144"/>
                      <a:pt x="1" y="322"/>
                    </a:cubicBezTo>
                    <a:cubicBezTo>
                      <a:pt x="1" y="499"/>
                      <a:pt x="144" y="644"/>
                      <a:pt x="321" y="644"/>
                    </a:cubicBezTo>
                    <a:cubicBezTo>
                      <a:pt x="499" y="644"/>
                      <a:pt x="643" y="499"/>
                      <a:pt x="643" y="322"/>
                    </a:cubicBezTo>
                    <a:cubicBezTo>
                      <a:pt x="643"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3"/>
              <p:cNvSpPr/>
              <p:nvPr/>
            </p:nvSpPr>
            <p:spPr>
              <a:xfrm>
                <a:off x="1487375" y="2327075"/>
                <a:ext cx="16100" cy="16075"/>
              </a:xfrm>
              <a:custGeom>
                <a:rect b="b" l="l" r="r" t="t"/>
                <a:pathLst>
                  <a:path extrusionOk="0" h="643" w="644">
                    <a:moveTo>
                      <a:pt x="321" y="0"/>
                    </a:moveTo>
                    <a:cubicBezTo>
                      <a:pt x="144" y="0"/>
                      <a:pt x="1" y="144"/>
                      <a:pt x="1" y="321"/>
                    </a:cubicBezTo>
                    <a:cubicBezTo>
                      <a:pt x="1" y="499"/>
                      <a:pt x="144" y="642"/>
                      <a:pt x="321" y="642"/>
                    </a:cubicBezTo>
                    <a:cubicBezTo>
                      <a:pt x="499" y="642"/>
                      <a:pt x="643" y="499"/>
                      <a:pt x="643" y="321"/>
                    </a:cubicBezTo>
                    <a:cubicBezTo>
                      <a:pt x="643" y="144"/>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3"/>
              <p:cNvSpPr/>
              <p:nvPr/>
            </p:nvSpPr>
            <p:spPr>
              <a:xfrm>
                <a:off x="1487375" y="2371800"/>
                <a:ext cx="16100" cy="16075"/>
              </a:xfrm>
              <a:custGeom>
                <a:rect b="b" l="l" r="r" t="t"/>
                <a:pathLst>
                  <a:path extrusionOk="0" h="643" w="644">
                    <a:moveTo>
                      <a:pt x="321" y="1"/>
                    </a:moveTo>
                    <a:cubicBezTo>
                      <a:pt x="144" y="1"/>
                      <a:pt x="1" y="144"/>
                      <a:pt x="1" y="322"/>
                    </a:cubicBezTo>
                    <a:cubicBezTo>
                      <a:pt x="1" y="499"/>
                      <a:pt x="144" y="643"/>
                      <a:pt x="321" y="643"/>
                    </a:cubicBezTo>
                    <a:cubicBezTo>
                      <a:pt x="499" y="643"/>
                      <a:pt x="643" y="499"/>
                      <a:pt x="643" y="322"/>
                    </a:cubicBezTo>
                    <a:cubicBezTo>
                      <a:pt x="643"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3"/>
              <p:cNvSpPr/>
              <p:nvPr/>
            </p:nvSpPr>
            <p:spPr>
              <a:xfrm>
                <a:off x="1487375" y="2416525"/>
                <a:ext cx="16100" cy="16100"/>
              </a:xfrm>
              <a:custGeom>
                <a:rect b="b" l="l" r="r" t="t"/>
                <a:pathLst>
                  <a:path extrusionOk="0" h="644" w="644">
                    <a:moveTo>
                      <a:pt x="321" y="0"/>
                    </a:moveTo>
                    <a:cubicBezTo>
                      <a:pt x="144" y="0"/>
                      <a:pt x="1" y="145"/>
                      <a:pt x="1" y="322"/>
                    </a:cubicBezTo>
                    <a:cubicBezTo>
                      <a:pt x="1" y="499"/>
                      <a:pt x="144" y="643"/>
                      <a:pt x="321" y="643"/>
                    </a:cubicBezTo>
                    <a:cubicBezTo>
                      <a:pt x="499" y="643"/>
                      <a:pt x="643" y="499"/>
                      <a:pt x="643" y="322"/>
                    </a:cubicBezTo>
                    <a:cubicBezTo>
                      <a:pt x="643" y="145"/>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3"/>
              <p:cNvSpPr/>
              <p:nvPr/>
            </p:nvSpPr>
            <p:spPr>
              <a:xfrm>
                <a:off x="1487375" y="2461275"/>
                <a:ext cx="16100" cy="16100"/>
              </a:xfrm>
              <a:custGeom>
                <a:rect b="b" l="l" r="r" t="t"/>
                <a:pathLst>
                  <a:path extrusionOk="0" h="644" w="644">
                    <a:moveTo>
                      <a:pt x="321" y="1"/>
                    </a:moveTo>
                    <a:cubicBezTo>
                      <a:pt x="144" y="1"/>
                      <a:pt x="1" y="145"/>
                      <a:pt x="1" y="323"/>
                    </a:cubicBezTo>
                    <a:cubicBezTo>
                      <a:pt x="1" y="499"/>
                      <a:pt x="144" y="644"/>
                      <a:pt x="321" y="644"/>
                    </a:cubicBezTo>
                    <a:cubicBezTo>
                      <a:pt x="499" y="644"/>
                      <a:pt x="643" y="499"/>
                      <a:pt x="643" y="323"/>
                    </a:cubicBezTo>
                    <a:cubicBezTo>
                      <a:pt x="643" y="145"/>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3"/>
              <p:cNvSpPr/>
              <p:nvPr/>
            </p:nvSpPr>
            <p:spPr>
              <a:xfrm>
                <a:off x="1487375" y="2506025"/>
                <a:ext cx="16100" cy="16100"/>
              </a:xfrm>
              <a:custGeom>
                <a:rect b="b" l="l" r="r" t="t"/>
                <a:pathLst>
                  <a:path extrusionOk="0" h="644" w="644">
                    <a:moveTo>
                      <a:pt x="321" y="0"/>
                    </a:moveTo>
                    <a:cubicBezTo>
                      <a:pt x="144" y="0"/>
                      <a:pt x="1" y="144"/>
                      <a:pt x="1" y="321"/>
                    </a:cubicBezTo>
                    <a:cubicBezTo>
                      <a:pt x="1" y="499"/>
                      <a:pt x="144" y="643"/>
                      <a:pt x="321" y="643"/>
                    </a:cubicBezTo>
                    <a:cubicBezTo>
                      <a:pt x="499" y="643"/>
                      <a:pt x="643" y="499"/>
                      <a:pt x="643" y="321"/>
                    </a:cubicBezTo>
                    <a:cubicBezTo>
                      <a:pt x="643" y="144"/>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3"/>
              <p:cNvSpPr/>
              <p:nvPr/>
            </p:nvSpPr>
            <p:spPr>
              <a:xfrm>
                <a:off x="1487375" y="2550750"/>
                <a:ext cx="16100" cy="16075"/>
              </a:xfrm>
              <a:custGeom>
                <a:rect b="b" l="l" r="r" t="t"/>
                <a:pathLst>
                  <a:path extrusionOk="0" h="643" w="644">
                    <a:moveTo>
                      <a:pt x="321" y="1"/>
                    </a:moveTo>
                    <a:cubicBezTo>
                      <a:pt x="144" y="1"/>
                      <a:pt x="1" y="144"/>
                      <a:pt x="1" y="322"/>
                    </a:cubicBezTo>
                    <a:cubicBezTo>
                      <a:pt x="1" y="499"/>
                      <a:pt x="144" y="643"/>
                      <a:pt x="321" y="643"/>
                    </a:cubicBezTo>
                    <a:cubicBezTo>
                      <a:pt x="499" y="643"/>
                      <a:pt x="643" y="499"/>
                      <a:pt x="643" y="322"/>
                    </a:cubicBezTo>
                    <a:cubicBezTo>
                      <a:pt x="643"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3"/>
              <p:cNvSpPr/>
              <p:nvPr/>
            </p:nvSpPr>
            <p:spPr>
              <a:xfrm>
                <a:off x="1487375" y="2595500"/>
                <a:ext cx="16100" cy="16075"/>
              </a:xfrm>
              <a:custGeom>
                <a:rect b="b" l="l" r="r" t="t"/>
                <a:pathLst>
                  <a:path extrusionOk="0" h="643" w="644">
                    <a:moveTo>
                      <a:pt x="321" y="0"/>
                    </a:moveTo>
                    <a:cubicBezTo>
                      <a:pt x="144" y="0"/>
                      <a:pt x="1" y="144"/>
                      <a:pt x="1" y="321"/>
                    </a:cubicBezTo>
                    <a:cubicBezTo>
                      <a:pt x="1" y="499"/>
                      <a:pt x="144" y="642"/>
                      <a:pt x="321" y="642"/>
                    </a:cubicBezTo>
                    <a:cubicBezTo>
                      <a:pt x="499" y="642"/>
                      <a:pt x="643" y="499"/>
                      <a:pt x="643" y="321"/>
                    </a:cubicBezTo>
                    <a:cubicBezTo>
                      <a:pt x="643" y="144"/>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3"/>
              <p:cNvSpPr/>
              <p:nvPr/>
            </p:nvSpPr>
            <p:spPr>
              <a:xfrm>
                <a:off x="1487600" y="2640225"/>
                <a:ext cx="14375" cy="6275"/>
              </a:xfrm>
              <a:custGeom>
                <a:rect b="b" l="l" r="r" t="t"/>
                <a:pathLst>
                  <a:path extrusionOk="0" h="251" w="575">
                    <a:moveTo>
                      <a:pt x="312" y="1"/>
                    </a:moveTo>
                    <a:cubicBezTo>
                      <a:pt x="161" y="1"/>
                      <a:pt x="33" y="108"/>
                      <a:pt x="1" y="250"/>
                    </a:cubicBezTo>
                    <a:cubicBezTo>
                      <a:pt x="196" y="222"/>
                      <a:pt x="388" y="184"/>
                      <a:pt x="575" y="136"/>
                    </a:cubicBezTo>
                    <a:cubicBezTo>
                      <a:pt x="517" y="54"/>
                      <a:pt x="421" y="2"/>
                      <a:pt x="3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3"/>
              <p:cNvSpPr/>
              <p:nvPr/>
            </p:nvSpPr>
            <p:spPr>
              <a:xfrm>
                <a:off x="1457000" y="2260150"/>
                <a:ext cx="16075" cy="15875"/>
              </a:xfrm>
              <a:custGeom>
                <a:rect b="b" l="l" r="r" t="t"/>
                <a:pathLst>
                  <a:path extrusionOk="0" h="635" w="643">
                    <a:moveTo>
                      <a:pt x="252" y="0"/>
                    </a:moveTo>
                    <a:cubicBezTo>
                      <a:pt x="109" y="31"/>
                      <a:pt x="1" y="160"/>
                      <a:pt x="1" y="314"/>
                    </a:cubicBezTo>
                    <a:cubicBezTo>
                      <a:pt x="1" y="492"/>
                      <a:pt x="145" y="635"/>
                      <a:pt x="322" y="635"/>
                    </a:cubicBezTo>
                    <a:cubicBezTo>
                      <a:pt x="499" y="635"/>
                      <a:pt x="643" y="491"/>
                      <a:pt x="643" y="314"/>
                    </a:cubicBezTo>
                    <a:cubicBezTo>
                      <a:pt x="643" y="160"/>
                      <a:pt x="535" y="31"/>
                      <a:pt x="3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3"/>
              <p:cNvSpPr/>
              <p:nvPr/>
            </p:nvSpPr>
            <p:spPr>
              <a:xfrm>
                <a:off x="1456975" y="2304675"/>
                <a:ext cx="16100" cy="16100"/>
              </a:xfrm>
              <a:custGeom>
                <a:rect b="b" l="l" r="r" t="t"/>
                <a:pathLst>
                  <a:path extrusionOk="0" h="644" w="644">
                    <a:moveTo>
                      <a:pt x="323" y="1"/>
                    </a:moveTo>
                    <a:cubicBezTo>
                      <a:pt x="145" y="1"/>
                      <a:pt x="1" y="145"/>
                      <a:pt x="1" y="321"/>
                    </a:cubicBezTo>
                    <a:cubicBezTo>
                      <a:pt x="1" y="499"/>
                      <a:pt x="145" y="643"/>
                      <a:pt x="323" y="643"/>
                    </a:cubicBezTo>
                    <a:cubicBezTo>
                      <a:pt x="500" y="643"/>
                      <a:pt x="644" y="499"/>
                      <a:pt x="644" y="321"/>
                    </a:cubicBezTo>
                    <a:cubicBezTo>
                      <a:pt x="644" y="145"/>
                      <a:pt x="50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3"/>
              <p:cNvSpPr/>
              <p:nvPr/>
            </p:nvSpPr>
            <p:spPr>
              <a:xfrm>
                <a:off x="1456975" y="2349425"/>
                <a:ext cx="16100" cy="16075"/>
              </a:xfrm>
              <a:custGeom>
                <a:rect b="b" l="l" r="r" t="t"/>
                <a:pathLst>
                  <a:path extrusionOk="0" h="643" w="644">
                    <a:moveTo>
                      <a:pt x="323" y="0"/>
                    </a:moveTo>
                    <a:cubicBezTo>
                      <a:pt x="145" y="0"/>
                      <a:pt x="1" y="143"/>
                      <a:pt x="1" y="321"/>
                    </a:cubicBezTo>
                    <a:cubicBezTo>
                      <a:pt x="1" y="498"/>
                      <a:pt x="145" y="643"/>
                      <a:pt x="323" y="643"/>
                    </a:cubicBezTo>
                    <a:cubicBezTo>
                      <a:pt x="500" y="643"/>
                      <a:pt x="644" y="498"/>
                      <a:pt x="644" y="321"/>
                    </a:cubicBezTo>
                    <a:cubicBezTo>
                      <a:pt x="644" y="143"/>
                      <a:pt x="500"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3"/>
              <p:cNvSpPr/>
              <p:nvPr/>
            </p:nvSpPr>
            <p:spPr>
              <a:xfrm>
                <a:off x="1456975" y="2394175"/>
                <a:ext cx="16100" cy="16075"/>
              </a:xfrm>
              <a:custGeom>
                <a:rect b="b" l="l" r="r" t="t"/>
                <a:pathLst>
                  <a:path extrusionOk="0" h="643" w="644">
                    <a:moveTo>
                      <a:pt x="323" y="1"/>
                    </a:moveTo>
                    <a:cubicBezTo>
                      <a:pt x="145" y="1"/>
                      <a:pt x="1" y="144"/>
                      <a:pt x="1" y="321"/>
                    </a:cubicBezTo>
                    <a:cubicBezTo>
                      <a:pt x="1" y="499"/>
                      <a:pt x="145" y="642"/>
                      <a:pt x="323" y="642"/>
                    </a:cubicBezTo>
                    <a:cubicBezTo>
                      <a:pt x="500" y="642"/>
                      <a:pt x="644" y="499"/>
                      <a:pt x="644" y="321"/>
                    </a:cubicBezTo>
                    <a:cubicBezTo>
                      <a:pt x="644" y="144"/>
                      <a:pt x="50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3"/>
              <p:cNvSpPr/>
              <p:nvPr/>
            </p:nvSpPr>
            <p:spPr>
              <a:xfrm>
                <a:off x="1456975" y="2438925"/>
                <a:ext cx="16100" cy="16050"/>
              </a:xfrm>
              <a:custGeom>
                <a:rect b="b" l="l" r="r" t="t"/>
                <a:pathLst>
                  <a:path extrusionOk="0" h="642" w="644">
                    <a:moveTo>
                      <a:pt x="323" y="0"/>
                    </a:moveTo>
                    <a:cubicBezTo>
                      <a:pt x="145" y="0"/>
                      <a:pt x="1" y="143"/>
                      <a:pt x="1" y="321"/>
                    </a:cubicBezTo>
                    <a:cubicBezTo>
                      <a:pt x="1" y="498"/>
                      <a:pt x="145" y="642"/>
                      <a:pt x="323" y="642"/>
                    </a:cubicBezTo>
                    <a:cubicBezTo>
                      <a:pt x="500" y="642"/>
                      <a:pt x="644" y="498"/>
                      <a:pt x="644" y="321"/>
                    </a:cubicBezTo>
                    <a:cubicBezTo>
                      <a:pt x="644" y="143"/>
                      <a:pt x="500"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3"/>
              <p:cNvSpPr/>
              <p:nvPr/>
            </p:nvSpPr>
            <p:spPr>
              <a:xfrm>
                <a:off x="1456975" y="2483625"/>
                <a:ext cx="16100" cy="16100"/>
              </a:xfrm>
              <a:custGeom>
                <a:rect b="b" l="l" r="r" t="t"/>
                <a:pathLst>
                  <a:path extrusionOk="0" h="644" w="644">
                    <a:moveTo>
                      <a:pt x="323" y="0"/>
                    </a:moveTo>
                    <a:cubicBezTo>
                      <a:pt x="145" y="0"/>
                      <a:pt x="1" y="145"/>
                      <a:pt x="1" y="322"/>
                    </a:cubicBezTo>
                    <a:cubicBezTo>
                      <a:pt x="1" y="500"/>
                      <a:pt x="145" y="643"/>
                      <a:pt x="323" y="643"/>
                    </a:cubicBezTo>
                    <a:cubicBezTo>
                      <a:pt x="500" y="643"/>
                      <a:pt x="644" y="500"/>
                      <a:pt x="644" y="322"/>
                    </a:cubicBezTo>
                    <a:cubicBezTo>
                      <a:pt x="644" y="145"/>
                      <a:pt x="500"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3"/>
              <p:cNvSpPr/>
              <p:nvPr/>
            </p:nvSpPr>
            <p:spPr>
              <a:xfrm>
                <a:off x="1456975" y="2528350"/>
                <a:ext cx="16100" cy="16100"/>
              </a:xfrm>
              <a:custGeom>
                <a:rect b="b" l="l" r="r" t="t"/>
                <a:pathLst>
                  <a:path extrusionOk="0" h="644" w="644">
                    <a:moveTo>
                      <a:pt x="323" y="1"/>
                    </a:moveTo>
                    <a:cubicBezTo>
                      <a:pt x="145" y="1"/>
                      <a:pt x="1" y="145"/>
                      <a:pt x="1" y="323"/>
                    </a:cubicBezTo>
                    <a:cubicBezTo>
                      <a:pt x="1" y="499"/>
                      <a:pt x="145" y="644"/>
                      <a:pt x="323" y="644"/>
                    </a:cubicBezTo>
                    <a:cubicBezTo>
                      <a:pt x="500" y="644"/>
                      <a:pt x="644" y="499"/>
                      <a:pt x="644" y="323"/>
                    </a:cubicBezTo>
                    <a:cubicBezTo>
                      <a:pt x="644" y="145"/>
                      <a:pt x="50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3"/>
              <p:cNvSpPr/>
              <p:nvPr/>
            </p:nvSpPr>
            <p:spPr>
              <a:xfrm>
                <a:off x="1456975" y="2573125"/>
                <a:ext cx="16100" cy="16100"/>
              </a:xfrm>
              <a:custGeom>
                <a:rect b="b" l="l" r="r" t="t"/>
                <a:pathLst>
                  <a:path extrusionOk="0" h="644" w="644">
                    <a:moveTo>
                      <a:pt x="323" y="0"/>
                    </a:moveTo>
                    <a:cubicBezTo>
                      <a:pt x="145" y="0"/>
                      <a:pt x="1" y="145"/>
                      <a:pt x="1" y="321"/>
                    </a:cubicBezTo>
                    <a:cubicBezTo>
                      <a:pt x="1" y="499"/>
                      <a:pt x="145" y="643"/>
                      <a:pt x="323" y="643"/>
                    </a:cubicBezTo>
                    <a:cubicBezTo>
                      <a:pt x="500" y="643"/>
                      <a:pt x="644" y="499"/>
                      <a:pt x="644" y="321"/>
                    </a:cubicBezTo>
                    <a:cubicBezTo>
                      <a:pt x="644" y="145"/>
                      <a:pt x="500"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3"/>
              <p:cNvSpPr/>
              <p:nvPr/>
            </p:nvSpPr>
            <p:spPr>
              <a:xfrm>
                <a:off x="1456975" y="2617850"/>
                <a:ext cx="16100" cy="16075"/>
              </a:xfrm>
              <a:custGeom>
                <a:rect b="b" l="l" r="r" t="t"/>
                <a:pathLst>
                  <a:path extrusionOk="0" h="643" w="644">
                    <a:moveTo>
                      <a:pt x="323" y="1"/>
                    </a:moveTo>
                    <a:cubicBezTo>
                      <a:pt x="145" y="1"/>
                      <a:pt x="1" y="144"/>
                      <a:pt x="1" y="322"/>
                    </a:cubicBezTo>
                    <a:cubicBezTo>
                      <a:pt x="1" y="499"/>
                      <a:pt x="145" y="643"/>
                      <a:pt x="323" y="643"/>
                    </a:cubicBezTo>
                    <a:cubicBezTo>
                      <a:pt x="500" y="643"/>
                      <a:pt x="644" y="499"/>
                      <a:pt x="644" y="322"/>
                    </a:cubicBezTo>
                    <a:cubicBezTo>
                      <a:pt x="644" y="144"/>
                      <a:pt x="50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3"/>
              <p:cNvSpPr/>
              <p:nvPr/>
            </p:nvSpPr>
            <p:spPr>
              <a:xfrm>
                <a:off x="1550175" y="2282325"/>
                <a:ext cx="16075" cy="16100"/>
              </a:xfrm>
              <a:custGeom>
                <a:rect b="b" l="l" r="r" t="t"/>
                <a:pathLst>
                  <a:path extrusionOk="0" h="644" w="643">
                    <a:moveTo>
                      <a:pt x="321" y="1"/>
                    </a:moveTo>
                    <a:cubicBezTo>
                      <a:pt x="144" y="1"/>
                      <a:pt x="0" y="144"/>
                      <a:pt x="0" y="322"/>
                    </a:cubicBezTo>
                    <a:cubicBezTo>
                      <a:pt x="0" y="499"/>
                      <a:pt x="144" y="644"/>
                      <a:pt x="321" y="644"/>
                    </a:cubicBezTo>
                    <a:cubicBezTo>
                      <a:pt x="499" y="644"/>
                      <a:pt x="642" y="499"/>
                      <a:pt x="642" y="322"/>
                    </a:cubicBezTo>
                    <a:cubicBezTo>
                      <a:pt x="642"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3"/>
              <p:cNvSpPr/>
              <p:nvPr/>
            </p:nvSpPr>
            <p:spPr>
              <a:xfrm>
                <a:off x="1550175" y="2327075"/>
                <a:ext cx="16075" cy="16075"/>
              </a:xfrm>
              <a:custGeom>
                <a:rect b="b" l="l" r="r" t="t"/>
                <a:pathLst>
                  <a:path extrusionOk="0" h="643" w="643">
                    <a:moveTo>
                      <a:pt x="321" y="0"/>
                    </a:moveTo>
                    <a:cubicBezTo>
                      <a:pt x="144" y="0"/>
                      <a:pt x="0" y="144"/>
                      <a:pt x="0" y="321"/>
                    </a:cubicBezTo>
                    <a:cubicBezTo>
                      <a:pt x="0" y="499"/>
                      <a:pt x="144" y="642"/>
                      <a:pt x="321" y="642"/>
                    </a:cubicBezTo>
                    <a:cubicBezTo>
                      <a:pt x="499" y="642"/>
                      <a:pt x="642" y="499"/>
                      <a:pt x="642" y="321"/>
                    </a:cubicBezTo>
                    <a:cubicBezTo>
                      <a:pt x="642" y="144"/>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3"/>
              <p:cNvSpPr/>
              <p:nvPr/>
            </p:nvSpPr>
            <p:spPr>
              <a:xfrm>
                <a:off x="1550175" y="2371800"/>
                <a:ext cx="16075" cy="16075"/>
              </a:xfrm>
              <a:custGeom>
                <a:rect b="b" l="l" r="r" t="t"/>
                <a:pathLst>
                  <a:path extrusionOk="0" h="643" w="643">
                    <a:moveTo>
                      <a:pt x="321" y="1"/>
                    </a:moveTo>
                    <a:cubicBezTo>
                      <a:pt x="144" y="1"/>
                      <a:pt x="0" y="144"/>
                      <a:pt x="0" y="322"/>
                    </a:cubicBezTo>
                    <a:cubicBezTo>
                      <a:pt x="0" y="499"/>
                      <a:pt x="144" y="643"/>
                      <a:pt x="321" y="643"/>
                    </a:cubicBezTo>
                    <a:cubicBezTo>
                      <a:pt x="499" y="643"/>
                      <a:pt x="642" y="499"/>
                      <a:pt x="642" y="322"/>
                    </a:cubicBezTo>
                    <a:cubicBezTo>
                      <a:pt x="642"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3"/>
              <p:cNvSpPr/>
              <p:nvPr/>
            </p:nvSpPr>
            <p:spPr>
              <a:xfrm>
                <a:off x="1550175" y="2416525"/>
                <a:ext cx="16075" cy="16100"/>
              </a:xfrm>
              <a:custGeom>
                <a:rect b="b" l="l" r="r" t="t"/>
                <a:pathLst>
                  <a:path extrusionOk="0" h="644" w="643">
                    <a:moveTo>
                      <a:pt x="321" y="0"/>
                    </a:moveTo>
                    <a:cubicBezTo>
                      <a:pt x="144" y="0"/>
                      <a:pt x="0" y="145"/>
                      <a:pt x="0" y="322"/>
                    </a:cubicBezTo>
                    <a:cubicBezTo>
                      <a:pt x="0" y="499"/>
                      <a:pt x="144" y="643"/>
                      <a:pt x="321" y="643"/>
                    </a:cubicBezTo>
                    <a:cubicBezTo>
                      <a:pt x="499" y="643"/>
                      <a:pt x="642" y="499"/>
                      <a:pt x="642" y="322"/>
                    </a:cubicBezTo>
                    <a:cubicBezTo>
                      <a:pt x="642" y="145"/>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3"/>
              <p:cNvSpPr/>
              <p:nvPr/>
            </p:nvSpPr>
            <p:spPr>
              <a:xfrm>
                <a:off x="1550175" y="2461275"/>
                <a:ext cx="16075" cy="16100"/>
              </a:xfrm>
              <a:custGeom>
                <a:rect b="b" l="l" r="r" t="t"/>
                <a:pathLst>
                  <a:path extrusionOk="0" h="644" w="643">
                    <a:moveTo>
                      <a:pt x="321" y="1"/>
                    </a:moveTo>
                    <a:cubicBezTo>
                      <a:pt x="144" y="1"/>
                      <a:pt x="0" y="145"/>
                      <a:pt x="0" y="323"/>
                    </a:cubicBezTo>
                    <a:cubicBezTo>
                      <a:pt x="0" y="499"/>
                      <a:pt x="144" y="644"/>
                      <a:pt x="321" y="644"/>
                    </a:cubicBezTo>
                    <a:cubicBezTo>
                      <a:pt x="499" y="644"/>
                      <a:pt x="642" y="499"/>
                      <a:pt x="642" y="323"/>
                    </a:cubicBezTo>
                    <a:cubicBezTo>
                      <a:pt x="642" y="145"/>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3"/>
              <p:cNvSpPr/>
              <p:nvPr/>
            </p:nvSpPr>
            <p:spPr>
              <a:xfrm>
                <a:off x="1550175" y="2506025"/>
                <a:ext cx="16075" cy="16100"/>
              </a:xfrm>
              <a:custGeom>
                <a:rect b="b" l="l" r="r" t="t"/>
                <a:pathLst>
                  <a:path extrusionOk="0" h="644" w="643">
                    <a:moveTo>
                      <a:pt x="321" y="0"/>
                    </a:moveTo>
                    <a:cubicBezTo>
                      <a:pt x="144" y="0"/>
                      <a:pt x="0" y="144"/>
                      <a:pt x="0" y="321"/>
                    </a:cubicBezTo>
                    <a:cubicBezTo>
                      <a:pt x="0" y="499"/>
                      <a:pt x="144" y="643"/>
                      <a:pt x="321" y="643"/>
                    </a:cubicBezTo>
                    <a:cubicBezTo>
                      <a:pt x="499" y="643"/>
                      <a:pt x="642" y="499"/>
                      <a:pt x="642" y="321"/>
                    </a:cubicBezTo>
                    <a:cubicBezTo>
                      <a:pt x="642" y="144"/>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3"/>
              <p:cNvSpPr/>
              <p:nvPr/>
            </p:nvSpPr>
            <p:spPr>
              <a:xfrm>
                <a:off x="1550175" y="2550750"/>
                <a:ext cx="16075" cy="16075"/>
              </a:xfrm>
              <a:custGeom>
                <a:rect b="b" l="l" r="r" t="t"/>
                <a:pathLst>
                  <a:path extrusionOk="0" h="643" w="643">
                    <a:moveTo>
                      <a:pt x="321" y="1"/>
                    </a:moveTo>
                    <a:cubicBezTo>
                      <a:pt x="144" y="1"/>
                      <a:pt x="0" y="144"/>
                      <a:pt x="0" y="322"/>
                    </a:cubicBezTo>
                    <a:cubicBezTo>
                      <a:pt x="0" y="499"/>
                      <a:pt x="144" y="643"/>
                      <a:pt x="321" y="643"/>
                    </a:cubicBezTo>
                    <a:cubicBezTo>
                      <a:pt x="499" y="643"/>
                      <a:pt x="642" y="499"/>
                      <a:pt x="642" y="322"/>
                    </a:cubicBezTo>
                    <a:cubicBezTo>
                      <a:pt x="642"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3"/>
              <p:cNvSpPr/>
              <p:nvPr/>
            </p:nvSpPr>
            <p:spPr>
              <a:xfrm>
                <a:off x="1550200" y="2595500"/>
                <a:ext cx="16050" cy="16075"/>
              </a:xfrm>
              <a:custGeom>
                <a:rect b="b" l="l" r="r" t="t"/>
                <a:pathLst>
                  <a:path extrusionOk="0" h="643" w="642">
                    <a:moveTo>
                      <a:pt x="321" y="0"/>
                    </a:moveTo>
                    <a:cubicBezTo>
                      <a:pt x="144" y="0"/>
                      <a:pt x="0" y="145"/>
                      <a:pt x="0" y="321"/>
                    </a:cubicBezTo>
                    <a:cubicBezTo>
                      <a:pt x="0" y="499"/>
                      <a:pt x="145" y="642"/>
                      <a:pt x="321" y="642"/>
                    </a:cubicBezTo>
                    <a:cubicBezTo>
                      <a:pt x="342" y="642"/>
                      <a:pt x="363" y="640"/>
                      <a:pt x="382" y="636"/>
                    </a:cubicBezTo>
                    <a:cubicBezTo>
                      <a:pt x="470" y="552"/>
                      <a:pt x="555" y="465"/>
                      <a:pt x="637" y="374"/>
                    </a:cubicBezTo>
                    <a:cubicBezTo>
                      <a:pt x="640" y="357"/>
                      <a:pt x="641" y="339"/>
                      <a:pt x="641" y="321"/>
                    </a:cubicBezTo>
                    <a:cubicBezTo>
                      <a:pt x="641" y="145"/>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3"/>
              <p:cNvSpPr/>
              <p:nvPr/>
            </p:nvSpPr>
            <p:spPr>
              <a:xfrm>
                <a:off x="1519775" y="2260150"/>
                <a:ext cx="16100" cy="15875"/>
              </a:xfrm>
              <a:custGeom>
                <a:rect b="b" l="l" r="r" t="t"/>
                <a:pathLst>
                  <a:path extrusionOk="0" h="635" w="644">
                    <a:moveTo>
                      <a:pt x="252" y="0"/>
                    </a:moveTo>
                    <a:cubicBezTo>
                      <a:pt x="109" y="31"/>
                      <a:pt x="1" y="160"/>
                      <a:pt x="1" y="314"/>
                    </a:cubicBezTo>
                    <a:cubicBezTo>
                      <a:pt x="1" y="492"/>
                      <a:pt x="145" y="635"/>
                      <a:pt x="323" y="635"/>
                    </a:cubicBezTo>
                    <a:cubicBezTo>
                      <a:pt x="500" y="635"/>
                      <a:pt x="644" y="491"/>
                      <a:pt x="644" y="314"/>
                    </a:cubicBezTo>
                    <a:cubicBezTo>
                      <a:pt x="644" y="160"/>
                      <a:pt x="535" y="31"/>
                      <a:pt x="3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3"/>
              <p:cNvSpPr/>
              <p:nvPr/>
            </p:nvSpPr>
            <p:spPr>
              <a:xfrm>
                <a:off x="1519775" y="2304675"/>
                <a:ext cx="16100" cy="16100"/>
              </a:xfrm>
              <a:custGeom>
                <a:rect b="b" l="l" r="r" t="t"/>
                <a:pathLst>
                  <a:path extrusionOk="0" h="644" w="644">
                    <a:moveTo>
                      <a:pt x="323" y="1"/>
                    </a:moveTo>
                    <a:cubicBezTo>
                      <a:pt x="145" y="1"/>
                      <a:pt x="1" y="145"/>
                      <a:pt x="1" y="321"/>
                    </a:cubicBezTo>
                    <a:cubicBezTo>
                      <a:pt x="1" y="499"/>
                      <a:pt x="145" y="643"/>
                      <a:pt x="323" y="643"/>
                    </a:cubicBezTo>
                    <a:cubicBezTo>
                      <a:pt x="499" y="643"/>
                      <a:pt x="644" y="499"/>
                      <a:pt x="644" y="321"/>
                    </a:cubicBezTo>
                    <a:cubicBezTo>
                      <a:pt x="644" y="145"/>
                      <a:pt x="499"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3"/>
              <p:cNvSpPr/>
              <p:nvPr/>
            </p:nvSpPr>
            <p:spPr>
              <a:xfrm>
                <a:off x="1519775" y="2349425"/>
                <a:ext cx="16100" cy="16075"/>
              </a:xfrm>
              <a:custGeom>
                <a:rect b="b" l="l" r="r" t="t"/>
                <a:pathLst>
                  <a:path extrusionOk="0" h="643" w="644">
                    <a:moveTo>
                      <a:pt x="323" y="0"/>
                    </a:moveTo>
                    <a:cubicBezTo>
                      <a:pt x="145" y="0"/>
                      <a:pt x="1" y="143"/>
                      <a:pt x="1" y="321"/>
                    </a:cubicBezTo>
                    <a:cubicBezTo>
                      <a:pt x="1" y="498"/>
                      <a:pt x="145" y="643"/>
                      <a:pt x="323" y="643"/>
                    </a:cubicBezTo>
                    <a:cubicBezTo>
                      <a:pt x="499" y="643"/>
                      <a:pt x="644" y="498"/>
                      <a:pt x="644" y="321"/>
                    </a:cubicBezTo>
                    <a:cubicBezTo>
                      <a:pt x="644" y="143"/>
                      <a:pt x="49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3"/>
              <p:cNvSpPr/>
              <p:nvPr/>
            </p:nvSpPr>
            <p:spPr>
              <a:xfrm>
                <a:off x="1519775" y="2394175"/>
                <a:ext cx="16100" cy="16075"/>
              </a:xfrm>
              <a:custGeom>
                <a:rect b="b" l="l" r="r" t="t"/>
                <a:pathLst>
                  <a:path extrusionOk="0" h="643" w="644">
                    <a:moveTo>
                      <a:pt x="323" y="1"/>
                    </a:moveTo>
                    <a:cubicBezTo>
                      <a:pt x="145" y="1"/>
                      <a:pt x="1" y="144"/>
                      <a:pt x="1" y="321"/>
                    </a:cubicBezTo>
                    <a:cubicBezTo>
                      <a:pt x="1" y="499"/>
                      <a:pt x="145" y="642"/>
                      <a:pt x="323" y="642"/>
                    </a:cubicBezTo>
                    <a:cubicBezTo>
                      <a:pt x="499" y="642"/>
                      <a:pt x="644" y="499"/>
                      <a:pt x="644" y="321"/>
                    </a:cubicBezTo>
                    <a:cubicBezTo>
                      <a:pt x="644" y="144"/>
                      <a:pt x="499"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3"/>
              <p:cNvSpPr/>
              <p:nvPr/>
            </p:nvSpPr>
            <p:spPr>
              <a:xfrm>
                <a:off x="1519775" y="2438925"/>
                <a:ext cx="16100" cy="16050"/>
              </a:xfrm>
              <a:custGeom>
                <a:rect b="b" l="l" r="r" t="t"/>
                <a:pathLst>
                  <a:path extrusionOk="0" h="642" w="644">
                    <a:moveTo>
                      <a:pt x="323" y="0"/>
                    </a:moveTo>
                    <a:cubicBezTo>
                      <a:pt x="145" y="0"/>
                      <a:pt x="1" y="143"/>
                      <a:pt x="1" y="321"/>
                    </a:cubicBezTo>
                    <a:cubicBezTo>
                      <a:pt x="1" y="498"/>
                      <a:pt x="145" y="642"/>
                      <a:pt x="323" y="642"/>
                    </a:cubicBezTo>
                    <a:cubicBezTo>
                      <a:pt x="499" y="642"/>
                      <a:pt x="644" y="498"/>
                      <a:pt x="644" y="321"/>
                    </a:cubicBezTo>
                    <a:cubicBezTo>
                      <a:pt x="644" y="143"/>
                      <a:pt x="49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3"/>
              <p:cNvSpPr/>
              <p:nvPr/>
            </p:nvSpPr>
            <p:spPr>
              <a:xfrm>
                <a:off x="1519775" y="2483625"/>
                <a:ext cx="16100" cy="16100"/>
              </a:xfrm>
              <a:custGeom>
                <a:rect b="b" l="l" r="r" t="t"/>
                <a:pathLst>
                  <a:path extrusionOk="0" h="644" w="644">
                    <a:moveTo>
                      <a:pt x="323" y="0"/>
                    </a:moveTo>
                    <a:cubicBezTo>
                      <a:pt x="145" y="0"/>
                      <a:pt x="1" y="145"/>
                      <a:pt x="1" y="322"/>
                    </a:cubicBezTo>
                    <a:cubicBezTo>
                      <a:pt x="1" y="500"/>
                      <a:pt x="145" y="643"/>
                      <a:pt x="323" y="643"/>
                    </a:cubicBezTo>
                    <a:cubicBezTo>
                      <a:pt x="499" y="643"/>
                      <a:pt x="644" y="500"/>
                      <a:pt x="644" y="322"/>
                    </a:cubicBezTo>
                    <a:cubicBezTo>
                      <a:pt x="644" y="145"/>
                      <a:pt x="49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3"/>
              <p:cNvSpPr/>
              <p:nvPr/>
            </p:nvSpPr>
            <p:spPr>
              <a:xfrm>
                <a:off x="1519775" y="2528350"/>
                <a:ext cx="16100" cy="16100"/>
              </a:xfrm>
              <a:custGeom>
                <a:rect b="b" l="l" r="r" t="t"/>
                <a:pathLst>
                  <a:path extrusionOk="0" h="644" w="644">
                    <a:moveTo>
                      <a:pt x="323" y="1"/>
                    </a:moveTo>
                    <a:cubicBezTo>
                      <a:pt x="145" y="1"/>
                      <a:pt x="1" y="145"/>
                      <a:pt x="1" y="323"/>
                    </a:cubicBezTo>
                    <a:cubicBezTo>
                      <a:pt x="1" y="499"/>
                      <a:pt x="145" y="644"/>
                      <a:pt x="323" y="644"/>
                    </a:cubicBezTo>
                    <a:cubicBezTo>
                      <a:pt x="499" y="644"/>
                      <a:pt x="644" y="499"/>
                      <a:pt x="644" y="323"/>
                    </a:cubicBezTo>
                    <a:cubicBezTo>
                      <a:pt x="644" y="145"/>
                      <a:pt x="499"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3"/>
              <p:cNvSpPr/>
              <p:nvPr/>
            </p:nvSpPr>
            <p:spPr>
              <a:xfrm>
                <a:off x="1519775" y="2573125"/>
                <a:ext cx="16100" cy="16100"/>
              </a:xfrm>
              <a:custGeom>
                <a:rect b="b" l="l" r="r" t="t"/>
                <a:pathLst>
                  <a:path extrusionOk="0" h="644" w="644">
                    <a:moveTo>
                      <a:pt x="323" y="0"/>
                    </a:moveTo>
                    <a:cubicBezTo>
                      <a:pt x="145" y="0"/>
                      <a:pt x="1" y="145"/>
                      <a:pt x="1" y="321"/>
                    </a:cubicBezTo>
                    <a:cubicBezTo>
                      <a:pt x="1" y="499"/>
                      <a:pt x="145" y="643"/>
                      <a:pt x="323" y="643"/>
                    </a:cubicBezTo>
                    <a:cubicBezTo>
                      <a:pt x="499" y="643"/>
                      <a:pt x="644" y="499"/>
                      <a:pt x="644" y="321"/>
                    </a:cubicBezTo>
                    <a:cubicBezTo>
                      <a:pt x="644" y="145"/>
                      <a:pt x="49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3"/>
              <p:cNvSpPr/>
              <p:nvPr/>
            </p:nvSpPr>
            <p:spPr>
              <a:xfrm>
                <a:off x="1519775" y="2617850"/>
                <a:ext cx="16100" cy="16100"/>
              </a:xfrm>
              <a:custGeom>
                <a:rect b="b" l="l" r="r" t="t"/>
                <a:pathLst>
                  <a:path extrusionOk="0" h="644" w="644">
                    <a:moveTo>
                      <a:pt x="323" y="1"/>
                    </a:moveTo>
                    <a:cubicBezTo>
                      <a:pt x="144" y="1"/>
                      <a:pt x="1" y="144"/>
                      <a:pt x="1" y="322"/>
                    </a:cubicBezTo>
                    <a:cubicBezTo>
                      <a:pt x="1" y="499"/>
                      <a:pt x="144" y="642"/>
                      <a:pt x="321" y="644"/>
                    </a:cubicBezTo>
                    <a:lnTo>
                      <a:pt x="592" y="497"/>
                    </a:lnTo>
                    <a:cubicBezTo>
                      <a:pt x="624" y="448"/>
                      <a:pt x="644" y="387"/>
                      <a:pt x="644" y="322"/>
                    </a:cubicBezTo>
                    <a:cubicBezTo>
                      <a:pt x="644" y="144"/>
                      <a:pt x="50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3"/>
              <p:cNvSpPr/>
              <p:nvPr/>
            </p:nvSpPr>
            <p:spPr>
              <a:xfrm>
                <a:off x="1582575" y="2260150"/>
                <a:ext cx="16100" cy="15875"/>
              </a:xfrm>
              <a:custGeom>
                <a:rect b="b" l="l" r="r" t="t"/>
                <a:pathLst>
                  <a:path extrusionOk="0" h="635" w="644">
                    <a:moveTo>
                      <a:pt x="252" y="0"/>
                    </a:moveTo>
                    <a:cubicBezTo>
                      <a:pt x="109" y="31"/>
                      <a:pt x="1" y="160"/>
                      <a:pt x="1" y="314"/>
                    </a:cubicBezTo>
                    <a:cubicBezTo>
                      <a:pt x="1" y="492"/>
                      <a:pt x="144" y="635"/>
                      <a:pt x="322" y="635"/>
                    </a:cubicBezTo>
                    <a:cubicBezTo>
                      <a:pt x="500" y="635"/>
                      <a:pt x="643" y="491"/>
                      <a:pt x="643" y="314"/>
                    </a:cubicBezTo>
                    <a:cubicBezTo>
                      <a:pt x="643" y="160"/>
                      <a:pt x="535" y="31"/>
                      <a:pt x="3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3"/>
              <p:cNvSpPr/>
              <p:nvPr/>
            </p:nvSpPr>
            <p:spPr>
              <a:xfrm>
                <a:off x="1582575" y="2304675"/>
                <a:ext cx="16100" cy="16100"/>
              </a:xfrm>
              <a:custGeom>
                <a:rect b="b" l="l" r="r" t="t"/>
                <a:pathLst>
                  <a:path extrusionOk="0" h="644" w="644">
                    <a:moveTo>
                      <a:pt x="322" y="1"/>
                    </a:moveTo>
                    <a:cubicBezTo>
                      <a:pt x="144" y="1"/>
                      <a:pt x="1" y="145"/>
                      <a:pt x="1" y="321"/>
                    </a:cubicBezTo>
                    <a:cubicBezTo>
                      <a:pt x="1" y="499"/>
                      <a:pt x="144" y="643"/>
                      <a:pt x="322" y="643"/>
                    </a:cubicBezTo>
                    <a:cubicBezTo>
                      <a:pt x="499" y="643"/>
                      <a:pt x="643" y="499"/>
                      <a:pt x="643" y="321"/>
                    </a:cubicBezTo>
                    <a:cubicBezTo>
                      <a:pt x="643" y="145"/>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3"/>
              <p:cNvSpPr/>
              <p:nvPr/>
            </p:nvSpPr>
            <p:spPr>
              <a:xfrm>
                <a:off x="1582575" y="2349425"/>
                <a:ext cx="16100" cy="16075"/>
              </a:xfrm>
              <a:custGeom>
                <a:rect b="b" l="l" r="r" t="t"/>
                <a:pathLst>
                  <a:path extrusionOk="0" h="643" w="644">
                    <a:moveTo>
                      <a:pt x="322" y="0"/>
                    </a:moveTo>
                    <a:cubicBezTo>
                      <a:pt x="144" y="0"/>
                      <a:pt x="1" y="143"/>
                      <a:pt x="1" y="321"/>
                    </a:cubicBezTo>
                    <a:cubicBezTo>
                      <a:pt x="1" y="498"/>
                      <a:pt x="144" y="643"/>
                      <a:pt x="322" y="643"/>
                    </a:cubicBezTo>
                    <a:cubicBezTo>
                      <a:pt x="499" y="643"/>
                      <a:pt x="643" y="498"/>
                      <a:pt x="643" y="321"/>
                    </a:cubicBezTo>
                    <a:cubicBezTo>
                      <a:pt x="643" y="143"/>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3"/>
              <p:cNvSpPr/>
              <p:nvPr/>
            </p:nvSpPr>
            <p:spPr>
              <a:xfrm>
                <a:off x="1582575" y="2394175"/>
                <a:ext cx="16100" cy="16075"/>
              </a:xfrm>
              <a:custGeom>
                <a:rect b="b" l="l" r="r" t="t"/>
                <a:pathLst>
                  <a:path extrusionOk="0" h="643" w="644">
                    <a:moveTo>
                      <a:pt x="322" y="1"/>
                    </a:moveTo>
                    <a:cubicBezTo>
                      <a:pt x="144" y="1"/>
                      <a:pt x="1" y="144"/>
                      <a:pt x="1" y="321"/>
                    </a:cubicBezTo>
                    <a:cubicBezTo>
                      <a:pt x="1" y="499"/>
                      <a:pt x="144" y="642"/>
                      <a:pt x="322" y="642"/>
                    </a:cubicBezTo>
                    <a:cubicBezTo>
                      <a:pt x="499" y="642"/>
                      <a:pt x="643" y="499"/>
                      <a:pt x="643" y="321"/>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3"/>
              <p:cNvSpPr/>
              <p:nvPr/>
            </p:nvSpPr>
            <p:spPr>
              <a:xfrm>
                <a:off x="1582575" y="2438925"/>
                <a:ext cx="16100" cy="16050"/>
              </a:xfrm>
              <a:custGeom>
                <a:rect b="b" l="l" r="r" t="t"/>
                <a:pathLst>
                  <a:path extrusionOk="0" h="642" w="644">
                    <a:moveTo>
                      <a:pt x="322" y="0"/>
                    </a:moveTo>
                    <a:cubicBezTo>
                      <a:pt x="144" y="0"/>
                      <a:pt x="1" y="143"/>
                      <a:pt x="1" y="321"/>
                    </a:cubicBezTo>
                    <a:cubicBezTo>
                      <a:pt x="1" y="498"/>
                      <a:pt x="144" y="642"/>
                      <a:pt x="322" y="642"/>
                    </a:cubicBezTo>
                    <a:cubicBezTo>
                      <a:pt x="499" y="642"/>
                      <a:pt x="643" y="498"/>
                      <a:pt x="643" y="321"/>
                    </a:cubicBezTo>
                    <a:cubicBezTo>
                      <a:pt x="643" y="143"/>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3"/>
              <p:cNvSpPr/>
              <p:nvPr/>
            </p:nvSpPr>
            <p:spPr>
              <a:xfrm>
                <a:off x="1582575" y="2483625"/>
                <a:ext cx="16100" cy="16100"/>
              </a:xfrm>
              <a:custGeom>
                <a:rect b="b" l="l" r="r" t="t"/>
                <a:pathLst>
                  <a:path extrusionOk="0" h="644" w="644">
                    <a:moveTo>
                      <a:pt x="322" y="0"/>
                    </a:moveTo>
                    <a:cubicBezTo>
                      <a:pt x="144" y="0"/>
                      <a:pt x="1" y="145"/>
                      <a:pt x="1" y="322"/>
                    </a:cubicBezTo>
                    <a:cubicBezTo>
                      <a:pt x="1" y="500"/>
                      <a:pt x="144" y="643"/>
                      <a:pt x="322" y="643"/>
                    </a:cubicBezTo>
                    <a:cubicBezTo>
                      <a:pt x="499" y="643"/>
                      <a:pt x="643" y="500"/>
                      <a:pt x="643" y="322"/>
                    </a:cubicBezTo>
                    <a:cubicBezTo>
                      <a:pt x="643" y="145"/>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3"/>
              <p:cNvSpPr/>
              <p:nvPr/>
            </p:nvSpPr>
            <p:spPr>
              <a:xfrm>
                <a:off x="1582575" y="2528350"/>
                <a:ext cx="16100" cy="16100"/>
              </a:xfrm>
              <a:custGeom>
                <a:rect b="b" l="l" r="r" t="t"/>
                <a:pathLst>
                  <a:path extrusionOk="0" h="644" w="644">
                    <a:moveTo>
                      <a:pt x="322" y="1"/>
                    </a:moveTo>
                    <a:cubicBezTo>
                      <a:pt x="144" y="1"/>
                      <a:pt x="1" y="145"/>
                      <a:pt x="1" y="323"/>
                    </a:cubicBezTo>
                    <a:cubicBezTo>
                      <a:pt x="1" y="499"/>
                      <a:pt x="144" y="644"/>
                      <a:pt x="322" y="644"/>
                    </a:cubicBezTo>
                    <a:cubicBezTo>
                      <a:pt x="499" y="644"/>
                      <a:pt x="643" y="499"/>
                      <a:pt x="643" y="323"/>
                    </a:cubicBezTo>
                    <a:cubicBezTo>
                      <a:pt x="643" y="145"/>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3"/>
              <p:cNvSpPr/>
              <p:nvPr/>
            </p:nvSpPr>
            <p:spPr>
              <a:xfrm>
                <a:off x="1582575" y="2573950"/>
                <a:ext cx="4550" cy="8350"/>
              </a:xfrm>
              <a:custGeom>
                <a:rect b="b" l="l" r="r" t="t"/>
                <a:pathLst>
                  <a:path extrusionOk="0" h="334" w="182">
                    <a:moveTo>
                      <a:pt x="181" y="0"/>
                    </a:moveTo>
                    <a:cubicBezTo>
                      <a:pt x="74" y="52"/>
                      <a:pt x="1" y="161"/>
                      <a:pt x="1" y="288"/>
                    </a:cubicBezTo>
                    <a:cubicBezTo>
                      <a:pt x="1" y="304"/>
                      <a:pt x="1" y="319"/>
                      <a:pt x="4" y="334"/>
                    </a:cubicBezTo>
                    <a:cubicBezTo>
                      <a:pt x="67" y="224"/>
                      <a:pt x="125" y="114"/>
                      <a:pt x="1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 name="Google Shape;143;p3"/>
          <p:cNvGrpSpPr/>
          <p:nvPr/>
        </p:nvGrpSpPr>
        <p:grpSpPr>
          <a:xfrm>
            <a:off x="7620259" y="4324790"/>
            <a:ext cx="1225636" cy="611471"/>
            <a:chOff x="2247984" y="1458613"/>
            <a:chExt cx="416741" cy="207913"/>
          </a:xfrm>
        </p:grpSpPr>
        <p:sp>
          <p:nvSpPr>
            <p:cNvPr id="144" name="Google Shape;144;p3"/>
            <p:cNvSpPr/>
            <p:nvPr/>
          </p:nvSpPr>
          <p:spPr>
            <a:xfrm>
              <a:off x="2247984" y="1458613"/>
              <a:ext cx="416475" cy="205125"/>
            </a:xfrm>
            <a:custGeom>
              <a:rect b="b" l="l" r="r" t="t"/>
              <a:pathLst>
                <a:path extrusionOk="0" h="8205" w="16659">
                  <a:moveTo>
                    <a:pt x="45" y="1"/>
                  </a:moveTo>
                  <a:lnTo>
                    <a:pt x="45" y="5463"/>
                  </a:lnTo>
                  <a:cubicBezTo>
                    <a:pt x="1" y="7244"/>
                    <a:pt x="1450" y="8197"/>
                    <a:pt x="2883" y="8197"/>
                  </a:cubicBezTo>
                  <a:cubicBezTo>
                    <a:pt x="4117" y="8197"/>
                    <a:pt x="5339" y="7490"/>
                    <a:pt x="5585" y="5996"/>
                  </a:cubicBezTo>
                  <a:cubicBezTo>
                    <a:pt x="5815" y="7468"/>
                    <a:pt x="7072" y="8204"/>
                    <a:pt x="8329" y="8204"/>
                  </a:cubicBezTo>
                  <a:cubicBezTo>
                    <a:pt x="9586" y="8204"/>
                    <a:pt x="10844" y="7468"/>
                    <a:pt x="11075" y="5996"/>
                  </a:cubicBezTo>
                  <a:cubicBezTo>
                    <a:pt x="11321" y="7490"/>
                    <a:pt x="12543" y="8197"/>
                    <a:pt x="13777" y="8197"/>
                  </a:cubicBezTo>
                  <a:cubicBezTo>
                    <a:pt x="15210" y="8197"/>
                    <a:pt x="16658" y="7244"/>
                    <a:pt x="16614" y="5463"/>
                  </a:cubicBezTo>
                  <a:lnTo>
                    <a:pt x="16614"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3"/>
            <p:cNvSpPr/>
            <p:nvPr/>
          </p:nvSpPr>
          <p:spPr>
            <a:xfrm>
              <a:off x="2250450" y="1460025"/>
              <a:ext cx="414275" cy="206500"/>
            </a:xfrm>
            <a:custGeom>
              <a:rect b="b" l="l" r="r" t="t"/>
              <a:pathLst>
                <a:path extrusionOk="0" h="8260" w="16571">
                  <a:moveTo>
                    <a:pt x="0" y="0"/>
                  </a:moveTo>
                  <a:lnTo>
                    <a:pt x="0" y="5464"/>
                  </a:lnTo>
                  <a:cubicBezTo>
                    <a:pt x="0" y="7008"/>
                    <a:pt x="1251" y="8259"/>
                    <a:pt x="2795" y="8259"/>
                  </a:cubicBezTo>
                  <a:cubicBezTo>
                    <a:pt x="4157" y="8259"/>
                    <a:pt x="5291" y="7285"/>
                    <a:pt x="5540" y="5996"/>
                  </a:cubicBezTo>
                  <a:cubicBezTo>
                    <a:pt x="5790" y="7285"/>
                    <a:pt x="6923" y="8259"/>
                    <a:pt x="8285" y="8259"/>
                  </a:cubicBezTo>
                  <a:cubicBezTo>
                    <a:pt x="9647" y="8259"/>
                    <a:pt x="10781" y="7285"/>
                    <a:pt x="11030" y="5996"/>
                  </a:cubicBezTo>
                  <a:cubicBezTo>
                    <a:pt x="11280" y="7285"/>
                    <a:pt x="12413" y="8259"/>
                    <a:pt x="13775" y="8259"/>
                  </a:cubicBezTo>
                  <a:cubicBezTo>
                    <a:pt x="15320" y="8259"/>
                    <a:pt x="16571" y="7008"/>
                    <a:pt x="16571" y="5464"/>
                  </a:cubicBezTo>
                  <a:lnTo>
                    <a:pt x="165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3"/>
            <p:cNvSpPr/>
            <p:nvPr/>
          </p:nvSpPr>
          <p:spPr>
            <a:xfrm>
              <a:off x="2301725" y="1511350"/>
              <a:ext cx="311700" cy="103875"/>
            </a:xfrm>
            <a:custGeom>
              <a:rect b="b" l="l" r="r" t="t"/>
              <a:pathLst>
                <a:path extrusionOk="0" h="4155" w="12468">
                  <a:moveTo>
                    <a:pt x="1" y="0"/>
                  </a:moveTo>
                  <a:lnTo>
                    <a:pt x="1" y="3377"/>
                  </a:lnTo>
                  <a:cubicBezTo>
                    <a:pt x="1" y="3781"/>
                    <a:pt x="300" y="4122"/>
                    <a:pt x="682" y="4153"/>
                  </a:cubicBezTo>
                  <a:cubicBezTo>
                    <a:pt x="704" y="4154"/>
                    <a:pt x="725" y="4155"/>
                    <a:pt x="746" y="4155"/>
                  </a:cubicBezTo>
                  <a:cubicBezTo>
                    <a:pt x="1076" y="4155"/>
                    <a:pt x="1366" y="3936"/>
                    <a:pt x="1458" y="3624"/>
                  </a:cubicBezTo>
                  <a:lnTo>
                    <a:pt x="1463" y="3274"/>
                  </a:lnTo>
                  <a:cubicBezTo>
                    <a:pt x="1476" y="2172"/>
                    <a:pt x="2387" y="1276"/>
                    <a:pt x="3488" y="1276"/>
                  </a:cubicBezTo>
                  <a:cubicBezTo>
                    <a:pt x="4582" y="1276"/>
                    <a:pt x="5490" y="2166"/>
                    <a:pt x="5514" y="3260"/>
                  </a:cubicBezTo>
                  <a:lnTo>
                    <a:pt x="5521" y="3622"/>
                  </a:lnTo>
                  <a:cubicBezTo>
                    <a:pt x="5613" y="3934"/>
                    <a:pt x="5902" y="4155"/>
                    <a:pt x="6234" y="4155"/>
                  </a:cubicBezTo>
                  <a:cubicBezTo>
                    <a:pt x="6563" y="4155"/>
                    <a:pt x="6851" y="3937"/>
                    <a:pt x="6945" y="3629"/>
                  </a:cubicBezTo>
                  <a:lnTo>
                    <a:pt x="6946" y="3296"/>
                  </a:lnTo>
                  <a:cubicBezTo>
                    <a:pt x="6949" y="2182"/>
                    <a:pt x="7857" y="1275"/>
                    <a:pt x="8972" y="1275"/>
                  </a:cubicBezTo>
                  <a:lnTo>
                    <a:pt x="8977" y="1275"/>
                  </a:lnTo>
                  <a:cubicBezTo>
                    <a:pt x="10071" y="1275"/>
                    <a:pt x="10980" y="2164"/>
                    <a:pt x="11002" y="3258"/>
                  </a:cubicBezTo>
                  <a:lnTo>
                    <a:pt x="11010" y="3621"/>
                  </a:lnTo>
                  <a:cubicBezTo>
                    <a:pt x="11102" y="3933"/>
                    <a:pt x="11391" y="4154"/>
                    <a:pt x="11723" y="4154"/>
                  </a:cubicBezTo>
                  <a:cubicBezTo>
                    <a:pt x="11744" y="4154"/>
                    <a:pt x="11765" y="4153"/>
                    <a:pt x="11786" y="4152"/>
                  </a:cubicBezTo>
                  <a:cubicBezTo>
                    <a:pt x="12168" y="4120"/>
                    <a:pt x="12467" y="3780"/>
                    <a:pt x="12467" y="3376"/>
                  </a:cubicBezTo>
                  <a:lnTo>
                    <a:pt x="124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3"/>
            <p:cNvSpPr/>
            <p:nvPr/>
          </p:nvSpPr>
          <p:spPr>
            <a:xfrm>
              <a:off x="2301075" y="1487525"/>
              <a:ext cx="10175" cy="10175"/>
            </a:xfrm>
            <a:custGeom>
              <a:rect b="b" l="l" r="r" t="t"/>
              <a:pathLst>
                <a:path extrusionOk="0" h="407" w="407">
                  <a:moveTo>
                    <a:pt x="204" y="0"/>
                  </a:moveTo>
                  <a:cubicBezTo>
                    <a:pt x="92" y="0"/>
                    <a:pt x="1" y="91"/>
                    <a:pt x="1" y="204"/>
                  </a:cubicBezTo>
                  <a:cubicBezTo>
                    <a:pt x="1" y="315"/>
                    <a:pt x="92" y="406"/>
                    <a:pt x="204" y="406"/>
                  </a:cubicBezTo>
                  <a:cubicBezTo>
                    <a:pt x="316" y="406"/>
                    <a:pt x="406" y="315"/>
                    <a:pt x="406" y="204"/>
                  </a:cubicBezTo>
                  <a:cubicBezTo>
                    <a:pt x="406" y="91"/>
                    <a:pt x="316"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3"/>
            <p:cNvSpPr/>
            <p:nvPr/>
          </p:nvSpPr>
          <p:spPr>
            <a:xfrm>
              <a:off x="2331375" y="1487525"/>
              <a:ext cx="10125" cy="10175"/>
            </a:xfrm>
            <a:custGeom>
              <a:rect b="b" l="l" r="r" t="t"/>
              <a:pathLst>
                <a:path extrusionOk="0" h="407" w="405">
                  <a:moveTo>
                    <a:pt x="203" y="0"/>
                  </a:moveTo>
                  <a:cubicBezTo>
                    <a:pt x="91" y="0"/>
                    <a:pt x="0" y="91"/>
                    <a:pt x="0" y="204"/>
                  </a:cubicBezTo>
                  <a:cubicBezTo>
                    <a:pt x="0" y="315"/>
                    <a:pt x="91" y="406"/>
                    <a:pt x="203" y="406"/>
                  </a:cubicBezTo>
                  <a:cubicBezTo>
                    <a:pt x="315" y="406"/>
                    <a:pt x="405" y="315"/>
                    <a:pt x="405" y="204"/>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3"/>
            <p:cNvSpPr/>
            <p:nvPr/>
          </p:nvSpPr>
          <p:spPr>
            <a:xfrm>
              <a:off x="2361650" y="1487525"/>
              <a:ext cx="10150" cy="10175"/>
            </a:xfrm>
            <a:custGeom>
              <a:rect b="b" l="l" r="r" t="t"/>
              <a:pathLst>
                <a:path extrusionOk="0" h="407" w="406">
                  <a:moveTo>
                    <a:pt x="203" y="0"/>
                  </a:moveTo>
                  <a:cubicBezTo>
                    <a:pt x="92" y="0"/>
                    <a:pt x="1" y="91"/>
                    <a:pt x="1" y="204"/>
                  </a:cubicBezTo>
                  <a:cubicBezTo>
                    <a:pt x="1" y="315"/>
                    <a:pt x="92" y="406"/>
                    <a:pt x="203" y="406"/>
                  </a:cubicBezTo>
                  <a:cubicBezTo>
                    <a:pt x="315" y="406"/>
                    <a:pt x="406" y="315"/>
                    <a:pt x="406" y="204"/>
                  </a:cubicBezTo>
                  <a:cubicBezTo>
                    <a:pt x="406"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3"/>
            <p:cNvSpPr/>
            <p:nvPr/>
          </p:nvSpPr>
          <p:spPr>
            <a:xfrm>
              <a:off x="2391925" y="1487525"/>
              <a:ext cx="10175" cy="10175"/>
            </a:xfrm>
            <a:custGeom>
              <a:rect b="b" l="l" r="r" t="t"/>
              <a:pathLst>
                <a:path extrusionOk="0" h="407" w="407">
                  <a:moveTo>
                    <a:pt x="204" y="0"/>
                  </a:moveTo>
                  <a:cubicBezTo>
                    <a:pt x="91" y="0"/>
                    <a:pt x="1" y="91"/>
                    <a:pt x="1" y="204"/>
                  </a:cubicBezTo>
                  <a:cubicBezTo>
                    <a:pt x="1" y="315"/>
                    <a:pt x="91" y="406"/>
                    <a:pt x="204" y="406"/>
                  </a:cubicBezTo>
                  <a:cubicBezTo>
                    <a:pt x="315" y="406"/>
                    <a:pt x="406" y="315"/>
                    <a:pt x="406" y="204"/>
                  </a:cubicBezTo>
                  <a:cubicBezTo>
                    <a:pt x="406" y="91"/>
                    <a:pt x="315"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3"/>
            <p:cNvSpPr/>
            <p:nvPr/>
          </p:nvSpPr>
          <p:spPr>
            <a:xfrm>
              <a:off x="2422225" y="1487525"/>
              <a:ext cx="10150" cy="10175"/>
            </a:xfrm>
            <a:custGeom>
              <a:rect b="b" l="l" r="r" t="t"/>
              <a:pathLst>
                <a:path extrusionOk="0" h="407" w="406">
                  <a:moveTo>
                    <a:pt x="203" y="0"/>
                  </a:moveTo>
                  <a:cubicBezTo>
                    <a:pt x="91" y="0"/>
                    <a:pt x="0" y="91"/>
                    <a:pt x="0" y="204"/>
                  </a:cubicBezTo>
                  <a:cubicBezTo>
                    <a:pt x="0" y="315"/>
                    <a:pt x="91" y="406"/>
                    <a:pt x="203" y="406"/>
                  </a:cubicBezTo>
                  <a:cubicBezTo>
                    <a:pt x="315" y="406"/>
                    <a:pt x="406" y="315"/>
                    <a:pt x="406" y="204"/>
                  </a:cubicBezTo>
                  <a:cubicBezTo>
                    <a:pt x="406"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3"/>
            <p:cNvSpPr/>
            <p:nvPr/>
          </p:nvSpPr>
          <p:spPr>
            <a:xfrm>
              <a:off x="2452500" y="1487525"/>
              <a:ext cx="10150" cy="10175"/>
            </a:xfrm>
            <a:custGeom>
              <a:rect b="b" l="l" r="r" t="t"/>
              <a:pathLst>
                <a:path extrusionOk="0" h="407" w="406">
                  <a:moveTo>
                    <a:pt x="203" y="0"/>
                  </a:moveTo>
                  <a:cubicBezTo>
                    <a:pt x="91" y="0"/>
                    <a:pt x="1" y="91"/>
                    <a:pt x="1" y="204"/>
                  </a:cubicBezTo>
                  <a:cubicBezTo>
                    <a:pt x="1" y="315"/>
                    <a:pt x="91" y="406"/>
                    <a:pt x="203" y="406"/>
                  </a:cubicBezTo>
                  <a:cubicBezTo>
                    <a:pt x="315" y="406"/>
                    <a:pt x="405" y="315"/>
                    <a:pt x="405" y="204"/>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3"/>
            <p:cNvSpPr/>
            <p:nvPr/>
          </p:nvSpPr>
          <p:spPr>
            <a:xfrm>
              <a:off x="2482800" y="1487525"/>
              <a:ext cx="10125" cy="10175"/>
            </a:xfrm>
            <a:custGeom>
              <a:rect b="b" l="l" r="r" t="t"/>
              <a:pathLst>
                <a:path extrusionOk="0" h="407" w="405">
                  <a:moveTo>
                    <a:pt x="202" y="0"/>
                  </a:moveTo>
                  <a:cubicBezTo>
                    <a:pt x="91" y="0"/>
                    <a:pt x="0" y="91"/>
                    <a:pt x="0" y="204"/>
                  </a:cubicBezTo>
                  <a:cubicBezTo>
                    <a:pt x="0" y="315"/>
                    <a:pt x="91" y="406"/>
                    <a:pt x="202" y="406"/>
                  </a:cubicBezTo>
                  <a:cubicBezTo>
                    <a:pt x="314" y="406"/>
                    <a:pt x="405" y="315"/>
                    <a:pt x="405" y="204"/>
                  </a:cubicBezTo>
                  <a:cubicBezTo>
                    <a:pt x="405" y="91"/>
                    <a:pt x="314"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3"/>
            <p:cNvSpPr/>
            <p:nvPr/>
          </p:nvSpPr>
          <p:spPr>
            <a:xfrm>
              <a:off x="2513075" y="1487525"/>
              <a:ext cx="10150" cy="10175"/>
            </a:xfrm>
            <a:custGeom>
              <a:rect b="b" l="l" r="r" t="t"/>
              <a:pathLst>
                <a:path extrusionOk="0" h="407" w="406">
                  <a:moveTo>
                    <a:pt x="203" y="0"/>
                  </a:moveTo>
                  <a:cubicBezTo>
                    <a:pt x="91" y="0"/>
                    <a:pt x="1" y="91"/>
                    <a:pt x="1" y="204"/>
                  </a:cubicBezTo>
                  <a:cubicBezTo>
                    <a:pt x="1" y="315"/>
                    <a:pt x="91" y="406"/>
                    <a:pt x="203" y="406"/>
                  </a:cubicBezTo>
                  <a:cubicBezTo>
                    <a:pt x="314" y="406"/>
                    <a:pt x="405" y="315"/>
                    <a:pt x="405" y="204"/>
                  </a:cubicBezTo>
                  <a:cubicBezTo>
                    <a:pt x="405" y="91"/>
                    <a:pt x="314"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3"/>
            <p:cNvSpPr/>
            <p:nvPr/>
          </p:nvSpPr>
          <p:spPr>
            <a:xfrm>
              <a:off x="2543350" y="1487525"/>
              <a:ext cx="10150" cy="10175"/>
            </a:xfrm>
            <a:custGeom>
              <a:rect b="b" l="l" r="r" t="t"/>
              <a:pathLst>
                <a:path extrusionOk="0" h="407" w="406">
                  <a:moveTo>
                    <a:pt x="204" y="0"/>
                  </a:moveTo>
                  <a:cubicBezTo>
                    <a:pt x="91" y="0"/>
                    <a:pt x="0" y="91"/>
                    <a:pt x="0" y="204"/>
                  </a:cubicBezTo>
                  <a:cubicBezTo>
                    <a:pt x="0" y="315"/>
                    <a:pt x="91" y="406"/>
                    <a:pt x="204" y="406"/>
                  </a:cubicBezTo>
                  <a:cubicBezTo>
                    <a:pt x="315" y="406"/>
                    <a:pt x="406" y="315"/>
                    <a:pt x="406" y="204"/>
                  </a:cubicBezTo>
                  <a:cubicBezTo>
                    <a:pt x="406" y="91"/>
                    <a:pt x="315"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3"/>
            <p:cNvSpPr/>
            <p:nvPr/>
          </p:nvSpPr>
          <p:spPr>
            <a:xfrm>
              <a:off x="2573625" y="1487525"/>
              <a:ext cx="10175" cy="10175"/>
            </a:xfrm>
            <a:custGeom>
              <a:rect b="b" l="l" r="r" t="t"/>
              <a:pathLst>
                <a:path extrusionOk="0" h="407" w="407">
                  <a:moveTo>
                    <a:pt x="203" y="0"/>
                  </a:moveTo>
                  <a:cubicBezTo>
                    <a:pt x="92" y="0"/>
                    <a:pt x="1" y="91"/>
                    <a:pt x="1" y="204"/>
                  </a:cubicBezTo>
                  <a:cubicBezTo>
                    <a:pt x="1" y="315"/>
                    <a:pt x="92" y="406"/>
                    <a:pt x="203" y="406"/>
                  </a:cubicBezTo>
                  <a:cubicBezTo>
                    <a:pt x="316" y="406"/>
                    <a:pt x="406" y="315"/>
                    <a:pt x="406" y="204"/>
                  </a:cubicBezTo>
                  <a:cubicBezTo>
                    <a:pt x="406" y="91"/>
                    <a:pt x="316"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3"/>
            <p:cNvSpPr/>
            <p:nvPr/>
          </p:nvSpPr>
          <p:spPr>
            <a:xfrm>
              <a:off x="2603925" y="1487525"/>
              <a:ext cx="10125" cy="10175"/>
            </a:xfrm>
            <a:custGeom>
              <a:rect b="b" l="l" r="r" t="t"/>
              <a:pathLst>
                <a:path extrusionOk="0" h="407" w="405">
                  <a:moveTo>
                    <a:pt x="203" y="0"/>
                  </a:moveTo>
                  <a:cubicBezTo>
                    <a:pt x="91" y="0"/>
                    <a:pt x="0" y="91"/>
                    <a:pt x="0" y="204"/>
                  </a:cubicBezTo>
                  <a:cubicBezTo>
                    <a:pt x="0" y="315"/>
                    <a:pt x="91" y="406"/>
                    <a:pt x="203" y="406"/>
                  </a:cubicBezTo>
                  <a:cubicBezTo>
                    <a:pt x="314" y="406"/>
                    <a:pt x="405" y="315"/>
                    <a:pt x="405" y="204"/>
                  </a:cubicBezTo>
                  <a:cubicBezTo>
                    <a:pt x="405" y="91"/>
                    <a:pt x="314"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3"/>
            <p:cNvSpPr/>
            <p:nvPr/>
          </p:nvSpPr>
          <p:spPr>
            <a:xfrm>
              <a:off x="2301075" y="1517825"/>
              <a:ext cx="10175" cy="10150"/>
            </a:xfrm>
            <a:custGeom>
              <a:rect b="b" l="l" r="r" t="t"/>
              <a:pathLst>
                <a:path extrusionOk="0" h="406" w="407">
                  <a:moveTo>
                    <a:pt x="204" y="0"/>
                  </a:moveTo>
                  <a:cubicBezTo>
                    <a:pt x="92" y="0"/>
                    <a:pt x="1" y="91"/>
                    <a:pt x="1" y="203"/>
                  </a:cubicBezTo>
                  <a:cubicBezTo>
                    <a:pt x="1" y="315"/>
                    <a:pt x="92" y="406"/>
                    <a:pt x="204" y="406"/>
                  </a:cubicBezTo>
                  <a:cubicBezTo>
                    <a:pt x="316" y="406"/>
                    <a:pt x="406" y="315"/>
                    <a:pt x="406" y="203"/>
                  </a:cubicBezTo>
                  <a:cubicBezTo>
                    <a:pt x="406" y="91"/>
                    <a:pt x="316"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3"/>
            <p:cNvSpPr/>
            <p:nvPr/>
          </p:nvSpPr>
          <p:spPr>
            <a:xfrm>
              <a:off x="2331375" y="1517825"/>
              <a:ext cx="10125" cy="10150"/>
            </a:xfrm>
            <a:custGeom>
              <a:rect b="b" l="l" r="r" t="t"/>
              <a:pathLst>
                <a:path extrusionOk="0" h="406" w="405">
                  <a:moveTo>
                    <a:pt x="203" y="0"/>
                  </a:moveTo>
                  <a:cubicBezTo>
                    <a:pt x="91" y="0"/>
                    <a:pt x="0" y="91"/>
                    <a:pt x="0" y="203"/>
                  </a:cubicBezTo>
                  <a:cubicBezTo>
                    <a:pt x="0" y="315"/>
                    <a:pt x="91" y="406"/>
                    <a:pt x="203" y="406"/>
                  </a:cubicBezTo>
                  <a:cubicBezTo>
                    <a:pt x="315" y="406"/>
                    <a:pt x="405" y="315"/>
                    <a:pt x="405" y="203"/>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3"/>
            <p:cNvSpPr/>
            <p:nvPr/>
          </p:nvSpPr>
          <p:spPr>
            <a:xfrm>
              <a:off x="2361650" y="1517825"/>
              <a:ext cx="10150" cy="10150"/>
            </a:xfrm>
            <a:custGeom>
              <a:rect b="b" l="l" r="r" t="t"/>
              <a:pathLst>
                <a:path extrusionOk="0" h="406" w="406">
                  <a:moveTo>
                    <a:pt x="203" y="0"/>
                  </a:moveTo>
                  <a:cubicBezTo>
                    <a:pt x="92" y="0"/>
                    <a:pt x="1" y="91"/>
                    <a:pt x="1" y="203"/>
                  </a:cubicBezTo>
                  <a:cubicBezTo>
                    <a:pt x="1" y="315"/>
                    <a:pt x="92" y="406"/>
                    <a:pt x="203" y="406"/>
                  </a:cubicBezTo>
                  <a:cubicBezTo>
                    <a:pt x="315" y="406"/>
                    <a:pt x="406" y="315"/>
                    <a:pt x="406" y="203"/>
                  </a:cubicBezTo>
                  <a:cubicBezTo>
                    <a:pt x="406"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3"/>
            <p:cNvSpPr/>
            <p:nvPr/>
          </p:nvSpPr>
          <p:spPr>
            <a:xfrm>
              <a:off x="2391925" y="1517825"/>
              <a:ext cx="10175" cy="10150"/>
            </a:xfrm>
            <a:custGeom>
              <a:rect b="b" l="l" r="r" t="t"/>
              <a:pathLst>
                <a:path extrusionOk="0" h="406" w="407">
                  <a:moveTo>
                    <a:pt x="204" y="0"/>
                  </a:moveTo>
                  <a:cubicBezTo>
                    <a:pt x="91" y="0"/>
                    <a:pt x="1" y="91"/>
                    <a:pt x="1" y="203"/>
                  </a:cubicBezTo>
                  <a:cubicBezTo>
                    <a:pt x="1" y="315"/>
                    <a:pt x="91" y="406"/>
                    <a:pt x="204" y="406"/>
                  </a:cubicBezTo>
                  <a:cubicBezTo>
                    <a:pt x="315" y="406"/>
                    <a:pt x="406" y="315"/>
                    <a:pt x="406" y="203"/>
                  </a:cubicBezTo>
                  <a:cubicBezTo>
                    <a:pt x="406" y="91"/>
                    <a:pt x="315"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3"/>
            <p:cNvSpPr/>
            <p:nvPr/>
          </p:nvSpPr>
          <p:spPr>
            <a:xfrm>
              <a:off x="2422225" y="1517825"/>
              <a:ext cx="10150" cy="10150"/>
            </a:xfrm>
            <a:custGeom>
              <a:rect b="b" l="l" r="r" t="t"/>
              <a:pathLst>
                <a:path extrusionOk="0" h="406" w="406">
                  <a:moveTo>
                    <a:pt x="203" y="0"/>
                  </a:moveTo>
                  <a:cubicBezTo>
                    <a:pt x="91" y="0"/>
                    <a:pt x="0" y="91"/>
                    <a:pt x="0" y="203"/>
                  </a:cubicBezTo>
                  <a:cubicBezTo>
                    <a:pt x="0" y="315"/>
                    <a:pt x="91" y="406"/>
                    <a:pt x="203" y="406"/>
                  </a:cubicBezTo>
                  <a:cubicBezTo>
                    <a:pt x="315" y="406"/>
                    <a:pt x="406" y="315"/>
                    <a:pt x="406" y="203"/>
                  </a:cubicBezTo>
                  <a:cubicBezTo>
                    <a:pt x="406"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3"/>
            <p:cNvSpPr/>
            <p:nvPr/>
          </p:nvSpPr>
          <p:spPr>
            <a:xfrm>
              <a:off x="2452500" y="1517825"/>
              <a:ext cx="10150" cy="10150"/>
            </a:xfrm>
            <a:custGeom>
              <a:rect b="b" l="l" r="r" t="t"/>
              <a:pathLst>
                <a:path extrusionOk="0" h="406" w="406">
                  <a:moveTo>
                    <a:pt x="203" y="0"/>
                  </a:moveTo>
                  <a:cubicBezTo>
                    <a:pt x="91" y="0"/>
                    <a:pt x="1" y="91"/>
                    <a:pt x="1" y="203"/>
                  </a:cubicBezTo>
                  <a:cubicBezTo>
                    <a:pt x="1" y="315"/>
                    <a:pt x="91" y="406"/>
                    <a:pt x="203" y="406"/>
                  </a:cubicBezTo>
                  <a:cubicBezTo>
                    <a:pt x="315" y="406"/>
                    <a:pt x="405" y="315"/>
                    <a:pt x="405" y="203"/>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3"/>
            <p:cNvSpPr/>
            <p:nvPr/>
          </p:nvSpPr>
          <p:spPr>
            <a:xfrm>
              <a:off x="2482800" y="1517825"/>
              <a:ext cx="10125" cy="10150"/>
            </a:xfrm>
            <a:custGeom>
              <a:rect b="b" l="l" r="r" t="t"/>
              <a:pathLst>
                <a:path extrusionOk="0" h="406" w="405">
                  <a:moveTo>
                    <a:pt x="202" y="0"/>
                  </a:moveTo>
                  <a:cubicBezTo>
                    <a:pt x="91" y="0"/>
                    <a:pt x="0" y="91"/>
                    <a:pt x="0" y="203"/>
                  </a:cubicBezTo>
                  <a:cubicBezTo>
                    <a:pt x="0" y="315"/>
                    <a:pt x="91" y="406"/>
                    <a:pt x="202" y="406"/>
                  </a:cubicBezTo>
                  <a:cubicBezTo>
                    <a:pt x="314" y="406"/>
                    <a:pt x="405" y="315"/>
                    <a:pt x="405" y="203"/>
                  </a:cubicBezTo>
                  <a:cubicBezTo>
                    <a:pt x="405" y="91"/>
                    <a:pt x="314"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3"/>
            <p:cNvSpPr/>
            <p:nvPr/>
          </p:nvSpPr>
          <p:spPr>
            <a:xfrm>
              <a:off x="2513075" y="1517825"/>
              <a:ext cx="10150" cy="10150"/>
            </a:xfrm>
            <a:custGeom>
              <a:rect b="b" l="l" r="r" t="t"/>
              <a:pathLst>
                <a:path extrusionOk="0" h="406" w="406">
                  <a:moveTo>
                    <a:pt x="203" y="0"/>
                  </a:moveTo>
                  <a:cubicBezTo>
                    <a:pt x="91" y="0"/>
                    <a:pt x="1" y="91"/>
                    <a:pt x="1" y="203"/>
                  </a:cubicBezTo>
                  <a:cubicBezTo>
                    <a:pt x="1" y="315"/>
                    <a:pt x="91" y="406"/>
                    <a:pt x="203" y="406"/>
                  </a:cubicBezTo>
                  <a:cubicBezTo>
                    <a:pt x="314" y="406"/>
                    <a:pt x="405" y="315"/>
                    <a:pt x="405" y="203"/>
                  </a:cubicBezTo>
                  <a:cubicBezTo>
                    <a:pt x="405" y="91"/>
                    <a:pt x="314"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3"/>
            <p:cNvSpPr/>
            <p:nvPr/>
          </p:nvSpPr>
          <p:spPr>
            <a:xfrm>
              <a:off x="2543350" y="1517825"/>
              <a:ext cx="10150" cy="10150"/>
            </a:xfrm>
            <a:custGeom>
              <a:rect b="b" l="l" r="r" t="t"/>
              <a:pathLst>
                <a:path extrusionOk="0" h="406" w="406">
                  <a:moveTo>
                    <a:pt x="204" y="0"/>
                  </a:moveTo>
                  <a:cubicBezTo>
                    <a:pt x="91" y="0"/>
                    <a:pt x="0" y="91"/>
                    <a:pt x="0" y="203"/>
                  </a:cubicBezTo>
                  <a:cubicBezTo>
                    <a:pt x="0" y="315"/>
                    <a:pt x="91" y="406"/>
                    <a:pt x="204" y="406"/>
                  </a:cubicBezTo>
                  <a:cubicBezTo>
                    <a:pt x="315" y="406"/>
                    <a:pt x="406" y="315"/>
                    <a:pt x="406" y="203"/>
                  </a:cubicBezTo>
                  <a:cubicBezTo>
                    <a:pt x="406" y="91"/>
                    <a:pt x="315"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3"/>
            <p:cNvSpPr/>
            <p:nvPr/>
          </p:nvSpPr>
          <p:spPr>
            <a:xfrm>
              <a:off x="2573625" y="1517825"/>
              <a:ext cx="10175" cy="10150"/>
            </a:xfrm>
            <a:custGeom>
              <a:rect b="b" l="l" r="r" t="t"/>
              <a:pathLst>
                <a:path extrusionOk="0" h="406" w="407">
                  <a:moveTo>
                    <a:pt x="203" y="0"/>
                  </a:moveTo>
                  <a:cubicBezTo>
                    <a:pt x="92" y="0"/>
                    <a:pt x="1" y="91"/>
                    <a:pt x="1" y="203"/>
                  </a:cubicBezTo>
                  <a:cubicBezTo>
                    <a:pt x="1" y="315"/>
                    <a:pt x="92" y="406"/>
                    <a:pt x="203" y="406"/>
                  </a:cubicBezTo>
                  <a:cubicBezTo>
                    <a:pt x="316" y="406"/>
                    <a:pt x="406" y="315"/>
                    <a:pt x="406" y="203"/>
                  </a:cubicBezTo>
                  <a:cubicBezTo>
                    <a:pt x="406" y="91"/>
                    <a:pt x="316"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3"/>
            <p:cNvSpPr/>
            <p:nvPr/>
          </p:nvSpPr>
          <p:spPr>
            <a:xfrm>
              <a:off x="2603925" y="1517825"/>
              <a:ext cx="10125" cy="10150"/>
            </a:xfrm>
            <a:custGeom>
              <a:rect b="b" l="l" r="r" t="t"/>
              <a:pathLst>
                <a:path extrusionOk="0" h="406" w="405">
                  <a:moveTo>
                    <a:pt x="203" y="0"/>
                  </a:moveTo>
                  <a:cubicBezTo>
                    <a:pt x="91" y="0"/>
                    <a:pt x="0" y="91"/>
                    <a:pt x="0" y="203"/>
                  </a:cubicBezTo>
                  <a:cubicBezTo>
                    <a:pt x="0" y="315"/>
                    <a:pt x="91" y="406"/>
                    <a:pt x="203" y="406"/>
                  </a:cubicBezTo>
                  <a:cubicBezTo>
                    <a:pt x="314" y="406"/>
                    <a:pt x="405" y="315"/>
                    <a:pt x="405" y="203"/>
                  </a:cubicBezTo>
                  <a:cubicBezTo>
                    <a:pt x="405" y="91"/>
                    <a:pt x="314"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3"/>
            <p:cNvSpPr/>
            <p:nvPr/>
          </p:nvSpPr>
          <p:spPr>
            <a:xfrm>
              <a:off x="2301075" y="1548100"/>
              <a:ext cx="10175" cy="10150"/>
            </a:xfrm>
            <a:custGeom>
              <a:rect b="b" l="l" r="r" t="t"/>
              <a:pathLst>
                <a:path extrusionOk="0" h="406" w="407">
                  <a:moveTo>
                    <a:pt x="204" y="1"/>
                  </a:moveTo>
                  <a:cubicBezTo>
                    <a:pt x="92" y="1"/>
                    <a:pt x="1" y="91"/>
                    <a:pt x="1" y="203"/>
                  </a:cubicBezTo>
                  <a:cubicBezTo>
                    <a:pt x="1" y="315"/>
                    <a:pt x="92" y="405"/>
                    <a:pt x="204" y="405"/>
                  </a:cubicBezTo>
                  <a:cubicBezTo>
                    <a:pt x="316" y="405"/>
                    <a:pt x="406" y="315"/>
                    <a:pt x="406" y="203"/>
                  </a:cubicBezTo>
                  <a:cubicBezTo>
                    <a:pt x="406" y="91"/>
                    <a:pt x="316"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3"/>
            <p:cNvSpPr/>
            <p:nvPr/>
          </p:nvSpPr>
          <p:spPr>
            <a:xfrm>
              <a:off x="2331375" y="1548100"/>
              <a:ext cx="10125" cy="10150"/>
            </a:xfrm>
            <a:custGeom>
              <a:rect b="b" l="l" r="r" t="t"/>
              <a:pathLst>
                <a:path extrusionOk="0" h="406" w="405">
                  <a:moveTo>
                    <a:pt x="203" y="1"/>
                  </a:moveTo>
                  <a:cubicBezTo>
                    <a:pt x="91" y="1"/>
                    <a:pt x="0" y="91"/>
                    <a:pt x="0" y="203"/>
                  </a:cubicBezTo>
                  <a:cubicBezTo>
                    <a:pt x="0" y="315"/>
                    <a:pt x="91" y="405"/>
                    <a:pt x="203" y="405"/>
                  </a:cubicBezTo>
                  <a:cubicBezTo>
                    <a:pt x="315" y="405"/>
                    <a:pt x="405" y="315"/>
                    <a:pt x="405" y="203"/>
                  </a:cubicBezTo>
                  <a:cubicBezTo>
                    <a:pt x="405" y="91"/>
                    <a:pt x="315"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3"/>
            <p:cNvSpPr/>
            <p:nvPr/>
          </p:nvSpPr>
          <p:spPr>
            <a:xfrm>
              <a:off x="2361650" y="1548100"/>
              <a:ext cx="10150" cy="10150"/>
            </a:xfrm>
            <a:custGeom>
              <a:rect b="b" l="l" r="r" t="t"/>
              <a:pathLst>
                <a:path extrusionOk="0" h="406" w="406">
                  <a:moveTo>
                    <a:pt x="203" y="1"/>
                  </a:moveTo>
                  <a:cubicBezTo>
                    <a:pt x="92" y="1"/>
                    <a:pt x="1" y="91"/>
                    <a:pt x="1" y="203"/>
                  </a:cubicBezTo>
                  <a:cubicBezTo>
                    <a:pt x="1" y="315"/>
                    <a:pt x="92" y="405"/>
                    <a:pt x="203" y="405"/>
                  </a:cubicBezTo>
                  <a:cubicBezTo>
                    <a:pt x="315" y="405"/>
                    <a:pt x="406" y="315"/>
                    <a:pt x="406" y="203"/>
                  </a:cubicBezTo>
                  <a:cubicBezTo>
                    <a:pt x="406" y="91"/>
                    <a:pt x="315"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3"/>
            <p:cNvSpPr/>
            <p:nvPr/>
          </p:nvSpPr>
          <p:spPr>
            <a:xfrm>
              <a:off x="2391925" y="1548100"/>
              <a:ext cx="10175" cy="10150"/>
            </a:xfrm>
            <a:custGeom>
              <a:rect b="b" l="l" r="r" t="t"/>
              <a:pathLst>
                <a:path extrusionOk="0" h="406" w="407">
                  <a:moveTo>
                    <a:pt x="204" y="1"/>
                  </a:moveTo>
                  <a:cubicBezTo>
                    <a:pt x="91" y="1"/>
                    <a:pt x="1" y="91"/>
                    <a:pt x="1" y="203"/>
                  </a:cubicBezTo>
                  <a:cubicBezTo>
                    <a:pt x="1" y="315"/>
                    <a:pt x="91" y="405"/>
                    <a:pt x="204" y="405"/>
                  </a:cubicBezTo>
                  <a:cubicBezTo>
                    <a:pt x="315" y="405"/>
                    <a:pt x="406" y="315"/>
                    <a:pt x="406" y="203"/>
                  </a:cubicBezTo>
                  <a:cubicBezTo>
                    <a:pt x="406" y="91"/>
                    <a:pt x="315"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3"/>
            <p:cNvSpPr/>
            <p:nvPr/>
          </p:nvSpPr>
          <p:spPr>
            <a:xfrm>
              <a:off x="2422225" y="1548100"/>
              <a:ext cx="10150" cy="10150"/>
            </a:xfrm>
            <a:custGeom>
              <a:rect b="b" l="l" r="r" t="t"/>
              <a:pathLst>
                <a:path extrusionOk="0" h="406" w="406">
                  <a:moveTo>
                    <a:pt x="203" y="1"/>
                  </a:moveTo>
                  <a:cubicBezTo>
                    <a:pt x="91" y="1"/>
                    <a:pt x="0" y="91"/>
                    <a:pt x="0" y="203"/>
                  </a:cubicBezTo>
                  <a:cubicBezTo>
                    <a:pt x="0" y="315"/>
                    <a:pt x="91" y="405"/>
                    <a:pt x="203" y="405"/>
                  </a:cubicBezTo>
                  <a:cubicBezTo>
                    <a:pt x="315" y="405"/>
                    <a:pt x="406" y="315"/>
                    <a:pt x="406" y="203"/>
                  </a:cubicBezTo>
                  <a:cubicBezTo>
                    <a:pt x="406" y="91"/>
                    <a:pt x="315"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3"/>
            <p:cNvSpPr/>
            <p:nvPr/>
          </p:nvSpPr>
          <p:spPr>
            <a:xfrm>
              <a:off x="2452500" y="1548100"/>
              <a:ext cx="10150" cy="10150"/>
            </a:xfrm>
            <a:custGeom>
              <a:rect b="b" l="l" r="r" t="t"/>
              <a:pathLst>
                <a:path extrusionOk="0" h="406" w="406">
                  <a:moveTo>
                    <a:pt x="203" y="1"/>
                  </a:moveTo>
                  <a:cubicBezTo>
                    <a:pt x="91" y="1"/>
                    <a:pt x="1" y="91"/>
                    <a:pt x="1" y="203"/>
                  </a:cubicBezTo>
                  <a:cubicBezTo>
                    <a:pt x="1" y="315"/>
                    <a:pt x="91" y="405"/>
                    <a:pt x="203" y="405"/>
                  </a:cubicBezTo>
                  <a:cubicBezTo>
                    <a:pt x="315" y="405"/>
                    <a:pt x="405" y="315"/>
                    <a:pt x="405" y="203"/>
                  </a:cubicBezTo>
                  <a:cubicBezTo>
                    <a:pt x="405" y="91"/>
                    <a:pt x="315"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3"/>
            <p:cNvSpPr/>
            <p:nvPr/>
          </p:nvSpPr>
          <p:spPr>
            <a:xfrm>
              <a:off x="2482800" y="1548100"/>
              <a:ext cx="10125" cy="10150"/>
            </a:xfrm>
            <a:custGeom>
              <a:rect b="b" l="l" r="r" t="t"/>
              <a:pathLst>
                <a:path extrusionOk="0" h="406" w="405">
                  <a:moveTo>
                    <a:pt x="202" y="1"/>
                  </a:moveTo>
                  <a:cubicBezTo>
                    <a:pt x="91" y="1"/>
                    <a:pt x="0" y="91"/>
                    <a:pt x="0" y="203"/>
                  </a:cubicBezTo>
                  <a:cubicBezTo>
                    <a:pt x="0" y="315"/>
                    <a:pt x="91" y="405"/>
                    <a:pt x="202" y="405"/>
                  </a:cubicBezTo>
                  <a:cubicBezTo>
                    <a:pt x="314" y="405"/>
                    <a:pt x="405" y="315"/>
                    <a:pt x="405" y="203"/>
                  </a:cubicBezTo>
                  <a:cubicBezTo>
                    <a:pt x="405" y="91"/>
                    <a:pt x="314"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3"/>
            <p:cNvSpPr/>
            <p:nvPr/>
          </p:nvSpPr>
          <p:spPr>
            <a:xfrm>
              <a:off x="2513075" y="1548100"/>
              <a:ext cx="10150" cy="10150"/>
            </a:xfrm>
            <a:custGeom>
              <a:rect b="b" l="l" r="r" t="t"/>
              <a:pathLst>
                <a:path extrusionOk="0" h="406" w="406">
                  <a:moveTo>
                    <a:pt x="203" y="1"/>
                  </a:moveTo>
                  <a:cubicBezTo>
                    <a:pt x="91" y="1"/>
                    <a:pt x="1" y="91"/>
                    <a:pt x="1" y="203"/>
                  </a:cubicBezTo>
                  <a:cubicBezTo>
                    <a:pt x="1" y="315"/>
                    <a:pt x="91" y="405"/>
                    <a:pt x="203" y="405"/>
                  </a:cubicBezTo>
                  <a:cubicBezTo>
                    <a:pt x="314" y="405"/>
                    <a:pt x="405" y="315"/>
                    <a:pt x="405" y="203"/>
                  </a:cubicBezTo>
                  <a:cubicBezTo>
                    <a:pt x="405" y="91"/>
                    <a:pt x="314"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3"/>
            <p:cNvSpPr/>
            <p:nvPr/>
          </p:nvSpPr>
          <p:spPr>
            <a:xfrm>
              <a:off x="2543350" y="1548100"/>
              <a:ext cx="10150" cy="10150"/>
            </a:xfrm>
            <a:custGeom>
              <a:rect b="b" l="l" r="r" t="t"/>
              <a:pathLst>
                <a:path extrusionOk="0" h="406" w="406">
                  <a:moveTo>
                    <a:pt x="204" y="1"/>
                  </a:moveTo>
                  <a:cubicBezTo>
                    <a:pt x="91" y="1"/>
                    <a:pt x="0" y="91"/>
                    <a:pt x="0" y="203"/>
                  </a:cubicBezTo>
                  <a:cubicBezTo>
                    <a:pt x="0" y="315"/>
                    <a:pt x="91" y="405"/>
                    <a:pt x="204" y="405"/>
                  </a:cubicBezTo>
                  <a:cubicBezTo>
                    <a:pt x="315" y="405"/>
                    <a:pt x="406" y="315"/>
                    <a:pt x="406" y="203"/>
                  </a:cubicBezTo>
                  <a:cubicBezTo>
                    <a:pt x="406" y="91"/>
                    <a:pt x="315"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3"/>
            <p:cNvSpPr/>
            <p:nvPr/>
          </p:nvSpPr>
          <p:spPr>
            <a:xfrm>
              <a:off x="2573625" y="1548100"/>
              <a:ext cx="10175" cy="10150"/>
            </a:xfrm>
            <a:custGeom>
              <a:rect b="b" l="l" r="r" t="t"/>
              <a:pathLst>
                <a:path extrusionOk="0" h="406" w="407">
                  <a:moveTo>
                    <a:pt x="203" y="1"/>
                  </a:moveTo>
                  <a:cubicBezTo>
                    <a:pt x="92" y="1"/>
                    <a:pt x="1" y="91"/>
                    <a:pt x="1" y="203"/>
                  </a:cubicBezTo>
                  <a:cubicBezTo>
                    <a:pt x="1" y="315"/>
                    <a:pt x="92" y="405"/>
                    <a:pt x="203" y="405"/>
                  </a:cubicBezTo>
                  <a:cubicBezTo>
                    <a:pt x="316" y="405"/>
                    <a:pt x="406" y="315"/>
                    <a:pt x="406" y="203"/>
                  </a:cubicBezTo>
                  <a:cubicBezTo>
                    <a:pt x="406" y="91"/>
                    <a:pt x="316"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3"/>
            <p:cNvSpPr/>
            <p:nvPr/>
          </p:nvSpPr>
          <p:spPr>
            <a:xfrm>
              <a:off x="2603925" y="1548100"/>
              <a:ext cx="10125" cy="10150"/>
            </a:xfrm>
            <a:custGeom>
              <a:rect b="b" l="l" r="r" t="t"/>
              <a:pathLst>
                <a:path extrusionOk="0" h="406" w="405">
                  <a:moveTo>
                    <a:pt x="203" y="1"/>
                  </a:moveTo>
                  <a:cubicBezTo>
                    <a:pt x="91" y="1"/>
                    <a:pt x="0" y="91"/>
                    <a:pt x="0" y="203"/>
                  </a:cubicBezTo>
                  <a:cubicBezTo>
                    <a:pt x="0" y="315"/>
                    <a:pt x="91" y="405"/>
                    <a:pt x="203" y="405"/>
                  </a:cubicBezTo>
                  <a:cubicBezTo>
                    <a:pt x="314" y="405"/>
                    <a:pt x="405" y="315"/>
                    <a:pt x="405" y="203"/>
                  </a:cubicBezTo>
                  <a:cubicBezTo>
                    <a:pt x="405" y="91"/>
                    <a:pt x="314"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
            <p:cNvSpPr/>
            <p:nvPr/>
          </p:nvSpPr>
          <p:spPr>
            <a:xfrm>
              <a:off x="2301075" y="1578400"/>
              <a:ext cx="10175" cy="10125"/>
            </a:xfrm>
            <a:custGeom>
              <a:rect b="b" l="l" r="r" t="t"/>
              <a:pathLst>
                <a:path extrusionOk="0" h="405" w="407">
                  <a:moveTo>
                    <a:pt x="204" y="0"/>
                  </a:moveTo>
                  <a:cubicBezTo>
                    <a:pt x="92" y="0"/>
                    <a:pt x="1" y="91"/>
                    <a:pt x="1" y="202"/>
                  </a:cubicBezTo>
                  <a:cubicBezTo>
                    <a:pt x="1" y="314"/>
                    <a:pt x="92" y="405"/>
                    <a:pt x="204" y="405"/>
                  </a:cubicBezTo>
                  <a:cubicBezTo>
                    <a:pt x="316" y="405"/>
                    <a:pt x="406" y="314"/>
                    <a:pt x="406" y="202"/>
                  </a:cubicBezTo>
                  <a:cubicBezTo>
                    <a:pt x="406" y="91"/>
                    <a:pt x="316"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
            <p:cNvSpPr/>
            <p:nvPr/>
          </p:nvSpPr>
          <p:spPr>
            <a:xfrm>
              <a:off x="2331375" y="1578400"/>
              <a:ext cx="10125" cy="10125"/>
            </a:xfrm>
            <a:custGeom>
              <a:rect b="b" l="l" r="r" t="t"/>
              <a:pathLst>
                <a:path extrusionOk="0" h="405" w="405">
                  <a:moveTo>
                    <a:pt x="203" y="0"/>
                  </a:moveTo>
                  <a:cubicBezTo>
                    <a:pt x="91" y="0"/>
                    <a:pt x="0" y="91"/>
                    <a:pt x="0" y="202"/>
                  </a:cubicBezTo>
                  <a:cubicBezTo>
                    <a:pt x="0" y="314"/>
                    <a:pt x="91" y="405"/>
                    <a:pt x="203" y="405"/>
                  </a:cubicBezTo>
                  <a:cubicBezTo>
                    <a:pt x="315" y="405"/>
                    <a:pt x="405" y="314"/>
                    <a:pt x="405" y="202"/>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3"/>
            <p:cNvSpPr/>
            <p:nvPr/>
          </p:nvSpPr>
          <p:spPr>
            <a:xfrm>
              <a:off x="2422225" y="1578400"/>
              <a:ext cx="10150" cy="10125"/>
            </a:xfrm>
            <a:custGeom>
              <a:rect b="b" l="l" r="r" t="t"/>
              <a:pathLst>
                <a:path extrusionOk="0" h="405" w="406">
                  <a:moveTo>
                    <a:pt x="203" y="0"/>
                  </a:moveTo>
                  <a:cubicBezTo>
                    <a:pt x="91" y="0"/>
                    <a:pt x="0" y="91"/>
                    <a:pt x="0" y="202"/>
                  </a:cubicBezTo>
                  <a:cubicBezTo>
                    <a:pt x="0" y="314"/>
                    <a:pt x="91" y="405"/>
                    <a:pt x="203" y="405"/>
                  </a:cubicBezTo>
                  <a:cubicBezTo>
                    <a:pt x="315" y="405"/>
                    <a:pt x="406" y="314"/>
                    <a:pt x="406" y="202"/>
                  </a:cubicBezTo>
                  <a:cubicBezTo>
                    <a:pt x="406"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3"/>
            <p:cNvSpPr/>
            <p:nvPr/>
          </p:nvSpPr>
          <p:spPr>
            <a:xfrm>
              <a:off x="2452500" y="1578400"/>
              <a:ext cx="10150" cy="10125"/>
            </a:xfrm>
            <a:custGeom>
              <a:rect b="b" l="l" r="r" t="t"/>
              <a:pathLst>
                <a:path extrusionOk="0" h="405" w="406">
                  <a:moveTo>
                    <a:pt x="203" y="0"/>
                  </a:moveTo>
                  <a:cubicBezTo>
                    <a:pt x="91" y="0"/>
                    <a:pt x="1" y="91"/>
                    <a:pt x="1" y="202"/>
                  </a:cubicBezTo>
                  <a:cubicBezTo>
                    <a:pt x="1" y="314"/>
                    <a:pt x="91" y="405"/>
                    <a:pt x="203" y="405"/>
                  </a:cubicBezTo>
                  <a:cubicBezTo>
                    <a:pt x="315" y="405"/>
                    <a:pt x="405" y="314"/>
                    <a:pt x="405" y="202"/>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3"/>
            <p:cNvSpPr/>
            <p:nvPr/>
          </p:nvSpPr>
          <p:spPr>
            <a:xfrm>
              <a:off x="2482800" y="1578400"/>
              <a:ext cx="10125" cy="10125"/>
            </a:xfrm>
            <a:custGeom>
              <a:rect b="b" l="l" r="r" t="t"/>
              <a:pathLst>
                <a:path extrusionOk="0" h="405" w="405">
                  <a:moveTo>
                    <a:pt x="202" y="0"/>
                  </a:moveTo>
                  <a:cubicBezTo>
                    <a:pt x="91" y="0"/>
                    <a:pt x="0" y="91"/>
                    <a:pt x="0" y="202"/>
                  </a:cubicBezTo>
                  <a:cubicBezTo>
                    <a:pt x="0" y="314"/>
                    <a:pt x="91" y="405"/>
                    <a:pt x="202" y="405"/>
                  </a:cubicBezTo>
                  <a:cubicBezTo>
                    <a:pt x="314" y="405"/>
                    <a:pt x="405" y="314"/>
                    <a:pt x="405" y="202"/>
                  </a:cubicBezTo>
                  <a:cubicBezTo>
                    <a:pt x="405" y="91"/>
                    <a:pt x="314"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3"/>
            <p:cNvSpPr/>
            <p:nvPr/>
          </p:nvSpPr>
          <p:spPr>
            <a:xfrm>
              <a:off x="2573625" y="1578400"/>
              <a:ext cx="10175" cy="10125"/>
            </a:xfrm>
            <a:custGeom>
              <a:rect b="b" l="l" r="r" t="t"/>
              <a:pathLst>
                <a:path extrusionOk="0" h="405" w="407">
                  <a:moveTo>
                    <a:pt x="203" y="0"/>
                  </a:moveTo>
                  <a:cubicBezTo>
                    <a:pt x="92" y="0"/>
                    <a:pt x="1" y="91"/>
                    <a:pt x="1" y="202"/>
                  </a:cubicBezTo>
                  <a:cubicBezTo>
                    <a:pt x="1" y="314"/>
                    <a:pt x="92" y="405"/>
                    <a:pt x="203" y="405"/>
                  </a:cubicBezTo>
                  <a:cubicBezTo>
                    <a:pt x="316" y="405"/>
                    <a:pt x="406" y="314"/>
                    <a:pt x="406" y="202"/>
                  </a:cubicBezTo>
                  <a:cubicBezTo>
                    <a:pt x="406" y="91"/>
                    <a:pt x="316"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3"/>
            <p:cNvSpPr/>
            <p:nvPr/>
          </p:nvSpPr>
          <p:spPr>
            <a:xfrm>
              <a:off x="2603925" y="1578400"/>
              <a:ext cx="10125" cy="10125"/>
            </a:xfrm>
            <a:custGeom>
              <a:rect b="b" l="l" r="r" t="t"/>
              <a:pathLst>
                <a:path extrusionOk="0" h="405" w="405">
                  <a:moveTo>
                    <a:pt x="203" y="0"/>
                  </a:moveTo>
                  <a:cubicBezTo>
                    <a:pt x="91" y="0"/>
                    <a:pt x="0" y="91"/>
                    <a:pt x="0" y="202"/>
                  </a:cubicBezTo>
                  <a:cubicBezTo>
                    <a:pt x="0" y="314"/>
                    <a:pt x="91" y="405"/>
                    <a:pt x="203" y="405"/>
                  </a:cubicBezTo>
                  <a:cubicBezTo>
                    <a:pt x="314" y="405"/>
                    <a:pt x="405" y="314"/>
                    <a:pt x="405" y="202"/>
                  </a:cubicBezTo>
                  <a:cubicBezTo>
                    <a:pt x="405" y="91"/>
                    <a:pt x="314"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
            <p:cNvSpPr/>
            <p:nvPr/>
          </p:nvSpPr>
          <p:spPr>
            <a:xfrm>
              <a:off x="2276100" y="1485700"/>
              <a:ext cx="362925" cy="155225"/>
            </a:xfrm>
            <a:custGeom>
              <a:rect b="b" l="l" r="r" t="t"/>
              <a:pathLst>
                <a:path extrusionOk="0" h="6209" w="14517">
                  <a:moveTo>
                    <a:pt x="13491" y="1025"/>
                  </a:moveTo>
                  <a:lnTo>
                    <a:pt x="13491" y="4404"/>
                  </a:lnTo>
                  <a:cubicBezTo>
                    <a:pt x="13491" y="4806"/>
                    <a:pt x="13193" y="5148"/>
                    <a:pt x="12811" y="5178"/>
                  </a:cubicBezTo>
                  <a:cubicBezTo>
                    <a:pt x="12789" y="5180"/>
                    <a:pt x="12769" y="5180"/>
                    <a:pt x="12747" y="5180"/>
                  </a:cubicBezTo>
                  <a:cubicBezTo>
                    <a:pt x="12416" y="5180"/>
                    <a:pt x="12127" y="4958"/>
                    <a:pt x="12034" y="4648"/>
                  </a:cubicBezTo>
                  <a:lnTo>
                    <a:pt x="12027" y="4286"/>
                  </a:lnTo>
                  <a:cubicBezTo>
                    <a:pt x="12005" y="3192"/>
                    <a:pt x="11096" y="2301"/>
                    <a:pt x="10002" y="2301"/>
                  </a:cubicBezTo>
                  <a:lnTo>
                    <a:pt x="9996" y="2301"/>
                  </a:lnTo>
                  <a:cubicBezTo>
                    <a:pt x="8882" y="2301"/>
                    <a:pt x="7973" y="3208"/>
                    <a:pt x="7970" y="4323"/>
                  </a:cubicBezTo>
                  <a:lnTo>
                    <a:pt x="7970" y="4655"/>
                  </a:lnTo>
                  <a:cubicBezTo>
                    <a:pt x="7878" y="4962"/>
                    <a:pt x="7589" y="5180"/>
                    <a:pt x="7261" y="5180"/>
                  </a:cubicBezTo>
                  <a:cubicBezTo>
                    <a:pt x="6926" y="5180"/>
                    <a:pt x="6637" y="4958"/>
                    <a:pt x="6545" y="4648"/>
                  </a:cubicBezTo>
                  <a:lnTo>
                    <a:pt x="6539" y="4282"/>
                  </a:lnTo>
                  <a:cubicBezTo>
                    <a:pt x="6516" y="3190"/>
                    <a:pt x="5607" y="2300"/>
                    <a:pt x="4513" y="2300"/>
                  </a:cubicBezTo>
                  <a:cubicBezTo>
                    <a:pt x="3413" y="2300"/>
                    <a:pt x="2503" y="3197"/>
                    <a:pt x="2488" y="4297"/>
                  </a:cubicBezTo>
                  <a:lnTo>
                    <a:pt x="2485" y="4648"/>
                  </a:lnTo>
                  <a:cubicBezTo>
                    <a:pt x="2393" y="4962"/>
                    <a:pt x="2104" y="5180"/>
                    <a:pt x="1772" y="5180"/>
                  </a:cubicBezTo>
                  <a:cubicBezTo>
                    <a:pt x="1750" y="5180"/>
                    <a:pt x="1729" y="5180"/>
                    <a:pt x="1707" y="5177"/>
                  </a:cubicBezTo>
                  <a:cubicBezTo>
                    <a:pt x="1327" y="5146"/>
                    <a:pt x="1028" y="4805"/>
                    <a:pt x="1028" y="4403"/>
                  </a:cubicBezTo>
                  <a:lnTo>
                    <a:pt x="1028" y="1025"/>
                  </a:lnTo>
                  <a:close/>
                  <a:moveTo>
                    <a:pt x="1" y="0"/>
                  </a:moveTo>
                  <a:lnTo>
                    <a:pt x="1" y="4402"/>
                  </a:lnTo>
                  <a:cubicBezTo>
                    <a:pt x="1" y="5326"/>
                    <a:pt x="699" y="6123"/>
                    <a:pt x="1623" y="6200"/>
                  </a:cubicBezTo>
                  <a:cubicBezTo>
                    <a:pt x="1672" y="6204"/>
                    <a:pt x="1720" y="6206"/>
                    <a:pt x="1768" y="6206"/>
                  </a:cubicBezTo>
                  <a:cubicBezTo>
                    <a:pt x="2615" y="6206"/>
                    <a:pt x="3348" y="5603"/>
                    <a:pt x="3508" y="4773"/>
                  </a:cubicBezTo>
                  <a:lnTo>
                    <a:pt x="3515" y="4313"/>
                  </a:lnTo>
                  <a:cubicBezTo>
                    <a:pt x="3517" y="4039"/>
                    <a:pt x="3631" y="3793"/>
                    <a:pt x="3810" y="3615"/>
                  </a:cubicBezTo>
                  <a:cubicBezTo>
                    <a:pt x="3992" y="3437"/>
                    <a:pt x="4240" y="3326"/>
                    <a:pt x="4514" y="3326"/>
                  </a:cubicBezTo>
                  <a:cubicBezTo>
                    <a:pt x="5059" y="3326"/>
                    <a:pt x="5501" y="3760"/>
                    <a:pt x="5513" y="4304"/>
                  </a:cubicBezTo>
                  <a:lnTo>
                    <a:pt x="5522" y="4774"/>
                  </a:lnTo>
                  <a:cubicBezTo>
                    <a:pt x="5682" y="5604"/>
                    <a:pt x="6413" y="6207"/>
                    <a:pt x="7258" y="6207"/>
                  </a:cubicBezTo>
                  <a:cubicBezTo>
                    <a:pt x="8107" y="6207"/>
                    <a:pt x="8835" y="5604"/>
                    <a:pt x="8995" y="4774"/>
                  </a:cubicBezTo>
                  <a:lnTo>
                    <a:pt x="8997" y="4323"/>
                  </a:lnTo>
                  <a:cubicBezTo>
                    <a:pt x="8997" y="3773"/>
                    <a:pt x="9446" y="3327"/>
                    <a:pt x="9995" y="3327"/>
                  </a:cubicBezTo>
                  <a:lnTo>
                    <a:pt x="10002" y="3327"/>
                  </a:lnTo>
                  <a:cubicBezTo>
                    <a:pt x="10546" y="3327"/>
                    <a:pt x="10989" y="3761"/>
                    <a:pt x="11000" y="4306"/>
                  </a:cubicBezTo>
                  <a:lnTo>
                    <a:pt x="11009" y="4776"/>
                  </a:lnTo>
                  <a:cubicBezTo>
                    <a:pt x="11169" y="5604"/>
                    <a:pt x="11901" y="6209"/>
                    <a:pt x="12747" y="6209"/>
                  </a:cubicBezTo>
                  <a:cubicBezTo>
                    <a:pt x="12796" y="6209"/>
                    <a:pt x="12845" y="6207"/>
                    <a:pt x="12894" y="6203"/>
                  </a:cubicBezTo>
                  <a:cubicBezTo>
                    <a:pt x="13816" y="6125"/>
                    <a:pt x="14517" y="5329"/>
                    <a:pt x="14517" y="4405"/>
                  </a:cubicBezTo>
                  <a:lnTo>
                    <a:pt x="1451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 name="Google Shape;188;p3"/>
          <p:cNvGrpSpPr/>
          <p:nvPr/>
        </p:nvGrpSpPr>
        <p:grpSpPr>
          <a:xfrm>
            <a:off x="1958880" y="260753"/>
            <a:ext cx="215033" cy="215222"/>
            <a:chOff x="5062659" y="967188"/>
            <a:chExt cx="109716" cy="109813"/>
          </a:xfrm>
        </p:grpSpPr>
        <p:sp>
          <p:nvSpPr>
            <p:cNvPr id="189" name="Google Shape;189;p3"/>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 name="Google Shape;192;p3"/>
          <p:cNvGrpSpPr/>
          <p:nvPr/>
        </p:nvGrpSpPr>
        <p:grpSpPr>
          <a:xfrm>
            <a:off x="8538165" y="4076460"/>
            <a:ext cx="261189" cy="248344"/>
            <a:chOff x="5164484" y="526738"/>
            <a:chExt cx="133266" cy="126713"/>
          </a:xfrm>
        </p:grpSpPr>
        <p:sp>
          <p:nvSpPr>
            <p:cNvPr id="193" name="Google Shape;193;p3"/>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 name="Google Shape;195;p3"/>
          <p:cNvGrpSpPr/>
          <p:nvPr/>
        </p:nvGrpSpPr>
        <p:grpSpPr>
          <a:xfrm>
            <a:off x="7086730" y="30657"/>
            <a:ext cx="604804" cy="604949"/>
            <a:chOff x="5038846" y="235350"/>
            <a:chExt cx="158691" cy="158738"/>
          </a:xfrm>
        </p:grpSpPr>
        <p:sp>
          <p:nvSpPr>
            <p:cNvPr id="196" name="Google Shape;196;p3"/>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 name="Google Shape;198;p3"/>
          <p:cNvGrpSpPr/>
          <p:nvPr/>
        </p:nvGrpSpPr>
        <p:grpSpPr>
          <a:xfrm rot="-4499923">
            <a:off x="1536415" y="4495945"/>
            <a:ext cx="493778" cy="493820"/>
            <a:chOff x="4431534" y="492938"/>
            <a:chExt cx="251941" cy="251963"/>
          </a:xfrm>
        </p:grpSpPr>
        <p:sp>
          <p:nvSpPr>
            <p:cNvPr id="199" name="Google Shape;199;p3"/>
            <p:cNvSpPr/>
            <p:nvPr/>
          </p:nvSpPr>
          <p:spPr>
            <a:xfrm>
              <a:off x="4431534" y="492938"/>
              <a:ext cx="250600" cy="250550"/>
            </a:xfrm>
            <a:custGeom>
              <a:rect b="b" l="l" r="r" t="t"/>
              <a:pathLst>
                <a:path extrusionOk="0" h="10022" w="10024">
                  <a:moveTo>
                    <a:pt x="1" y="0"/>
                  </a:moveTo>
                  <a:lnTo>
                    <a:pt x="1" y="6630"/>
                  </a:lnTo>
                  <a:lnTo>
                    <a:pt x="1" y="6785"/>
                  </a:lnTo>
                  <a:lnTo>
                    <a:pt x="5" y="6785"/>
                  </a:lnTo>
                  <a:cubicBezTo>
                    <a:pt x="87" y="8586"/>
                    <a:pt x="1572" y="10022"/>
                    <a:pt x="3394" y="10022"/>
                  </a:cubicBezTo>
                  <a:cubicBezTo>
                    <a:pt x="5216" y="10022"/>
                    <a:pt x="6702" y="8585"/>
                    <a:pt x="6783" y="6781"/>
                  </a:cubicBezTo>
                  <a:cubicBezTo>
                    <a:pt x="8586" y="6702"/>
                    <a:pt x="10023" y="5216"/>
                    <a:pt x="10023" y="3392"/>
                  </a:cubicBezTo>
                  <a:cubicBezTo>
                    <a:pt x="10023" y="1571"/>
                    <a:pt x="8587" y="85"/>
                    <a:pt x="6786" y="4"/>
                  </a:cubicBezTo>
                  <a:lnTo>
                    <a:pt x="6786" y="0"/>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
            <p:cNvSpPr/>
            <p:nvPr/>
          </p:nvSpPr>
          <p:spPr>
            <a:xfrm>
              <a:off x="4432925" y="494325"/>
              <a:ext cx="250550" cy="250575"/>
            </a:xfrm>
            <a:custGeom>
              <a:rect b="b" l="l" r="r" t="t"/>
              <a:pathLst>
                <a:path extrusionOk="0" h="10023" w="10022">
                  <a:moveTo>
                    <a:pt x="0" y="1"/>
                  </a:moveTo>
                  <a:lnTo>
                    <a:pt x="0" y="6629"/>
                  </a:lnTo>
                  <a:lnTo>
                    <a:pt x="0" y="6785"/>
                  </a:lnTo>
                  <a:lnTo>
                    <a:pt x="4" y="6785"/>
                  </a:lnTo>
                  <a:lnTo>
                    <a:pt x="4" y="6786"/>
                  </a:lnTo>
                  <a:cubicBezTo>
                    <a:pt x="86" y="8587"/>
                    <a:pt x="1572" y="10023"/>
                    <a:pt x="3393" y="10023"/>
                  </a:cubicBezTo>
                  <a:cubicBezTo>
                    <a:pt x="5216" y="10023"/>
                    <a:pt x="6702" y="8585"/>
                    <a:pt x="6781" y="6782"/>
                  </a:cubicBezTo>
                  <a:cubicBezTo>
                    <a:pt x="8585" y="6702"/>
                    <a:pt x="10022" y="5216"/>
                    <a:pt x="10022" y="3393"/>
                  </a:cubicBezTo>
                  <a:cubicBezTo>
                    <a:pt x="10022" y="1572"/>
                    <a:pt x="8586" y="86"/>
                    <a:pt x="6785" y="4"/>
                  </a:cubicBezTo>
                  <a:lnTo>
                    <a:pt x="678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
            <p:cNvSpPr/>
            <p:nvPr/>
          </p:nvSpPr>
          <p:spPr>
            <a:xfrm>
              <a:off x="4479625" y="541000"/>
              <a:ext cx="157200" cy="157225"/>
            </a:xfrm>
            <a:custGeom>
              <a:rect b="b" l="l" r="r" t="t"/>
              <a:pathLst>
                <a:path extrusionOk="0" h="6289" w="6288">
                  <a:moveTo>
                    <a:pt x="0" y="1"/>
                  </a:moveTo>
                  <a:lnTo>
                    <a:pt x="0" y="4789"/>
                  </a:lnTo>
                  <a:lnTo>
                    <a:pt x="3" y="4835"/>
                  </a:lnTo>
                  <a:cubicBezTo>
                    <a:pt x="40" y="5650"/>
                    <a:pt x="710" y="6289"/>
                    <a:pt x="1526" y="6289"/>
                  </a:cubicBezTo>
                  <a:cubicBezTo>
                    <a:pt x="2346" y="6289"/>
                    <a:pt x="3013" y="5650"/>
                    <a:pt x="3050" y="4834"/>
                  </a:cubicBezTo>
                  <a:lnTo>
                    <a:pt x="3125" y="3126"/>
                  </a:lnTo>
                  <a:lnTo>
                    <a:pt x="4833" y="3050"/>
                  </a:lnTo>
                  <a:cubicBezTo>
                    <a:pt x="5648" y="3014"/>
                    <a:pt x="6288" y="2345"/>
                    <a:pt x="6288" y="1527"/>
                  </a:cubicBezTo>
                  <a:cubicBezTo>
                    <a:pt x="6288" y="710"/>
                    <a:pt x="5649" y="41"/>
                    <a:pt x="4834" y="4"/>
                  </a:cubicBezTo>
                  <a:lnTo>
                    <a:pt x="47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
            <p:cNvSpPr/>
            <p:nvPr/>
          </p:nvSpPr>
          <p:spPr>
            <a:xfrm>
              <a:off x="4495100" y="556600"/>
              <a:ext cx="126125" cy="126125"/>
            </a:xfrm>
            <a:custGeom>
              <a:rect b="b" l="l" r="r" t="t"/>
              <a:pathLst>
                <a:path extrusionOk="0" h="5045" w="5045">
                  <a:moveTo>
                    <a:pt x="4155" y="0"/>
                  </a:moveTo>
                  <a:lnTo>
                    <a:pt x="4155" y="3"/>
                  </a:lnTo>
                  <a:lnTo>
                    <a:pt x="0" y="3"/>
                  </a:lnTo>
                  <a:lnTo>
                    <a:pt x="0" y="4154"/>
                  </a:lnTo>
                  <a:lnTo>
                    <a:pt x="1" y="4185"/>
                  </a:lnTo>
                  <a:cubicBezTo>
                    <a:pt x="24" y="4667"/>
                    <a:pt x="419" y="5044"/>
                    <a:pt x="903" y="5044"/>
                  </a:cubicBezTo>
                  <a:cubicBezTo>
                    <a:pt x="1388" y="5044"/>
                    <a:pt x="1785" y="4667"/>
                    <a:pt x="1805" y="4184"/>
                  </a:cubicBezTo>
                  <a:lnTo>
                    <a:pt x="1905" y="1906"/>
                  </a:lnTo>
                  <a:lnTo>
                    <a:pt x="4184" y="1805"/>
                  </a:lnTo>
                  <a:cubicBezTo>
                    <a:pt x="4666" y="1783"/>
                    <a:pt x="5045" y="1387"/>
                    <a:pt x="5045" y="903"/>
                  </a:cubicBezTo>
                  <a:cubicBezTo>
                    <a:pt x="5045" y="420"/>
                    <a:pt x="4668" y="24"/>
                    <a:pt x="4184" y="2"/>
                  </a:cubicBezTo>
                  <a:lnTo>
                    <a:pt x="41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 name="Google Shape;203;p3"/>
          <p:cNvGrpSpPr/>
          <p:nvPr/>
        </p:nvGrpSpPr>
        <p:grpSpPr>
          <a:xfrm>
            <a:off x="363555" y="3145797"/>
            <a:ext cx="311029" cy="311029"/>
            <a:chOff x="5035425" y="2779450"/>
            <a:chExt cx="94800" cy="94800"/>
          </a:xfrm>
        </p:grpSpPr>
        <p:sp>
          <p:nvSpPr>
            <p:cNvPr id="204" name="Google Shape;204;p3"/>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06" name="Shape 206"/>
        <p:cNvGrpSpPr/>
        <p:nvPr/>
      </p:nvGrpSpPr>
      <p:grpSpPr>
        <a:xfrm>
          <a:off x="0" y="0"/>
          <a:ext cx="0" cy="0"/>
          <a:chOff x="0" y="0"/>
          <a:chExt cx="0" cy="0"/>
        </a:xfrm>
      </p:grpSpPr>
      <p:sp>
        <p:nvSpPr>
          <p:cNvPr id="207" name="Google Shape;207;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08" name="Google Shape;208;p4"/>
          <p:cNvSpPr txBox="1"/>
          <p:nvPr>
            <p:ph idx="1" type="body"/>
          </p:nvPr>
        </p:nvSpPr>
        <p:spPr>
          <a:xfrm>
            <a:off x="720000" y="1215750"/>
            <a:ext cx="7704000" cy="11127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3"/>
              </a:buClr>
              <a:buSzPts val="1400"/>
              <a:buChar char="●"/>
              <a:defRPr sz="1200"/>
            </a:lvl1pPr>
            <a:lvl2pPr indent="-317500" lvl="1" marL="914400" rtl="0">
              <a:lnSpc>
                <a:spcPct val="100000"/>
              </a:lnSpc>
              <a:spcBef>
                <a:spcPts val="0"/>
              </a:spcBef>
              <a:spcAft>
                <a:spcPts val="0"/>
              </a:spcAft>
              <a:buSzPts val="1400"/>
              <a:buChar char="○"/>
              <a:defRPr/>
            </a:lvl2pPr>
            <a:lvl3pPr indent="-317500" lvl="2" marL="1371600" rtl="0">
              <a:lnSpc>
                <a:spcPct val="100000"/>
              </a:lnSpc>
              <a:spcBef>
                <a:spcPts val="0"/>
              </a:spcBef>
              <a:spcAft>
                <a:spcPts val="0"/>
              </a:spcAft>
              <a:buSzPts val="1400"/>
              <a:buChar char="■"/>
              <a:defRPr/>
            </a:lvl3pPr>
            <a:lvl4pPr indent="-317500" lvl="3" marL="1828800" rtl="0">
              <a:lnSpc>
                <a:spcPct val="100000"/>
              </a:lnSpc>
              <a:spcBef>
                <a:spcPts val="0"/>
              </a:spcBef>
              <a:spcAft>
                <a:spcPts val="0"/>
              </a:spcAft>
              <a:buSzPts val="1400"/>
              <a:buChar char="●"/>
              <a:defRPr/>
            </a:lvl4pPr>
            <a:lvl5pPr indent="-317500" lvl="4" marL="2286000" rtl="0">
              <a:lnSpc>
                <a:spcPct val="100000"/>
              </a:lnSpc>
              <a:spcBef>
                <a:spcPts val="0"/>
              </a:spcBef>
              <a:spcAft>
                <a:spcPts val="0"/>
              </a:spcAft>
              <a:buSzPts val="1400"/>
              <a:buChar char="○"/>
              <a:defRPr/>
            </a:lvl5pPr>
            <a:lvl6pPr indent="-317500" lvl="5" marL="2743200" rtl="0">
              <a:lnSpc>
                <a:spcPct val="100000"/>
              </a:lnSpc>
              <a:spcBef>
                <a:spcPts val="0"/>
              </a:spcBef>
              <a:spcAft>
                <a:spcPts val="0"/>
              </a:spcAft>
              <a:buSzPts val="1400"/>
              <a:buChar char="■"/>
              <a:defRPr/>
            </a:lvl6pPr>
            <a:lvl7pPr indent="-317500" lvl="6" marL="3200400" rtl="0">
              <a:lnSpc>
                <a:spcPct val="100000"/>
              </a:lnSpc>
              <a:spcBef>
                <a:spcPts val="0"/>
              </a:spcBef>
              <a:spcAft>
                <a:spcPts val="0"/>
              </a:spcAft>
              <a:buSzPts val="1400"/>
              <a:buChar char="●"/>
              <a:defRPr/>
            </a:lvl7pPr>
            <a:lvl8pPr indent="-317500" lvl="7" marL="3657600" rtl="0">
              <a:lnSpc>
                <a:spcPct val="100000"/>
              </a:lnSpc>
              <a:spcBef>
                <a:spcPts val="0"/>
              </a:spcBef>
              <a:spcAft>
                <a:spcPts val="0"/>
              </a:spcAft>
              <a:buSzPts val="1400"/>
              <a:buChar char="○"/>
              <a:defRPr/>
            </a:lvl8pPr>
            <a:lvl9pPr indent="-317500" lvl="8" marL="4114800" rtl="0">
              <a:lnSpc>
                <a:spcPct val="100000"/>
              </a:lnSpc>
              <a:spcBef>
                <a:spcPts val="0"/>
              </a:spcBef>
              <a:spcAft>
                <a:spcPts val="0"/>
              </a:spcAft>
              <a:buSzPts val="1400"/>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09" name="Shape 209"/>
        <p:cNvGrpSpPr/>
        <p:nvPr/>
      </p:nvGrpSpPr>
      <p:grpSpPr>
        <a:xfrm>
          <a:off x="0" y="0"/>
          <a:ext cx="0" cy="0"/>
          <a:chOff x="0" y="0"/>
          <a:chExt cx="0" cy="0"/>
        </a:xfrm>
      </p:grpSpPr>
      <p:sp>
        <p:nvSpPr>
          <p:cNvPr id="210" name="Google Shape;210;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11" name="Google Shape;211;p5"/>
          <p:cNvSpPr txBox="1"/>
          <p:nvPr>
            <p:ph idx="1" type="subTitle"/>
          </p:nvPr>
        </p:nvSpPr>
        <p:spPr>
          <a:xfrm>
            <a:off x="5111073" y="3542824"/>
            <a:ext cx="27948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12" name="Google Shape;212;p5"/>
          <p:cNvSpPr txBox="1"/>
          <p:nvPr>
            <p:ph idx="2" type="subTitle"/>
          </p:nvPr>
        </p:nvSpPr>
        <p:spPr>
          <a:xfrm>
            <a:off x="1238150" y="3542824"/>
            <a:ext cx="27948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13" name="Google Shape;213;p5"/>
          <p:cNvSpPr txBox="1"/>
          <p:nvPr>
            <p:ph idx="3" type="subTitle"/>
          </p:nvPr>
        </p:nvSpPr>
        <p:spPr>
          <a:xfrm>
            <a:off x="5111063" y="3300725"/>
            <a:ext cx="2794800" cy="39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14" name="Google Shape;214;p5"/>
          <p:cNvSpPr txBox="1"/>
          <p:nvPr>
            <p:ph idx="4" type="subTitle"/>
          </p:nvPr>
        </p:nvSpPr>
        <p:spPr>
          <a:xfrm>
            <a:off x="1238150" y="3300725"/>
            <a:ext cx="2794800" cy="39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215" name="Google Shape;215;p5"/>
          <p:cNvGrpSpPr/>
          <p:nvPr/>
        </p:nvGrpSpPr>
        <p:grpSpPr>
          <a:xfrm>
            <a:off x="-125614" y="76016"/>
            <a:ext cx="9093512" cy="4940663"/>
            <a:chOff x="-125614" y="76016"/>
            <a:chExt cx="9093512" cy="4940663"/>
          </a:xfrm>
        </p:grpSpPr>
        <p:grpSp>
          <p:nvGrpSpPr>
            <p:cNvPr id="216" name="Google Shape;216;p5"/>
            <p:cNvGrpSpPr/>
            <p:nvPr/>
          </p:nvGrpSpPr>
          <p:grpSpPr>
            <a:xfrm>
              <a:off x="7453426" y="76016"/>
              <a:ext cx="597557" cy="597892"/>
              <a:chOff x="3834909" y="821763"/>
              <a:chExt cx="304891" cy="305063"/>
            </a:xfrm>
          </p:grpSpPr>
          <p:sp>
            <p:nvSpPr>
              <p:cNvPr id="217" name="Google Shape;217;p5"/>
              <p:cNvSpPr/>
              <p:nvPr/>
            </p:nvSpPr>
            <p:spPr>
              <a:xfrm>
                <a:off x="3834909" y="821763"/>
                <a:ext cx="303500" cy="303625"/>
              </a:xfrm>
              <a:custGeom>
                <a:rect b="b" l="l" r="r" t="t"/>
                <a:pathLst>
                  <a:path extrusionOk="0" h="12145" w="12140">
                    <a:moveTo>
                      <a:pt x="8031" y="1"/>
                    </a:moveTo>
                    <a:cubicBezTo>
                      <a:pt x="7935" y="1"/>
                      <a:pt x="7840" y="3"/>
                      <a:pt x="7748" y="13"/>
                    </a:cubicBezTo>
                    <a:cubicBezTo>
                      <a:pt x="7355" y="38"/>
                      <a:pt x="6978" y="120"/>
                      <a:pt x="6622" y="249"/>
                    </a:cubicBezTo>
                    <a:cubicBezTo>
                      <a:pt x="6081" y="445"/>
                      <a:pt x="5592" y="754"/>
                      <a:pt x="5186" y="1143"/>
                    </a:cubicBezTo>
                    <a:cubicBezTo>
                      <a:pt x="4737" y="1575"/>
                      <a:pt x="4386" y="2106"/>
                      <a:pt x="4167" y="2701"/>
                    </a:cubicBezTo>
                    <a:cubicBezTo>
                      <a:pt x="4038" y="3055"/>
                      <a:pt x="3956" y="3435"/>
                      <a:pt x="3932" y="3829"/>
                    </a:cubicBezTo>
                    <a:cubicBezTo>
                      <a:pt x="3929" y="3860"/>
                      <a:pt x="3925" y="3893"/>
                      <a:pt x="3925" y="3924"/>
                    </a:cubicBezTo>
                    <a:cubicBezTo>
                      <a:pt x="3894" y="3924"/>
                      <a:pt x="3861" y="3927"/>
                      <a:pt x="3830" y="3931"/>
                    </a:cubicBezTo>
                    <a:cubicBezTo>
                      <a:pt x="3434" y="3958"/>
                      <a:pt x="3052" y="4042"/>
                      <a:pt x="2696" y="4173"/>
                    </a:cubicBezTo>
                    <a:cubicBezTo>
                      <a:pt x="1562" y="4589"/>
                      <a:pt x="664" y="5486"/>
                      <a:pt x="249" y="6621"/>
                    </a:cubicBezTo>
                    <a:cubicBezTo>
                      <a:pt x="120" y="6977"/>
                      <a:pt x="37" y="7355"/>
                      <a:pt x="13" y="7748"/>
                    </a:cubicBezTo>
                    <a:cubicBezTo>
                      <a:pt x="3" y="7840"/>
                      <a:pt x="0" y="7935"/>
                      <a:pt x="0" y="8031"/>
                    </a:cubicBezTo>
                    <a:cubicBezTo>
                      <a:pt x="0" y="8362"/>
                      <a:pt x="39" y="8686"/>
                      <a:pt x="114" y="8992"/>
                    </a:cubicBezTo>
                    <a:cubicBezTo>
                      <a:pt x="168" y="9226"/>
                      <a:pt x="243" y="9449"/>
                      <a:pt x="338" y="9661"/>
                    </a:cubicBezTo>
                    <a:cubicBezTo>
                      <a:pt x="467" y="9966"/>
                      <a:pt x="633" y="10250"/>
                      <a:pt x="833" y="10513"/>
                    </a:cubicBezTo>
                    <a:cubicBezTo>
                      <a:pt x="929" y="10642"/>
                      <a:pt x="1030" y="10761"/>
                      <a:pt x="1141" y="10875"/>
                    </a:cubicBezTo>
                    <a:lnTo>
                      <a:pt x="1251" y="10986"/>
                    </a:lnTo>
                    <a:cubicBezTo>
                      <a:pt x="1482" y="11210"/>
                      <a:pt x="1740" y="11404"/>
                      <a:pt x="2016" y="11566"/>
                    </a:cubicBezTo>
                    <a:cubicBezTo>
                      <a:pt x="2204" y="11680"/>
                      <a:pt x="2403" y="11778"/>
                      <a:pt x="2612" y="11862"/>
                    </a:cubicBezTo>
                    <a:cubicBezTo>
                      <a:pt x="2954" y="11994"/>
                      <a:pt x="3319" y="12086"/>
                      <a:pt x="3700" y="12120"/>
                    </a:cubicBezTo>
                    <a:cubicBezTo>
                      <a:pt x="3773" y="12129"/>
                      <a:pt x="3847" y="12136"/>
                      <a:pt x="3922" y="12138"/>
                    </a:cubicBezTo>
                    <a:lnTo>
                      <a:pt x="3922" y="12144"/>
                    </a:lnTo>
                    <a:lnTo>
                      <a:pt x="12140" y="12144"/>
                    </a:lnTo>
                    <a:lnTo>
                      <a:pt x="12140" y="11280"/>
                    </a:lnTo>
                    <a:lnTo>
                      <a:pt x="12140" y="10389"/>
                    </a:lnTo>
                    <a:lnTo>
                      <a:pt x="12140" y="9042"/>
                    </a:lnTo>
                    <a:lnTo>
                      <a:pt x="12140" y="8150"/>
                    </a:lnTo>
                    <a:lnTo>
                      <a:pt x="12140" y="6808"/>
                    </a:lnTo>
                    <a:lnTo>
                      <a:pt x="12140" y="5914"/>
                    </a:lnTo>
                    <a:lnTo>
                      <a:pt x="12140" y="4571"/>
                    </a:lnTo>
                    <a:lnTo>
                      <a:pt x="12140" y="3922"/>
                    </a:lnTo>
                    <a:lnTo>
                      <a:pt x="12138" y="3922"/>
                    </a:lnTo>
                    <a:cubicBezTo>
                      <a:pt x="12134" y="3849"/>
                      <a:pt x="12128" y="3775"/>
                      <a:pt x="12119" y="3700"/>
                    </a:cubicBezTo>
                    <a:cubicBezTo>
                      <a:pt x="12086" y="3320"/>
                      <a:pt x="11993" y="2953"/>
                      <a:pt x="11861" y="2613"/>
                    </a:cubicBezTo>
                    <a:cubicBezTo>
                      <a:pt x="11778" y="2404"/>
                      <a:pt x="11679" y="2206"/>
                      <a:pt x="11566" y="2017"/>
                    </a:cubicBezTo>
                    <a:cubicBezTo>
                      <a:pt x="11404" y="1741"/>
                      <a:pt x="11206" y="1485"/>
                      <a:pt x="10986" y="1255"/>
                    </a:cubicBezTo>
                    <a:lnTo>
                      <a:pt x="10983" y="1255"/>
                    </a:lnTo>
                    <a:cubicBezTo>
                      <a:pt x="10838" y="1097"/>
                      <a:pt x="10682" y="963"/>
                      <a:pt x="10512" y="834"/>
                    </a:cubicBezTo>
                    <a:cubicBezTo>
                      <a:pt x="10251" y="637"/>
                      <a:pt x="9965" y="467"/>
                      <a:pt x="9661" y="338"/>
                    </a:cubicBezTo>
                    <a:cubicBezTo>
                      <a:pt x="9449" y="243"/>
                      <a:pt x="9224" y="169"/>
                      <a:pt x="8993" y="114"/>
                    </a:cubicBezTo>
                    <a:cubicBezTo>
                      <a:pt x="8687" y="40"/>
                      <a:pt x="8365" y="1"/>
                      <a:pt x="803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5"/>
              <p:cNvSpPr/>
              <p:nvPr/>
            </p:nvSpPr>
            <p:spPr>
              <a:xfrm>
                <a:off x="3836250" y="823225"/>
                <a:ext cx="303550" cy="303600"/>
              </a:xfrm>
              <a:custGeom>
                <a:rect b="b" l="l" r="r" t="t"/>
                <a:pathLst>
                  <a:path extrusionOk="0" h="12144" w="12142">
                    <a:moveTo>
                      <a:pt x="8033" y="1"/>
                    </a:moveTo>
                    <a:cubicBezTo>
                      <a:pt x="7937" y="1"/>
                      <a:pt x="7842" y="5"/>
                      <a:pt x="7750" y="13"/>
                    </a:cubicBezTo>
                    <a:cubicBezTo>
                      <a:pt x="7357" y="38"/>
                      <a:pt x="6978" y="120"/>
                      <a:pt x="6622" y="249"/>
                    </a:cubicBezTo>
                    <a:cubicBezTo>
                      <a:pt x="6080" y="445"/>
                      <a:pt x="5593" y="753"/>
                      <a:pt x="5187" y="1143"/>
                    </a:cubicBezTo>
                    <a:cubicBezTo>
                      <a:pt x="4738" y="1574"/>
                      <a:pt x="4387" y="2106"/>
                      <a:pt x="4169" y="2701"/>
                    </a:cubicBezTo>
                    <a:cubicBezTo>
                      <a:pt x="4040" y="3055"/>
                      <a:pt x="3957" y="3436"/>
                      <a:pt x="3933" y="3829"/>
                    </a:cubicBezTo>
                    <a:cubicBezTo>
                      <a:pt x="3929" y="3860"/>
                      <a:pt x="3926" y="3893"/>
                      <a:pt x="3926" y="3924"/>
                    </a:cubicBezTo>
                    <a:cubicBezTo>
                      <a:pt x="3895" y="3924"/>
                      <a:pt x="3861" y="3928"/>
                      <a:pt x="3830" y="3932"/>
                    </a:cubicBezTo>
                    <a:cubicBezTo>
                      <a:pt x="3435" y="3958"/>
                      <a:pt x="3053" y="4042"/>
                      <a:pt x="2697" y="4174"/>
                    </a:cubicBezTo>
                    <a:cubicBezTo>
                      <a:pt x="1562" y="4589"/>
                      <a:pt x="665" y="5487"/>
                      <a:pt x="250" y="6621"/>
                    </a:cubicBezTo>
                    <a:cubicBezTo>
                      <a:pt x="121" y="6977"/>
                      <a:pt x="38" y="7355"/>
                      <a:pt x="14" y="7748"/>
                    </a:cubicBezTo>
                    <a:cubicBezTo>
                      <a:pt x="4" y="7840"/>
                      <a:pt x="1" y="7936"/>
                      <a:pt x="1" y="8031"/>
                    </a:cubicBezTo>
                    <a:cubicBezTo>
                      <a:pt x="1" y="8364"/>
                      <a:pt x="41" y="8686"/>
                      <a:pt x="114" y="8993"/>
                    </a:cubicBezTo>
                    <a:cubicBezTo>
                      <a:pt x="170" y="9224"/>
                      <a:pt x="243" y="9449"/>
                      <a:pt x="339" y="9660"/>
                    </a:cubicBezTo>
                    <a:cubicBezTo>
                      <a:pt x="468" y="9965"/>
                      <a:pt x="634" y="10249"/>
                      <a:pt x="835" y="10512"/>
                    </a:cubicBezTo>
                    <a:cubicBezTo>
                      <a:pt x="930" y="10641"/>
                      <a:pt x="1031" y="10760"/>
                      <a:pt x="1141" y="10874"/>
                    </a:cubicBezTo>
                    <a:lnTo>
                      <a:pt x="1253" y="10985"/>
                    </a:lnTo>
                    <a:cubicBezTo>
                      <a:pt x="1482" y="11209"/>
                      <a:pt x="1742" y="11403"/>
                      <a:pt x="2017" y="11565"/>
                    </a:cubicBezTo>
                    <a:cubicBezTo>
                      <a:pt x="2204" y="11679"/>
                      <a:pt x="2404" y="11778"/>
                      <a:pt x="2613" y="11860"/>
                    </a:cubicBezTo>
                    <a:cubicBezTo>
                      <a:pt x="2954" y="11992"/>
                      <a:pt x="3321" y="12085"/>
                      <a:pt x="3700" y="12118"/>
                    </a:cubicBezTo>
                    <a:cubicBezTo>
                      <a:pt x="3776" y="12128"/>
                      <a:pt x="3849" y="12134"/>
                      <a:pt x="3922" y="12137"/>
                    </a:cubicBezTo>
                    <a:lnTo>
                      <a:pt x="3922" y="12143"/>
                    </a:lnTo>
                    <a:lnTo>
                      <a:pt x="12141" y="12143"/>
                    </a:lnTo>
                    <a:lnTo>
                      <a:pt x="12141" y="3922"/>
                    </a:lnTo>
                    <a:lnTo>
                      <a:pt x="12138" y="3922"/>
                    </a:lnTo>
                    <a:cubicBezTo>
                      <a:pt x="12136" y="3847"/>
                      <a:pt x="12130" y="3774"/>
                      <a:pt x="12120" y="3700"/>
                    </a:cubicBezTo>
                    <a:cubicBezTo>
                      <a:pt x="12086" y="3320"/>
                      <a:pt x="11995" y="2953"/>
                      <a:pt x="11862" y="2613"/>
                    </a:cubicBezTo>
                    <a:cubicBezTo>
                      <a:pt x="11779" y="2404"/>
                      <a:pt x="11681" y="2208"/>
                      <a:pt x="11567" y="2017"/>
                    </a:cubicBezTo>
                    <a:cubicBezTo>
                      <a:pt x="11404" y="1740"/>
                      <a:pt x="11208" y="1486"/>
                      <a:pt x="10986" y="1255"/>
                    </a:cubicBezTo>
                    <a:lnTo>
                      <a:pt x="10984" y="1255"/>
                    </a:lnTo>
                    <a:cubicBezTo>
                      <a:pt x="10840" y="1099"/>
                      <a:pt x="10682" y="962"/>
                      <a:pt x="10513" y="833"/>
                    </a:cubicBezTo>
                    <a:cubicBezTo>
                      <a:pt x="10253" y="636"/>
                      <a:pt x="9966" y="467"/>
                      <a:pt x="9661" y="338"/>
                    </a:cubicBezTo>
                    <a:cubicBezTo>
                      <a:pt x="9450" y="243"/>
                      <a:pt x="9226" y="170"/>
                      <a:pt x="8995" y="114"/>
                    </a:cubicBezTo>
                    <a:cubicBezTo>
                      <a:pt x="8688" y="40"/>
                      <a:pt x="8364" y="1"/>
                      <a:pt x="80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5"/>
              <p:cNvSpPr/>
              <p:nvPr/>
            </p:nvSpPr>
            <p:spPr>
              <a:xfrm>
                <a:off x="3836575" y="921450"/>
                <a:ext cx="95425" cy="95450"/>
              </a:xfrm>
              <a:custGeom>
                <a:rect b="b" l="l" r="r" t="t"/>
                <a:pathLst>
                  <a:path extrusionOk="0" h="3818" w="3817">
                    <a:moveTo>
                      <a:pt x="3816" y="0"/>
                    </a:moveTo>
                    <a:lnTo>
                      <a:pt x="3816" y="0"/>
                    </a:lnTo>
                    <a:cubicBezTo>
                      <a:pt x="3421" y="29"/>
                      <a:pt x="3039" y="112"/>
                      <a:pt x="2683" y="243"/>
                    </a:cubicBezTo>
                    <a:lnTo>
                      <a:pt x="235" y="2691"/>
                    </a:lnTo>
                    <a:cubicBezTo>
                      <a:pt x="106" y="3047"/>
                      <a:pt x="24" y="3425"/>
                      <a:pt x="0" y="3818"/>
                    </a:cubicBezTo>
                    <a:lnTo>
                      <a:pt x="38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5"/>
              <p:cNvSpPr/>
              <p:nvPr/>
            </p:nvSpPr>
            <p:spPr>
              <a:xfrm>
                <a:off x="3934525" y="823475"/>
                <a:ext cx="95450" cy="95500"/>
              </a:xfrm>
              <a:custGeom>
                <a:rect b="b" l="l" r="r" t="t"/>
                <a:pathLst>
                  <a:path extrusionOk="0" h="3820" w="3818">
                    <a:moveTo>
                      <a:pt x="3818" y="1"/>
                    </a:moveTo>
                    <a:lnTo>
                      <a:pt x="3818" y="1"/>
                    </a:lnTo>
                    <a:cubicBezTo>
                      <a:pt x="3425" y="26"/>
                      <a:pt x="3046" y="109"/>
                      <a:pt x="2689" y="239"/>
                    </a:cubicBezTo>
                    <a:lnTo>
                      <a:pt x="237" y="2691"/>
                    </a:lnTo>
                    <a:cubicBezTo>
                      <a:pt x="108" y="3045"/>
                      <a:pt x="25" y="3426"/>
                      <a:pt x="1" y="3819"/>
                    </a:cubicBezTo>
                    <a:lnTo>
                      <a:pt x="38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5"/>
              <p:cNvSpPr/>
              <p:nvPr/>
            </p:nvSpPr>
            <p:spPr>
              <a:xfrm>
                <a:off x="3839075" y="826050"/>
                <a:ext cx="238700" cy="238700"/>
              </a:xfrm>
              <a:custGeom>
                <a:rect b="b" l="l" r="r" t="t"/>
                <a:pathLst>
                  <a:path extrusionOk="0" h="9548" w="9548">
                    <a:moveTo>
                      <a:pt x="8881" y="0"/>
                    </a:moveTo>
                    <a:lnTo>
                      <a:pt x="0" y="8880"/>
                    </a:lnTo>
                    <a:cubicBezTo>
                      <a:pt x="56" y="9111"/>
                      <a:pt x="129" y="9336"/>
                      <a:pt x="225" y="9547"/>
                    </a:cubicBezTo>
                    <a:lnTo>
                      <a:pt x="9547" y="224"/>
                    </a:lnTo>
                    <a:cubicBezTo>
                      <a:pt x="9336" y="129"/>
                      <a:pt x="9112" y="55"/>
                      <a:pt x="88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5"/>
              <p:cNvSpPr/>
              <p:nvPr/>
            </p:nvSpPr>
            <p:spPr>
              <a:xfrm>
                <a:off x="3857025" y="844025"/>
                <a:ext cx="253775" cy="253850"/>
              </a:xfrm>
              <a:custGeom>
                <a:rect b="b" l="l" r="r" t="t"/>
                <a:pathLst>
                  <a:path extrusionOk="0" h="10154" w="10151">
                    <a:moveTo>
                      <a:pt x="9680" y="0"/>
                    </a:moveTo>
                    <a:lnTo>
                      <a:pt x="0" y="9680"/>
                    </a:lnTo>
                    <a:cubicBezTo>
                      <a:pt x="96" y="9809"/>
                      <a:pt x="197" y="9928"/>
                      <a:pt x="308" y="10042"/>
                    </a:cubicBezTo>
                    <a:lnTo>
                      <a:pt x="418" y="10153"/>
                    </a:lnTo>
                    <a:lnTo>
                      <a:pt x="10150" y="421"/>
                    </a:lnTo>
                    <a:cubicBezTo>
                      <a:pt x="10008" y="264"/>
                      <a:pt x="9850" y="129"/>
                      <a:pt x="9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5"/>
              <p:cNvSpPr/>
              <p:nvPr/>
            </p:nvSpPr>
            <p:spPr>
              <a:xfrm>
                <a:off x="3886650" y="873600"/>
                <a:ext cx="246150" cy="246150"/>
              </a:xfrm>
              <a:custGeom>
                <a:rect b="b" l="l" r="r" t="t"/>
                <a:pathLst>
                  <a:path extrusionOk="0" h="9846" w="9846">
                    <a:moveTo>
                      <a:pt x="9550" y="0"/>
                    </a:moveTo>
                    <a:lnTo>
                      <a:pt x="0" y="9550"/>
                    </a:lnTo>
                    <a:cubicBezTo>
                      <a:pt x="187" y="9664"/>
                      <a:pt x="387" y="9763"/>
                      <a:pt x="596" y="9845"/>
                    </a:cubicBezTo>
                    <a:lnTo>
                      <a:pt x="9845" y="597"/>
                    </a:lnTo>
                    <a:cubicBezTo>
                      <a:pt x="9763" y="387"/>
                      <a:pt x="9664" y="191"/>
                      <a:pt x="9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5"/>
              <p:cNvSpPr/>
              <p:nvPr/>
            </p:nvSpPr>
            <p:spPr>
              <a:xfrm>
                <a:off x="3928750" y="915725"/>
                <a:ext cx="211050" cy="211100"/>
              </a:xfrm>
              <a:custGeom>
                <a:rect b="b" l="l" r="r" t="t"/>
                <a:pathLst>
                  <a:path extrusionOk="0" h="8444" w="8442">
                    <a:moveTo>
                      <a:pt x="8419" y="0"/>
                    </a:moveTo>
                    <a:lnTo>
                      <a:pt x="0" y="8418"/>
                    </a:lnTo>
                    <a:cubicBezTo>
                      <a:pt x="76" y="8428"/>
                      <a:pt x="149" y="8434"/>
                      <a:pt x="222" y="8437"/>
                    </a:cubicBezTo>
                    <a:lnTo>
                      <a:pt x="222" y="8443"/>
                    </a:lnTo>
                    <a:lnTo>
                      <a:pt x="867" y="8443"/>
                    </a:lnTo>
                    <a:lnTo>
                      <a:pt x="8441" y="869"/>
                    </a:lnTo>
                    <a:lnTo>
                      <a:pt x="8441" y="222"/>
                    </a:lnTo>
                    <a:lnTo>
                      <a:pt x="8437" y="222"/>
                    </a:lnTo>
                    <a:cubicBezTo>
                      <a:pt x="8435" y="147"/>
                      <a:pt x="8429" y="74"/>
                      <a:pt x="8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5"/>
              <p:cNvSpPr/>
              <p:nvPr/>
            </p:nvSpPr>
            <p:spPr>
              <a:xfrm>
                <a:off x="3984075" y="971025"/>
                <a:ext cx="155725" cy="155800"/>
              </a:xfrm>
              <a:custGeom>
                <a:rect b="b" l="l" r="r" t="t"/>
                <a:pathLst>
                  <a:path extrusionOk="0" h="6232" w="6229">
                    <a:moveTo>
                      <a:pt x="6228" y="1"/>
                    </a:moveTo>
                    <a:lnTo>
                      <a:pt x="0" y="6231"/>
                    </a:lnTo>
                    <a:lnTo>
                      <a:pt x="892" y="6231"/>
                    </a:lnTo>
                    <a:lnTo>
                      <a:pt x="6228" y="895"/>
                    </a:lnTo>
                    <a:lnTo>
                      <a:pt x="62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5"/>
              <p:cNvSpPr/>
              <p:nvPr/>
            </p:nvSpPr>
            <p:spPr>
              <a:xfrm>
                <a:off x="4039950" y="1026975"/>
                <a:ext cx="99850" cy="99850"/>
              </a:xfrm>
              <a:custGeom>
                <a:rect b="b" l="l" r="r" t="t"/>
                <a:pathLst>
                  <a:path extrusionOk="0" h="3994" w="3994">
                    <a:moveTo>
                      <a:pt x="3993" y="0"/>
                    </a:moveTo>
                    <a:lnTo>
                      <a:pt x="0" y="3993"/>
                    </a:lnTo>
                    <a:lnTo>
                      <a:pt x="892" y="3993"/>
                    </a:lnTo>
                    <a:lnTo>
                      <a:pt x="3993" y="892"/>
                    </a:lnTo>
                    <a:lnTo>
                      <a:pt x="3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5"/>
              <p:cNvSpPr/>
              <p:nvPr/>
            </p:nvSpPr>
            <p:spPr>
              <a:xfrm>
                <a:off x="4095800" y="1082900"/>
                <a:ext cx="44000" cy="43925"/>
              </a:xfrm>
              <a:custGeom>
                <a:rect b="b" l="l" r="r" t="t"/>
                <a:pathLst>
                  <a:path extrusionOk="0" h="1757" w="1760">
                    <a:moveTo>
                      <a:pt x="1759" y="1"/>
                    </a:moveTo>
                    <a:lnTo>
                      <a:pt x="1" y="1756"/>
                    </a:lnTo>
                    <a:lnTo>
                      <a:pt x="895" y="1756"/>
                    </a:lnTo>
                    <a:lnTo>
                      <a:pt x="1759" y="892"/>
                    </a:lnTo>
                    <a:lnTo>
                      <a:pt x="1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5"/>
              <p:cNvSpPr/>
              <p:nvPr/>
            </p:nvSpPr>
            <p:spPr>
              <a:xfrm>
                <a:off x="3892750" y="879725"/>
                <a:ext cx="190525" cy="190475"/>
              </a:xfrm>
              <a:custGeom>
                <a:rect b="b" l="l" r="r" t="t"/>
                <a:pathLst>
                  <a:path extrusionOk="0" h="7619" w="7621">
                    <a:moveTo>
                      <a:pt x="5771" y="1"/>
                    </a:moveTo>
                    <a:cubicBezTo>
                      <a:pt x="4779" y="1"/>
                      <a:pt x="3969" y="775"/>
                      <a:pt x="3925" y="1764"/>
                    </a:cubicBezTo>
                    <a:lnTo>
                      <a:pt x="3834" y="3834"/>
                    </a:lnTo>
                    <a:lnTo>
                      <a:pt x="1764" y="3924"/>
                    </a:lnTo>
                    <a:cubicBezTo>
                      <a:pt x="777" y="3969"/>
                      <a:pt x="1" y="4780"/>
                      <a:pt x="1" y="5771"/>
                    </a:cubicBezTo>
                    <a:cubicBezTo>
                      <a:pt x="1" y="6761"/>
                      <a:pt x="774" y="7571"/>
                      <a:pt x="1762" y="7617"/>
                    </a:cubicBezTo>
                    <a:lnTo>
                      <a:pt x="1815" y="7619"/>
                    </a:lnTo>
                    <a:lnTo>
                      <a:pt x="1815" y="7618"/>
                    </a:lnTo>
                    <a:lnTo>
                      <a:pt x="7620" y="7618"/>
                    </a:lnTo>
                    <a:lnTo>
                      <a:pt x="7620" y="1817"/>
                    </a:lnTo>
                    <a:lnTo>
                      <a:pt x="7617" y="1761"/>
                    </a:lnTo>
                    <a:cubicBezTo>
                      <a:pt x="7573" y="775"/>
                      <a:pt x="6761" y="1"/>
                      <a:pt x="5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5"/>
              <p:cNvSpPr/>
              <p:nvPr/>
            </p:nvSpPr>
            <p:spPr>
              <a:xfrm>
                <a:off x="3911600" y="898625"/>
                <a:ext cx="152700" cy="152725"/>
              </a:xfrm>
              <a:custGeom>
                <a:rect b="b" l="l" r="r" t="t"/>
                <a:pathLst>
                  <a:path extrusionOk="0" h="6109" w="6108">
                    <a:moveTo>
                      <a:pt x="5015" y="0"/>
                    </a:moveTo>
                    <a:cubicBezTo>
                      <a:pt x="4429" y="0"/>
                      <a:pt x="3950" y="458"/>
                      <a:pt x="3924" y="1042"/>
                    </a:cubicBezTo>
                    <a:lnTo>
                      <a:pt x="3802" y="3802"/>
                    </a:lnTo>
                    <a:lnTo>
                      <a:pt x="1042" y="3924"/>
                    </a:lnTo>
                    <a:cubicBezTo>
                      <a:pt x="458" y="3950"/>
                      <a:pt x="0" y="4427"/>
                      <a:pt x="0" y="5015"/>
                    </a:cubicBezTo>
                    <a:cubicBezTo>
                      <a:pt x="0" y="5602"/>
                      <a:pt x="458" y="6081"/>
                      <a:pt x="1045" y="6107"/>
                    </a:cubicBezTo>
                    <a:lnTo>
                      <a:pt x="1079" y="6109"/>
                    </a:lnTo>
                    <a:lnTo>
                      <a:pt x="6108" y="6109"/>
                    </a:lnTo>
                    <a:lnTo>
                      <a:pt x="6108" y="1079"/>
                    </a:lnTo>
                    <a:lnTo>
                      <a:pt x="6106" y="1041"/>
                    </a:lnTo>
                    <a:cubicBezTo>
                      <a:pt x="6081" y="458"/>
                      <a:pt x="5601" y="0"/>
                      <a:pt x="50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 name="Google Shape;230;p5"/>
            <p:cNvGrpSpPr/>
            <p:nvPr/>
          </p:nvGrpSpPr>
          <p:grpSpPr>
            <a:xfrm>
              <a:off x="8154462" y="164050"/>
              <a:ext cx="750772" cy="750911"/>
              <a:chOff x="4175209" y="890163"/>
              <a:chExt cx="383066" cy="383138"/>
            </a:xfrm>
          </p:grpSpPr>
          <p:sp>
            <p:nvSpPr>
              <p:cNvPr id="231" name="Google Shape;231;p5"/>
              <p:cNvSpPr/>
              <p:nvPr/>
            </p:nvSpPr>
            <p:spPr>
              <a:xfrm>
                <a:off x="4175209" y="890163"/>
                <a:ext cx="381750" cy="381750"/>
              </a:xfrm>
              <a:custGeom>
                <a:rect b="b" l="l" r="r" t="t"/>
                <a:pathLst>
                  <a:path extrusionOk="0" h="15270" w="15270">
                    <a:moveTo>
                      <a:pt x="5169" y="0"/>
                    </a:moveTo>
                    <a:cubicBezTo>
                      <a:pt x="2395" y="0"/>
                      <a:pt x="131" y="2187"/>
                      <a:pt x="7" y="4932"/>
                    </a:cubicBezTo>
                    <a:lnTo>
                      <a:pt x="1" y="4932"/>
                    </a:lnTo>
                    <a:lnTo>
                      <a:pt x="1" y="5170"/>
                    </a:lnTo>
                    <a:lnTo>
                      <a:pt x="1" y="15270"/>
                    </a:lnTo>
                    <a:lnTo>
                      <a:pt x="10338" y="15270"/>
                    </a:lnTo>
                    <a:lnTo>
                      <a:pt x="10338" y="15264"/>
                    </a:lnTo>
                    <a:cubicBezTo>
                      <a:pt x="13082" y="15139"/>
                      <a:pt x="15269" y="12875"/>
                      <a:pt x="15269" y="10099"/>
                    </a:cubicBezTo>
                    <a:cubicBezTo>
                      <a:pt x="15269" y="7322"/>
                      <a:pt x="13078" y="5058"/>
                      <a:pt x="10332" y="4937"/>
                    </a:cubicBezTo>
                    <a:cubicBezTo>
                      <a:pt x="10211" y="2189"/>
                      <a:pt x="7947" y="0"/>
                      <a:pt x="5169"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5"/>
              <p:cNvSpPr/>
              <p:nvPr/>
            </p:nvSpPr>
            <p:spPr>
              <a:xfrm>
                <a:off x="4176525" y="891600"/>
                <a:ext cx="381750" cy="381700"/>
              </a:xfrm>
              <a:custGeom>
                <a:rect b="b" l="l" r="r" t="t"/>
                <a:pathLst>
                  <a:path extrusionOk="0" h="15268" w="15270">
                    <a:moveTo>
                      <a:pt x="5171" y="0"/>
                    </a:moveTo>
                    <a:cubicBezTo>
                      <a:pt x="2396" y="0"/>
                      <a:pt x="132" y="2188"/>
                      <a:pt x="9" y="4931"/>
                    </a:cubicBezTo>
                    <a:lnTo>
                      <a:pt x="9" y="4930"/>
                    </a:lnTo>
                    <a:lnTo>
                      <a:pt x="0" y="4930"/>
                    </a:lnTo>
                    <a:lnTo>
                      <a:pt x="0" y="5167"/>
                    </a:lnTo>
                    <a:lnTo>
                      <a:pt x="0" y="15268"/>
                    </a:lnTo>
                    <a:lnTo>
                      <a:pt x="10339" y="15268"/>
                    </a:lnTo>
                    <a:lnTo>
                      <a:pt x="10339" y="15261"/>
                    </a:lnTo>
                    <a:cubicBezTo>
                      <a:pt x="13084" y="15138"/>
                      <a:pt x="15270" y="12873"/>
                      <a:pt x="15270" y="10099"/>
                    </a:cubicBezTo>
                    <a:cubicBezTo>
                      <a:pt x="15270" y="7321"/>
                      <a:pt x="13081" y="5058"/>
                      <a:pt x="10334" y="4936"/>
                    </a:cubicBezTo>
                    <a:cubicBezTo>
                      <a:pt x="10212" y="2190"/>
                      <a:pt x="7948" y="0"/>
                      <a:pt x="51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5"/>
              <p:cNvSpPr/>
              <p:nvPr/>
            </p:nvSpPr>
            <p:spPr>
              <a:xfrm>
                <a:off x="4224000" y="939000"/>
                <a:ext cx="286875" cy="286900"/>
              </a:xfrm>
              <a:custGeom>
                <a:rect b="b" l="l" r="r" t="t"/>
                <a:pathLst>
                  <a:path extrusionOk="0" h="11476" w="11475">
                    <a:moveTo>
                      <a:pt x="3272" y="0"/>
                    </a:moveTo>
                    <a:cubicBezTo>
                      <a:pt x="1518" y="0"/>
                      <a:pt x="83" y="1371"/>
                      <a:pt x="4" y="3121"/>
                    </a:cubicBezTo>
                    <a:lnTo>
                      <a:pt x="0" y="3212"/>
                    </a:lnTo>
                    <a:lnTo>
                      <a:pt x="0" y="11476"/>
                    </a:lnTo>
                    <a:lnTo>
                      <a:pt x="8271" y="11476"/>
                    </a:lnTo>
                    <a:lnTo>
                      <a:pt x="8271" y="11475"/>
                    </a:lnTo>
                    <a:lnTo>
                      <a:pt x="8354" y="11471"/>
                    </a:lnTo>
                    <a:cubicBezTo>
                      <a:pt x="10103" y="11392"/>
                      <a:pt x="11475" y="9957"/>
                      <a:pt x="11475" y="8203"/>
                    </a:cubicBezTo>
                    <a:cubicBezTo>
                      <a:pt x="11475" y="6448"/>
                      <a:pt x="10102" y="5013"/>
                      <a:pt x="8350" y="4936"/>
                    </a:cubicBezTo>
                    <a:lnTo>
                      <a:pt x="6615" y="4860"/>
                    </a:lnTo>
                    <a:lnTo>
                      <a:pt x="6539" y="3125"/>
                    </a:lnTo>
                    <a:cubicBezTo>
                      <a:pt x="6461" y="1373"/>
                      <a:pt x="5026" y="0"/>
                      <a:pt x="3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5"/>
              <p:cNvSpPr/>
              <p:nvPr/>
            </p:nvSpPr>
            <p:spPr>
              <a:xfrm>
                <a:off x="4235825" y="980975"/>
                <a:ext cx="13575" cy="13550"/>
              </a:xfrm>
              <a:custGeom>
                <a:rect b="b" l="l" r="r" t="t"/>
                <a:pathLst>
                  <a:path extrusionOk="0" h="542" w="543">
                    <a:moveTo>
                      <a:pt x="271" y="0"/>
                    </a:moveTo>
                    <a:cubicBezTo>
                      <a:pt x="122" y="0"/>
                      <a:pt x="1" y="121"/>
                      <a:pt x="1" y="270"/>
                    </a:cubicBezTo>
                    <a:cubicBezTo>
                      <a:pt x="1" y="420"/>
                      <a:pt x="122" y="542"/>
                      <a:pt x="271" y="542"/>
                    </a:cubicBezTo>
                    <a:cubicBezTo>
                      <a:pt x="421" y="542"/>
                      <a:pt x="543" y="420"/>
                      <a:pt x="543" y="270"/>
                    </a:cubicBezTo>
                    <a:cubicBezTo>
                      <a:pt x="543" y="121"/>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5"/>
              <p:cNvSpPr/>
              <p:nvPr/>
            </p:nvSpPr>
            <p:spPr>
              <a:xfrm>
                <a:off x="4235825" y="1021525"/>
                <a:ext cx="13575" cy="13575"/>
              </a:xfrm>
              <a:custGeom>
                <a:rect b="b" l="l" r="r" t="t"/>
                <a:pathLst>
                  <a:path extrusionOk="0" h="543" w="543">
                    <a:moveTo>
                      <a:pt x="271" y="0"/>
                    </a:moveTo>
                    <a:cubicBezTo>
                      <a:pt x="122" y="0"/>
                      <a:pt x="1" y="122"/>
                      <a:pt x="1" y="272"/>
                    </a:cubicBezTo>
                    <a:cubicBezTo>
                      <a:pt x="1" y="420"/>
                      <a:pt x="122" y="542"/>
                      <a:pt x="271" y="542"/>
                    </a:cubicBezTo>
                    <a:cubicBezTo>
                      <a:pt x="421" y="542"/>
                      <a:pt x="543" y="420"/>
                      <a:pt x="543" y="272"/>
                    </a:cubicBezTo>
                    <a:cubicBezTo>
                      <a:pt x="543"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5"/>
              <p:cNvSpPr/>
              <p:nvPr/>
            </p:nvSpPr>
            <p:spPr>
              <a:xfrm>
                <a:off x="4276400" y="1001250"/>
                <a:ext cx="13550" cy="13575"/>
              </a:xfrm>
              <a:custGeom>
                <a:rect b="b" l="l" r="r" t="t"/>
                <a:pathLst>
                  <a:path extrusionOk="0" h="543" w="542">
                    <a:moveTo>
                      <a:pt x="272" y="0"/>
                    </a:moveTo>
                    <a:cubicBezTo>
                      <a:pt x="122" y="0"/>
                      <a:pt x="0" y="121"/>
                      <a:pt x="0" y="271"/>
                    </a:cubicBezTo>
                    <a:cubicBezTo>
                      <a:pt x="0" y="420"/>
                      <a:pt x="122" y="542"/>
                      <a:pt x="272" y="542"/>
                    </a:cubicBezTo>
                    <a:cubicBezTo>
                      <a:pt x="421" y="542"/>
                      <a:pt x="542" y="420"/>
                      <a:pt x="542" y="271"/>
                    </a:cubicBezTo>
                    <a:cubicBezTo>
                      <a:pt x="542" y="121"/>
                      <a:pt x="421"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5"/>
              <p:cNvSpPr/>
              <p:nvPr/>
            </p:nvSpPr>
            <p:spPr>
              <a:xfrm>
                <a:off x="4235825" y="1062125"/>
                <a:ext cx="13575" cy="13575"/>
              </a:xfrm>
              <a:custGeom>
                <a:rect b="b" l="l" r="r" t="t"/>
                <a:pathLst>
                  <a:path extrusionOk="0" h="543" w="543">
                    <a:moveTo>
                      <a:pt x="271" y="1"/>
                    </a:moveTo>
                    <a:cubicBezTo>
                      <a:pt x="122" y="1"/>
                      <a:pt x="1" y="121"/>
                      <a:pt x="1" y="271"/>
                    </a:cubicBezTo>
                    <a:cubicBezTo>
                      <a:pt x="1" y="421"/>
                      <a:pt x="122" y="543"/>
                      <a:pt x="271" y="543"/>
                    </a:cubicBezTo>
                    <a:cubicBezTo>
                      <a:pt x="421" y="543"/>
                      <a:pt x="543" y="421"/>
                      <a:pt x="543" y="271"/>
                    </a:cubicBezTo>
                    <a:cubicBezTo>
                      <a:pt x="543" y="121"/>
                      <a:pt x="421"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5"/>
              <p:cNvSpPr/>
              <p:nvPr/>
            </p:nvSpPr>
            <p:spPr>
              <a:xfrm>
                <a:off x="4235825" y="1102700"/>
                <a:ext cx="13575" cy="13550"/>
              </a:xfrm>
              <a:custGeom>
                <a:rect b="b" l="l" r="r" t="t"/>
                <a:pathLst>
                  <a:path extrusionOk="0" h="542" w="543">
                    <a:moveTo>
                      <a:pt x="271" y="0"/>
                    </a:moveTo>
                    <a:cubicBezTo>
                      <a:pt x="122" y="0"/>
                      <a:pt x="1" y="122"/>
                      <a:pt x="1" y="271"/>
                    </a:cubicBezTo>
                    <a:cubicBezTo>
                      <a:pt x="1" y="421"/>
                      <a:pt x="122" y="542"/>
                      <a:pt x="271" y="542"/>
                    </a:cubicBezTo>
                    <a:cubicBezTo>
                      <a:pt x="421" y="542"/>
                      <a:pt x="543" y="421"/>
                      <a:pt x="543" y="271"/>
                    </a:cubicBezTo>
                    <a:cubicBezTo>
                      <a:pt x="543"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5"/>
              <p:cNvSpPr/>
              <p:nvPr/>
            </p:nvSpPr>
            <p:spPr>
              <a:xfrm>
                <a:off x="4235825" y="1143300"/>
                <a:ext cx="13575" cy="13575"/>
              </a:xfrm>
              <a:custGeom>
                <a:rect b="b" l="l" r="r" t="t"/>
                <a:pathLst>
                  <a:path extrusionOk="0" h="543" w="543">
                    <a:moveTo>
                      <a:pt x="271" y="0"/>
                    </a:moveTo>
                    <a:cubicBezTo>
                      <a:pt x="122" y="0"/>
                      <a:pt x="1" y="122"/>
                      <a:pt x="1" y="271"/>
                    </a:cubicBezTo>
                    <a:cubicBezTo>
                      <a:pt x="1" y="420"/>
                      <a:pt x="122" y="542"/>
                      <a:pt x="271" y="542"/>
                    </a:cubicBezTo>
                    <a:cubicBezTo>
                      <a:pt x="421" y="542"/>
                      <a:pt x="543" y="420"/>
                      <a:pt x="543" y="271"/>
                    </a:cubicBezTo>
                    <a:cubicBezTo>
                      <a:pt x="543"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5"/>
              <p:cNvSpPr/>
              <p:nvPr/>
            </p:nvSpPr>
            <p:spPr>
              <a:xfrm>
                <a:off x="4235825" y="1183850"/>
                <a:ext cx="13575" cy="13575"/>
              </a:xfrm>
              <a:custGeom>
                <a:rect b="b" l="l" r="r" t="t"/>
                <a:pathLst>
                  <a:path extrusionOk="0" h="543" w="543">
                    <a:moveTo>
                      <a:pt x="271" y="1"/>
                    </a:moveTo>
                    <a:cubicBezTo>
                      <a:pt x="122" y="1"/>
                      <a:pt x="1" y="122"/>
                      <a:pt x="1" y="272"/>
                    </a:cubicBezTo>
                    <a:cubicBezTo>
                      <a:pt x="1" y="422"/>
                      <a:pt x="122" y="543"/>
                      <a:pt x="271" y="543"/>
                    </a:cubicBezTo>
                    <a:cubicBezTo>
                      <a:pt x="421" y="543"/>
                      <a:pt x="543" y="422"/>
                      <a:pt x="543" y="272"/>
                    </a:cubicBezTo>
                    <a:cubicBezTo>
                      <a:pt x="543" y="122"/>
                      <a:pt x="421"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5"/>
              <p:cNvSpPr/>
              <p:nvPr/>
            </p:nvSpPr>
            <p:spPr>
              <a:xfrm>
                <a:off x="4276400" y="1041800"/>
                <a:ext cx="13550" cy="13575"/>
              </a:xfrm>
              <a:custGeom>
                <a:rect b="b" l="l" r="r" t="t"/>
                <a:pathLst>
                  <a:path extrusionOk="0" h="543" w="542">
                    <a:moveTo>
                      <a:pt x="272" y="1"/>
                    </a:moveTo>
                    <a:cubicBezTo>
                      <a:pt x="122" y="1"/>
                      <a:pt x="0" y="122"/>
                      <a:pt x="0" y="272"/>
                    </a:cubicBezTo>
                    <a:cubicBezTo>
                      <a:pt x="0" y="422"/>
                      <a:pt x="122" y="542"/>
                      <a:pt x="272" y="542"/>
                    </a:cubicBezTo>
                    <a:cubicBezTo>
                      <a:pt x="421" y="542"/>
                      <a:pt x="542" y="422"/>
                      <a:pt x="542" y="272"/>
                    </a:cubicBezTo>
                    <a:cubicBezTo>
                      <a:pt x="542" y="122"/>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5"/>
              <p:cNvSpPr/>
              <p:nvPr/>
            </p:nvSpPr>
            <p:spPr>
              <a:xfrm>
                <a:off x="4276400" y="1082400"/>
                <a:ext cx="13550" cy="13575"/>
              </a:xfrm>
              <a:custGeom>
                <a:rect b="b" l="l" r="r" t="t"/>
                <a:pathLst>
                  <a:path extrusionOk="0" h="543" w="542">
                    <a:moveTo>
                      <a:pt x="272" y="1"/>
                    </a:moveTo>
                    <a:cubicBezTo>
                      <a:pt x="122" y="1"/>
                      <a:pt x="0" y="123"/>
                      <a:pt x="0" y="272"/>
                    </a:cubicBezTo>
                    <a:cubicBezTo>
                      <a:pt x="0" y="421"/>
                      <a:pt x="122" y="543"/>
                      <a:pt x="272" y="543"/>
                    </a:cubicBezTo>
                    <a:cubicBezTo>
                      <a:pt x="421" y="543"/>
                      <a:pt x="542" y="421"/>
                      <a:pt x="542" y="272"/>
                    </a:cubicBezTo>
                    <a:cubicBezTo>
                      <a:pt x="542" y="123"/>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5"/>
              <p:cNvSpPr/>
              <p:nvPr/>
            </p:nvSpPr>
            <p:spPr>
              <a:xfrm>
                <a:off x="4276400" y="1122975"/>
                <a:ext cx="13550" cy="13550"/>
              </a:xfrm>
              <a:custGeom>
                <a:rect b="b" l="l" r="r" t="t"/>
                <a:pathLst>
                  <a:path extrusionOk="0" h="542" w="542">
                    <a:moveTo>
                      <a:pt x="272" y="0"/>
                    </a:moveTo>
                    <a:cubicBezTo>
                      <a:pt x="122" y="0"/>
                      <a:pt x="0" y="122"/>
                      <a:pt x="0" y="272"/>
                    </a:cubicBezTo>
                    <a:cubicBezTo>
                      <a:pt x="0" y="421"/>
                      <a:pt x="122" y="542"/>
                      <a:pt x="272" y="542"/>
                    </a:cubicBezTo>
                    <a:cubicBezTo>
                      <a:pt x="421" y="542"/>
                      <a:pt x="542" y="421"/>
                      <a:pt x="542" y="272"/>
                    </a:cubicBezTo>
                    <a:cubicBezTo>
                      <a:pt x="542" y="122"/>
                      <a:pt x="421"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5"/>
              <p:cNvSpPr/>
              <p:nvPr/>
            </p:nvSpPr>
            <p:spPr>
              <a:xfrm>
                <a:off x="4276400" y="1163575"/>
                <a:ext cx="13550" cy="13575"/>
              </a:xfrm>
              <a:custGeom>
                <a:rect b="b" l="l" r="r" t="t"/>
                <a:pathLst>
                  <a:path extrusionOk="0" h="543" w="542">
                    <a:moveTo>
                      <a:pt x="272" y="1"/>
                    </a:moveTo>
                    <a:cubicBezTo>
                      <a:pt x="122" y="1"/>
                      <a:pt x="0" y="122"/>
                      <a:pt x="0" y="272"/>
                    </a:cubicBezTo>
                    <a:cubicBezTo>
                      <a:pt x="0" y="422"/>
                      <a:pt x="122" y="542"/>
                      <a:pt x="272" y="542"/>
                    </a:cubicBezTo>
                    <a:cubicBezTo>
                      <a:pt x="421" y="542"/>
                      <a:pt x="542" y="422"/>
                      <a:pt x="542" y="272"/>
                    </a:cubicBezTo>
                    <a:cubicBezTo>
                      <a:pt x="542" y="122"/>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5"/>
              <p:cNvSpPr/>
              <p:nvPr/>
            </p:nvSpPr>
            <p:spPr>
              <a:xfrm>
                <a:off x="4276400" y="1204150"/>
                <a:ext cx="13550" cy="13575"/>
              </a:xfrm>
              <a:custGeom>
                <a:rect b="b" l="l" r="r" t="t"/>
                <a:pathLst>
                  <a:path extrusionOk="0" h="543" w="542">
                    <a:moveTo>
                      <a:pt x="272" y="1"/>
                    </a:moveTo>
                    <a:cubicBezTo>
                      <a:pt x="122" y="1"/>
                      <a:pt x="0" y="122"/>
                      <a:pt x="0" y="271"/>
                    </a:cubicBezTo>
                    <a:cubicBezTo>
                      <a:pt x="0" y="421"/>
                      <a:pt x="122" y="543"/>
                      <a:pt x="272" y="543"/>
                    </a:cubicBezTo>
                    <a:cubicBezTo>
                      <a:pt x="421" y="543"/>
                      <a:pt x="542" y="421"/>
                      <a:pt x="542" y="271"/>
                    </a:cubicBezTo>
                    <a:cubicBezTo>
                      <a:pt x="542" y="122"/>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5"/>
              <p:cNvSpPr/>
              <p:nvPr/>
            </p:nvSpPr>
            <p:spPr>
              <a:xfrm>
                <a:off x="4276400" y="960650"/>
                <a:ext cx="13550" cy="13575"/>
              </a:xfrm>
              <a:custGeom>
                <a:rect b="b" l="l" r="r" t="t"/>
                <a:pathLst>
                  <a:path extrusionOk="0" h="543" w="542">
                    <a:moveTo>
                      <a:pt x="272" y="1"/>
                    </a:moveTo>
                    <a:cubicBezTo>
                      <a:pt x="122" y="1"/>
                      <a:pt x="0" y="123"/>
                      <a:pt x="0" y="272"/>
                    </a:cubicBezTo>
                    <a:cubicBezTo>
                      <a:pt x="0" y="422"/>
                      <a:pt x="122" y="543"/>
                      <a:pt x="272" y="543"/>
                    </a:cubicBezTo>
                    <a:cubicBezTo>
                      <a:pt x="421" y="543"/>
                      <a:pt x="542" y="422"/>
                      <a:pt x="542" y="272"/>
                    </a:cubicBezTo>
                    <a:cubicBezTo>
                      <a:pt x="542" y="123"/>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5"/>
              <p:cNvSpPr/>
              <p:nvPr/>
            </p:nvSpPr>
            <p:spPr>
              <a:xfrm>
                <a:off x="4313275" y="980975"/>
                <a:ext cx="13575" cy="13550"/>
              </a:xfrm>
              <a:custGeom>
                <a:rect b="b" l="l" r="r" t="t"/>
                <a:pathLst>
                  <a:path extrusionOk="0" h="542" w="543">
                    <a:moveTo>
                      <a:pt x="272" y="0"/>
                    </a:moveTo>
                    <a:cubicBezTo>
                      <a:pt x="123" y="0"/>
                      <a:pt x="1" y="121"/>
                      <a:pt x="1" y="270"/>
                    </a:cubicBezTo>
                    <a:cubicBezTo>
                      <a:pt x="1" y="420"/>
                      <a:pt x="123" y="542"/>
                      <a:pt x="272" y="542"/>
                    </a:cubicBezTo>
                    <a:cubicBezTo>
                      <a:pt x="422" y="542"/>
                      <a:pt x="543" y="420"/>
                      <a:pt x="543" y="270"/>
                    </a:cubicBezTo>
                    <a:cubicBezTo>
                      <a:pt x="543" y="121"/>
                      <a:pt x="422"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5"/>
              <p:cNvSpPr/>
              <p:nvPr/>
            </p:nvSpPr>
            <p:spPr>
              <a:xfrm>
                <a:off x="4313275" y="1021525"/>
                <a:ext cx="13575" cy="13575"/>
              </a:xfrm>
              <a:custGeom>
                <a:rect b="b" l="l" r="r" t="t"/>
                <a:pathLst>
                  <a:path extrusionOk="0" h="543" w="543">
                    <a:moveTo>
                      <a:pt x="272" y="0"/>
                    </a:moveTo>
                    <a:cubicBezTo>
                      <a:pt x="123" y="0"/>
                      <a:pt x="1" y="122"/>
                      <a:pt x="1" y="272"/>
                    </a:cubicBezTo>
                    <a:cubicBezTo>
                      <a:pt x="1" y="420"/>
                      <a:pt x="123" y="542"/>
                      <a:pt x="272" y="542"/>
                    </a:cubicBezTo>
                    <a:cubicBezTo>
                      <a:pt x="422" y="542"/>
                      <a:pt x="543" y="420"/>
                      <a:pt x="543" y="272"/>
                    </a:cubicBezTo>
                    <a:cubicBezTo>
                      <a:pt x="543" y="122"/>
                      <a:pt x="422"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5"/>
              <p:cNvSpPr/>
              <p:nvPr/>
            </p:nvSpPr>
            <p:spPr>
              <a:xfrm>
                <a:off x="4353875" y="1001250"/>
                <a:ext cx="13575" cy="13575"/>
              </a:xfrm>
              <a:custGeom>
                <a:rect b="b" l="l" r="r" t="t"/>
                <a:pathLst>
                  <a:path extrusionOk="0" h="543" w="543">
                    <a:moveTo>
                      <a:pt x="271" y="0"/>
                    </a:moveTo>
                    <a:cubicBezTo>
                      <a:pt x="121" y="0"/>
                      <a:pt x="0" y="121"/>
                      <a:pt x="0" y="271"/>
                    </a:cubicBezTo>
                    <a:cubicBezTo>
                      <a:pt x="0" y="420"/>
                      <a:pt x="121" y="542"/>
                      <a:pt x="271" y="542"/>
                    </a:cubicBezTo>
                    <a:cubicBezTo>
                      <a:pt x="420" y="542"/>
                      <a:pt x="542" y="420"/>
                      <a:pt x="542" y="271"/>
                    </a:cubicBezTo>
                    <a:cubicBezTo>
                      <a:pt x="542" y="121"/>
                      <a:pt x="420"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5"/>
              <p:cNvSpPr/>
              <p:nvPr/>
            </p:nvSpPr>
            <p:spPr>
              <a:xfrm>
                <a:off x="4313275" y="1062125"/>
                <a:ext cx="13575" cy="13575"/>
              </a:xfrm>
              <a:custGeom>
                <a:rect b="b" l="l" r="r" t="t"/>
                <a:pathLst>
                  <a:path extrusionOk="0" h="543" w="543">
                    <a:moveTo>
                      <a:pt x="272" y="1"/>
                    </a:moveTo>
                    <a:cubicBezTo>
                      <a:pt x="123" y="1"/>
                      <a:pt x="1" y="121"/>
                      <a:pt x="1" y="271"/>
                    </a:cubicBezTo>
                    <a:cubicBezTo>
                      <a:pt x="1" y="421"/>
                      <a:pt x="123" y="543"/>
                      <a:pt x="272" y="543"/>
                    </a:cubicBezTo>
                    <a:cubicBezTo>
                      <a:pt x="422" y="543"/>
                      <a:pt x="543" y="421"/>
                      <a:pt x="543" y="271"/>
                    </a:cubicBezTo>
                    <a:cubicBezTo>
                      <a:pt x="543" y="121"/>
                      <a:pt x="422"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5"/>
              <p:cNvSpPr/>
              <p:nvPr/>
            </p:nvSpPr>
            <p:spPr>
              <a:xfrm>
                <a:off x="4313275" y="1102700"/>
                <a:ext cx="13575" cy="13550"/>
              </a:xfrm>
              <a:custGeom>
                <a:rect b="b" l="l" r="r" t="t"/>
                <a:pathLst>
                  <a:path extrusionOk="0" h="542" w="543">
                    <a:moveTo>
                      <a:pt x="272" y="0"/>
                    </a:moveTo>
                    <a:cubicBezTo>
                      <a:pt x="123" y="0"/>
                      <a:pt x="1" y="122"/>
                      <a:pt x="1" y="271"/>
                    </a:cubicBezTo>
                    <a:cubicBezTo>
                      <a:pt x="1" y="421"/>
                      <a:pt x="123" y="542"/>
                      <a:pt x="272" y="542"/>
                    </a:cubicBezTo>
                    <a:cubicBezTo>
                      <a:pt x="422" y="542"/>
                      <a:pt x="543" y="421"/>
                      <a:pt x="543" y="271"/>
                    </a:cubicBezTo>
                    <a:cubicBezTo>
                      <a:pt x="543" y="122"/>
                      <a:pt x="422"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5"/>
              <p:cNvSpPr/>
              <p:nvPr/>
            </p:nvSpPr>
            <p:spPr>
              <a:xfrm>
                <a:off x="4313275" y="1143300"/>
                <a:ext cx="13575" cy="13575"/>
              </a:xfrm>
              <a:custGeom>
                <a:rect b="b" l="l" r="r" t="t"/>
                <a:pathLst>
                  <a:path extrusionOk="0" h="543" w="543">
                    <a:moveTo>
                      <a:pt x="272" y="0"/>
                    </a:moveTo>
                    <a:cubicBezTo>
                      <a:pt x="123" y="0"/>
                      <a:pt x="1" y="122"/>
                      <a:pt x="1" y="271"/>
                    </a:cubicBezTo>
                    <a:cubicBezTo>
                      <a:pt x="1" y="420"/>
                      <a:pt x="123" y="542"/>
                      <a:pt x="272" y="542"/>
                    </a:cubicBezTo>
                    <a:cubicBezTo>
                      <a:pt x="422" y="542"/>
                      <a:pt x="543" y="420"/>
                      <a:pt x="543" y="271"/>
                    </a:cubicBezTo>
                    <a:cubicBezTo>
                      <a:pt x="543" y="122"/>
                      <a:pt x="422"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5"/>
              <p:cNvSpPr/>
              <p:nvPr/>
            </p:nvSpPr>
            <p:spPr>
              <a:xfrm>
                <a:off x="4313275" y="1183850"/>
                <a:ext cx="13575" cy="13575"/>
              </a:xfrm>
              <a:custGeom>
                <a:rect b="b" l="l" r="r" t="t"/>
                <a:pathLst>
                  <a:path extrusionOk="0" h="543" w="543">
                    <a:moveTo>
                      <a:pt x="272" y="1"/>
                    </a:moveTo>
                    <a:cubicBezTo>
                      <a:pt x="123" y="1"/>
                      <a:pt x="1" y="122"/>
                      <a:pt x="1" y="272"/>
                    </a:cubicBezTo>
                    <a:cubicBezTo>
                      <a:pt x="1" y="422"/>
                      <a:pt x="123" y="543"/>
                      <a:pt x="272" y="543"/>
                    </a:cubicBezTo>
                    <a:cubicBezTo>
                      <a:pt x="422" y="543"/>
                      <a:pt x="543" y="422"/>
                      <a:pt x="543" y="272"/>
                    </a:cubicBezTo>
                    <a:cubicBezTo>
                      <a:pt x="543" y="122"/>
                      <a:pt x="422"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5"/>
              <p:cNvSpPr/>
              <p:nvPr/>
            </p:nvSpPr>
            <p:spPr>
              <a:xfrm>
                <a:off x="4353875" y="1041800"/>
                <a:ext cx="13575" cy="13575"/>
              </a:xfrm>
              <a:custGeom>
                <a:rect b="b" l="l" r="r" t="t"/>
                <a:pathLst>
                  <a:path extrusionOk="0" h="543" w="543">
                    <a:moveTo>
                      <a:pt x="271" y="1"/>
                    </a:moveTo>
                    <a:cubicBezTo>
                      <a:pt x="121" y="1"/>
                      <a:pt x="0" y="122"/>
                      <a:pt x="0" y="272"/>
                    </a:cubicBezTo>
                    <a:cubicBezTo>
                      <a:pt x="0" y="422"/>
                      <a:pt x="121" y="542"/>
                      <a:pt x="271" y="542"/>
                    </a:cubicBezTo>
                    <a:cubicBezTo>
                      <a:pt x="420" y="542"/>
                      <a:pt x="542" y="422"/>
                      <a:pt x="542" y="272"/>
                    </a:cubicBezTo>
                    <a:cubicBezTo>
                      <a:pt x="542" y="122"/>
                      <a:pt x="420"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5"/>
              <p:cNvSpPr/>
              <p:nvPr/>
            </p:nvSpPr>
            <p:spPr>
              <a:xfrm>
                <a:off x="4353875" y="1082400"/>
                <a:ext cx="13575" cy="13575"/>
              </a:xfrm>
              <a:custGeom>
                <a:rect b="b" l="l" r="r" t="t"/>
                <a:pathLst>
                  <a:path extrusionOk="0" h="543" w="543">
                    <a:moveTo>
                      <a:pt x="271" y="1"/>
                    </a:moveTo>
                    <a:cubicBezTo>
                      <a:pt x="121" y="1"/>
                      <a:pt x="0" y="123"/>
                      <a:pt x="0" y="272"/>
                    </a:cubicBezTo>
                    <a:cubicBezTo>
                      <a:pt x="0" y="421"/>
                      <a:pt x="121" y="543"/>
                      <a:pt x="271" y="543"/>
                    </a:cubicBezTo>
                    <a:cubicBezTo>
                      <a:pt x="420" y="543"/>
                      <a:pt x="542" y="421"/>
                      <a:pt x="542" y="272"/>
                    </a:cubicBezTo>
                    <a:cubicBezTo>
                      <a:pt x="542" y="123"/>
                      <a:pt x="420"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5"/>
              <p:cNvSpPr/>
              <p:nvPr/>
            </p:nvSpPr>
            <p:spPr>
              <a:xfrm>
                <a:off x="4353875" y="1122975"/>
                <a:ext cx="13575" cy="13550"/>
              </a:xfrm>
              <a:custGeom>
                <a:rect b="b" l="l" r="r" t="t"/>
                <a:pathLst>
                  <a:path extrusionOk="0" h="542" w="543">
                    <a:moveTo>
                      <a:pt x="271" y="0"/>
                    </a:moveTo>
                    <a:cubicBezTo>
                      <a:pt x="121" y="0"/>
                      <a:pt x="0" y="122"/>
                      <a:pt x="0" y="272"/>
                    </a:cubicBezTo>
                    <a:cubicBezTo>
                      <a:pt x="0" y="421"/>
                      <a:pt x="121" y="542"/>
                      <a:pt x="271" y="542"/>
                    </a:cubicBezTo>
                    <a:cubicBezTo>
                      <a:pt x="420" y="542"/>
                      <a:pt x="542" y="421"/>
                      <a:pt x="542" y="272"/>
                    </a:cubicBezTo>
                    <a:cubicBezTo>
                      <a:pt x="542" y="122"/>
                      <a:pt x="420"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5"/>
              <p:cNvSpPr/>
              <p:nvPr/>
            </p:nvSpPr>
            <p:spPr>
              <a:xfrm>
                <a:off x="4353875" y="1163575"/>
                <a:ext cx="13575" cy="13575"/>
              </a:xfrm>
              <a:custGeom>
                <a:rect b="b" l="l" r="r" t="t"/>
                <a:pathLst>
                  <a:path extrusionOk="0" h="543" w="543">
                    <a:moveTo>
                      <a:pt x="271" y="1"/>
                    </a:moveTo>
                    <a:cubicBezTo>
                      <a:pt x="121" y="1"/>
                      <a:pt x="0" y="122"/>
                      <a:pt x="0" y="272"/>
                    </a:cubicBezTo>
                    <a:cubicBezTo>
                      <a:pt x="0" y="422"/>
                      <a:pt x="121" y="542"/>
                      <a:pt x="271" y="542"/>
                    </a:cubicBezTo>
                    <a:cubicBezTo>
                      <a:pt x="420" y="542"/>
                      <a:pt x="542" y="422"/>
                      <a:pt x="542" y="272"/>
                    </a:cubicBezTo>
                    <a:cubicBezTo>
                      <a:pt x="542" y="122"/>
                      <a:pt x="420"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5"/>
              <p:cNvSpPr/>
              <p:nvPr/>
            </p:nvSpPr>
            <p:spPr>
              <a:xfrm>
                <a:off x="4353875" y="1204150"/>
                <a:ext cx="13575" cy="13575"/>
              </a:xfrm>
              <a:custGeom>
                <a:rect b="b" l="l" r="r" t="t"/>
                <a:pathLst>
                  <a:path extrusionOk="0" h="543" w="543">
                    <a:moveTo>
                      <a:pt x="271" y="1"/>
                    </a:moveTo>
                    <a:cubicBezTo>
                      <a:pt x="121" y="1"/>
                      <a:pt x="0" y="122"/>
                      <a:pt x="0" y="271"/>
                    </a:cubicBezTo>
                    <a:cubicBezTo>
                      <a:pt x="0" y="421"/>
                      <a:pt x="121" y="543"/>
                      <a:pt x="271" y="543"/>
                    </a:cubicBezTo>
                    <a:cubicBezTo>
                      <a:pt x="420" y="543"/>
                      <a:pt x="542" y="421"/>
                      <a:pt x="542" y="271"/>
                    </a:cubicBezTo>
                    <a:cubicBezTo>
                      <a:pt x="542" y="122"/>
                      <a:pt x="420"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5"/>
              <p:cNvSpPr/>
              <p:nvPr/>
            </p:nvSpPr>
            <p:spPr>
              <a:xfrm>
                <a:off x="4353875" y="960650"/>
                <a:ext cx="13575" cy="13575"/>
              </a:xfrm>
              <a:custGeom>
                <a:rect b="b" l="l" r="r" t="t"/>
                <a:pathLst>
                  <a:path extrusionOk="0" h="543" w="543">
                    <a:moveTo>
                      <a:pt x="271" y="1"/>
                    </a:moveTo>
                    <a:cubicBezTo>
                      <a:pt x="121" y="1"/>
                      <a:pt x="0" y="123"/>
                      <a:pt x="0" y="272"/>
                    </a:cubicBezTo>
                    <a:cubicBezTo>
                      <a:pt x="0" y="422"/>
                      <a:pt x="121" y="543"/>
                      <a:pt x="271" y="543"/>
                    </a:cubicBezTo>
                    <a:cubicBezTo>
                      <a:pt x="420" y="543"/>
                      <a:pt x="542" y="422"/>
                      <a:pt x="542" y="272"/>
                    </a:cubicBezTo>
                    <a:cubicBezTo>
                      <a:pt x="542" y="123"/>
                      <a:pt x="420"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5"/>
              <p:cNvSpPr/>
              <p:nvPr/>
            </p:nvSpPr>
            <p:spPr>
              <a:xfrm>
                <a:off x="4390750" y="1062125"/>
                <a:ext cx="13575" cy="13575"/>
              </a:xfrm>
              <a:custGeom>
                <a:rect b="b" l="l" r="r" t="t"/>
                <a:pathLst>
                  <a:path extrusionOk="0" h="543" w="543">
                    <a:moveTo>
                      <a:pt x="271" y="1"/>
                    </a:moveTo>
                    <a:cubicBezTo>
                      <a:pt x="122" y="1"/>
                      <a:pt x="1" y="121"/>
                      <a:pt x="1" y="271"/>
                    </a:cubicBezTo>
                    <a:cubicBezTo>
                      <a:pt x="1" y="421"/>
                      <a:pt x="122" y="543"/>
                      <a:pt x="271" y="543"/>
                    </a:cubicBezTo>
                    <a:cubicBezTo>
                      <a:pt x="421" y="543"/>
                      <a:pt x="543" y="421"/>
                      <a:pt x="543" y="271"/>
                    </a:cubicBezTo>
                    <a:cubicBezTo>
                      <a:pt x="543" y="121"/>
                      <a:pt x="421"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5"/>
              <p:cNvSpPr/>
              <p:nvPr/>
            </p:nvSpPr>
            <p:spPr>
              <a:xfrm>
                <a:off x="4390750" y="1102700"/>
                <a:ext cx="13575" cy="13550"/>
              </a:xfrm>
              <a:custGeom>
                <a:rect b="b" l="l" r="r" t="t"/>
                <a:pathLst>
                  <a:path extrusionOk="0" h="542" w="543">
                    <a:moveTo>
                      <a:pt x="271" y="0"/>
                    </a:moveTo>
                    <a:cubicBezTo>
                      <a:pt x="122" y="0"/>
                      <a:pt x="1" y="122"/>
                      <a:pt x="1" y="271"/>
                    </a:cubicBezTo>
                    <a:cubicBezTo>
                      <a:pt x="1" y="421"/>
                      <a:pt x="122" y="542"/>
                      <a:pt x="271" y="542"/>
                    </a:cubicBezTo>
                    <a:cubicBezTo>
                      <a:pt x="421" y="542"/>
                      <a:pt x="543" y="421"/>
                      <a:pt x="543" y="271"/>
                    </a:cubicBezTo>
                    <a:cubicBezTo>
                      <a:pt x="543"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5"/>
              <p:cNvSpPr/>
              <p:nvPr/>
            </p:nvSpPr>
            <p:spPr>
              <a:xfrm>
                <a:off x="4390750" y="1143300"/>
                <a:ext cx="13575" cy="13575"/>
              </a:xfrm>
              <a:custGeom>
                <a:rect b="b" l="l" r="r" t="t"/>
                <a:pathLst>
                  <a:path extrusionOk="0" h="543" w="543">
                    <a:moveTo>
                      <a:pt x="271" y="0"/>
                    </a:moveTo>
                    <a:cubicBezTo>
                      <a:pt x="122" y="0"/>
                      <a:pt x="1" y="122"/>
                      <a:pt x="1" y="271"/>
                    </a:cubicBezTo>
                    <a:cubicBezTo>
                      <a:pt x="1" y="420"/>
                      <a:pt x="122" y="542"/>
                      <a:pt x="271" y="542"/>
                    </a:cubicBezTo>
                    <a:cubicBezTo>
                      <a:pt x="421" y="542"/>
                      <a:pt x="543" y="420"/>
                      <a:pt x="543" y="271"/>
                    </a:cubicBezTo>
                    <a:cubicBezTo>
                      <a:pt x="543"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5"/>
              <p:cNvSpPr/>
              <p:nvPr/>
            </p:nvSpPr>
            <p:spPr>
              <a:xfrm>
                <a:off x="4390750" y="1183850"/>
                <a:ext cx="13575" cy="13575"/>
              </a:xfrm>
              <a:custGeom>
                <a:rect b="b" l="l" r="r" t="t"/>
                <a:pathLst>
                  <a:path extrusionOk="0" h="543" w="543">
                    <a:moveTo>
                      <a:pt x="271" y="1"/>
                    </a:moveTo>
                    <a:cubicBezTo>
                      <a:pt x="122" y="1"/>
                      <a:pt x="1" y="122"/>
                      <a:pt x="1" y="272"/>
                    </a:cubicBezTo>
                    <a:cubicBezTo>
                      <a:pt x="1" y="422"/>
                      <a:pt x="122" y="543"/>
                      <a:pt x="271" y="543"/>
                    </a:cubicBezTo>
                    <a:cubicBezTo>
                      <a:pt x="421" y="543"/>
                      <a:pt x="543" y="422"/>
                      <a:pt x="543" y="272"/>
                    </a:cubicBezTo>
                    <a:cubicBezTo>
                      <a:pt x="543" y="122"/>
                      <a:pt x="421"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5"/>
              <p:cNvSpPr/>
              <p:nvPr/>
            </p:nvSpPr>
            <p:spPr>
              <a:xfrm>
                <a:off x="4431325" y="1082400"/>
                <a:ext cx="13575" cy="13575"/>
              </a:xfrm>
              <a:custGeom>
                <a:rect b="b" l="l" r="r" t="t"/>
                <a:pathLst>
                  <a:path extrusionOk="0" h="543" w="543">
                    <a:moveTo>
                      <a:pt x="272" y="1"/>
                    </a:moveTo>
                    <a:cubicBezTo>
                      <a:pt x="122" y="1"/>
                      <a:pt x="0" y="123"/>
                      <a:pt x="0" y="272"/>
                    </a:cubicBezTo>
                    <a:cubicBezTo>
                      <a:pt x="0" y="421"/>
                      <a:pt x="122" y="543"/>
                      <a:pt x="272" y="543"/>
                    </a:cubicBezTo>
                    <a:cubicBezTo>
                      <a:pt x="421" y="543"/>
                      <a:pt x="542" y="421"/>
                      <a:pt x="542" y="272"/>
                    </a:cubicBezTo>
                    <a:cubicBezTo>
                      <a:pt x="542" y="123"/>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5"/>
              <p:cNvSpPr/>
              <p:nvPr/>
            </p:nvSpPr>
            <p:spPr>
              <a:xfrm>
                <a:off x="4431325" y="1122975"/>
                <a:ext cx="13575" cy="13550"/>
              </a:xfrm>
              <a:custGeom>
                <a:rect b="b" l="l" r="r" t="t"/>
                <a:pathLst>
                  <a:path extrusionOk="0" h="542" w="543">
                    <a:moveTo>
                      <a:pt x="272" y="0"/>
                    </a:moveTo>
                    <a:cubicBezTo>
                      <a:pt x="122" y="0"/>
                      <a:pt x="0" y="122"/>
                      <a:pt x="0" y="272"/>
                    </a:cubicBezTo>
                    <a:cubicBezTo>
                      <a:pt x="0" y="421"/>
                      <a:pt x="122" y="542"/>
                      <a:pt x="272" y="542"/>
                    </a:cubicBezTo>
                    <a:cubicBezTo>
                      <a:pt x="421" y="542"/>
                      <a:pt x="542" y="421"/>
                      <a:pt x="542" y="272"/>
                    </a:cubicBezTo>
                    <a:cubicBezTo>
                      <a:pt x="542" y="122"/>
                      <a:pt x="421"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5"/>
              <p:cNvSpPr/>
              <p:nvPr/>
            </p:nvSpPr>
            <p:spPr>
              <a:xfrm>
                <a:off x="4431325" y="1163575"/>
                <a:ext cx="13575" cy="13575"/>
              </a:xfrm>
              <a:custGeom>
                <a:rect b="b" l="l" r="r" t="t"/>
                <a:pathLst>
                  <a:path extrusionOk="0" h="543" w="543">
                    <a:moveTo>
                      <a:pt x="272" y="1"/>
                    </a:moveTo>
                    <a:cubicBezTo>
                      <a:pt x="122" y="1"/>
                      <a:pt x="0" y="122"/>
                      <a:pt x="0" y="272"/>
                    </a:cubicBezTo>
                    <a:cubicBezTo>
                      <a:pt x="0" y="422"/>
                      <a:pt x="122" y="542"/>
                      <a:pt x="272" y="542"/>
                    </a:cubicBezTo>
                    <a:cubicBezTo>
                      <a:pt x="421" y="542"/>
                      <a:pt x="542" y="422"/>
                      <a:pt x="542" y="272"/>
                    </a:cubicBezTo>
                    <a:cubicBezTo>
                      <a:pt x="542" y="122"/>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5"/>
              <p:cNvSpPr/>
              <p:nvPr/>
            </p:nvSpPr>
            <p:spPr>
              <a:xfrm>
                <a:off x="4431325" y="1204150"/>
                <a:ext cx="13575" cy="13575"/>
              </a:xfrm>
              <a:custGeom>
                <a:rect b="b" l="l" r="r" t="t"/>
                <a:pathLst>
                  <a:path extrusionOk="0" h="543" w="543">
                    <a:moveTo>
                      <a:pt x="272" y="1"/>
                    </a:moveTo>
                    <a:cubicBezTo>
                      <a:pt x="122" y="1"/>
                      <a:pt x="0" y="122"/>
                      <a:pt x="0" y="271"/>
                    </a:cubicBezTo>
                    <a:cubicBezTo>
                      <a:pt x="0" y="421"/>
                      <a:pt x="122" y="543"/>
                      <a:pt x="272" y="543"/>
                    </a:cubicBezTo>
                    <a:cubicBezTo>
                      <a:pt x="421" y="543"/>
                      <a:pt x="542" y="421"/>
                      <a:pt x="542" y="271"/>
                    </a:cubicBezTo>
                    <a:cubicBezTo>
                      <a:pt x="542" y="122"/>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5"/>
              <p:cNvSpPr/>
              <p:nvPr/>
            </p:nvSpPr>
            <p:spPr>
              <a:xfrm>
                <a:off x="4468225" y="1102700"/>
                <a:ext cx="13550" cy="13550"/>
              </a:xfrm>
              <a:custGeom>
                <a:rect b="b" l="l" r="r" t="t"/>
                <a:pathLst>
                  <a:path extrusionOk="0" h="542" w="542">
                    <a:moveTo>
                      <a:pt x="271" y="0"/>
                    </a:moveTo>
                    <a:cubicBezTo>
                      <a:pt x="122" y="0"/>
                      <a:pt x="0" y="122"/>
                      <a:pt x="0" y="271"/>
                    </a:cubicBezTo>
                    <a:cubicBezTo>
                      <a:pt x="0" y="421"/>
                      <a:pt x="122" y="542"/>
                      <a:pt x="271" y="542"/>
                    </a:cubicBezTo>
                    <a:cubicBezTo>
                      <a:pt x="421" y="542"/>
                      <a:pt x="542" y="421"/>
                      <a:pt x="542" y="271"/>
                    </a:cubicBezTo>
                    <a:cubicBezTo>
                      <a:pt x="542"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5"/>
              <p:cNvSpPr/>
              <p:nvPr/>
            </p:nvSpPr>
            <p:spPr>
              <a:xfrm>
                <a:off x="4468225" y="1143300"/>
                <a:ext cx="13550" cy="13575"/>
              </a:xfrm>
              <a:custGeom>
                <a:rect b="b" l="l" r="r" t="t"/>
                <a:pathLst>
                  <a:path extrusionOk="0" h="543" w="542">
                    <a:moveTo>
                      <a:pt x="271" y="0"/>
                    </a:moveTo>
                    <a:cubicBezTo>
                      <a:pt x="122" y="0"/>
                      <a:pt x="0" y="122"/>
                      <a:pt x="0" y="271"/>
                    </a:cubicBezTo>
                    <a:cubicBezTo>
                      <a:pt x="0" y="420"/>
                      <a:pt x="122" y="542"/>
                      <a:pt x="271" y="542"/>
                    </a:cubicBezTo>
                    <a:cubicBezTo>
                      <a:pt x="421" y="542"/>
                      <a:pt x="542" y="420"/>
                      <a:pt x="542" y="271"/>
                    </a:cubicBezTo>
                    <a:cubicBezTo>
                      <a:pt x="542"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5"/>
              <p:cNvSpPr/>
              <p:nvPr/>
            </p:nvSpPr>
            <p:spPr>
              <a:xfrm>
                <a:off x="4468225" y="1183850"/>
                <a:ext cx="13550" cy="13575"/>
              </a:xfrm>
              <a:custGeom>
                <a:rect b="b" l="l" r="r" t="t"/>
                <a:pathLst>
                  <a:path extrusionOk="0" h="543" w="542">
                    <a:moveTo>
                      <a:pt x="271" y="1"/>
                    </a:moveTo>
                    <a:cubicBezTo>
                      <a:pt x="122" y="1"/>
                      <a:pt x="0" y="122"/>
                      <a:pt x="0" y="272"/>
                    </a:cubicBezTo>
                    <a:cubicBezTo>
                      <a:pt x="0" y="422"/>
                      <a:pt x="122" y="543"/>
                      <a:pt x="271" y="543"/>
                    </a:cubicBezTo>
                    <a:cubicBezTo>
                      <a:pt x="421" y="543"/>
                      <a:pt x="542" y="422"/>
                      <a:pt x="542" y="272"/>
                    </a:cubicBezTo>
                    <a:cubicBezTo>
                      <a:pt x="542" y="122"/>
                      <a:pt x="421"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5"/>
              <p:cNvSpPr/>
              <p:nvPr/>
            </p:nvSpPr>
            <p:spPr>
              <a:xfrm>
                <a:off x="4257150" y="972200"/>
                <a:ext cx="220500" cy="220500"/>
              </a:xfrm>
              <a:custGeom>
                <a:rect b="b" l="l" r="r" t="t"/>
                <a:pathLst>
                  <a:path extrusionOk="0" h="8820" w="8820">
                    <a:moveTo>
                      <a:pt x="1945" y="1136"/>
                    </a:moveTo>
                    <a:cubicBezTo>
                      <a:pt x="2377" y="1136"/>
                      <a:pt x="2730" y="1473"/>
                      <a:pt x="2750" y="1904"/>
                    </a:cubicBezTo>
                    <a:lnTo>
                      <a:pt x="2903" y="5374"/>
                    </a:lnTo>
                    <a:cubicBezTo>
                      <a:pt x="2916" y="5668"/>
                      <a:pt x="3152" y="5904"/>
                      <a:pt x="3446" y="5917"/>
                    </a:cubicBezTo>
                    <a:lnTo>
                      <a:pt x="6916" y="6069"/>
                    </a:lnTo>
                    <a:cubicBezTo>
                      <a:pt x="7345" y="6089"/>
                      <a:pt x="7683" y="6442"/>
                      <a:pt x="7683" y="6874"/>
                    </a:cubicBezTo>
                    <a:cubicBezTo>
                      <a:pt x="7683" y="7307"/>
                      <a:pt x="7344" y="7660"/>
                      <a:pt x="6913" y="7679"/>
                    </a:cubicBezTo>
                    <a:lnTo>
                      <a:pt x="6884" y="7680"/>
                    </a:lnTo>
                    <a:lnTo>
                      <a:pt x="1139" y="7680"/>
                    </a:lnTo>
                    <a:lnTo>
                      <a:pt x="1139" y="1937"/>
                    </a:lnTo>
                    <a:lnTo>
                      <a:pt x="1140" y="1902"/>
                    </a:lnTo>
                    <a:cubicBezTo>
                      <a:pt x="1159" y="1473"/>
                      <a:pt x="1512" y="1136"/>
                      <a:pt x="1945" y="1136"/>
                    </a:cubicBezTo>
                    <a:close/>
                    <a:moveTo>
                      <a:pt x="1945" y="0"/>
                    </a:moveTo>
                    <a:cubicBezTo>
                      <a:pt x="902" y="0"/>
                      <a:pt x="50" y="813"/>
                      <a:pt x="3" y="1853"/>
                    </a:cubicBezTo>
                    <a:lnTo>
                      <a:pt x="0" y="1900"/>
                    </a:lnTo>
                    <a:lnTo>
                      <a:pt x="0" y="1926"/>
                    </a:lnTo>
                    <a:lnTo>
                      <a:pt x="0" y="8251"/>
                    </a:lnTo>
                    <a:cubicBezTo>
                      <a:pt x="1" y="8564"/>
                      <a:pt x="256" y="8820"/>
                      <a:pt x="571" y="8820"/>
                    </a:cubicBezTo>
                    <a:lnTo>
                      <a:pt x="6898" y="8820"/>
                    </a:lnTo>
                    <a:cubicBezTo>
                      <a:pt x="6907" y="8820"/>
                      <a:pt x="6916" y="8820"/>
                      <a:pt x="6925" y="8819"/>
                    </a:cubicBezTo>
                    <a:lnTo>
                      <a:pt x="6964" y="8817"/>
                    </a:lnTo>
                    <a:cubicBezTo>
                      <a:pt x="8004" y="8770"/>
                      <a:pt x="8820" y="7917"/>
                      <a:pt x="8820" y="6875"/>
                    </a:cubicBezTo>
                    <a:cubicBezTo>
                      <a:pt x="8820" y="5833"/>
                      <a:pt x="8004" y="4981"/>
                      <a:pt x="6965" y="4934"/>
                    </a:cubicBezTo>
                    <a:lnTo>
                      <a:pt x="4016" y="4804"/>
                    </a:lnTo>
                    <a:lnTo>
                      <a:pt x="3886" y="1855"/>
                    </a:lnTo>
                    <a:cubicBezTo>
                      <a:pt x="3839" y="815"/>
                      <a:pt x="2987" y="0"/>
                      <a:pt x="1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 name="Google Shape;272;p5"/>
            <p:cNvGrpSpPr/>
            <p:nvPr/>
          </p:nvGrpSpPr>
          <p:grpSpPr>
            <a:xfrm>
              <a:off x="-125614" y="3756078"/>
              <a:ext cx="786671" cy="1162321"/>
              <a:chOff x="3074375" y="2791788"/>
              <a:chExt cx="262425" cy="387738"/>
            </a:xfrm>
          </p:grpSpPr>
          <p:sp>
            <p:nvSpPr>
              <p:cNvPr id="273" name="Google Shape;273;p5"/>
              <p:cNvSpPr/>
              <p:nvPr/>
            </p:nvSpPr>
            <p:spPr>
              <a:xfrm>
                <a:off x="3074396" y="2791788"/>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 name="Google Shape;274;p5"/>
              <p:cNvGrpSpPr/>
              <p:nvPr/>
            </p:nvGrpSpPr>
            <p:grpSpPr>
              <a:xfrm>
                <a:off x="3074375" y="2791800"/>
                <a:ext cx="262425" cy="387725"/>
                <a:chOff x="3074375" y="2791800"/>
                <a:chExt cx="262425" cy="387725"/>
              </a:xfrm>
            </p:grpSpPr>
            <p:sp>
              <p:nvSpPr>
                <p:cNvPr id="275" name="Google Shape;275;p5"/>
                <p:cNvSpPr/>
                <p:nvPr/>
              </p:nvSpPr>
              <p:spPr>
                <a:xfrm>
                  <a:off x="3074425" y="2791925"/>
                  <a:ext cx="262375" cy="387600"/>
                </a:xfrm>
                <a:custGeom>
                  <a:rect b="b" l="l" r="r" t="t"/>
                  <a:pathLst>
                    <a:path extrusionOk="0" h="15504" w="10495">
                      <a:moveTo>
                        <a:pt x="0" y="1"/>
                      </a:moveTo>
                      <a:lnTo>
                        <a:pt x="0" y="10256"/>
                      </a:lnTo>
                      <a:cubicBezTo>
                        <a:pt x="0" y="10416"/>
                        <a:pt x="9" y="10575"/>
                        <a:pt x="22" y="10733"/>
                      </a:cubicBezTo>
                      <a:cubicBezTo>
                        <a:pt x="31" y="10834"/>
                        <a:pt x="44" y="10937"/>
                        <a:pt x="59" y="11038"/>
                      </a:cubicBezTo>
                      <a:cubicBezTo>
                        <a:pt x="62" y="11068"/>
                        <a:pt x="67" y="11099"/>
                        <a:pt x="73" y="11128"/>
                      </a:cubicBezTo>
                      <a:cubicBezTo>
                        <a:pt x="86" y="11208"/>
                        <a:pt x="102" y="11288"/>
                        <a:pt x="118" y="11367"/>
                      </a:cubicBezTo>
                      <a:cubicBezTo>
                        <a:pt x="180" y="11653"/>
                        <a:pt x="266" y="11930"/>
                        <a:pt x="371" y="12196"/>
                      </a:cubicBezTo>
                      <a:cubicBezTo>
                        <a:pt x="479" y="12468"/>
                        <a:pt x="609" y="12730"/>
                        <a:pt x="760" y="12977"/>
                      </a:cubicBezTo>
                      <a:cubicBezTo>
                        <a:pt x="865" y="13148"/>
                        <a:pt x="977" y="13311"/>
                        <a:pt x="1099" y="13468"/>
                      </a:cubicBezTo>
                      <a:cubicBezTo>
                        <a:pt x="1209" y="13609"/>
                        <a:pt x="1325" y="13744"/>
                        <a:pt x="1449" y="13873"/>
                      </a:cubicBezTo>
                      <a:cubicBezTo>
                        <a:pt x="1473" y="13898"/>
                        <a:pt x="1496" y="13923"/>
                        <a:pt x="1520" y="13947"/>
                      </a:cubicBezTo>
                      <a:lnTo>
                        <a:pt x="1538" y="13965"/>
                      </a:lnTo>
                      <a:cubicBezTo>
                        <a:pt x="1646" y="14074"/>
                        <a:pt x="1761" y="14177"/>
                        <a:pt x="1879" y="14278"/>
                      </a:cubicBezTo>
                      <a:cubicBezTo>
                        <a:pt x="1962" y="14348"/>
                        <a:pt x="2048" y="14415"/>
                        <a:pt x="2137" y="14481"/>
                      </a:cubicBezTo>
                      <a:cubicBezTo>
                        <a:pt x="2177" y="14511"/>
                        <a:pt x="2219" y="14542"/>
                        <a:pt x="2260" y="14570"/>
                      </a:cubicBezTo>
                      <a:cubicBezTo>
                        <a:pt x="2425" y="14683"/>
                        <a:pt x="2595" y="14789"/>
                        <a:pt x="2771" y="14883"/>
                      </a:cubicBezTo>
                      <a:cubicBezTo>
                        <a:pt x="2790" y="14894"/>
                        <a:pt x="2806" y="14903"/>
                        <a:pt x="2825" y="14912"/>
                      </a:cubicBezTo>
                      <a:cubicBezTo>
                        <a:pt x="2889" y="14945"/>
                        <a:pt x="2954" y="14977"/>
                        <a:pt x="3019" y="15008"/>
                      </a:cubicBezTo>
                      <a:cubicBezTo>
                        <a:pt x="3179" y="15084"/>
                        <a:pt x="3344" y="15151"/>
                        <a:pt x="3512" y="15209"/>
                      </a:cubicBezTo>
                      <a:cubicBezTo>
                        <a:pt x="3550" y="15223"/>
                        <a:pt x="3589" y="15235"/>
                        <a:pt x="3627" y="15249"/>
                      </a:cubicBezTo>
                      <a:cubicBezTo>
                        <a:pt x="3774" y="15296"/>
                        <a:pt x="3922" y="15337"/>
                        <a:pt x="4075" y="15372"/>
                      </a:cubicBezTo>
                      <a:cubicBezTo>
                        <a:pt x="4117" y="15382"/>
                        <a:pt x="4158" y="15392"/>
                        <a:pt x="4201" y="15399"/>
                      </a:cubicBezTo>
                      <a:cubicBezTo>
                        <a:pt x="4426" y="15446"/>
                        <a:pt x="4655" y="15477"/>
                        <a:pt x="4889" y="15492"/>
                      </a:cubicBezTo>
                      <a:cubicBezTo>
                        <a:pt x="5008" y="15500"/>
                        <a:pt x="5127" y="15504"/>
                        <a:pt x="5248" y="15504"/>
                      </a:cubicBezTo>
                      <a:cubicBezTo>
                        <a:pt x="5358" y="15504"/>
                        <a:pt x="5468" y="15500"/>
                        <a:pt x="5576" y="15493"/>
                      </a:cubicBezTo>
                      <a:cubicBezTo>
                        <a:pt x="5690" y="15486"/>
                        <a:pt x="5801" y="15476"/>
                        <a:pt x="5913" y="15461"/>
                      </a:cubicBezTo>
                      <a:cubicBezTo>
                        <a:pt x="5937" y="15457"/>
                        <a:pt x="5963" y="15455"/>
                        <a:pt x="5989" y="15451"/>
                      </a:cubicBezTo>
                      <a:cubicBezTo>
                        <a:pt x="6082" y="15439"/>
                        <a:pt x="6174" y="15423"/>
                        <a:pt x="6264" y="15404"/>
                      </a:cubicBezTo>
                      <a:cubicBezTo>
                        <a:pt x="6365" y="15384"/>
                        <a:pt x="6464" y="15362"/>
                        <a:pt x="6563" y="15336"/>
                      </a:cubicBezTo>
                      <a:cubicBezTo>
                        <a:pt x="6695" y="15302"/>
                        <a:pt x="6824" y="15264"/>
                        <a:pt x="6951" y="15220"/>
                      </a:cubicBezTo>
                      <a:cubicBezTo>
                        <a:pt x="7098" y="15170"/>
                        <a:pt x="7242" y="15113"/>
                        <a:pt x="7381" y="15052"/>
                      </a:cubicBezTo>
                      <a:cubicBezTo>
                        <a:pt x="7452" y="15019"/>
                        <a:pt x="7526" y="14985"/>
                        <a:pt x="7596" y="14949"/>
                      </a:cubicBezTo>
                      <a:cubicBezTo>
                        <a:pt x="7610" y="14941"/>
                        <a:pt x="7625" y="14935"/>
                        <a:pt x="7639" y="14928"/>
                      </a:cubicBezTo>
                      <a:cubicBezTo>
                        <a:pt x="7715" y="14887"/>
                        <a:pt x="7791" y="14847"/>
                        <a:pt x="7866" y="14804"/>
                      </a:cubicBezTo>
                      <a:cubicBezTo>
                        <a:pt x="8024" y="14712"/>
                        <a:pt x="8178" y="14611"/>
                        <a:pt x="8326" y="14505"/>
                      </a:cubicBezTo>
                      <a:cubicBezTo>
                        <a:pt x="8519" y="14365"/>
                        <a:pt x="8702" y="14213"/>
                        <a:pt x="8873" y="14048"/>
                      </a:cubicBezTo>
                      <a:cubicBezTo>
                        <a:pt x="8921" y="14002"/>
                        <a:pt x="8967" y="13956"/>
                        <a:pt x="9014" y="13908"/>
                      </a:cubicBezTo>
                      <a:cubicBezTo>
                        <a:pt x="9052" y="13868"/>
                        <a:pt x="9091" y="13827"/>
                        <a:pt x="9128" y="13785"/>
                      </a:cubicBezTo>
                      <a:cubicBezTo>
                        <a:pt x="9343" y="13551"/>
                        <a:pt x="9535" y="13298"/>
                        <a:pt x="9702" y="13029"/>
                      </a:cubicBezTo>
                      <a:cubicBezTo>
                        <a:pt x="9721" y="13000"/>
                        <a:pt x="9737" y="12973"/>
                        <a:pt x="9754" y="12944"/>
                      </a:cubicBezTo>
                      <a:cubicBezTo>
                        <a:pt x="9766" y="12924"/>
                        <a:pt x="9779" y="12903"/>
                        <a:pt x="9790" y="12882"/>
                      </a:cubicBezTo>
                      <a:cubicBezTo>
                        <a:pt x="9854" y="12773"/>
                        <a:pt x="9913" y="12662"/>
                        <a:pt x="9968" y="12549"/>
                      </a:cubicBezTo>
                      <a:cubicBezTo>
                        <a:pt x="10132" y="12210"/>
                        <a:pt x="10263" y="11853"/>
                        <a:pt x="10351" y="11479"/>
                      </a:cubicBezTo>
                      <a:cubicBezTo>
                        <a:pt x="10366" y="11421"/>
                        <a:pt x="10379" y="11362"/>
                        <a:pt x="10390" y="11302"/>
                      </a:cubicBezTo>
                      <a:cubicBezTo>
                        <a:pt x="10459" y="10964"/>
                        <a:pt x="10495" y="10613"/>
                        <a:pt x="10495" y="10253"/>
                      </a:cubicBezTo>
                      <a:lnTo>
                        <a:pt x="104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5"/>
                <p:cNvSpPr/>
                <p:nvPr/>
              </p:nvSpPr>
              <p:spPr>
                <a:xfrm>
                  <a:off x="3074425" y="2912325"/>
                  <a:ext cx="152250" cy="55200"/>
                </a:xfrm>
                <a:custGeom>
                  <a:rect b="b" l="l" r="r" t="t"/>
                  <a:pathLst>
                    <a:path extrusionOk="0" h="2208" w="6090">
                      <a:moveTo>
                        <a:pt x="0" y="0"/>
                      </a:moveTo>
                      <a:lnTo>
                        <a:pt x="0" y="1144"/>
                      </a:lnTo>
                      <a:cubicBezTo>
                        <a:pt x="1551" y="1827"/>
                        <a:pt x="3267" y="2208"/>
                        <a:pt x="5071" y="2208"/>
                      </a:cubicBezTo>
                      <a:cubicBezTo>
                        <a:pt x="5109" y="2208"/>
                        <a:pt x="5146" y="2208"/>
                        <a:pt x="5185" y="2204"/>
                      </a:cubicBezTo>
                      <a:cubicBezTo>
                        <a:pt x="5198" y="2205"/>
                        <a:pt x="5210" y="2206"/>
                        <a:pt x="5223" y="2206"/>
                      </a:cubicBezTo>
                      <a:cubicBezTo>
                        <a:pt x="5240" y="2206"/>
                        <a:pt x="5257" y="2204"/>
                        <a:pt x="5275" y="2200"/>
                      </a:cubicBezTo>
                      <a:cubicBezTo>
                        <a:pt x="5293" y="2201"/>
                        <a:pt x="5310" y="2202"/>
                        <a:pt x="5327" y="2202"/>
                      </a:cubicBezTo>
                      <a:cubicBezTo>
                        <a:pt x="5357" y="2202"/>
                        <a:pt x="5386" y="2200"/>
                        <a:pt x="5417" y="2196"/>
                      </a:cubicBezTo>
                      <a:cubicBezTo>
                        <a:pt x="5420" y="2198"/>
                        <a:pt x="5424" y="2199"/>
                        <a:pt x="5428" y="2199"/>
                      </a:cubicBezTo>
                      <a:cubicBezTo>
                        <a:pt x="5431" y="2199"/>
                        <a:pt x="5435" y="2198"/>
                        <a:pt x="5438" y="2196"/>
                      </a:cubicBezTo>
                      <a:cubicBezTo>
                        <a:pt x="5439" y="2197"/>
                        <a:pt x="5440" y="2198"/>
                        <a:pt x="5443" y="2198"/>
                      </a:cubicBezTo>
                      <a:cubicBezTo>
                        <a:pt x="5445" y="2198"/>
                        <a:pt x="5447" y="2197"/>
                        <a:pt x="5448" y="2196"/>
                      </a:cubicBezTo>
                      <a:cubicBezTo>
                        <a:pt x="5450" y="2198"/>
                        <a:pt x="5452" y="2199"/>
                        <a:pt x="5453" y="2199"/>
                      </a:cubicBezTo>
                      <a:cubicBezTo>
                        <a:pt x="5455" y="2199"/>
                        <a:pt x="5457" y="2198"/>
                        <a:pt x="5459" y="2196"/>
                      </a:cubicBezTo>
                      <a:cubicBezTo>
                        <a:pt x="5462" y="2198"/>
                        <a:pt x="5467" y="2199"/>
                        <a:pt x="5471" y="2199"/>
                      </a:cubicBezTo>
                      <a:cubicBezTo>
                        <a:pt x="5475" y="2199"/>
                        <a:pt x="5480" y="2198"/>
                        <a:pt x="5483" y="2196"/>
                      </a:cubicBezTo>
                      <a:cubicBezTo>
                        <a:pt x="5485" y="2198"/>
                        <a:pt x="5487" y="2199"/>
                        <a:pt x="5490" y="2199"/>
                      </a:cubicBezTo>
                      <a:cubicBezTo>
                        <a:pt x="5493" y="2199"/>
                        <a:pt x="5495" y="2198"/>
                        <a:pt x="5497" y="2196"/>
                      </a:cubicBezTo>
                      <a:cubicBezTo>
                        <a:pt x="5498" y="2198"/>
                        <a:pt x="5499" y="2198"/>
                        <a:pt x="5501" y="2198"/>
                      </a:cubicBezTo>
                      <a:cubicBezTo>
                        <a:pt x="5503" y="2198"/>
                        <a:pt x="5505" y="2196"/>
                        <a:pt x="5507" y="2196"/>
                      </a:cubicBezTo>
                      <a:lnTo>
                        <a:pt x="5514" y="2196"/>
                      </a:lnTo>
                      <a:cubicBezTo>
                        <a:pt x="5521" y="2196"/>
                        <a:pt x="5525" y="2196"/>
                        <a:pt x="5531" y="2192"/>
                      </a:cubicBezTo>
                      <a:cubicBezTo>
                        <a:pt x="5532" y="2194"/>
                        <a:pt x="5532" y="2195"/>
                        <a:pt x="5533" y="2195"/>
                      </a:cubicBezTo>
                      <a:cubicBezTo>
                        <a:pt x="5534" y="2195"/>
                        <a:pt x="5535" y="2194"/>
                        <a:pt x="5537" y="2192"/>
                      </a:cubicBezTo>
                      <a:cubicBezTo>
                        <a:pt x="5537" y="2192"/>
                        <a:pt x="5538" y="2194"/>
                        <a:pt x="5540" y="2194"/>
                      </a:cubicBezTo>
                      <a:cubicBezTo>
                        <a:pt x="5541" y="2194"/>
                        <a:pt x="5542" y="2194"/>
                        <a:pt x="5543" y="2192"/>
                      </a:cubicBezTo>
                      <a:cubicBezTo>
                        <a:pt x="5545" y="2194"/>
                        <a:pt x="5548" y="2195"/>
                        <a:pt x="5552" y="2195"/>
                      </a:cubicBezTo>
                      <a:cubicBezTo>
                        <a:pt x="5555" y="2195"/>
                        <a:pt x="5559" y="2194"/>
                        <a:pt x="5562" y="2192"/>
                      </a:cubicBezTo>
                      <a:cubicBezTo>
                        <a:pt x="5565" y="2194"/>
                        <a:pt x="5568" y="2195"/>
                        <a:pt x="5573" y="2195"/>
                      </a:cubicBezTo>
                      <a:cubicBezTo>
                        <a:pt x="5577" y="2195"/>
                        <a:pt x="5581" y="2194"/>
                        <a:pt x="5587" y="2192"/>
                      </a:cubicBezTo>
                      <a:lnTo>
                        <a:pt x="5603" y="2192"/>
                      </a:lnTo>
                      <a:cubicBezTo>
                        <a:pt x="5620" y="2192"/>
                        <a:pt x="5636" y="2192"/>
                        <a:pt x="5655" y="2188"/>
                      </a:cubicBezTo>
                      <a:lnTo>
                        <a:pt x="5659" y="2188"/>
                      </a:lnTo>
                      <a:cubicBezTo>
                        <a:pt x="5660" y="2187"/>
                        <a:pt x="5661" y="2187"/>
                        <a:pt x="5661" y="2187"/>
                      </a:cubicBezTo>
                      <a:cubicBezTo>
                        <a:pt x="5662" y="2187"/>
                        <a:pt x="5662" y="2188"/>
                        <a:pt x="5662" y="2188"/>
                      </a:cubicBezTo>
                      <a:cubicBezTo>
                        <a:pt x="5804" y="2181"/>
                        <a:pt x="5948" y="2170"/>
                        <a:pt x="6089" y="2160"/>
                      </a:cubicBezTo>
                      <a:cubicBezTo>
                        <a:pt x="6014" y="2154"/>
                        <a:pt x="5937" y="2146"/>
                        <a:pt x="5862" y="2145"/>
                      </a:cubicBezTo>
                      <a:cubicBezTo>
                        <a:pt x="5840" y="2142"/>
                        <a:pt x="5820" y="2142"/>
                        <a:pt x="5799" y="2138"/>
                      </a:cubicBezTo>
                      <a:cubicBezTo>
                        <a:pt x="5751" y="2135"/>
                        <a:pt x="5702" y="2128"/>
                        <a:pt x="5654" y="2121"/>
                      </a:cubicBezTo>
                      <a:lnTo>
                        <a:pt x="5650" y="2121"/>
                      </a:lnTo>
                      <a:cubicBezTo>
                        <a:pt x="5633" y="2121"/>
                        <a:pt x="5616" y="2118"/>
                        <a:pt x="5598" y="2118"/>
                      </a:cubicBezTo>
                      <a:cubicBezTo>
                        <a:pt x="5594" y="2118"/>
                        <a:pt x="5588" y="2114"/>
                        <a:pt x="5583" y="2114"/>
                      </a:cubicBezTo>
                      <a:lnTo>
                        <a:pt x="5571" y="2114"/>
                      </a:lnTo>
                      <a:cubicBezTo>
                        <a:pt x="5565" y="2114"/>
                        <a:pt x="5557" y="2110"/>
                        <a:pt x="5550" y="2110"/>
                      </a:cubicBezTo>
                      <a:lnTo>
                        <a:pt x="5546" y="2110"/>
                      </a:lnTo>
                      <a:cubicBezTo>
                        <a:pt x="5539" y="2110"/>
                        <a:pt x="5536" y="2110"/>
                        <a:pt x="5532" y="2105"/>
                      </a:cubicBezTo>
                      <a:lnTo>
                        <a:pt x="5515" y="2105"/>
                      </a:lnTo>
                      <a:cubicBezTo>
                        <a:pt x="5513" y="2105"/>
                        <a:pt x="5511" y="2104"/>
                        <a:pt x="5509" y="2104"/>
                      </a:cubicBezTo>
                      <a:cubicBezTo>
                        <a:pt x="5508" y="2104"/>
                        <a:pt x="5506" y="2104"/>
                        <a:pt x="5505" y="2105"/>
                      </a:cubicBezTo>
                      <a:cubicBezTo>
                        <a:pt x="5501" y="2102"/>
                        <a:pt x="5499" y="2102"/>
                        <a:pt x="5495" y="2102"/>
                      </a:cubicBezTo>
                      <a:lnTo>
                        <a:pt x="5491" y="2102"/>
                      </a:lnTo>
                      <a:cubicBezTo>
                        <a:pt x="5480" y="2102"/>
                        <a:pt x="5471" y="2098"/>
                        <a:pt x="5464" y="2098"/>
                      </a:cubicBezTo>
                      <a:cubicBezTo>
                        <a:pt x="5457" y="2098"/>
                        <a:pt x="5449" y="2094"/>
                        <a:pt x="5446" y="2094"/>
                      </a:cubicBezTo>
                      <a:cubicBezTo>
                        <a:pt x="5436" y="2094"/>
                        <a:pt x="5426" y="2090"/>
                        <a:pt x="5415" y="2090"/>
                      </a:cubicBezTo>
                      <a:lnTo>
                        <a:pt x="5411" y="2090"/>
                      </a:lnTo>
                      <a:cubicBezTo>
                        <a:pt x="5370" y="2084"/>
                        <a:pt x="5328" y="2080"/>
                        <a:pt x="5286" y="2073"/>
                      </a:cubicBezTo>
                      <a:cubicBezTo>
                        <a:pt x="5279" y="2069"/>
                        <a:pt x="5272" y="2069"/>
                        <a:pt x="5266" y="2069"/>
                      </a:cubicBezTo>
                      <a:cubicBezTo>
                        <a:pt x="3332" y="1783"/>
                        <a:pt x="1542" y="106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5"/>
                <p:cNvSpPr/>
                <p:nvPr/>
              </p:nvSpPr>
              <p:spPr>
                <a:xfrm>
                  <a:off x="3198150" y="2965550"/>
                  <a:ext cx="138650" cy="46475"/>
                </a:xfrm>
                <a:custGeom>
                  <a:rect b="b" l="l" r="r" t="t"/>
                  <a:pathLst>
                    <a:path extrusionOk="0" h="1859" w="5546">
                      <a:moveTo>
                        <a:pt x="1025" y="0"/>
                      </a:moveTo>
                      <a:cubicBezTo>
                        <a:pt x="985" y="0"/>
                        <a:pt x="948" y="0"/>
                        <a:pt x="909" y="3"/>
                      </a:cubicBezTo>
                      <a:cubicBezTo>
                        <a:pt x="899" y="3"/>
                        <a:pt x="889" y="2"/>
                        <a:pt x="879" y="2"/>
                      </a:cubicBezTo>
                      <a:cubicBezTo>
                        <a:pt x="861" y="2"/>
                        <a:pt x="844" y="4"/>
                        <a:pt x="825" y="7"/>
                      </a:cubicBezTo>
                      <a:cubicBezTo>
                        <a:pt x="808" y="7"/>
                        <a:pt x="789" y="6"/>
                        <a:pt x="771" y="6"/>
                      </a:cubicBezTo>
                      <a:cubicBezTo>
                        <a:pt x="739" y="6"/>
                        <a:pt x="707" y="8"/>
                        <a:pt x="676" y="12"/>
                      </a:cubicBezTo>
                      <a:cubicBezTo>
                        <a:pt x="672" y="9"/>
                        <a:pt x="668" y="8"/>
                        <a:pt x="663" y="8"/>
                      </a:cubicBezTo>
                      <a:cubicBezTo>
                        <a:pt x="659" y="8"/>
                        <a:pt x="655" y="9"/>
                        <a:pt x="651" y="12"/>
                      </a:cubicBezTo>
                      <a:cubicBezTo>
                        <a:pt x="650" y="11"/>
                        <a:pt x="648" y="8"/>
                        <a:pt x="646" y="8"/>
                      </a:cubicBezTo>
                      <a:cubicBezTo>
                        <a:pt x="644" y="8"/>
                        <a:pt x="643" y="11"/>
                        <a:pt x="641" y="12"/>
                      </a:cubicBezTo>
                      <a:cubicBezTo>
                        <a:pt x="640" y="9"/>
                        <a:pt x="639" y="8"/>
                        <a:pt x="638" y="8"/>
                      </a:cubicBezTo>
                      <a:cubicBezTo>
                        <a:pt x="638" y="8"/>
                        <a:pt x="637" y="9"/>
                        <a:pt x="634" y="12"/>
                      </a:cubicBezTo>
                      <a:cubicBezTo>
                        <a:pt x="631" y="9"/>
                        <a:pt x="627" y="8"/>
                        <a:pt x="622" y="8"/>
                      </a:cubicBezTo>
                      <a:cubicBezTo>
                        <a:pt x="618" y="8"/>
                        <a:pt x="613" y="9"/>
                        <a:pt x="610" y="12"/>
                      </a:cubicBezTo>
                      <a:cubicBezTo>
                        <a:pt x="606" y="9"/>
                        <a:pt x="603" y="8"/>
                        <a:pt x="601" y="8"/>
                      </a:cubicBezTo>
                      <a:cubicBezTo>
                        <a:pt x="598" y="8"/>
                        <a:pt x="595" y="9"/>
                        <a:pt x="592" y="12"/>
                      </a:cubicBezTo>
                      <a:lnTo>
                        <a:pt x="576" y="12"/>
                      </a:lnTo>
                      <a:cubicBezTo>
                        <a:pt x="568" y="12"/>
                        <a:pt x="565" y="12"/>
                        <a:pt x="558" y="16"/>
                      </a:cubicBezTo>
                      <a:lnTo>
                        <a:pt x="555" y="16"/>
                      </a:lnTo>
                      <a:cubicBezTo>
                        <a:pt x="553" y="14"/>
                        <a:pt x="551" y="13"/>
                        <a:pt x="549" y="13"/>
                      </a:cubicBezTo>
                      <a:cubicBezTo>
                        <a:pt x="548" y="13"/>
                        <a:pt x="546" y="14"/>
                        <a:pt x="545" y="16"/>
                      </a:cubicBezTo>
                      <a:cubicBezTo>
                        <a:pt x="543" y="14"/>
                        <a:pt x="540" y="13"/>
                        <a:pt x="536" y="13"/>
                      </a:cubicBezTo>
                      <a:cubicBezTo>
                        <a:pt x="533" y="13"/>
                        <a:pt x="529" y="14"/>
                        <a:pt x="526" y="16"/>
                      </a:cubicBezTo>
                      <a:cubicBezTo>
                        <a:pt x="523" y="14"/>
                        <a:pt x="519" y="13"/>
                        <a:pt x="515" y="13"/>
                      </a:cubicBezTo>
                      <a:cubicBezTo>
                        <a:pt x="511" y="13"/>
                        <a:pt x="506" y="14"/>
                        <a:pt x="501" y="16"/>
                      </a:cubicBezTo>
                      <a:lnTo>
                        <a:pt x="473" y="16"/>
                      </a:lnTo>
                      <a:cubicBezTo>
                        <a:pt x="462" y="17"/>
                        <a:pt x="449" y="17"/>
                        <a:pt x="436" y="19"/>
                      </a:cubicBezTo>
                      <a:lnTo>
                        <a:pt x="432" y="19"/>
                      </a:lnTo>
                      <a:cubicBezTo>
                        <a:pt x="290" y="27"/>
                        <a:pt x="143" y="37"/>
                        <a:pt x="1" y="48"/>
                      </a:cubicBezTo>
                      <a:cubicBezTo>
                        <a:pt x="77" y="54"/>
                        <a:pt x="155" y="62"/>
                        <a:pt x="231" y="68"/>
                      </a:cubicBezTo>
                      <a:cubicBezTo>
                        <a:pt x="256" y="70"/>
                        <a:pt x="276" y="70"/>
                        <a:pt x="300" y="75"/>
                      </a:cubicBezTo>
                      <a:cubicBezTo>
                        <a:pt x="345" y="79"/>
                        <a:pt x="395" y="86"/>
                        <a:pt x="439" y="93"/>
                      </a:cubicBezTo>
                      <a:lnTo>
                        <a:pt x="444" y="93"/>
                      </a:lnTo>
                      <a:cubicBezTo>
                        <a:pt x="462" y="93"/>
                        <a:pt x="476" y="96"/>
                        <a:pt x="493" y="96"/>
                      </a:cubicBezTo>
                      <a:cubicBezTo>
                        <a:pt x="500" y="96"/>
                        <a:pt x="504" y="100"/>
                        <a:pt x="511" y="100"/>
                      </a:cubicBezTo>
                      <a:lnTo>
                        <a:pt x="525" y="100"/>
                      </a:lnTo>
                      <a:cubicBezTo>
                        <a:pt x="531" y="100"/>
                        <a:pt x="535" y="104"/>
                        <a:pt x="542" y="104"/>
                      </a:cubicBezTo>
                      <a:lnTo>
                        <a:pt x="546" y="104"/>
                      </a:lnTo>
                      <a:cubicBezTo>
                        <a:pt x="552" y="104"/>
                        <a:pt x="558" y="104"/>
                        <a:pt x="562" y="109"/>
                      </a:cubicBezTo>
                      <a:lnTo>
                        <a:pt x="587" y="109"/>
                      </a:lnTo>
                      <a:cubicBezTo>
                        <a:pt x="591" y="113"/>
                        <a:pt x="593" y="113"/>
                        <a:pt x="597" y="113"/>
                      </a:cubicBezTo>
                      <a:lnTo>
                        <a:pt x="606" y="113"/>
                      </a:lnTo>
                      <a:cubicBezTo>
                        <a:pt x="616" y="113"/>
                        <a:pt x="623" y="116"/>
                        <a:pt x="629" y="116"/>
                      </a:cubicBezTo>
                      <a:cubicBezTo>
                        <a:pt x="637" y="116"/>
                        <a:pt x="640" y="116"/>
                        <a:pt x="647" y="120"/>
                      </a:cubicBezTo>
                      <a:cubicBezTo>
                        <a:pt x="657" y="120"/>
                        <a:pt x="671" y="124"/>
                        <a:pt x="681" y="124"/>
                      </a:cubicBezTo>
                      <a:cubicBezTo>
                        <a:pt x="722" y="131"/>
                        <a:pt x="761" y="135"/>
                        <a:pt x="803" y="142"/>
                      </a:cubicBezTo>
                      <a:cubicBezTo>
                        <a:pt x="810" y="142"/>
                        <a:pt x="820" y="146"/>
                        <a:pt x="826" y="146"/>
                      </a:cubicBezTo>
                      <a:cubicBezTo>
                        <a:pt x="2536" y="396"/>
                        <a:pt x="4133" y="992"/>
                        <a:pt x="5546" y="1859"/>
                      </a:cubicBezTo>
                      <a:lnTo>
                        <a:pt x="5546" y="845"/>
                      </a:lnTo>
                      <a:cubicBezTo>
                        <a:pt x="4143" y="305"/>
                        <a:pt x="2619" y="6"/>
                        <a:pt x="1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5"/>
                <p:cNvSpPr/>
                <p:nvPr/>
              </p:nvSpPr>
              <p:spPr>
                <a:xfrm>
                  <a:off x="3211425" y="2791800"/>
                  <a:ext cx="84900" cy="189025"/>
                </a:xfrm>
                <a:custGeom>
                  <a:rect b="b" l="l" r="r" t="t"/>
                  <a:pathLst>
                    <a:path extrusionOk="0" h="7561" w="3396">
                      <a:moveTo>
                        <a:pt x="1835" y="1"/>
                      </a:moveTo>
                      <a:cubicBezTo>
                        <a:pt x="671" y="1906"/>
                        <a:pt x="0" y="4144"/>
                        <a:pt x="0" y="6538"/>
                      </a:cubicBezTo>
                      <a:cubicBezTo>
                        <a:pt x="0" y="6580"/>
                        <a:pt x="0" y="6619"/>
                        <a:pt x="4" y="6660"/>
                      </a:cubicBezTo>
                      <a:cubicBezTo>
                        <a:pt x="0" y="6684"/>
                        <a:pt x="0" y="6705"/>
                        <a:pt x="4" y="6729"/>
                      </a:cubicBezTo>
                      <a:cubicBezTo>
                        <a:pt x="4" y="6782"/>
                        <a:pt x="4" y="6832"/>
                        <a:pt x="9" y="6883"/>
                      </a:cubicBezTo>
                      <a:lnTo>
                        <a:pt x="9" y="6949"/>
                      </a:lnTo>
                      <a:cubicBezTo>
                        <a:pt x="9" y="6955"/>
                        <a:pt x="9" y="6963"/>
                        <a:pt x="12" y="6970"/>
                      </a:cubicBezTo>
                      <a:lnTo>
                        <a:pt x="12" y="7055"/>
                      </a:lnTo>
                      <a:cubicBezTo>
                        <a:pt x="12" y="7055"/>
                        <a:pt x="16" y="7055"/>
                        <a:pt x="12" y="7060"/>
                      </a:cubicBezTo>
                      <a:cubicBezTo>
                        <a:pt x="16" y="7064"/>
                        <a:pt x="16" y="7068"/>
                        <a:pt x="12" y="7074"/>
                      </a:cubicBezTo>
                      <a:cubicBezTo>
                        <a:pt x="16" y="7078"/>
                        <a:pt x="16" y="7080"/>
                        <a:pt x="16" y="7084"/>
                      </a:cubicBezTo>
                      <a:lnTo>
                        <a:pt x="16" y="7115"/>
                      </a:lnTo>
                      <a:cubicBezTo>
                        <a:pt x="16" y="7119"/>
                        <a:pt x="20" y="7126"/>
                        <a:pt x="20" y="7130"/>
                      </a:cubicBezTo>
                      <a:cubicBezTo>
                        <a:pt x="26" y="7271"/>
                        <a:pt x="36" y="7419"/>
                        <a:pt x="47" y="7560"/>
                      </a:cubicBezTo>
                      <a:cubicBezTo>
                        <a:pt x="53" y="7481"/>
                        <a:pt x="61" y="7404"/>
                        <a:pt x="67" y="7324"/>
                      </a:cubicBezTo>
                      <a:cubicBezTo>
                        <a:pt x="70" y="7303"/>
                        <a:pt x="70" y="7283"/>
                        <a:pt x="74" y="7262"/>
                      </a:cubicBezTo>
                      <a:lnTo>
                        <a:pt x="74" y="7259"/>
                      </a:lnTo>
                      <a:cubicBezTo>
                        <a:pt x="78" y="7213"/>
                        <a:pt x="86" y="7168"/>
                        <a:pt x="92" y="7123"/>
                      </a:cubicBezTo>
                      <a:lnTo>
                        <a:pt x="92" y="7119"/>
                      </a:lnTo>
                      <a:cubicBezTo>
                        <a:pt x="92" y="7102"/>
                        <a:pt x="96" y="7085"/>
                        <a:pt x="96" y="7068"/>
                      </a:cubicBezTo>
                      <a:cubicBezTo>
                        <a:pt x="96" y="7060"/>
                        <a:pt x="99" y="7055"/>
                        <a:pt x="99" y="7049"/>
                      </a:cubicBezTo>
                      <a:cubicBezTo>
                        <a:pt x="103" y="7049"/>
                        <a:pt x="99" y="7045"/>
                        <a:pt x="99" y="7045"/>
                      </a:cubicBezTo>
                      <a:lnTo>
                        <a:pt x="99" y="7039"/>
                      </a:lnTo>
                      <a:cubicBezTo>
                        <a:pt x="99" y="7033"/>
                        <a:pt x="103" y="7025"/>
                        <a:pt x="103" y="7018"/>
                      </a:cubicBezTo>
                      <a:lnTo>
                        <a:pt x="103" y="7012"/>
                      </a:lnTo>
                      <a:cubicBezTo>
                        <a:pt x="103" y="7008"/>
                        <a:pt x="103" y="7006"/>
                        <a:pt x="108" y="7002"/>
                      </a:cubicBezTo>
                      <a:lnTo>
                        <a:pt x="108" y="6977"/>
                      </a:lnTo>
                      <a:lnTo>
                        <a:pt x="108" y="6973"/>
                      </a:lnTo>
                      <a:cubicBezTo>
                        <a:pt x="112" y="6971"/>
                        <a:pt x="112" y="6967"/>
                        <a:pt x="112" y="6967"/>
                      </a:cubicBezTo>
                      <a:lnTo>
                        <a:pt x="112" y="6961"/>
                      </a:lnTo>
                      <a:cubicBezTo>
                        <a:pt x="112" y="6950"/>
                        <a:pt x="115" y="6941"/>
                        <a:pt x="115" y="6934"/>
                      </a:cubicBezTo>
                      <a:cubicBezTo>
                        <a:pt x="115" y="6925"/>
                        <a:pt x="119" y="6921"/>
                        <a:pt x="119" y="6915"/>
                      </a:cubicBezTo>
                      <a:cubicBezTo>
                        <a:pt x="119" y="6905"/>
                        <a:pt x="123" y="6899"/>
                        <a:pt x="123" y="6888"/>
                      </a:cubicBezTo>
                      <a:lnTo>
                        <a:pt x="123" y="6884"/>
                      </a:lnTo>
                      <a:cubicBezTo>
                        <a:pt x="129" y="6842"/>
                        <a:pt x="133" y="6796"/>
                        <a:pt x="140" y="6755"/>
                      </a:cubicBezTo>
                      <a:cubicBezTo>
                        <a:pt x="140" y="6751"/>
                        <a:pt x="144" y="6745"/>
                        <a:pt x="144" y="6741"/>
                      </a:cubicBezTo>
                      <a:cubicBezTo>
                        <a:pt x="523" y="4152"/>
                        <a:pt x="1692" y="1822"/>
                        <a:pt x="3396" y="2"/>
                      </a:cubicBezTo>
                      <a:lnTo>
                        <a:pt x="33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5"/>
                <p:cNvSpPr/>
                <p:nvPr/>
              </p:nvSpPr>
              <p:spPr>
                <a:xfrm>
                  <a:off x="3121350" y="2952350"/>
                  <a:ext cx="92075" cy="214750"/>
                </a:xfrm>
                <a:custGeom>
                  <a:rect b="b" l="l" r="r" t="t"/>
                  <a:pathLst>
                    <a:path extrusionOk="0" h="8590" w="3683">
                      <a:moveTo>
                        <a:pt x="3636" y="1"/>
                      </a:moveTo>
                      <a:cubicBezTo>
                        <a:pt x="3629" y="80"/>
                        <a:pt x="3622" y="157"/>
                        <a:pt x="3615" y="236"/>
                      </a:cubicBezTo>
                      <a:cubicBezTo>
                        <a:pt x="3613" y="254"/>
                        <a:pt x="3613" y="270"/>
                        <a:pt x="3608" y="288"/>
                      </a:cubicBezTo>
                      <a:cubicBezTo>
                        <a:pt x="3606" y="337"/>
                        <a:pt x="3598" y="389"/>
                        <a:pt x="3592" y="437"/>
                      </a:cubicBezTo>
                      <a:cubicBezTo>
                        <a:pt x="3592" y="455"/>
                        <a:pt x="3592" y="472"/>
                        <a:pt x="3588" y="489"/>
                      </a:cubicBezTo>
                      <a:cubicBezTo>
                        <a:pt x="3588" y="497"/>
                        <a:pt x="3588" y="501"/>
                        <a:pt x="3584" y="508"/>
                      </a:cubicBezTo>
                      <a:lnTo>
                        <a:pt x="3584" y="522"/>
                      </a:lnTo>
                      <a:cubicBezTo>
                        <a:pt x="3584" y="528"/>
                        <a:pt x="3581" y="535"/>
                        <a:pt x="3581" y="543"/>
                      </a:cubicBezTo>
                      <a:lnTo>
                        <a:pt x="3581" y="546"/>
                      </a:lnTo>
                      <a:lnTo>
                        <a:pt x="3581" y="556"/>
                      </a:lnTo>
                      <a:cubicBezTo>
                        <a:pt x="3576" y="564"/>
                        <a:pt x="3576" y="568"/>
                        <a:pt x="3576" y="575"/>
                      </a:cubicBezTo>
                      <a:lnTo>
                        <a:pt x="3576" y="585"/>
                      </a:lnTo>
                      <a:cubicBezTo>
                        <a:pt x="3576" y="587"/>
                        <a:pt x="3572" y="589"/>
                        <a:pt x="3572" y="591"/>
                      </a:cubicBezTo>
                      <a:lnTo>
                        <a:pt x="3572" y="597"/>
                      </a:lnTo>
                      <a:lnTo>
                        <a:pt x="3572" y="601"/>
                      </a:lnTo>
                      <a:cubicBezTo>
                        <a:pt x="3572" y="610"/>
                        <a:pt x="3568" y="620"/>
                        <a:pt x="3568" y="626"/>
                      </a:cubicBezTo>
                      <a:cubicBezTo>
                        <a:pt x="3568" y="633"/>
                        <a:pt x="3568" y="638"/>
                        <a:pt x="3565" y="644"/>
                      </a:cubicBezTo>
                      <a:cubicBezTo>
                        <a:pt x="3565" y="654"/>
                        <a:pt x="3565" y="664"/>
                        <a:pt x="3561" y="675"/>
                      </a:cubicBezTo>
                      <a:lnTo>
                        <a:pt x="3561" y="679"/>
                      </a:lnTo>
                      <a:cubicBezTo>
                        <a:pt x="3555" y="721"/>
                        <a:pt x="3551" y="767"/>
                        <a:pt x="3544" y="808"/>
                      </a:cubicBezTo>
                      <a:cubicBezTo>
                        <a:pt x="3544" y="811"/>
                        <a:pt x="3544" y="818"/>
                        <a:pt x="3540" y="824"/>
                      </a:cubicBezTo>
                      <a:cubicBezTo>
                        <a:pt x="3139" y="3551"/>
                        <a:pt x="1860" y="5997"/>
                        <a:pt x="1" y="7857"/>
                      </a:cubicBezTo>
                      <a:cubicBezTo>
                        <a:pt x="84" y="7929"/>
                        <a:pt x="170" y="7996"/>
                        <a:pt x="259" y="8062"/>
                      </a:cubicBezTo>
                      <a:cubicBezTo>
                        <a:pt x="299" y="8092"/>
                        <a:pt x="341" y="8123"/>
                        <a:pt x="382" y="8151"/>
                      </a:cubicBezTo>
                      <a:cubicBezTo>
                        <a:pt x="546" y="8264"/>
                        <a:pt x="717" y="8370"/>
                        <a:pt x="893" y="8464"/>
                      </a:cubicBezTo>
                      <a:cubicBezTo>
                        <a:pt x="911" y="8475"/>
                        <a:pt x="928" y="8484"/>
                        <a:pt x="946" y="8492"/>
                      </a:cubicBezTo>
                      <a:cubicBezTo>
                        <a:pt x="1011" y="8526"/>
                        <a:pt x="1075" y="8558"/>
                        <a:pt x="1141" y="8589"/>
                      </a:cubicBezTo>
                      <a:cubicBezTo>
                        <a:pt x="2733" y="6483"/>
                        <a:pt x="3678" y="3863"/>
                        <a:pt x="3678" y="1020"/>
                      </a:cubicBezTo>
                      <a:cubicBezTo>
                        <a:pt x="3678" y="983"/>
                        <a:pt x="3678" y="941"/>
                        <a:pt x="3680" y="897"/>
                      </a:cubicBezTo>
                      <a:cubicBezTo>
                        <a:pt x="3683" y="871"/>
                        <a:pt x="3683" y="844"/>
                        <a:pt x="3680" y="818"/>
                      </a:cubicBezTo>
                      <a:lnTo>
                        <a:pt x="3680" y="814"/>
                      </a:lnTo>
                      <a:cubicBezTo>
                        <a:pt x="3680" y="767"/>
                        <a:pt x="3680" y="718"/>
                        <a:pt x="3675" y="673"/>
                      </a:cubicBezTo>
                      <a:lnTo>
                        <a:pt x="3675" y="652"/>
                      </a:lnTo>
                      <a:lnTo>
                        <a:pt x="3675" y="646"/>
                      </a:lnTo>
                      <a:lnTo>
                        <a:pt x="3675" y="639"/>
                      </a:lnTo>
                      <a:lnTo>
                        <a:pt x="3675" y="608"/>
                      </a:lnTo>
                      <a:cubicBezTo>
                        <a:pt x="3675" y="601"/>
                        <a:pt x="3675" y="594"/>
                        <a:pt x="3672" y="587"/>
                      </a:cubicBezTo>
                      <a:lnTo>
                        <a:pt x="3672" y="581"/>
                      </a:lnTo>
                      <a:lnTo>
                        <a:pt x="3672" y="575"/>
                      </a:lnTo>
                      <a:lnTo>
                        <a:pt x="3672" y="501"/>
                      </a:lnTo>
                      <a:cubicBezTo>
                        <a:pt x="3668" y="497"/>
                        <a:pt x="3672" y="497"/>
                        <a:pt x="3672" y="497"/>
                      </a:cubicBezTo>
                      <a:cubicBezTo>
                        <a:pt x="3668" y="489"/>
                        <a:pt x="3668" y="487"/>
                        <a:pt x="3672" y="483"/>
                      </a:cubicBezTo>
                      <a:cubicBezTo>
                        <a:pt x="3668" y="481"/>
                        <a:pt x="3668" y="477"/>
                        <a:pt x="3668" y="477"/>
                      </a:cubicBezTo>
                      <a:lnTo>
                        <a:pt x="3668" y="431"/>
                      </a:lnTo>
                      <a:lnTo>
                        <a:pt x="3664" y="431"/>
                      </a:lnTo>
                      <a:cubicBezTo>
                        <a:pt x="3657" y="286"/>
                        <a:pt x="3647" y="142"/>
                        <a:pt x="3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5"/>
                <p:cNvSpPr/>
                <p:nvPr/>
              </p:nvSpPr>
              <p:spPr>
                <a:xfrm>
                  <a:off x="3074375" y="2959275"/>
                  <a:ext cx="150200" cy="54575"/>
                </a:xfrm>
                <a:custGeom>
                  <a:rect b="b" l="l" r="r" t="t"/>
                  <a:pathLst>
                    <a:path extrusionOk="0" h="2183" w="6008">
                      <a:moveTo>
                        <a:pt x="6008" y="0"/>
                      </a:moveTo>
                      <a:cubicBezTo>
                        <a:pt x="5935" y="36"/>
                        <a:pt x="5859" y="71"/>
                        <a:pt x="5785" y="104"/>
                      </a:cubicBezTo>
                      <a:cubicBezTo>
                        <a:pt x="5768" y="110"/>
                        <a:pt x="5754" y="118"/>
                        <a:pt x="5739" y="124"/>
                      </a:cubicBezTo>
                      <a:cubicBezTo>
                        <a:pt x="5694" y="141"/>
                        <a:pt x="5649" y="162"/>
                        <a:pt x="5608" y="180"/>
                      </a:cubicBezTo>
                      <a:cubicBezTo>
                        <a:pt x="5608" y="184"/>
                        <a:pt x="5608" y="184"/>
                        <a:pt x="5604" y="184"/>
                      </a:cubicBezTo>
                      <a:cubicBezTo>
                        <a:pt x="5588" y="190"/>
                        <a:pt x="5573" y="197"/>
                        <a:pt x="5559" y="201"/>
                      </a:cubicBezTo>
                      <a:cubicBezTo>
                        <a:pt x="5551" y="204"/>
                        <a:pt x="5547" y="207"/>
                        <a:pt x="5544" y="207"/>
                      </a:cubicBezTo>
                      <a:cubicBezTo>
                        <a:pt x="5542" y="207"/>
                        <a:pt x="5538" y="211"/>
                        <a:pt x="5538" y="211"/>
                      </a:cubicBezTo>
                      <a:lnTo>
                        <a:pt x="5534" y="211"/>
                      </a:lnTo>
                      <a:lnTo>
                        <a:pt x="5534" y="215"/>
                      </a:lnTo>
                      <a:cubicBezTo>
                        <a:pt x="5528" y="215"/>
                        <a:pt x="5520" y="217"/>
                        <a:pt x="5513" y="221"/>
                      </a:cubicBezTo>
                      <a:cubicBezTo>
                        <a:pt x="5511" y="221"/>
                        <a:pt x="5507" y="225"/>
                        <a:pt x="5507" y="225"/>
                      </a:cubicBezTo>
                      <a:cubicBezTo>
                        <a:pt x="5500" y="225"/>
                        <a:pt x="5497" y="230"/>
                        <a:pt x="5493" y="230"/>
                      </a:cubicBezTo>
                      <a:cubicBezTo>
                        <a:pt x="5485" y="232"/>
                        <a:pt x="5482" y="236"/>
                        <a:pt x="5479" y="236"/>
                      </a:cubicBezTo>
                      <a:cubicBezTo>
                        <a:pt x="5479" y="240"/>
                        <a:pt x="5479" y="240"/>
                        <a:pt x="5475" y="240"/>
                      </a:cubicBezTo>
                      <a:lnTo>
                        <a:pt x="5471" y="240"/>
                      </a:lnTo>
                      <a:cubicBezTo>
                        <a:pt x="5468" y="240"/>
                        <a:pt x="5465" y="243"/>
                        <a:pt x="5465" y="243"/>
                      </a:cubicBezTo>
                      <a:cubicBezTo>
                        <a:pt x="5462" y="243"/>
                        <a:pt x="5457" y="243"/>
                        <a:pt x="5457" y="247"/>
                      </a:cubicBezTo>
                      <a:cubicBezTo>
                        <a:pt x="5448" y="251"/>
                        <a:pt x="5440" y="253"/>
                        <a:pt x="5434" y="257"/>
                      </a:cubicBezTo>
                      <a:cubicBezTo>
                        <a:pt x="5425" y="257"/>
                        <a:pt x="5423" y="260"/>
                        <a:pt x="5419" y="264"/>
                      </a:cubicBezTo>
                      <a:cubicBezTo>
                        <a:pt x="5409" y="268"/>
                        <a:pt x="5399" y="271"/>
                        <a:pt x="5388" y="274"/>
                      </a:cubicBezTo>
                      <a:lnTo>
                        <a:pt x="5384" y="274"/>
                      </a:lnTo>
                      <a:lnTo>
                        <a:pt x="5384" y="278"/>
                      </a:lnTo>
                      <a:cubicBezTo>
                        <a:pt x="5347" y="292"/>
                        <a:pt x="5308" y="305"/>
                        <a:pt x="5274" y="319"/>
                      </a:cubicBezTo>
                      <a:cubicBezTo>
                        <a:pt x="5267" y="323"/>
                        <a:pt x="5259" y="326"/>
                        <a:pt x="5253" y="330"/>
                      </a:cubicBezTo>
                      <a:cubicBezTo>
                        <a:pt x="3756" y="923"/>
                        <a:pt x="2195" y="1209"/>
                        <a:pt x="648" y="1209"/>
                      </a:cubicBezTo>
                      <a:cubicBezTo>
                        <a:pt x="432" y="1209"/>
                        <a:pt x="216" y="1204"/>
                        <a:pt x="0" y="1192"/>
                      </a:cubicBezTo>
                      <a:lnTo>
                        <a:pt x="0" y="2182"/>
                      </a:lnTo>
                      <a:cubicBezTo>
                        <a:pt x="1762" y="2025"/>
                        <a:pt x="3517" y="1490"/>
                        <a:pt x="5150" y="549"/>
                      </a:cubicBezTo>
                      <a:cubicBezTo>
                        <a:pt x="5188" y="525"/>
                        <a:pt x="5229" y="504"/>
                        <a:pt x="5269" y="475"/>
                      </a:cubicBezTo>
                      <a:cubicBezTo>
                        <a:pt x="5275" y="473"/>
                        <a:pt x="5281" y="470"/>
                        <a:pt x="5287" y="467"/>
                      </a:cubicBezTo>
                      <a:lnTo>
                        <a:pt x="5289" y="467"/>
                      </a:lnTo>
                      <a:cubicBezTo>
                        <a:pt x="5300" y="460"/>
                        <a:pt x="5310" y="453"/>
                        <a:pt x="5320" y="444"/>
                      </a:cubicBezTo>
                      <a:cubicBezTo>
                        <a:pt x="5362" y="424"/>
                        <a:pt x="5400" y="397"/>
                        <a:pt x="5441" y="369"/>
                      </a:cubicBezTo>
                      <a:cubicBezTo>
                        <a:pt x="5447" y="369"/>
                        <a:pt x="5455" y="365"/>
                        <a:pt x="5462" y="359"/>
                      </a:cubicBezTo>
                      <a:lnTo>
                        <a:pt x="5462" y="354"/>
                      </a:lnTo>
                      <a:lnTo>
                        <a:pt x="5466" y="354"/>
                      </a:lnTo>
                      <a:cubicBezTo>
                        <a:pt x="5468" y="354"/>
                        <a:pt x="5468" y="354"/>
                        <a:pt x="5472" y="350"/>
                      </a:cubicBezTo>
                      <a:cubicBezTo>
                        <a:pt x="5475" y="350"/>
                        <a:pt x="5475" y="350"/>
                        <a:pt x="5478" y="346"/>
                      </a:cubicBezTo>
                      <a:cubicBezTo>
                        <a:pt x="5486" y="343"/>
                        <a:pt x="5491" y="339"/>
                        <a:pt x="5497" y="333"/>
                      </a:cubicBezTo>
                      <a:cubicBezTo>
                        <a:pt x="5503" y="333"/>
                        <a:pt x="5507" y="329"/>
                        <a:pt x="5513" y="322"/>
                      </a:cubicBezTo>
                      <a:cubicBezTo>
                        <a:pt x="5517" y="322"/>
                        <a:pt x="5519" y="322"/>
                        <a:pt x="5524" y="318"/>
                      </a:cubicBezTo>
                      <a:cubicBezTo>
                        <a:pt x="5527" y="318"/>
                        <a:pt x="5527" y="315"/>
                        <a:pt x="5530" y="312"/>
                      </a:cubicBezTo>
                      <a:cubicBezTo>
                        <a:pt x="5534" y="312"/>
                        <a:pt x="5537" y="309"/>
                        <a:pt x="5540" y="305"/>
                      </a:cubicBezTo>
                      <a:lnTo>
                        <a:pt x="5544" y="305"/>
                      </a:lnTo>
                      <a:cubicBezTo>
                        <a:pt x="5547" y="305"/>
                        <a:pt x="5550" y="299"/>
                        <a:pt x="5550" y="299"/>
                      </a:cubicBezTo>
                      <a:cubicBezTo>
                        <a:pt x="5559" y="299"/>
                        <a:pt x="5565" y="292"/>
                        <a:pt x="5569" y="292"/>
                      </a:cubicBezTo>
                      <a:cubicBezTo>
                        <a:pt x="5575" y="284"/>
                        <a:pt x="5583" y="282"/>
                        <a:pt x="5590" y="278"/>
                      </a:cubicBezTo>
                      <a:lnTo>
                        <a:pt x="5590" y="274"/>
                      </a:lnTo>
                      <a:cubicBezTo>
                        <a:pt x="5597" y="274"/>
                        <a:pt x="5600" y="272"/>
                        <a:pt x="5604" y="268"/>
                      </a:cubicBezTo>
                      <a:cubicBezTo>
                        <a:pt x="5621" y="257"/>
                        <a:pt x="5635" y="251"/>
                        <a:pt x="5648" y="237"/>
                      </a:cubicBezTo>
                      <a:lnTo>
                        <a:pt x="5653" y="237"/>
                      </a:lnTo>
                      <a:cubicBezTo>
                        <a:pt x="5771" y="160"/>
                        <a:pt x="5889" y="81"/>
                        <a:pt x="6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5"/>
                <p:cNvSpPr/>
                <p:nvPr/>
              </p:nvSpPr>
              <p:spPr>
                <a:xfrm>
                  <a:off x="3200150" y="2920825"/>
                  <a:ext cx="136650" cy="53025"/>
                </a:xfrm>
                <a:custGeom>
                  <a:rect b="b" l="l" r="r" t="t"/>
                  <a:pathLst>
                    <a:path extrusionOk="0" h="2121" w="5466">
                      <a:moveTo>
                        <a:pt x="5466" y="1"/>
                      </a:moveTo>
                      <a:cubicBezTo>
                        <a:pt x="3891" y="212"/>
                        <a:pt x="2329" y="730"/>
                        <a:pt x="862" y="1569"/>
                      </a:cubicBezTo>
                      <a:cubicBezTo>
                        <a:pt x="824" y="1590"/>
                        <a:pt x="790" y="1615"/>
                        <a:pt x="751" y="1640"/>
                      </a:cubicBezTo>
                      <a:cubicBezTo>
                        <a:pt x="734" y="1646"/>
                        <a:pt x="712" y="1656"/>
                        <a:pt x="695" y="1675"/>
                      </a:cubicBezTo>
                      <a:cubicBezTo>
                        <a:pt x="652" y="1694"/>
                        <a:pt x="607" y="1723"/>
                        <a:pt x="566" y="1750"/>
                      </a:cubicBezTo>
                      <a:cubicBezTo>
                        <a:pt x="563" y="1750"/>
                        <a:pt x="555" y="1754"/>
                        <a:pt x="552" y="1760"/>
                      </a:cubicBezTo>
                      <a:cubicBezTo>
                        <a:pt x="551" y="1760"/>
                        <a:pt x="550" y="1760"/>
                        <a:pt x="549" y="1760"/>
                      </a:cubicBezTo>
                      <a:cubicBezTo>
                        <a:pt x="547" y="1760"/>
                        <a:pt x="544" y="1761"/>
                        <a:pt x="542" y="1764"/>
                      </a:cubicBezTo>
                      <a:lnTo>
                        <a:pt x="538" y="1769"/>
                      </a:lnTo>
                      <a:cubicBezTo>
                        <a:pt x="535" y="1769"/>
                        <a:pt x="535" y="1769"/>
                        <a:pt x="532" y="1773"/>
                      </a:cubicBezTo>
                      <a:cubicBezTo>
                        <a:pt x="525" y="1776"/>
                        <a:pt x="517" y="1780"/>
                        <a:pt x="511" y="1786"/>
                      </a:cubicBezTo>
                      <a:cubicBezTo>
                        <a:pt x="503" y="1786"/>
                        <a:pt x="499" y="1790"/>
                        <a:pt x="493" y="1796"/>
                      </a:cubicBezTo>
                      <a:cubicBezTo>
                        <a:pt x="490" y="1796"/>
                        <a:pt x="490" y="1796"/>
                        <a:pt x="486" y="1801"/>
                      </a:cubicBezTo>
                      <a:cubicBezTo>
                        <a:pt x="482" y="1801"/>
                        <a:pt x="480" y="1804"/>
                        <a:pt x="476" y="1807"/>
                      </a:cubicBezTo>
                      <a:lnTo>
                        <a:pt x="472" y="1807"/>
                      </a:lnTo>
                      <a:cubicBezTo>
                        <a:pt x="472" y="1807"/>
                        <a:pt x="468" y="1807"/>
                        <a:pt x="468" y="1811"/>
                      </a:cubicBezTo>
                      <a:cubicBezTo>
                        <a:pt x="466" y="1811"/>
                        <a:pt x="462" y="1817"/>
                        <a:pt x="462" y="1817"/>
                      </a:cubicBezTo>
                      <a:cubicBezTo>
                        <a:pt x="460" y="1817"/>
                        <a:pt x="455" y="1821"/>
                        <a:pt x="455" y="1821"/>
                      </a:cubicBezTo>
                      <a:cubicBezTo>
                        <a:pt x="447" y="1821"/>
                        <a:pt x="445" y="1824"/>
                        <a:pt x="441" y="1827"/>
                      </a:cubicBezTo>
                      <a:cubicBezTo>
                        <a:pt x="435" y="1832"/>
                        <a:pt x="426" y="1838"/>
                        <a:pt x="420" y="1842"/>
                      </a:cubicBezTo>
                      <a:cubicBezTo>
                        <a:pt x="416" y="1842"/>
                        <a:pt x="416" y="1846"/>
                        <a:pt x="416" y="1846"/>
                      </a:cubicBezTo>
                      <a:cubicBezTo>
                        <a:pt x="409" y="1846"/>
                        <a:pt x="406" y="1848"/>
                        <a:pt x="403" y="1852"/>
                      </a:cubicBezTo>
                      <a:cubicBezTo>
                        <a:pt x="389" y="1862"/>
                        <a:pt x="375" y="1871"/>
                        <a:pt x="361" y="1881"/>
                      </a:cubicBezTo>
                      <a:cubicBezTo>
                        <a:pt x="357" y="1881"/>
                        <a:pt x="357" y="1884"/>
                        <a:pt x="357" y="1884"/>
                      </a:cubicBezTo>
                      <a:cubicBezTo>
                        <a:pt x="236" y="1961"/>
                        <a:pt x="119" y="2041"/>
                        <a:pt x="0" y="2120"/>
                      </a:cubicBezTo>
                      <a:cubicBezTo>
                        <a:pt x="76" y="2083"/>
                        <a:pt x="156" y="2048"/>
                        <a:pt x="232" y="2013"/>
                      </a:cubicBezTo>
                      <a:cubicBezTo>
                        <a:pt x="239" y="2011"/>
                        <a:pt x="245" y="2007"/>
                        <a:pt x="251" y="2005"/>
                      </a:cubicBezTo>
                      <a:lnTo>
                        <a:pt x="253" y="2005"/>
                      </a:lnTo>
                      <a:cubicBezTo>
                        <a:pt x="259" y="2001"/>
                        <a:pt x="267" y="1998"/>
                        <a:pt x="274" y="1997"/>
                      </a:cubicBezTo>
                      <a:cubicBezTo>
                        <a:pt x="318" y="1976"/>
                        <a:pt x="361" y="1958"/>
                        <a:pt x="403" y="1941"/>
                      </a:cubicBezTo>
                      <a:lnTo>
                        <a:pt x="403" y="1938"/>
                      </a:lnTo>
                      <a:cubicBezTo>
                        <a:pt x="420" y="1931"/>
                        <a:pt x="437" y="1924"/>
                        <a:pt x="451" y="1920"/>
                      </a:cubicBezTo>
                      <a:cubicBezTo>
                        <a:pt x="455" y="1918"/>
                        <a:pt x="457" y="1918"/>
                        <a:pt x="462" y="1914"/>
                      </a:cubicBezTo>
                      <a:cubicBezTo>
                        <a:pt x="466" y="1914"/>
                        <a:pt x="468" y="1910"/>
                        <a:pt x="472" y="1910"/>
                      </a:cubicBezTo>
                      <a:cubicBezTo>
                        <a:pt x="474" y="1908"/>
                        <a:pt x="475" y="1908"/>
                        <a:pt x="476" y="1908"/>
                      </a:cubicBezTo>
                      <a:cubicBezTo>
                        <a:pt x="476" y="1908"/>
                        <a:pt x="476" y="1908"/>
                        <a:pt x="476" y="1910"/>
                      </a:cubicBezTo>
                      <a:cubicBezTo>
                        <a:pt x="482" y="1907"/>
                        <a:pt x="490" y="1904"/>
                        <a:pt x="497" y="1900"/>
                      </a:cubicBezTo>
                      <a:lnTo>
                        <a:pt x="504" y="1900"/>
                      </a:lnTo>
                      <a:cubicBezTo>
                        <a:pt x="508" y="1898"/>
                        <a:pt x="511" y="1893"/>
                        <a:pt x="514" y="1893"/>
                      </a:cubicBezTo>
                      <a:cubicBezTo>
                        <a:pt x="522" y="1891"/>
                        <a:pt x="529" y="1887"/>
                        <a:pt x="533" y="1887"/>
                      </a:cubicBezTo>
                      <a:cubicBezTo>
                        <a:pt x="533" y="1887"/>
                        <a:pt x="533" y="1883"/>
                        <a:pt x="537" y="1883"/>
                      </a:cubicBezTo>
                      <a:lnTo>
                        <a:pt x="547" y="1883"/>
                      </a:lnTo>
                      <a:lnTo>
                        <a:pt x="551" y="1879"/>
                      </a:lnTo>
                      <a:cubicBezTo>
                        <a:pt x="562" y="1873"/>
                        <a:pt x="573" y="1869"/>
                        <a:pt x="579" y="1869"/>
                      </a:cubicBezTo>
                      <a:cubicBezTo>
                        <a:pt x="587" y="1867"/>
                        <a:pt x="590" y="1862"/>
                        <a:pt x="594" y="1862"/>
                      </a:cubicBezTo>
                      <a:cubicBezTo>
                        <a:pt x="604" y="1855"/>
                        <a:pt x="614" y="1852"/>
                        <a:pt x="625" y="1848"/>
                      </a:cubicBezTo>
                      <a:lnTo>
                        <a:pt x="629" y="1848"/>
                      </a:lnTo>
                      <a:cubicBezTo>
                        <a:pt x="630" y="1847"/>
                        <a:pt x="630" y="1847"/>
                        <a:pt x="631" y="1847"/>
                      </a:cubicBezTo>
                      <a:cubicBezTo>
                        <a:pt x="632" y="1847"/>
                        <a:pt x="632" y="1848"/>
                        <a:pt x="632" y="1848"/>
                      </a:cubicBezTo>
                      <a:cubicBezTo>
                        <a:pt x="671" y="1832"/>
                        <a:pt x="708" y="1814"/>
                        <a:pt x="746" y="1804"/>
                      </a:cubicBezTo>
                      <a:cubicBezTo>
                        <a:pt x="754" y="1796"/>
                        <a:pt x="761" y="1793"/>
                        <a:pt x="768" y="1793"/>
                      </a:cubicBezTo>
                      <a:cubicBezTo>
                        <a:pt x="2265" y="1198"/>
                        <a:pt x="3829" y="913"/>
                        <a:pt x="5375" y="913"/>
                      </a:cubicBezTo>
                      <a:cubicBezTo>
                        <a:pt x="5405" y="913"/>
                        <a:pt x="5436" y="913"/>
                        <a:pt x="5466" y="913"/>
                      </a:cubicBezTo>
                      <a:lnTo>
                        <a:pt x="546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5"/>
                <p:cNvSpPr/>
                <p:nvPr/>
              </p:nvSpPr>
              <p:spPr>
                <a:xfrm>
                  <a:off x="3162475" y="2791825"/>
                  <a:ext cx="57350" cy="186975"/>
                </a:xfrm>
                <a:custGeom>
                  <a:rect b="b" l="l" r="r" t="t"/>
                  <a:pathLst>
                    <a:path extrusionOk="0" h="7479" w="2294">
                      <a:moveTo>
                        <a:pt x="65" y="1"/>
                      </a:moveTo>
                      <a:cubicBezTo>
                        <a:pt x="1" y="2243"/>
                        <a:pt x="538" y="4529"/>
                        <a:pt x="1743" y="6615"/>
                      </a:cubicBezTo>
                      <a:cubicBezTo>
                        <a:pt x="1760" y="6647"/>
                        <a:pt x="1778" y="6678"/>
                        <a:pt x="1798" y="6709"/>
                      </a:cubicBezTo>
                      <a:cubicBezTo>
                        <a:pt x="1813" y="6734"/>
                        <a:pt x="1827" y="6760"/>
                        <a:pt x="1848" y="6785"/>
                      </a:cubicBezTo>
                      <a:cubicBezTo>
                        <a:pt x="1870" y="6826"/>
                        <a:pt x="1892" y="6869"/>
                        <a:pt x="1921" y="6910"/>
                      </a:cubicBezTo>
                      <a:cubicBezTo>
                        <a:pt x="1925" y="6916"/>
                        <a:pt x="1928" y="6924"/>
                        <a:pt x="1936" y="6931"/>
                      </a:cubicBezTo>
                      <a:cubicBezTo>
                        <a:pt x="1936" y="6935"/>
                        <a:pt x="1936" y="6937"/>
                        <a:pt x="1942" y="6941"/>
                      </a:cubicBezTo>
                      <a:cubicBezTo>
                        <a:pt x="1939" y="6944"/>
                        <a:pt x="1942" y="6944"/>
                        <a:pt x="1946" y="6947"/>
                      </a:cubicBezTo>
                      <a:cubicBezTo>
                        <a:pt x="1949" y="6954"/>
                        <a:pt x="1952" y="6962"/>
                        <a:pt x="1956" y="6968"/>
                      </a:cubicBezTo>
                      <a:cubicBezTo>
                        <a:pt x="1959" y="6972"/>
                        <a:pt x="1962" y="6978"/>
                        <a:pt x="1967" y="6982"/>
                      </a:cubicBezTo>
                      <a:cubicBezTo>
                        <a:pt x="1967" y="6985"/>
                        <a:pt x="1967" y="6985"/>
                        <a:pt x="1970" y="6988"/>
                      </a:cubicBezTo>
                      <a:lnTo>
                        <a:pt x="1974" y="6993"/>
                      </a:lnTo>
                      <a:cubicBezTo>
                        <a:pt x="1974" y="6997"/>
                        <a:pt x="1977" y="7003"/>
                        <a:pt x="1980" y="7007"/>
                      </a:cubicBezTo>
                      <a:lnTo>
                        <a:pt x="1982" y="7008"/>
                      </a:lnTo>
                      <a:cubicBezTo>
                        <a:pt x="1984" y="7011"/>
                        <a:pt x="1984" y="7013"/>
                        <a:pt x="1984" y="7013"/>
                      </a:cubicBezTo>
                      <a:cubicBezTo>
                        <a:pt x="1987" y="7016"/>
                        <a:pt x="1987" y="7019"/>
                        <a:pt x="1990" y="7019"/>
                      </a:cubicBezTo>
                      <a:cubicBezTo>
                        <a:pt x="1994" y="7028"/>
                        <a:pt x="1997" y="7034"/>
                        <a:pt x="2001" y="7038"/>
                      </a:cubicBezTo>
                      <a:cubicBezTo>
                        <a:pt x="2005" y="7044"/>
                        <a:pt x="2008" y="7052"/>
                        <a:pt x="2011" y="7059"/>
                      </a:cubicBezTo>
                      <a:lnTo>
                        <a:pt x="2015" y="7059"/>
                      </a:lnTo>
                      <a:cubicBezTo>
                        <a:pt x="2018" y="7067"/>
                        <a:pt x="2018" y="7069"/>
                        <a:pt x="2021" y="7073"/>
                      </a:cubicBezTo>
                      <a:cubicBezTo>
                        <a:pt x="2021" y="7077"/>
                        <a:pt x="2025" y="7077"/>
                        <a:pt x="2025" y="7077"/>
                      </a:cubicBezTo>
                      <a:cubicBezTo>
                        <a:pt x="2036" y="7091"/>
                        <a:pt x="2044" y="7104"/>
                        <a:pt x="2054" y="7118"/>
                      </a:cubicBezTo>
                      <a:lnTo>
                        <a:pt x="2054" y="7122"/>
                      </a:lnTo>
                      <a:cubicBezTo>
                        <a:pt x="2133" y="7244"/>
                        <a:pt x="2213" y="7362"/>
                        <a:pt x="2294" y="7479"/>
                      </a:cubicBezTo>
                      <a:cubicBezTo>
                        <a:pt x="2262" y="7414"/>
                        <a:pt x="2231" y="7343"/>
                        <a:pt x="2200" y="7277"/>
                      </a:cubicBezTo>
                      <a:cubicBezTo>
                        <a:pt x="2189" y="7256"/>
                        <a:pt x="2181" y="7235"/>
                        <a:pt x="2171" y="7214"/>
                      </a:cubicBezTo>
                      <a:cubicBezTo>
                        <a:pt x="2149" y="7166"/>
                        <a:pt x="2129" y="7121"/>
                        <a:pt x="2108" y="7075"/>
                      </a:cubicBezTo>
                      <a:cubicBezTo>
                        <a:pt x="2102" y="7058"/>
                        <a:pt x="2093" y="7044"/>
                        <a:pt x="2087" y="7030"/>
                      </a:cubicBezTo>
                      <a:cubicBezTo>
                        <a:pt x="2087" y="7022"/>
                        <a:pt x="2085" y="7016"/>
                        <a:pt x="2081" y="7012"/>
                      </a:cubicBezTo>
                      <a:cubicBezTo>
                        <a:pt x="2081" y="7008"/>
                        <a:pt x="2081" y="7006"/>
                        <a:pt x="2077" y="7002"/>
                      </a:cubicBezTo>
                      <a:cubicBezTo>
                        <a:pt x="2073" y="6992"/>
                        <a:pt x="2071" y="6983"/>
                        <a:pt x="2067" y="6977"/>
                      </a:cubicBezTo>
                      <a:lnTo>
                        <a:pt x="2067" y="6973"/>
                      </a:lnTo>
                      <a:cubicBezTo>
                        <a:pt x="2062" y="6971"/>
                        <a:pt x="2062" y="6967"/>
                        <a:pt x="2062" y="6967"/>
                      </a:cubicBezTo>
                      <a:cubicBezTo>
                        <a:pt x="2060" y="6961"/>
                        <a:pt x="2056" y="6952"/>
                        <a:pt x="2056" y="6946"/>
                      </a:cubicBezTo>
                      <a:lnTo>
                        <a:pt x="2052" y="6946"/>
                      </a:lnTo>
                      <a:cubicBezTo>
                        <a:pt x="2052" y="6946"/>
                        <a:pt x="2051" y="6946"/>
                        <a:pt x="2051" y="6945"/>
                      </a:cubicBezTo>
                      <a:cubicBezTo>
                        <a:pt x="2051" y="6944"/>
                        <a:pt x="2051" y="6944"/>
                        <a:pt x="2052" y="6942"/>
                      </a:cubicBezTo>
                      <a:cubicBezTo>
                        <a:pt x="2052" y="6939"/>
                        <a:pt x="2049" y="6936"/>
                        <a:pt x="2049" y="6932"/>
                      </a:cubicBezTo>
                      <a:cubicBezTo>
                        <a:pt x="2049" y="6929"/>
                        <a:pt x="2045" y="6929"/>
                        <a:pt x="2045" y="6929"/>
                      </a:cubicBezTo>
                      <a:cubicBezTo>
                        <a:pt x="2041" y="6918"/>
                        <a:pt x="2039" y="6906"/>
                        <a:pt x="2035" y="6900"/>
                      </a:cubicBezTo>
                      <a:cubicBezTo>
                        <a:pt x="2032" y="6893"/>
                        <a:pt x="2032" y="6887"/>
                        <a:pt x="2028" y="6883"/>
                      </a:cubicBezTo>
                      <a:cubicBezTo>
                        <a:pt x="2024" y="6873"/>
                        <a:pt x="2021" y="6861"/>
                        <a:pt x="2018" y="6854"/>
                      </a:cubicBezTo>
                      <a:lnTo>
                        <a:pt x="2014" y="6854"/>
                      </a:lnTo>
                      <a:cubicBezTo>
                        <a:pt x="2000" y="6813"/>
                        <a:pt x="1983" y="6771"/>
                        <a:pt x="1964" y="6729"/>
                      </a:cubicBezTo>
                      <a:cubicBezTo>
                        <a:pt x="1962" y="6722"/>
                        <a:pt x="1962" y="6715"/>
                        <a:pt x="1958" y="6712"/>
                      </a:cubicBezTo>
                      <a:cubicBezTo>
                        <a:pt x="1094" y="4529"/>
                        <a:pt x="883" y="2209"/>
                        <a:pt x="12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5"/>
                <p:cNvSpPr/>
                <p:nvPr/>
              </p:nvSpPr>
              <p:spPr>
                <a:xfrm>
                  <a:off x="3205100" y="2954350"/>
                  <a:ext cx="61225" cy="224100"/>
                </a:xfrm>
                <a:custGeom>
                  <a:rect b="b" l="l" r="r" t="t"/>
                  <a:pathLst>
                    <a:path extrusionOk="0" h="8964" w="2449">
                      <a:moveTo>
                        <a:pt x="0" y="0"/>
                      </a:moveTo>
                      <a:lnTo>
                        <a:pt x="0" y="0"/>
                      </a:lnTo>
                      <a:cubicBezTo>
                        <a:pt x="31" y="69"/>
                        <a:pt x="67" y="136"/>
                        <a:pt x="94" y="206"/>
                      </a:cubicBezTo>
                      <a:cubicBezTo>
                        <a:pt x="105" y="227"/>
                        <a:pt x="115" y="248"/>
                        <a:pt x="125" y="269"/>
                      </a:cubicBezTo>
                      <a:cubicBezTo>
                        <a:pt x="144" y="314"/>
                        <a:pt x="165" y="358"/>
                        <a:pt x="185" y="404"/>
                      </a:cubicBezTo>
                      <a:cubicBezTo>
                        <a:pt x="191" y="422"/>
                        <a:pt x="200" y="439"/>
                        <a:pt x="206" y="453"/>
                      </a:cubicBezTo>
                      <a:cubicBezTo>
                        <a:pt x="206" y="461"/>
                        <a:pt x="210" y="464"/>
                        <a:pt x="210" y="467"/>
                      </a:cubicBezTo>
                      <a:lnTo>
                        <a:pt x="213" y="467"/>
                      </a:lnTo>
                      <a:lnTo>
                        <a:pt x="213" y="471"/>
                      </a:lnTo>
                      <a:cubicBezTo>
                        <a:pt x="213" y="474"/>
                        <a:pt x="217" y="478"/>
                        <a:pt x="217" y="478"/>
                      </a:cubicBezTo>
                      <a:cubicBezTo>
                        <a:pt x="220" y="485"/>
                        <a:pt x="220" y="492"/>
                        <a:pt x="223" y="496"/>
                      </a:cubicBezTo>
                      <a:cubicBezTo>
                        <a:pt x="223" y="498"/>
                        <a:pt x="227" y="502"/>
                        <a:pt x="227" y="502"/>
                      </a:cubicBezTo>
                      <a:cubicBezTo>
                        <a:pt x="227" y="506"/>
                        <a:pt x="232" y="508"/>
                        <a:pt x="232" y="512"/>
                      </a:cubicBezTo>
                      <a:cubicBezTo>
                        <a:pt x="236" y="523"/>
                        <a:pt x="238" y="531"/>
                        <a:pt x="242" y="537"/>
                      </a:cubicBezTo>
                      <a:cubicBezTo>
                        <a:pt x="242" y="541"/>
                        <a:pt x="246" y="543"/>
                        <a:pt x="246" y="547"/>
                      </a:cubicBezTo>
                      <a:cubicBezTo>
                        <a:pt x="246" y="551"/>
                        <a:pt x="250" y="551"/>
                        <a:pt x="250" y="551"/>
                      </a:cubicBezTo>
                      <a:cubicBezTo>
                        <a:pt x="253" y="562"/>
                        <a:pt x="257" y="572"/>
                        <a:pt x="260" y="579"/>
                      </a:cubicBezTo>
                      <a:cubicBezTo>
                        <a:pt x="263" y="588"/>
                        <a:pt x="263" y="590"/>
                        <a:pt x="267" y="594"/>
                      </a:cubicBezTo>
                      <a:cubicBezTo>
                        <a:pt x="269" y="600"/>
                        <a:pt x="269" y="608"/>
                        <a:pt x="273" y="614"/>
                      </a:cubicBezTo>
                      <a:cubicBezTo>
                        <a:pt x="276" y="618"/>
                        <a:pt x="276" y="621"/>
                        <a:pt x="279" y="625"/>
                      </a:cubicBezTo>
                      <a:cubicBezTo>
                        <a:pt x="294" y="664"/>
                        <a:pt x="307" y="701"/>
                        <a:pt x="324" y="739"/>
                      </a:cubicBezTo>
                      <a:lnTo>
                        <a:pt x="324" y="743"/>
                      </a:lnTo>
                      <a:cubicBezTo>
                        <a:pt x="325" y="749"/>
                        <a:pt x="329" y="754"/>
                        <a:pt x="331" y="757"/>
                      </a:cubicBezTo>
                      <a:lnTo>
                        <a:pt x="331" y="760"/>
                      </a:lnTo>
                      <a:cubicBezTo>
                        <a:pt x="1393" y="3440"/>
                        <a:pt x="1471" y="6327"/>
                        <a:pt x="685" y="8963"/>
                      </a:cubicBezTo>
                      <a:cubicBezTo>
                        <a:pt x="708" y="8959"/>
                        <a:pt x="734" y="8957"/>
                        <a:pt x="760" y="8953"/>
                      </a:cubicBezTo>
                      <a:cubicBezTo>
                        <a:pt x="853" y="8941"/>
                        <a:pt x="945" y="8925"/>
                        <a:pt x="1036" y="8906"/>
                      </a:cubicBezTo>
                      <a:cubicBezTo>
                        <a:pt x="1136" y="8886"/>
                        <a:pt x="1235" y="8864"/>
                        <a:pt x="1335" y="8838"/>
                      </a:cubicBezTo>
                      <a:cubicBezTo>
                        <a:pt x="1466" y="8804"/>
                        <a:pt x="1595" y="8766"/>
                        <a:pt x="1723" y="8722"/>
                      </a:cubicBezTo>
                      <a:cubicBezTo>
                        <a:pt x="1870" y="8672"/>
                        <a:pt x="2013" y="8615"/>
                        <a:pt x="2152" y="8554"/>
                      </a:cubicBezTo>
                      <a:cubicBezTo>
                        <a:pt x="2448" y="5975"/>
                        <a:pt x="1949" y="3282"/>
                        <a:pt x="550" y="861"/>
                      </a:cubicBezTo>
                      <a:cubicBezTo>
                        <a:pt x="534" y="830"/>
                        <a:pt x="515" y="799"/>
                        <a:pt x="495" y="770"/>
                      </a:cubicBezTo>
                      <a:cubicBezTo>
                        <a:pt x="480" y="743"/>
                        <a:pt x="467" y="719"/>
                        <a:pt x="446" y="695"/>
                      </a:cubicBezTo>
                      <a:cubicBezTo>
                        <a:pt x="426" y="652"/>
                        <a:pt x="401" y="607"/>
                        <a:pt x="370" y="566"/>
                      </a:cubicBezTo>
                      <a:cubicBezTo>
                        <a:pt x="370" y="559"/>
                        <a:pt x="366" y="551"/>
                        <a:pt x="360" y="545"/>
                      </a:cubicBezTo>
                      <a:lnTo>
                        <a:pt x="355" y="545"/>
                      </a:lnTo>
                      <a:cubicBezTo>
                        <a:pt x="360" y="545"/>
                        <a:pt x="355" y="541"/>
                        <a:pt x="355" y="541"/>
                      </a:cubicBezTo>
                      <a:cubicBezTo>
                        <a:pt x="355" y="541"/>
                        <a:pt x="359" y="540"/>
                        <a:pt x="355" y="538"/>
                      </a:cubicBezTo>
                      <a:lnTo>
                        <a:pt x="351" y="538"/>
                      </a:lnTo>
                      <a:cubicBezTo>
                        <a:pt x="354" y="536"/>
                        <a:pt x="351" y="536"/>
                        <a:pt x="348" y="532"/>
                      </a:cubicBezTo>
                      <a:cubicBezTo>
                        <a:pt x="348" y="526"/>
                        <a:pt x="340" y="514"/>
                        <a:pt x="334" y="507"/>
                      </a:cubicBezTo>
                      <a:cubicBezTo>
                        <a:pt x="334" y="504"/>
                        <a:pt x="330" y="497"/>
                        <a:pt x="323" y="494"/>
                      </a:cubicBezTo>
                      <a:cubicBezTo>
                        <a:pt x="325" y="491"/>
                        <a:pt x="323" y="491"/>
                        <a:pt x="319" y="486"/>
                      </a:cubicBezTo>
                      <a:lnTo>
                        <a:pt x="315" y="483"/>
                      </a:lnTo>
                      <a:cubicBezTo>
                        <a:pt x="315" y="479"/>
                        <a:pt x="313" y="473"/>
                        <a:pt x="309" y="469"/>
                      </a:cubicBezTo>
                      <a:cubicBezTo>
                        <a:pt x="309" y="466"/>
                        <a:pt x="309" y="463"/>
                        <a:pt x="305" y="463"/>
                      </a:cubicBezTo>
                      <a:cubicBezTo>
                        <a:pt x="305" y="460"/>
                        <a:pt x="299" y="455"/>
                        <a:pt x="299" y="455"/>
                      </a:cubicBezTo>
                      <a:cubicBezTo>
                        <a:pt x="299" y="449"/>
                        <a:pt x="296" y="443"/>
                        <a:pt x="292" y="439"/>
                      </a:cubicBezTo>
                      <a:cubicBezTo>
                        <a:pt x="288" y="432"/>
                        <a:pt x="284" y="424"/>
                        <a:pt x="278" y="421"/>
                      </a:cubicBezTo>
                      <a:cubicBezTo>
                        <a:pt x="278" y="417"/>
                        <a:pt x="274" y="417"/>
                        <a:pt x="274" y="417"/>
                      </a:cubicBezTo>
                      <a:cubicBezTo>
                        <a:pt x="274" y="413"/>
                        <a:pt x="274" y="411"/>
                        <a:pt x="270" y="407"/>
                      </a:cubicBezTo>
                      <a:cubicBezTo>
                        <a:pt x="270" y="404"/>
                        <a:pt x="264" y="401"/>
                        <a:pt x="264" y="401"/>
                      </a:cubicBezTo>
                      <a:cubicBezTo>
                        <a:pt x="257" y="387"/>
                        <a:pt x="247" y="373"/>
                        <a:pt x="237" y="359"/>
                      </a:cubicBezTo>
                      <a:lnTo>
                        <a:pt x="237" y="355"/>
                      </a:lnTo>
                      <a:cubicBezTo>
                        <a:pt x="160" y="233"/>
                        <a:pt x="81"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5"/>
                <p:cNvSpPr/>
                <p:nvPr/>
              </p:nvSpPr>
              <p:spPr>
                <a:xfrm>
                  <a:off x="3075950" y="2954175"/>
                  <a:ext cx="143450" cy="142575"/>
                </a:xfrm>
                <a:custGeom>
                  <a:rect b="b" l="l" r="r" t="t"/>
                  <a:pathLst>
                    <a:path extrusionOk="0" h="5703" w="5738">
                      <a:moveTo>
                        <a:pt x="5737" y="0"/>
                      </a:moveTo>
                      <a:cubicBezTo>
                        <a:pt x="5688" y="69"/>
                        <a:pt x="5639" y="139"/>
                        <a:pt x="5598" y="199"/>
                      </a:cubicBezTo>
                      <a:cubicBezTo>
                        <a:pt x="5587" y="213"/>
                        <a:pt x="5579" y="227"/>
                        <a:pt x="5569" y="241"/>
                      </a:cubicBezTo>
                      <a:cubicBezTo>
                        <a:pt x="5541" y="280"/>
                        <a:pt x="5514" y="317"/>
                        <a:pt x="5485" y="356"/>
                      </a:cubicBezTo>
                      <a:lnTo>
                        <a:pt x="5481" y="356"/>
                      </a:lnTo>
                      <a:cubicBezTo>
                        <a:pt x="5474" y="370"/>
                        <a:pt x="5464" y="380"/>
                        <a:pt x="5453" y="394"/>
                      </a:cubicBezTo>
                      <a:cubicBezTo>
                        <a:pt x="5449" y="401"/>
                        <a:pt x="5447" y="405"/>
                        <a:pt x="5443" y="411"/>
                      </a:cubicBezTo>
                      <a:lnTo>
                        <a:pt x="5437" y="415"/>
                      </a:lnTo>
                      <a:lnTo>
                        <a:pt x="5437" y="419"/>
                      </a:lnTo>
                      <a:lnTo>
                        <a:pt x="5433" y="419"/>
                      </a:lnTo>
                      <a:cubicBezTo>
                        <a:pt x="5433" y="426"/>
                        <a:pt x="5426" y="434"/>
                        <a:pt x="5422" y="437"/>
                      </a:cubicBezTo>
                      <a:cubicBezTo>
                        <a:pt x="5422" y="441"/>
                        <a:pt x="5422" y="441"/>
                        <a:pt x="5418" y="441"/>
                      </a:cubicBezTo>
                      <a:cubicBezTo>
                        <a:pt x="5418" y="445"/>
                        <a:pt x="5416" y="447"/>
                        <a:pt x="5412" y="451"/>
                      </a:cubicBezTo>
                      <a:cubicBezTo>
                        <a:pt x="5408" y="459"/>
                        <a:pt x="5404" y="466"/>
                        <a:pt x="5398" y="470"/>
                      </a:cubicBezTo>
                      <a:lnTo>
                        <a:pt x="5398" y="473"/>
                      </a:lnTo>
                      <a:lnTo>
                        <a:pt x="5393" y="473"/>
                      </a:lnTo>
                      <a:cubicBezTo>
                        <a:pt x="5393" y="476"/>
                        <a:pt x="5390" y="480"/>
                        <a:pt x="5390" y="480"/>
                      </a:cubicBezTo>
                      <a:cubicBezTo>
                        <a:pt x="5390" y="483"/>
                        <a:pt x="5386" y="483"/>
                        <a:pt x="5386" y="483"/>
                      </a:cubicBezTo>
                      <a:cubicBezTo>
                        <a:pt x="5379" y="493"/>
                        <a:pt x="5376" y="502"/>
                        <a:pt x="5366" y="508"/>
                      </a:cubicBezTo>
                      <a:cubicBezTo>
                        <a:pt x="5366" y="512"/>
                        <a:pt x="5362" y="514"/>
                        <a:pt x="5358" y="518"/>
                      </a:cubicBezTo>
                      <a:cubicBezTo>
                        <a:pt x="5352" y="528"/>
                        <a:pt x="5345" y="540"/>
                        <a:pt x="5338" y="547"/>
                      </a:cubicBezTo>
                      <a:lnTo>
                        <a:pt x="5338" y="550"/>
                      </a:lnTo>
                      <a:lnTo>
                        <a:pt x="5335" y="550"/>
                      </a:lnTo>
                      <a:cubicBezTo>
                        <a:pt x="5311" y="585"/>
                        <a:pt x="5286" y="616"/>
                        <a:pt x="5262" y="647"/>
                      </a:cubicBezTo>
                      <a:cubicBezTo>
                        <a:pt x="5258" y="651"/>
                        <a:pt x="5255" y="657"/>
                        <a:pt x="5252" y="662"/>
                      </a:cubicBezTo>
                      <a:cubicBezTo>
                        <a:pt x="3841" y="2441"/>
                        <a:pt x="2018" y="3757"/>
                        <a:pt x="0" y="4544"/>
                      </a:cubicBezTo>
                      <a:cubicBezTo>
                        <a:pt x="4" y="4574"/>
                        <a:pt x="10" y="4605"/>
                        <a:pt x="15" y="4635"/>
                      </a:cubicBezTo>
                      <a:cubicBezTo>
                        <a:pt x="27" y="4714"/>
                        <a:pt x="43" y="4795"/>
                        <a:pt x="59" y="4873"/>
                      </a:cubicBezTo>
                      <a:cubicBezTo>
                        <a:pt x="121" y="5160"/>
                        <a:pt x="207" y="5436"/>
                        <a:pt x="312" y="5703"/>
                      </a:cubicBezTo>
                      <a:cubicBezTo>
                        <a:pt x="2313" y="4637"/>
                        <a:pt x="4050" y="3015"/>
                        <a:pt x="5269" y="905"/>
                      </a:cubicBezTo>
                      <a:cubicBezTo>
                        <a:pt x="5289" y="868"/>
                        <a:pt x="5310" y="833"/>
                        <a:pt x="5331" y="795"/>
                      </a:cubicBezTo>
                      <a:cubicBezTo>
                        <a:pt x="5333" y="791"/>
                        <a:pt x="5336" y="786"/>
                        <a:pt x="5338" y="781"/>
                      </a:cubicBezTo>
                      <a:cubicBezTo>
                        <a:pt x="5346" y="767"/>
                        <a:pt x="5353" y="751"/>
                        <a:pt x="5361" y="736"/>
                      </a:cubicBezTo>
                      <a:cubicBezTo>
                        <a:pt x="5384" y="692"/>
                        <a:pt x="5409" y="646"/>
                        <a:pt x="5434" y="601"/>
                      </a:cubicBezTo>
                      <a:cubicBezTo>
                        <a:pt x="5436" y="597"/>
                        <a:pt x="5438" y="595"/>
                        <a:pt x="5440" y="590"/>
                      </a:cubicBezTo>
                      <a:cubicBezTo>
                        <a:pt x="5443" y="586"/>
                        <a:pt x="5443" y="583"/>
                        <a:pt x="5446" y="576"/>
                      </a:cubicBezTo>
                      <a:lnTo>
                        <a:pt x="5446" y="573"/>
                      </a:lnTo>
                      <a:lnTo>
                        <a:pt x="5453" y="566"/>
                      </a:lnTo>
                      <a:cubicBezTo>
                        <a:pt x="5456" y="559"/>
                        <a:pt x="5460" y="552"/>
                        <a:pt x="5464" y="545"/>
                      </a:cubicBezTo>
                      <a:cubicBezTo>
                        <a:pt x="5466" y="542"/>
                        <a:pt x="5470" y="534"/>
                        <a:pt x="5470" y="527"/>
                      </a:cubicBezTo>
                      <a:cubicBezTo>
                        <a:pt x="5472" y="523"/>
                        <a:pt x="5476" y="521"/>
                        <a:pt x="5476" y="517"/>
                      </a:cubicBezTo>
                      <a:cubicBezTo>
                        <a:pt x="5480" y="517"/>
                        <a:pt x="5480" y="514"/>
                        <a:pt x="5480" y="511"/>
                      </a:cubicBezTo>
                      <a:lnTo>
                        <a:pt x="5484" y="511"/>
                      </a:lnTo>
                      <a:lnTo>
                        <a:pt x="5484" y="504"/>
                      </a:lnTo>
                      <a:cubicBezTo>
                        <a:pt x="5487" y="504"/>
                        <a:pt x="5487" y="502"/>
                        <a:pt x="5487" y="498"/>
                      </a:cubicBezTo>
                      <a:cubicBezTo>
                        <a:pt x="5490" y="498"/>
                        <a:pt x="5490" y="495"/>
                        <a:pt x="5495" y="491"/>
                      </a:cubicBezTo>
                      <a:cubicBezTo>
                        <a:pt x="5495" y="487"/>
                        <a:pt x="5497" y="480"/>
                        <a:pt x="5501" y="473"/>
                      </a:cubicBezTo>
                      <a:cubicBezTo>
                        <a:pt x="5505" y="467"/>
                        <a:pt x="5508" y="459"/>
                        <a:pt x="5515" y="452"/>
                      </a:cubicBezTo>
                      <a:lnTo>
                        <a:pt x="5513" y="452"/>
                      </a:lnTo>
                      <a:lnTo>
                        <a:pt x="5513" y="451"/>
                      </a:lnTo>
                      <a:lnTo>
                        <a:pt x="5515" y="450"/>
                      </a:lnTo>
                      <a:cubicBezTo>
                        <a:pt x="5515" y="446"/>
                        <a:pt x="5517" y="442"/>
                        <a:pt x="5521" y="436"/>
                      </a:cubicBezTo>
                      <a:lnTo>
                        <a:pt x="5526" y="431"/>
                      </a:lnTo>
                      <a:cubicBezTo>
                        <a:pt x="5528" y="420"/>
                        <a:pt x="5536" y="408"/>
                        <a:pt x="5542" y="393"/>
                      </a:cubicBezTo>
                      <a:lnTo>
                        <a:pt x="5542" y="389"/>
                      </a:lnTo>
                      <a:cubicBezTo>
                        <a:pt x="5546" y="389"/>
                        <a:pt x="5546" y="389"/>
                        <a:pt x="5546" y="385"/>
                      </a:cubicBezTo>
                      <a:cubicBezTo>
                        <a:pt x="5612" y="256"/>
                        <a:pt x="5675" y="129"/>
                        <a:pt x="57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5"/>
                <p:cNvSpPr/>
                <p:nvPr/>
              </p:nvSpPr>
              <p:spPr>
                <a:xfrm>
                  <a:off x="3205550" y="2838800"/>
                  <a:ext cx="131250" cy="140225"/>
                </a:xfrm>
                <a:custGeom>
                  <a:rect b="b" l="l" r="r" t="t"/>
                  <a:pathLst>
                    <a:path extrusionOk="0" h="5609" w="5250">
                      <a:moveTo>
                        <a:pt x="5250" y="0"/>
                      </a:moveTo>
                      <a:cubicBezTo>
                        <a:pt x="3324" y="1067"/>
                        <a:pt x="1653" y="2654"/>
                        <a:pt x="474" y="4701"/>
                      </a:cubicBezTo>
                      <a:cubicBezTo>
                        <a:pt x="450" y="4740"/>
                        <a:pt x="429" y="4781"/>
                        <a:pt x="409" y="4819"/>
                      </a:cubicBezTo>
                      <a:cubicBezTo>
                        <a:pt x="398" y="4836"/>
                        <a:pt x="388" y="4855"/>
                        <a:pt x="378" y="4875"/>
                      </a:cubicBezTo>
                      <a:cubicBezTo>
                        <a:pt x="353" y="4917"/>
                        <a:pt x="328" y="4959"/>
                        <a:pt x="307" y="5004"/>
                      </a:cubicBezTo>
                      <a:cubicBezTo>
                        <a:pt x="303" y="5006"/>
                        <a:pt x="301" y="5014"/>
                        <a:pt x="297" y="5021"/>
                      </a:cubicBezTo>
                      <a:cubicBezTo>
                        <a:pt x="293" y="5025"/>
                        <a:pt x="293" y="5027"/>
                        <a:pt x="293" y="5031"/>
                      </a:cubicBezTo>
                      <a:cubicBezTo>
                        <a:pt x="293" y="5031"/>
                        <a:pt x="290" y="5031"/>
                        <a:pt x="290" y="5035"/>
                      </a:cubicBezTo>
                      <a:cubicBezTo>
                        <a:pt x="290" y="5035"/>
                        <a:pt x="286" y="5037"/>
                        <a:pt x="286" y="5041"/>
                      </a:cubicBezTo>
                      <a:cubicBezTo>
                        <a:pt x="282" y="5049"/>
                        <a:pt x="280" y="5056"/>
                        <a:pt x="276" y="5062"/>
                      </a:cubicBezTo>
                      <a:cubicBezTo>
                        <a:pt x="271" y="5065"/>
                        <a:pt x="269" y="5072"/>
                        <a:pt x="265" y="5079"/>
                      </a:cubicBezTo>
                      <a:cubicBezTo>
                        <a:pt x="261" y="5083"/>
                        <a:pt x="261" y="5086"/>
                        <a:pt x="261" y="5090"/>
                      </a:cubicBezTo>
                      <a:cubicBezTo>
                        <a:pt x="261" y="5090"/>
                        <a:pt x="257" y="5090"/>
                        <a:pt x="257" y="5093"/>
                      </a:cubicBezTo>
                      <a:cubicBezTo>
                        <a:pt x="255" y="5097"/>
                        <a:pt x="251" y="5105"/>
                        <a:pt x="251" y="5111"/>
                      </a:cubicBezTo>
                      <a:lnTo>
                        <a:pt x="247" y="5111"/>
                      </a:lnTo>
                      <a:cubicBezTo>
                        <a:pt x="247" y="5116"/>
                        <a:pt x="244" y="5118"/>
                        <a:pt x="244" y="5122"/>
                      </a:cubicBezTo>
                      <a:cubicBezTo>
                        <a:pt x="240" y="5126"/>
                        <a:pt x="236" y="5129"/>
                        <a:pt x="236" y="5136"/>
                      </a:cubicBezTo>
                      <a:cubicBezTo>
                        <a:pt x="229" y="5142"/>
                        <a:pt x="226" y="5150"/>
                        <a:pt x="223" y="5160"/>
                      </a:cubicBezTo>
                      <a:cubicBezTo>
                        <a:pt x="220" y="5164"/>
                        <a:pt x="220" y="5168"/>
                        <a:pt x="216" y="5174"/>
                      </a:cubicBezTo>
                      <a:lnTo>
                        <a:pt x="216" y="5179"/>
                      </a:lnTo>
                      <a:cubicBezTo>
                        <a:pt x="205" y="5191"/>
                        <a:pt x="198" y="5205"/>
                        <a:pt x="192" y="5220"/>
                      </a:cubicBezTo>
                      <a:lnTo>
                        <a:pt x="192" y="5224"/>
                      </a:lnTo>
                      <a:cubicBezTo>
                        <a:pt x="126" y="5353"/>
                        <a:pt x="63" y="5480"/>
                        <a:pt x="1" y="5609"/>
                      </a:cubicBezTo>
                      <a:cubicBezTo>
                        <a:pt x="45" y="5542"/>
                        <a:pt x="94" y="5477"/>
                        <a:pt x="142" y="5411"/>
                      </a:cubicBezTo>
                      <a:cubicBezTo>
                        <a:pt x="145" y="5407"/>
                        <a:pt x="148" y="5401"/>
                        <a:pt x="151" y="5397"/>
                      </a:cubicBezTo>
                      <a:cubicBezTo>
                        <a:pt x="156" y="5389"/>
                        <a:pt x="163" y="5379"/>
                        <a:pt x="169" y="5369"/>
                      </a:cubicBezTo>
                      <a:cubicBezTo>
                        <a:pt x="197" y="5330"/>
                        <a:pt x="225" y="5289"/>
                        <a:pt x="256" y="5251"/>
                      </a:cubicBezTo>
                      <a:lnTo>
                        <a:pt x="260" y="5247"/>
                      </a:lnTo>
                      <a:cubicBezTo>
                        <a:pt x="266" y="5232"/>
                        <a:pt x="277" y="5222"/>
                        <a:pt x="287" y="5208"/>
                      </a:cubicBezTo>
                      <a:cubicBezTo>
                        <a:pt x="291" y="5204"/>
                        <a:pt x="293" y="5198"/>
                        <a:pt x="297" y="5194"/>
                      </a:cubicBezTo>
                      <a:lnTo>
                        <a:pt x="301" y="5190"/>
                      </a:lnTo>
                      <a:cubicBezTo>
                        <a:pt x="301" y="5188"/>
                        <a:pt x="301" y="5188"/>
                        <a:pt x="305" y="5184"/>
                      </a:cubicBezTo>
                      <a:lnTo>
                        <a:pt x="309" y="5184"/>
                      </a:lnTo>
                      <a:cubicBezTo>
                        <a:pt x="309" y="5178"/>
                        <a:pt x="316" y="5173"/>
                        <a:pt x="319" y="5167"/>
                      </a:cubicBezTo>
                      <a:cubicBezTo>
                        <a:pt x="319" y="5167"/>
                        <a:pt x="319" y="5163"/>
                        <a:pt x="323" y="5163"/>
                      </a:cubicBezTo>
                      <a:cubicBezTo>
                        <a:pt x="323" y="5160"/>
                        <a:pt x="326" y="5160"/>
                        <a:pt x="329" y="5157"/>
                      </a:cubicBezTo>
                      <a:cubicBezTo>
                        <a:pt x="329" y="5149"/>
                        <a:pt x="336" y="5145"/>
                        <a:pt x="339" y="5138"/>
                      </a:cubicBezTo>
                      <a:cubicBezTo>
                        <a:pt x="339" y="5136"/>
                        <a:pt x="343" y="5136"/>
                        <a:pt x="347" y="5132"/>
                      </a:cubicBezTo>
                      <a:cubicBezTo>
                        <a:pt x="347" y="5129"/>
                        <a:pt x="347" y="5129"/>
                        <a:pt x="350" y="5126"/>
                      </a:cubicBezTo>
                      <a:cubicBezTo>
                        <a:pt x="350" y="5126"/>
                        <a:pt x="350" y="5122"/>
                        <a:pt x="354" y="5122"/>
                      </a:cubicBezTo>
                      <a:cubicBezTo>
                        <a:pt x="358" y="5116"/>
                        <a:pt x="365" y="5103"/>
                        <a:pt x="373" y="5097"/>
                      </a:cubicBezTo>
                      <a:lnTo>
                        <a:pt x="383" y="5087"/>
                      </a:lnTo>
                      <a:cubicBezTo>
                        <a:pt x="389" y="5076"/>
                        <a:pt x="397" y="5066"/>
                        <a:pt x="403" y="5056"/>
                      </a:cubicBezTo>
                      <a:lnTo>
                        <a:pt x="408" y="5056"/>
                      </a:lnTo>
                      <a:cubicBezTo>
                        <a:pt x="427" y="5025"/>
                        <a:pt x="455" y="4990"/>
                        <a:pt x="483" y="4959"/>
                      </a:cubicBezTo>
                      <a:cubicBezTo>
                        <a:pt x="483" y="4956"/>
                        <a:pt x="487" y="4948"/>
                        <a:pt x="493" y="4945"/>
                      </a:cubicBezTo>
                      <a:cubicBezTo>
                        <a:pt x="1783" y="3313"/>
                        <a:pt x="3427" y="2071"/>
                        <a:pt x="5250" y="1267"/>
                      </a:cubicBezTo>
                      <a:lnTo>
                        <a:pt x="525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5"/>
                <p:cNvSpPr/>
                <p:nvPr/>
              </p:nvSpPr>
              <p:spPr>
                <a:xfrm>
                  <a:off x="3074400" y="2791850"/>
                  <a:ext cx="150450" cy="181600"/>
                </a:xfrm>
                <a:custGeom>
                  <a:rect b="b" l="l" r="r" t="t"/>
                  <a:pathLst>
                    <a:path extrusionOk="0" h="7264" w="6018">
                      <a:moveTo>
                        <a:pt x="523" y="1"/>
                      </a:moveTo>
                      <a:cubicBezTo>
                        <a:pt x="343" y="129"/>
                        <a:pt x="170" y="264"/>
                        <a:pt x="0" y="406"/>
                      </a:cubicBezTo>
                      <a:lnTo>
                        <a:pt x="0" y="1203"/>
                      </a:lnTo>
                      <a:cubicBezTo>
                        <a:pt x="1049" y="3471"/>
                        <a:pt x="2786" y="5450"/>
                        <a:pt x="5115" y="6795"/>
                      </a:cubicBezTo>
                      <a:cubicBezTo>
                        <a:pt x="5147" y="6812"/>
                        <a:pt x="5178" y="6831"/>
                        <a:pt x="5209" y="6847"/>
                      </a:cubicBezTo>
                      <a:cubicBezTo>
                        <a:pt x="5216" y="6851"/>
                        <a:pt x="5222" y="6855"/>
                        <a:pt x="5227" y="6857"/>
                      </a:cubicBezTo>
                      <a:lnTo>
                        <a:pt x="5228" y="6857"/>
                      </a:lnTo>
                      <a:cubicBezTo>
                        <a:pt x="5247" y="6868"/>
                        <a:pt x="5266" y="6878"/>
                        <a:pt x="5286" y="6888"/>
                      </a:cubicBezTo>
                      <a:cubicBezTo>
                        <a:pt x="5332" y="6915"/>
                        <a:pt x="5377" y="6940"/>
                        <a:pt x="5422" y="6961"/>
                      </a:cubicBezTo>
                      <a:cubicBezTo>
                        <a:pt x="5423" y="6964"/>
                        <a:pt x="5426" y="6966"/>
                        <a:pt x="5429" y="6967"/>
                      </a:cubicBezTo>
                      <a:cubicBezTo>
                        <a:pt x="5430" y="6968"/>
                        <a:pt x="5431" y="6968"/>
                        <a:pt x="5433" y="6968"/>
                      </a:cubicBezTo>
                      <a:cubicBezTo>
                        <a:pt x="5435" y="6968"/>
                        <a:pt x="5437" y="6968"/>
                        <a:pt x="5439" y="6967"/>
                      </a:cubicBezTo>
                      <a:cubicBezTo>
                        <a:pt x="5439" y="6972"/>
                        <a:pt x="5439" y="6974"/>
                        <a:pt x="5440" y="6974"/>
                      </a:cubicBezTo>
                      <a:cubicBezTo>
                        <a:pt x="5440" y="6974"/>
                        <a:pt x="5441" y="6973"/>
                        <a:pt x="5443" y="6971"/>
                      </a:cubicBezTo>
                      <a:cubicBezTo>
                        <a:pt x="5443" y="6971"/>
                        <a:pt x="5444" y="6976"/>
                        <a:pt x="5447" y="6976"/>
                      </a:cubicBezTo>
                      <a:cubicBezTo>
                        <a:pt x="5448" y="6976"/>
                        <a:pt x="5448" y="6976"/>
                        <a:pt x="5449" y="6975"/>
                      </a:cubicBezTo>
                      <a:cubicBezTo>
                        <a:pt x="5449" y="6975"/>
                        <a:pt x="5451" y="6980"/>
                        <a:pt x="5453" y="6980"/>
                      </a:cubicBezTo>
                      <a:cubicBezTo>
                        <a:pt x="5454" y="6980"/>
                        <a:pt x="5455" y="6980"/>
                        <a:pt x="5455" y="6979"/>
                      </a:cubicBezTo>
                      <a:cubicBezTo>
                        <a:pt x="5462" y="6985"/>
                        <a:pt x="5470" y="6989"/>
                        <a:pt x="5476" y="6989"/>
                      </a:cubicBezTo>
                      <a:cubicBezTo>
                        <a:pt x="5480" y="6996"/>
                        <a:pt x="5484" y="7000"/>
                        <a:pt x="5491" y="7000"/>
                      </a:cubicBezTo>
                      <a:cubicBezTo>
                        <a:pt x="5491" y="7004"/>
                        <a:pt x="5493" y="7004"/>
                        <a:pt x="5497" y="7004"/>
                      </a:cubicBezTo>
                      <a:cubicBezTo>
                        <a:pt x="5497" y="7007"/>
                        <a:pt x="5500" y="7007"/>
                        <a:pt x="5504" y="7007"/>
                      </a:cubicBezTo>
                      <a:lnTo>
                        <a:pt x="5505" y="7009"/>
                      </a:lnTo>
                      <a:cubicBezTo>
                        <a:pt x="5507" y="7011"/>
                        <a:pt x="5511" y="7014"/>
                        <a:pt x="5514" y="7014"/>
                      </a:cubicBezTo>
                      <a:cubicBezTo>
                        <a:pt x="5517" y="7017"/>
                        <a:pt x="5520" y="7017"/>
                        <a:pt x="5525" y="7017"/>
                      </a:cubicBezTo>
                      <a:cubicBezTo>
                        <a:pt x="5525" y="7017"/>
                        <a:pt x="5527" y="7021"/>
                        <a:pt x="5531" y="7021"/>
                      </a:cubicBezTo>
                      <a:cubicBezTo>
                        <a:pt x="5534" y="7028"/>
                        <a:pt x="5542" y="7032"/>
                        <a:pt x="5548" y="7032"/>
                      </a:cubicBezTo>
                      <a:cubicBezTo>
                        <a:pt x="5556" y="7036"/>
                        <a:pt x="5563" y="7038"/>
                        <a:pt x="5569" y="7042"/>
                      </a:cubicBezTo>
                      <a:lnTo>
                        <a:pt x="5573" y="7042"/>
                      </a:lnTo>
                      <a:cubicBezTo>
                        <a:pt x="5577" y="7048"/>
                        <a:pt x="5579" y="7048"/>
                        <a:pt x="5583" y="7048"/>
                      </a:cubicBezTo>
                      <a:lnTo>
                        <a:pt x="5588" y="7048"/>
                      </a:lnTo>
                      <a:cubicBezTo>
                        <a:pt x="5602" y="7059"/>
                        <a:pt x="5615" y="7069"/>
                        <a:pt x="5633" y="7073"/>
                      </a:cubicBezTo>
                      <a:cubicBezTo>
                        <a:pt x="5762" y="7143"/>
                        <a:pt x="5889" y="7205"/>
                        <a:pt x="6018" y="7264"/>
                      </a:cubicBezTo>
                      <a:cubicBezTo>
                        <a:pt x="5955" y="7223"/>
                        <a:pt x="5896" y="7180"/>
                        <a:pt x="5839" y="7135"/>
                      </a:cubicBezTo>
                      <a:cubicBezTo>
                        <a:pt x="5819" y="7121"/>
                        <a:pt x="5800" y="7108"/>
                        <a:pt x="5780" y="7094"/>
                      </a:cubicBezTo>
                      <a:cubicBezTo>
                        <a:pt x="5742" y="7067"/>
                        <a:pt x="5701" y="7038"/>
                        <a:pt x="5662" y="7007"/>
                      </a:cubicBezTo>
                      <a:lnTo>
                        <a:pt x="5659" y="7007"/>
                      </a:lnTo>
                      <a:cubicBezTo>
                        <a:pt x="5644" y="6997"/>
                        <a:pt x="5634" y="6986"/>
                        <a:pt x="5620" y="6976"/>
                      </a:cubicBezTo>
                      <a:cubicBezTo>
                        <a:pt x="5615" y="6973"/>
                        <a:pt x="5609" y="6970"/>
                        <a:pt x="5605" y="6966"/>
                      </a:cubicBezTo>
                      <a:cubicBezTo>
                        <a:pt x="5604" y="6966"/>
                        <a:pt x="5602" y="6965"/>
                        <a:pt x="5600" y="6964"/>
                      </a:cubicBezTo>
                      <a:cubicBezTo>
                        <a:pt x="5598" y="6963"/>
                        <a:pt x="5597" y="6961"/>
                        <a:pt x="5595" y="6960"/>
                      </a:cubicBezTo>
                      <a:cubicBezTo>
                        <a:pt x="5592" y="6955"/>
                        <a:pt x="5584" y="6952"/>
                        <a:pt x="5581" y="6945"/>
                      </a:cubicBezTo>
                      <a:lnTo>
                        <a:pt x="5577" y="6945"/>
                      </a:lnTo>
                      <a:lnTo>
                        <a:pt x="5575" y="6944"/>
                      </a:lnTo>
                      <a:cubicBezTo>
                        <a:pt x="5573" y="6942"/>
                        <a:pt x="5569" y="6942"/>
                        <a:pt x="5567" y="6935"/>
                      </a:cubicBezTo>
                      <a:cubicBezTo>
                        <a:pt x="5559" y="6935"/>
                        <a:pt x="5556" y="6929"/>
                        <a:pt x="5548" y="6924"/>
                      </a:cubicBezTo>
                      <a:cubicBezTo>
                        <a:pt x="5548" y="6924"/>
                        <a:pt x="5544" y="6924"/>
                        <a:pt x="5544" y="6921"/>
                      </a:cubicBezTo>
                      <a:cubicBezTo>
                        <a:pt x="5541" y="6921"/>
                        <a:pt x="5538" y="6918"/>
                        <a:pt x="5534" y="6914"/>
                      </a:cubicBezTo>
                      <a:lnTo>
                        <a:pt x="5534" y="6911"/>
                      </a:lnTo>
                      <a:cubicBezTo>
                        <a:pt x="5527" y="6908"/>
                        <a:pt x="5516" y="6904"/>
                        <a:pt x="5510" y="6894"/>
                      </a:cubicBezTo>
                      <a:cubicBezTo>
                        <a:pt x="5504" y="6889"/>
                        <a:pt x="5500" y="6887"/>
                        <a:pt x="5493" y="6883"/>
                      </a:cubicBezTo>
                      <a:cubicBezTo>
                        <a:pt x="5482" y="6877"/>
                        <a:pt x="5476" y="6869"/>
                        <a:pt x="5466" y="6863"/>
                      </a:cubicBezTo>
                      <a:lnTo>
                        <a:pt x="5466" y="6858"/>
                      </a:lnTo>
                      <a:cubicBezTo>
                        <a:pt x="5434" y="6838"/>
                        <a:pt x="5403" y="6814"/>
                        <a:pt x="5372" y="6785"/>
                      </a:cubicBezTo>
                      <a:cubicBezTo>
                        <a:pt x="5366" y="6781"/>
                        <a:pt x="5362" y="6778"/>
                        <a:pt x="5355" y="6771"/>
                      </a:cubicBezTo>
                      <a:cubicBezTo>
                        <a:pt x="3140" y="5020"/>
                        <a:pt x="1640" y="2619"/>
                        <a:pt x="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5"/>
                <p:cNvSpPr/>
                <p:nvPr/>
              </p:nvSpPr>
              <p:spPr>
                <a:xfrm>
                  <a:off x="3199975" y="2959675"/>
                  <a:ext cx="133250" cy="155900"/>
                </a:xfrm>
                <a:custGeom>
                  <a:rect b="b" l="l" r="r" t="t"/>
                  <a:pathLst>
                    <a:path extrusionOk="0" h="6236" w="5330">
                      <a:moveTo>
                        <a:pt x="0" y="1"/>
                      </a:moveTo>
                      <a:lnTo>
                        <a:pt x="0" y="1"/>
                      </a:lnTo>
                      <a:cubicBezTo>
                        <a:pt x="64" y="42"/>
                        <a:pt x="126" y="88"/>
                        <a:pt x="185" y="133"/>
                      </a:cubicBezTo>
                      <a:cubicBezTo>
                        <a:pt x="190" y="135"/>
                        <a:pt x="197" y="138"/>
                        <a:pt x="201" y="142"/>
                      </a:cubicBezTo>
                      <a:cubicBezTo>
                        <a:pt x="201" y="143"/>
                        <a:pt x="203" y="143"/>
                        <a:pt x="203" y="143"/>
                      </a:cubicBezTo>
                      <a:cubicBezTo>
                        <a:pt x="216" y="153"/>
                        <a:pt x="229" y="161"/>
                        <a:pt x="241" y="171"/>
                      </a:cubicBezTo>
                      <a:cubicBezTo>
                        <a:pt x="282" y="199"/>
                        <a:pt x="320" y="231"/>
                        <a:pt x="361" y="258"/>
                      </a:cubicBezTo>
                      <a:lnTo>
                        <a:pt x="361" y="262"/>
                      </a:lnTo>
                      <a:cubicBezTo>
                        <a:pt x="376" y="269"/>
                        <a:pt x="386" y="280"/>
                        <a:pt x="400" y="290"/>
                      </a:cubicBezTo>
                      <a:cubicBezTo>
                        <a:pt x="405" y="294"/>
                        <a:pt x="411" y="297"/>
                        <a:pt x="415" y="300"/>
                      </a:cubicBezTo>
                      <a:cubicBezTo>
                        <a:pt x="416" y="300"/>
                        <a:pt x="417" y="302"/>
                        <a:pt x="420" y="303"/>
                      </a:cubicBezTo>
                      <a:cubicBezTo>
                        <a:pt x="422" y="304"/>
                        <a:pt x="423" y="305"/>
                        <a:pt x="425" y="307"/>
                      </a:cubicBezTo>
                      <a:lnTo>
                        <a:pt x="425" y="311"/>
                      </a:lnTo>
                      <a:cubicBezTo>
                        <a:pt x="431" y="311"/>
                        <a:pt x="439" y="319"/>
                        <a:pt x="446" y="325"/>
                      </a:cubicBezTo>
                      <a:cubicBezTo>
                        <a:pt x="449" y="325"/>
                        <a:pt x="452" y="328"/>
                        <a:pt x="456" y="331"/>
                      </a:cubicBezTo>
                      <a:cubicBezTo>
                        <a:pt x="463" y="335"/>
                        <a:pt x="467" y="338"/>
                        <a:pt x="470" y="342"/>
                      </a:cubicBezTo>
                      <a:cubicBezTo>
                        <a:pt x="474" y="342"/>
                        <a:pt x="474" y="342"/>
                        <a:pt x="474" y="346"/>
                      </a:cubicBezTo>
                      <a:cubicBezTo>
                        <a:pt x="478" y="346"/>
                        <a:pt x="481" y="349"/>
                        <a:pt x="484" y="352"/>
                      </a:cubicBezTo>
                      <a:lnTo>
                        <a:pt x="484" y="356"/>
                      </a:lnTo>
                      <a:cubicBezTo>
                        <a:pt x="486" y="354"/>
                        <a:pt x="487" y="353"/>
                        <a:pt x="488" y="353"/>
                      </a:cubicBezTo>
                      <a:cubicBezTo>
                        <a:pt x="488" y="353"/>
                        <a:pt x="488" y="354"/>
                        <a:pt x="488" y="356"/>
                      </a:cubicBezTo>
                      <a:cubicBezTo>
                        <a:pt x="499" y="360"/>
                        <a:pt x="507" y="367"/>
                        <a:pt x="513" y="375"/>
                      </a:cubicBezTo>
                      <a:cubicBezTo>
                        <a:pt x="520" y="378"/>
                        <a:pt x="523" y="381"/>
                        <a:pt x="527" y="385"/>
                      </a:cubicBezTo>
                      <a:cubicBezTo>
                        <a:pt x="538" y="391"/>
                        <a:pt x="549" y="398"/>
                        <a:pt x="555" y="405"/>
                      </a:cubicBezTo>
                      <a:lnTo>
                        <a:pt x="555" y="409"/>
                      </a:lnTo>
                      <a:cubicBezTo>
                        <a:pt x="589" y="429"/>
                        <a:pt x="621" y="457"/>
                        <a:pt x="652" y="485"/>
                      </a:cubicBezTo>
                      <a:cubicBezTo>
                        <a:pt x="658" y="489"/>
                        <a:pt x="667" y="493"/>
                        <a:pt x="673" y="499"/>
                      </a:cubicBezTo>
                      <a:cubicBezTo>
                        <a:pt x="2593" y="2017"/>
                        <a:pt x="3971" y="4025"/>
                        <a:pt x="4733" y="6235"/>
                      </a:cubicBezTo>
                      <a:cubicBezTo>
                        <a:pt x="4744" y="6214"/>
                        <a:pt x="4757" y="6194"/>
                        <a:pt x="4769" y="6173"/>
                      </a:cubicBezTo>
                      <a:cubicBezTo>
                        <a:pt x="4832" y="6063"/>
                        <a:pt x="4891" y="5952"/>
                        <a:pt x="4946" y="5839"/>
                      </a:cubicBezTo>
                      <a:cubicBezTo>
                        <a:pt x="5110" y="5500"/>
                        <a:pt x="5241" y="5143"/>
                        <a:pt x="5329" y="4770"/>
                      </a:cubicBezTo>
                      <a:cubicBezTo>
                        <a:pt x="4271" y="3048"/>
                        <a:pt x="2782" y="1557"/>
                        <a:pt x="906" y="473"/>
                      </a:cubicBezTo>
                      <a:cubicBezTo>
                        <a:pt x="874" y="455"/>
                        <a:pt x="843" y="437"/>
                        <a:pt x="812" y="421"/>
                      </a:cubicBezTo>
                      <a:cubicBezTo>
                        <a:pt x="783" y="402"/>
                        <a:pt x="755" y="390"/>
                        <a:pt x="729" y="376"/>
                      </a:cubicBezTo>
                      <a:cubicBezTo>
                        <a:pt x="685" y="347"/>
                        <a:pt x="644" y="327"/>
                        <a:pt x="600" y="305"/>
                      </a:cubicBezTo>
                      <a:cubicBezTo>
                        <a:pt x="592" y="299"/>
                        <a:pt x="585" y="295"/>
                        <a:pt x="579" y="295"/>
                      </a:cubicBezTo>
                      <a:cubicBezTo>
                        <a:pt x="579" y="295"/>
                        <a:pt x="576" y="289"/>
                        <a:pt x="572" y="289"/>
                      </a:cubicBezTo>
                      <a:cubicBezTo>
                        <a:pt x="572" y="289"/>
                        <a:pt x="570" y="285"/>
                        <a:pt x="566" y="285"/>
                      </a:cubicBezTo>
                      <a:cubicBezTo>
                        <a:pt x="559" y="282"/>
                        <a:pt x="551" y="279"/>
                        <a:pt x="545" y="274"/>
                      </a:cubicBezTo>
                      <a:cubicBezTo>
                        <a:pt x="541" y="272"/>
                        <a:pt x="538" y="268"/>
                        <a:pt x="530" y="268"/>
                      </a:cubicBezTo>
                      <a:cubicBezTo>
                        <a:pt x="527" y="266"/>
                        <a:pt x="524" y="262"/>
                        <a:pt x="520" y="262"/>
                      </a:cubicBezTo>
                      <a:cubicBezTo>
                        <a:pt x="520" y="262"/>
                        <a:pt x="518" y="258"/>
                        <a:pt x="514" y="258"/>
                      </a:cubicBezTo>
                      <a:cubicBezTo>
                        <a:pt x="510" y="256"/>
                        <a:pt x="508" y="256"/>
                        <a:pt x="504" y="252"/>
                      </a:cubicBezTo>
                      <a:cubicBezTo>
                        <a:pt x="504" y="252"/>
                        <a:pt x="502" y="252"/>
                        <a:pt x="497" y="248"/>
                      </a:cubicBezTo>
                      <a:cubicBezTo>
                        <a:pt x="493" y="248"/>
                        <a:pt x="491" y="243"/>
                        <a:pt x="487" y="243"/>
                      </a:cubicBezTo>
                      <a:cubicBezTo>
                        <a:pt x="484" y="240"/>
                        <a:pt x="477" y="237"/>
                        <a:pt x="470" y="233"/>
                      </a:cubicBezTo>
                      <a:cubicBezTo>
                        <a:pt x="468" y="230"/>
                        <a:pt x="459" y="227"/>
                        <a:pt x="453" y="223"/>
                      </a:cubicBezTo>
                      <a:lnTo>
                        <a:pt x="449" y="223"/>
                      </a:lnTo>
                      <a:cubicBezTo>
                        <a:pt x="446" y="221"/>
                        <a:pt x="442" y="221"/>
                        <a:pt x="436" y="217"/>
                      </a:cubicBezTo>
                      <a:cubicBezTo>
                        <a:pt x="421" y="210"/>
                        <a:pt x="407" y="199"/>
                        <a:pt x="390" y="192"/>
                      </a:cubicBezTo>
                      <a:lnTo>
                        <a:pt x="386" y="192"/>
                      </a:lnTo>
                      <a:cubicBezTo>
                        <a:pt x="257" y="127"/>
                        <a:pt x="129" y="65"/>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8" name="Google Shape;288;p5"/>
            <p:cNvGrpSpPr/>
            <p:nvPr/>
          </p:nvGrpSpPr>
          <p:grpSpPr>
            <a:xfrm rot="1299589">
              <a:off x="544641" y="416761"/>
              <a:ext cx="337178" cy="1085920"/>
              <a:chOff x="-507662" y="283925"/>
              <a:chExt cx="249300" cy="802900"/>
            </a:xfrm>
          </p:grpSpPr>
          <p:sp>
            <p:nvSpPr>
              <p:cNvPr id="289" name="Google Shape;289;p5"/>
              <p:cNvSpPr/>
              <p:nvPr/>
            </p:nvSpPr>
            <p:spPr>
              <a:xfrm>
                <a:off x="-507662" y="283925"/>
                <a:ext cx="249300" cy="802900"/>
              </a:xfrm>
              <a:custGeom>
                <a:rect b="b" l="l" r="r" t="t"/>
                <a:pathLst>
                  <a:path extrusionOk="0" h="32116" w="9972">
                    <a:moveTo>
                      <a:pt x="4820" y="1"/>
                    </a:moveTo>
                    <a:cubicBezTo>
                      <a:pt x="1333" y="1"/>
                      <a:pt x="220" y="2879"/>
                      <a:pt x="127" y="5466"/>
                    </a:cubicBezTo>
                    <a:cubicBezTo>
                      <a:pt x="45" y="5448"/>
                      <a:pt x="1" y="5439"/>
                      <a:pt x="1" y="5439"/>
                    </a:cubicBezTo>
                    <a:lnTo>
                      <a:pt x="0" y="6146"/>
                    </a:lnTo>
                    <a:cubicBezTo>
                      <a:pt x="0" y="6146"/>
                      <a:pt x="45" y="6157"/>
                      <a:pt x="135" y="6178"/>
                    </a:cubicBezTo>
                    <a:cubicBezTo>
                      <a:pt x="212" y="7236"/>
                      <a:pt x="628" y="8201"/>
                      <a:pt x="1276" y="8965"/>
                    </a:cubicBezTo>
                    <a:cubicBezTo>
                      <a:pt x="1273" y="8964"/>
                      <a:pt x="1272" y="8964"/>
                      <a:pt x="1272" y="8964"/>
                    </a:cubicBezTo>
                    <a:lnTo>
                      <a:pt x="1272" y="8964"/>
                    </a:lnTo>
                    <a:lnTo>
                      <a:pt x="1972" y="9757"/>
                    </a:lnTo>
                    <a:cubicBezTo>
                      <a:pt x="1985" y="9759"/>
                      <a:pt x="1998" y="9763"/>
                      <a:pt x="2013" y="9765"/>
                    </a:cubicBezTo>
                    <a:lnTo>
                      <a:pt x="1987" y="9765"/>
                    </a:lnTo>
                    <a:lnTo>
                      <a:pt x="2989" y="31481"/>
                    </a:lnTo>
                    <a:cubicBezTo>
                      <a:pt x="2989" y="31481"/>
                      <a:pt x="3673" y="32115"/>
                      <a:pt x="5032" y="32116"/>
                    </a:cubicBezTo>
                    <a:cubicBezTo>
                      <a:pt x="5034" y="32116"/>
                      <a:pt x="5035" y="32116"/>
                      <a:pt x="5036" y="32116"/>
                    </a:cubicBezTo>
                    <a:cubicBezTo>
                      <a:pt x="6471" y="32116"/>
                      <a:pt x="7092" y="31486"/>
                      <a:pt x="7092" y="31486"/>
                    </a:cubicBezTo>
                    <a:lnTo>
                      <a:pt x="8145" y="9772"/>
                    </a:lnTo>
                    <a:lnTo>
                      <a:pt x="8084" y="9772"/>
                    </a:lnTo>
                    <a:cubicBezTo>
                      <a:pt x="8114" y="9762"/>
                      <a:pt x="8129" y="9755"/>
                      <a:pt x="8129" y="9755"/>
                    </a:cubicBezTo>
                    <a:lnTo>
                      <a:pt x="8643" y="9035"/>
                    </a:lnTo>
                    <a:cubicBezTo>
                      <a:pt x="9322" y="8263"/>
                      <a:pt x="9763" y="7276"/>
                      <a:pt x="9844" y="6187"/>
                    </a:cubicBezTo>
                    <a:cubicBezTo>
                      <a:pt x="9928" y="6168"/>
                      <a:pt x="9971" y="6157"/>
                      <a:pt x="9971" y="6157"/>
                    </a:cubicBezTo>
                    <a:lnTo>
                      <a:pt x="9972" y="5450"/>
                    </a:lnTo>
                    <a:lnTo>
                      <a:pt x="9972" y="5450"/>
                    </a:lnTo>
                    <a:cubicBezTo>
                      <a:pt x="9972" y="5450"/>
                      <a:pt x="9930" y="5461"/>
                      <a:pt x="9851" y="5480"/>
                    </a:cubicBezTo>
                    <a:cubicBezTo>
                      <a:pt x="9738" y="2878"/>
                      <a:pt x="8299" y="43"/>
                      <a:pt x="4902" y="1"/>
                    </a:cubicBezTo>
                    <a:cubicBezTo>
                      <a:pt x="4875" y="1"/>
                      <a:pt x="4848" y="1"/>
                      <a:pt x="482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 name="Google Shape;290;p5"/>
              <p:cNvGrpSpPr/>
              <p:nvPr/>
            </p:nvGrpSpPr>
            <p:grpSpPr>
              <a:xfrm>
                <a:off x="-507662" y="283950"/>
                <a:ext cx="249300" cy="802850"/>
                <a:chOff x="-4628300" y="394775"/>
                <a:chExt cx="249300" cy="802850"/>
              </a:xfrm>
            </p:grpSpPr>
            <p:sp>
              <p:nvSpPr>
                <p:cNvPr id="291" name="Google Shape;291;p5"/>
                <p:cNvSpPr/>
                <p:nvPr/>
              </p:nvSpPr>
              <p:spPr>
                <a:xfrm>
                  <a:off x="-4625325" y="394775"/>
                  <a:ext cx="243575" cy="267125"/>
                </a:xfrm>
                <a:custGeom>
                  <a:rect b="b" l="l" r="r" t="t"/>
                  <a:pathLst>
                    <a:path extrusionOk="0" h="10685" w="9743">
                      <a:moveTo>
                        <a:pt x="4703" y="1"/>
                      </a:moveTo>
                      <a:cubicBezTo>
                        <a:pt x="1059" y="1"/>
                        <a:pt x="5" y="3143"/>
                        <a:pt x="2" y="5811"/>
                      </a:cubicBezTo>
                      <a:cubicBezTo>
                        <a:pt x="0" y="8499"/>
                        <a:pt x="2178" y="10682"/>
                        <a:pt x="4866" y="10685"/>
                      </a:cubicBezTo>
                      <a:cubicBezTo>
                        <a:pt x="4868" y="10685"/>
                        <a:pt x="4870" y="10685"/>
                        <a:pt x="4872" y="10685"/>
                      </a:cubicBezTo>
                      <a:cubicBezTo>
                        <a:pt x="7557" y="10685"/>
                        <a:pt x="9737" y="8508"/>
                        <a:pt x="9739" y="5822"/>
                      </a:cubicBezTo>
                      <a:cubicBezTo>
                        <a:pt x="9742" y="3133"/>
                        <a:pt x="8329" y="45"/>
                        <a:pt x="4783" y="1"/>
                      </a:cubicBezTo>
                      <a:cubicBezTo>
                        <a:pt x="4757" y="1"/>
                        <a:pt x="4730" y="1"/>
                        <a:pt x="4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5"/>
                <p:cNvSpPr/>
                <p:nvPr/>
              </p:nvSpPr>
              <p:spPr>
                <a:xfrm>
                  <a:off x="-4578650" y="638800"/>
                  <a:ext cx="153925" cy="558825"/>
                </a:xfrm>
                <a:custGeom>
                  <a:rect b="b" l="l" r="r" t="t"/>
                  <a:pathLst>
                    <a:path extrusionOk="0" h="22353" w="6157">
                      <a:moveTo>
                        <a:pt x="0" y="1"/>
                      </a:moveTo>
                      <a:lnTo>
                        <a:pt x="1002" y="21718"/>
                      </a:lnTo>
                      <a:cubicBezTo>
                        <a:pt x="1002" y="21718"/>
                        <a:pt x="1685" y="22352"/>
                        <a:pt x="3045" y="22353"/>
                      </a:cubicBezTo>
                      <a:cubicBezTo>
                        <a:pt x="3049" y="22353"/>
                        <a:pt x="3052" y="22353"/>
                        <a:pt x="3056" y="22353"/>
                      </a:cubicBezTo>
                      <a:cubicBezTo>
                        <a:pt x="4485" y="22353"/>
                        <a:pt x="5105" y="21723"/>
                        <a:pt x="5105" y="21723"/>
                      </a:cubicBezTo>
                      <a:lnTo>
                        <a:pt x="6157" y="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5"/>
                <p:cNvSpPr/>
                <p:nvPr/>
              </p:nvSpPr>
              <p:spPr>
                <a:xfrm>
                  <a:off x="-4596525" y="618825"/>
                  <a:ext cx="184925" cy="29825"/>
                </a:xfrm>
                <a:custGeom>
                  <a:rect b="b" l="l" r="r" t="t"/>
                  <a:pathLst>
                    <a:path extrusionOk="0" h="1193" w="7397">
                      <a:moveTo>
                        <a:pt x="1" y="0"/>
                      </a:moveTo>
                      <a:lnTo>
                        <a:pt x="701" y="793"/>
                      </a:lnTo>
                      <a:cubicBezTo>
                        <a:pt x="1992" y="1092"/>
                        <a:pt x="3106" y="1192"/>
                        <a:pt x="4019" y="1192"/>
                      </a:cubicBezTo>
                      <a:cubicBezTo>
                        <a:pt x="5843" y="1192"/>
                        <a:pt x="6857" y="793"/>
                        <a:pt x="6857" y="793"/>
                      </a:cubicBezTo>
                      <a:lnTo>
                        <a:pt x="7396" y="38"/>
                      </a:lnTo>
                      <a:lnTo>
                        <a:pt x="7396" y="38"/>
                      </a:lnTo>
                      <a:cubicBezTo>
                        <a:pt x="5867" y="370"/>
                        <a:pt x="4550" y="482"/>
                        <a:pt x="3469" y="482"/>
                      </a:cubicBezTo>
                      <a:cubicBezTo>
                        <a:pt x="1227" y="482"/>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5"/>
                <p:cNvSpPr/>
                <p:nvPr/>
              </p:nvSpPr>
              <p:spPr>
                <a:xfrm>
                  <a:off x="-4628300" y="530675"/>
                  <a:ext cx="249300" cy="29925"/>
                </a:xfrm>
                <a:custGeom>
                  <a:rect b="b" l="l" r="r" t="t"/>
                  <a:pathLst>
                    <a:path extrusionOk="0" h="1197" w="9972">
                      <a:moveTo>
                        <a:pt x="1" y="1"/>
                      </a:moveTo>
                      <a:lnTo>
                        <a:pt x="0" y="708"/>
                      </a:lnTo>
                      <a:cubicBezTo>
                        <a:pt x="0" y="708"/>
                        <a:pt x="1837" y="1193"/>
                        <a:pt x="4994" y="1197"/>
                      </a:cubicBezTo>
                      <a:cubicBezTo>
                        <a:pt x="5001" y="1197"/>
                        <a:pt x="5007" y="1197"/>
                        <a:pt x="5014" y="1197"/>
                      </a:cubicBezTo>
                      <a:cubicBezTo>
                        <a:pt x="8066" y="1197"/>
                        <a:pt x="9971" y="719"/>
                        <a:pt x="9971" y="719"/>
                      </a:cubicBezTo>
                      <a:lnTo>
                        <a:pt x="9972" y="12"/>
                      </a:lnTo>
                      <a:lnTo>
                        <a:pt x="9972" y="12"/>
                      </a:lnTo>
                      <a:cubicBezTo>
                        <a:pt x="9971" y="12"/>
                        <a:pt x="8240" y="490"/>
                        <a:pt x="5054" y="490"/>
                      </a:cubicBezTo>
                      <a:cubicBezTo>
                        <a:pt x="5040" y="490"/>
                        <a:pt x="5027" y="490"/>
                        <a:pt x="5013" y="490"/>
                      </a:cubicBezTo>
                      <a:cubicBezTo>
                        <a:pt x="2056" y="48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5"/>
                <p:cNvSpPr/>
                <p:nvPr/>
              </p:nvSpPr>
              <p:spPr>
                <a:xfrm>
                  <a:off x="-4517700" y="824050"/>
                  <a:ext cx="33375" cy="120300"/>
                </a:xfrm>
                <a:custGeom>
                  <a:rect b="b" l="l" r="r" t="t"/>
                  <a:pathLst>
                    <a:path extrusionOk="0" h="4812" w="1335">
                      <a:moveTo>
                        <a:pt x="630" y="0"/>
                      </a:moveTo>
                      <a:cubicBezTo>
                        <a:pt x="283" y="0"/>
                        <a:pt x="1" y="285"/>
                        <a:pt x="8" y="632"/>
                      </a:cubicBezTo>
                      <a:lnTo>
                        <a:pt x="76" y="4201"/>
                      </a:lnTo>
                      <a:cubicBezTo>
                        <a:pt x="82" y="4515"/>
                        <a:pt x="321" y="4776"/>
                        <a:pt x="633" y="4808"/>
                      </a:cubicBezTo>
                      <a:cubicBezTo>
                        <a:pt x="655" y="4810"/>
                        <a:pt x="677" y="4811"/>
                        <a:pt x="699" y="4811"/>
                      </a:cubicBezTo>
                      <a:cubicBezTo>
                        <a:pt x="1037" y="4811"/>
                        <a:pt x="1319" y="4538"/>
                        <a:pt x="1319" y="4193"/>
                      </a:cubicBezTo>
                      <a:lnTo>
                        <a:pt x="1334" y="627"/>
                      </a:lnTo>
                      <a:cubicBezTo>
                        <a:pt x="1335" y="292"/>
                        <a:pt x="1069" y="15"/>
                        <a:pt x="733" y="4"/>
                      </a:cubicBezTo>
                      <a:lnTo>
                        <a:pt x="651" y="1"/>
                      </a:lnTo>
                      <a:cubicBezTo>
                        <a:pt x="644" y="0"/>
                        <a:pt x="637"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5"/>
                <p:cNvSpPr/>
                <p:nvPr/>
              </p:nvSpPr>
              <p:spPr>
                <a:xfrm>
                  <a:off x="-4512225" y="910675"/>
                  <a:ext cx="23325" cy="18250"/>
                </a:xfrm>
                <a:custGeom>
                  <a:rect b="b" l="l" r="r" t="t"/>
                  <a:pathLst>
                    <a:path extrusionOk="0" h="730" w="933">
                      <a:moveTo>
                        <a:pt x="0" y="0"/>
                      </a:moveTo>
                      <a:lnTo>
                        <a:pt x="28" y="693"/>
                      </a:lnTo>
                      <a:lnTo>
                        <a:pt x="922" y="730"/>
                      </a:lnTo>
                      <a:lnTo>
                        <a:pt x="932"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7" name="Google Shape;297;p5"/>
            <p:cNvGrpSpPr/>
            <p:nvPr/>
          </p:nvGrpSpPr>
          <p:grpSpPr>
            <a:xfrm>
              <a:off x="8370336" y="4237877"/>
              <a:ext cx="597561" cy="732248"/>
              <a:chOff x="-476487" y="1228650"/>
              <a:chExt cx="263475" cy="322875"/>
            </a:xfrm>
          </p:grpSpPr>
          <p:sp>
            <p:nvSpPr>
              <p:cNvPr id="298" name="Google Shape;298;p5"/>
              <p:cNvSpPr/>
              <p:nvPr/>
            </p:nvSpPr>
            <p:spPr>
              <a:xfrm>
                <a:off x="-476487" y="1228650"/>
                <a:ext cx="263475" cy="322875"/>
              </a:xfrm>
              <a:custGeom>
                <a:rect b="b" l="l" r="r" t="t"/>
                <a:pathLst>
                  <a:path extrusionOk="0" h="12915" w="10539">
                    <a:moveTo>
                      <a:pt x="1124" y="0"/>
                    </a:moveTo>
                    <a:lnTo>
                      <a:pt x="1" y="12848"/>
                    </a:lnTo>
                    <a:lnTo>
                      <a:pt x="8339" y="12900"/>
                    </a:lnTo>
                    <a:lnTo>
                      <a:pt x="10538" y="12915"/>
                    </a:lnTo>
                    <a:lnTo>
                      <a:pt x="10124" y="222"/>
                    </a:lnTo>
                    <a:lnTo>
                      <a:pt x="8471" y="182"/>
                    </a:lnTo>
                    <a:lnTo>
                      <a:pt x="1124"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9" name="Google Shape;299;p5"/>
              <p:cNvGrpSpPr/>
              <p:nvPr/>
            </p:nvGrpSpPr>
            <p:grpSpPr>
              <a:xfrm>
                <a:off x="-476487" y="1228650"/>
                <a:ext cx="263475" cy="322875"/>
                <a:chOff x="-4190125" y="677000"/>
                <a:chExt cx="263475" cy="322875"/>
              </a:xfrm>
            </p:grpSpPr>
            <p:sp>
              <p:nvSpPr>
                <p:cNvPr id="300" name="Google Shape;300;p5"/>
                <p:cNvSpPr/>
                <p:nvPr/>
              </p:nvSpPr>
              <p:spPr>
                <a:xfrm>
                  <a:off x="-4190125" y="677000"/>
                  <a:ext cx="263475" cy="322875"/>
                </a:xfrm>
                <a:custGeom>
                  <a:rect b="b" l="l" r="r" t="t"/>
                  <a:pathLst>
                    <a:path extrusionOk="0" h="12915" w="10539">
                      <a:moveTo>
                        <a:pt x="1124" y="0"/>
                      </a:moveTo>
                      <a:lnTo>
                        <a:pt x="1" y="12848"/>
                      </a:lnTo>
                      <a:lnTo>
                        <a:pt x="8339" y="12900"/>
                      </a:lnTo>
                      <a:lnTo>
                        <a:pt x="10538" y="12915"/>
                      </a:lnTo>
                      <a:lnTo>
                        <a:pt x="10124" y="222"/>
                      </a:lnTo>
                      <a:lnTo>
                        <a:pt x="8471" y="183"/>
                      </a:lnTo>
                      <a:lnTo>
                        <a:pt x="11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5"/>
                <p:cNvSpPr/>
                <p:nvPr/>
              </p:nvSpPr>
              <p:spPr>
                <a:xfrm>
                  <a:off x="-3981650" y="681550"/>
                  <a:ext cx="55000" cy="318325"/>
                </a:xfrm>
                <a:custGeom>
                  <a:rect b="b" l="l" r="r" t="t"/>
                  <a:pathLst>
                    <a:path extrusionOk="0" h="12733" w="2200">
                      <a:moveTo>
                        <a:pt x="132" y="1"/>
                      </a:moveTo>
                      <a:lnTo>
                        <a:pt x="0" y="12718"/>
                      </a:lnTo>
                      <a:lnTo>
                        <a:pt x="2199" y="12733"/>
                      </a:lnTo>
                      <a:lnTo>
                        <a:pt x="1785" y="40"/>
                      </a:lnTo>
                      <a:lnTo>
                        <a:pt x="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5"/>
                <p:cNvSpPr/>
                <p:nvPr/>
              </p:nvSpPr>
              <p:spPr>
                <a:xfrm>
                  <a:off x="-4130225" y="705650"/>
                  <a:ext cx="97075" cy="90600"/>
                </a:xfrm>
                <a:custGeom>
                  <a:rect b="b" l="l" r="r" t="t"/>
                  <a:pathLst>
                    <a:path extrusionOk="0" h="3624" w="3883">
                      <a:moveTo>
                        <a:pt x="1944" y="1"/>
                      </a:moveTo>
                      <a:cubicBezTo>
                        <a:pt x="1853" y="1"/>
                        <a:pt x="1761" y="7"/>
                        <a:pt x="1669" y="21"/>
                      </a:cubicBezTo>
                      <a:cubicBezTo>
                        <a:pt x="679" y="172"/>
                        <a:pt x="0" y="1096"/>
                        <a:pt x="151" y="2084"/>
                      </a:cubicBezTo>
                      <a:cubicBezTo>
                        <a:pt x="287" y="2982"/>
                        <a:pt x="1060" y="3623"/>
                        <a:pt x="1940" y="3623"/>
                      </a:cubicBezTo>
                      <a:cubicBezTo>
                        <a:pt x="2030" y="3623"/>
                        <a:pt x="2122" y="3617"/>
                        <a:pt x="2215" y="3603"/>
                      </a:cubicBezTo>
                      <a:cubicBezTo>
                        <a:pt x="3203" y="3452"/>
                        <a:pt x="3882" y="2527"/>
                        <a:pt x="3732" y="1539"/>
                      </a:cubicBezTo>
                      <a:cubicBezTo>
                        <a:pt x="3595" y="642"/>
                        <a:pt x="2823" y="1"/>
                        <a:pt x="1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5"/>
                <p:cNvSpPr/>
                <p:nvPr/>
              </p:nvSpPr>
              <p:spPr>
                <a:xfrm>
                  <a:off x="-4100850" y="732800"/>
                  <a:ext cx="38350" cy="36275"/>
                </a:xfrm>
                <a:custGeom>
                  <a:rect b="b" l="l" r="r" t="t"/>
                  <a:pathLst>
                    <a:path extrusionOk="0" h="1451" w="1534">
                      <a:moveTo>
                        <a:pt x="765" y="1"/>
                      </a:moveTo>
                      <a:cubicBezTo>
                        <a:pt x="402" y="1"/>
                        <a:pt x="90" y="272"/>
                        <a:pt x="47" y="641"/>
                      </a:cubicBezTo>
                      <a:cubicBezTo>
                        <a:pt x="1" y="1039"/>
                        <a:pt x="285" y="1399"/>
                        <a:pt x="683" y="1445"/>
                      </a:cubicBezTo>
                      <a:cubicBezTo>
                        <a:pt x="711" y="1449"/>
                        <a:pt x="740" y="1450"/>
                        <a:pt x="768" y="1450"/>
                      </a:cubicBezTo>
                      <a:cubicBezTo>
                        <a:pt x="1130" y="1450"/>
                        <a:pt x="1443" y="1178"/>
                        <a:pt x="1487" y="810"/>
                      </a:cubicBezTo>
                      <a:cubicBezTo>
                        <a:pt x="1533" y="412"/>
                        <a:pt x="1247" y="52"/>
                        <a:pt x="850" y="6"/>
                      </a:cubicBezTo>
                      <a:cubicBezTo>
                        <a:pt x="821" y="2"/>
                        <a:pt x="793"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5"/>
                <p:cNvSpPr/>
                <p:nvPr/>
              </p:nvSpPr>
              <p:spPr>
                <a:xfrm>
                  <a:off x="-4155525" y="827725"/>
                  <a:ext cx="133525" cy="126375"/>
                </a:xfrm>
                <a:custGeom>
                  <a:rect b="b" l="l" r="r" t="t"/>
                  <a:pathLst>
                    <a:path extrusionOk="0" h="5055" w="5341">
                      <a:moveTo>
                        <a:pt x="2668" y="1"/>
                      </a:moveTo>
                      <a:cubicBezTo>
                        <a:pt x="1402" y="1"/>
                        <a:pt x="309" y="950"/>
                        <a:pt x="161" y="2237"/>
                      </a:cubicBezTo>
                      <a:cubicBezTo>
                        <a:pt x="1" y="3623"/>
                        <a:pt x="993" y="4875"/>
                        <a:pt x="2379" y="5037"/>
                      </a:cubicBezTo>
                      <a:cubicBezTo>
                        <a:pt x="2478" y="5049"/>
                        <a:pt x="2575" y="5054"/>
                        <a:pt x="2672" y="5054"/>
                      </a:cubicBezTo>
                      <a:cubicBezTo>
                        <a:pt x="3937" y="5054"/>
                        <a:pt x="5030" y="4105"/>
                        <a:pt x="5179" y="2819"/>
                      </a:cubicBezTo>
                      <a:cubicBezTo>
                        <a:pt x="5340" y="1433"/>
                        <a:pt x="4346" y="179"/>
                        <a:pt x="2960" y="18"/>
                      </a:cubicBezTo>
                      <a:cubicBezTo>
                        <a:pt x="2862" y="6"/>
                        <a:pt x="2764" y="1"/>
                        <a:pt x="2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5"/>
                <p:cNvSpPr/>
                <p:nvPr/>
              </p:nvSpPr>
              <p:spPr>
                <a:xfrm>
                  <a:off x="-4116600" y="864625"/>
                  <a:ext cx="55600" cy="52625"/>
                </a:xfrm>
                <a:custGeom>
                  <a:rect b="b" l="l" r="r" t="t"/>
                  <a:pathLst>
                    <a:path extrusionOk="0" h="2105" w="2224">
                      <a:moveTo>
                        <a:pt x="1111" y="0"/>
                      </a:moveTo>
                      <a:cubicBezTo>
                        <a:pt x="584" y="0"/>
                        <a:pt x="130" y="394"/>
                        <a:pt x="68" y="931"/>
                      </a:cubicBezTo>
                      <a:cubicBezTo>
                        <a:pt x="1" y="1508"/>
                        <a:pt x="415" y="2030"/>
                        <a:pt x="991" y="2097"/>
                      </a:cubicBezTo>
                      <a:cubicBezTo>
                        <a:pt x="1032" y="2102"/>
                        <a:pt x="1073" y="2104"/>
                        <a:pt x="1113" y="2104"/>
                      </a:cubicBezTo>
                      <a:cubicBezTo>
                        <a:pt x="1640" y="2104"/>
                        <a:pt x="2095" y="1709"/>
                        <a:pt x="2158" y="1173"/>
                      </a:cubicBezTo>
                      <a:cubicBezTo>
                        <a:pt x="2224" y="596"/>
                        <a:pt x="1810" y="74"/>
                        <a:pt x="1234" y="7"/>
                      </a:cubicBezTo>
                      <a:cubicBezTo>
                        <a:pt x="1193" y="2"/>
                        <a:pt x="1152"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5"/>
                <p:cNvSpPr/>
                <p:nvPr/>
              </p:nvSpPr>
              <p:spPr>
                <a:xfrm>
                  <a:off x="-3999000" y="687450"/>
                  <a:ext cx="11200" cy="10600"/>
                </a:xfrm>
                <a:custGeom>
                  <a:rect b="b" l="l" r="r" t="t"/>
                  <a:pathLst>
                    <a:path extrusionOk="0" h="424" w="448">
                      <a:moveTo>
                        <a:pt x="224" y="1"/>
                      </a:moveTo>
                      <a:cubicBezTo>
                        <a:pt x="118" y="1"/>
                        <a:pt x="26" y="80"/>
                        <a:pt x="14" y="188"/>
                      </a:cubicBezTo>
                      <a:cubicBezTo>
                        <a:pt x="1" y="304"/>
                        <a:pt x="83" y="408"/>
                        <a:pt x="200" y="422"/>
                      </a:cubicBezTo>
                      <a:cubicBezTo>
                        <a:pt x="208" y="423"/>
                        <a:pt x="216" y="424"/>
                        <a:pt x="225" y="424"/>
                      </a:cubicBezTo>
                      <a:cubicBezTo>
                        <a:pt x="330" y="424"/>
                        <a:pt x="422" y="345"/>
                        <a:pt x="434" y="237"/>
                      </a:cubicBezTo>
                      <a:cubicBezTo>
                        <a:pt x="448" y="121"/>
                        <a:pt x="365" y="16"/>
                        <a:pt x="248" y="2"/>
                      </a:cubicBezTo>
                      <a:cubicBezTo>
                        <a:pt x="240" y="1"/>
                        <a:pt x="232"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5"/>
                <p:cNvSpPr/>
                <p:nvPr/>
              </p:nvSpPr>
              <p:spPr>
                <a:xfrm>
                  <a:off x="-4158425" y="683025"/>
                  <a:ext cx="11175" cy="10625"/>
                </a:xfrm>
                <a:custGeom>
                  <a:rect b="b" l="l" r="r" t="t"/>
                  <a:pathLst>
                    <a:path extrusionOk="0" h="425" w="447">
                      <a:moveTo>
                        <a:pt x="225" y="1"/>
                      </a:moveTo>
                      <a:cubicBezTo>
                        <a:pt x="119" y="1"/>
                        <a:pt x="27" y="80"/>
                        <a:pt x="14" y="188"/>
                      </a:cubicBezTo>
                      <a:cubicBezTo>
                        <a:pt x="0" y="304"/>
                        <a:pt x="83" y="408"/>
                        <a:pt x="199" y="423"/>
                      </a:cubicBezTo>
                      <a:cubicBezTo>
                        <a:pt x="207" y="424"/>
                        <a:pt x="215" y="424"/>
                        <a:pt x="222" y="424"/>
                      </a:cubicBezTo>
                      <a:cubicBezTo>
                        <a:pt x="328" y="424"/>
                        <a:pt x="421" y="345"/>
                        <a:pt x="434" y="237"/>
                      </a:cubicBezTo>
                      <a:cubicBezTo>
                        <a:pt x="447" y="120"/>
                        <a:pt x="364" y="16"/>
                        <a:pt x="248" y="2"/>
                      </a:cubicBezTo>
                      <a:cubicBezTo>
                        <a:pt x="240" y="1"/>
                        <a:pt x="232"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5"/>
                <p:cNvSpPr/>
                <p:nvPr/>
              </p:nvSpPr>
              <p:spPr>
                <a:xfrm>
                  <a:off x="-4183975" y="979075"/>
                  <a:ext cx="11200" cy="10625"/>
                </a:xfrm>
                <a:custGeom>
                  <a:rect b="b" l="l" r="r" t="t"/>
                  <a:pathLst>
                    <a:path extrusionOk="0" h="425" w="448">
                      <a:moveTo>
                        <a:pt x="225" y="1"/>
                      </a:moveTo>
                      <a:cubicBezTo>
                        <a:pt x="118" y="1"/>
                        <a:pt x="25" y="80"/>
                        <a:pt x="14" y="188"/>
                      </a:cubicBezTo>
                      <a:cubicBezTo>
                        <a:pt x="0" y="304"/>
                        <a:pt x="83" y="409"/>
                        <a:pt x="200" y="423"/>
                      </a:cubicBezTo>
                      <a:cubicBezTo>
                        <a:pt x="207" y="424"/>
                        <a:pt x="215" y="424"/>
                        <a:pt x="223" y="424"/>
                      </a:cubicBezTo>
                      <a:cubicBezTo>
                        <a:pt x="329" y="424"/>
                        <a:pt x="421" y="345"/>
                        <a:pt x="434" y="237"/>
                      </a:cubicBezTo>
                      <a:cubicBezTo>
                        <a:pt x="447" y="121"/>
                        <a:pt x="365" y="16"/>
                        <a:pt x="248" y="2"/>
                      </a:cubicBezTo>
                      <a:cubicBezTo>
                        <a:pt x="240" y="1"/>
                        <a:pt x="233"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5"/>
                <p:cNvSpPr/>
                <p:nvPr/>
              </p:nvSpPr>
              <p:spPr>
                <a:xfrm>
                  <a:off x="-4000300" y="980975"/>
                  <a:ext cx="11200" cy="10600"/>
                </a:xfrm>
                <a:custGeom>
                  <a:rect b="b" l="l" r="r" t="t"/>
                  <a:pathLst>
                    <a:path extrusionOk="0" h="424" w="448">
                      <a:moveTo>
                        <a:pt x="222" y="1"/>
                      </a:moveTo>
                      <a:cubicBezTo>
                        <a:pt x="115" y="1"/>
                        <a:pt x="25" y="81"/>
                        <a:pt x="14" y="188"/>
                      </a:cubicBezTo>
                      <a:cubicBezTo>
                        <a:pt x="0" y="305"/>
                        <a:pt x="83" y="409"/>
                        <a:pt x="199" y="422"/>
                      </a:cubicBezTo>
                      <a:cubicBezTo>
                        <a:pt x="208" y="423"/>
                        <a:pt x="216" y="424"/>
                        <a:pt x="224" y="424"/>
                      </a:cubicBezTo>
                      <a:cubicBezTo>
                        <a:pt x="329" y="424"/>
                        <a:pt x="420" y="345"/>
                        <a:pt x="434" y="237"/>
                      </a:cubicBezTo>
                      <a:cubicBezTo>
                        <a:pt x="447" y="121"/>
                        <a:pt x="363" y="17"/>
                        <a:pt x="248" y="2"/>
                      </a:cubicBezTo>
                      <a:cubicBezTo>
                        <a:pt x="239" y="1"/>
                        <a:pt x="230" y="1"/>
                        <a:pt x="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0" name="Google Shape;310;p5"/>
            <p:cNvGrpSpPr/>
            <p:nvPr/>
          </p:nvGrpSpPr>
          <p:grpSpPr>
            <a:xfrm>
              <a:off x="97470" y="201022"/>
              <a:ext cx="500560" cy="472885"/>
              <a:chOff x="-1174275" y="581450"/>
              <a:chExt cx="370100" cy="349638"/>
            </a:xfrm>
          </p:grpSpPr>
          <p:sp>
            <p:nvSpPr>
              <p:cNvPr id="311" name="Google Shape;311;p5"/>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5"/>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 name="Google Shape;313;p5"/>
            <p:cNvGrpSpPr/>
            <p:nvPr/>
          </p:nvGrpSpPr>
          <p:grpSpPr>
            <a:xfrm>
              <a:off x="436853" y="3300720"/>
              <a:ext cx="311019" cy="311110"/>
              <a:chOff x="5038846" y="235350"/>
              <a:chExt cx="158691" cy="158738"/>
            </a:xfrm>
          </p:grpSpPr>
          <p:sp>
            <p:nvSpPr>
              <p:cNvPr id="314" name="Google Shape;314;p5"/>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5"/>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 name="Google Shape;316;p5"/>
            <p:cNvGrpSpPr/>
            <p:nvPr/>
          </p:nvGrpSpPr>
          <p:grpSpPr>
            <a:xfrm>
              <a:off x="7971478" y="4705570"/>
              <a:ext cx="311019" cy="311110"/>
              <a:chOff x="5038846" y="235350"/>
              <a:chExt cx="158691" cy="158738"/>
            </a:xfrm>
          </p:grpSpPr>
          <p:sp>
            <p:nvSpPr>
              <p:cNvPr id="317" name="Google Shape;317;p5"/>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5"/>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19" name="Shape 319"/>
        <p:cNvGrpSpPr/>
        <p:nvPr/>
      </p:nvGrpSpPr>
      <p:grpSpPr>
        <a:xfrm>
          <a:off x="0" y="0"/>
          <a:ext cx="0" cy="0"/>
          <a:chOff x="0" y="0"/>
          <a:chExt cx="0" cy="0"/>
        </a:xfrm>
      </p:grpSpPr>
      <p:sp>
        <p:nvSpPr>
          <p:cNvPr id="320" name="Google Shape;320;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21" name="Google Shape;321;p6"/>
          <p:cNvGrpSpPr/>
          <p:nvPr/>
        </p:nvGrpSpPr>
        <p:grpSpPr>
          <a:xfrm>
            <a:off x="75428" y="114915"/>
            <a:ext cx="719021" cy="355403"/>
            <a:chOff x="3442209" y="513788"/>
            <a:chExt cx="366866" cy="181338"/>
          </a:xfrm>
        </p:grpSpPr>
        <p:sp>
          <p:nvSpPr>
            <p:cNvPr id="322" name="Google Shape;322;p6"/>
            <p:cNvSpPr/>
            <p:nvPr/>
          </p:nvSpPr>
          <p:spPr>
            <a:xfrm>
              <a:off x="3442209" y="513788"/>
              <a:ext cx="365475" cy="179900"/>
            </a:xfrm>
            <a:custGeom>
              <a:rect b="b" l="l" r="r" t="t"/>
              <a:pathLst>
                <a:path extrusionOk="0" h="7196" w="14619">
                  <a:moveTo>
                    <a:pt x="7310" y="1"/>
                  </a:moveTo>
                  <a:cubicBezTo>
                    <a:pt x="3273" y="2"/>
                    <a:pt x="1" y="3510"/>
                    <a:pt x="1" y="3510"/>
                  </a:cubicBezTo>
                  <a:cubicBezTo>
                    <a:pt x="82" y="3487"/>
                    <a:pt x="164" y="3466"/>
                    <a:pt x="244" y="3443"/>
                  </a:cubicBezTo>
                  <a:lnTo>
                    <a:pt x="244" y="3443"/>
                  </a:lnTo>
                  <a:cubicBezTo>
                    <a:pt x="85" y="3595"/>
                    <a:pt x="1" y="3687"/>
                    <a:pt x="1" y="3687"/>
                  </a:cubicBezTo>
                  <a:cubicBezTo>
                    <a:pt x="1" y="3687"/>
                    <a:pt x="3273" y="7196"/>
                    <a:pt x="7310" y="7196"/>
                  </a:cubicBezTo>
                  <a:cubicBezTo>
                    <a:pt x="11346" y="7196"/>
                    <a:pt x="14619" y="3687"/>
                    <a:pt x="14619" y="3687"/>
                  </a:cubicBezTo>
                  <a:cubicBezTo>
                    <a:pt x="14619" y="3687"/>
                    <a:pt x="14532" y="3594"/>
                    <a:pt x="14371" y="3440"/>
                  </a:cubicBezTo>
                  <a:lnTo>
                    <a:pt x="14371" y="3440"/>
                  </a:lnTo>
                  <a:cubicBezTo>
                    <a:pt x="14454" y="3463"/>
                    <a:pt x="14536" y="3486"/>
                    <a:pt x="14619" y="3509"/>
                  </a:cubicBezTo>
                  <a:cubicBezTo>
                    <a:pt x="14619" y="3509"/>
                    <a:pt x="11346" y="1"/>
                    <a:pt x="731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6"/>
            <p:cNvSpPr/>
            <p:nvPr/>
          </p:nvSpPr>
          <p:spPr>
            <a:xfrm>
              <a:off x="3443600" y="519675"/>
              <a:ext cx="365475" cy="175450"/>
            </a:xfrm>
            <a:custGeom>
              <a:rect b="b" l="l" r="r" t="t"/>
              <a:pathLst>
                <a:path extrusionOk="0" h="7018" w="14619">
                  <a:moveTo>
                    <a:pt x="7309" y="0"/>
                  </a:moveTo>
                  <a:cubicBezTo>
                    <a:pt x="3273" y="0"/>
                    <a:pt x="0" y="3509"/>
                    <a:pt x="0" y="3509"/>
                  </a:cubicBezTo>
                  <a:cubicBezTo>
                    <a:pt x="0" y="3509"/>
                    <a:pt x="3273" y="7018"/>
                    <a:pt x="7309" y="7018"/>
                  </a:cubicBezTo>
                  <a:cubicBezTo>
                    <a:pt x="11346" y="7018"/>
                    <a:pt x="14618" y="3509"/>
                    <a:pt x="14618" y="3509"/>
                  </a:cubicBezTo>
                  <a:cubicBezTo>
                    <a:pt x="14618" y="3509"/>
                    <a:pt x="11346"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6"/>
            <p:cNvSpPr/>
            <p:nvPr/>
          </p:nvSpPr>
          <p:spPr>
            <a:xfrm>
              <a:off x="3549550" y="530625"/>
              <a:ext cx="153525" cy="153550"/>
            </a:xfrm>
            <a:custGeom>
              <a:rect b="b" l="l" r="r" t="t"/>
              <a:pathLst>
                <a:path extrusionOk="0" h="6142" w="6141">
                  <a:moveTo>
                    <a:pt x="3071" y="1"/>
                  </a:moveTo>
                  <a:cubicBezTo>
                    <a:pt x="1375" y="1"/>
                    <a:pt x="1" y="1374"/>
                    <a:pt x="1" y="3071"/>
                  </a:cubicBezTo>
                  <a:cubicBezTo>
                    <a:pt x="1" y="4766"/>
                    <a:pt x="1375" y="6141"/>
                    <a:pt x="3071" y="6141"/>
                  </a:cubicBezTo>
                  <a:cubicBezTo>
                    <a:pt x="4766" y="6141"/>
                    <a:pt x="6141" y="4766"/>
                    <a:pt x="6141" y="3071"/>
                  </a:cubicBezTo>
                  <a:cubicBezTo>
                    <a:pt x="6141" y="1374"/>
                    <a:pt x="4766"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6"/>
            <p:cNvSpPr/>
            <p:nvPr/>
          </p:nvSpPr>
          <p:spPr>
            <a:xfrm>
              <a:off x="3562700" y="547025"/>
              <a:ext cx="127200" cy="120775"/>
            </a:xfrm>
            <a:custGeom>
              <a:rect b="b" l="l" r="r" t="t"/>
              <a:pathLst>
                <a:path extrusionOk="0" h="4831" w="5088">
                  <a:moveTo>
                    <a:pt x="2545" y="1"/>
                  </a:moveTo>
                  <a:cubicBezTo>
                    <a:pt x="2345" y="1"/>
                    <a:pt x="2144" y="128"/>
                    <a:pt x="2113" y="383"/>
                  </a:cubicBezTo>
                  <a:cubicBezTo>
                    <a:pt x="2085" y="616"/>
                    <a:pt x="1887" y="766"/>
                    <a:pt x="1680" y="766"/>
                  </a:cubicBezTo>
                  <a:cubicBezTo>
                    <a:pt x="1588" y="766"/>
                    <a:pt x="1494" y="737"/>
                    <a:pt x="1413" y="673"/>
                  </a:cubicBezTo>
                  <a:cubicBezTo>
                    <a:pt x="1326" y="604"/>
                    <a:pt x="1233" y="575"/>
                    <a:pt x="1145" y="575"/>
                  </a:cubicBezTo>
                  <a:cubicBezTo>
                    <a:pt x="822" y="575"/>
                    <a:pt x="553" y="966"/>
                    <a:pt x="803" y="1283"/>
                  </a:cubicBezTo>
                  <a:cubicBezTo>
                    <a:pt x="1011" y="1550"/>
                    <a:pt x="849" y="1943"/>
                    <a:pt x="512" y="1983"/>
                  </a:cubicBezTo>
                  <a:cubicBezTo>
                    <a:pt x="1" y="2045"/>
                    <a:pt x="1" y="2786"/>
                    <a:pt x="512" y="2846"/>
                  </a:cubicBezTo>
                  <a:cubicBezTo>
                    <a:pt x="849" y="2888"/>
                    <a:pt x="1011" y="3280"/>
                    <a:pt x="803" y="3547"/>
                  </a:cubicBezTo>
                  <a:cubicBezTo>
                    <a:pt x="553" y="3864"/>
                    <a:pt x="822" y="4255"/>
                    <a:pt x="1145" y="4255"/>
                  </a:cubicBezTo>
                  <a:cubicBezTo>
                    <a:pt x="1233" y="4255"/>
                    <a:pt x="1326" y="4225"/>
                    <a:pt x="1413" y="4157"/>
                  </a:cubicBezTo>
                  <a:cubicBezTo>
                    <a:pt x="1494" y="4093"/>
                    <a:pt x="1588" y="4064"/>
                    <a:pt x="1680" y="4064"/>
                  </a:cubicBezTo>
                  <a:cubicBezTo>
                    <a:pt x="1887" y="4064"/>
                    <a:pt x="2085" y="4214"/>
                    <a:pt x="2113" y="4448"/>
                  </a:cubicBezTo>
                  <a:cubicBezTo>
                    <a:pt x="2144" y="4703"/>
                    <a:pt x="2344" y="4830"/>
                    <a:pt x="2545" y="4830"/>
                  </a:cubicBezTo>
                  <a:cubicBezTo>
                    <a:pt x="2745" y="4830"/>
                    <a:pt x="2946" y="4703"/>
                    <a:pt x="2976" y="4448"/>
                  </a:cubicBezTo>
                  <a:cubicBezTo>
                    <a:pt x="3005" y="4214"/>
                    <a:pt x="3202" y="4064"/>
                    <a:pt x="3410" y="4064"/>
                  </a:cubicBezTo>
                  <a:cubicBezTo>
                    <a:pt x="3502" y="4064"/>
                    <a:pt x="3595" y="4093"/>
                    <a:pt x="3677" y="4157"/>
                  </a:cubicBezTo>
                  <a:cubicBezTo>
                    <a:pt x="3764" y="4225"/>
                    <a:pt x="3856" y="4255"/>
                    <a:pt x="3944" y="4255"/>
                  </a:cubicBezTo>
                  <a:cubicBezTo>
                    <a:pt x="4267" y="4255"/>
                    <a:pt x="4535" y="3864"/>
                    <a:pt x="4287" y="3547"/>
                  </a:cubicBezTo>
                  <a:cubicBezTo>
                    <a:pt x="4077" y="3280"/>
                    <a:pt x="4240" y="2886"/>
                    <a:pt x="4577" y="2846"/>
                  </a:cubicBezTo>
                  <a:cubicBezTo>
                    <a:pt x="5088" y="2784"/>
                    <a:pt x="5088" y="2044"/>
                    <a:pt x="4577" y="1983"/>
                  </a:cubicBezTo>
                  <a:cubicBezTo>
                    <a:pt x="4240" y="1942"/>
                    <a:pt x="4077" y="1550"/>
                    <a:pt x="4287" y="1283"/>
                  </a:cubicBezTo>
                  <a:cubicBezTo>
                    <a:pt x="4535" y="966"/>
                    <a:pt x="4266" y="575"/>
                    <a:pt x="3944" y="575"/>
                  </a:cubicBezTo>
                  <a:cubicBezTo>
                    <a:pt x="3856" y="575"/>
                    <a:pt x="3764" y="605"/>
                    <a:pt x="3677" y="673"/>
                  </a:cubicBezTo>
                  <a:cubicBezTo>
                    <a:pt x="3595" y="737"/>
                    <a:pt x="3501" y="766"/>
                    <a:pt x="3410" y="766"/>
                  </a:cubicBezTo>
                  <a:cubicBezTo>
                    <a:pt x="3202" y="766"/>
                    <a:pt x="3004" y="616"/>
                    <a:pt x="2976" y="383"/>
                  </a:cubicBezTo>
                  <a:cubicBezTo>
                    <a:pt x="2946" y="128"/>
                    <a:pt x="2745" y="1"/>
                    <a:pt x="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6"/>
            <p:cNvSpPr/>
            <p:nvPr/>
          </p:nvSpPr>
          <p:spPr>
            <a:xfrm>
              <a:off x="3600975" y="582025"/>
              <a:ext cx="50725" cy="50725"/>
            </a:xfrm>
            <a:custGeom>
              <a:rect b="b" l="l" r="r" t="t"/>
              <a:pathLst>
                <a:path extrusionOk="0" h="2029" w="2029">
                  <a:moveTo>
                    <a:pt x="1014" y="0"/>
                  </a:moveTo>
                  <a:cubicBezTo>
                    <a:pt x="454" y="0"/>
                    <a:pt x="0" y="454"/>
                    <a:pt x="0" y="1015"/>
                  </a:cubicBezTo>
                  <a:cubicBezTo>
                    <a:pt x="0" y="1574"/>
                    <a:pt x="454" y="2028"/>
                    <a:pt x="1014" y="2028"/>
                  </a:cubicBezTo>
                  <a:cubicBezTo>
                    <a:pt x="1574" y="2028"/>
                    <a:pt x="2028" y="1574"/>
                    <a:pt x="2028" y="1015"/>
                  </a:cubicBezTo>
                  <a:cubicBezTo>
                    <a:pt x="2028" y="454"/>
                    <a:pt x="1574" y="0"/>
                    <a:pt x="1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6"/>
            <p:cNvSpPr/>
            <p:nvPr/>
          </p:nvSpPr>
          <p:spPr>
            <a:xfrm>
              <a:off x="3443600" y="515225"/>
              <a:ext cx="365475" cy="87750"/>
            </a:xfrm>
            <a:custGeom>
              <a:rect b="b" l="l" r="r" t="t"/>
              <a:pathLst>
                <a:path extrusionOk="0" h="3510" w="14619">
                  <a:moveTo>
                    <a:pt x="7309" y="1"/>
                  </a:moveTo>
                  <a:cubicBezTo>
                    <a:pt x="3273" y="1"/>
                    <a:pt x="0" y="3509"/>
                    <a:pt x="0" y="3509"/>
                  </a:cubicBezTo>
                  <a:cubicBezTo>
                    <a:pt x="2504" y="2781"/>
                    <a:pt x="4955" y="2431"/>
                    <a:pt x="7357" y="2431"/>
                  </a:cubicBezTo>
                  <a:cubicBezTo>
                    <a:pt x="9828" y="2431"/>
                    <a:pt x="12247" y="2801"/>
                    <a:pt x="14618" y="3509"/>
                  </a:cubicBezTo>
                  <a:cubicBezTo>
                    <a:pt x="14618" y="3509"/>
                    <a:pt x="11346" y="1"/>
                    <a:pt x="7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 name="Google Shape;328;p6"/>
          <p:cNvGrpSpPr/>
          <p:nvPr/>
        </p:nvGrpSpPr>
        <p:grpSpPr>
          <a:xfrm>
            <a:off x="8220834" y="4688641"/>
            <a:ext cx="812869" cy="380147"/>
            <a:chOff x="2326759" y="1761788"/>
            <a:chExt cx="414750" cy="193963"/>
          </a:xfrm>
        </p:grpSpPr>
        <p:sp>
          <p:nvSpPr>
            <p:cNvPr id="329" name="Google Shape;329;p6"/>
            <p:cNvSpPr/>
            <p:nvPr/>
          </p:nvSpPr>
          <p:spPr>
            <a:xfrm>
              <a:off x="2326759" y="1761788"/>
              <a:ext cx="414750" cy="192500"/>
            </a:xfrm>
            <a:custGeom>
              <a:rect b="b" l="l" r="r" t="t"/>
              <a:pathLst>
                <a:path extrusionOk="0" h="7700" w="16590">
                  <a:moveTo>
                    <a:pt x="5185" y="2003"/>
                  </a:moveTo>
                  <a:cubicBezTo>
                    <a:pt x="5190" y="2026"/>
                    <a:pt x="5200" y="2048"/>
                    <a:pt x="5215" y="2069"/>
                  </a:cubicBezTo>
                  <a:cubicBezTo>
                    <a:pt x="5211" y="2082"/>
                    <a:pt x="5207" y="2095"/>
                    <a:pt x="5205" y="2108"/>
                  </a:cubicBezTo>
                  <a:cubicBezTo>
                    <a:pt x="5199" y="2072"/>
                    <a:pt x="5193" y="2037"/>
                    <a:pt x="5185" y="2003"/>
                  </a:cubicBezTo>
                  <a:close/>
                  <a:moveTo>
                    <a:pt x="12914" y="0"/>
                  </a:moveTo>
                  <a:cubicBezTo>
                    <a:pt x="12903" y="0"/>
                    <a:pt x="12891" y="0"/>
                    <a:pt x="12879" y="1"/>
                  </a:cubicBezTo>
                  <a:cubicBezTo>
                    <a:pt x="12878" y="1"/>
                    <a:pt x="12878" y="1"/>
                    <a:pt x="12877" y="1"/>
                  </a:cubicBezTo>
                  <a:cubicBezTo>
                    <a:pt x="11624" y="1"/>
                    <a:pt x="10556" y="893"/>
                    <a:pt x="10323" y="2110"/>
                  </a:cubicBezTo>
                  <a:cubicBezTo>
                    <a:pt x="10107" y="752"/>
                    <a:pt x="8917" y="41"/>
                    <a:pt x="7736" y="41"/>
                  </a:cubicBezTo>
                  <a:cubicBezTo>
                    <a:pt x="6687" y="41"/>
                    <a:pt x="5646" y="601"/>
                    <a:pt x="5298" y="1767"/>
                  </a:cubicBezTo>
                  <a:cubicBezTo>
                    <a:pt x="5214" y="1807"/>
                    <a:pt x="5167" y="1908"/>
                    <a:pt x="5184" y="1998"/>
                  </a:cubicBezTo>
                  <a:lnTo>
                    <a:pt x="5184" y="1998"/>
                  </a:lnTo>
                  <a:cubicBezTo>
                    <a:pt x="4907" y="678"/>
                    <a:pt x="3802" y="56"/>
                    <a:pt x="2687" y="56"/>
                  </a:cubicBezTo>
                  <a:cubicBezTo>
                    <a:pt x="1351" y="56"/>
                    <a:pt x="0" y="949"/>
                    <a:pt x="39" y="2606"/>
                  </a:cubicBezTo>
                  <a:lnTo>
                    <a:pt x="39" y="7699"/>
                  </a:lnTo>
                  <a:lnTo>
                    <a:pt x="15488" y="7699"/>
                  </a:lnTo>
                  <a:cubicBezTo>
                    <a:pt x="15260" y="5467"/>
                    <a:pt x="16590" y="0"/>
                    <a:pt x="12914"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6"/>
            <p:cNvSpPr/>
            <p:nvPr/>
          </p:nvSpPr>
          <p:spPr>
            <a:xfrm>
              <a:off x="2329025" y="1763225"/>
              <a:ext cx="386250" cy="192525"/>
            </a:xfrm>
            <a:custGeom>
              <a:rect b="b" l="l" r="r" t="t"/>
              <a:pathLst>
                <a:path extrusionOk="0" h="7701" w="15450">
                  <a:moveTo>
                    <a:pt x="2606" y="0"/>
                  </a:moveTo>
                  <a:cubicBezTo>
                    <a:pt x="1888" y="0"/>
                    <a:pt x="1236" y="291"/>
                    <a:pt x="765" y="762"/>
                  </a:cubicBezTo>
                  <a:cubicBezTo>
                    <a:pt x="292" y="1236"/>
                    <a:pt x="1" y="1887"/>
                    <a:pt x="1" y="2607"/>
                  </a:cubicBezTo>
                  <a:lnTo>
                    <a:pt x="1" y="7700"/>
                  </a:lnTo>
                  <a:lnTo>
                    <a:pt x="15449" y="7700"/>
                  </a:lnTo>
                  <a:lnTo>
                    <a:pt x="15449" y="2607"/>
                  </a:lnTo>
                  <a:cubicBezTo>
                    <a:pt x="15449" y="1169"/>
                    <a:pt x="14284" y="0"/>
                    <a:pt x="12842" y="0"/>
                  </a:cubicBezTo>
                  <a:cubicBezTo>
                    <a:pt x="11573" y="0"/>
                    <a:pt x="10517" y="907"/>
                    <a:pt x="10285" y="2109"/>
                  </a:cubicBezTo>
                  <a:cubicBezTo>
                    <a:pt x="10052" y="907"/>
                    <a:pt x="8994" y="0"/>
                    <a:pt x="7725" y="0"/>
                  </a:cubicBezTo>
                  <a:cubicBezTo>
                    <a:pt x="7091" y="0"/>
                    <a:pt x="6507" y="226"/>
                    <a:pt x="6055" y="602"/>
                  </a:cubicBezTo>
                  <a:cubicBezTo>
                    <a:pt x="5603" y="982"/>
                    <a:pt x="5284" y="1507"/>
                    <a:pt x="5167" y="2109"/>
                  </a:cubicBezTo>
                  <a:cubicBezTo>
                    <a:pt x="4933" y="907"/>
                    <a:pt x="3876" y="0"/>
                    <a:pt x="26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6"/>
            <p:cNvSpPr/>
            <p:nvPr/>
          </p:nvSpPr>
          <p:spPr>
            <a:xfrm>
              <a:off x="2694125" y="1806725"/>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6"/>
            <p:cNvSpPr/>
            <p:nvPr/>
          </p:nvSpPr>
          <p:spPr>
            <a:xfrm>
              <a:off x="2694125" y="183037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6"/>
            <p:cNvSpPr/>
            <p:nvPr/>
          </p:nvSpPr>
          <p:spPr>
            <a:xfrm>
              <a:off x="2694125" y="185402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6"/>
            <p:cNvSpPr/>
            <p:nvPr/>
          </p:nvSpPr>
          <p:spPr>
            <a:xfrm>
              <a:off x="2694125" y="1877700"/>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6"/>
            <p:cNvSpPr/>
            <p:nvPr/>
          </p:nvSpPr>
          <p:spPr>
            <a:xfrm>
              <a:off x="2694125" y="190132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6"/>
            <p:cNvSpPr/>
            <p:nvPr/>
          </p:nvSpPr>
          <p:spPr>
            <a:xfrm>
              <a:off x="2694125" y="1925025"/>
              <a:ext cx="10850" cy="5425"/>
            </a:xfrm>
            <a:custGeom>
              <a:rect b="b" l="l" r="r" t="t"/>
              <a:pathLst>
                <a:path extrusionOk="0" h="217" w="434">
                  <a:moveTo>
                    <a:pt x="217" y="0"/>
                  </a:moveTo>
                  <a:cubicBezTo>
                    <a:pt x="97"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6"/>
            <p:cNvSpPr/>
            <p:nvPr/>
          </p:nvSpPr>
          <p:spPr>
            <a:xfrm>
              <a:off x="269952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6"/>
            <p:cNvSpPr/>
            <p:nvPr/>
          </p:nvSpPr>
          <p:spPr>
            <a:xfrm>
              <a:off x="2670425" y="178307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6"/>
            <p:cNvSpPr/>
            <p:nvPr/>
          </p:nvSpPr>
          <p:spPr>
            <a:xfrm>
              <a:off x="2670425" y="1806725"/>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6"/>
            <p:cNvSpPr/>
            <p:nvPr/>
          </p:nvSpPr>
          <p:spPr>
            <a:xfrm>
              <a:off x="2670425" y="183037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6"/>
            <p:cNvSpPr/>
            <p:nvPr/>
          </p:nvSpPr>
          <p:spPr>
            <a:xfrm>
              <a:off x="2670425" y="185402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6"/>
            <p:cNvSpPr/>
            <p:nvPr/>
          </p:nvSpPr>
          <p:spPr>
            <a:xfrm>
              <a:off x="2670425" y="1877700"/>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6"/>
            <p:cNvSpPr/>
            <p:nvPr/>
          </p:nvSpPr>
          <p:spPr>
            <a:xfrm>
              <a:off x="2670425" y="190132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6"/>
            <p:cNvSpPr/>
            <p:nvPr/>
          </p:nvSpPr>
          <p:spPr>
            <a:xfrm>
              <a:off x="2670450" y="1925025"/>
              <a:ext cx="10875" cy="5425"/>
            </a:xfrm>
            <a:custGeom>
              <a:rect b="b" l="l" r="r" t="t"/>
              <a:pathLst>
                <a:path extrusionOk="0" h="217" w="435">
                  <a:moveTo>
                    <a:pt x="218" y="0"/>
                  </a:moveTo>
                  <a:cubicBezTo>
                    <a:pt x="97" y="0"/>
                    <a:pt x="1" y="97"/>
                    <a:pt x="1" y="217"/>
                  </a:cubicBezTo>
                  <a:lnTo>
                    <a:pt x="434" y="217"/>
                  </a:ln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6"/>
            <p:cNvSpPr/>
            <p:nvPr/>
          </p:nvSpPr>
          <p:spPr>
            <a:xfrm>
              <a:off x="2675850"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6"/>
            <p:cNvSpPr/>
            <p:nvPr/>
          </p:nvSpPr>
          <p:spPr>
            <a:xfrm>
              <a:off x="2646800" y="178307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6"/>
            <p:cNvSpPr/>
            <p:nvPr/>
          </p:nvSpPr>
          <p:spPr>
            <a:xfrm>
              <a:off x="2646800" y="1806725"/>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6"/>
            <p:cNvSpPr/>
            <p:nvPr/>
          </p:nvSpPr>
          <p:spPr>
            <a:xfrm>
              <a:off x="2646800"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6"/>
            <p:cNvSpPr/>
            <p:nvPr/>
          </p:nvSpPr>
          <p:spPr>
            <a:xfrm>
              <a:off x="2646800"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6"/>
            <p:cNvSpPr/>
            <p:nvPr/>
          </p:nvSpPr>
          <p:spPr>
            <a:xfrm>
              <a:off x="2646800"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6"/>
            <p:cNvSpPr/>
            <p:nvPr/>
          </p:nvSpPr>
          <p:spPr>
            <a:xfrm>
              <a:off x="2646800"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6"/>
            <p:cNvSpPr/>
            <p:nvPr/>
          </p:nvSpPr>
          <p:spPr>
            <a:xfrm>
              <a:off x="2646800" y="1925025"/>
              <a:ext cx="10875" cy="5425"/>
            </a:xfrm>
            <a:custGeom>
              <a:rect b="b" l="l" r="r" t="t"/>
              <a:pathLst>
                <a:path extrusionOk="0" h="217" w="435">
                  <a:moveTo>
                    <a:pt x="217" y="0"/>
                  </a:moveTo>
                  <a:cubicBezTo>
                    <a:pt x="98" y="0"/>
                    <a:pt x="1" y="97"/>
                    <a:pt x="1" y="217"/>
                  </a:cubicBezTo>
                  <a:lnTo>
                    <a:pt x="434" y="217"/>
                  </a:lnTo>
                  <a:cubicBezTo>
                    <a:pt x="434" y="97"/>
                    <a:pt x="338"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6"/>
            <p:cNvSpPr/>
            <p:nvPr/>
          </p:nvSpPr>
          <p:spPr>
            <a:xfrm>
              <a:off x="2652225" y="1935850"/>
              <a:ext cx="25" cy="25"/>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6"/>
            <p:cNvSpPr/>
            <p:nvPr/>
          </p:nvSpPr>
          <p:spPr>
            <a:xfrm>
              <a:off x="2623175" y="178307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6"/>
            <p:cNvSpPr/>
            <p:nvPr/>
          </p:nvSpPr>
          <p:spPr>
            <a:xfrm>
              <a:off x="2623175" y="1806725"/>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6"/>
            <p:cNvSpPr/>
            <p:nvPr/>
          </p:nvSpPr>
          <p:spPr>
            <a:xfrm>
              <a:off x="2623175" y="183037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6"/>
            <p:cNvSpPr/>
            <p:nvPr/>
          </p:nvSpPr>
          <p:spPr>
            <a:xfrm>
              <a:off x="2623175" y="185402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6"/>
            <p:cNvSpPr/>
            <p:nvPr/>
          </p:nvSpPr>
          <p:spPr>
            <a:xfrm>
              <a:off x="2623175" y="1877700"/>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6"/>
            <p:cNvSpPr/>
            <p:nvPr/>
          </p:nvSpPr>
          <p:spPr>
            <a:xfrm>
              <a:off x="2623175" y="190132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6"/>
            <p:cNvSpPr/>
            <p:nvPr/>
          </p:nvSpPr>
          <p:spPr>
            <a:xfrm>
              <a:off x="2623150"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6"/>
            <p:cNvSpPr/>
            <p:nvPr/>
          </p:nvSpPr>
          <p:spPr>
            <a:xfrm>
              <a:off x="262857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6"/>
            <p:cNvSpPr/>
            <p:nvPr/>
          </p:nvSpPr>
          <p:spPr>
            <a:xfrm>
              <a:off x="2599475" y="1806725"/>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6"/>
            <p:cNvSpPr/>
            <p:nvPr/>
          </p:nvSpPr>
          <p:spPr>
            <a:xfrm>
              <a:off x="2599475" y="183037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6"/>
            <p:cNvSpPr/>
            <p:nvPr/>
          </p:nvSpPr>
          <p:spPr>
            <a:xfrm>
              <a:off x="2599475" y="185402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6"/>
            <p:cNvSpPr/>
            <p:nvPr/>
          </p:nvSpPr>
          <p:spPr>
            <a:xfrm>
              <a:off x="2599475" y="1877700"/>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6"/>
            <p:cNvSpPr/>
            <p:nvPr/>
          </p:nvSpPr>
          <p:spPr>
            <a:xfrm>
              <a:off x="2599475" y="190132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6"/>
            <p:cNvSpPr/>
            <p:nvPr/>
          </p:nvSpPr>
          <p:spPr>
            <a:xfrm>
              <a:off x="2599500" y="1925025"/>
              <a:ext cx="10875" cy="5425"/>
            </a:xfrm>
            <a:custGeom>
              <a:rect b="b" l="l" r="r" t="t"/>
              <a:pathLst>
                <a:path extrusionOk="0" h="217" w="435">
                  <a:moveTo>
                    <a:pt x="218" y="0"/>
                  </a:moveTo>
                  <a:cubicBezTo>
                    <a:pt x="97" y="0"/>
                    <a:pt x="1" y="97"/>
                    <a:pt x="1" y="217"/>
                  </a:cubicBezTo>
                  <a:lnTo>
                    <a:pt x="434" y="217"/>
                  </a:ln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6"/>
            <p:cNvSpPr/>
            <p:nvPr/>
          </p:nvSpPr>
          <p:spPr>
            <a:xfrm>
              <a:off x="2604900"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6"/>
            <p:cNvSpPr/>
            <p:nvPr/>
          </p:nvSpPr>
          <p:spPr>
            <a:xfrm>
              <a:off x="2575850"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6"/>
            <p:cNvSpPr/>
            <p:nvPr/>
          </p:nvSpPr>
          <p:spPr>
            <a:xfrm>
              <a:off x="2575850"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6"/>
            <p:cNvSpPr/>
            <p:nvPr/>
          </p:nvSpPr>
          <p:spPr>
            <a:xfrm>
              <a:off x="2575850"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6"/>
            <p:cNvSpPr/>
            <p:nvPr/>
          </p:nvSpPr>
          <p:spPr>
            <a:xfrm>
              <a:off x="2575850"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6"/>
            <p:cNvSpPr/>
            <p:nvPr/>
          </p:nvSpPr>
          <p:spPr>
            <a:xfrm>
              <a:off x="2575825" y="1925025"/>
              <a:ext cx="10850" cy="5425"/>
            </a:xfrm>
            <a:custGeom>
              <a:rect b="b" l="l" r="r" t="t"/>
              <a:pathLst>
                <a:path extrusionOk="0" h="217" w="434">
                  <a:moveTo>
                    <a:pt x="217" y="0"/>
                  </a:moveTo>
                  <a:cubicBezTo>
                    <a:pt x="98" y="0"/>
                    <a:pt x="1" y="97"/>
                    <a:pt x="1"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6"/>
            <p:cNvSpPr/>
            <p:nvPr/>
          </p:nvSpPr>
          <p:spPr>
            <a:xfrm>
              <a:off x="2581275" y="1935850"/>
              <a:ext cx="25" cy="25"/>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6"/>
            <p:cNvSpPr/>
            <p:nvPr/>
          </p:nvSpPr>
          <p:spPr>
            <a:xfrm>
              <a:off x="2552200" y="178307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6"/>
            <p:cNvSpPr/>
            <p:nvPr/>
          </p:nvSpPr>
          <p:spPr>
            <a:xfrm>
              <a:off x="2552200" y="1806725"/>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6"/>
            <p:cNvSpPr/>
            <p:nvPr/>
          </p:nvSpPr>
          <p:spPr>
            <a:xfrm>
              <a:off x="2552200" y="183037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6"/>
            <p:cNvSpPr/>
            <p:nvPr/>
          </p:nvSpPr>
          <p:spPr>
            <a:xfrm>
              <a:off x="2552200" y="185402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6"/>
            <p:cNvSpPr/>
            <p:nvPr/>
          </p:nvSpPr>
          <p:spPr>
            <a:xfrm>
              <a:off x="2552200" y="1877700"/>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6"/>
            <p:cNvSpPr/>
            <p:nvPr/>
          </p:nvSpPr>
          <p:spPr>
            <a:xfrm>
              <a:off x="2552200" y="190132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6"/>
            <p:cNvSpPr/>
            <p:nvPr/>
          </p:nvSpPr>
          <p:spPr>
            <a:xfrm>
              <a:off x="2552200"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6"/>
            <p:cNvSpPr/>
            <p:nvPr/>
          </p:nvSpPr>
          <p:spPr>
            <a:xfrm>
              <a:off x="2557600"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6"/>
            <p:cNvSpPr/>
            <p:nvPr/>
          </p:nvSpPr>
          <p:spPr>
            <a:xfrm>
              <a:off x="2528525" y="178307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6"/>
            <p:cNvSpPr/>
            <p:nvPr/>
          </p:nvSpPr>
          <p:spPr>
            <a:xfrm>
              <a:off x="2528525" y="1806725"/>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6"/>
            <p:cNvSpPr/>
            <p:nvPr/>
          </p:nvSpPr>
          <p:spPr>
            <a:xfrm>
              <a:off x="2528525" y="183037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6"/>
            <p:cNvSpPr/>
            <p:nvPr/>
          </p:nvSpPr>
          <p:spPr>
            <a:xfrm>
              <a:off x="2528525" y="185402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6"/>
            <p:cNvSpPr/>
            <p:nvPr/>
          </p:nvSpPr>
          <p:spPr>
            <a:xfrm>
              <a:off x="2528525" y="1877700"/>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6"/>
            <p:cNvSpPr/>
            <p:nvPr/>
          </p:nvSpPr>
          <p:spPr>
            <a:xfrm>
              <a:off x="2528525" y="190132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6"/>
            <p:cNvSpPr/>
            <p:nvPr/>
          </p:nvSpPr>
          <p:spPr>
            <a:xfrm>
              <a:off x="2528500" y="1925025"/>
              <a:ext cx="10875" cy="5425"/>
            </a:xfrm>
            <a:custGeom>
              <a:rect b="b" l="l" r="r" t="t"/>
              <a:pathLst>
                <a:path extrusionOk="0" h="217" w="435">
                  <a:moveTo>
                    <a:pt x="218" y="0"/>
                  </a:moveTo>
                  <a:cubicBezTo>
                    <a:pt x="98" y="0"/>
                    <a:pt x="1" y="97"/>
                    <a:pt x="1" y="217"/>
                  </a:cubicBezTo>
                  <a:lnTo>
                    <a:pt x="434" y="217"/>
                  </a:lnTo>
                  <a:cubicBezTo>
                    <a:pt x="434" y="97"/>
                    <a:pt x="338"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6"/>
            <p:cNvSpPr/>
            <p:nvPr/>
          </p:nvSpPr>
          <p:spPr>
            <a:xfrm>
              <a:off x="2533950"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6"/>
            <p:cNvSpPr/>
            <p:nvPr/>
          </p:nvSpPr>
          <p:spPr>
            <a:xfrm>
              <a:off x="2504875" y="178307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6"/>
            <p:cNvSpPr/>
            <p:nvPr/>
          </p:nvSpPr>
          <p:spPr>
            <a:xfrm>
              <a:off x="2504875" y="1806725"/>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6"/>
            <p:cNvSpPr/>
            <p:nvPr/>
          </p:nvSpPr>
          <p:spPr>
            <a:xfrm>
              <a:off x="2504875"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6"/>
            <p:cNvSpPr/>
            <p:nvPr/>
          </p:nvSpPr>
          <p:spPr>
            <a:xfrm>
              <a:off x="2504875"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6"/>
            <p:cNvSpPr/>
            <p:nvPr/>
          </p:nvSpPr>
          <p:spPr>
            <a:xfrm>
              <a:off x="2504875"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6"/>
            <p:cNvSpPr/>
            <p:nvPr/>
          </p:nvSpPr>
          <p:spPr>
            <a:xfrm>
              <a:off x="2504875"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6"/>
            <p:cNvSpPr/>
            <p:nvPr/>
          </p:nvSpPr>
          <p:spPr>
            <a:xfrm>
              <a:off x="2504875" y="1925025"/>
              <a:ext cx="10875" cy="5425"/>
            </a:xfrm>
            <a:custGeom>
              <a:rect b="b" l="l" r="r" t="t"/>
              <a:pathLst>
                <a:path extrusionOk="0" h="217" w="435">
                  <a:moveTo>
                    <a:pt x="217" y="0"/>
                  </a:moveTo>
                  <a:cubicBezTo>
                    <a:pt x="98" y="0"/>
                    <a:pt x="1" y="97"/>
                    <a:pt x="1"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6"/>
            <p:cNvSpPr/>
            <p:nvPr/>
          </p:nvSpPr>
          <p:spPr>
            <a:xfrm>
              <a:off x="2510300" y="1935850"/>
              <a:ext cx="25" cy="25"/>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6"/>
            <p:cNvSpPr/>
            <p:nvPr/>
          </p:nvSpPr>
          <p:spPr>
            <a:xfrm>
              <a:off x="2481250" y="178307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6"/>
            <p:cNvSpPr/>
            <p:nvPr/>
          </p:nvSpPr>
          <p:spPr>
            <a:xfrm>
              <a:off x="2481250" y="1806725"/>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6"/>
            <p:cNvSpPr/>
            <p:nvPr/>
          </p:nvSpPr>
          <p:spPr>
            <a:xfrm>
              <a:off x="2481250" y="183037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6"/>
            <p:cNvSpPr/>
            <p:nvPr/>
          </p:nvSpPr>
          <p:spPr>
            <a:xfrm>
              <a:off x="2481250" y="185402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6"/>
            <p:cNvSpPr/>
            <p:nvPr/>
          </p:nvSpPr>
          <p:spPr>
            <a:xfrm>
              <a:off x="2481250" y="1877700"/>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6"/>
            <p:cNvSpPr/>
            <p:nvPr/>
          </p:nvSpPr>
          <p:spPr>
            <a:xfrm>
              <a:off x="2481250" y="190132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6"/>
            <p:cNvSpPr/>
            <p:nvPr/>
          </p:nvSpPr>
          <p:spPr>
            <a:xfrm>
              <a:off x="2481225"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6"/>
            <p:cNvSpPr/>
            <p:nvPr/>
          </p:nvSpPr>
          <p:spPr>
            <a:xfrm>
              <a:off x="2486650"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6"/>
            <p:cNvSpPr/>
            <p:nvPr/>
          </p:nvSpPr>
          <p:spPr>
            <a:xfrm>
              <a:off x="2457550" y="1806725"/>
              <a:ext cx="10875" cy="10850"/>
            </a:xfrm>
            <a:custGeom>
              <a:rect b="b" l="l" r="r" t="t"/>
              <a:pathLst>
                <a:path extrusionOk="0" h="434" w="435">
                  <a:moveTo>
                    <a:pt x="218" y="0"/>
                  </a:moveTo>
                  <a:cubicBezTo>
                    <a:pt x="98" y="0"/>
                    <a:pt x="1" y="97"/>
                    <a:pt x="1" y="217"/>
                  </a:cubicBezTo>
                  <a:cubicBezTo>
                    <a:pt x="1" y="337"/>
                    <a:pt x="98"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6"/>
            <p:cNvSpPr/>
            <p:nvPr/>
          </p:nvSpPr>
          <p:spPr>
            <a:xfrm>
              <a:off x="2457550" y="1830375"/>
              <a:ext cx="10875" cy="10875"/>
            </a:xfrm>
            <a:custGeom>
              <a:rect b="b" l="l" r="r" t="t"/>
              <a:pathLst>
                <a:path extrusionOk="0" h="435" w="435">
                  <a:moveTo>
                    <a:pt x="218" y="1"/>
                  </a:moveTo>
                  <a:cubicBezTo>
                    <a:pt x="98" y="1"/>
                    <a:pt x="1" y="98"/>
                    <a:pt x="1" y="217"/>
                  </a:cubicBezTo>
                  <a:cubicBezTo>
                    <a:pt x="1" y="337"/>
                    <a:pt x="98"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6"/>
            <p:cNvSpPr/>
            <p:nvPr/>
          </p:nvSpPr>
          <p:spPr>
            <a:xfrm>
              <a:off x="2457550" y="1854025"/>
              <a:ext cx="10875" cy="10850"/>
            </a:xfrm>
            <a:custGeom>
              <a:rect b="b" l="l" r="r" t="t"/>
              <a:pathLst>
                <a:path extrusionOk="0" h="434" w="435">
                  <a:moveTo>
                    <a:pt x="218" y="0"/>
                  </a:moveTo>
                  <a:cubicBezTo>
                    <a:pt x="98" y="0"/>
                    <a:pt x="1" y="98"/>
                    <a:pt x="1" y="217"/>
                  </a:cubicBezTo>
                  <a:cubicBezTo>
                    <a:pt x="1" y="336"/>
                    <a:pt x="98"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6"/>
            <p:cNvSpPr/>
            <p:nvPr/>
          </p:nvSpPr>
          <p:spPr>
            <a:xfrm>
              <a:off x="2457550" y="1877700"/>
              <a:ext cx="10875" cy="10850"/>
            </a:xfrm>
            <a:custGeom>
              <a:rect b="b" l="l" r="r" t="t"/>
              <a:pathLst>
                <a:path extrusionOk="0" h="434" w="435">
                  <a:moveTo>
                    <a:pt x="218" y="0"/>
                  </a:moveTo>
                  <a:cubicBezTo>
                    <a:pt x="98" y="0"/>
                    <a:pt x="1" y="97"/>
                    <a:pt x="1" y="217"/>
                  </a:cubicBezTo>
                  <a:cubicBezTo>
                    <a:pt x="1" y="337"/>
                    <a:pt x="98"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6"/>
            <p:cNvSpPr/>
            <p:nvPr/>
          </p:nvSpPr>
          <p:spPr>
            <a:xfrm>
              <a:off x="2457550" y="1901325"/>
              <a:ext cx="10875" cy="10875"/>
            </a:xfrm>
            <a:custGeom>
              <a:rect b="b" l="l" r="r" t="t"/>
              <a:pathLst>
                <a:path extrusionOk="0" h="435" w="435">
                  <a:moveTo>
                    <a:pt x="218" y="1"/>
                  </a:moveTo>
                  <a:cubicBezTo>
                    <a:pt x="98" y="1"/>
                    <a:pt x="1" y="98"/>
                    <a:pt x="1" y="217"/>
                  </a:cubicBezTo>
                  <a:cubicBezTo>
                    <a:pt x="1" y="337"/>
                    <a:pt x="98"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6"/>
            <p:cNvSpPr/>
            <p:nvPr/>
          </p:nvSpPr>
          <p:spPr>
            <a:xfrm>
              <a:off x="2457550" y="1925025"/>
              <a:ext cx="10875" cy="5425"/>
            </a:xfrm>
            <a:custGeom>
              <a:rect b="b" l="l" r="r" t="t"/>
              <a:pathLst>
                <a:path extrusionOk="0" h="217" w="435">
                  <a:moveTo>
                    <a:pt x="218" y="0"/>
                  </a:moveTo>
                  <a:cubicBezTo>
                    <a:pt x="98" y="0"/>
                    <a:pt x="1" y="97"/>
                    <a:pt x="1" y="217"/>
                  </a:cubicBezTo>
                  <a:lnTo>
                    <a:pt x="434" y="217"/>
                  </a:lnTo>
                  <a:cubicBezTo>
                    <a:pt x="434" y="97"/>
                    <a:pt x="338"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6"/>
            <p:cNvSpPr/>
            <p:nvPr/>
          </p:nvSpPr>
          <p:spPr>
            <a:xfrm>
              <a:off x="246297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6"/>
            <p:cNvSpPr/>
            <p:nvPr/>
          </p:nvSpPr>
          <p:spPr>
            <a:xfrm>
              <a:off x="2433925" y="1806725"/>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6"/>
            <p:cNvSpPr/>
            <p:nvPr/>
          </p:nvSpPr>
          <p:spPr>
            <a:xfrm>
              <a:off x="2433925"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6"/>
            <p:cNvSpPr/>
            <p:nvPr/>
          </p:nvSpPr>
          <p:spPr>
            <a:xfrm>
              <a:off x="2433925"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6"/>
            <p:cNvSpPr/>
            <p:nvPr/>
          </p:nvSpPr>
          <p:spPr>
            <a:xfrm>
              <a:off x="2433925"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6"/>
            <p:cNvSpPr/>
            <p:nvPr/>
          </p:nvSpPr>
          <p:spPr>
            <a:xfrm>
              <a:off x="2433925"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6"/>
            <p:cNvSpPr/>
            <p:nvPr/>
          </p:nvSpPr>
          <p:spPr>
            <a:xfrm>
              <a:off x="2433900" y="1925025"/>
              <a:ext cx="10850" cy="5425"/>
            </a:xfrm>
            <a:custGeom>
              <a:rect b="b" l="l" r="r" t="t"/>
              <a:pathLst>
                <a:path extrusionOk="0" h="217" w="434">
                  <a:moveTo>
                    <a:pt x="217" y="0"/>
                  </a:moveTo>
                  <a:cubicBezTo>
                    <a:pt x="98" y="0"/>
                    <a:pt x="1" y="97"/>
                    <a:pt x="1"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6"/>
            <p:cNvSpPr/>
            <p:nvPr/>
          </p:nvSpPr>
          <p:spPr>
            <a:xfrm>
              <a:off x="2439350" y="1935850"/>
              <a:ext cx="25" cy="25"/>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6"/>
            <p:cNvSpPr/>
            <p:nvPr/>
          </p:nvSpPr>
          <p:spPr>
            <a:xfrm>
              <a:off x="2410275" y="1783075"/>
              <a:ext cx="10850" cy="10850"/>
            </a:xfrm>
            <a:custGeom>
              <a:rect b="b" l="l" r="r" t="t"/>
              <a:pathLst>
                <a:path extrusionOk="0" h="434" w="434">
                  <a:moveTo>
                    <a:pt x="217" y="0"/>
                  </a:moveTo>
                  <a:cubicBezTo>
                    <a:pt x="97" y="0"/>
                    <a:pt x="0" y="98"/>
                    <a:pt x="0" y="217"/>
                  </a:cubicBezTo>
                  <a:cubicBezTo>
                    <a:pt x="0" y="336"/>
                    <a:pt x="97" y="433"/>
                    <a:pt x="217" y="433"/>
                  </a:cubicBezTo>
                  <a:cubicBezTo>
                    <a:pt x="336" y="433"/>
                    <a:pt x="434" y="336"/>
                    <a:pt x="434" y="217"/>
                  </a:cubicBezTo>
                  <a:cubicBezTo>
                    <a:pt x="434" y="98"/>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6"/>
            <p:cNvSpPr/>
            <p:nvPr/>
          </p:nvSpPr>
          <p:spPr>
            <a:xfrm>
              <a:off x="2410275" y="1806725"/>
              <a:ext cx="10850" cy="10850"/>
            </a:xfrm>
            <a:custGeom>
              <a:rect b="b" l="l" r="r" t="t"/>
              <a:pathLst>
                <a:path extrusionOk="0" h="434" w="434">
                  <a:moveTo>
                    <a:pt x="217" y="0"/>
                  </a:moveTo>
                  <a:cubicBezTo>
                    <a:pt x="97" y="0"/>
                    <a:pt x="0" y="97"/>
                    <a:pt x="0" y="217"/>
                  </a:cubicBezTo>
                  <a:cubicBezTo>
                    <a:pt x="0" y="337"/>
                    <a:pt x="97" y="434"/>
                    <a:pt x="217" y="434"/>
                  </a:cubicBezTo>
                  <a:cubicBezTo>
                    <a:pt x="336" y="434"/>
                    <a:pt x="434" y="337"/>
                    <a:pt x="434" y="217"/>
                  </a:cubicBezTo>
                  <a:cubicBezTo>
                    <a:pt x="434" y="97"/>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6"/>
            <p:cNvSpPr/>
            <p:nvPr/>
          </p:nvSpPr>
          <p:spPr>
            <a:xfrm>
              <a:off x="2410275" y="1830375"/>
              <a:ext cx="10850" cy="10875"/>
            </a:xfrm>
            <a:custGeom>
              <a:rect b="b" l="l" r="r" t="t"/>
              <a:pathLst>
                <a:path extrusionOk="0" h="435" w="434">
                  <a:moveTo>
                    <a:pt x="217" y="1"/>
                  </a:moveTo>
                  <a:cubicBezTo>
                    <a:pt x="97" y="1"/>
                    <a:pt x="0" y="98"/>
                    <a:pt x="0" y="217"/>
                  </a:cubicBezTo>
                  <a:cubicBezTo>
                    <a:pt x="0" y="337"/>
                    <a:pt x="97" y="434"/>
                    <a:pt x="217" y="434"/>
                  </a:cubicBezTo>
                  <a:cubicBezTo>
                    <a:pt x="336" y="434"/>
                    <a:pt x="434" y="337"/>
                    <a:pt x="434" y="217"/>
                  </a:cubicBezTo>
                  <a:cubicBezTo>
                    <a:pt x="434" y="98"/>
                    <a:pt x="336"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6"/>
            <p:cNvSpPr/>
            <p:nvPr/>
          </p:nvSpPr>
          <p:spPr>
            <a:xfrm>
              <a:off x="2410275" y="1854025"/>
              <a:ext cx="10850" cy="10850"/>
            </a:xfrm>
            <a:custGeom>
              <a:rect b="b" l="l" r="r" t="t"/>
              <a:pathLst>
                <a:path extrusionOk="0" h="434" w="434">
                  <a:moveTo>
                    <a:pt x="217" y="0"/>
                  </a:moveTo>
                  <a:cubicBezTo>
                    <a:pt x="97" y="0"/>
                    <a:pt x="0" y="98"/>
                    <a:pt x="0" y="217"/>
                  </a:cubicBezTo>
                  <a:cubicBezTo>
                    <a:pt x="0" y="336"/>
                    <a:pt x="97" y="433"/>
                    <a:pt x="217" y="433"/>
                  </a:cubicBezTo>
                  <a:cubicBezTo>
                    <a:pt x="336" y="433"/>
                    <a:pt x="434" y="336"/>
                    <a:pt x="434" y="217"/>
                  </a:cubicBezTo>
                  <a:cubicBezTo>
                    <a:pt x="434" y="98"/>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6"/>
            <p:cNvSpPr/>
            <p:nvPr/>
          </p:nvSpPr>
          <p:spPr>
            <a:xfrm>
              <a:off x="2410275" y="1877700"/>
              <a:ext cx="10850" cy="10850"/>
            </a:xfrm>
            <a:custGeom>
              <a:rect b="b" l="l" r="r" t="t"/>
              <a:pathLst>
                <a:path extrusionOk="0" h="434" w="434">
                  <a:moveTo>
                    <a:pt x="217" y="0"/>
                  </a:moveTo>
                  <a:cubicBezTo>
                    <a:pt x="97" y="0"/>
                    <a:pt x="0" y="97"/>
                    <a:pt x="0" y="217"/>
                  </a:cubicBezTo>
                  <a:cubicBezTo>
                    <a:pt x="0" y="337"/>
                    <a:pt x="97" y="434"/>
                    <a:pt x="217" y="434"/>
                  </a:cubicBezTo>
                  <a:cubicBezTo>
                    <a:pt x="336" y="434"/>
                    <a:pt x="434" y="337"/>
                    <a:pt x="434" y="217"/>
                  </a:cubicBezTo>
                  <a:cubicBezTo>
                    <a:pt x="434" y="97"/>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6"/>
            <p:cNvSpPr/>
            <p:nvPr/>
          </p:nvSpPr>
          <p:spPr>
            <a:xfrm>
              <a:off x="2410275" y="1901325"/>
              <a:ext cx="10850" cy="10875"/>
            </a:xfrm>
            <a:custGeom>
              <a:rect b="b" l="l" r="r" t="t"/>
              <a:pathLst>
                <a:path extrusionOk="0" h="435" w="434">
                  <a:moveTo>
                    <a:pt x="217" y="1"/>
                  </a:moveTo>
                  <a:cubicBezTo>
                    <a:pt x="97" y="1"/>
                    <a:pt x="0" y="98"/>
                    <a:pt x="0" y="217"/>
                  </a:cubicBezTo>
                  <a:cubicBezTo>
                    <a:pt x="0" y="337"/>
                    <a:pt x="97" y="434"/>
                    <a:pt x="217" y="434"/>
                  </a:cubicBezTo>
                  <a:cubicBezTo>
                    <a:pt x="336" y="434"/>
                    <a:pt x="434" y="337"/>
                    <a:pt x="434" y="217"/>
                  </a:cubicBezTo>
                  <a:cubicBezTo>
                    <a:pt x="434" y="98"/>
                    <a:pt x="336"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6"/>
            <p:cNvSpPr/>
            <p:nvPr/>
          </p:nvSpPr>
          <p:spPr>
            <a:xfrm>
              <a:off x="2410275"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6"/>
            <p:cNvSpPr/>
            <p:nvPr/>
          </p:nvSpPr>
          <p:spPr>
            <a:xfrm>
              <a:off x="241567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6"/>
            <p:cNvSpPr/>
            <p:nvPr/>
          </p:nvSpPr>
          <p:spPr>
            <a:xfrm>
              <a:off x="2386600" y="1783075"/>
              <a:ext cx="10875" cy="10850"/>
            </a:xfrm>
            <a:custGeom>
              <a:rect b="b" l="l" r="r" t="t"/>
              <a:pathLst>
                <a:path extrusionOk="0" h="434" w="435">
                  <a:moveTo>
                    <a:pt x="218" y="0"/>
                  </a:moveTo>
                  <a:cubicBezTo>
                    <a:pt x="98" y="0"/>
                    <a:pt x="1" y="98"/>
                    <a:pt x="1" y="217"/>
                  </a:cubicBezTo>
                  <a:cubicBezTo>
                    <a:pt x="1" y="336"/>
                    <a:pt x="98"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6"/>
            <p:cNvSpPr/>
            <p:nvPr/>
          </p:nvSpPr>
          <p:spPr>
            <a:xfrm>
              <a:off x="2386600" y="1806725"/>
              <a:ext cx="10875" cy="10850"/>
            </a:xfrm>
            <a:custGeom>
              <a:rect b="b" l="l" r="r" t="t"/>
              <a:pathLst>
                <a:path extrusionOk="0" h="434" w="435">
                  <a:moveTo>
                    <a:pt x="218" y="0"/>
                  </a:moveTo>
                  <a:cubicBezTo>
                    <a:pt x="98" y="0"/>
                    <a:pt x="1" y="97"/>
                    <a:pt x="1" y="217"/>
                  </a:cubicBezTo>
                  <a:cubicBezTo>
                    <a:pt x="1" y="337"/>
                    <a:pt x="98"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6"/>
            <p:cNvSpPr/>
            <p:nvPr/>
          </p:nvSpPr>
          <p:spPr>
            <a:xfrm>
              <a:off x="2386600" y="1830375"/>
              <a:ext cx="10875" cy="10875"/>
            </a:xfrm>
            <a:custGeom>
              <a:rect b="b" l="l" r="r" t="t"/>
              <a:pathLst>
                <a:path extrusionOk="0" h="435" w="435">
                  <a:moveTo>
                    <a:pt x="218" y="1"/>
                  </a:moveTo>
                  <a:cubicBezTo>
                    <a:pt x="98" y="1"/>
                    <a:pt x="1" y="98"/>
                    <a:pt x="1" y="217"/>
                  </a:cubicBezTo>
                  <a:cubicBezTo>
                    <a:pt x="1" y="337"/>
                    <a:pt x="98"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6"/>
            <p:cNvSpPr/>
            <p:nvPr/>
          </p:nvSpPr>
          <p:spPr>
            <a:xfrm>
              <a:off x="2386600" y="1854025"/>
              <a:ext cx="10875" cy="10850"/>
            </a:xfrm>
            <a:custGeom>
              <a:rect b="b" l="l" r="r" t="t"/>
              <a:pathLst>
                <a:path extrusionOk="0" h="434" w="435">
                  <a:moveTo>
                    <a:pt x="218" y="0"/>
                  </a:moveTo>
                  <a:cubicBezTo>
                    <a:pt x="98" y="0"/>
                    <a:pt x="1" y="98"/>
                    <a:pt x="1" y="217"/>
                  </a:cubicBezTo>
                  <a:cubicBezTo>
                    <a:pt x="1" y="336"/>
                    <a:pt x="98"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6"/>
            <p:cNvSpPr/>
            <p:nvPr/>
          </p:nvSpPr>
          <p:spPr>
            <a:xfrm>
              <a:off x="2386600" y="1877700"/>
              <a:ext cx="10875" cy="10850"/>
            </a:xfrm>
            <a:custGeom>
              <a:rect b="b" l="l" r="r" t="t"/>
              <a:pathLst>
                <a:path extrusionOk="0" h="434" w="435">
                  <a:moveTo>
                    <a:pt x="218" y="0"/>
                  </a:moveTo>
                  <a:cubicBezTo>
                    <a:pt x="98" y="0"/>
                    <a:pt x="1" y="97"/>
                    <a:pt x="1" y="217"/>
                  </a:cubicBezTo>
                  <a:cubicBezTo>
                    <a:pt x="1" y="337"/>
                    <a:pt x="98"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6"/>
            <p:cNvSpPr/>
            <p:nvPr/>
          </p:nvSpPr>
          <p:spPr>
            <a:xfrm>
              <a:off x="2386600" y="1901325"/>
              <a:ext cx="10875" cy="10875"/>
            </a:xfrm>
            <a:custGeom>
              <a:rect b="b" l="l" r="r" t="t"/>
              <a:pathLst>
                <a:path extrusionOk="0" h="435" w="435">
                  <a:moveTo>
                    <a:pt x="218" y="1"/>
                  </a:moveTo>
                  <a:cubicBezTo>
                    <a:pt x="98" y="1"/>
                    <a:pt x="1" y="98"/>
                    <a:pt x="1" y="217"/>
                  </a:cubicBezTo>
                  <a:cubicBezTo>
                    <a:pt x="1" y="337"/>
                    <a:pt x="98"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6"/>
            <p:cNvSpPr/>
            <p:nvPr/>
          </p:nvSpPr>
          <p:spPr>
            <a:xfrm>
              <a:off x="2386600" y="1925025"/>
              <a:ext cx="10875" cy="5425"/>
            </a:xfrm>
            <a:custGeom>
              <a:rect b="b" l="l" r="r" t="t"/>
              <a:pathLst>
                <a:path extrusionOk="0" h="217" w="435">
                  <a:moveTo>
                    <a:pt x="218" y="0"/>
                  </a:moveTo>
                  <a:cubicBezTo>
                    <a:pt x="98" y="0"/>
                    <a:pt x="1" y="97"/>
                    <a:pt x="1" y="217"/>
                  </a:cubicBezTo>
                  <a:lnTo>
                    <a:pt x="434" y="217"/>
                  </a:lnTo>
                  <a:cubicBezTo>
                    <a:pt x="434" y="97"/>
                    <a:pt x="338"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6"/>
            <p:cNvSpPr/>
            <p:nvPr/>
          </p:nvSpPr>
          <p:spPr>
            <a:xfrm>
              <a:off x="239202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6"/>
            <p:cNvSpPr/>
            <p:nvPr/>
          </p:nvSpPr>
          <p:spPr>
            <a:xfrm>
              <a:off x="2362950" y="178307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6"/>
            <p:cNvSpPr/>
            <p:nvPr/>
          </p:nvSpPr>
          <p:spPr>
            <a:xfrm>
              <a:off x="2362950" y="1806725"/>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6"/>
            <p:cNvSpPr/>
            <p:nvPr/>
          </p:nvSpPr>
          <p:spPr>
            <a:xfrm>
              <a:off x="2362950"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6"/>
            <p:cNvSpPr/>
            <p:nvPr/>
          </p:nvSpPr>
          <p:spPr>
            <a:xfrm>
              <a:off x="2362950"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6"/>
            <p:cNvSpPr/>
            <p:nvPr/>
          </p:nvSpPr>
          <p:spPr>
            <a:xfrm>
              <a:off x="2362950"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6"/>
            <p:cNvSpPr/>
            <p:nvPr/>
          </p:nvSpPr>
          <p:spPr>
            <a:xfrm>
              <a:off x="2362950"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6"/>
            <p:cNvSpPr/>
            <p:nvPr/>
          </p:nvSpPr>
          <p:spPr>
            <a:xfrm>
              <a:off x="2362950" y="1925025"/>
              <a:ext cx="10875" cy="5425"/>
            </a:xfrm>
            <a:custGeom>
              <a:rect b="b" l="l" r="r" t="t"/>
              <a:pathLst>
                <a:path extrusionOk="0" h="217" w="435">
                  <a:moveTo>
                    <a:pt x="217" y="0"/>
                  </a:moveTo>
                  <a:cubicBezTo>
                    <a:pt x="98" y="0"/>
                    <a:pt x="1" y="97"/>
                    <a:pt x="1"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6"/>
            <p:cNvSpPr/>
            <p:nvPr/>
          </p:nvSpPr>
          <p:spPr>
            <a:xfrm>
              <a:off x="2368375" y="1935850"/>
              <a:ext cx="25" cy="25"/>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6"/>
            <p:cNvSpPr/>
            <p:nvPr/>
          </p:nvSpPr>
          <p:spPr>
            <a:xfrm>
              <a:off x="2339325" y="1806725"/>
              <a:ext cx="10850" cy="10850"/>
            </a:xfrm>
            <a:custGeom>
              <a:rect b="b" l="l" r="r" t="t"/>
              <a:pathLst>
                <a:path extrusionOk="0" h="434" w="434">
                  <a:moveTo>
                    <a:pt x="217" y="0"/>
                  </a:moveTo>
                  <a:cubicBezTo>
                    <a:pt x="97" y="0"/>
                    <a:pt x="0" y="97"/>
                    <a:pt x="0" y="217"/>
                  </a:cubicBezTo>
                  <a:cubicBezTo>
                    <a:pt x="0" y="337"/>
                    <a:pt x="97" y="434"/>
                    <a:pt x="217" y="434"/>
                  </a:cubicBezTo>
                  <a:cubicBezTo>
                    <a:pt x="336" y="434"/>
                    <a:pt x="434" y="337"/>
                    <a:pt x="434" y="217"/>
                  </a:cubicBezTo>
                  <a:cubicBezTo>
                    <a:pt x="434" y="97"/>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6"/>
            <p:cNvSpPr/>
            <p:nvPr/>
          </p:nvSpPr>
          <p:spPr>
            <a:xfrm>
              <a:off x="2339325" y="1830375"/>
              <a:ext cx="10850" cy="10875"/>
            </a:xfrm>
            <a:custGeom>
              <a:rect b="b" l="l" r="r" t="t"/>
              <a:pathLst>
                <a:path extrusionOk="0" h="435" w="434">
                  <a:moveTo>
                    <a:pt x="217" y="1"/>
                  </a:moveTo>
                  <a:cubicBezTo>
                    <a:pt x="97" y="1"/>
                    <a:pt x="0" y="98"/>
                    <a:pt x="0" y="217"/>
                  </a:cubicBezTo>
                  <a:cubicBezTo>
                    <a:pt x="0" y="337"/>
                    <a:pt x="97" y="434"/>
                    <a:pt x="217" y="434"/>
                  </a:cubicBezTo>
                  <a:cubicBezTo>
                    <a:pt x="336" y="434"/>
                    <a:pt x="434" y="337"/>
                    <a:pt x="434" y="217"/>
                  </a:cubicBezTo>
                  <a:cubicBezTo>
                    <a:pt x="434" y="98"/>
                    <a:pt x="336"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6"/>
            <p:cNvSpPr/>
            <p:nvPr/>
          </p:nvSpPr>
          <p:spPr>
            <a:xfrm>
              <a:off x="2339325" y="1854025"/>
              <a:ext cx="10850" cy="10850"/>
            </a:xfrm>
            <a:custGeom>
              <a:rect b="b" l="l" r="r" t="t"/>
              <a:pathLst>
                <a:path extrusionOk="0" h="434" w="434">
                  <a:moveTo>
                    <a:pt x="217" y="0"/>
                  </a:moveTo>
                  <a:cubicBezTo>
                    <a:pt x="97" y="0"/>
                    <a:pt x="0" y="98"/>
                    <a:pt x="0" y="217"/>
                  </a:cubicBezTo>
                  <a:cubicBezTo>
                    <a:pt x="0" y="336"/>
                    <a:pt x="97" y="433"/>
                    <a:pt x="217" y="433"/>
                  </a:cubicBezTo>
                  <a:cubicBezTo>
                    <a:pt x="336" y="433"/>
                    <a:pt x="434" y="336"/>
                    <a:pt x="434" y="217"/>
                  </a:cubicBezTo>
                  <a:cubicBezTo>
                    <a:pt x="434" y="98"/>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6"/>
            <p:cNvSpPr/>
            <p:nvPr/>
          </p:nvSpPr>
          <p:spPr>
            <a:xfrm>
              <a:off x="2339325" y="1877700"/>
              <a:ext cx="10850" cy="10850"/>
            </a:xfrm>
            <a:custGeom>
              <a:rect b="b" l="l" r="r" t="t"/>
              <a:pathLst>
                <a:path extrusionOk="0" h="434" w="434">
                  <a:moveTo>
                    <a:pt x="217" y="0"/>
                  </a:moveTo>
                  <a:cubicBezTo>
                    <a:pt x="97" y="0"/>
                    <a:pt x="0" y="97"/>
                    <a:pt x="0" y="217"/>
                  </a:cubicBezTo>
                  <a:cubicBezTo>
                    <a:pt x="0" y="337"/>
                    <a:pt x="97" y="434"/>
                    <a:pt x="217" y="434"/>
                  </a:cubicBezTo>
                  <a:cubicBezTo>
                    <a:pt x="336" y="434"/>
                    <a:pt x="434" y="337"/>
                    <a:pt x="434" y="217"/>
                  </a:cubicBezTo>
                  <a:cubicBezTo>
                    <a:pt x="434" y="97"/>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6"/>
            <p:cNvSpPr/>
            <p:nvPr/>
          </p:nvSpPr>
          <p:spPr>
            <a:xfrm>
              <a:off x="2339325" y="1901325"/>
              <a:ext cx="10850" cy="10875"/>
            </a:xfrm>
            <a:custGeom>
              <a:rect b="b" l="l" r="r" t="t"/>
              <a:pathLst>
                <a:path extrusionOk="0" h="435" w="434">
                  <a:moveTo>
                    <a:pt x="217" y="1"/>
                  </a:moveTo>
                  <a:cubicBezTo>
                    <a:pt x="97" y="1"/>
                    <a:pt x="0" y="98"/>
                    <a:pt x="0" y="217"/>
                  </a:cubicBezTo>
                  <a:cubicBezTo>
                    <a:pt x="0" y="337"/>
                    <a:pt x="97" y="434"/>
                    <a:pt x="217" y="434"/>
                  </a:cubicBezTo>
                  <a:cubicBezTo>
                    <a:pt x="336" y="434"/>
                    <a:pt x="434" y="337"/>
                    <a:pt x="434" y="217"/>
                  </a:cubicBezTo>
                  <a:cubicBezTo>
                    <a:pt x="434" y="98"/>
                    <a:pt x="336"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6"/>
            <p:cNvSpPr/>
            <p:nvPr/>
          </p:nvSpPr>
          <p:spPr>
            <a:xfrm>
              <a:off x="2339325"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6"/>
            <p:cNvSpPr/>
            <p:nvPr/>
          </p:nvSpPr>
          <p:spPr>
            <a:xfrm>
              <a:off x="234472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6"/>
            <p:cNvSpPr/>
            <p:nvPr/>
          </p:nvSpPr>
          <p:spPr>
            <a:xfrm>
              <a:off x="2376850" y="1811025"/>
              <a:ext cx="290625" cy="96875"/>
            </a:xfrm>
            <a:custGeom>
              <a:rect b="b" l="l" r="r" t="t"/>
              <a:pathLst>
                <a:path extrusionOk="0" h="3875" w="11625">
                  <a:moveTo>
                    <a:pt x="694" y="1"/>
                  </a:moveTo>
                  <a:cubicBezTo>
                    <a:pt x="675" y="1"/>
                    <a:pt x="654" y="2"/>
                    <a:pt x="634" y="4"/>
                  </a:cubicBezTo>
                  <a:cubicBezTo>
                    <a:pt x="279" y="32"/>
                    <a:pt x="1" y="350"/>
                    <a:pt x="1" y="726"/>
                  </a:cubicBezTo>
                  <a:lnTo>
                    <a:pt x="1" y="3875"/>
                  </a:lnTo>
                  <a:lnTo>
                    <a:pt x="11624" y="3875"/>
                  </a:lnTo>
                  <a:lnTo>
                    <a:pt x="11624" y="726"/>
                  </a:lnTo>
                  <a:cubicBezTo>
                    <a:pt x="11624" y="351"/>
                    <a:pt x="11346" y="33"/>
                    <a:pt x="10989" y="4"/>
                  </a:cubicBezTo>
                  <a:cubicBezTo>
                    <a:pt x="10969" y="2"/>
                    <a:pt x="10949" y="1"/>
                    <a:pt x="10931" y="1"/>
                  </a:cubicBezTo>
                  <a:cubicBezTo>
                    <a:pt x="10622" y="1"/>
                    <a:pt x="10353" y="205"/>
                    <a:pt x="10266" y="495"/>
                  </a:cubicBezTo>
                  <a:lnTo>
                    <a:pt x="10262" y="822"/>
                  </a:lnTo>
                  <a:cubicBezTo>
                    <a:pt x="10247" y="1849"/>
                    <a:pt x="9400" y="2685"/>
                    <a:pt x="8373" y="2685"/>
                  </a:cubicBezTo>
                  <a:cubicBezTo>
                    <a:pt x="7354" y="2685"/>
                    <a:pt x="6505" y="1856"/>
                    <a:pt x="6485" y="836"/>
                  </a:cubicBezTo>
                  <a:lnTo>
                    <a:pt x="6479" y="497"/>
                  </a:lnTo>
                  <a:cubicBezTo>
                    <a:pt x="6393" y="206"/>
                    <a:pt x="6123" y="1"/>
                    <a:pt x="5813" y="1"/>
                  </a:cubicBezTo>
                  <a:cubicBezTo>
                    <a:pt x="5505" y="1"/>
                    <a:pt x="5238" y="203"/>
                    <a:pt x="5149" y="491"/>
                  </a:cubicBezTo>
                  <a:lnTo>
                    <a:pt x="5148" y="801"/>
                  </a:lnTo>
                  <a:cubicBezTo>
                    <a:pt x="5146" y="1841"/>
                    <a:pt x="4300" y="2685"/>
                    <a:pt x="3260" y="2685"/>
                  </a:cubicBezTo>
                  <a:lnTo>
                    <a:pt x="3255" y="2685"/>
                  </a:lnTo>
                  <a:cubicBezTo>
                    <a:pt x="2234" y="2685"/>
                    <a:pt x="1387" y="1856"/>
                    <a:pt x="1366" y="836"/>
                  </a:cubicBezTo>
                  <a:lnTo>
                    <a:pt x="1360" y="498"/>
                  </a:lnTo>
                  <a:cubicBezTo>
                    <a:pt x="1274" y="206"/>
                    <a:pt x="1004" y="1"/>
                    <a:pt x="6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6"/>
            <p:cNvSpPr/>
            <p:nvPr/>
          </p:nvSpPr>
          <p:spPr>
            <a:xfrm>
              <a:off x="2329025" y="1763225"/>
              <a:ext cx="386250" cy="192525"/>
            </a:xfrm>
            <a:custGeom>
              <a:rect b="b" l="l" r="r" t="t"/>
              <a:pathLst>
                <a:path extrusionOk="0" h="7701" w="15450">
                  <a:moveTo>
                    <a:pt x="7725" y="956"/>
                  </a:moveTo>
                  <a:cubicBezTo>
                    <a:pt x="8514" y="956"/>
                    <a:pt x="9197" y="1518"/>
                    <a:pt x="9345" y="2289"/>
                  </a:cubicBezTo>
                  <a:lnTo>
                    <a:pt x="9354" y="2730"/>
                  </a:lnTo>
                  <a:cubicBezTo>
                    <a:pt x="9367" y="3237"/>
                    <a:pt x="9779" y="3643"/>
                    <a:pt x="10285" y="3643"/>
                  </a:cubicBezTo>
                  <a:cubicBezTo>
                    <a:pt x="10541" y="3643"/>
                    <a:pt x="10770" y="3541"/>
                    <a:pt x="10940" y="3372"/>
                  </a:cubicBezTo>
                  <a:cubicBezTo>
                    <a:pt x="11109" y="3206"/>
                    <a:pt x="11215" y="2976"/>
                    <a:pt x="11219" y="2721"/>
                  </a:cubicBezTo>
                  <a:lnTo>
                    <a:pt x="11221" y="2289"/>
                  </a:lnTo>
                  <a:cubicBezTo>
                    <a:pt x="11372" y="1517"/>
                    <a:pt x="12053" y="956"/>
                    <a:pt x="12840" y="956"/>
                  </a:cubicBezTo>
                  <a:cubicBezTo>
                    <a:pt x="12886" y="956"/>
                    <a:pt x="12933" y="958"/>
                    <a:pt x="12980" y="962"/>
                  </a:cubicBezTo>
                  <a:cubicBezTo>
                    <a:pt x="13841" y="1033"/>
                    <a:pt x="14492" y="1773"/>
                    <a:pt x="14492" y="2638"/>
                  </a:cubicBezTo>
                  <a:lnTo>
                    <a:pt x="14492" y="6745"/>
                  </a:lnTo>
                  <a:lnTo>
                    <a:pt x="956" y="6745"/>
                  </a:lnTo>
                  <a:lnTo>
                    <a:pt x="956" y="2638"/>
                  </a:lnTo>
                  <a:cubicBezTo>
                    <a:pt x="956" y="1773"/>
                    <a:pt x="1607" y="1033"/>
                    <a:pt x="2468" y="962"/>
                  </a:cubicBezTo>
                  <a:cubicBezTo>
                    <a:pt x="2515" y="958"/>
                    <a:pt x="2562" y="956"/>
                    <a:pt x="2608" y="956"/>
                  </a:cubicBezTo>
                  <a:cubicBezTo>
                    <a:pt x="3399" y="956"/>
                    <a:pt x="4077" y="1518"/>
                    <a:pt x="4227" y="2289"/>
                  </a:cubicBezTo>
                  <a:lnTo>
                    <a:pt x="4236" y="2726"/>
                  </a:lnTo>
                  <a:cubicBezTo>
                    <a:pt x="4244" y="3233"/>
                    <a:pt x="4660" y="3641"/>
                    <a:pt x="5167" y="3641"/>
                  </a:cubicBezTo>
                  <a:lnTo>
                    <a:pt x="5173" y="3641"/>
                  </a:lnTo>
                  <a:cubicBezTo>
                    <a:pt x="5687" y="3641"/>
                    <a:pt x="6105" y="3223"/>
                    <a:pt x="6105" y="2710"/>
                  </a:cubicBezTo>
                  <a:lnTo>
                    <a:pt x="6105" y="2289"/>
                  </a:lnTo>
                  <a:cubicBezTo>
                    <a:pt x="6255" y="1518"/>
                    <a:pt x="6933" y="956"/>
                    <a:pt x="7725" y="956"/>
                  </a:cubicBezTo>
                  <a:close/>
                  <a:moveTo>
                    <a:pt x="2606" y="0"/>
                  </a:moveTo>
                  <a:cubicBezTo>
                    <a:pt x="1886" y="0"/>
                    <a:pt x="1235" y="291"/>
                    <a:pt x="765" y="762"/>
                  </a:cubicBezTo>
                  <a:cubicBezTo>
                    <a:pt x="292" y="1236"/>
                    <a:pt x="1" y="1887"/>
                    <a:pt x="1" y="2607"/>
                  </a:cubicBezTo>
                  <a:lnTo>
                    <a:pt x="1" y="7700"/>
                  </a:lnTo>
                  <a:lnTo>
                    <a:pt x="15449" y="7700"/>
                  </a:lnTo>
                  <a:lnTo>
                    <a:pt x="15449" y="2607"/>
                  </a:lnTo>
                  <a:cubicBezTo>
                    <a:pt x="15449" y="1165"/>
                    <a:pt x="14284" y="0"/>
                    <a:pt x="12842" y="0"/>
                  </a:cubicBezTo>
                  <a:cubicBezTo>
                    <a:pt x="11573" y="0"/>
                    <a:pt x="10515" y="907"/>
                    <a:pt x="10285" y="2109"/>
                  </a:cubicBezTo>
                  <a:cubicBezTo>
                    <a:pt x="10052" y="907"/>
                    <a:pt x="8994" y="0"/>
                    <a:pt x="7725" y="0"/>
                  </a:cubicBezTo>
                  <a:cubicBezTo>
                    <a:pt x="7091" y="0"/>
                    <a:pt x="6507" y="227"/>
                    <a:pt x="6055" y="602"/>
                  </a:cubicBezTo>
                  <a:cubicBezTo>
                    <a:pt x="5604" y="981"/>
                    <a:pt x="5284" y="1507"/>
                    <a:pt x="5167" y="2109"/>
                  </a:cubicBezTo>
                  <a:cubicBezTo>
                    <a:pt x="4933" y="907"/>
                    <a:pt x="3876" y="0"/>
                    <a:pt x="26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 name="Google Shape;454;p6"/>
          <p:cNvGrpSpPr/>
          <p:nvPr/>
        </p:nvGrpSpPr>
        <p:grpSpPr>
          <a:xfrm>
            <a:off x="8197628" y="55745"/>
            <a:ext cx="311019" cy="311110"/>
            <a:chOff x="5038846" y="235350"/>
            <a:chExt cx="158691" cy="158738"/>
          </a:xfrm>
        </p:grpSpPr>
        <p:sp>
          <p:nvSpPr>
            <p:cNvPr id="455" name="Google Shape;455;p6"/>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6"/>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 name="Google Shape;457;p6"/>
          <p:cNvGrpSpPr/>
          <p:nvPr/>
        </p:nvGrpSpPr>
        <p:grpSpPr>
          <a:xfrm>
            <a:off x="-233915" y="779649"/>
            <a:ext cx="655196" cy="968064"/>
            <a:chOff x="3074375" y="2791788"/>
            <a:chExt cx="262425" cy="387738"/>
          </a:xfrm>
        </p:grpSpPr>
        <p:sp>
          <p:nvSpPr>
            <p:cNvPr id="458" name="Google Shape;458;p6"/>
            <p:cNvSpPr/>
            <p:nvPr/>
          </p:nvSpPr>
          <p:spPr>
            <a:xfrm>
              <a:off x="3074396" y="2791788"/>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 name="Google Shape;459;p6"/>
            <p:cNvGrpSpPr/>
            <p:nvPr/>
          </p:nvGrpSpPr>
          <p:grpSpPr>
            <a:xfrm>
              <a:off x="3074375" y="2791800"/>
              <a:ext cx="262425" cy="387725"/>
              <a:chOff x="3074375" y="2791800"/>
              <a:chExt cx="262425" cy="387725"/>
            </a:xfrm>
          </p:grpSpPr>
          <p:sp>
            <p:nvSpPr>
              <p:cNvPr id="460" name="Google Shape;460;p6"/>
              <p:cNvSpPr/>
              <p:nvPr/>
            </p:nvSpPr>
            <p:spPr>
              <a:xfrm>
                <a:off x="3074425" y="2791925"/>
                <a:ext cx="262375" cy="387600"/>
              </a:xfrm>
              <a:custGeom>
                <a:rect b="b" l="l" r="r" t="t"/>
                <a:pathLst>
                  <a:path extrusionOk="0" h="15504" w="10495">
                    <a:moveTo>
                      <a:pt x="0" y="1"/>
                    </a:moveTo>
                    <a:lnTo>
                      <a:pt x="0" y="10256"/>
                    </a:lnTo>
                    <a:cubicBezTo>
                      <a:pt x="0" y="10416"/>
                      <a:pt x="9" y="10575"/>
                      <a:pt x="22" y="10733"/>
                    </a:cubicBezTo>
                    <a:cubicBezTo>
                      <a:pt x="31" y="10834"/>
                      <a:pt x="44" y="10937"/>
                      <a:pt x="59" y="11038"/>
                    </a:cubicBezTo>
                    <a:cubicBezTo>
                      <a:pt x="62" y="11068"/>
                      <a:pt x="67" y="11099"/>
                      <a:pt x="73" y="11128"/>
                    </a:cubicBezTo>
                    <a:cubicBezTo>
                      <a:pt x="86" y="11208"/>
                      <a:pt x="102" y="11288"/>
                      <a:pt x="118" y="11367"/>
                    </a:cubicBezTo>
                    <a:cubicBezTo>
                      <a:pt x="180" y="11653"/>
                      <a:pt x="266" y="11930"/>
                      <a:pt x="371" y="12196"/>
                    </a:cubicBezTo>
                    <a:cubicBezTo>
                      <a:pt x="479" y="12468"/>
                      <a:pt x="609" y="12730"/>
                      <a:pt x="760" y="12977"/>
                    </a:cubicBezTo>
                    <a:cubicBezTo>
                      <a:pt x="865" y="13148"/>
                      <a:pt x="977" y="13311"/>
                      <a:pt x="1099" y="13468"/>
                    </a:cubicBezTo>
                    <a:cubicBezTo>
                      <a:pt x="1209" y="13609"/>
                      <a:pt x="1325" y="13744"/>
                      <a:pt x="1449" y="13873"/>
                    </a:cubicBezTo>
                    <a:cubicBezTo>
                      <a:pt x="1473" y="13898"/>
                      <a:pt x="1496" y="13923"/>
                      <a:pt x="1520" y="13947"/>
                    </a:cubicBezTo>
                    <a:lnTo>
                      <a:pt x="1538" y="13965"/>
                    </a:lnTo>
                    <a:cubicBezTo>
                      <a:pt x="1646" y="14074"/>
                      <a:pt x="1761" y="14177"/>
                      <a:pt x="1879" y="14278"/>
                    </a:cubicBezTo>
                    <a:cubicBezTo>
                      <a:pt x="1962" y="14348"/>
                      <a:pt x="2048" y="14415"/>
                      <a:pt x="2137" y="14481"/>
                    </a:cubicBezTo>
                    <a:cubicBezTo>
                      <a:pt x="2177" y="14511"/>
                      <a:pt x="2219" y="14542"/>
                      <a:pt x="2260" y="14570"/>
                    </a:cubicBezTo>
                    <a:cubicBezTo>
                      <a:pt x="2425" y="14683"/>
                      <a:pt x="2595" y="14789"/>
                      <a:pt x="2771" y="14883"/>
                    </a:cubicBezTo>
                    <a:cubicBezTo>
                      <a:pt x="2790" y="14894"/>
                      <a:pt x="2806" y="14903"/>
                      <a:pt x="2825" y="14912"/>
                    </a:cubicBezTo>
                    <a:cubicBezTo>
                      <a:pt x="2889" y="14945"/>
                      <a:pt x="2954" y="14977"/>
                      <a:pt x="3019" y="15008"/>
                    </a:cubicBezTo>
                    <a:cubicBezTo>
                      <a:pt x="3179" y="15084"/>
                      <a:pt x="3344" y="15151"/>
                      <a:pt x="3512" y="15209"/>
                    </a:cubicBezTo>
                    <a:cubicBezTo>
                      <a:pt x="3550" y="15223"/>
                      <a:pt x="3589" y="15235"/>
                      <a:pt x="3627" y="15249"/>
                    </a:cubicBezTo>
                    <a:cubicBezTo>
                      <a:pt x="3774" y="15296"/>
                      <a:pt x="3922" y="15337"/>
                      <a:pt x="4075" y="15372"/>
                    </a:cubicBezTo>
                    <a:cubicBezTo>
                      <a:pt x="4117" y="15382"/>
                      <a:pt x="4158" y="15392"/>
                      <a:pt x="4201" y="15399"/>
                    </a:cubicBezTo>
                    <a:cubicBezTo>
                      <a:pt x="4426" y="15446"/>
                      <a:pt x="4655" y="15477"/>
                      <a:pt x="4889" y="15492"/>
                    </a:cubicBezTo>
                    <a:cubicBezTo>
                      <a:pt x="5008" y="15500"/>
                      <a:pt x="5127" y="15504"/>
                      <a:pt x="5248" y="15504"/>
                    </a:cubicBezTo>
                    <a:cubicBezTo>
                      <a:pt x="5358" y="15504"/>
                      <a:pt x="5468" y="15500"/>
                      <a:pt x="5576" y="15493"/>
                    </a:cubicBezTo>
                    <a:cubicBezTo>
                      <a:pt x="5690" y="15486"/>
                      <a:pt x="5801" y="15476"/>
                      <a:pt x="5913" y="15461"/>
                    </a:cubicBezTo>
                    <a:cubicBezTo>
                      <a:pt x="5937" y="15457"/>
                      <a:pt x="5963" y="15455"/>
                      <a:pt x="5989" y="15451"/>
                    </a:cubicBezTo>
                    <a:cubicBezTo>
                      <a:pt x="6082" y="15439"/>
                      <a:pt x="6174" y="15423"/>
                      <a:pt x="6264" y="15404"/>
                    </a:cubicBezTo>
                    <a:cubicBezTo>
                      <a:pt x="6365" y="15384"/>
                      <a:pt x="6464" y="15362"/>
                      <a:pt x="6563" y="15336"/>
                    </a:cubicBezTo>
                    <a:cubicBezTo>
                      <a:pt x="6695" y="15302"/>
                      <a:pt x="6824" y="15264"/>
                      <a:pt x="6951" y="15220"/>
                    </a:cubicBezTo>
                    <a:cubicBezTo>
                      <a:pt x="7098" y="15170"/>
                      <a:pt x="7242" y="15113"/>
                      <a:pt x="7381" y="15052"/>
                    </a:cubicBezTo>
                    <a:cubicBezTo>
                      <a:pt x="7452" y="15019"/>
                      <a:pt x="7526" y="14985"/>
                      <a:pt x="7596" y="14949"/>
                    </a:cubicBezTo>
                    <a:cubicBezTo>
                      <a:pt x="7610" y="14941"/>
                      <a:pt x="7625" y="14935"/>
                      <a:pt x="7639" y="14928"/>
                    </a:cubicBezTo>
                    <a:cubicBezTo>
                      <a:pt x="7715" y="14887"/>
                      <a:pt x="7791" y="14847"/>
                      <a:pt x="7866" y="14804"/>
                    </a:cubicBezTo>
                    <a:cubicBezTo>
                      <a:pt x="8024" y="14712"/>
                      <a:pt x="8178" y="14611"/>
                      <a:pt x="8326" y="14505"/>
                    </a:cubicBezTo>
                    <a:cubicBezTo>
                      <a:pt x="8519" y="14365"/>
                      <a:pt x="8702" y="14213"/>
                      <a:pt x="8873" y="14048"/>
                    </a:cubicBezTo>
                    <a:cubicBezTo>
                      <a:pt x="8921" y="14002"/>
                      <a:pt x="8967" y="13956"/>
                      <a:pt x="9014" y="13908"/>
                    </a:cubicBezTo>
                    <a:cubicBezTo>
                      <a:pt x="9052" y="13868"/>
                      <a:pt x="9091" y="13827"/>
                      <a:pt x="9128" y="13785"/>
                    </a:cubicBezTo>
                    <a:cubicBezTo>
                      <a:pt x="9343" y="13551"/>
                      <a:pt x="9535" y="13298"/>
                      <a:pt x="9702" y="13029"/>
                    </a:cubicBezTo>
                    <a:cubicBezTo>
                      <a:pt x="9721" y="13000"/>
                      <a:pt x="9737" y="12973"/>
                      <a:pt x="9754" y="12944"/>
                    </a:cubicBezTo>
                    <a:cubicBezTo>
                      <a:pt x="9766" y="12924"/>
                      <a:pt x="9779" y="12903"/>
                      <a:pt x="9790" y="12882"/>
                    </a:cubicBezTo>
                    <a:cubicBezTo>
                      <a:pt x="9854" y="12773"/>
                      <a:pt x="9913" y="12662"/>
                      <a:pt x="9968" y="12549"/>
                    </a:cubicBezTo>
                    <a:cubicBezTo>
                      <a:pt x="10132" y="12210"/>
                      <a:pt x="10263" y="11853"/>
                      <a:pt x="10351" y="11479"/>
                    </a:cubicBezTo>
                    <a:cubicBezTo>
                      <a:pt x="10366" y="11421"/>
                      <a:pt x="10379" y="11362"/>
                      <a:pt x="10390" y="11302"/>
                    </a:cubicBezTo>
                    <a:cubicBezTo>
                      <a:pt x="10459" y="10964"/>
                      <a:pt x="10495" y="10613"/>
                      <a:pt x="10495" y="10253"/>
                    </a:cubicBezTo>
                    <a:lnTo>
                      <a:pt x="104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6"/>
              <p:cNvSpPr/>
              <p:nvPr/>
            </p:nvSpPr>
            <p:spPr>
              <a:xfrm>
                <a:off x="3074425" y="2912325"/>
                <a:ext cx="152250" cy="55200"/>
              </a:xfrm>
              <a:custGeom>
                <a:rect b="b" l="l" r="r" t="t"/>
                <a:pathLst>
                  <a:path extrusionOk="0" h="2208" w="6090">
                    <a:moveTo>
                      <a:pt x="0" y="0"/>
                    </a:moveTo>
                    <a:lnTo>
                      <a:pt x="0" y="1144"/>
                    </a:lnTo>
                    <a:cubicBezTo>
                      <a:pt x="1551" y="1827"/>
                      <a:pt x="3267" y="2208"/>
                      <a:pt x="5071" y="2208"/>
                    </a:cubicBezTo>
                    <a:cubicBezTo>
                      <a:pt x="5109" y="2208"/>
                      <a:pt x="5146" y="2208"/>
                      <a:pt x="5185" y="2204"/>
                    </a:cubicBezTo>
                    <a:cubicBezTo>
                      <a:pt x="5198" y="2205"/>
                      <a:pt x="5210" y="2206"/>
                      <a:pt x="5223" y="2206"/>
                    </a:cubicBezTo>
                    <a:cubicBezTo>
                      <a:pt x="5240" y="2206"/>
                      <a:pt x="5257" y="2204"/>
                      <a:pt x="5275" y="2200"/>
                    </a:cubicBezTo>
                    <a:cubicBezTo>
                      <a:pt x="5293" y="2201"/>
                      <a:pt x="5310" y="2202"/>
                      <a:pt x="5327" y="2202"/>
                    </a:cubicBezTo>
                    <a:cubicBezTo>
                      <a:pt x="5357" y="2202"/>
                      <a:pt x="5386" y="2200"/>
                      <a:pt x="5417" y="2196"/>
                    </a:cubicBezTo>
                    <a:cubicBezTo>
                      <a:pt x="5420" y="2198"/>
                      <a:pt x="5424" y="2199"/>
                      <a:pt x="5428" y="2199"/>
                    </a:cubicBezTo>
                    <a:cubicBezTo>
                      <a:pt x="5431" y="2199"/>
                      <a:pt x="5435" y="2198"/>
                      <a:pt x="5438" y="2196"/>
                    </a:cubicBezTo>
                    <a:cubicBezTo>
                      <a:pt x="5439" y="2197"/>
                      <a:pt x="5440" y="2198"/>
                      <a:pt x="5443" y="2198"/>
                    </a:cubicBezTo>
                    <a:cubicBezTo>
                      <a:pt x="5445" y="2198"/>
                      <a:pt x="5447" y="2197"/>
                      <a:pt x="5448" y="2196"/>
                    </a:cubicBezTo>
                    <a:cubicBezTo>
                      <a:pt x="5450" y="2198"/>
                      <a:pt x="5452" y="2199"/>
                      <a:pt x="5453" y="2199"/>
                    </a:cubicBezTo>
                    <a:cubicBezTo>
                      <a:pt x="5455" y="2199"/>
                      <a:pt x="5457" y="2198"/>
                      <a:pt x="5459" y="2196"/>
                    </a:cubicBezTo>
                    <a:cubicBezTo>
                      <a:pt x="5462" y="2198"/>
                      <a:pt x="5467" y="2199"/>
                      <a:pt x="5471" y="2199"/>
                    </a:cubicBezTo>
                    <a:cubicBezTo>
                      <a:pt x="5475" y="2199"/>
                      <a:pt x="5480" y="2198"/>
                      <a:pt x="5483" y="2196"/>
                    </a:cubicBezTo>
                    <a:cubicBezTo>
                      <a:pt x="5485" y="2198"/>
                      <a:pt x="5487" y="2199"/>
                      <a:pt x="5490" y="2199"/>
                    </a:cubicBezTo>
                    <a:cubicBezTo>
                      <a:pt x="5493" y="2199"/>
                      <a:pt x="5495" y="2198"/>
                      <a:pt x="5497" y="2196"/>
                    </a:cubicBezTo>
                    <a:cubicBezTo>
                      <a:pt x="5498" y="2198"/>
                      <a:pt x="5499" y="2198"/>
                      <a:pt x="5501" y="2198"/>
                    </a:cubicBezTo>
                    <a:cubicBezTo>
                      <a:pt x="5503" y="2198"/>
                      <a:pt x="5505" y="2196"/>
                      <a:pt x="5507" y="2196"/>
                    </a:cubicBezTo>
                    <a:lnTo>
                      <a:pt x="5514" y="2196"/>
                    </a:lnTo>
                    <a:cubicBezTo>
                      <a:pt x="5521" y="2196"/>
                      <a:pt x="5525" y="2196"/>
                      <a:pt x="5531" y="2192"/>
                    </a:cubicBezTo>
                    <a:cubicBezTo>
                      <a:pt x="5532" y="2194"/>
                      <a:pt x="5532" y="2195"/>
                      <a:pt x="5533" y="2195"/>
                    </a:cubicBezTo>
                    <a:cubicBezTo>
                      <a:pt x="5534" y="2195"/>
                      <a:pt x="5535" y="2194"/>
                      <a:pt x="5537" y="2192"/>
                    </a:cubicBezTo>
                    <a:cubicBezTo>
                      <a:pt x="5537" y="2192"/>
                      <a:pt x="5538" y="2194"/>
                      <a:pt x="5540" y="2194"/>
                    </a:cubicBezTo>
                    <a:cubicBezTo>
                      <a:pt x="5541" y="2194"/>
                      <a:pt x="5542" y="2194"/>
                      <a:pt x="5543" y="2192"/>
                    </a:cubicBezTo>
                    <a:cubicBezTo>
                      <a:pt x="5545" y="2194"/>
                      <a:pt x="5548" y="2195"/>
                      <a:pt x="5552" y="2195"/>
                    </a:cubicBezTo>
                    <a:cubicBezTo>
                      <a:pt x="5555" y="2195"/>
                      <a:pt x="5559" y="2194"/>
                      <a:pt x="5562" y="2192"/>
                    </a:cubicBezTo>
                    <a:cubicBezTo>
                      <a:pt x="5565" y="2194"/>
                      <a:pt x="5568" y="2195"/>
                      <a:pt x="5573" y="2195"/>
                    </a:cubicBezTo>
                    <a:cubicBezTo>
                      <a:pt x="5577" y="2195"/>
                      <a:pt x="5581" y="2194"/>
                      <a:pt x="5587" y="2192"/>
                    </a:cubicBezTo>
                    <a:lnTo>
                      <a:pt x="5603" y="2192"/>
                    </a:lnTo>
                    <a:cubicBezTo>
                      <a:pt x="5620" y="2192"/>
                      <a:pt x="5636" y="2192"/>
                      <a:pt x="5655" y="2188"/>
                    </a:cubicBezTo>
                    <a:lnTo>
                      <a:pt x="5659" y="2188"/>
                    </a:lnTo>
                    <a:cubicBezTo>
                      <a:pt x="5660" y="2187"/>
                      <a:pt x="5661" y="2187"/>
                      <a:pt x="5661" y="2187"/>
                    </a:cubicBezTo>
                    <a:cubicBezTo>
                      <a:pt x="5662" y="2187"/>
                      <a:pt x="5662" y="2188"/>
                      <a:pt x="5662" y="2188"/>
                    </a:cubicBezTo>
                    <a:cubicBezTo>
                      <a:pt x="5804" y="2181"/>
                      <a:pt x="5948" y="2170"/>
                      <a:pt x="6089" y="2160"/>
                    </a:cubicBezTo>
                    <a:cubicBezTo>
                      <a:pt x="6014" y="2154"/>
                      <a:pt x="5937" y="2146"/>
                      <a:pt x="5862" y="2145"/>
                    </a:cubicBezTo>
                    <a:cubicBezTo>
                      <a:pt x="5840" y="2142"/>
                      <a:pt x="5820" y="2142"/>
                      <a:pt x="5799" y="2138"/>
                    </a:cubicBezTo>
                    <a:cubicBezTo>
                      <a:pt x="5751" y="2135"/>
                      <a:pt x="5702" y="2128"/>
                      <a:pt x="5654" y="2121"/>
                    </a:cubicBezTo>
                    <a:lnTo>
                      <a:pt x="5650" y="2121"/>
                    </a:lnTo>
                    <a:cubicBezTo>
                      <a:pt x="5633" y="2121"/>
                      <a:pt x="5616" y="2118"/>
                      <a:pt x="5598" y="2118"/>
                    </a:cubicBezTo>
                    <a:cubicBezTo>
                      <a:pt x="5594" y="2118"/>
                      <a:pt x="5588" y="2114"/>
                      <a:pt x="5583" y="2114"/>
                    </a:cubicBezTo>
                    <a:lnTo>
                      <a:pt x="5571" y="2114"/>
                    </a:lnTo>
                    <a:cubicBezTo>
                      <a:pt x="5565" y="2114"/>
                      <a:pt x="5557" y="2110"/>
                      <a:pt x="5550" y="2110"/>
                    </a:cubicBezTo>
                    <a:lnTo>
                      <a:pt x="5546" y="2110"/>
                    </a:lnTo>
                    <a:cubicBezTo>
                      <a:pt x="5539" y="2110"/>
                      <a:pt x="5536" y="2110"/>
                      <a:pt x="5532" y="2105"/>
                    </a:cubicBezTo>
                    <a:lnTo>
                      <a:pt x="5515" y="2105"/>
                    </a:lnTo>
                    <a:cubicBezTo>
                      <a:pt x="5513" y="2105"/>
                      <a:pt x="5511" y="2104"/>
                      <a:pt x="5509" y="2104"/>
                    </a:cubicBezTo>
                    <a:cubicBezTo>
                      <a:pt x="5508" y="2104"/>
                      <a:pt x="5506" y="2104"/>
                      <a:pt x="5505" y="2105"/>
                    </a:cubicBezTo>
                    <a:cubicBezTo>
                      <a:pt x="5501" y="2102"/>
                      <a:pt x="5499" y="2102"/>
                      <a:pt x="5495" y="2102"/>
                    </a:cubicBezTo>
                    <a:lnTo>
                      <a:pt x="5491" y="2102"/>
                    </a:lnTo>
                    <a:cubicBezTo>
                      <a:pt x="5480" y="2102"/>
                      <a:pt x="5471" y="2098"/>
                      <a:pt x="5464" y="2098"/>
                    </a:cubicBezTo>
                    <a:cubicBezTo>
                      <a:pt x="5457" y="2098"/>
                      <a:pt x="5449" y="2094"/>
                      <a:pt x="5446" y="2094"/>
                    </a:cubicBezTo>
                    <a:cubicBezTo>
                      <a:pt x="5436" y="2094"/>
                      <a:pt x="5426" y="2090"/>
                      <a:pt x="5415" y="2090"/>
                    </a:cubicBezTo>
                    <a:lnTo>
                      <a:pt x="5411" y="2090"/>
                    </a:lnTo>
                    <a:cubicBezTo>
                      <a:pt x="5370" y="2084"/>
                      <a:pt x="5328" y="2080"/>
                      <a:pt x="5286" y="2073"/>
                    </a:cubicBezTo>
                    <a:cubicBezTo>
                      <a:pt x="5279" y="2069"/>
                      <a:pt x="5272" y="2069"/>
                      <a:pt x="5266" y="2069"/>
                    </a:cubicBezTo>
                    <a:cubicBezTo>
                      <a:pt x="3332" y="1783"/>
                      <a:pt x="1542" y="106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6"/>
              <p:cNvSpPr/>
              <p:nvPr/>
            </p:nvSpPr>
            <p:spPr>
              <a:xfrm>
                <a:off x="3198150" y="2965550"/>
                <a:ext cx="138650" cy="46475"/>
              </a:xfrm>
              <a:custGeom>
                <a:rect b="b" l="l" r="r" t="t"/>
                <a:pathLst>
                  <a:path extrusionOk="0" h="1859" w="5546">
                    <a:moveTo>
                      <a:pt x="1025" y="0"/>
                    </a:moveTo>
                    <a:cubicBezTo>
                      <a:pt x="985" y="0"/>
                      <a:pt x="948" y="0"/>
                      <a:pt x="909" y="3"/>
                    </a:cubicBezTo>
                    <a:cubicBezTo>
                      <a:pt x="899" y="3"/>
                      <a:pt x="889" y="2"/>
                      <a:pt x="879" y="2"/>
                    </a:cubicBezTo>
                    <a:cubicBezTo>
                      <a:pt x="861" y="2"/>
                      <a:pt x="844" y="4"/>
                      <a:pt x="825" y="7"/>
                    </a:cubicBezTo>
                    <a:cubicBezTo>
                      <a:pt x="808" y="7"/>
                      <a:pt x="789" y="6"/>
                      <a:pt x="771" y="6"/>
                    </a:cubicBezTo>
                    <a:cubicBezTo>
                      <a:pt x="739" y="6"/>
                      <a:pt x="707" y="8"/>
                      <a:pt x="676" y="12"/>
                    </a:cubicBezTo>
                    <a:cubicBezTo>
                      <a:pt x="672" y="9"/>
                      <a:pt x="668" y="8"/>
                      <a:pt x="663" y="8"/>
                    </a:cubicBezTo>
                    <a:cubicBezTo>
                      <a:pt x="659" y="8"/>
                      <a:pt x="655" y="9"/>
                      <a:pt x="651" y="12"/>
                    </a:cubicBezTo>
                    <a:cubicBezTo>
                      <a:pt x="650" y="11"/>
                      <a:pt x="648" y="8"/>
                      <a:pt x="646" y="8"/>
                    </a:cubicBezTo>
                    <a:cubicBezTo>
                      <a:pt x="644" y="8"/>
                      <a:pt x="643" y="11"/>
                      <a:pt x="641" y="12"/>
                    </a:cubicBezTo>
                    <a:cubicBezTo>
                      <a:pt x="640" y="9"/>
                      <a:pt x="639" y="8"/>
                      <a:pt x="638" y="8"/>
                    </a:cubicBezTo>
                    <a:cubicBezTo>
                      <a:pt x="638" y="8"/>
                      <a:pt x="637" y="9"/>
                      <a:pt x="634" y="12"/>
                    </a:cubicBezTo>
                    <a:cubicBezTo>
                      <a:pt x="631" y="9"/>
                      <a:pt x="627" y="8"/>
                      <a:pt x="622" y="8"/>
                    </a:cubicBezTo>
                    <a:cubicBezTo>
                      <a:pt x="618" y="8"/>
                      <a:pt x="613" y="9"/>
                      <a:pt x="610" y="12"/>
                    </a:cubicBezTo>
                    <a:cubicBezTo>
                      <a:pt x="606" y="9"/>
                      <a:pt x="603" y="8"/>
                      <a:pt x="601" y="8"/>
                    </a:cubicBezTo>
                    <a:cubicBezTo>
                      <a:pt x="598" y="8"/>
                      <a:pt x="595" y="9"/>
                      <a:pt x="592" y="12"/>
                    </a:cubicBezTo>
                    <a:lnTo>
                      <a:pt x="576" y="12"/>
                    </a:lnTo>
                    <a:cubicBezTo>
                      <a:pt x="568" y="12"/>
                      <a:pt x="565" y="12"/>
                      <a:pt x="558" y="16"/>
                    </a:cubicBezTo>
                    <a:lnTo>
                      <a:pt x="555" y="16"/>
                    </a:lnTo>
                    <a:cubicBezTo>
                      <a:pt x="553" y="14"/>
                      <a:pt x="551" y="13"/>
                      <a:pt x="549" y="13"/>
                    </a:cubicBezTo>
                    <a:cubicBezTo>
                      <a:pt x="548" y="13"/>
                      <a:pt x="546" y="14"/>
                      <a:pt x="545" y="16"/>
                    </a:cubicBezTo>
                    <a:cubicBezTo>
                      <a:pt x="543" y="14"/>
                      <a:pt x="540" y="13"/>
                      <a:pt x="536" y="13"/>
                    </a:cubicBezTo>
                    <a:cubicBezTo>
                      <a:pt x="533" y="13"/>
                      <a:pt x="529" y="14"/>
                      <a:pt x="526" y="16"/>
                    </a:cubicBezTo>
                    <a:cubicBezTo>
                      <a:pt x="523" y="14"/>
                      <a:pt x="519" y="13"/>
                      <a:pt x="515" y="13"/>
                    </a:cubicBezTo>
                    <a:cubicBezTo>
                      <a:pt x="511" y="13"/>
                      <a:pt x="506" y="14"/>
                      <a:pt x="501" y="16"/>
                    </a:cubicBezTo>
                    <a:lnTo>
                      <a:pt x="473" y="16"/>
                    </a:lnTo>
                    <a:cubicBezTo>
                      <a:pt x="462" y="17"/>
                      <a:pt x="449" y="17"/>
                      <a:pt x="436" y="19"/>
                    </a:cubicBezTo>
                    <a:lnTo>
                      <a:pt x="432" y="19"/>
                    </a:lnTo>
                    <a:cubicBezTo>
                      <a:pt x="290" y="27"/>
                      <a:pt x="143" y="37"/>
                      <a:pt x="1" y="48"/>
                    </a:cubicBezTo>
                    <a:cubicBezTo>
                      <a:pt x="77" y="54"/>
                      <a:pt x="155" y="62"/>
                      <a:pt x="231" y="68"/>
                    </a:cubicBezTo>
                    <a:cubicBezTo>
                      <a:pt x="256" y="70"/>
                      <a:pt x="276" y="70"/>
                      <a:pt x="300" y="75"/>
                    </a:cubicBezTo>
                    <a:cubicBezTo>
                      <a:pt x="345" y="79"/>
                      <a:pt x="395" y="86"/>
                      <a:pt x="439" y="93"/>
                    </a:cubicBezTo>
                    <a:lnTo>
                      <a:pt x="444" y="93"/>
                    </a:lnTo>
                    <a:cubicBezTo>
                      <a:pt x="462" y="93"/>
                      <a:pt x="476" y="96"/>
                      <a:pt x="493" y="96"/>
                    </a:cubicBezTo>
                    <a:cubicBezTo>
                      <a:pt x="500" y="96"/>
                      <a:pt x="504" y="100"/>
                      <a:pt x="511" y="100"/>
                    </a:cubicBezTo>
                    <a:lnTo>
                      <a:pt x="525" y="100"/>
                    </a:lnTo>
                    <a:cubicBezTo>
                      <a:pt x="531" y="100"/>
                      <a:pt x="535" y="104"/>
                      <a:pt x="542" y="104"/>
                    </a:cubicBezTo>
                    <a:lnTo>
                      <a:pt x="546" y="104"/>
                    </a:lnTo>
                    <a:cubicBezTo>
                      <a:pt x="552" y="104"/>
                      <a:pt x="558" y="104"/>
                      <a:pt x="562" y="109"/>
                    </a:cubicBezTo>
                    <a:lnTo>
                      <a:pt x="587" y="109"/>
                    </a:lnTo>
                    <a:cubicBezTo>
                      <a:pt x="591" y="113"/>
                      <a:pt x="593" y="113"/>
                      <a:pt x="597" y="113"/>
                    </a:cubicBezTo>
                    <a:lnTo>
                      <a:pt x="606" y="113"/>
                    </a:lnTo>
                    <a:cubicBezTo>
                      <a:pt x="616" y="113"/>
                      <a:pt x="623" y="116"/>
                      <a:pt x="629" y="116"/>
                    </a:cubicBezTo>
                    <a:cubicBezTo>
                      <a:pt x="637" y="116"/>
                      <a:pt x="640" y="116"/>
                      <a:pt x="647" y="120"/>
                    </a:cubicBezTo>
                    <a:cubicBezTo>
                      <a:pt x="657" y="120"/>
                      <a:pt x="671" y="124"/>
                      <a:pt x="681" y="124"/>
                    </a:cubicBezTo>
                    <a:cubicBezTo>
                      <a:pt x="722" y="131"/>
                      <a:pt x="761" y="135"/>
                      <a:pt x="803" y="142"/>
                    </a:cubicBezTo>
                    <a:cubicBezTo>
                      <a:pt x="810" y="142"/>
                      <a:pt x="820" y="146"/>
                      <a:pt x="826" y="146"/>
                    </a:cubicBezTo>
                    <a:cubicBezTo>
                      <a:pt x="2536" y="396"/>
                      <a:pt x="4133" y="992"/>
                      <a:pt x="5546" y="1859"/>
                    </a:cubicBezTo>
                    <a:lnTo>
                      <a:pt x="5546" y="845"/>
                    </a:lnTo>
                    <a:cubicBezTo>
                      <a:pt x="4143" y="305"/>
                      <a:pt x="2619" y="6"/>
                      <a:pt x="1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6"/>
              <p:cNvSpPr/>
              <p:nvPr/>
            </p:nvSpPr>
            <p:spPr>
              <a:xfrm>
                <a:off x="3211425" y="2791800"/>
                <a:ext cx="84900" cy="189025"/>
              </a:xfrm>
              <a:custGeom>
                <a:rect b="b" l="l" r="r" t="t"/>
                <a:pathLst>
                  <a:path extrusionOk="0" h="7561" w="3396">
                    <a:moveTo>
                      <a:pt x="1835" y="1"/>
                    </a:moveTo>
                    <a:cubicBezTo>
                      <a:pt x="671" y="1906"/>
                      <a:pt x="0" y="4144"/>
                      <a:pt x="0" y="6538"/>
                    </a:cubicBezTo>
                    <a:cubicBezTo>
                      <a:pt x="0" y="6580"/>
                      <a:pt x="0" y="6619"/>
                      <a:pt x="4" y="6660"/>
                    </a:cubicBezTo>
                    <a:cubicBezTo>
                      <a:pt x="0" y="6684"/>
                      <a:pt x="0" y="6705"/>
                      <a:pt x="4" y="6729"/>
                    </a:cubicBezTo>
                    <a:cubicBezTo>
                      <a:pt x="4" y="6782"/>
                      <a:pt x="4" y="6832"/>
                      <a:pt x="9" y="6883"/>
                    </a:cubicBezTo>
                    <a:lnTo>
                      <a:pt x="9" y="6949"/>
                    </a:lnTo>
                    <a:cubicBezTo>
                      <a:pt x="9" y="6955"/>
                      <a:pt x="9" y="6963"/>
                      <a:pt x="12" y="6970"/>
                    </a:cubicBezTo>
                    <a:lnTo>
                      <a:pt x="12" y="7055"/>
                    </a:lnTo>
                    <a:cubicBezTo>
                      <a:pt x="12" y="7055"/>
                      <a:pt x="16" y="7055"/>
                      <a:pt x="12" y="7060"/>
                    </a:cubicBezTo>
                    <a:cubicBezTo>
                      <a:pt x="16" y="7064"/>
                      <a:pt x="16" y="7068"/>
                      <a:pt x="12" y="7074"/>
                    </a:cubicBezTo>
                    <a:cubicBezTo>
                      <a:pt x="16" y="7078"/>
                      <a:pt x="16" y="7080"/>
                      <a:pt x="16" y="7084"/>
                    </a:cubicBezTo>
                    <a:lnTo>
                      <a:pt x="16" y="7115"/>
                    </a:lnTo>
                    <a:cubicBezTo>
                      <a:pt x="16" y="7119"/>
                      <a:pt x="20" y="7126"/>
                      <a:pt x="20" y="7130"/>
                    </a:cubicBezTo>
                    <a:cubicBezTo>
                      <a:pt x="26" y="7271"/>
                      <a:pt x="36" y="7419"/>
                      <a:pt x="47" y="7560"/>
                    </a:cubicBezTo>
                    <a:cubicBezTo>
                      <a:pt x="53" y="7481"/>
                      <a:pt x="61" y="7404"/>
                      <a:pt x="67" y="7324"/>
                    </a:cubicBezTo>
                    <a:cubicBezTo>
                      <a:pt x="70" y="7303"/>
                      <a:pt x="70" y="7283"/>
                      <a:pt x="74" y="7262"/>
                    </a:cubicBezTo>
                    <a:lnTo>
                      <a:pt x="74" y="7259"/>
                    </a:lnTo>
                    <a:cubicBezTo>
                      <a:pt x="78" y="7213"/>
                      <a:pt x="86" y="7168"/>
                      <a:pt x="92" y="7123"/>
                    </a:cubicBezTo>
                    <a:lnTo>
                      <a:pt x="92" y="7119"/>
                    </a:lnTo>
                    <a:cubicBezTo>
                      <a:pt x="92" y="7102"/>
                      <a:pt x="96" y="7085"/>
                      <a:pt x="96" y="7068"/>
                    </a:cubicBezTo>
                    <a:cubicBezTo>
                      <a:pt x="96" y="7060"/>
                      <a:pt x="99" y="7055"/>
                      <a:pt x="99" y="7049"/>
                    </a:cubicBezTo>
                    <a:cubicBezTo>
                      <a:pt x="103" y="7049"/>
                      <a:pt x="99" y="7045"/>
                      <a:pt x="99" y="7045"/>
                    </a:cubicBezTo>
                    <a:lnTo>
                      <a:pt x="99" y="7039"/>
                    </a:lnTo>
                    <a:cubicBezTo>
                      <a:pt x="99" y="7033"/>
                      <a:pt x="103" y="7025"/>
                      <a:pt x="103" y="7018"/>
                    </a:cubicBezTo>
                    <a:lnTo>
                      <a:pt x="103" y="7012"/>
                    </a:lnTo>
                    <a:cubicBezTo>
                      <a:pt x="103" y="7008"/>
                      <a:pt x="103" y="7006"/>
                      <a:pt x="108" y="7002"/>
                    </a:cubicBezTo>
                    <a:lnTo>
                      <a:pt x="108" y="6977"/>
                    </a:lnTo>
                    <a:lnTo>
                      <a:pt x="108" y="6973"/>
                    </a:lnTo>
                    <a:cubicBezTo>
                      <a:pt x="112" y="6971"/>
                      <a:pt x="112" y="6967"/>
                      <a:pt x="112" y="6967"/>
                    </a:cubicBezTo>
                    <a:lnTo>
                      <a:pt x="112" y="6961"/>
                    </a:lnTo>
                    <a:cubicBezTo>
                      <a:pt x="112" y="6950"/>
                      <a:pt x="115" y="6941"/>
                      <a:pt x="115" y="6934"/>
                    </a:cubicBezTo>
                    <a:cubicBezTo>
                      <a:pt x="115" y="6925"/>
                      <a:pt x="119" y="6921"/>
                      <a:pt x="119" y="6915"/>
                    </a:cubicBezTo>
                    <a:cubicBezTo>
                      <a:pt x="119" y="6905"/>
                      <a:pt x="123" y="6899"/>
                      <a:pt x="123" y="6888"/>
                    </a:cubicBezTo>
                    <a:lnTo>
                      <a:pt x="123" y="6884"/>
                    </a:lnTo>
                    <a:cubicBezTo>
                      <a:pt x="129" y="6842"/>
                      <a:pt x="133" y="6796"/>
                      <a:pt x="140" y="6755"/>
                    </a:cubicBezTo>
                    <a:cubicBezTo>
                      <a:pt x="140" y="6751"/>
                      <a:pt x="144" y="6745"/>
                      <a:pt x="144" y="6741"/>
                    </a:cubicBezTo>
                    <a:cubicBezTo>
                      <a:pt x="523" y="4152"/>
                      <a:pt x="1692" y="1822"/>
                      <a:pt x="3396" y="2"/>
                    </a:cubicBezTo>
                    <a:lnTo>
                      <a:pt x="33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6"/>
              <p:cNvSpPr/>
              <p:nvPr/>
            </p:nvSpPr>
            <p:spPr>
              <a:xfrm>
                <a:off x="3121350" y="2952350"/>
                <a:ext cx="92075" cy="214750"/>
              </a:xfrm>
              <a:custGeom>
                <a:rect b="b" l="l" r="r" t="t"/>
                <a:pathLst>
                  <a:path extrusionOk="0" h="8590" w="3683">
                    <a:moveTo>
                      <a:pt x="3636" y="1"/>
                    </a:moveTo>
                    <a:cubicBezTo>
                      <a:pt x="3629" y="80"/>
                      <a:pt x="3622" y="157"/>
                      <a:pt x="3615" y="236"/>
                    </a:cubicBezTo>
                    <a:cubicBezTo>
                      <a:pt x="3613" y="254"/>
                      <a:pt x="3613" y="270"/>
                      <a:pt x="3608" y="288"/>
                    </a:cubicBezTo>
                    <a:cubicBezTo>
                      <a:pt x="3606" y="337"/>
                      <a:pt x="3598" y="389"/>
                      <a:pt x="3592" y="437"/>
                    </a:cubicBezTo>
                    <a:cubicBezTo>
                      <a:pt x="3592" y="455"/>
                      <a:pt x="3592" y="472"/>
                      <a:pt x="3588" y="489"/>
                    </a:cubicBezTo>
                    <a:cubicBezTo>
                      <a:pt x="3588" y="497"/>
                      <a:pt x="3588" y="501"/>
                      <a:pt x="3584" y="508"/>
                    </a:cubicBezTo>
                    <a:lnTo>
                      <a:pt x="3584" y="522"/>
                    </a:lnTo>
                    <a:cubicBezTo>
                      <a:pt x="3584" y="528"/>
                      <a:pt x="3581" y="535"/>
                      <a:pt x="3581" y="543"/>
                    </a:cubicBezTo>
                    <a:lnTo>
                      <a:pt x="3581" y="546"/>
                    </a:lnTo>
                    <a:lnTo>
                      <a:pt x="3581" y="556"/>
                    </a:lnTo>
                    <a:cubicBezTo>
                      <a:pt x="3576" y="564"/>
                      <a:pt x="3576" y="568"/>
                      <a:pt x="3576" y="575"/>
                    </a:cubicBezTo>
                    <a:lnTo>
                      <a:pt x="3576" y="585"/>
                    </a:lnTo>
                    <a:cubicBezTo>
                      <a:pt x="3576" y="587"/>
                      <a:pt x="3572" y="589"/>
                      <a:pt x="3572" y="591"/>
                    </a:cubicBezTo>
                    <a:lnTo>
                      <a:pt x="3572" y="597"/>
                    </a:lnTo>
                    <a:lnTo>
                      <a:pt x="3572" y="601"/>
                    </a:lnTo>
                    <a:cubicBezTo>
                      <a:pt x="3572" y="610"/>
                      <a:pt x="3568" y="620"/>
                      <a:pt x="3568" y="626"/>
                    </a:cubicBezTo>
                    <a:cubicBezTo>
                      <a:pt x="3568" y="633"/>
                      <a:pt x="3568" y="638"/>
                      <a:pt x="3565" y="644"/>
                    </a:cubicBezTo>
                    <a:cubicBezTo>
                      <a:pt x="3565" y="654"/>
                      <a:pt x="3565" y="664"/>
                      <a:pt x="3561" y="675"/>
                    </a:cubicBezTo>
                    <a:lnTo>
                      <a:pt x="3561" y="679"/>
                    </a:lnTo>
                    <a:cubicBezTo>
                      <a:pt x="3555" y="721"/>
                      <a:pt x="3551" y="767"/>
                      <a:pt x="3544" y="808"/>
                    </a:cubicBezTo>
                    <a:cubicBezTo>
                      <a:pt x="3544" y="811"/>
                      <a:pt x="3544" y="818"/>
                      <a:pt x="3540" y="824"/>
                    </a:cubicBezTo>
                    <a:cubicBezTo>
                      <a:pt x="3139" y="3551"/>
                      <a:pt x="1860" y="5997"/>
                      <a:pt x="1" y="7857"/>
                    </a:cubicBezTo>
                    <a:cubicBezTo>
                      <a:pt x="84" y="7929"/>
                      <a:pt x="170" y="7996"/>
                      <a:pt x="259" y="8062"/>
                    </a:cubicBezTo>
                    <a:cubicBezTo>
                      <a:pt x="299" y="8092"/>
                      <a:pt x="341" y="8123"/>
                      <a:pt x="382" y="8151"/>
                    </a:cubicBezTo>
                    <a:cubicBezTo>
                      <a:pt x="546" y="8264"/>
                      <a:pt x="717" y="8370"/>
                      <a:pt x="893" y="8464"/>
                    </a:cubicBezTo>
                    <a:cubicBezTo>
                      <a:pt x="911" y="8475"/>
                      <a:pt x="928" y="8484"/>
                      <a:pt x="946" y="8492"/>
                    </a:cubicBezTo>
                    <a:cubicBezTo>
                      <a:pt x="1011" y="8526"/>
                      <a:pt x="1075" y="8558"/>
                      <a:pt x="1141" y="8589"/>
                    </a:cubicBezTo>
                    <a:cubicBezTo>
                      <a:pt x="2733" y="6483"/>
                      <a:pt x="3678" y="3863"/>
                      <a:pt x="3678" y="1020"/>
                    </a:cubicBezTo>
                    <a:cubicBezTo>
                      <a:pt x="3678" y="983"/>
                      <a:pt x="3678" y="941"/>
                      <a:pt x="3680" y="897"/>
                    </a:cubicBezTo>
                    <a:cubicBezTo>
                      <a:pt x="3683" y="871"/>
                      <a:pt x="3683" y="844"/>
                      <a:pt x="3680" y="818"/>
                    </a:cubicBezTo>
                    <a:lnTo>
                      <a:pt x="3680" y="814"/>
                    </a:lnTo>
                    <a:cubicBezTo>
                      <a:pt x="3680" y="767"/>
                      <a:pt x="3680" y="718"/>
                      <a:pt x="3675" y="673"/>
                    </a:cubicBezTo>
                    <a:lnTo>
                      <a:pt x="3675" y="652"/>
                    </a:lnTo>
                    <a:lnTo>
                      <a:pt x="3675" y="646"/>
                    </a:lnTo>
                    <a:lnTo>
                      <a:pt x="3675" y="639"/>
                    </a:lnTo>
                    <a:lnTo>
                      <a:pt x="3675" y="608"/>
                    </a:lnTo>
                    <a:cubicBezTo>
                      <a:pt x="3675" y="601"/>
                      <a:pt x="3675" y="594"/>
                      <a:pt x="3672" y="587"/>
                    </a:cubicBezTo>
                    <a:lnTo>
                      <a:pt x="3672" y="581"/>
                    </a:lnTo>
                    <a:lnTo>
                      <a:pt x="3672" y="575"/>
                    </a:lnTo>
                    <a:lnTo>
                      <a:pt x="3672" y="501"/>
                    </a:lnTo>
                    <a:cubicBezTo>
                      <a:pt x="3668" y="497"/>
                      <a:pt x="3672" y="497"/>
                      <a:pt x="3672" y="497"/>
                    </a:cubicBezTo>
                    <a:cubicBezTo>
                      <a:pt x="3668" y="489"/>
                      <a:pt x="3668" y="487"/>
                      <a:pt x="3672" y="483"/>
                    </a:cubicBezTo>
                    <a:cubicBezTo>
                      <a:pt x="3668" y="481"/>
                      <a:pt x="3668" y="477"/>
                      <a:pt x="3668" y="477"/>
                    </a:cubicBezTo>
                    <a:lnTo>
                      <a:pt x="3668" y="431"/>
                    </a:lnTo>
                    <a:lnTo>
                      <a:pt x="3664" y="431"/>
                    </a:lnTo>
                    <a:cubicBezTo>
                      <a:pt x="3657" y="286"/>
                      <a:pt x="3647" y="142"/>
                      <a:pt x="3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6"/>
              <p:cNvSpPr/>
              <p:nvPr/>
            </p:nvSpPr>
            <p:spPr>
              <a:xfrm>
                <a:off x="3074375" y="2959275"/>
                <a:ext cx="150200" cy="54575"/>
              </a:xfrm>
              <a:custGeom>
                <a:rect b="b" l="l" r="r" t="t"/>
                <a:pathLst>
                  <a:path extrusionOk="0" h="2183" w="6008">
                    <a:moveTo>
                      <a:pt x="6008" y="0"/>
                    </a:moveTo>
                    <a:cubicBezTo>
                      <a:pt x="5935" y="36"/>
                      <a:pt x="5859" y="71"/>
                      <a:pt x="5785" y="104"/>
                    </a:cubicBezTo>
                    <a:cubicBezTo>
                      <a:pt x="5768" y="110"/>
                      <a:pt x="5754" y="118"/>
                      <a:pt x="5739" y="124"/>
                    </a:cubicBezTo>
                    <a:cubicBezTo>
                      <a:pt x="5694" y="141"/>
                      <a:pt x="5649" y="162"/>
                      <a:pt x="5608" y="180"/>
                    </a:cubicBezTo>
                    <a:cubicBezTo>
                      <a:pt x="5608" y="184"/>
                      <a:pt x="5608" y="184"/>
                      <a:pt x="5604" y="184"/>
                    </a:cubicBezTo>
                    <a:cubicBezTo>
                      <a:pt x="5588" y="190"/>
                      <a:pt x="5573" y="197"/>
                      <a:pt x="5559" y="201"/>
                    </a:cubicBezTo>
                    <a:cubicBezTo>
                      <a:pt x="5551" y="204"/>
                      <a:pt x="5547" y="207"/>
                      <a:pt x="5544" y="207"/>
                    </a:cubicBezTo>
                    <a:cubicBezTo>
                      <a:pt x="5542" y="207"/>
                      <a:pt x="5538" y="211"/>
                      <a:pt x="5538" y="211"/>
                    </a:cubicBezTo>
                    <a:lnTo>
                      <a:pt x="5534" y="211"/>
                    </a:lnTo>
                    <a:lnTo>
                      <a:pt x="5534" y="215"/>
                    </a:lnTo>
                    <a:cubicBezTo>
                      <a:pt x="5528" y="215"/>
                      <a:pt x="5520" y="217"/>
                      <a:pt x="5513" y="221"/>
                    </a:cubicBezTo>
                    <a:cubicBezTo>
                      <a:pt x="5511" y="221"/>
                      <a:pt x="5507" y="225"/>
                      <a:pt x="5507" y="225"/>
                    </a:cubicBezTo>
                    <a:cubicBezTo>
                      <a:pt x="5500" y="225"/>
                      <a:pt x="5497" y="230"/>
                      <a:pt x="5493" y="230"/>
                    </a:cubicBezTo>
                    <a:cubicBezTo>
                      <a:pt x="5485" y="232"/>
                      <a:pt x="5482" y="236"/>
                      <a:pt x="5479" y="236"/>
                    </a:cubicBezTo>
                    <a:cubicBezTo>
                      <a:pt x="5479" y="240"/>
                      <a:pt x="5479" y="240"/>
                      <a:pt x="5475" y="240"/>
                    </a:cubicBezTo>
                    <a:lnTo>
                      <a:pt x="5471" y="240"/>
                    </a:lnTo>
                    <a:cubicBezTo>
                      <a:pt x="5468" y="240"/>
                      <a:pt x="5465" y="243"/>
                      <a:pt x="5465" y="243"/>
                    </a:cubicBezTo>
                    <a:cubicBezTo>
                      <a:pt x="5462" y="243"/>
                      <a:pt x="5457" y="243"/>
                      <a:pt x="5457" y="247"/>
                    </a:cubicBezTo>
                    <a:cubicBezTo>
                      <a:pt x="5448" y="251"/>
                      <a:pt x="5440" y="253"/>
                      <a:pt x="5434" y="257"/>
                    </a:cubicBezTo>
                    <a:cubicBezTo>
                      <a:pt x="5425" y="257"/>
                      <a:pt x="5423" y="260"/>
                      <a:pt x="5419" y="264"/>
                    </a:cubicBezTo>
                    <a:cubicBezTo>
                      <a:pt x="5409" y="268"/>
                      <a:pt x="5399" y="271"/>
                      <a:pt x="5388" y="274"/>
                    </a:cubicBezTo>
                    <a:lnTo>
                      <a:pt x="5384" y="274"/>
                    </a:lnTo>
                    <a:lnTo>
                      <a:pt x="5384" y="278"/>
                    </a:lnTo>
                    <a:cubicBezTo>
                      <a:pt x="5347" y="292"/>
                      <a:pt x="5308" y="305"/>
                      <a:pt x="5274" y="319"/>
                    </a:cubicBezTo>
                    <a:cubicBezTo>
                      <a:pt x="5267" y="323"/>
                      <a:pt x="5259" y="326"/>
                      <a:pt x="5253" y="330"/>
                    </a:cubicBezTo>
                    <a:cubicBezTo>
                      <a:pt x="3756" y="923"/>
                      <a:pt x="2195" y="1209"/>
                      <a:pt x="648" y="1209"/>
                    </a:cubicBezTo>
                    <a:cubicBezTo>
                      <a:pt x="432" y="1209"/>
                      <a:pt x="216" y="1204"/>
                      <a:pt x="0" y="1192"/>
                    </a:cubicBezTo>
                    <a:lnTo>
                      <a:pt x="0" y="2182"/>
                    </a:lnTo>
                    <a:cubicBezTo>
                      <a:pt x="1762" y="2025"/>
                      <a:pt x="3517" y="1490"/>
                      <a:pt x="5150" y="549"/>
                    </a:cubicBezTo>
                    <a:cubicBezTo>
                      <a:pt x="5188" y="525"/>
                      <a:pt x="5229" y="504"/>
                      <a:pt x="5269" y="475"/>
                    </a:cubicBezTo>
                    <a:cubicBezTo>
                      <a:pt x="5275" y="473"/>
                      <a:pt x="5281" y="470"/>
                      <a:pt x="5287" y="467"/>
                    </a:cubicBezTo>
                    <a:lnTo>
                      <a:pt x="5289" y="467"/>
                    </a:lnTo>
                    <a:cubicBezTo>
                      <a:pt x="5300" y="460"/>
                      <a:pt x="5310" y="453"/>
                      <a:pt x="5320" y="444"/>
                    </a:cubicBezTo>
                    <a:cubicBezTo>
                      <a:pt x="5362" y="424"/>
                      <a:pt x="5400" y="397"/>
                      <a:pt x="5441" y="369"/>
                    </a:cubicBezTo>
                    <a:cubicBezTo>
                      <a:pt x="5447" y="369"/>
                      <a:pt x="5455" y="365"/>
                      <a:pt x="5462" y="359"/>
                    </a:cubicBezTo>
                    <a:lnTo>
                      <a:pt x="5462" y="354"/>
                    </a:lnTo>
                    <a:lnTo>
                      <a:pt x="5466" y="354"/>
                    </a:lnTo>
                    <a:cubicBezTo>
                      <a:pt x="5468" y="354"/>
                      <a:pt x="5468" y="354"/>
                      <a:pt x="5472" y="350"/>
                    </a:cubicBezTo>
                    <a:cubicBezTo>
                      <a:pt x="5475" y="350"/>
                      <a:pt x="5475" y="350"/>
                      <a:pt x="5478" y="346"/>
                    </a:cubicBezTo>
                    <a:cubicBezTo>
                      <a:pt x="5486" y="343"/>
                      <a:pt x="5491" y="339"/>
                      <a:pt x="5497" y="333"/>
                    </a:cubicBezTo>
                    <a:cubicBezTo>
                      <a:pt x="5503" y="333"/>
                      <a:pt x="5507" y="329"/>
                      <a:pt x="5513" y="322"/>
                    </a:cubicBezTo>
                    <a:cubicBezTo>
                      <a:pt x="5517" y="322"/>
                      <a:pt x="5519" y="322"/>
                      <a:pt x="5524" y="318"/>
                    </a:cubicBezTo>
                    <a:cubicBezTo>
                      <a:pt x="5527" y="318"/>
                      <a:pt x="5527" y="315"/>
                      <a:pt x="5530" y="312"/>
                    </a:cubicBezTo>
                    <a:cubicBezTo>
                      <a:pt x="5534" y="312"/>
                      <a:pt x="5537" y="309"/>
                      <a:pt x="5540" y="305"/>
                    </a:cubicBezTo>
                    <a:lnTo>
                      <a:pt x="5544" y="305"/>
                    </a:lnTo>
                    <a:cubicBezTo>
                      <a:pt x="5547" y="305"/>
                      <a:pt x="5550" y="299"/>
                      <a:pt x="5550" y="299"/>
                    </a:cubicBezTo>
                    <a:cubicBezTo>
                      <a:pt x="5559" y="299"/>
                      <a:pt x="5565" y="292"/>
                      <a:pt x="5569" y="292"/>
                    </a:cubicBezTo>
                    <a:cubicBezTo>
                      <a:pt x="5575" y="284"/>
                      <a:pt x="5583" y="282"/>
                      <a:pt x="5590" y="278"/>
                    </a:cubicBezTo>
                    <a:lnTo>
                      <a:pt x="5590" y="274"/>
                    </a:lnTo>
                    <a:cubicBezTo>
                      <a:pt x="5597" y="274"/>
                      <a:pt x="5600" y="272"/>
                      <a:pt x="5604" y="268"/>
                    </a:cubicBezTo>
                    <a:cubicBezTo>
                      <a:pt x="5621" y="257"/>
                      <a:pt x="5635" y="251"/>
                      <a:pt x="5648" y="237"/>
                    </a:cubicBezTo>
                    <a:lnTo>
                      <a:pt x="5653" y="237"/>
                    </a:lnTo>
                    <a:cubicBezTo>
                      <a:pt x="5771" y="160"/>
                      <a:pt x="5889" y="81"/>
                      <a:pt x="6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6"/>
              <p:cNvSpPr/>
              <p:nvPr/>
            </p:nvSpPr>
            <p:spPr>
              <a:xfrm>
                <a:off x="3200150" y="2920825"/>
                <a:ext cx="136650" cy="53025"/>
              </a:xfrm>
              <a:custGeom>
                <a:rect b="b" l="l" r="r" t="t"/>
                <a:pathLst>
                  <a:path extrusionOk="0" h="2121" w="5466">
                    <a:moveTo>
                      <a:pt x="5466" y="1"/>
                    </a:moveTo>
                    <a:cubicBezTo>
                      <a:pt x="3891" y="212"/>
                      <a:pt x="2329" y="730"/>
                      <a:pt x="862" y="1569"/>
                    </a:cubicBezTo>
                    <a:cubicBezTo>
                      <a:pt x="824" y="1590"/>
                      <a:pt x="790" y="1615"/>
                      <a:pt x="751" y="1640"/>
                    </a:cubicBezTo>
                    <a:cubicBezTo>
                      <a:pt x="734" y="1646"/>
                      <a:pt x="712" y="1656"/>
                      <a:pt x="695" y="1675"/>
                    </a:cubicBezTo>
                    <a:cubicBezTo>
                      <a:pt x="652" y="1694"/>
                      <a:pt x="607" y="1723"/>
                      <a:pt x="566" y="1750"/>
                    </a:cubicBezTo>
                    <a:cubicBezTo>
                      <a:pt x="563" y="1750"/>
                      <a:pt x="555" y="1754"/>
                      <a:pt x="552" y="1760"/>
                    </a:cubicBezTo>
                    <a:cubicBezTo>
                      <a:pt x="551" y="1760"/>
                      <a:pt x="550" y="1760"/>
                      <a:pt x="549" y="1760"/>
                    </a:cubicBezTo>
                    <a:cubicBezTo>
                      <a:pt x="547" y="1760"/>
                      <a:pt x="544" y="1761"/>
                      <a:pt x="542" y="1764"/>
                    </a:cubicBezTo>
                    <a:lnTo>
                      <a:pt x="538" y="1769"/>
                    </a:lnTo>
                    <a:cubicBezTo>
                      <a:pt x="535" y="1769"/>
                      <a:pt x="535" y="1769"/>
                      <a:pt x="532" y="1773"/>
                    </a:cubicBezTo>
                    <a:cubicBezTo>
                      <a:pt x="525" y="1776"/>
                      <a:pt x="517" y="1780"/>
                      <a:pt x="511" y="1786"/>
                    </a:cubicBezTo>
                    <a:cubicBezTo>
                      <a:pt x="503" y="1786"/>
                      <a:pt x="499" y="1790"/>
                      <a:pt x="493" y="1796"/>
                    </a:cubicBezTo>
                    <a:cubicBezTo>
                      <a:pt x="490" y="1796"/>
                      <a:pt x="490" y="1796"/>
                      <a:pt x="486" y="1801"/>
                    </a:cubicBezTo>
                    <a:cubicBezTo>
                      <a:pt x="482" y="1801"/>
                      <a:pt x="480" y="1804"/>
                      <a:pt x="476" y="1807"/>
                    </a:cubicBezTo>
                    <a:lnTo>
                      <a:pt x="472" y="1807"/>
                    </a:lnTo>
                    <a:cubicBezTo>
                      <a:pt x="472" y="1807"/>
                      <a:pt x="468" y="1807"/>
                      <a:pt x="468" y="1811"/>
                    </a:cubicBezTo>
                    <a:cubicBezTo>
                      <a:pt x="466" y="1811"/>
                      <a:pt x="462" y="1817"/>
                      <a:pt x="462" y="1817"/>
                    </a:cubicBezTo>
                    <a:cubicBezTo>
                      <a:pt x="460" y="1817"/>
                      <a:pt x="455" y="1821"/>
                      <a:pt x="455" y="1821"/>
                    </a:cubicBezTo>
                    <a:cubicBezTo>
                      <a:pt x="447" y="1821"/>
                      <a:pt x="445" y="1824"/>
                      <a:pt x="441" y="1827"/>
                    </a:cubicBezTo>
                    <a:cubicBezTo>
                      <a:pt x="435" y="1832"/>
                      <a:pt x="426" y="1838"/>
                      <a:pt x="420" y="1842"/>
                    </a:cubicBezTo>
                    <a:cubicBezTo>
                      <a:pt x="416" y="1842"/>
                      <a:pt x="416" y="1846"/>
                      <a:pt x="416" y="1846"/>
                    </a:cubicBezTo>
                    <a:cubicBezTo>
                      <a:pt x="409" y="1846"/>
                      <a:pt x="406" y="1848"/>
                      <a:pt x="403" y="1852"/>
                    </a:cubicBezTo>
                    <a:cubicBezTo>
                      <a:pt x="389" y="1862"/>
                      <a:pt x="375" y="1871"/>
                      <a:pt x="361" y="1881"/>
                    </a:cubicBezTo>
                    <a:cubicBezTo>
                      <a:pt x="357" y="1881"/>
                      <a:pt x="357" y="1884"/>
                      <a:pt x="357" y="1884"/>
                    </a:cubicBezTo>
                    <a:cubicBezTo>
                      <a:pt x="236" y="1961"/>
                      <a:pt x="119" y="2041"/>
                      <a:pt x="0" y="2120"/>
                    </a:cubicBezTo>
                    <a:cubicBezTo>
                      <a:pt x="76" y="2083"/>
                      <a:pt x="156" y="2048"/>
                      <a:pt x="232" y="2013"/>
                    </a:cubicBezTo>
                    <a:cubicBezTo>
                      <a:pt x="239" y="2011"/>
                      <a:pt x="245" y="2007"/>
                      <a:pt x="251" y="2005"/>
                    </a:cubicBezTo>
                    <a:lnTo>
                      <a:pt x="253" y="2005"/>
                    </a:lnTo>
                    <a:cubicBezTo>
                      <a:pt x="259" y="2001"/>
                      <a:pt x="267" y="1998"/>
                      <a:pt x="274" y="1997"/>
                    </a:cubicBezTo>
                    <a:cubicBezTo>
                      <a:pt x="318" y="1976"/>
                      <a:pt x="361" y="1958"/>
                      <a:pt x="403" y="1941"/>
                    </a:cubicBezTo>
                    <a:lnTo>
                      <a:pt x="403" y="1938"/>
                    </a:lnTo>
                    <a:cubicBezTo>
                      <a:pt x="420" y="1931"/>
                      <a:pt x="437" y="1924"/>
                      <a:pt x="451" y="1920"/>
                    </a:cubicBezTo>
                    <a:cubicBezTo>
                      <a:pt x="455" y="1918"/>
                      <a:pt x="457" y="1918"/>
                      <a:pt x="462" y="1914"/>
                    </a:cubicBezTo>
                    <a:cubicBezTo>
                      <a:pt x="466" y="1914"/>
                      <a:pt x="468" y="1910"/>
                      <a:pt x="472" y="1910"/>
                    </a:cubicBezTo>
                    <a:cubicBezTo>
                      <a:pt x="474" y="1908"/>
                      <a:pt x="475" y="1908"/>
                      <a:pt x="476" y="1908"/>
                    </a:cubicBezTo>
                    <a:cubicBezTo>
                      <a:pt x="476" y="1908"/>
                      <a:pt x="476" y="1908"/>
                      <a:pt x="476" y="1910"/>
                    </a:cubicBezTo>
                    <a:cubicBezTo>
                      <a:pt x="482" y="1907"/>
                      <a:pt x="490" y="1904"/>
                      <a:pt x="497" y="1900"/>
                    </a:cubicBezTo>
                    <a:lnTo>
                      <a:pt x="504" y="1900"/>
                    </a:lnTo>
                    <a:cubicBezTo>
                      <a:pt x="508" y="1898"/>
                      <a:pt x="511" y="1893"/>
                      <a:pt x="514" y="1893"/>
                    </a:cubicBezTo>
                    <a:cubicBezTo>
                      <a:pt x="522" y="1891"/>
                      <a:pt x="529" y="1887"/>
                      <a:pt x="533" y="1887"/>
                    </a:cubicBezTo>
                    <a:cubicBezTo>
                      <a:pt x="533" y="1887"/>
                      <a:pt x="533" y="1883"/>
                      <a:pt x="537" y="1883"/>
                    </a:cubicBezTo>
                    <a:lnTo>
                      <a:pt x="547" y="1883"/>
                    </a:lnTo>
                    <a:lnTo>
                      <a:pt x="551" y="1879"/>
                    </a:lnTo>
                    <a:cubicBezTo>
                      <a:pt x="562" y="1873"/>
                      <a:pt x="573" y="1869"/>
                      <a:pt x="579" y="1869"/>
                    </a:cubicBezTo>
                    <a:cubicBezTo>
                      <a:pt x="587" y="1867"/>
                      <a:pt x="590" y="1862"/>
                      <a:pt x="594" y="1862"/>
                    </a:cubicBezTo>
                    <a:cubicBezTo>
                      <a:pt x="604" y="1855"/>
                      <a:pt x="614" y="1852"/>
                      <a:pt x="625" y="1848"/>
                    </a:cubicBezTo>
                    <a:lnTo>
                      <a:pt x="629" y="1848"/>
                    </a:lnTo>
                    <a:cubicBezTo>
                      <a:pt x="630" y="1847"/>
                      <a:pt x="630" y="1847"/>
                      <a:pt x="631" y="1847"/>
                    </a:cubicBezTo>
                    <a:cubicBezTo>
                      <a:pt x="632" y="1847"/>
                      <a:pt x="632" y="1848"/>
                      <a:pt x="632" y="1848"/>
                    </a:cubicBezTo>
                    <a:cubicBezTo>
                      <a:pt x="671" y="1832"/>
                      <a:pt x="708" y="1814"/>
                      <a:pt x="746" y="1804"/>
                    </a:cubicBezTo>
                    <a:cubicBezTo>
                      <a:pt x="754" y="1796"/>
                      <a:pt x="761" y="1793"/>
                      <a:pt x="768" y="1793"/>
                    </a:cubicBezTo>
                    <a:cubicBezTo>
                      <a:pt x="2265" y="1198"/>
                      <a:pt x="3829" y="913"/>
                      <a:pt x="5375" y="913"/>
                    </a:cubicBezTo>
                    <a:cubicBezTo>
                      <a:pt x="5405" y="913"/>
                      <a:pt x="5436" y="913"/>
                      <a:pt x="5466" y="913"/>
                    </a:cubicBezTo>
                    <a:lnTo>
                      <a:pt x="546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6"/>
              <p:cNvSpPr/>
              <p:nvPr/>
            </p:nvSpPr>
            <p:spPr>
              <a:xfrm>
                <a:off x="3162475" y="2791825"/>
                <a:ext cx="57350" cy="186975"/>
              </a:xfrm>
              <a:custGeom>
                <a:rect b="b" l="l" r="r" t="t"/>
                <a:pathLst>
                  <a:path extrusionOk="0" h="7479" w="2294">
                    <a:moveTo>
                      <a:pt x="65" y="1"/>
                    </a:moveTo>
                    <a:cubicBezTo>
                      <a:pt x="1" y="2243"/>
                      <a:pt x="538" y="4529"/>
                      <a:pt x="1743" y="6615"/>
                    </a:cubicBezTo>
                    <a:cubicBezTo>
                      <a:pt x="1760" y="6647"/>
                      <a:pt x="1778" y="6678"/>
                      <a:pt x="1798" y="6709"/>
                    </a:cubicBezTo>
                    <a:cubicBezTo>
                      <a:pt x="1813" y="6734"/>
                      <a:pt x="1827" y="6760"/>
                      <a:pt x="1848" y="6785"/>
                    </a:cubicBezTo>
                    <a:cubicBezTo>
                      <a:pt x="1870" y="6826"/>
                      <a:pt x="1892" y="6869"/>
                      <a:pt x="1921" y="6910"/>
                    </a:cubicBezTo>
                    <a:cubicBezTo>
                      <a:pt x="1925" y="6916"/>
                      <a:pt x="1928" y="6924"/>
                      <a:pt x="1936" y="6931"/>
                    </a:cubicBezTo>
                    <a:cubicBezTo>
                      <a:pt x="1936" y="6935"/>
                      <a:pt x="1936" y="6937"/>
                      <a:pt x="1942" y="6941"/>
                    </a:cubicBezTo>
                    <a:cubicBezTo>
                      <a:pt x="1939" y="6944"/>
                      <a:pt x="1942" y="6944"/>
                      <a:pt x="1946" y="6947"/>
                    </a:cubicBezTo>
                    <a:cubicBezTo>
                      <a:pt x="1949" y="6954"/>
                      <a:pt x="1952" y="6962"/>
                      <a:pt x="1956" y="6968"/>
                    </a:cubicBezTo>
                    <a:cubicBezTo>
                      <a:pt x="1959" y="6972"/>
                      <a:pt x="1962" y="6978"/>
                      <a:pt x="1967" y="6982"/>
                    </a:cubicBezTo>
                    <a:cubicBezTo>
                      <a:pt x="1967" y="6985"/>
                      <a:pt x="1967" y="6985"/>
                      <a:pt x="1970" y="6988"/>
                    </a:cubicBezTo>
                    <a:lnTo>
                      <a:pt x="1974" y="6993"/>
                    </a:lnTo>
                    <a:cubicBezTo>
                      <a:pt x="1974" y="6997"/>
                      <a:pt x="1977" y="7003"/>
                      <a:pt x="1980" y="7007"/>
                    </a:cubicBezTo>
                    <a:lnTo>
                      <a:pt x="1982" y="7008"/>
                    </a:lnTo>
                    <a:cubicBezTo>
                      <a:pt x="1984" y="7011"/>
                      <a:pt x="1984" y="7013"/>
                      <a:pt x="1984" y="7013"/>
                    </a:cubicBezTo>
                    <a:cubicBezTo>
                      <a:pt x="1987" y="7016"/>
                      <a:pt x="1987" y="7019"/>
                      <a:pt x="1990" y="7019"/>
                    </a:cubicBezTo>
                    <a:cubicBezTo>
                      <a:pt x="1994" y="7028"/>
                      <a:pt x="1997" y="7034"/>
                      <a:pt x="2001" y="7038"/>
                    </a:cubicBezTo>
                    <a:cubicBezTo>
                      <a:pt x="2005" y="7044"/>
                      <a:pt x="2008" y="7052"/>
                      <a:pt x="2011" y="7059"/>
                    </a:cubicBezTo>
                    <a:lnTo>
                      <a:pt x="2015" y="7059"/>
                    </a:lnTo>
                    <a:cubicBezTo>
                      <a:pt x="2018" y="7067"/>
                      <a:pt x="2018" y="7069"/>
                      <a:pt x="2021" y="7073"/>
                    </a:cubicBezTo>
                    <a:cubicBezTo>
                      <a:pt x="2021" y="7077"/>
                      <a:pt x="2025" y="7077"/>
                      <a:pt x="2025" y="7077"/>
                    </a:cubicBezTo>
                    <a:cubicBezTo>
                      <a:pt x="2036" y="7091"/>
                      <a:pt x="2044" y="7104"/>
                      <a:pt x="2054" y="7118"/>
                    </a:cubicBezTo>
                    <a:lnTo>
                      <a:pt x="2054" y="7122"/>
                    </a:lnTo>
                    <a:cubicBezTo>
                      <a:pt x="2133" y="7244"/>
                      <a:pt x="2213" y="7362"/>
                      <a:pt x="2294" y="7479"/>
                    </a:cubicBezTo>
                    <a:cubicBezTo>
                      <a:pt x="2262" y="7414"/>
                      <a:pt x="2231" y="7343"/>
                      <a:pt x="2200" y="7277"/>
                    </a:cubicBezTo>
                    <a:cubicBezTo>
                      <a:pt x="2189" y="7256"/>
                      <a:pt x="2181" y="7235"/>
                      <a:pt x="2171" y="7214"/>
                    </a:cubicBezTo>
                    <a:cubicBezTo>
                      <a:pt x="2149" y="7166"/>
                      <a:pt x="2129" y="7121"/>
                      <a:pt x="2108" y="7075"/>
                    </a:cubicBezTo>
                    <a:cubicBezTo>
                      <a:pt x="2102" y="7058"/>
                      <a:pt x="2093" y="7044"/>
                      <a:pt x="2087" y="7030"/>
                    </a:cubicBezTo>
                    <a:cubicBezTo>
                      <a:pt x="2087" y="7022"/>
                      <a:pt x="2085" y="7016"/>
                      <a:pt x="2081" y="7012"/>
                    </a:cubicBezTo>
                    <a:cubicBezTo>
                      <a:pt x="2081" y="7008"/>
                      <a:pt x="2081" y="7006"/>
                      <a:pt x="2077" y="7002"/>
                    </a:cubicBezTo>
                    <a:cubicBezTo>
                      <a:pt x="2073" y="6992"/>
                      <a:pt x="2071" y="6983"/>
                      <a:pt x="2067" y="6977"/>
                    </a:cubicBezTo>
                    <a:lnTo>
                      <a:pt x="2067" y="6973"/>
                    </a:lnTo>
                    <a:cubicBezTo>
                      <a:pt x="2062" y="6971"/>
                      <a:pt x="2062" y="6967"/>
                      <a:pt x="2062" y="6967"/>
                    </a:cubicBezTo>
                    <a:cubicBezTo>
                      <a:pt x="2060" y="6961"/>
                      <a:pt x="2056" y="6952"/>
                      <a:pt x="2056" y="6946"/>
                    </a:cubicBezTo>
                    <a:lnTo>
                      <a:pt x="2052" y="6946"/>
                    </a:lnTo>
                    <a:cubicBezTo>
                      <a:pt x="2052" y="6946"/>
                      <a:pt x="2051" y="6946"/>
                      <a:pt x="2051" y="6945"/>
                    </a:cubicBezTo>
                    <a:cubicBezTo>
                      <a:pt x="2051" y="6944"/>
                      <a:pt x="2051" y="6944"/>
                      <a:pt x="2052" y="6942"/>
                    </a:cubicBezTo>
                    <a:cubicBezTo>
                      <a:pt x="2052" y="6939"/>
                      <a:pt x="2049" y="6936"/>
                      <a:pt x="2049" y="6932"/>
                    </a:cubicBezTo>
                    <a:cubicBezTo>
                      <a:pt x="2049" y="6929"/>
                      <a:pt x="2045" y="6929"/>
                      <a:pt x="2045" y="6929"/>
                    </a:cubicBezTo>
                    <a:cubicBezTo>
                      <a:pt x="2041" y="6918"/>
                      <a:pt x="2039" y="6906"/>
                      <a:pt x="2035" y="6900"/>
                    </a:cubicBezTo>
                    <a:cubicBezTo>
                      <a:pt x="2032" y="6893"/>
                      <a:pt x="2032" y="6887"/>
                      <a:pt x="2028" y="6883"/>
                    </a:cubicBezTo>
                    <a:cubicBezTo>
                      <a:pt x="2024" y="6873"/>
                      <a:pt x="2021" y="6861"/>
                      <a:pt x="2018" y="6854"/>
                    </a:cubicBezTo>
                    <a:lnTo>
                      <a:pt x="2014" y="6854"/>
                    </a:lnTo>
                    <a:cubicBezTo>
                      <a:pt x="2000" y="6813"/>
                      <a:pt x="1983" y="6771"/>
                      <a:pt x="1964" y="6729"/>
                    </a:cubicBezTo>
                    <a:cubicBezTo>
                      <a:pt x="1962" y="6722"/>
                      <a:pt x="1962" y="6715"/>
                      <a:pt x="1958" y="6712"/>
                    </a:cubicBezTo>
                    <a:cubicBezTo>
                      <a:pt x="1094" y="4529"/>
                      <a:pt x="883" y="2209"/>
                      <a:pt x="12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6"/>
              <p:cNvSpPr/>
              <p:nvPr/>
            </p:nvSpPr>
            <p:spPr>
              <a:xfrm>
                <a:off x="3205100" y="2954350"/>
                <a:ext cx="61225" cy="224100"/>
              </a:xfrm>
              <a:custGeom>
                <a:rect b="b" l="l" r="r" t="t"/>
                <a:pathLst>
                  <a:path extrusionOk="0" h="8964" w="2449">
                    <a:moveTo>
                      <a:pt x="0" y="0"/>
                    </a:moveTo>
                    <a:lnTo>
                      <a:pt x="0" y="0"/>
                    </a:lnTo>
                    <a:cubicBezTo>
                      <a:pt x="31" y="69"/>
                      <a:pt x="67" y="136"/>
                      <a:pt x="94" y="206"/>
                    </a:cubicBezTo>
                    <a:cubicBezTo>
                      <a:pt x="105" y="227"/>
                      <a:pt x="115" y="248"/>
                      <a:pt x="125" y="269"/>
                    </a:cubicBezTo>
                    <a:cubicBezTo>
                      <a:pt x="144" y="314"/>
                      <a:pt x="165" y="358"/>
                      <a:pt x="185" y="404"/>
                    </a:cubicBezTo>
                    <a:cubicBezTo>
                      <a:pt x="191" y="422"/>
                      <a:pt x="200" y="439"/>
                      <a:pt x="206" y="453"/>
                    </a:cubicBezTo>
                    <a:cubicBezTo>
                      <a:pt x="206" y="461"/>
                      <a:pt x="210" y="464"/>
                      <a:pt x="210" y="467"/>
                    </a:cubicBezTo>
                    <a:lnTo>
                      <a:pt x="213" y="467"/>
                    </a:lnTo>
                    <a:lnTo>
                      <a:pt x="213" y="471"/>
                    </a:lnTo>
                    <a:cubicBezTo>
                      <a:pt x="213" y="474"/>
                      <a:pt x="217" y="478"/>
                      <a:pt x="217" y="478"/>
                    </a:cubicBezTo>
                    <a:cubicBezTo>
                      <a:pt x="220" y="485"/>
                      <a:pt x="220" y="492"/>
                      <a:pt x="223" y="496"/>
                    </a:cubicBezTo>
                    <a:cubicBezTo>
                      <a:pt x="223" y="498"/>
                      <a:pt x="227" y="502"/>
                      <a:pt x="227" y="502"/>
                    </a:cubicBezTo>
                    <a:cubicBezTo>
                      <a:pt x="227" y="506"/>
                      <a:pt x="232" y="508"/>
                      <a:pt x="232" y="512"/>
                    </a:cubicBezTo>
                    <a:cubicBezTo>
                      <a:pt x="236" y="523"/>
                      <a:pt x="238" y="531"/>
                      <a:pt x="242" y="537"/>
                    </a:cubicBezTo>
                    <a:cubicBezTo>
                      <a:pt x="242" y="541"/>
                      <a:pt x="246" y="543"/>
                      <a:pt x="246" y="547"/>
                    </a:cubicBezTo>
                    <a:cubicBezTo>
                      <a:pt x="246" y="551"/>
                      <a:pt x="250" y="551"/>
                      <a:pt x="250" y="551"/>
                    </a:cubicBezTo>
                    <a:cubicBezTo>
                      <a:pt x="253" y="562"/>
                      <a:pt x="257" y="572"/>
                      <a:pt x="260" y="579"/>
                    </a:cubicBezTo>
                    <a:cubicBezTo>
                      <a:pt x="263" y="588"/>
                      <a:pt x="263" y="590"/>
                      <a:pt x="267" y="594"/>
                    </a:cubicBezTo>
                    <a:cubicBezTo>
                      <a:pt x="269" y="600"/>
                      <a:pt x="269" y="608"/>
                      <a:pt x="273" y="614"/>
                    </a:cubicBezTo>
                    <a:cubicBezTo>
                      <a:pt x="276" y="618"/>
                      <a:pt x="276" y="621"/>
                      <a:pt x="279" y="625"/>
                    </a:cubicBezTo>
                    <a:cubicBezTo>
                      <a:pt x="294" y="664"/>
                      <a:pt x="307" y="701"/>
                      <a:pt x="324" y="739"/>
                    </a:cubicBezTo>
                    <a:lnTo>
                      <a:pt x="324" y="743"/>
                    </a:lnTo>
                    <a:cubicBezTo>
                      <a:pt x="325" y="749"/>
                      <a:pt x="329" y="754"/>
                      <a:pt x="331" y="757"/>
                    </a:cubicBezTo>
                    <a:lnTo>
                      <a:pt x="331" y="760"/>
                    </a:lnTo>
                    <a:cubicBezTo>
                      <a:pt x="1393" y="3440"/>
                      <a:pt x="1471" y="6327"/>
                      <a:pt x="685" y="8963"/>
                    </a:cubicBezTo>
                    <a:cubicBezTo>
                      <a:pt x="708" y="8959"/>
                      <a:pt x="734" y="8957"/>
                      <a:pt x="760" y="8953"/>
                    </a:cubicBezTo>
                    <a:cubicBezTo>
                      <a:pt x="853" y="8941"/>
                      <a:pt x="945" y="8925"/>
                      <a:pt x="1036" y="8906"/>
                    </a:cubicBezTo>
                    <a:cubicBezTo>
                      <a:pt x="1136" y="8886"/>
                      <a:pt x="1235" y="8864"/>
                      <a:pt x="1335" y="8838"/>
                    </a:cubicBezTo>
                    <a:cubicBezTo>
                      <a:pt x="1466" y="8804"/>
                      <a:pt x="1595" y="8766"/>
                      <a:pt x="1723" y="8722"/>
                    </a:cubicBezTo>
                    <a:cubicBezTo>
                      <a:pt x="1870" y="8672"/>
                      <a:pt x="2013" y="8615"/>
                      <a:pt x="2152" y="8554"/>
                    </a:cubicBezTo>
                    <a:cubicBezTo>
                      <a:pt x="2448" y="5975"/>
                      <a:pt x="1949" y="3282"/>
                      <a:pt x="550" y="861"/>
                    </a:cubicBezTo>
                    <a:cubicBezTo>
                      <a:pt x="534" y="830"/>
                      <a:pt x="515" y="799"/>
                      <a:pt x="495" y="770"/>
                    </a:cubicBezTo>
                    <a:cubicBezTo>
                      <a:pt x="480" y="743"/>
                      <a:pt x="467" y="719"/>
                      <a:pt x="446" y="695"/>
                    </a:cubicBezTo>
                    <a:cubicBezTo>
                      <a:pt x="426" y="652"/>
                      <a:pt x="401" y="607"/>
                      <a:pt x="370" y="566"/>
                    </a:cubicBezTo>
                    <a:cubicBezTo>
                      <a:pt x="370" y="559"/>
                      <a:pt x="366" y="551"/>
                      <a:pt x="360" y="545"/>
                    </a:cubicBezTo>
                    <a:lnTo>
                      <a:pt x="355" y="545"/>
                    </a:lnTo>
                    <a:cubicBezTo>
                      <a:pt x="360" y="545"/>
                      <a:pt x="355" y="541"/>
                      <a:pt x="355" y="541"/>
                    </a:cubicBezTo>
                    <a:cubicBezTo>
                      <a:pt x="355" y="541"/>
                      <a:pt x="359" y="540"/>
                      <a:pt x="355" y="538"/>
                    </a:cubicBezTo>
                    <a:lnTo>
                      <a:pt x="351" y="538"/>
                    </a:lnTo>
                    <a:cubicBezTo>
                      <a:pt x="354" y="536"/>
                      <a:pt x="351" y="536"/>
                      <a:pt x="348" y="532"/>
                    </a:cubicBezTo>
                    <a:cubicBezTo>
                      <a:pt x="348" y="526"/>
                      <a:pt x="340" y="514"/>
                      <a:pt x="334" y="507"/>
                    </a:cubicBezTo>
                    <a:cubicBezTo>
                      <a:pt x="334" y="504"/>
                      <a:pt x="330" y="497"/>
                      <a:pt x="323" y="494"/>
                    </a:cubicBezTo>
                    <a:cubicBezTo>
                      <a:pt x="325" y="491"/>
                      <a:pt x="323" y="491"/>
                      <a:pt x="319" y="486"/>
                    </a:cubicBezTo>
                    <a:lnTo>
                      <a:pt x="315" y="483"/>
                    </a:lnTo>
                    <a:cubicBezTo>
                      <a:pt x="315" y="479"/>
                      <a:pt x="313" y="473"/>
                      <a:pt x="309" y="469"/>
                    </a:cubicBezTo>
                    <a:cubicBezTo>
                      <a:pt x="309" y="466"/>
                      <a:pt x="309" y="463"/>
                      <a:pt x="305" y="463"/>
                    </a:cubicBezTo>
                    <a:cubicBezTo>
                      <a:pt x="305" y="460"/>
                      <a:pt x="299" y="455"/>
                      <a:pt x="299" y="455"/>
                    </a:cubicBezTo>
                    <a:cubicBezTo>
                      <a:pt x="299" y="449"/>
                      <a:pt x="296" y="443"/>
                      <a:pt x="292" y="439"/>
                    </a:cubicBezTo>
                    <a:cubicBezTo>
                      <a:pt x="288" y="432"/>
                      <a:pt x="284" y="424"/>
                      <a:pt x="278" y="421"/>
                    </a:cubicBezTo>
                    <a:cubicBezTo>
                      <a:pt x="278" y="417"/>
                      <a:pt x="274" y="417"/>
                      <a:pt x="274" y="417"/>
                    </a:cubicBezTo>
                    <a:cubicBezTo>
                      <a:pt x="274" y="413"/>
                      <a:pt x="274" y="411"/>
                      <a:pt x="270" y="407"/>
                    </a:cubicBezTo>
                    <a:cubicBezTo>
                      <a:pt x="270" y="404"/>
                      <a:pt x="264" y="401"/>
                      <a:pt x="264" y="401"/>
                    </a:cubicBezTo>
                    <a:cubicBezTo>
                      <a:pt x="257" y="387"/>
                      <a:pt x="247" y="373"/>
                      <a:pt x="237" y="359"/>
                    </a:cubicBezTo>
                    <a:lnTo>
                      <a:pt x="237" y="355"/>
                    </a:lnTo>
                    <a:cubicBezTo>
                      <a:pt x="160" y="233"/>
                      <a:pt x="81"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6"/>
              <p:cNvSpPr/>
              <p:nvPr/>
            </p:nvSpPr>
            <p:spPr>
              <a:xfrm>
                <a:off x="3075950" y="2954175"/>
                <a:ext cx="143450" cy="142575"/>
              </a:xfrm>
              <a:custGeom>
                <a:rect b="b" l="l" r="r" t="t"/>
                <a:pathLst>
                  <a:path extrusionOk="0" h="5703" w="5738">
                    <a:moveTo>
                      <a:pt x="5737" y="0"/>
                    </a:moveTo>
                    <a:cubicBezTo>
                      <a:pt x="5688" y="69"/>
                      <a:pt x="5639" y="139"/>
                      <a:pt x="5598" y="199"/>
                    </a:cubicBezTo>
                    <a:cubicBezTo>
                      <a:pt x="5587" y="213"/>
                      <a:pt x="5579" y="227"/>
                      <a:pt x="5569" y="241"/>
                    </a:cubicBezTo>
                    <a:cubicBezTo>
                      <a:pt x="5541" y="280"/>
                      <a:pt x="5514" y="317"/>
                      <a:pt x="5485" y="356"/>
                    </a:cubicBezTo>
                    <a:lnTo>
                      <a:pt x="5481" y="356"/>
                    </a:lnTo>
                    <a:cubicBezTo>
                      <a:pt x="5474" y="370"/>
                      <a:pt x="5464" y="380"/>
                      <a:pt x="5453" y="394"/>
                    </a:cubicBezTo>
                    <a:cubicBezTo>
                      <a:pt x="5449" y="401"/>
                      <a:pt x="5447" y="405"/>
                      <a:pt x="5443" y="411"/>
                    </a:cubicBezTo>
                    <a:lnTo>
                      <a:pt x="5437" y="415"/>
                    </a:lnTo>
                    <a:lnTo>
                      <a:pt x="5437" y="419"/>
                    </a:lnTo>
                    <a:lnTo>
                      <a:pt x="5433" y="419"/>
                    </a:lnTo>
                    <a:cubicBezTo>
                      <a:pt x="5433" y="426"/>
                      <a:pt x="5426" y="434"/>
                      <a:pt x="5422" y="437"/>
                    </a:cubicBezTo>
                    <a:cubicBezTo>
                      <a:pt x="5422" y="441"/>
                      <a:pt x="5422" y="441"/>
                      <a:pt x="5418" y="441"/>
                    </a:cubicBezTo>
                    <a:cubicBezTo>
                      <a:pt x="5418" y="445"/>
                      <a:pt x="5416" y="447"/>
                      <a:pt x="5412" y="451"/>
                    </a:cubicBezTo>
                    <a:cubicBezTo>
                      <a:pt x="5408" y="459"/>
                      <a:pt x="5404" y="466"/>
                      <a:pt x="5398" y="470"/>
                    </a:cubicBezTo>
                    <a:lnTo>
                      <a:pt x="5398" y="473"/>
                    </a:lnTo>
                    <a:lnTo>
                      <a:pt x="5393" y="473"/>
                    </a:lnTo>
                    <a:cubicBezTo>
                      <a:pt x="5393" y="476"/>
                      <a:pt x="5390" y="480"/>
                      <a:pt x="5390" y="480"/>
                    </a:cubicBezTo>
                    <a:cubicBezTo>
                      <a:pt x="5390" y="483"/>
                      <a:pt x="5386" y="483"/>
                      <a:pt x="5386" y="483"/>
                    </a:cubicBezTo>
                    <a:cubicBezTo>
                      <a:pt x="5379" y="493"/>
                      <a:pt x="5376" y="502"/>
                      <a:pt x="5366" y="508"/>
                    </a:cubicBezTo>
                    <a:cubicBezTo>
                      <a:pt x="5366" y="512"/>
                      <a:pt x="5362" y="514"/>
                      <a:pt x="5358" y="518"/>
                    </a:cubicBezTo>
                    <a:cubicBezTo>
                      <a:pt x="5352" y="528"/>
                      <a:pt x="5345" y="540"/>
                      <a:pt x="5338" y="547"/>
                    </a:cubicBezTo>
                    <a:lnTo>
                      <a:pt x="5338" y="550"/>
                    </a:lnTo>
                    <a:lnTo>
                      <a:pt x="5335" y="550"/>
                    </a:lnTo>
                    <a:cubicBezTo>
                      <a:pt x="5311" y="585"/>
                      <a:pt x="5286" y="616"/>
                      <a:pt x="5262" y="647"/>
                    </a:cubicBezTo>
                    <a:cubicBezTo>
                      <a:pt x="5258" y="651"/>
                      <a:pt x="5255" y="657"/>
                      <a:pt x="5252" y="662"/>
                    </a:cubicBezTo>
                    <a:cubicBezTo>
                      <a:pt x="3841" y="2441"/>
                      <a:pt x="2018" y="3757"/>
                      <a:pt x="0" y="4544"/>
                    </a:cubicBezTo>
                    <a:cubicBezTo>
                      <a:pt x="4" y="4574"/>
                      <a:pt x="10" y="4605"/>
                      <a:pt x="15" y="4635"/>
                    </a:cubicBezTo>
                    <a:cubicBezTo>
                      <a:pt x="27" y="4714"/>
                      <a:pt x="43" y="4795"/>
                      <a:pt x="59" y="4873"/>
                    </a:cubicBezTo>
                    <a:cubicBezTo>
                      <a:pt x="121" y="5160"/>
                      <a:pt x="207" y="5436"/>
                      <a:pt x="312" y="5703"/>
                    </a:cubicBezTo>
                    <a:cubicBezTo>
                      <a:pt x="2313" y="4637"/>
                      <a:pt x="4050" y="3015"/>
                      <a:pt x="5269" y="905"/>
                    </a:cubicBezTo>
                    <a:cubicBezTo>
                      <a:pt x="5289" y="868"/>
                      <a:pt x="5310" y="833"/>
                      <a:pt x="5331" y="795"/>
                    </a:cubicBezTo>
                    <a:cubicBezTo>
                      <a:pt x="5333" y="791"/>
                      <a:pt x="5336" y="786"/>
                      <a:pt x="5338" y="781"/>
                    </a:cubicBezTo>
                    <a:cubicBezTo>
                      <a:pt x="5346" y="767"/>
                      <a:pt x="5353" y="751"/>
                      <a:pt x="5361" y="736"/>
                    </a:cubicBezTo>
                    <a:cubicBezTo>
                      <a:pt x="5384" y="692"/>
                      <a:pt x="5409" y="646"/>
                      <a:pt x="5434" y="601"/>
                    </a:cubicBezTo>
                    <a:cubicBezTo>
                      <a:pt x="5436" y="597"/>
                      <a:pt x="5438" y="595"/>
                      <a:pt x="5440" y="590"/>
                    </a:cubicBezTo>
                    <a:cubicBezTo>
                      <a:pt x="5443" y="586"/>
                      <a:pt x="5443" y="583"/>
                      <a:pt x="5446" y="576"/>
                    </a:cubicBezTo>
                    <a:lnTo>
                      <a:pt x="5446" y="573"/>
                    </a:lnTo>
                    <a:lnTo>
                      <a:pt x="5453" y="566"/>
                    </a:lnTo>
                    <a:cubicBezTo>
                      <a:pt x="5456" y="559"/>
                      <a:pt x="5460" y="552"/>
                      <a:pt x="5464" y="545"/>
                    </a:cubicBezTo>
                    <a:cubicBezTo>
                      <a:pt x="5466" y="542"/>
                      <a:pt x="5470" y="534"/>
                      <a:pt x="5470" y="527"/>
                    </a:cubicBezTo>
                    <a:cubicBezTo>
                      <a:pt x="5472" y="523"/>
                      <a:pt x="5476" y="521"/>
                      <a:pt x="5476" y="517"/>
                    </a:cubicBezTo>
                    <a:cubicBezTo>
                      <a:pt x="5480" y="517"/>
                      <a:pt x="5480" y="514"/>
                      <a:pt x="5480" y="511"/>
                    </a:cubicBezTo>
                    <a:lnTo>
                      <a:pt x="5484" y="511"/>
                    </a:lnTo>
                    <a:lnTo>
                      <a:pt x="5484" y="504"/>
                    </a:lnTo>
                    <a:cubicBezTo>
                      <a:pt x="5487" y="504"/>
                      <a:pt x="5487" y="502"/>
                      <a:pt x="5487" y="498"/>
                    </a:cubicBezTo>
                    <a:cubicBezTo>
                      <a:pt x="5490" y="498"/>
                      <a:pt x="5490" y="495"/>
                      <a:pt x="5495" y="491"/>
                    </a:cubicBezTo>
                    <a:cubicBezTo>
                      <a:pt x="5495" y="487"/>
                      <a:pt x="5497" y="480"/>
                      <a:pt x="5501" y="473"/>
                    </a:cubicBezTo>
                    <a:cubicBezTo>
                      <a:pt x="5505" y="467"/>
                      <a:pt x="5508" y="459"/>
                      <a:pt x="5515" y="452"/>
                    </a:cubicBezTo>
                    <a:lnTo>
                      <a:pt x="5513" y="452"/>
                    </a:lnTo>
                    <a:lnTo>
                      <a:pt x="5513" y="451"/>
                    </a:lnTo>
                    <a:lnTo>
                      <a:pt x="5515" y="450"/>
                    </a:lnTo>
                    <a:cubicBezTo>
                      <a:pt x="5515" y="446"/>
                      <a:pt x="5517" y="442"/>
                      <a:pt x="5521" y="436"/>
                    </a:cubicBezTo>
                    <a:lnTo>
                      <a:pt x="5526" y="431"/>
                    </a:lnTo>
                    <a:cubicBezTo>
                      <a:pt x="5528" y="420"/>
                      <a:pt x="5536" y="408"/>
                      <a:pt x="5542" y="393"/>
                    </a:cubicBezTo>
                    <a:lnTo>
                      <a:pt x="5542" y="389"/>
                    </a:lnTo>
                    <a:cubicBezTo>
                      <a:pt x="5546" y="389"/>
                      <a:pt x="5546" y="389"/>
                      <a:pt x="5546" y="385"/>
                    </a:cubicBezTo>
                    <a:cubicBezTo>
                      <a:pt x="5612" y="256"/>
                      <a:pt x="5675" y="129"/>
                      <a:pt x="57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6"/>
              <p:cNvSpPr/>
              <p:nvPr/>
            </p:nvSpPr>
            <p:spPr>
              <a:xfrm>
                <a:off x="3205550" y="2838800"/>
                <a:ext cx="131250" cy="140225"/>
              </a:xfrm>
              <a:custGeom>
                <a:rect b="b" l="l" r="r" t="t"/>
                <a:pathLst>
                  <a:path extrusionOk="0" h="5609" w="5250">
                    <a:moveTo>
                      <a:pt x="5250" y="0"/>
                    </a:moveTo>
                    <a:cubicBezTo>
                      <a:pt x="3324" y="1067"/>
                      <a:pt x="1653" y="2654"/>
                      <a:pt x="474" y="4701"/>
                    </a:cubicBezTo>
                    <a:cubicBezTo>
                      <a:pt x="450" y="4740"/>
                      <a:pt x="429" y="4781"/>
                      <a:pt x="409" y="4819"/>
                    </a:cubicBezTo>
                    <a:cubicBezTo>
                      <a:pt x="398" y="4836"/>
                      <a:pt x="388" y="4855"/>
                      <a:pt x="378" y="4875"/>
                    </a:cubicBezTo>
                    <a:cubicBezTo>
                      <a:pt x="353" y="4917"/>
                      <a:pt x="328" y="4959"/>
                      <a:pt x="307" y="5004"/>
                    </a:cubicBezTo>
                    <a:cubicBezTo>
                      <a:pt x="303" y="5006"/>
                      <a:pt x="301" y="5014"/>
                      <a:pt x="297" y="5021"/>
                    </a:cubicBezTo>
                    <a:cubicBezTo>
                      <a:pt x="293" y="5025"/>
                      <a:pt x="293" y="5027"/>
                      <a:pt x="293" y="5031"/>
                    </a:cubicBezTo>
                    <a:cubicBezTo>
                      <a:pt x="293" y="5031"/>
                      <a:pt x="290" y="5031"/>
                      <a:pt x="290" y="5035"/>
                    </a:cubicBezTo>
                    <a:cubicBezTo>
                      <a:pt x="290" y="5035"/>
                      <a:pt x="286" y="5037"/>
                      <a:pt x="286" y="5041"/>
                    </a:cubicBezTo>
                    <a:cubicBezTo>
                      <a:pt x="282" y="5049"/>
                      <a:pt x="280" y="5056"/>
                      <a:pt x="276" y="5062"/>
                    </a:cubicBezTo>
                    <a:cubicBezTo>
                      <a:pt x="271" y="5065"/>
                      <a:pt x="269" y="5072"/>
                      <a:pt x="265" y="5079"/>
                    </a:cubicBezTo>
                    <a:cubicBezTo>
                      <a:pt x="261" y="5083"/>
                      <a:pt x="261" y="5086"/>
                      <a:pt x="261" y="5090"/>
                    </a:cubicBezTo>
                    <a:cubicBezTo>
                      <a:pt x="261" y="5090"/>
                      <a:pt x="257" y="5090"/>
                      <a:pt x="257" y="5093"/>
                    </a:cubicBezTo>
                    <a:cubicBezTo>
                      <a:pt x="255" y="5097"/>
                      <a:pt x="251" y="5105"/>
                      <a:pt x="251" y="5111"/>
                    </a:cubicBezTo>
                    <a:lnTo>
                      <a:pt x="247" y="5111"/>
                    </a:lnTo>
                    <a:cubicBezTo>
                      <a:pt x="247" y="5116"/>
                      <a:pt x="244" y="5118"/>
                      <a:pt x="244" y="5122"/>
                    </a:cubicBezTo>
                    <a:cubicBezTo>
                      <a:pt x="240" y="5126"/>
                      <a:pt x="236" y="5129"/>
                      <a:pt x="236" y="5136"/>
                    </a:cubicBezTo>
                    <a:cubicBezTo>
                      <a:pt x="229" y="5142"/>
                      <a:pt x="226" y="5150"/>
                      <a:pt x="223" y="5160"/>
                    </a:cubicBezTo>
                    <a:cubicBezTo>
                      <a:pt x="220" y="5164"/>
                      <a:pt x="220" y="5168"/>
                      <a:pt x="216" y="5174"/>
                    </a:cubicBezTo>
                    <a:lnTo>
                      <a:pt x="216" y="5179"/>
                    </a:lnTo>
                    <a:cubicBezTo>
                      <a:pt x="205" y="5191"/>
                      <a:pt x="198" y="5205"/>
                      <a:pt x="192" y="5220"/>
                    </a:cubicBezTo>
                    <a:lnTo>
                      <a:pt x="192" y="5224"/>
                    </a:lnTo>
                    <a:cubicBezTo>
                      <a:pt x="126" y="5353"/>
                      <a:pt x="63" y="5480"/>
                      <a:pt x="1" y="5609"/>
                    </a:cubicBezTo>
                    <a:cubicBezTo>
                      <a:pt x="45" y="5542"/>
                      <a:pt x="94" y="5477"/>
                      <a:pt x="142" y="5411"/>
                    </a:cubicBezTo>
                    <a:cubicBezTo>
                      <a:pt x="145" y="5407"/>
                      <a:pt x="148" y="5401"/>
                      <a:pt x="151" y="5397"/>
                    </a:cubicBezTo>
                    <a:cubicBezTo>
                      <a:pt x="156" y="5389"/>
                      <a:pt x="163" y="5379"/>
                      <a:pt x="169" y="5369"/>
                    </a:cubicBezTo>
                    <a:cubicBezTo>
                      <a:pt x="197" y="5330"/>
                      <a:pt x="225" y="5289"/>
                      <a:pt x="256" y="5251"/>
                    </a:cubicBezTo>
                    <a:lnTo>
                      <a:pt x="260" y="5247"/>
                    </a:lnTo>
                    <a:cubicBezTo>
                      <a:pt x="266" y="5232"/>
                      <a:pt x="277" y="5222"/>
                      <a:pt x="287" y="5208"/>
                    </a:cubicBezTo>
                    <a:cubicBezTo>
                      <a:pt x="291" y="5204"/>
                      <a:pt x="293" y="5198"/>
                      <a:pt x="297" y="5194"/>
                    </a:cubicBezTo>
                    <a:lnTo>
                      <a:pt x="301" y="5190"/>
                    </a:lnTo>
                    <a:cubicBezTo>
                      <a:pt x="301" y="5188"/>
                      <a:pt x="301" y="5188"/>
                      <a:pt x="305" y="5184"/>
                    </a:cubicBezTo>
                    <a:lnTo>
                      <a:pt x="309" y="5184"/>
                    </a:lnTo>
                    <a:cubicBezTo>
                      <a:pt x="309" y="5178"/>
                      <a:pt x="316" y="5173"/>
                      <a:pt x="319" y="5167"/>
                    </a:cubicBezTo>
                    <a:cubicBezTo>
                      <a:pt x="319" y="5167"/>
                      <a:pt x="319" y="5163"/>
                      <a:pt x="323" y="5163"/>
                    </a:cubicBezTo>
                    <a:cubicBezTo>
                      <a:pt x="323" y="5160"/>
                      <a:pt x="326" y="5160"/>
                      <a:pt x="329" y="5157"/>
                    </a:cubicBezTo>
                    <a:cubicBezTo>
                      <a:pt x="329" y="5149"/>
                      <a:pt x="336" y="5145"/>
                      <a:pt x="339" y="5138"/>
                    </a:cubicBezTo>
                    <a:cubicBezTo>
                      <a:pt x="339" y="5136"/>
                      <a:pt x="343" y="5136"/>
                      <a:pt x="347" y="5132"/>
                    </a:cubicBezTo>
                    <a:cubicBezTo>
                      <a:pt x="347" y="5129"/>
                      <a:pt x="347" y="5129"/>
                      <a:pt x="350" y="5126"/>
                    </a:cubicBezTo>
                    <a:cubicBezTo>
                      <a:pt x="350" y="5126"/>
                      <a:pt x="350" y="5122"/>
                      <a:pt x="354" y="5122"/>
                    </a:cubicBezTo>
                    <a:cubicBezTo>
                      <a:pt x="358" y="5116"/>
                      <a:pt x="365" y="5103"/>
                      <a:pt x="373" y="5097"/>
                    </a:cubicBezTo>
                    <a:lnTo>
                      <a:pt x="383" y="5087"/>
                    </a:lnTo>
                    <a:cubicBezTo>
                      <a:pt x="389" y="5076"/>
                      <a:pt x="397" y="5066"/>
                      <a:pt x="403" y="5056"/>
                    </a:cubicBezTo>
                    <a:lnTo>
                      <a:pt x="408" y="5056"/>
                    </a:lnTo>
                    <a:cubicBezTo>
                      <a:pt x="427" y="5025"/>
                      <a:pt x="455" y="4990"/>
                      <a:pt x="483" y="4959"/>
                    </a:cubicBezTo>
                    <a:cubicBezTo>
                      <a:pt x="483" y="4956"/>
                      <a:pt x="487" y="4948"/>
                      <a:pt x="493" y="4945"/>
                    </a:cubicBezTo>
                    <a:cubicBezTo>
                      <a:pt x="1783" y="3313"/>
                      <a:pt x="3427" y="2071"/>
                      <a:pt x="5250" y="1267"/>
                    </a:cubicBezTo>
                    <a:lnTo>
                      <a:pt x="525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6"/>
              <p:cNvSpPr/>
              <p:nvPr/>
            </p:nvSpPr>
            <p:spPr>
              <a:xfrm>
                <a:off x="3074400" y="2791850"/>
                <a:ext cx="150450" cy="181600"/>
              </a:xfrm>
              <a:custGeom>
                <a:rect b="b" l="l" r="r" t="t"/>
                <a:pathLst>
                  <a:path extrusionOk="0" h="7264" w="6018">
                    <a:moveTo>
                      <a:pt x="523" y="1"/>
                    </a:moveTo>
                    <a:cubicBezTo>
                      <a:pt x="343" y="129"/>
                      <a:pt x="170" y="264"/>
                      <a:pt x="0" y="406"/>
                    </a:cubicBezTo>
                    <a:lnTo>
                      <a:pt x="0" y="1203"/>
                    </a:lnTo>
                    <a:cubicBezTo>
                      <a:pt x="1049" y="3471"/>
                      <a:pt x="2786" y="5450"/>
                      <a:pt x="5115" y="6795"/>
                    </a:cubicBezTo>
                    <a:cubicBezTo>
                      <a:pt x="5147" y="6812"/>
                      <a:pt x="5178" y="6831"/>
                      <a:pt x="5209" y="6847"/>
                    </a:cubicBezTo>
                    <a:cubicBezTo>
                      <a:pt x="5216" y="6851"/>
                      <a:pt x="5222" y="6855"/>
                      <a:pt x="5227" y="6857"/>
                    </a:cubicBezTo>
                    <a:lnTo>
                      <a:pt x="5228" y="6857"/>
                    </a:lnTo>
                    <a:cubicBezTo>
                      <a:pt x="5247" y="6868"/>
                      <a:pt x="5266" y="6878"/>
                      <a:pt x="5286" y="6888"/>
                    </a:cubicBezTo>
                    <a:cubicBezTo>
                      <a:pt x="5332" y="6915"/>
                      <a:pt x="5377" y="6940"/>
                      <a:pt x="5422" y="6961"/>
                    </a:cubicBezTo>
                    <a:cubicBezTo>
                      <a:pt x="5423" y="6964"/>
                      <a:pt x="5426" y="6966"/>
                      <a:pt x="5429" y="6967"/>
                    </a:cubicBezTo>
                    <a:cubicBezTo>
                      <a:pt x="5430" y="6968"/>
                      <a:pt x="5431" y="6968"/>
                      <a:pt x="5433" y="6968"/>
                    </a:cubicBezTo>
                    <a:cubicBezTo>
                      <a:pt x="5435" y="6968"/>
                      <a:pt x="5437" y="6968"/>
                      <a:pt x="5439" y="6967"/>
                    </a:cubicBezTo>
                    <a:cubicBezTo>
                      <a:pt x="5439" y="6972"/>
                      <a:pt x="5439" y="6974"/>
                      <a:pt x="5440" y="6974"/>
                    </a:cubicBezTo>
                    <a:cubicBezTo>
                      <a:pt x="5440" y="6974"/>
                      <a:pt x="5441" y="6973"/>
                      <a:pt x="5443" y="6971"/>
                    </a:cubicBezTo>
                    <a:cubicBezTo>
                      <a:pt x="5443" y="6971"/>
                      <a:pt x="5444" y="6976"/>
                      <a:pt x="5447" y="6976"/>
                    </a:cubicBezTo>
                    <a:cubicBezTo>
                      <a:pt x="5448" y="6976"/>
                      <a:pt x="5448" y="6976"/>
                      <a:pt x="5449" y="6975"/>
                    </a:cubicBezTo>
                    <a:cubicBezTo>
                      <a:pt x="5449" y="6975"/>
                      <a:pt x="5451" y="6980"/>
                      <a:pt x="5453" y="6980"/>
                    </a:cubicBezTo>
                    <a:cubicBezTo>
                      <a:pt x="5454" y="6980"/>
                      <a:pt x="5455" y="6980"/>
                      <a:pt x="5455" y="6979"/>
                    </a:cubicBezTo>
                    <a:cubicBezTo>
                      <a:pt x="5462" y="6985"/>
                      <a:pt x="5470" y="6989"/>
                      <a:pt x="5476" y="6989"/>
                    </a:cubicBezTo>
                    <a:cubicBezTo>
                      <a:pt x="5480" y="6996"/>
                      <a:pt x="5484" y="7000"/>
                      <a:pt x="5491" y="7000"/>
                    </a:cubicBezTo>
                    <a:cubicBezTo>
                      <a:pt x="5491" y="7004"/>
                      <a:pt x="5493" y="7004"/>
                      <a:pt x="5497" y="7004"/>
                    </a:cubicBezTo>
                    <a:cubicBezTo>
                      <a:pt x="5497" y="7007"/>
                      <a:pt x="5500" y="7007"/>
                      <a:pt x="5504" y="7007"/>
                    </a:cubicBezTo>
                    <a:lnTo>
                      <a:pt x="5505" y="7009"/>
                    </a:lnTo>
                    <a:cubicBezTo>
                      <a:pt x="5507" y="7011"/>
                      <a:pt x="5511" y="7014"/>
                      <a:pt x="5514" y="7014"/>
                    </a:cubicBezTo>
                    <a:cubicBezTo>
                      <a:pt x="5517" y="7017"/>
                      <a:pt x="5520" y="7017"/>
                      <a:pt x="5525" y="7017"/>
                    </a:cubicBezTo>
                    <a:cubicBezTo>
                      <a:pt x="5525" y="7017"/>
                      <a:pt x="5527" y="7021"/>
                      <a:pt x="5531" y="7021"/>
                    </a:cubicBezTo>
                    <a:cubicBezTo>
                      <a:pt x="5534" y="7028"/>
                      <a:pt x="5542" y="7032"/>
                      <a:pt x="5548" y="7032"/>
                    </a:cubicBezTo>
                    <a:cubicBezTo>
                      <a:pt x="5556" y="7036"/>
                      <a:pt x="5563" y="7038"/>
                      <a:pt x="5569" y="7042"/>
                    </a:cubicBezTo>
                    <a:lnTo>
                      <a:pt x="5573" y="7042"/>
                    </a:lnTo>
                    <a:cubicBezTo>
                      <a:pt x="5577" y="7048"/>
                      <a:pt x="5579" y="7048"/>
                      <a:pt x="5583" y="7048"/>
                    </a:cubicBezTo>
                    <a:lnTo>
                      <a:pt x="5588" y="7048"/>
                    </a:lnTo>
                    <a:cubicBezTo>
                      <a:pt x="5602" y="7059"/>
                      <a:pt x="5615" y="7069"/>
                      <a:pt x="5633" y="7073"/>
                    </a:cubicBezTo>
                    <a:cubicBezTo>
                      <a:pt x="5762" y="7143"/>
                      <a:pt x="5889" y="7205"/>
                      <a:pt x="6018" y="7264"/>
                    </a:cubicBezTo>
                    <a:cubicBezTo>
                      <a:pt x="5955" y="7223"/>
                      <a:pt x="5896" y="7180"/>
                      <a:pt x="5839" y="7135"/>
                    </a:cubicBezTo>
                    <a:cubicBezTo>
                      <a:pt x="5819" y="7121"/>
                      <a:pt x="5800" y="7108"/>
                      <a:pt x="5780" y="7094"/>
                    </a:cubicBezTo>
                    <a:cubicBezTo>
                      <a:pt x="5742" y="7067"/>
                      <a:pt x="5701" y="7038"/>
                      <a:pt x="5662" y="7007"/>
                    </a:cubicBezTo>
                    <a:lnTo>
                      <a:pt x="5659" y="7007"/>
                    </a:lnTo>
                    <a:cubicBezTo>
                      <a:pt x="5644" y="6997"/>
                      <a:pt x="5634" y="6986"/>
                      <a:pt x="5620" y="6976"/>
                    </a:cubicBezTo>
                    <a:cubicBezTo>
                      <a:pt x="5615" y="6973"/>
                      <a:pt x="5609" y="6970"/>
                      <a:pt x="5605" y="6966"/>
                    </a:cubicBezTo>
                    <a:cubicBezTo>
                      <a:pt x="5604" y="6966"/>
                      <a:pt x="5602" y="6965"/>
                      <a:pt x="5600" y="6964"/>
                    </a:cubicBezTo>
                    <a:cubicBezTo>
                      <a:pt x="5598" y="6963"/>
                      <a:pt x="5597" y="6961"/>
                      <a:pt x="5595" y="6960"/>
                    </a:cubicBezTo>
                    <a:cubicBezTo>
                      <a:pt x="5592" y="6955"/>
                      <a:pt x="5584" y="6952"/>
                      <a:pt x="5581" y="6945"/>
                    </a:cubicBezTo>
                    <a:lnTo>
                      <a:pt x="5577" y="6945"/>
                    </a:lnTo>
                    <a:lnTo>
                      <a:pt x="5575" y="6944"/>
                    </a:lnTo>
                    <a:cubicBezTo>
                      <a:pt x="5573" y="6942"/>
                      <a:pt x="5569" y="6942"/>
                      <a:pt x="5567" y="6935"/>
                    </a:cubicBezTo>
                    <a:cubicBezTo>
                      <a:pt x="5559" y="6935"/>
                      <a:pt x="5556" y="6929"/>
                      <a:pt x="5548" y="6924"/>
                    </a:cubicBezTo>
                    <a:cubicBezTo>
                      <a:pt x="5548" y="6924"/>
                      <a:pt x="5544" y="6924"/>
                      <a:pt x="5544" y="6921"/>
                    </a:cubicBezTo>
                    <a:cubicBezTo>
                      <a:pt x="5541" y="6921"/>
                      <a:pt x="5538" y="6918"/>
                      <a:pt x="5534" y="6914"/>
                    </a:cubicBezTo>
                    <a:lnTo>
                      <a:pt x="5534" y="6911"/>
                    </a:lnTo>
                    <a:cubicBezTo>
                      <a:pt x="5527" y="6908"/>
                      <a:pt x="5516" y="6904"/>
                      <a:pt x="5510" y="6894"/>
                    </a:cubicBezTo>
                    <a:cubicBezTo>
                      <a:pt x="5504" y="6889"/>
                      <a:pt x="5500" y="6887"/>
                      <a:pt x="5493" y="6883"/>
                    </a:cubicBezTo>
                    <a:cubicBezTo>
                      <a:pt x="5482" y="6877"/>
                      <a:pt x="5476" y="6869"/>
                      <a:pt x="5466" y="6863"/>
                    </a:cubicBezTo>
                    <a:lnTo>
                      <a:pt x="5466" y="6858"/>
                    </a:lnTo>
                    <a:cubicBezTo>
                      <a:pt x="5434" y="6838"/>
                      <a:pt x="5403" y="6814"/>
                      <a:pt x="5372" y="6785"/>
                    </a:cubicBezTo>
                    <a:cubicBezTo>
                      <a:pt x="5366" y="6781"/>
                      <a:pt x="5362" y="6778"/>
                      <a:pt x="5355" y="6771"/>
                    </a:cubicBezTo>
                    <a:cubicBezTo>
                      <a:pt x="3140" y="5020"/>
                      <a:pt x="1640" y="2619"/>
                      <a:pt x="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6"/>
              <p:cNvSpPr/>
              <p:nvPr/>
            </p:nvSpPr>
            <p:spPr>
              <a:xfrm>
                <a:off x="3199975" y="2959675"/>
                <a:ext cx="133250" cy="155900"/>
              </a:xfrm>
              <a:custGeom>
                <a:rect b="b" l="l" r="r" t="t"/>
                <a:pathLst>
                  <a:path extrusionOk="0" h="6236" w="5330">
                    <a:moveTo>
                      <a:pt x="0" y="1"/>
                    </a:moveTo>
                    <a:lnTo>
                      <a:pt x="0" y="1"/>
                    </a:lnTo>
                    <a:cubicBezTo>
                      <a:pt x="64" y="42"/>
                      <a:pt x="126" y="88"/>
                      <a:pt x="185" y="133"/>
                    </a:cubicBezTo>
                    <a:cubicBezTo>
                      <a:pt x="190" y="135"/>
                      <a:pt x="197" y="138"/>
                      <a:pt x="201" y="142"/>
                    </a:cubicBezTo>
                    <a:cubicBezTo>
                      <a:pt x="201" y="143"/>
                      <a:pt x="203" y="143"/>
                      <a:pt x="203" y="143"/>
                    </a:cubicBezTo>
                    <a:cubicBezTo>
                      <a:pt x="216" y="153"/>
                      <a:pt x="229" y="161"/>
                      <a:pt x="241" y="171"/>
                    </a:cubicBezTo>
                    <a:cubicBezTo>
                      <a:pt x="282" y="199"/>
                      <a:pt x="320" y="231"/>
                      <a:pt x="361" y="258"/>
                    </a:cubicBezTo>
                    <a:lnTo>
                      <a:pt x="361" y="262"/>
                    </a:lnTo>
                    <a:cubicBezTo>
                      <a:pt x="376" y="269"/>
                      <a:pt x="386" y="280"/>
                      <a:pt x="400" y="290"/>
                    </a:cubicBezTo>
                    <a:cubicBezTo>
                      <a:pt x="405" y="294"/>
                      <a:pt x="411" y="297"/>
                      <a:pt x="415" y="300"/>
                    </a:cubicBezTo>
                    <a:cubicBezTo>
                      <a:pt x="416" y="300"/>
                      <a:pt x="417" y="302"/>
                      <a:pt x="420" y="303"/>
                    </a:cubicBezTo>
                    <a:cubicBezTo>
                      <a:pt x="422" y="304"/>
                      <a:pt x="423" y="305"/>
                      <a:pt x="425" y="307"/>
                    </a:cubicBezTo>
                    <a:lnTo>
                      <a:pt x="425" y="311"/>
                    </a:lnTo>
                    <a:cubicBezTo>
                      <a:pt x="431" y="311"/>
                      <a:pt x="439" y="319"/>
                      <a:pt x="446" y="325"/>
                    </a:cubicBezTo>
                    <a:cubicBezTo>
                      <a:pt x="449" y="325"/>
                      <a:pt x="452" y="328"/>
                      <a:pt x="456" y="331"/>
                    </a:cubicBezTo>
                    <a:cubicBezTo>
                      <a:pt x="463" y="335"/>
                      <a:pt x="467" y="338"/>
                      <a:pt x="470" y="342"/>
                    </a:cubicBezTo>
                    <a:cubicBezTo>
                      <a:pt x="474" y="342"/>
                      <a:pt x="474" y="342"/>
                      <a:pt x="474" y="346"/>
                    </a:cubicBezTo>
                    <a:cubicBezTo>
                      <a:pt x="478" y="346"/>
                      <a:pt x="481" y="349"/>
                      <a:pt x="484" y="352"/>
                    </a:cubicBezTo>
                    <a:lnTo>
                      <a:pt x="484" y="356"/>
                    </a:lnTo>
                    <a:cubicBezTo>
                      <a:pt x="486" y="354"/>
                      <a:pt x="487" y="353"/>
                      <a:pt x="488" y="353"/>
                    </a:cubicBezTo>
                    <a:cubicBezTo>
                      <a:pt x="488" y="353"/>
                      <a:pt x="488" y="354"/>
                      <a:pt x="488" y="356"/>
                    </a:cubicBezTo>
                    <a:cubicBezTo>
                      <a:pt x="499" y="360"/>
                      <a:pt x="507" y="367"/>
                      <a:pt x="513" y="375"/>
                    </a:cubicBezTo>
                    <a:cubicBezTo>
                      <a:pt x="520" y="378"/>
                      <a:pt x="523" y="381"/>
                      <a:pt x="527" y="385"/>
                    </a:cubicBezTo>
                    <a:cubicBezTo>
                      <a:pt x="538" y="391"/>
                      <a:pt x="549" y="398"/>
                      <a:pt x="555" y="405"/>
                    </a:cubicBezTo>
                    <a:lnTo>
                      <a:pt x="555" y="409"/>
                    </a:lnTo>
                    <a:cubicBezTo>
                      <a:pt x="589" y="429"/>
                      <a:pt x="621" y="457"/>
                      <a:pt x="652" y="485"/>
                    </a:cubicBezTo>
                    <a:cubicBezTo>
                      <a:pt x="658" y="489"/>
                      <a:pt x="667" y="493"/>
                      <a:pt x="673" y="499"/>
                    </a:cubicBezTo>
                    <a:cubicBezTo>
                      <a:pt x="2593" y="2017"/>
                      <a:pt x="3971" y="4025"/>
                      <a:pt x="4733" y="6235"/>
                    </a:cubicBezTo>
                    <a:cubicBezTo>
                      <a:pt x="4744" y="6214"/>
                      <a:pt x="4757" y="6194"/>
                      <a:pt x="4769" y="6173"/>
                    </a:cubicBezTo>
                    <a:cubicBezTo>
                      <a:pt x="4832" y="6063"/>
                      <a:pt x="4891" y="5952"/>
                      <a:pt x="4946" y="5839"/>
                    </a:cubicBezTo>
                    <a:cubicBezTo>
                      <a:pt x="5110" y="5500"/>
                      <a:pt x="5241" y="5143"/>
                      <a:pt x="5329" y="4770"/>
                    </a:cubicBezTo>
                    <a:cubicBezTo>
                      <a:pt x="4271" y="3048"/>
                      <a:pt x="2782" y="1557"/>
                      <a:pt x="906" y="473"/>
                    </a:cubicBezTo>
                    <a:cubicBezTo>
                      <a:pt x="874" y="455"/>
                      <a:pt x="843" y="437"/>
                      <a:pt x="812" y="421"/>
                    </a:cubicBezTo>
                    <a:cubicBezTo>
                      <a:pt x="783" y="402"/>
                      <a:pt x="755" y="390"/>
                      <a:pt x="729" y="376"/>
                    </a:cubicBezTo>
                    <a:cubicBezTo>
                      <a:pt x="685" y="347"/>
                      <a:pt x="644" y="327"/>
                      <a:pt x="600" y="305"/>
                    </a:cubicBezTo>
                    <a:cubicBezTo>
                      <a:pt x="592" y="299"/>
                      <a:pt x="585" y="295"/>
                      <a:pt x="579" y="295"/>
                    </a:cubicBezTo>
                    <a:cubicBezTo>
                      <a:pt x="579" y="295"/>
                      <a:pt x="576" y="289"/>
                      <a:pt x="572" y="289"/>
                    </a:cubicBezTo>
                    <a:cubicBezTo>
                      <a:pt x="572" y="289"/>
                      <a:pt x="570" y="285"/>
                      <a:pt x="566" y="285"/>
                    </a:cubicBezTo>
                    <a:cubicBezTo>
                      <a:pt x="559" y="282"/>
                      <a:pt x="551" y="279"/>
                      <a:pt x="545" y="274"/>
                    </a:cubicBezTo>
                    <a:cubicBezTo>
                      <a:pt x="541" y="272"/>
                      <a:pt x="538" y="268"/>
                      <a:pt x="530" y="268"/>
                    </a:cubicBezTo>
                    <a:cubicBezTo>
                      <a:pt x="527" y="266"/>
                      <a:pt x="524" y="262"/>
                      <a:pt x="520" y="262"/>
                    </a:cubicBezTo>
                    <a:cubicBezTo>
                      <a:pt x="520" y="262"/>
                      <a:pt x="518" y="258"/>
                      <a:pt x="514" y="258"/>
                    </a:cubicBezTo>
                    <a:cubicBezTo>
                      <a:pt x="510" y="256"/>
                      <a:pt x="508" y="256"/>
                      <a:pt x="504" y="252"/>
                    </a:cubicBezTo>
                    <a:cubicBezTo>
                      <a:pt x="504" y="252"/>
                      <a:pt x="502" y="252"/>
                      <a:pt x="497" y="248"/>
                    </a:cubicBezTo>
                    <a:cubicBezTo>
                      <a:pt x="493" y="248"/>
                      <a:pt x="491" y="243"/>
                      <a:pt x="487" y="243"/>
                    </a:cubicBezTo>
                    <a:cubicBezTo>
                      <a:pt x="484" y="240"/>
                      <a:pt x="477" y="237"/>
                      <a:pt x="470" y="233"/>
                    </a:cubicBezTo>
                    <a:cubicBezTo>
                      <a:pt x="468" y="230"/>
                      <a:pt x="459" y="227"/>
                      <a:pt x="453" y="223"/>
                    </a:cubicBezTo>
                    <a:lnTo>
                      <a:pt x="449" y="223"/>
                    </a:lnTo>
                    <a:cubicBezTo>
                      <a:pt x="446" y="221"/>
                      <a:pt x="442" y="221"/>
                      <a:pt x="436" y="217"/>
                    </a:cubicBezTo>
                    <a:cubicBezTo>
                      <a:pt x="421" y="210"/>
                      <a:pt x="407" y="199"/>
                      <a:pt x="390" y="192"/>
                    </a:cubicBezTo>
                    <a:lnTo>
                      <a:pt x="386" y="192"/>
                    </a:lnTo>
                    <a:cubicBezTo>
                      <a:pt x="257" y="127"/>
                      <a:pt x="129" y="65"/>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3" name="Google Shape;473;p6"/>
          <p:cNvGrpSpPr/>
          <p:nvPr/>
        </p:nvGrpSpPr>
        <p:grpSpPr>
          <a:xfrm>
            <a:off x="8785555" y="4355353"/>
            <a:ext cx="215033" cy="215222"/>
            <a:chOff x="5062659" y="967188"/>
            <a:chExt cx="109716" cy="109813"/>
          </a:xfrm>
        </p:grpSpPr>
        <p:sp>
          <p:nvSpPr>
            <p:cNvPr id="474" name="Google Shape;474;p6"/>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6"/>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6"/>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 name="Google Shape;477;p6"/>
          <p:cNvGrpSpPr/>
          <p:nvPr/>
        </p:nvGrpSpPr>
        <p:grpSpPr>
          <a:xfrm>
            <a:off x="8508656" y="114934"/>
            <a:ext cx="587911" cy="563023"/>
            <a:chOff x="-2758050" y="2287950"/>
            <a:chExt cx="370875" cy="355175"/>
          </a:xfrm>
        </p:grpSpPr>
        <p:sp>
          <p:nvSpPr>
            <p:cNvPr id="478" name="Google Shape;478;p6"/>
            <p:cNvSpPr/>
            <p:nvPr/>
          </p:nvSpPr>
          <p:spPr>
            <a:xfrm>
              <a:off x="-2758050" y="2287950"/>
              <a:ext cx="370875" cy="355175"/>
            </a:xfrm>
            <a:custGeom>
              <a:rect b="b" l="l" r="r" t="t"/>
              <a:pathLst>
                <a:path extrusionOk="0" h="14207" w="14835">
                  <a:moveTo>
                    <a:pt x="7426" y="0"/>
                  </a:moveTo>
                  <a:cubicBezTo>
                    <a:pt x="5114" y="0"/>
                    <a:pt x="2833" y="1125"/>
                    <a:pt x="1456" y="3245"/>
                  </a:cubicBezTo>
                  <a:cubicBezTo>
                    <a:pt x="150" y="5257"/>
                    <a:pt x="1" y="7746"/>
                    <a:pt x="879" y="9854"/>
                  </a:cubicBezTo>
                  <a:cubicBezTo>
                    <a:pt x="881" y="9869"/>
                    <a:pt x="884" y="9880"/>
                    <a:pt x="889" y="9891"/>
                  </a:cubicBezTo>
                  <a:cubicBezTo>
                    <a:pt x="913" y="9946"/>
                    <a:pt x="936" y="9999"/>
                    <a:pt x="959" y="10051"/>
                  </a:cubicBezTo>
                  <a:cubicBezTo>
                    <a:pt x="961" y="10056"/>
                    <a:pt x="963" y="10061"/>
                    <a:pt x="966" y="10066"/>
                  </a:cubicBezTo>
                  <a:cubicBezTo>
                    <a:pt x="977" y="10092"/>
                    <a:pt x="990" y="10118"/>
                    <a:pt x="1002" y="10144"/>
                  </a:cubicBezTo>
                  <a:cubicBezTo>
                    <a:pt x="1008" y="10158"/>
                    <a:pt x="1013" y="10169"/>
                    <a:pt x="1019" y="10181"/>
                  </a:cubicBezTo>
                  <a:cubicBezTo>
                    <a:pt x="1042" y="10228"/>
                    <a:pt x="1065" y="10274"/>
                    <a:pt x="1088" y="10321"/>
                  </a:cubicBezTo>
                  <a:lnTo>
                    <a:pt x="1104" y="10352"/>
                  </a:lnTo>
                  <a:lnTo>
                    <a:pt x="1142" y="10426"/>
                  </a:lnTo>
                  <a:cubicBezTo>
                    <a:pt x="1150" y="10439"/>
                    <a:pt x="1157" y="10455"/>
                    <a:pt x="1166" y="10469"/>
                  </a:cubicBezTo>
                  <a:cubicBezTo>
                    <a:pt x="1186" y="10508"/>
                    <a:pt x="1207" y="10546"/>
                    <a:pt x="1229" y="10584"/>
                  </a:cubicBezTo>
                  <a:cubicBezTo>
                    <a:pt x="1238" y="10600"/>
                    <a:pt x="1246" y="10618"/>
                    <a:pt x="1256" y="10633"/>
                  </a:cubicBezTo>
                  <a:lnTo>
                    <a:pt x="1295" y="10698"/>
                  </a:lnTo>
                  <a:cubicBezTo>
                    <a:pt x="1305" y="10716"/>
                    <a:pt x="1315" y="10733"/>
                    <a:pt x="1326" y="10750"/>
                  </a:cubicBezTo>
                  <a:cubicBezTo>
                    <a:pt x="1343" y="10781"/>
                    <a:pt x="1362" y="10811"/>
                    <a:pt x="1380" y="10842"/>
                  </a:cubicBezTo>
                  <a:cubicBezTo>
                    <a:pt x="1395" y="10864"/>
                    <a:pt x="1408" y="10886"/>
                    <a:pt x="1422" y="10908"/>
                  </a:cubicBezTo>
                  <a:cubicBezTo>
                    <a:pt x="1435" y="10927"/>
                    <a:pt x="1446" y="10947"/>
                    <a:pt x="1460" y="10966"/>
                  </a:cubicBezTo>
                  <a:cubicBezTo>
                    <a:pt x="1472" y="10986"/>
                    <a:pt x="1487" y="11007"/>
                    <a:pt x="1499" y="11028"/>
                  </a:cubicBezTo>
                  <a:lnTo>
                    <a:pt x="1545" y="11098"/>
                  </a:lnTo>
                  <a:cubicBezTo>
                    <a:pt x="1564" y="11125"/>
                    <a:pt x="1583" y="11150"/>
                    <a:pt x="1600" y="11177"/>
                  </a:cubicBezTo>
                  <a:cubicBezTo>
                    <a:pt x="1612" y="11194"/>
                    <a:pt x="1623" y="11211"/>
                    <a:pt x="1636" y="11228"/>
                  </a:cubicBezTo>
                  <a:cubicBezTo>
                    <a:pt x="1653" y="11250"/>
                    <a:pt x="1670" y="11275"/>
                    <a:pt x="1687" y="11299"/>
                  </a:cubicBezTo>
                  <a:cubicBezTo>
                    <a:pt x="1698" y="11315"/>
                    <a:pt x="1711" y="11332"/>
                    <a:pt x="1724" y="11348"/>
                  </a:cubicBezTo>
                  <a:cubicBezTo>
                    <a:pt x="1746" y="11378"/>
                    <a:pt x="1769" y="11409"/>
                    <a:pt x="1792" y="11439"/>
                  </a:cubicBezTo>
                  <a:cubicBezTo>
                    <a:pt x="1803" y="11454"/>
                    <a:pt x="1814" y="11467"/>
                    <a:pt x="1826" y="11483"/>
                  </a:cubicBezTo>
                  <a:cubicBezTo>
                    <a:pt x="1847" y="11510"/>
                    <a:pt x="1867" y="11536"/>
                    <a:pt x="1889" y="11563"/>
                  </a:cubicBezTo>
                  <a:cubicBezTo>
                    <a:pt x="1898" y="11574"/>
                    <a:pt x="1907" y="11585"/>
                    <a:pt x="1916" y="11596"/>
                  </a:cubicBezTo>
                  <a:cubicBezTo>
                    <a:pt x="1944" y="11629"/>
                    <a:pt x="1971" y="11662"/>
                    <a:pt x="1998" y="11695"/>
                  </a:cubicBezTo>
                  <a:cubicBezTo>
                    <a:pt x="2008" y="11707"/>
                    <a:pt x="2018" y="11719"/>
                    <a:pt x="2028" y="11730"/>
                  </a:cubicBezTo>
                  <a:cubicBezTo>
                    <a:pt x="2053" y="11760"/>
                    <a:pt x="2079" y="11789"/>
                    <a:pt x="2105" y="11818"/>
                  </a:cubicBezTo>
                  <a:cubicBezTo>
                    <a:pt x="2110" y="11825"/>
                    <a:pt x="2116" y="11831"/>
                    <a:pt x="2121" y="11838"/>
                  </a:cubicBezTo>
                  <a:cubicBezTo>
                    <a:pt x="2152" y="11872"/>
                    <a:pt x="2182" y="11905"/>
                    <a:pt x="2214" y="11939"/>
                  </a:cubicBezTo>
                  <a:cubicBezTo>
                    <a:pt x="2225" y="11949"/>
                    <a:pt x="2234" y="11959"/>
                    <a:pt x="2244" y="11970"/>
                  </a:cubicBezTo>
                  <a:cubicBezTo>
                    <a:pt x="2273" y="12001"/>
                    <a:pt x="2302" y="12032"/>
                    <a:pt x="2332" y="12063"/>
                  </a:cubicBezTo>
                  <a:cubicBezTo>
                    <a:pt x="2335" y="12066"/>
                    <a:pt x="2339" y="12070"/>
                    <a:pt x="2342" y="12074"/>
                  </a:cubicBezTo>
                  <a:lnTo>
                    <a:pt x="2442" y="12174"/>
                  </a:lnTo>
                  <a:cubicBezTo>
                    <a:pt x="2452" y="12183"/>
                    <a:pt x="2461" y="12193"/>
                    <a:pt x="2471" y="12202"/>
                  </a:cubicBezTo>
                  <a:cubicBezTo>
                    <a:pt x="2504" y="12234"/>
                    <a:pt x="2538" y="12266"/>
                    <a:pt x="2571" y="12297"/>
                  </a:cubicBezTo>
                  <a:cubicBezTo>
                    <a:pt x="2573" y="12298"/>
                    <a:pt x="2575" y="12300"/>
                    <a:pt x="2576" y="12302"/>
                  </a:cubicBezTo>
                  <a:cubicBezTo>
                    <a:pt x="2612" y="12334"/>
                    <a:pt x="2648" y="12368"/>
                    <a:pt x="2684" y="12400"/>
                  </a:cubicBezTo>
                  <a:cubicBezTo>
                    <a:pt x="2693" y="12408"/>
                    <a:pt x="2701" y="12417"/>
                    <a:pt x="2712" y="12425"/>
                  </a:cubicBezTo>
                  <a:cubicBezTo>
                    <a:pt x="2748" y="12457"/>
                    <a:pt x="2786" y="12489"/>
                    <a:pt x="2822" y="12520"/>
                  </a:cubicBezTo>
                  <a:lnTo>
                    <a:pt x="2823" y="12522"/>
                  </a:lnTo>
                  <a:lnTo>
                    <a:pt x="2824" y="12522"/>
                  </a:lnTo>
                  <a:cubicBezTo>
                    <a:pt x="2870" y="12560"/>
                    <a:pt x="2916" y="12597"/>
                    <a:pt x="2961" y="12633"/>
                  </a:cubicBezTo>
                  <a:lnTo>
                    <a:pt x="3000" y="12664"/>
                  </a:lnTo>
                  <a:cubicBezTo>
                    <a:pt x="3038" y="12694"/>
                    <a:pt x="3076" y="12724"/>
                    <a:pt x="3113" y="12754"/>
                  </a:cubicBezTo>
                  <a:cubicBezTo>
                    <a:pt x="3123" y="12761"/>
                    <a:pt x="3133" y="12770"/>
                    <a:pt x="3143" y="12776"/>
                  </a:cubicBezTo>
                  <a:cubicBezTo>
                    <a:pt x="3189" y="12811"/>
                    <a:pt x="3236" y="12844"/>
                    <a:pt x="3282" y="12878"/>
                  </a:cubicBezTo>
                  <a:lnTo>
                    <a:pt x="3322" y="12905"/>
                  </a:lnTo>
                  <a:cubicBezTo>
                    <a:pt x="3358" y="12931"/>
                    <a:pt x="3394" y="12955"/>
                    <a:pt x="3430" y="12979"/>
                  </a:cubicBezTo>
                  <a:cubicBezTo>
                    <a:pt x="3443" y="12989"/>
                    <a:pt x="3458" y="12999"/>
                    <a:pt x="3472" y="13009"/>
                  </a:cubicBezTo>
                  <a:cubicBezTo>
                    <a:pt x="3519" y="13040"/>
                    <a:pt x="3565" y="13071"/>
                    <a:pt x="3612" y="13101"/>
                  </a:cubicBezTo>
                  <a:cubicBezTo>
                    <a:pt x="3623" y="13108"/>
                    <a:pt x="3634" y="13115"/>
                    <a:pt x="3647" y="13122"/>
                  </a:cubicBezTo>
                  <a:cubicBezTo>
                    <a:pt x="3683" y="13146"/>
                    <a:pt x="3720" y="13168"/>
                    <a:pt x="3757" y="13191"/>
                  </a:cubicBezTo>
                  <a:cubicBezTo>
                    <a:pt x="3776" y="13201"/>
                    <a:pt x="3793" y="13213"/>
                    <a:pt x="3810" y="13224"/>
                  </a:cubicBezTo>
                  <a:cubicBezTo>
                    <a:pt x="3846" y="13245"/>
                    <a:pt x="3884" y="13266"/>
                    <a:pt x="3920" y="13287"/>
                  </a:cubicBezTo>
                  <a:cubicBezTo>
                    <a:pt x="3937" y="13296"/>
                    <a:pt x="3952" y="13304"/>
                    <a:pt x="3969" y="13313"/>
                  </a:cubicBezTo>
                  <a:lnTo>
                    <a:pt x="4097" y="13384"/>
                  </a:lnTo>
                  <a:cubicBezTo>
                    <a:pt x="4117" y="13395"/>
                    <a:pt x="4138" y="13405"/>
                    <a:pt x="4160" y="13416"/>
                  </a:cubicBezTo>
                  <a:cubicBezTo>
                    <a:pt x="4189" y="13431"/>
                    <a:pt x="4219" y="13445"/>
                    <a:pt x="4248" y="13461"/>
                  </a:cubicBezTo>
                  <a:cubicBezTo>
                    <a:pt x="4271" y="13471"/>
                    <a:pt x="4292" y="13483"/>
                    <a:pt x="4313" y="13493"/>
                  </a:cubicBezTo>
                  <a:cubicBezTo>
                    <a:pt x="4357" y="13515"/>
                    <a:pt x="4401" y="13535"/>
                    <a:pt x="4444" y="13556"/>
                  </a:cubicBezTo>
                  <a:cubicBezTo>
                    <a:pt x="4469" y="13567"/>
                    <a:pt x="4494" y="13578"/>
                    <a:pt x="4519" y="13590"/>
                  </a:cubicBezTo>
                  <a:cubicBezTo>
                    <a:pt x="4542" y="13601"/>
                    <a:pt x="4568" y="13612"/>
                    <a:pt x="4593" y="13623"/>
                  </a:cubicBezTo>
                  <a:cubicBezTo>
                    <a:pt x="4620" y="13634"/>
                    <a:pt x="4646" y="13647"/>
                    <a:pt x="4673" y="13658"/>
                  </a:cubicBezTo>
                  <a:cubicBezTo>
                    <a:pt x="4697" y="13668"/>
                    <a:pt x="4721" y="13678"/>
                    <a:pt x="4746" y="13688"/>
                  </a:cubicBezTo>
                  <a:cubicBezTo>
                    <a:pt x="4793" y="13707"/>
                    <a:pt x="4841" y="13726"/>
                    <a:pt x="4890" y="13745"/>
                  </a:cubicBezTo>
                  <a:cubicBezTo>
                    <a:pt x="4909" y="13752"/>
                    <a:pt x="4928" y="13760"/>
                    <a:pt x="4948" y="13766"/>
                  </a:cubicBezTo>
                  <a:cubicBezTo>
                    <a:pt x="4979" y="13778"/>
                    <a:pt x="5010" y="13789"/>
                    <a:pt x="5042" y="13799"/>
                  </a:cubicBezTo>
                  <a:cubicBezTo>
                    <a:pt x="5058" y="13807"/>
                    <a:pt x="5076" y="13812"/>
                    <a:pt x="5092" y="13817"/>
                  </a:cubicBezTo>
                  <a:cubicBezTo>
                    <a:pt x="5162" y="13841"/>
                    <a:pt x="5233" y="13864"/>
                    <a:pt x="5304" y="13886"/>
                  </a:cubicBezTo>
                  <a:cubicBezTo>
                    <a:pt x="5306" y="13887"/>
                    <a:pt x="5308" y="13887"/>
                    <a:pt x="5310" y="13889"/>
                  </a:cubicBezTo>
                  <a:cubicBezTo>
                    <a:pt x="5346" y="13901"/>
                    <a:pt x="5382" y="13911"/>
                    <a:pt x="5419" y="13921"/>
                  </a:cubicBezTo>
                  <a:cubicBezTo>
                    <a:pt x="5430" y="13925"/>
                    <a:pt x="5441" y="13927"/>
                    <a:pt x="5454" y="13932"/>
                  </a:cubicBezTo>
                  <a:cubicBezTo>
                    <a:pt x="5569" y="13965"/>
                    <a:pt x="5687" y="13996"/>
                    <a:pt x="5806" y="14023"/>
                  </a:cubicBezTo>
                  <a:cubicBezTo>
                    <a:pt x="5812" y="14024"/>
                    <a:pt x="5817" y="14025"/>
                    <a:pt x="5823" y="14027"/>
                  </a:cubicBezTo>
                  <a:cubicBezTo>
                    <a:pt x="5991" y="14066"/>
                    <a:pt x="6161" y="14098"/>
                    <a:pt x="6331" y="14124"/>
                  </a:cubicBezTo>
                  <a:cubicBezTo>
                    <a:pt x="6691" y="14179"/>
                    <a:pt x="7054" y="14207"/>
                    <a:pt x="7417" y="14207"/>
                  </a:cubicBezTo>
                  <a:cubicBezTo>
                    <a:pt x="9727" y="14207"/>
                    <a:pt x="12007" y="13082"/>
                    <a:pt x="13385" y="10961"/>
                  </a:cubicBezTo>
                  <a:cubicBezTo>
                    <a:pt x="14666" y="8985"/>
                    <a:pt x="14834" y="6550"/>
                    <a:pt x="14006" y="4467"/>
                  </a:cubicBezTo>
                  <a:cubicBezTo>
                    <a:pt x="14006" y="4465"/>
                    <a:pt x="14005" y="4464"/>
                    <a:pt x="14005" y="4464"/>
                  </a:cubicBezTo>
                  <a:cubicBezTo>
                    <a:pt x="13947" y="4317"/>
                    <a:pt x="13883" y="4173"/>
                    <a:pt x="13815" y="4030"/>
                  </a:cubicBezTo>
                  <a:cubicBezTo>
                    <a:pt x="13814" y="4025"/>
                    <a:pt x="13811" y="4021"/>
                    <a:pt x="13810" y="4018"/>
                  </a:cubicBezTo>
                  <a:cubicBezTo>
                    <a:pt x="13794" y="3985"/>
                    <a:pt x="13778" y="3952"/>
                    <a:pt x="13762" y="3920"/>
                  </a:cubicBezTo>
                  <a:cubicBezTo>
                    <a:pt x="13758" y="3913"/>
                    <a:pt x="13756" y="3907"/>
                    <a:pt x="13752" y="3901"/>
                  </a:cubicBezTo>
                  <a:cubicBezTo>
                    <a:pt x="13702" y="3803"/>
                    <a:pt x="13651" y="3706"/>
                    <a:pt x="13597" y="3608"/>
                  </a:cubicBezTo>
                  <a:cubicBezTo>
                    <a:pt x="13593" y="3601"/>
                    <a:pt x="13588" y="3593"/>
                    <a:pt x="13584" y="3585"/>
                  </a:cubicBezTo>
                  <a:cubicBezTo>
                    <a:pt x="13568" y="3556"/>
                    <a:pt x="13552" y="3529"/>
                    <a:pt x="13536" y="3502"/>
                  </a:cubicBezTo>
                  <a:cubicBezTo>
                    <a:pt x="13529" y="3489"/>
                    <a:pt x="13522" y="3477"/>
                    <a:pt x="13515" y="3464"/>
                  </a:cubicBezTo>
                  <a:cubicBezTo>
                    <a:pt x="13499" y="3437"/>
                    <a:pt x="13483" y="3411"/>
                    <a:pt x="13467" y="3385"/>
                  </a:cubicBezTo>
                  <a:cubicBezTo>
                    <a:pt x="13461" y="3374"/>
                    <a:pt x="13454" y="3364"/>
                    <a:pt x="13447" y="3353"/>
                  </a:cubicBezTo>
                  <a:cubicBezTo>
                    <a:pt x="13418" y="3304"/>
                    <a:pt x="13388" y="3257"/>
                    <a:pt x="13358" y="3209"/>
                  </a:cubicBezTo>
                  <a:cubicBezTo>
                    <a:pt x="13348" y="3195"/>
                    <a:pt x="13338" y="3179"/>
                    <a:pt x="13329" y="3165"/>
                  </a:cubicBezTo>
                  <a:cubicBezTo>
                    <a:pt x="13313" y="3143"/>
                    <a:pt x="13299" y="3120"/>
                    <a:pt x="13283" y="3098"/>
                  </a:cubicBezTo>
                  <a:cubicBezTo>
                    <a:pt x="13272" y="3081"/>
                    <a:pt x="13261" y="3064"/>
                    <a:pt x="13249" y="3046"/>
                  </a:cubicBezTo>
                  <a:cubicBezTo>
                    <a:pt x="13235" y="3025"/>
                    <a:pt x="13219" y="3004"/>
                    <a:pt x="13205" y="2983"/>
                  </a:cubicBezTo>
                  <a:cubicBezTo>
                    <a:pt x="13191" y="2964"/>
                    <a:pt x="13177" y="2945"/>
                    <a:pt x="13163" y="2924"/>
                  </a:cubicBezTo>
                  <a:cubicBezTo>
                    <a:pt x="13144" y="2898"/>
                    <a:pt x="13127" y="2874"/>
                    <a:pt x="13107" y="2849"/>
                  </a:cubicBezTo>
                  <a:cubicBezTo>
                    <a:pt x="13086" y="2821"/>
                    <a:pt x="13066" y="2793"/>
                    <a:pt x="13044" y="2765"/>
                  </a:cubicBezTo>
                  <a:cubicBezTo>
                    <a:pt x="13031" y="2749"/>
                    <a:pt x="13018" y="2731"/>
                    <a:pt x="13004" y="2715"/>
                  </a:cubicBezTo>
                  <a:cubicBezTo>
                    <a:pt x="12987" y="2693"/>
                    <a:pt x="12971" y="2672"/>
                    <a:pt x="12952" y="2651"/>
                  </a:cubicBezTo>
                  <a:cubicBezTo>
                    <a:pt x="12940" y="2633"/>
                    <a:pt x="12925" y="2617"/>
                    <a:pt x="12912" y="2601"/>
                  </a:cubicBezTo>
                  <a:lnTo>
                    <a:pt x="12854" y="2532"/>
                  </a:lnTo>
                  <a:cubicBezTo>
                    <a:pt x="12843" y="2519"/>
                    <a:pt x="12832" y="2504"/>
                    <a:pt x="12820" y="2492"/>
                  </a:cubicBezTo>
                  <a:cubicBezTo>
                    <a:pt x="12791" y="2457"/>
                    <a:pt x="12760" y="2422"/>
                    <a:pt x="12729" y="2388"/>
                  </a:cubicBezTo>
                  <a:lnTo>
                    <a:pt x="12698" y="2353"/>
                  </a:lnTo>
                  <a:cubicBezTo>
                    <a:pt x="12677" y="2328"/>
                    <a:pt x="12653" y="2302"/>
                    <a:pt x="12629" y="2277"/>
                  </a:cubicBezTo>
                  <a:cubicBezTo>
                    <a:pt x="12617" y="2265"/>
                    <a:pt x="12605" y="2251"/>
                    <a:pt x="12592" y="2238"/>
                  </a:cubicBezTo>
                  <a:cubicBezTo>
                    <a:pt x="12569" y="2213"/>
                    <a:pt x="12546" y="2188"/>
                    <a:pt x="12522" y="2164"/>
                  </a:cubicBezTo>
                  <a:cubicBezTo>
                    <a:pt x="12510" y="2152"/>
                    <a:pt x="12500" y="2142"/>
                    <a:pt x="12489" y="2131"/>
                  </a:cubicBezTo>
                  <a:cubicBezTo>
                    <a:pt x="12456" y="2096"/>
                    <a:pt x="12421" y="2063"/>
                    <a:pt x="12386" y="2027"/>
                  </a:cubicBezTo>
                  <a:cubicBezTo>
                    <a:pt x="12379" y="2021"/>
                    <a:pt x="12373" y="2014"/>
                    <a:pt x="12367" y="2009"/>
                  </a:cubicBezTo>
                  <a:lnTo>
                    <a:pt x="12277" y="1924"/>
                  </a:lnTo>
                  <a:cubicBezTo>
                    <a:pt x="12266" y="1914"/>
                    <a:pt x="12254" y="1903"/>
                    <a:pt x="12243" y="1892"/>
                  </a:cubicBezTo>
                  <a:cubicBezTo>
                    <a:pt x="12215" y="1868"/>
                    <a:pt x="12189" y="1843"/>
                    <a:pt x="12163" y="1820"/>
                  </a:cubicBezTo>
                  <a:cubicBezTo>
                    <a:pt x="12151" y="1810"/>
                    <a:pt x="12141" y="1800"/>
                    <a:pt x="12130" y="1790"/>
                  </a:cubicBezTo>
                  <a:cubicBezTo>
                    <a:pt x="12091" y="1756"/>
                    <a:pt x="12054" y="1724"/>
                    <a:pt x="12016" y="1692"/>
                  </a:cubicBezTo>
                  <a:cubicBezTo>
                    <a:pt x="11969" y="1652"/>
                    <a:pt x="11921" y="1614"/>
                    <a:pt x="11874" y="1574"/>
                  </a:cubicBezTo>
                  <a:cubicBezTo>
                    <a:pt x="11858" y="1563"/>
                    <a:pt x="11844" y="1552"/>
                    <a:pt x="11828" y="1538"/>
                  </a:cubicBezTo>
                  <a:cubicBezTo>
                    <a:pt x="11795" y="1513"/>
                    <a:pt x="11761" y="1486"/>
                    <a:pt x="11728" y="1460"/>
                  </a:cubicBezTo>
                  <a:cubicBezTo>
                    <a:pt x="11711" y="1446"/>
                    <a:pt x="11693" y="1434"/>
                    <a:pt x="11677" y="1421"/>
                  </a:cubicBezTo>
                  <a:cubicBezTo>
                    <a:pt x="11643" y="1397"/>
                    <a:pt x="11611" y="1372"/>
                    <a:pt x="11577" y="1347"/>
                  </a:cubicBezTo>
                  <a:cubicBezTo>
                    <a:pt x="11560" y="1336"/>
                    <a:pt x="11544" y="1325"/>
                    <a:pt x="11528" y="1311"/>
                  </a:cubicBezTo>
                  <a:cubicBezTo>
                    <a:pt x="11487" y="1281"/>
                    <a:pt x="11445" y="1253"/>
                    <a:pt x="11403" y="1225"/>
                  </a:cubicBezTo>
                  <a:cubicBezTo>
                    <a:pt x="11395" y="1219"/>
                    <a:pt x="11388" y="1213"/>
                    <a:pt x="11379" y="1208"/>
                  </a:cubicBezTo>
                  <a:cubicBezTo>
                    <a:pt x="11331" y="1175"/>
                    <a:pt x="11281" y="1142"/>
                    <a:pt x="11232" y="1111"/>
                  </a:cubicBezTo>
                  <a:cubicBezTo>
                    <a:pt x="11214" y="1101"/>
                    <a:pt x="11199" y="1090"/>
                    <a:pt x="11182" y="1080"/>
                  </a:cubicBezTo>
                  <a:cubicBezTo>
                    <a:pt x="11147" y="1058"/>
                    <a:pt x="11114" y="1038"/>
                    <a:pt x="11079" y="1017"/>
                  </a:cubicBezTo>
                  <a:lnTo>
                    <a:pt x="11021" y="982"/>
                  </a:lnTo>
                  <a:cubicBezTo>
                    <a:pt x="10988" y="963"/>
                    <a:pt x="10956" y="945"/>
                    <a:pt x="10924" y="925"/>
                  </a:cubicBezTo>
                  <a:cubicBezTo>
                    <a:pt x="10905" y="914"/>
                    <a:pt x="10885" y="904"/>
                    <a:pt x="10864" y="892"/>
                  </a:cubicBezTo>
                  <a:cubicBezTo>
                    <a:pt x="10828" y="872"/>
                    <a:pt x="10792" y="852"/>
                    <a:pt x="10755" y="832"/>
                  </a:cubicBezTo>
                  <a:cubicBezTo>
                    <a:pt x="10740" y="825"/>
                    <a:pt x="10724" y="816"/>
                    <a:pt x="10709" y="809"/>
                  </a:cubicBezTo>
                  <a:cubicBezTo>
                    <a:pt x="10658" y="783"/>
                    <a:pt x="10608" y="757"/>
                    <a:pt x="10558" y="732"/>
                  </a:cubicBezTo>
                  <a:cubicBezTo>
                    <a:pt x="10538" y="723"/>
                    <a:pt x="10519" y="714"/>
                    <a:pt x="10500" y="703"/>
                  </a:cubicBezTo>
                  <a:cubicBezTo>
                    <a:pt x="10466" y="688"/>
                    <a:pt x="10434" y="671"/>
                    <a:pt x="10400" y="657"/>
                  </a:cubicBezTo>
                  <a:cubicBezTo>
                    <a:pt x="10377" y="647"/>
                    <a:pt x="10354" y="636"/>
                    <a:pt x="10332" y="626"/>
                  </a:cubicBezTo>
                  <a:cubicBezTo>
                    <a:pt x="10302" y="614"/>
                    <a:pt x="10271" y="599"/>
                    <a:pt x="10242" y="587"/>
                  </a:cubicBezTo>
                  <a:cubicBezTo>
                    <a:pt x="10218" y="576"/>
                    <a:pt x="10194" y="566"/>
                    <a:pt x="10171" y="556"/>
                  </a:cubicBezTo>
                  <a:lnTo>
                    <a:pt x="10078" y="517"/>
                  </a:lnTo>
                  <a:cubicBezTo>
                    <a:pt x="10054" y="507"/>
                    <a:pt x="10033" y="499"/>
                    <a:pt x="10010" y="490"/>
                  </a:cubicBezTo>
                  <a:cubicBezTo>
                    <a:pt x="9960" y="470"/>
                    <a:pt x="9910" y="451"/>
                    <a:pt x="9860" y="433"/>
                  </a:cubicBezTo>
                  <a:cubicBezTo>
                    <a:pt x="9835" y="424"/>
                    <a:pt x="9811" y="417"/>
                    <a:pt x="9786" y="407"/>
                  </a:cubicBezTo>
                  <a:cubicBezTo>
                    <a:pt x="9758" y="397"/>
                    <a:pt x="9728" y="387"/>
                    <a:pt x="9700" y="377"/>
                  </a:cubicBezTo>
                  <a:cubicBezTo>
                    <a:pt x="9672" y="368"/>
                    <a:pt x="9646" y="360"/>
                    <a:pt x="9618" y="350"/>
                  </a:cubicBezTo>
                  <a:cubicBezTo>
                    <a:pt x="9592" y="341"/>
                    <a:pt x="9564" y="334"/>
                    <a:pt x="9538" y="325"/>
                  </a:cubicBezTo>
                  <a:cubicBezTo>
                    <a:pt x="9510" y="315"/>
                    <a:pt x="9482" y="306"/>
                    <a:pt x="9454" y="299"/>
                  </a:cubicBezTo>
                  <a:cubicBezTo>
                    <a:pt x="9428" y="291"/>
                    <a:pt x="9402" y="283"/>
                    <a:pt x="9377" y="277"/>
                  </a:cubicBezTo>
                  <a:cubicBezTo>
                    <a:pt x="9347" y="269"/>
                    <a:pt x="9319" y="260"/>
                    <a:pt x="9290" y="252"/>
                  </a:cubicBezTo>
                  <a:cubicBezTo>
                    <a:pt x="9265" y="246"/>
                    <a:pt x="9242" y="239"/>
                    <a:pt x="9217" y="233"/>
                  </a:cubicBezTo>
                  <a:cubicBezTo>
                    <a:pt x="9161" y="218"/>
                    <a:pt x="9104" y="205"/>
                    <a:pt x="9048" y="191"/>
                  </a:cubicBezTo>
                  <a:cubicBezTo>
                    <a:pt x="9026" y="185"/>
                    <a:pt x="9005" y="180"/>
                    <a:pt x="8981" y="175"/>
                  </a:cubicBezTo>
                  <a:cubicBezTo>
                    <a:pt x="8949" y="167"/>
                    <a:pt x="8917" y="161"/>
                    <a:pt x="8885" y="154"/>
                  </a:cubicBezTo>
                  <a:cubicBezTo>
                    <a:pt x="8862" y="149"/>
                    <a:pt x="8841" y="145"/>
                    <a:pt x="8819" y="140"/>
                  </a:cubicBezTo>
                  <a:cubicBezTo>
                    <a:pt x="8787" y="134"/>
                    <a:pt x="8753" y="128"/>
                    <a:pt x="8721" y="120"/>
                  </a:cubicBezTo>
                  <a:cubicBezTo>
                    <a:pt x="8700" y="117"/>
                    <a:pt x="8680" y="113"/>
                    <a:pt x="8658" y="109"/>
                  </a:cubicBezTo>
                  <a:cubicBezTo>
                    <a:pt x="8624" y="103"/>
                    <a:pt x="8589" y="98"/>
                    <a:pt x="8556" y="91"/>
                  </a:cubicBezTo>
                  <a:cubicBezTo>
                    <a:pt x="8541" y="88"/>
                    <a:pt x="8527" y="87"/>
                    <a:pt x="8514" y="84"/>
                  </a:cubicBezTo>
                  <a:cubicBezTo>
                    <a:pt x="8438" y="73"/>
                    <a:pt x="8364" y="63"/>
                    <a:pt x="8289" y="53"/>
                  </a:cubicBezTo>
                  <a:cubicBezTo>
                    <a:pt x="8276" y="52"/>
                    <a:pt x="8263" y="50"/>
                    <a:pt x="8250" y="48"/>
                  </a:cubicBezTo>
                  <a:lnTo>
                    <a:pt x="8142" y="37"/>
                  </a:lnTo>
                  <a:cubicBezTo>
                    <a:pt x="8123" y="36"/>
                    <a:pt x="8106" y="33"/>
                    <a:pt x="8086" y="32"/>
                  </a:cubicBezTo>
                  <a:cubicBezTo>
                    <a:pt x="8050" y="27"/>
                    <a:pt x="8015" y="25"/>
                    <a:pt x="7979" y="22"/>
                  </a:cubicBezTo>
                  <a:lnTo>
                    <a:pt x="7925" y="19"/>
                  </a:lnTo>
                  <a:cubicBezTo>
                    <a:pt x="7887" y="16"/>
                    <a:pt x="7851" y="14"/>
                    <a:pt x="7814" y="11"/>
                  </a:cubicBezTo>
                  <a:cubicBezTo>
                    <a:pt x="7802" y="11"/>
                    <a:pt x="7791" y="10"/>
                    <a:pt x="7778" y="10"/>
                  </a:cubicBezTo>
                  <a:cubicBezTo>
                    <a:pt x="7689" y="6"/>
                    <a:pt x="7601" y="2"/>
                    <a:pt x="7512" y="1"/>
                  </a:cubicBezTo>
                  <a:lnTo>
                    <a:pt x="7510" y="1"/>
                  </a:lnTo>
                  <a:cubicBezTo>
                    <a:pt x="7482" y="0"/>
                    <a:pt x="7454" y="0"/>
                    <a:pt x="742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 name="Google Shape;479;p6"/>
            <p:cNvGrpSpPr/>
            <p:nvPr/>
          </p:nvGrpSpPr>
          <p:grpSpPr>
            <a:xfrm>
              <a:off x="-2755275" y="2288138"/>
              <a:ext cx="365275" cy="354875"/>
              <a:chOff x="-2755275" y="1020175"/>
              <a:chExt cx="365275" cy="354875"/>
            </a:xfrm>
          </p:grpSpPr>
          <p:sp>
            <p:nvSpPr>
              <p:cNvPr id="480" name="Google Shape;480;p6"/>
              <p:cNvSpPr/>
              <p:nvPr/>
            </p:nvSpPr>
            <p:spPr>
              <a:xfrm>
                <a:off x="-2755275" y="1020300"/>
                <a:ext cx="365275" cy="354750"/>
              </a:xfrm>
              <a:custGeom>
                <a:rect b="b" l="l" r="r" t="t"/>
                <a:pathLst>
                  <a:path extrusionOk="0" h="14190" w="14611">
                    <a:moveTo>
                      <a:pt x="7309" y="1"/>
                    </a:moveTo>
                    <a:cubicBezTo>
                      <a:pt x="6963" y="1"/>
                      <a:pt x="6616" y="26"/>
                      <a:pt x="6269" y="77"/>
                    </a:cubicBezTo>
                    <a:cubicBezTo>
                      <a:pt x="4405" y="353"/>
                      <a:pt x="2726" y="1356"/>
                      <a:pt x="1602" y="2867"/>
                    </a:cubicBezTo>
                    <a:cubicBezTo>
                      <a:pt x="477" y="4378"/>
                      <a:pt x="0" y="6273"/>
                      <a:pt x="275" y="8134"/>
                    </a:cubicBezTo>
                    <a:cubicBezTo>
                      <a:pt x="550" y="9995"/>
                      <a:pt x="1554" y="11671"/>
                      <a:pt x="3067" y="12792"/>
                    </a:cubicBezTo>
                    <a:cubicBezTo>
                      <a:pt x="4299" y="13705"/>
                      <a:pt x="5786" y="14190"/>
                      <a:pt x="7303" y="14190"/>
                    </a:cubicBezTo>
                    <a:cubicBezTo>
                      <a:pt x="7649" y="14190"/>
                      <a:pt x="7996" y="14165"/>
                      <a:pt x="8342" y="14114"/>
                    </a:cubicBezTo>
                    <a:cubicBezTo>
                      <a:pt x="10206" y="13838"/>
                      <a:pt x="11885" y="12834"/>
                      <a:pt x="13009" y="11323"/>
                    </a:cubicBezTo>
                    <a:cubicBezTo>
                      <a:pt x="14134" y="9813"/>
                      <a:pt x="14611" y="7919"/>
                      <a:pt x="14336" y="6057"/>
                    </a:cubicBezTo>
                    <a:cubicBezTo>
                      <a:pt x="14061" y="4196"/>
                      <a:pt x="13057" y="2520"/>
                      <a:pt x="11544" y="1399"/>
                    </a:cubicBezTo>
                    <a:cubicBezTo>
                      <a:pt x="10312" y="486"/>
                      <a:pt x="8826" y="1"/>
                      <a:pt x="7309" y="1"/>
                    </a:cubicBezTo>
                    <a:close/>
                  </a:path>
                </a:pathLst>
              </a:custGeom>
              <a:solidFill>
                <a:srgbClr val="020001">
                  <a:alpha val="8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6"/>
              <p:cNvSpPr/>
              <p:nvPr/>
            </p:nvSpPr>
            <p:spPr>
              <a:xfrm>
                <a:off x="-2737000" y="1020175"/>
                <a:ext cx="333050" cy="354175"/>
              </a:xfrm>
              <a:custGeom>
                <a:rect b="b" l="l" r="r" t="t"/>
                <a:pathLst>
                  <a:path extrusionOk="0" h="14167" w="13322">
                    <a:moveTo>
                      <a:pt x="6666" y="1"/>
                    </a:moveTo>
                    <a:cubicBezTo>
                      <a:pt x="7261" y="1957"/>
                      <a:pt x="9045" y="4031"/>
                      <a:pt x="8004" y="5732"/>
                    </a:cubicBezTo>
                    <a:cubicBezTo>
                      <a:pt x="7455" y="6679"/>
                      <a:pt x="5887" y="6312"/>
                      <a:pt x="4707" y="6870"/>
                    </a:cubicBezTo>
                    <a:cubicBezTo>
                      <a:pt x="3864" y="7282"/>
                      <a:pt x="2917" y="7215"/>
                      <a:pt x="1977" y="7552"/>
                    </a:cubicBezTo>
                    <a:cubicBezTo>
                      <a:pt x="1852" y="7618"/>
                      <a:pt x="1688" y="7736"/>
                      <a:pt x="1661" y="7875"/>
                    </a:cubicBezTo>
                    <a:cubicBezTo>
                      <a:pt x="1485" y="8790"/>
                      <a:pt x="998" y="9759"/>
                      <a:pt x="1" y="9771"/>
                    </a:cubicBezTo>
                    <a:cubicBezTo>
                      <a:pt x="418" y="10808"/>
                      <a:pt x="1082" y="11755"/>
                      <a:pt x="1978" y="12514"/>
                    </a:cubicBezTo>
                    <a:cubicBezTo>
                      <a:pt x="3132" y="13489"/>
                      <a:pt x="4491" y="14031"/>
                      <a:pt x="5871" y="14166"/>
                    </a:cubicBezTo>
                    <a:cubicBezTo>
                      <a:pt x="5795" y="13857"/>
                      <a:pt x="5741" y="13544"/>
                      <a:pt x="5707" y="13228"/>
                    </a:cubicBezTo>
                    <a:cubicBezTo>
                      <a:pt x="5686" y="13035"/>
                      <a:pt x="5674" y="12840"/>
                      <a:pt x="5666" y="12644"/>
                    </a:cubicBezTo>
                    <a:cubicBezTo>
                      <a:pt x="5454" y="11329"/>
                      <a:pt x="4520" y="10317"/>
                      <a:pt x="3963" y="9106"/>
                    </a:cubicBezTo>
                    <a:cubicBezTo>
                      <a:pt x="3466" y="8021"/>
                      <a:pt x="5191" y="7867"/>
                      <a:pt x="5960" y="7847"/>
                    </a:cubicBezTo>
                    <a:cubicBezTo>
                      <a:pt x="6062" y="7842"/>
                      <a:pt x="6159" y="7839"/>
                      <a:pt x="6250" y="7839"/>
                    </a:cubicBezTo>
                    <a:cubicBezTo>
                      <a:pt x="6432" y="7839"/>
                      <a:pt x="6594" y="7849"/>
                      <a:pt x="6737" y="7868"/>
                    </a:cubicBezTo>
                    <a:cubicBezTo>
                      <a:pt x="7110" y="8043"/>
                      <a:pt x="7463" y="8121"/>
                      <a:pt x="7797" y="8121"/>
                    </a:cubicBezTo>
                    <a:cubicBezTo>
                      <a:pt x="9183" y="8121"/>
                      <a:pt x="10232" y="6778"/>
                      <a:pt x="10965" y="5460"/>
                    </a:cubicBezTo>
                    <a:cubicBezTo>
                      <a:pt x="11079" y="5306"/>
                      <a:pt x="11280" y="5137"/>
                      <a:pt x="11530" y="5112"/>
                    </a:cubicBezTo>
                    <a:cubicBezTo>
                      <a:pt x="11739" y="5045"/>
                      <a:pt x="11958" y="5004"/>
                      <a:pt x="12180" y="4975"/>
                    </a:cubicBezTo>
                    <a:cubicBezTo>
                      <a:pt x="12499" y="4932"/>
                      <a:pt x="12819" y="4911"/>
                      <a:pt x="13140" y="4911"/>
                    </a:cubicBezTo>
                    <a:cubicBezTo>
                      <a:pt x="13200" y="4911"/>
                      <a:pt x="13261" y="4912"/>
                      <a:pt x="13322" y="4913"/>
                    </a:cubicBezTo>
                    <a:cubicBezTo>
                      <a:pt x="12928" y="3688"/>
                      <a:pt x="12203" y="2562"/>
                      <a:pt x="11170" y="1688"/>
                    </a:cubicBezTo>
                    <a:cubicBezTo>
                      <a:pt x="9846" y="569"/>
                      <a:pt x="8251" y="19"/>
                      <a:pt x="66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6"/>
              <p:cNvSpPr/>
              <p:nvPr/>
            </p:nvSpPr>
            <p:spPr>
              <a:xfrm>
                <a:off x="-2664450" y="1114125"/>
                <a:ext cx="175325" cy="167025"/>
              </a:xfrm>
              <a:custGeom>
                <a:rect b="b" l="l" r="r" t="t"/>
                <a:pathLst>
                  <a:path extrusionOk="0" h="6681" w="7013">
                    <a:moveTo>
                      <a:pt x="3684" y="0"/>
                    </a:moveTo>
                    <a:cubicBezTo>
                      <a:pt x="2827" y="0"/>
                      <a:pt x="1968" y="328"/>
                      <a:pt x="1312" y="984"/>
                    </a:cubicBezTo>
                    <a:cubicBezTo>
                      <a:pt x="5" y="2290"/>
                      <a:pt x="1" y="4406"/>
                      <a:pt x="1302" y="5707"/>
                    </a:cubicBezTo>
                    <a:cubicBezTo>
                      <a:pt x="1926" y="6331"/>
                      <a:pt x="2772" y="6681"/>
                      <a:pt x="3654" y="6681"/>
                    </a:cubicBezTo>
                    <a:cubicBezTo>
                      <a:pt x="3657" y="6681"/>
                      <a:pt x="3660" y="6681"/>
                      <a:pt x="3662" y="6681"/>
                    </a:cubicBezTo>
                    <a:cubicBezTo>
                      <a:pt x="4549" y="6679"/>
                      <a:pt x="5399" y="6326"/>
                      <a:pt x="6026" y="5697"/>
                    </a:cubicBezTo>
                    <a:cubicBezTo>
                      <a:pt x="6654" y="5070"/>
                      <a:pt x="7008" y="4219"/>
                      <a:pt x="7010" y="3334"/>
                    </a:cubicBezTo>
                    <a:cubicBezTo>
                      <a:pt x="7012" y="2447"/>
                      <a:pt x="6661" y="1599"/>
                      <a:pt x="6037" y="974"/>
                    </a:cubicBezTo>
                    <a:cubicBezTo>
                      <a:pt x="5388" y="324"/>
                      <a:pt x="4536" y="0"/>
                      <a:pt x="36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6"/>
              <p:cNvSpPr/>
              <p:nvPr/>
            </p:nvSpPr>
            <p:spPr>
              <a:xfrm>
                <a:off x="-2591150" y="1181150"/>
                <a:ext cx="36925" cy="32975"/>
              </a:xfrm>
              <a:custGeom>
                <a:rect b="b" l="l" r="r" t="t"/>
                <a:pathLst>
                  <a:path extrusionOk="0" h="1319" w="1477">
                    <a:moveTo>
                      <a:pt x="738" y="0"/>
                    </a:moveTo>
                    <a:cubicBezTo>
                      <a:pt x="326" y="0"/>
                      <a:pt x="1" y="381"/>
                      <a:pt x="96" y="810"/>
                    </a:cubicBezTo>
                    <a:cubicBezTo>
                      <a:pt x="150" y="1052"/>
                      <a:pt x="345" y="1247"/>
                      <a:pt x="588" y="1302"/>
                    </a:cubicBezTo>
                    <a:cubicBezTo>
                      <a:pt x="639" y="1313"/>
                      <a:pt x="689" y="1319"/>
                      <a:pt x="738" y="1319"/>
                    </a:cubicBezTo>
                    <a:cubicBezTo>
                      <a:pt x="1151" y="1319"/>
                      <a:pt x="1476" y="937"/>
                      <a:pt x="1380" y="508"/>
                    </a:cubicBezTo>
                    <a:cubicBezTo>
                      <a:pt x="1327" y="266"/>
                      <a:pt x="1132" y="71"/>
                      <a:pt x="889" y="17"/>
                    </a:cubicBezTo>
                    <a:cubicBezTo>
                      <a:pt x="838" y="6"/>
                      <a:pt x="787" y="0"/>
                      <a:pt x="7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4" name="Google Shape;484;p6"/>
          <p:cNvGrpSpPr/>
          <p:nvPr/>
        </p:nvGrpSpPr>
        <p:grpSpPr>
          <a:xfrm rot="588872">
            <a:off x="75359" y="4494239"/>
            <a:ext cx="812858" cy="512799"/>
            <a:chOff x="-1963525" y="3710875"/>
            <a:chExt cx="260450" cy="164313"/>
          </a:xfrm>
        </p:grpSpPr>
        <p:sp>
          <p:nvSpPr>
            <p:cNvPr id="485" name="Google Shape;485;p6"/>
            <p:cNvSpPr/>
            <p:nvPr/>
          </p:nvSpPr>
          <p:spPr>
            <a:xfrm>
              <a:off x="-1963525" y="3710875"/>
              <a:ext cx="260450" cy="164225"/>
            </a:xfrm>
            <a:custGeom>
              <a:rect b="b" l="l" r="r" t="t"/>
              <a:pathLst>
                <a:path extrusionOk="0" h="6569" w="10418">
                  <a:moveTo>
                    <a:pt x="10075" y="0"/>
                  </a:moveTo>
                  <a:lnTo>
                    <a:pt x="365" y="1"/>
                  </a:lnTo>
                  <a:cubicBezTo>
                    <a:pt x="242" y="1"/>
                    <a:pt x="138" y="109"/>
                    <a:pt x="138" y="230"/>
                  </a:cubicBezTo>
                  <a:lnTo>
                    <a:pt x="138" y="739"/>
                  </a:lnTo>
                  <a:lnTo>
                    <a:pt x="138" y="3629"/>
                  </a:lnTo>
                  <a:lnTo>
                    <a:pt x="53" y="3629"/>
                  </a:lnTo>
                  <a:cubicBezTo>
                    <a:pt x="32" y="3656"/>
                    <a:pt x="28" y="3672"/>
                    <a:pt x="1" y="3695"/>
                  </a:cubicBezTo>
                  <a:lnTo>
                    <a:pt x="1" y="5827"/>
                  </a:lnTo>
                  <a:cubicBezTo>
                    <a:pt x="28" y="5849"/>
                    <a:pt x="33" y="5860"/>
                    <a:pt x="53" y="5883"/>
                  </a:cubicBezTo>
                  <a:lnTo>
                    <a:pt x="138" y="5883"/>
                  </a:lnTo>
                  <a:lnTo>
                    <a:pt x="138" y="6359"/>
                  </a:lnTo>
                  <a:cubicBezTo>
                    <a:pt x="138" y="6482"/>
                    <a:pt x="241" y="6569"/>
                    <a:pt x="365" y="6569"/>
                  </a:cubicBezTo>
                  <a:lnTo>
                    <a:pt x="10075" y="6567"/>
                  </a:lnTo>
                  <a:cubicBezTo>
                    <a:pt x="10197" y="6567"/>
                    <a:pt x="10282" y="6481"/>
                    <a:pt x="10282" y="6358"/>
                  </a:cubicBezTo>
                  <a:lnTo>
                    <a:pt x="10282" y="5881"/>
                  </a:lnTo>
                  <a:lnTo>
                    <a:pt x="10369" y="5881"/>
                  </a:lnTo>
                  <a:cubicBezTo>
                    <a:pt x="10391" y="5859"/>
                    <a:pt x="10391" y="5848"/>
                    <a:pt x="10418" y="5826"/>
                  </a:cubicBezTo>
                  <a:lnTo>
                    <a:pt x="10418" y="3693"/>
                  </a:lnTo>
                  <a:cubicBezTo>
                    <a:pt x="10391" y="3672"/>
                    <a:pt x="10391" y="3656"/>
                    <a:pt x="10369" y="3628"/>
                  </a:cubicBezTo>
                  <a:lnTo>
                    <a:pt x="10282" y="3628"/>
                  </a:lnTo>
                  <a:lnTo>
                    <a:pt x="10282" y="738"/>
                  </a:lnTo>
                  <a:lnTo>
                    <a:pt x="10282" y="229"/>
                  </a:lnTo>
                  <a:cubicBezTo>
                    <a:pt x="10282" y="107"/>
                    <a:pt x="10197" y="0"/>
                    <a:pt x="10075"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 name="Google Shape;486;p6"/>
            <p:cNvGrpSpPr/>
            <p:nvPr/>
          </p:nvGrpSpPr>
          <p:grpSpPr>
            <a:xfrm>
              <a:off x="-1963525" y="3710913"/>
              <a:ext cx="260450" cy="164275"/>
              <a:chOff x="-1963525" y="2442950"/>
              <a:chExt cx="260450" cy="164275"/>
            </a:xfrm>
          </p:grpSpPr>
          <p:sp>
            <p:nvSpPr>
              <p:cNvPr id="487" name="Google Shape;487;p6"/>
              <p:cNvSpPr/>
              <p:nvPr/>
            </p:nvSpPr>
            <p:spPr>
              <a:xfrm>
                <a:off x="-1963525" y="2533650"/>
                <a:ext cx="260450" cy="56425"/>
              </a:xfrm>
              <a:custGeom>
                <a:rect b="b" l="l" r="r" t="t"/>
                <a:pathLst>
                  <a:path extrusionOk="0" h="2257" w="10418">
                    <a:moveTo>
                      <a:pt x="10369" y="1"/>
                    </a:moveTo>
                    <a:lnTo>
                      <a:pt x="53" y="3"/>
                    </a:lnTo>
                    <a:cubicBezTo>
                      <a:pt x="33" y="31"/>
                      <a:pt x="28" y="47"/>
                      <a:pt x="1" y="69"/>
                    </a:cubicBezTo>
                    <a:lnTo>
                      <a:pt x="1" y="2202"/>
                    </a:lnTo>
                    <a:cubicBezTo>
                      <a:pt x="28" y="2224"/>
                      <a:pt x="32" y="2235"/>
                      <a:pt x="53" y="2257"/>
                    </a:cubicBezTo>
                    <a:lnTo>
                      <a:pt x="10369" y="2255"/>
                    </a:lnTo>
                    <a:cubicBezTo>
                      <a:pt x="10391" y="2233"/>
                      <a:pt x="10391" y="2221"/>
                      <a:pt x="10418" y="2199"/>
                    </a:cubicBezTo>
                    <a:lnTo>
                      <a:pt x="10418" y="67"/>
                    </a:lnTo>
                    <a:cubicBezTo>
                      <a:pt x="10391" y="44"/>
                      <a:pt x="10391" y="28"/>
                      <a:pt x="103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6"/>
              <p:cNvSpPr/>
              <p:nvPr/>
            </p:nvSpPr>
            <p:spPr>
              <a:xfrm>
                <a:off x="-1960125" y="2442950"/>
                <a:ext cx="253650" cy="164275"/>
              </a:xfrm>
              <a:custGeom>
                <a:rect b="b" l="l" r="r" t="t"/>
                <a:pathLst>
                  <a:path extrusionOk="0" h="6571" w="10146">
                    <a:moveTo>
                      <a:pt x="9937" y="0"/>
                    </a:moveTo>
                    <a:lnTo>
                      <a:pt x="227" y="1"/>
                    </a:lnTo>
                    <a:cubicBezTo>
                      <a:pt x="105" y="1"/>
                      <a:pt x="0" y="109"/>
                      <a:pt x="0" y="232"/>
                    </a:cubicBezTo>
                    <a:lnTo>
                      <a:pt x="0" y="739"/>
                    </a:lnTo>
                    <a:lnTo>
                      <a:pt x="2" y="6362"/>
                    </a:lnTo>
                    <a:cubicBezTo>
                      <a:pt x="2" y="6483"/>
                      <a:pt x="105" y="6570"/>
                      <a:pt x="229" y="6570"/>
                    </a:cubicBezTo>
                    <a:lnTo>
                      <a:pt x="9939" y="6569"/>
                    </a:lnTo>
                    <a:cubicBezTo>
                      <a:pt x="10061" y="6569"/>
                      <a:pt x="10146" y="6482"/>
                      <a:pt x="10146" y="6360"/>
                    </a:cubicBezTo>
                    <a:lnTo>
                      <a:pt x="10143" y="738"/>
                    </a:lnTo>
                    <a:lnTo>
                      <a:pt x="10143" y="230"/>
                    </a:lnTo>
                    <a:cubicBezTo>
                      <a:pt x="10143" y="108"/>
                      <a:pt x="10061" y="0"/>
                      <a:pt x="99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6"/>
              <p:cNvSpPr/>
              <p:nvPr/>
            </p:nvSpPr>
            <p:spPr>
              <a:xfrm>
                <a:off x="-1953625" y="2448675"/>
                <a:ext cx="11300" cy="11325"/>
              </a:xfrm>
              <a:custGeom>
                <a:rect b="b" l="l" r="r" t="t"/>
                <a:pathLst>
                  <a:path extrusionOk="0" h="453" w="452">
                    <a:moveTo>
                      <a:pt x="225" y="1"/>
                    </a:moveTo>
                    <a:cubicBezTo>
                      <a:pt x="100" y="1"/>
                      <a:pt x="0" y="102"/>
                      <a:pt x="0" y="227"/>
                    </a:cubicBezTo>
                    <a:cubicBezTo>
                      <a:pt x="0" y="351"/>
                      <a:pt x="100" y="453"/>
                      <a:pt x="225" y="453"/>
                    </a:cubicBezTo>
                    <a:cubicBezTo>
                      <a:pt x="351" y="453"/>
                      <a:pt x="451" y="351"/>
                      <a:pt x="451" y="227"/>
                    </a:cubicBezTo>
                    <a:cubicBezTo>
                      <a:pt x="451" y="102"/>
                      <a:pt x="350"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6"/>
              <p:cNvSpPr/>
              <p:nvPr/>
            </p:nvSpPr>
            <p:spPr>
              <a:xfrm>
                <a:off x="-1724150" y="2448650"/>
                <a:ext cx="11300" cy="11325"/>
              </a:xfrm>
              <a:custGeom>
                <a:rect b="b" l="l" r="r" t="t"/>
                <a:pathLst>
                  <a:path extrusionOk="0" h="453" w="452">
                    <a:moveTo>
                      <a:pt x="229" y="0"/>
                    </a:moveTo>
                    <a:cubicBezTo>
                      <a:pt x="228" y="0"/>
                      <a:pt x="227" y="0"/>
                      <a:pt x="227" y="0"/>
                    </a:cubicBezTo>
                    <a:cubicBezTo>
                      <a:pt x="101" y="0"/>
                      <a:pt x="1" y="102"/>
                      <a:pt x="1" y="226"/>
                    </a:cubicBezTo>
                    <a:cubicBezTo>
                      <a:pt x="1" y="351"/>
                      <a:pt x="101" y="452"/>
                      <a:pt x="227" y="452"/>
                    </a:cubicBezTo>
                    <a:cubicBezTo>
                      <a:pt x="352" y="452"/>
                      <a:pt x="452" y="351"/>
                      <a:pt x="452" y="226"/>
                    </a:cubicBezTo>
                    <a:cubicBezTo>
                      <a:pt x="452" y="102"/>
                      <a:pt x="353" y="0"/>
                      <a:pt x="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6"/>
              <p:cNvSpPr/>
              <p:nvPr/>
            </p:nvSpPr>
            <p:spPr>
              <a:xfrm>
                <a:off x="-1953600" y="2590250"/>
                <a:ext cx="11325" cy="11300"/>
              </a:xfrm>
              <a:custGeom>
                <a:rect b="b" l="l" r="r" t="t"/>
                <a:pathLst>
                  <a:path extrusionOk="0" h="452" w="453">
                    <a:moveTo>
                      <a:pt x="226" y="0"/>
                    </a:moveTo>
                    <a:cubicBezTo>
                      <a:pt x="100" y="0"/>
                      <a:pt x="0" y="100"/>
                      <a:pt x="0" y="225"/>
                    </a:cubicBezTo>
                    <a:cubicBezTo>
                      <a:pt x="0" y="351"/>
                      <a:pt x="100" y="451"/>
                      <a:pt x="226" y="451"/>
                    </a:cubicBezTo>
                    <a:cubicBezTo>
                      <a:pt x="351" y="451"/>
                      <a:pt x="452" y="351"/>
                      <a:pt x="452" y="225"/>
                    </a:cubicBezTo>
                    <a:cubicBezTo>
                      <a:pt x="452" y="100"/>
                      <a:pt x="350" y="0"/>
                      <a:pt x="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6"/>
              <p:cNvSpPr/>
              <p:nvPr/>
            </p:nvSpPr>
            <p:spPr>
              <a:xfrm>
                <a:off x="-1724125" y="2590175"/>
                <a:ext cx="11325" cy="11350"/>
              </a:xfrm>
              <a:custGeom>
                <a:rect b="b" l="l" r="r" t="t"/>
                <a:pathLst>
                  <a:path extrusionOk="0" h="454" w="453">
                    <a:moveTo>
                      <a:pt x="229" y="1"/>
                    </a:moveTo>
                    <a:cubicBezTo>
                      <a:pt x="228" y="1"/>
                      <a:pt x="227" y="1"/>
                      <a:pt x="227" y="1"/>
                    </a:cubicBezTo>
                    <a:cubicBezTo>
                      <a:pt x="101" y="1"/>
                      <a:pt x="1" y="102"/>
                      <a:pt x="1" y="227"/>
                    </a:cubicBezTo>
                    <a:cubicBezTo>
                      <a:pt x="1" y="352"/>
                      <a:pt x="101" y="453"/>
                      <a:pt x="227" y="453"/>
                    </a:cubicBezTo>
                    <a:cubicBezTo>
                      <a:pt x="352" y="453"/>
                      <a:pt x="453" y="352"/>
                      <a:pt x="453" y="227"/>
                    </a:cubicBezTo>
                    <a:cubicBezTo>
                      <a:pt x="453" y="103"/>
                      <a:pt x="352" y="1"/>
                      <a:pt x="2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6"/>
              <p:cNvSpPr/>
              <p:nvPr/>
            </p:nvSpPr>
            <p:spPr>
              <a:xfrm>
                <a:off x="-1942900" y="2460125"/>
                <a:ext cx="219250" cy="102425"/>
              </a:xfrm>
              <a:custGeom>
                <a:rect b="b" l="l" r="r" t="t"/>
                <a:pathLst>
                  <a:path extrusionOk="0" h="4097" w="8770">
                    <a:moveTo>
                      <a:pt x="8330" y="1"/>
                    </a:moveTo>
                    <a:lnTo>
                      <a:pt x="441" y="2"/>
                    </a:lnTo>
                    <a:cubicBezTo>
                      <a:pt x="270" y="174"/>
                      <a:pt x="166" y="270"/>
                      <a:pt x="0" y="442"/>
                    </a:cubicBezTo>
                    <a:lnTo>
                      <a:pt x="1" y="4018"/>
                    </a:lnTo>
                    <a:cubicBezTo>
                      <a:pt x="1" y="4062"/>
                      <a:pt x="39" y="4097"/>
                      <a:pt x="83" y="4097"/>
                    </a:cubicBezTo>
                    <a:lnTo>
                      <a:pt x="8692" y="4096"/>
                    </a:lnTo>
                    <a:cubicBezTo>
                      <a:pt x="8736" y="4096"/>
                      <a:pt x="8769" y="4061"/>
                      <a:pt x="8769" y="4016"/>
                    </a:cubicBezTo>
                    <a:lnTo>
                      <a:pt x="8768" y="440"/>
                    </a:lnTo>
                    <a:cubicBezTo>
                      <a:pt x="8603" y="269"/>
                      <a:pt x="8501" y="172"/>
                      <a:pt x="8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6"/>
              <p:cNvSpPr/>
              <p:nvPr/>
            </p:nvSpPr>
            <p:spPr>
              <a:xfrm>
                <a:off x="-1912775" y="2568700"/>
                <a:ext cx="159150" cy="38525"/>
              </a:xfrm>
              <a:custGeom>
                <a:rect b="b" l="l" r="r" t="t"/>
                <a:pathLst>
                  <a:path extrusionOk="0" h="1541" w="6366">
                    <a:moveTo>
                      <a:pt x="5940" y="0"/>
                    </a:moveTo>
                    <a:lnTo>
                      <a:pt x="425" y="1"/>
                    </a:lnTo>
                    <a:cubicBezTo>
                      <a:pt x="338" y="1"/>
                      <a:pt x="264" y="69"/>
                      <a:pt x="248" y="155"/>
                    </a:cubicBezTo>
                    <a:lnTo>
                      <a:pt x="1" y="1540"/>
                    </a:lnTo>
                    <a:lnTo>
                      <a:pt x="6365" y="1539"/>
                    </a:lnTo>
                    <a:lnTo>
                      <a:pt x="6116" y="153"/>
                    </a:lnTo>
                    <a:cubicBezTo>
                      <a:pt x="6101" y="68"/>
                      <a:pt x="6026" y="0"/>
                      <a:pt x="59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6"/>
              <p:cNvSpPr/>
              <p:nvPr/>
            </p:nvSpPr>
            <p:spPr>
              <a:xfrm>
                <a:off x="-1895300" y="2591325"/>
                <a:ext cx="12525" cy="12525"/>
              </a:xfrm>
              <a:custGeom>
                <a:rect b="b" l="l" r="r" t="t"/>
                <a:pathLst>
                  <a:path extrusionOk="0" h="501" w="501">
                    <a:moveTo>
                      <a:pt x="253" y="0"/>
                    </a:moveTo>
                    <a:cubicBezTo>
                      <a:pt x="252" y="0"/>
                      <a:pt x="252" y="0"/>
                      <a:pt x="251" y="0"/>
                    </a:cubicBezTo>
                    <a:cubicBezTo>
                      <a:pt x="113" y="0"/>
                      <a:pt x="0" y="113"/>
                      <a:pt x="0" y="251"/>
                    </a:cubicBezTo>
                    <a:cubicBezTo>
                      <a:pt x="0" y="388"/>
                      <a:pt x="113" y="501"/>
                      <a:pt x="251" y="501"/>
                    </a:cubicBezTo>
                    <a:cubicBezTo>
                      <a:pt x="388" y="501"/>
                      <a:pt x="501" y="388"/>
                      <a:pt x="501" y="251"/>
                    </a:cubicBezTo>
                    <a:cubicBezTo>
                      <a:pt x="501" y="113"/>
                      <a:pt x="389" y="0"/>
                      <a:pt x="2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6"/>
              <p:cNvSpPr/>
              <p:nvPr/>
            </p:nvSpPr>
            <p:spPr>
              <a:xfrm>
                <a:off x="-1783650" y="2591300"/>
                <a:ext cx="12550" cy="12525"/>
              </a:xfrm>
              <a:custGeom>
                <a:rect b="b" l="l" r="r" t="t"/>
                <a:pathLst>
                  <a:path extrusionOk="0" h="501" w="502">
                    <a:moveTo>
                      <a:pt x="251" y="0"/>
                    </a:moveTo>
                    <a:cubicBezTo>
                      <a:pt x="112" y="0"/>
                      <a:pt x="1" y="113"/>
                      <a:pt x="1" y="250"/>
                    </a:cubicBezTo>
                    <a:cubicBezTo>
                      <a:pt x="1" y="388"/>
                      <a:pt x="112" y="501"/>
                      <a:pt x="251" y="501"/>
                    </a:cubicBezTo>
                    <a:cubicBezTo>
                      <a:pt x="389" y="501"/>
                      <a:pt x="501" y="388"/>
                      <a:pt x="501" y="250"/>
                    </a:cubicBezTo>
                    <a:cubicBezTo>
                      <a:pt x="501" y="113"/>
                      <a:pt x="389" y="0"/>
                      <a:pt x="2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6"/>
              <p:cNvSpPr/>
              <p:nvPr/>
            </p:nvSpPr>
            <p:spPr>
              <a:xfrm>
                <a:off x="-1869350" y="2588650"/>
                <a:ext cx="9650" cy="9650"/>
              </a:xfrm>
              <a:custGeom>
                <a:rect b="b" l="l" r="r" t="t"/>
                <a:pathLst>
                  <a:path extrusionOk="0" h="386" w="386">
                    <a:moveTo>
                      <a:pt x="188" y="0"/>
                    </a:moveTo>
                    <a:cubicBezTo>
                      <a:pt x="85" y="0"/>
                      <a:pt x="1" y="85"/>
                      <a:pt x="1" y="188"/>
                    </a:cubicBezTo>
                    <a:lnTo>
                      <a:pt x="1" y="198"/>
                    </a:lnTo>
                    <a:cubicBezTo>
                      <a:pt x="1" y="301"/>
                      <a:pt x="85" y="385"/>
                      <a:pt x="188" y="385"/>
                    </a:cubicBezTo>
                    <a:lnTo>
                      <a:pt x="199" y="385"/>
                    </a:lnTo>
                    <a:cubicBezTo>
                      <a:pt x="302" y="385"/>
                      <a:pt x="386" y="301"/>
                      <a:pt x="386" y="198"/>
                    </a:cubicBezTo>
                    <a:lnTo>
                      <a:pt x="386" y="188"/>
                    </a:lnTo>
                    <a:cubicBezTo>
                      <a:pt x="386" y="85"/>
                      <a:pt x="302" y="0"/>
                      <a:pt x="1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6"/>
              <p:cNvSpPr/>
              <p:nvPr/>
            </p:nvSpPr>
            <p:spPr>
              <a:xfrm>
                <a:off x="-1806800" y="2588650"/>
                <a:ext cx="9650" cy="9650"/>
              </a:xfrm>
              <a:custGeom>
                <a:rect b="b" l="l" r="r" t="t"/>
                <a:pathLst>
                  <a:path extrusionOk="0" h="386" w="386">
                    <a:moveTo>
                      <a:pt x="187" y="0"/>
                    </a:moveTo>
                    <a:cubicBezTo>
                      <a:pt x="84" y="0"/>
                      <a:pt x="0" y="85"/>
                      <a:pt x="0" y="188"/>
                    </a:cubicBezTo>
                    <a:lnTo>
                      <a:pt x="0" y="198"/>
                    </a:lnTo>
                    <a:cubicBezTo>
                      <a:pt x="0" y="301"/>
                      <a:pt x="84" y="385"/>
                      <a:pt x="187" y="385"/>
                    </a:cubicBezTo>
                    <a:lnTo>
                      <a:pt x="197" y="385"/>
                    </a:lnTo>
                    <a:cubicBezTo>
                      <a:pt x="300" y="385"/>
                      <a:pt x="385" y="301"/>
                      <a:pt x="385" y="198"/>
                    </a:cubicBezTo>
                    <a:lnTo>
                      <a:pt x="385" y="188"/>
                    </a:lnTo>
                    <a:cubicBezTo>
                      <a:pt x="385" y="85"/>
                      <a:pt x="300" y="0"/>
                      <a:pt x="1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6"/>
              <p:cNvSpPr/>
              <p:nvPr/>
            </p:nvSpPr>
            <p:spPr>
              <a:xfrm>
                <a:off x="-1905125" y="2464250"/>
                <a:ext cx="144350" cy="22725"/>
              </a:xfrm>
              <a:custGeom>
                <a:rect b="b" l="l" r="r" t="t"/>
                <a:pathLst>
                  <a:path extrusionOk="0" h="909" w="5774">
                    <a:moveTo>
                      <a:pt x="5436" y="1"/>
                    </a:moveTo>
                    <a:lnTo>
                      <a:pt x="337" y="2"/>
                    </a:lnTo>
                    <a:cubicBezTo>
                      <a:pt x="151" y="2"/>
                      <a:pt x="0" y="154"/>
                      <a:pt x="0" y="339"/>
                    </a:cubicBezTo>
                    <a:lnTo>
                      <a:pt x="0" y="573"/>
                    </a:lnTo>
                    <a:cubicBezTo>
                      <a:pt x="0" y="758"/>
                      <a:pt x="151" y="909"/>
                      <a:pt x="337" y="909"/>
                    </a:cubicBezTo>
                    <a:lnTo>
                      <a:pt x="5436" y="908"/>
                    </a:lnTo>
                    <a:cubicBezTo>
                      <a:pt x="5622" y="908"/>
                      <a:pt x="5773" y="757"/>
                      <a:pt x="5773" y="572"/>
                    </a:cubicBezTo>
                    <a:lnTo>
                      <a:pt x="5773" y="337"/>
                    </a:lnTo>
                    <a:cubicBezTo>
                      <a:pt x="5773" y="151"/>
                      <a:pt x="5622" y="1"/>
                      <a:pt x="54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6"/>
              <p:cNvSpPr/>
              <p:nvPr/>
            </p:nvSpPr>
            <p:spPr>
              <a:xfrm>
                <a:off x="-1941500" y="2483875"/>
                <a:ext cx="218450" cy="77300"/>
              </a:xfrm>
              <a:custGeom>
                <a:rect b="b" l="l" r="r" t="t"/>
                <a:pathLst>
                  <a:path extrusionOk="0" h="3092" w="8738">
                    <a:moveTo>
                      <a:pt x="8737" y="0"/>
                    </a:moveTo>
                    <a:lnTo>
                      <a:pt x="0" y="2241"/>
                    </a:lnTo>
                    <a:lnTo>
                      <a:pt x="0" y="3092"/>
                    </a:lnTo>
                    <a:lnTo>
                      <a:pt x="8738" y="853"/>
                    </a:lnTo>
                    <a:lnTo>
                      <a:pt x="87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6"/>
              <p:cNvSpPr/>
              <p:nvPr/>
            </p:nvSpPr>
            <p:spPr>
              <a:xfrm>
                <a:off x="-1900975" y="2470700"/>
                <a:ext cx="135375" cy="1575"/>
              </a:xfrm>
              <a:custGeom>
                <a:rect b="b" l="l" r="r" t="t"/>
                <a:pathLst>
                  <a:path extrusionOk="0" h="63" w="5415">
                    <a:moveTo>
                      <a:pt x="0" y="1"/>
                    </a:moveTo>
                    <a:lnTo>
                      <a:pt x="0" y="63"/>
                    </a:lnTo>
                    <a:lnTo>
                      <a:pt x="5414" y="63"/>
                    </a:lnTo>
                    <a:lnTo>
                      <a:pt x="54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6"/>
              <p:cNvSpPr/>
              <p:nvPr/>
            </p:nvSpPr>
            <p:spPr>
              <a:xfrm>
                <a:off x="-1900975" y="2478975"/>
                <a:ext cx="135375" cy="1550"/>
              </a:xfrm>
              <a:custGeom>
                <a:rect b="b" l="l" r="r" t="t"/>
                <a:pathLst>
                  <a:path extrusionOk="0" h="62" w="5415">
                    <a:moveTo>
                      <a:pt x="0" y="0"/>
                    </a:moveTo>
                    <a:lnTo>
                      <a:pt x="0" y="62"/>
                    </a:lnTo>
                    <a:lnTo>
                      <a:pt x="5414" y="62"/>
                    </a:lnTo>
                    <a:lnTo>
                      <a:pt x="54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6"/>
              <p:cNvSpPr/>
              <p:nvPr/>
            </p:nvSpPr>
            <p:spPr>
              <a:xfrm>
                <a:off x="-1910875" y="2493450"/>
                <a:ext cx="155275" cy="44050"/>
              </a:xfrm>
              <a:custGeom>
                <a:rect b="b" l="l" r="r" t="t"/>
                <a:pathLst>
                  <a:path extrusionOk="0" h="1762" w="6211">
                    <a:moveTo>
                      <a:pt x="5330" y="0"/>
                    </a:moveTo>
                    <a:lnTo>
                      <a:pt x="880" y="2"/>
                    </a:lnTo>
                    <a:cubicBezTo>
                      <a:pt x="395" y="2"/>
                      <a:pt x="0" y="396"/>
                      <a:pt x="0" y="881"/>
                    </a:cubicBezTo>
                    <a:cubicBezTo>
                      <a:pt x="0" y="1366"/>
                      <a:pt x="395" y="1762"/>
                      <a:pt x="880" y="1762"/>
                    </a:cubicBezTo>
                    <a:lnTo>
                      <a:pt x="5330" y="1760"/>
                    </a:lnTo>
                    <a:cubicBezTo>
                      <a:pt x="5815" y="1760"/>
                      <a:pt x="6211" y="1365"/>
                      <a:pt x="6211" y="880"/>
                    </a:cubicBezTo>
                    <a:cubicBezTo>
                      <a:pt x="6211" y="395"/>
                      <a:pt x="5815" y="0"/>
                      <a:pt x="5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6"/>
              <p:cNvSpPr/>
              <p:nvPr/>
            </p:nvSpPr>
            <p:spPr>
              <a:xfrm>
                <a:off x="-1907850" y="2496900"/>
                <a:ext cx="148425" cy="37150"/>
              </a:xfrm>
              <a:custGeom>
                <a:rect b="b" l="l" r="r" t="t"/>
                <a:pathLst>
                  <a:path extrusionOk="0" h="1486" w="5937">
                    <a:moveTo>
                      <a:pt x="5196" y="0"/>
                    </a:moveTo>
                    <a:lnTo>
                      <a:pt x="742" y="1"/>
                    </a:lnTo>
                    <a:cubicBezTo>
                      <a:pt x="332" y="1"/>
                      <a:pt x="1" y="334"/>
                      <a:pt x="1" y="743"/>
                    </a:cubicBezTo>
                    <a:cubicBezTo>
                      <a:pt x="1" y="1154"/>
                      <a:pt x="332" y="1485"/>
                      <a:pt x="742" y="1485"/>
                    </a:cubicBezTo>
                    <a:lnTo>
                      <a:pt x="5196" y="1484"/>
                    </a:lnTo>
                    <a:cubicBezTo>
                      <a:pt x="5606" y="1484"/>
                      <a:pt x="5937" y="1152"/>
                      <a:pt x="5937" y="742"/>
                    </a:cubicBezTo>
                    <a:cubicBezTo>
                      <a:pt x="5937" y="334"/>
                      <a:pt x="5605" y="0"/>
                      <a:pt x="5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6"/>
              <p:cNvSpPr/>
              <p:nvPr/>
            </p:nvSpPr>
            <p:spPr>
              <a:xfrm>
                <a:off x="-179827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6"/>
              <p:cNvSpPr/>
              <p:nvPr/>
            </p:nvSpPr>
            <p:spPr>
              <a:xfrm>
                <a:off x="-179664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6"/>
              <p:cNvSpPr/>
              <p:nvPr/>
            </p:nvSpPr>
            <p:spPr>
              <a:xfrm>
                <a:off x="-178585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6"/>
              <p:cNvSpPr/>
              <p:nvPr/>
            </p:nvSpPr>
            <p:spPr>
              <a:xfrm>
                <a:off x="-191052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6"/>
              <p:cNvSpPr/>
              <p:nvPr/>
            </p:nvSpPr>
            <p:spPr>
              <a:xfrm>
                <a:off x="-190889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6"/>
              <p:cNvSpPr/>
              <p:nvPr/>
            </p:nvSpPr>
            <p:spPr>
              <a:xfrm>
                <a:off x="-189810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11" name="Shape 511"/>
        <p:cNvGrpSpPr/>
        <p:nvPr/>
      </p:nvGrpSpPr>
      <p:grpSpPr>
        <a:xfrm>
          <a:off x="0" y="0"/>
          <a:ext cx="0" cy="0"/>
          <a:chOff x="0" y="0"/>
          <a:chExt cx="0" cy="0"/>
        </a:xfrm>
      </p:grpSpPr>
      <p:sp>
        <p:nvSpPr>
          <p:cNvPr id="512" name="Google Shape;512;p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13" name="Google Shape;513;p7"/>
          <p:cNvSpPr txBox="1"/>
          <p:nvPr>
            <p:ph idx="1" type="subTitle"/>
          </p:nvPr>
        </p:nvSpPr>
        <p:spPr>
          <a:xfrm>
            <a:off x="1537000" y="1657350"/>
            <a:ext cx="6076800" cy="182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3"/>
              </a:buClr>
              <a:buSzPts val="1600"/>
              <a:buFont typeface="Work Sans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400"/>
              <a:buFont typeface="Nunito Light"/>
              <a:buChar char="○"/>
              <a:defRPr/>
            </a:lvl5pPr>
            <a:lvl6pPr lvl="5" rtl="0" algn="ctr">
              <a:lnSpc>
                <a:spcPct val="100000"/>
              </a:lnSpc>
              <a:spcBef>
                <a:spcPts val="0"/>
              </a:spcBef>
              <a:spcAft>
                <a:spcPts val="0"/>
              </a:spcAft>
              <a:buClr>
                <a:srgbClr val="999999"/>
              </a:buClr>
              <a:buSzPts val="14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400"/>
              <a:buFont typeface="Nunito Light"/>
              <a:buChar char="■"/>
              <a:defRPr/>
            </a:lvl9pPr>
          </a:lstStyle>
          <a:p/>
        </p:txBody>
      </p:sp>
      <p:grpSp>
        <p:nvGrpSpPr>
          <p:cNvPr id="514" name="Google Shape;514;p7"/>
          <p:cNvGrpSpPr/>
          <p:nvPr/>
        </p:nvGrpSpPr>
        <p:grpSpPr>
          <a:xfrm>
            <a:off x="-465804" y="64026"/>
            <a:ext cx="9505177" cy="4919935"/>
            <a:chOff x="-465804" y="64026"/>
            <a:chExt cx="9505177" cy="4919935"/>
          </a:xfrm>
        </p:grpSpPr>
        <p:grpSp>
          <p:nvGrpSpPr>
            <p:cNvPr id="515" name="Google Shape;515;p7"/>
            <p:cNvGrpSpPr/>
            <p:nvPr/>
          </p:nvGrpSpPr>
          <p:grpSpPr>
            <a:xfrm>
              <a:off x="-465804" y="952935"/>
              <a:ext cx="927849" cy="523955"/>
              <a:chOff x="3701784" y="1690738"/>
              <a:chExt cx="473416" cy="267338"/>
            </a:xfrm>
          </p:grpSpPr>
          <p:sp>
            <p:nvSpPr>
              <p:cNvPr id="516" name="Google Shape;516;p7"/>
              <p:cNvSpPr/>
              <p:nvPr/>
            </p:nvSpPr>
            <p:spPr>
              <a:xfrm>
                <a:off x="3701784" y="1690738"/>
                <a:ext cx="472025" cy="265900"/>
              </a:xfrm>
              <a:custGeom>
                <a:rect b="b" l="l" r="r" t="t"/>
                <a:pathLst>
                  <a:path extrusionOk="0" h="10636" w="18881">
                    <a:moveTo>
                      <a:pt x="9441" y="0"/>
                    </a:moveTo>
                    <a:cubicBezTo>
                      <a:pt x="4235" y="0"/>
                      <a:pt x="0" y="4236"/>
                      <a:pt x="0" y="9440"/>
                    </a:cubicBezTo>
                    <a:cubicBezTo>
                      <a:pt x="0" y="10102"/>
                      <a:pt x="536" y="10635"/>
                      <a:pt x="1195" y="10635"/>
                    </a:cubicBezTo>
                    <a:cubicBezTo>
                      <a:pt x="1855" y="10635"/>
                      <a:pt x="2389" y="10100"/>
                      <a:pt x="2389" y="9440"/>
                    </a:cubicBezTo>
                    <a:cubicBezTo>
                      <a:pt x="2389" y="5553"/>
                      <a:pt x="5552" y="2390"/>
                      <a:pt x="9439" y="2390"/>
                    </a:cubicBezTo>
                    <a:cubicBezTo>
                      <a:pt x="13326" y="2390"/>
                      <a:pt x="16489" y="5554"/>
                      <a:pt x="16489" y="9440"/>
                    </a:cubicBezTo>
                    <a:cubicBezTo>
                      <a:pt x="16489" y="10102"/>
                      <a:pt x="17024" y="10635"/>
                      <a:pt x="17683" y="10635"/>
                    </a:cubicBezTo>
                    <a:cubicBezTo>
                      <a:pt x="18343" y="10635"/>
                      <a:pt x="18878" y="10100"/>
                      <a:pt x="18878" y="9440"/>
                    </a:cubicBezTo>
                    <a:cubicBezTo>
                      <a:pt x="18880" y="4236"/>
                      <a:pt x="14646" y="0"/>
                      <a:pt x="9441"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7"/>
              <p:cNvSpPr/>
              <p:nvPr/>
            </p:nvSpPr>
            <p:spPr>
              <a:xfrm>
                <a:off x="3703175" y="1692175"/>
                <a:ext cx="472025" cy="265900"/>
              </a:xfrm>
              <a:custGeom>
                <a:rect b="b" l="l" r="r" t="t"/>
                <a:pathLst>
                  <a:path extrusionOk="0" h="10636" w="18881">
                    <a:moveTo>
                      <a:pt x="9441" y="0"/>
                    </a:moveTo>
                    <a:cubicBezTo>
                      <a:pt x="4236" y="0"/>
                      <a:pt x="1" y="4236"/>
                      <a:pt x="1" y="9440"/>
                    </a:cubicBezTo>
                    <a:cubicBezTo>
                      <a:pt x="1" y="10099"/>
                      <a:pt x="535" y="10635"/>
                      <a:pt x="1196" y="10635"/>
                    </a:cubicBezTo>
                    <a:cubicBezTo>
                      <a:pt x="1855" y="10635"/>
                      <a:pt x="2390" y="10100"/>
                      <a:pt x="2390" y="9440"/>
                    </a:cubicBezTo>
                    <a:cubicBezTo>
                      <a:pt x="2390" y="5553"/>
                      <a:pt x="5552" y="2390"/>
                      <a:pt x="9440" y="2390"/>
                    </a:cubicBezTo>
                    <a:cubicBezTo>
                      <a:pt x="13327" y="2390"/>
                      <a:pt x="16490" y="5552"/>
                      <a:pt x="16490" y="9440"/>
                    </a:cubicBezTo>
                    <a:cubicBezTo>
                      <a:pt x="16490" y="10099"/>
                      <a:pt x="17023" y="10635"/>
                      <a:pt x="17684" y="10635"/>
                    </a:cubicBezTo>
                    <a:cubicBezTo>
                      <a:pt x="18344" y="10635"/>
                      <a:pt x="18879" y="10099"/>
                      <a:pt x="18881" y="9440"/>
                    </a:cubicBezTo>
                    <a:cubicBezTo>
                      <a:pt x="18881" y="4236"/>
                      <a:pt x="14646" y="0"/>
                      <a:pt x="9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 name="Google Shape;518;p7"/>
            <p:cNvGrpSpPr/>
            <p:nvPr/>
          </p:nvGrpSpPr>
          <p:grpSpPr>
            <a:xfrm>
              <a:off x="986990" y="138810"/>
              <a:ext cx="261189" cy="248344"/>
              <a:chOff x="5164484" y="526738"/>
              <a:chExt cx="133266" cy="126713"/>
            </a:xfrm>
          </p:grpSpPr>
          <p:sp>
            <p:nvSpPr>
              <p:cNvPr id="519" name="Google Shape;519;p7"/>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7"/>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 name="Google Shape;521;p7"/>
            <p:cNvGrpSpPr/>
            <p:nvPr/>
          </p:nvGrpSpPr>
          <p:grpSpPr>
            <a:xfrm>
              <a:off x="8728353" y="3552920"/>
              <a:ext cx="311019" cy="311110"/>
              <a:chOff x="5038846" y="235350"/>
              <a:chExt cx="158691" cy="158738"/>
            </a:xfrm>
          </p:grpSpPr>
          <p:sp>
            <p:nvSpPr>
              <p:cNvPr id="522" name="Google Shape;522;p7"/>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7"/>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 name="Google Shape;524;p7"/>
            <p:cNvGrpSpPr/>
            <p:nvPr/>
          </p:nvGrpSpPr>
          <p:grpSpPr>
            <a:xfrm>
              <a:off x="7570896" y="4546097"/>
              <a:ext cx="393923" cy="394209"/>
              <a:chOff x="4296334" y="1527938"/>
              <a:chExt cx="200991" cy="201138"/>
            </a:xfrm>
          </p:grpSpPr>
          <p:sp>
            <p:nvSpPr>
              <p:cNvPr id="525" name="Google Shape;525;p7"/>
              <p:cNvSpPr/>
              <p:nvPr/>
            </p:nvSpPr>
            <p:spPr>
              <a:xfrm>
                <a:off x="4296334" y="1527938"/>
                <a:ext cx="199650" cy="199675"/>
              </a:xfrm>
              <a:custGeom>
                <a:rect b="b" l="l" r="r" t="t"/>
                <a:pathLst>
                  <a:path extrusionOk="0" h="7987" w="7986">
                    <a:moveTo>
                      <a:pt x="3993" y="0"/>
                    </a:moveTo>
                    <a:cubicBezTo>
                      <a:pt x="1788" y="0"/>
                      <a:pt x="0" y="1789"/>
                      <a:pt x="0" y="3993"/>
                    </a:cubicBezTo>
                    <a:cubicBezTo>
                      <a:pt x="0" y="6199"/>
                      <a:pt x="1789" y="7986"/>
                      <a:pt x="3993" y="7986"/>
                    </a:cubicBezTo>
                    <a:lnTo>
                      <a:pt x="7986" y="7986"/>
                    </a:lnTo>
                    <a:lnTo>
                      <a:pt x="7986" y="3993"/>
                    </a:lnTo>
                    <a:cubicBezTo>
                      <a:pt x="7986" y="1789"/>
                      <a:pt x="6197" y="0"/>
                      <a:pt x="3993"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7"/>
              <p:cNvSpPr/>
              <p:nvPr/>
            </p:nvSpPr>
            <p:spPr>
              <a:xfrm>
                <a:off x="4297675" y="1529400"/>
                <a:ext cx="199650" cy="199675"/>
              </a:xfrm>
              <a:custGeom>
                <a:rect b="b" l="l" r="r" t="t"/>
                <a:pathLst>
                  <a:path extrusionOk="0" h="7987" w="7986">
                    <a:moveTo>
                      <a:pt x="3994" y="0"/>
                    </a:moveTo>
                    <a:cubicBezTo>
                      <a:pt x="3994" y="0"/>
                      <a:pt x="3993" y="0"/>
                      <a:pt x="3993" y="0"/>
                    </a:cubicBezTo>
                    <a:cubicBezTo>
                      <a:pt x="1788" y="0"/>
                      <a:pt x="1" y="1787"/>
                      <a:pt x="1" y="3993"/>
                    </a:cubicBezTo>
                    <a:cubicBezTo>
                      <a:pt x="1" y="6198"/>
                      <a:pt x="1787" y="7986"/>
                      <a:pt x="3993" y="7986"/>
                    </a:cubicBezTo>
                    <a:lnTo>
                      <a:pt x="7985" y="7986"/>
                    </a:lnTo>
                    <a:lnTo>
                      <a:pt x="7985" y="3991"/>
                    </a:lnTo>
                    <a:cubicBezTo>
                      <a:pt x="7985" y="1787"/>
                      <a:pt x="6200" y="0"/>
                      <a:pt x="3994" y="0"/>
                    </a:cubicBezTo>
                    <a:close/>
                  </a:path>
                </a:pathLst>
              </a:custGeom>
              <a:solidFill>
                <a:srgbClr val="242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7"/>
              <p:cNvSpPr/>
              <p:nvPr/>
            </p:nvSpPr>
            <p:spPr>
              <a:xfrm>
                <a:off x="4297675" y="1529400"/>
                <a:ext cx="199650" cy="199675"/>
              </a:xfrm>
              <a:custGeom>
                <a:rect b="b" l="l" r="r" t="t"/>
                <a:pathLst>
                  <a:path extrusionOk="0" h="7987" w="7986">
                    <a:moveTo>
                      <a:pt x="3994" y="0"/>
                    </a:moveTo>
                    <a:cubicBezTo>
                      <a:pt x="3994" y="0"/>
                      <a:pt x="3993" y="0"/>
                      <a:pt x="3993" y="0"/>
                    </a:cubicBezTo>
                    <a:cubicBezTo>
                      <a:pt x="1788" y="0"/>
                      <a:pt x="1" y="1787"/>
                      <a:pt x="1" y="3993"/>
                    </a:cubicBezTo>
                    <a:cubicBezTo>
                      <a:pt x="1" y="6198"/>
                      <a:pt x="1787" y="7986"/>
                      <a:pt x="3993" y="7986"/>
                    </a:cubicBezTo>
                    <a:lnTo>
                      <a:pt x="7985" y="7986"/>
                    </a:lnTo>
                    <a:lnTo>
                      <a:pt x="7985" y="3991"/>
                    </a:lnTo>
                    <a:cubicBezTo>
                      <a:pt x="7985" y="1787"/>
                      <a:pt x="6200" y="0"/>
                      <a:pt x="3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7"/>
              <p:cNvSpPr/>
              <p:nvPr/>
            </p:nvSpPr>
            <p:spPr>
              <a:xfrm>
                <a:off x="4320825" y="1552575"/>
                <a:ext cx="153350" cy="153325"/>
              </a:xfrm>
              <a:custGeom>
                <a:rect b="b" l="l" r="r" t="t"/>
                <a:pathLst>
                  <a:path extrusionOk="0" h="6133" w="6134">
                    <a:moveTo>
                      <a:pt x="3067" y="0"/>
                    </a:moveTo>
                    <a:cubicBezTo>
                      <a:pt x="1376" y="0"/>
                      <a:pt x="1" y="1375"/>
                      <a:pt x="1" y="3066"/>
                    </a:cubicBezTo>
                    <a:cubicBezTo>
                      <a:pt x="1" y="4757"/>
                      <a:pt x="1376" y="6132"/>
                      <a:pt x="3067" y="6132"/>
                    </a:cubicBezTo>
                    <a:lnTo>
                      <a:pt x="6134" y="6132"/>
                    </a:lnTo>
                    <a:lnTo>
                      <a:pt x="6134" y="3066"/>
                    </a:lnTo>
                    <a:cubicBezTo>
                      <a:pt x="6134" y="1375"/>
                      <a:pt x="4758" y="0"/>
                      <a:pt x="30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7"/>
              <p:cNvSpPr/>
              <p:nvPr/>
            </p:nvSpPr>
            <p:spPr>
              <a:xfrm>
                <a:off x="4341275" y="1573000"/>
                <a:ext cx="112450" cy="112450"/>
              </a:xfrm>
              <a:custGeom>
                <a:rect b="b" l="l" r="r" t="t"/>
                <a:pathLst>
                  <a:path extrusionOk="0" h="4498" w="4498">
                    <a:moveTo>
                      <a:pt x="2250" y="1"/>
                    </a:moveTo>
                    <a:cubicBezTo>
                      <a:pt x="1009" y="1"/>
                      <a:pt x="1" y="1009"/>
                      <a:pt x="1" y="2249"/>
                    </a:cubicBezTo>
                    <a:cubicBezTo>
                      <a:pt x="1" y="3489"/>
                      <a:pt x="1009" y="4498"/>
                      <a:pt x="2250" y="4498"/>
                    </a:cubicBezTo>
                    <a:lnTo>
                      <a:pt x="4497" y="4498"/>
                    </a:lnTo>
                    <a:lnTo>
                      <a:pt x="4497" y="2249"/>
                    </a:lnTo>
                    <a:cubicBezTo>
                      <a:pt x="4497" y="1009"/>
                      <a:pt x="3489" y="1"/>
                      <a:pt x="22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7"/>
              <p:cNvSpPr/>
              <p:nvPr/>
            </p:nvSpPr>
            <p:spPr>
              <a:xfrm>
                <a:off x="4367125" y="1598825"/>
                <a:ext cx="60750" cy="60725"/>
              </a:xfrm>
              <a:custGeom>
                <a:rect b="b" l="l" r="r" t="t"/>
                <a:pathLst>
                  <a:path extrusionOk="0" h="2429" w="2430">
                    <a:moveTo>
                      <a:pt x="1215" y="1"/>
                    </a:moveTo>
                    <a:cubicBezTo>
                      <a:pt x="546" y="1"/>
                      <a:pt x="1" y="545"/>
                      <a:pt x="1" y="1214"/>
                    </a:cubicBezTo>
                    <a:cubicBezTo>
                      <a:pt x="1" y="1884"/>
                      <a:pt x="546" y="2429"/>
                      <a:pt x="1215" y="2429"/>
                    </a:cubicBezTo>
                    <a:lnTo>
                      <a:pt x="2429" y="2429"/>
                    </a:lnTo>
                    <a:lnTo>
                      <a:pt x="2429" y="1214"/>
                    </a:lnTo>
                    <a:cubicBezTo>
                      <a:pt x="2429" y="545"/>
                      <a:pt x="1884"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 name="Google Shape;531;p7"/>
            <p:cNvGrpSpPr/>
            <p:nvPr/>
          </p:nvGrpSpPr>
          <p:grpSpPr>
            <a:xfrm>
              <a:off x="71341" y="64026"/>
              <a:ext cx="735612" cy="682607"/>
              <a:chOff x="-3345900" y="2555950"/>
              <a:chExt cx="464050" cy="430613"/>
            </a:xfrm>
          </p:grpSpPr>
          <p:sp>
            <p:nvSpPr>
              <p:cNvPr id="532" name="Google Shape;532;p7"/>
              <p:cNvSpPr/>
              <p:nvPr/>
            </p:nvSpPr>
            <p:spPr>
              <a:xfrm>
                <a:off x="-3345900" y="2555950"/>
                <a:ext cx="464050" cy="430575"/>
              </a:xfrm>
              <a:custGeom>
                <a:rect b="b" l="l" r="r" t="t"/>
                <a:pathLst>
                  <a:path extrusionOk="0" h="17223" w="18562">
                    <a:moveTo>
                      <a:pt x="9284" y="7756"/>
                    </a:moveTo>
                    <a:cubicBezTo>
                      <a:pt x="9503" y="7756"/>
                      <a:pt x="9723" y="7840"/>
                      <a:pt x="9889" y="8006"/>
                    </a:cubicBezTo>
                    <a:cubicBezTo>
                      <a:pt x="10224" y="8341"/>
                      <a:pt x="10224" y="8883"/>
                      <a:pt x="9889" y="9218"/>
                    </a:cubicBezTo>
                    <a:cubicBezTo>
                      <a:pt x="9723" y="9385"/>
                      <a:pt x="9504" y="9469"/>
                      <a:pt x="9285" y="9469"/>
                    </a:cubicBezTo>
                    <a:cubicBezTo>
                      <a:pt x="9066" y="9469"/>
                      <a:pt x="8846" y="9385"/>
                      <a:pt x="8679" y="9218"/>
                    </a:cubicBezTo>
                    <a:cubicBezTo>
                      <a:pt x="8344" y="8883"/>
                      <a:pt x="8344" y="8341"/>
                      <a:pt x="8679" y="8006"/>
                    </a:cubicBezTo>
                    <a:cubicBezTo>
                      <a:pt x="8845" y="7840"/>
                      <a:pt x="9065" y="7756"/>
                      <a:pt x="9284" y="7756"/>
                    </a:cubicBezTo>
                    <a:close/>
                    <a:moveTo>
                      <a:pt x="9286" y="0"/>
                    </a:moveTo>
                    <a:cubicBezTo>
                      <a:pt x="8069" y="0"/>
                      <a:pt x="6853" y="257"/>
                      <a:pt x="5724" y="769"/>
                    </a:cubicBezTo>
                    <a:cubicBezTo>
                      <a:pt x="4809" y="1184"/>
                      <a:pt x="3949" y="1768"/>
                      <a:pt x="3196" y="2521"/>
                    </a:cubicBezTo>
                    <a:cubicBezTo>
                      <a:pt x="2441" y="3275"/>
                      <a:pt x="1857" y="4134"/>
                      <a:pt x="1440" y="5052"/>
                    </a:cubicBezTo>
                    <a:cubicBezTo>
                      <a:pt x="1" y="8223"/>
                      <a:pt x="585" y="12091"/>
                      <a:pt x="3196" y="14701"/>
                    </a:cubicBezTo>
                    <a:cubicBezTo>
                      <a:pt x="4876" y="16382"/>
                      <a:pt x="7079" y="17223"/>
                      <a:pt x="9282" y="17223"/>
                    </a:cubicBezTo>
                    <a:cubicBezTo>
                      <a:pt x="10475" y="17223"/>
                      <a:pt x="11668" y="16976"/>
                      <a:pt x="12778" y="16483"/>
                    </a:cubicBezTo>
                    <a:cubicBezTo>
                      <a:pt x="13719" y="16068"/>
                      <a:pt x="14599" y="15473"/>
                      <a:pt x="15373" y="14701"/>
                    </a:cubicBezTo>
                    <a:cubicBezTo>
                      <a:pt x="16146" y="13928"/>
                      <a:pt x="16741" y="13045"/>
                      <a:pt x="17156" y="12106"/>
                    </a:cubicBezTo>
                    <a:cubicBezTo>
                      <a:pt x="18561" y="8945"/>
                      <a:pt x="17967" y="5115"/>
                      <a:pt x="15373" y="2521"/>
                    </a:cubicBezTo>
                    <a:cubicBezTo>
                      <a:pt x="13691" y="840"/>
                      <a:pt x="11488" y="0"/>
                      <a:pt x="928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 name="Google Shape;533;p7"/>
              <p:cNvGrpSpPr/>
              <p:nvPr/>
            </p:nvGrpSpPr>
            <p:grpSpPr>
              <a:xfrm>
                <a:off x="-3345900" y="2555988"/>
                <a:ext cx="464050" cy="430575"/>
                <a:chOff x="-3345900" y="1288025"/>
                <a:chExt cx="464050" cy="430575"/>
              </a:xfrm>
            </p:grpSpPr>
            <p:sp>
              <p:nvSpPr>
                <p:cNvPr id="534" name="Google Shape;534;p7"/>
                <p:cNvSpPr/>
                <p:nvPr/>
              </p:nvSpPr>
              <p:spPr>
                <a:xfrm>
                  <a:off x="-3345900" y="1288025"/>
                  <a:ext cx="464050" cy="430575"/>
                </a:xfrm>
                <a:custGeom>
                  <a:rect b="b" l="l" r="r" t="t"/>
                  <a:pathLst>
                    <a:path extrusionOk="0" h="17223" w="18562">
                      <a:moveTo>
                        <a:pt x="9284" y="7757"/>
                      </a:moveTo>
                      <a:cubicBezTo>
                        <a:pt x="9503" y="7757"/>
                        <a:pt x="9723" y="7840"/>
                        <a:pt x="9889" y="8007"/>
                      </a:cubicBezTo>
                      <a:cubicBezTo>
                        <a:pt x="10224" y="8341"/>
                        <a:pt x="10224" y="8885"/>
                        <a:pt x="9889" y="9218"/>
                      </a:cubicBezTo>
                      <a:cubicBezTo>
                        <a:pt x="9723" y="9385"/>
                        <a:pt x="9504" y="9469"/>
                        <a:pt x="9285" y="9469"/>
                      </a:cubicBezTo>
                      <a:cubicBezTo>
                        <a:pt x="9066" y="9469"/>
                        <a:pt x="8846" y="9385"/>
                        <a:pt x="8679" y="9218"/>
                      </a:cubicBezTo>
                      <a:cubicBezTo>
                        <a:pt x="8344" y="8885"/>
                        <a:pt x="8344" y="8341"/>
                        <a:pt x="8679" y="8007"/>
                      </a:cubicBezTo>
                      <a:cubicBezTo>
                        <a:pt x="8845" y="7840"/>
                        <a:pt x="9065" y="7757"/>
                        <a:pt x="9284" y="7757"/>
                      </a:cubicBezTo>
                      <a:close/>
                      <a:moveTo>
                        <a:pt x="9285" y="1"/>
                      </a:moveTo>
                      <a:cubicBezTo>
                        <a:pt x="8069" y="1"/>
                        <a:pt x="6853" y="257"/>
                        <a:pt x="5724" y="769"/>
                      </a:cubicBezTo>
                      <a:cubicBezTo>
                        <a:pt x="4809" y="1184"/>
                        <a:pt x="3949" y="1769"/>
                        <a:pt x="3196" y="2522"/>
                      </a:cubicBezTo>
                      <a:cubicBezTo>
                        <a:pt x="2441" y="3276"/>
                        <a:pt x="1857" y="4134"/>
                        <a:pt x="1440" y="5052"/>
                      </a:cubicBezTo>
                      <a:cubicBezTo>
                        <a:pt x="1" y="8224"/>
                        <a:pt x="585" y="12091"/>
                        <a:pt x="3196" y="14701"/>
                      </a:cubicBezTo>
                      <a:cubicBezTo>
                        <a:pt x="4876" y="16382"/>
                        <a:pt x="7079" y="17223"/>
                        <a:pt x="9282" y="17223"/>
                      </a:cubicBezTo>
                      <a:cubicBezTo>
                        <a:pt x="10475" y="17223"/>
                        <a:pt x="11668" y="16976"/>
                        <a:pt x="12778" y="16483"/>
                      </a:cubicBezTo>
                      <a:cubicBezTo>
                        <a:pt x="13719" y="16068"/>
                        <a:pt x="14599" y="15474"/>
                        <a:pt x="15373" y="14701"/>
                      </a:cubicBezTo>
                      <a:cubicBezTo>
                        <a:pt x="16146" y="13928"/>
                        <a:pt x="16741" y="13046"/>
                        <a:pt x="17156" y="12106"/>
                      </a:cubicBezTo>
                      <a:cubicBezTo>
                        <a:pt x="18561" y="8946"/>
                        <a:pt x="17967" y="5115"/>
                        <a:pt x="15373" y="2522"/>
                      </a:cubicBezTo>
                      <a:cubicBezTo>
                        <a:pt x="13691" y="841"/>
                        <a:pt x="11488" y="1"/>
                        <a:pt x="92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7"/>
                <p:cNvSpPr/>
                <p:nvPr/>
              </p:nvSpPr>
              <p:spPr>
                <a:xfrm>
                  <a:off x="-3215075" y="1411025"/>
                  <a:ext cx="202575" cy="184600"/>
                </a:xfrm>
                <a:custGeom>
                  <a:rect b="b" l="l" r="r" t="t"/>
                  <a:pathLst>
                    <a:path extrusionOk="0" h="7384" w="8103">
                      <a:moveTo>
                        <a:pt x="4052" y="2837"/>
                      </a:moveTo>
                      <a:cubicBezTo>
                        <a:pt x="4272" y="2837"/>
                        <a:pt x="4491" y="2920"/>
                        <a:pt x="4658" y="3087"/>
                      </a:cubicBezTo>
                      <a:cubicBezTo>
                        <a:pt x="4993" y="3421"/>
                        <a:pt x="4993" y="3965"/>
                        <a:pt x="4658" y="4298"/>
                      </a:cubicBezTo>
                      <a:cubicBezTo>
                        <a:pt x="4491" y="4465"/>
                        <a:pt x="4272" y="4549"/>
                        <a:pt x="4052" y="4549"/>
                      </a:cubicBezTo>
                      <a:cubicBezTo>
                        <a:pt x="3833" y="4549"/>
                        <a:pt x="3614" y="4465"/>
                        <a:pt x="3447" y="4298"/>
                      </a:cubicBezTo>
                      <a:cubicBezTo>
                        <a:pt x="3112" y="3965"/>
                        <a:pt x="3112" y="3421"/>
                        <a:pt x="3447" y="3087"/>
                      </a:cubicBezTo>
                      <a:cubicBezTo>
                        <a:pt x="3614" y="2920"/>
                        <a:pt x="3833" y="2837"/>
                        <a:pt x="4052" y="2837"/>
                      </a:cubicBezTo>
                      <a:close/>
                      <a:moveTo>
                        <a:pt x="4051" y="1"/>
                      </a:moveTo>
                      <a:cubicBezTo>
                        <a:pt x="3107" y="1"/>
                        <a:pt x="2162" y="361"/>
                        <a:pt x="1442" y="1082"/>
                      </a:cubicBezTo>
                      <a:cubicBezTo>
                        <a:pt x="1" y="2523"/>
                        <a:pt x="1" y="4860"/>
                        <a:pt x="1442" y="6302"/>
                      </a:cubicBezTo>
                      <a:cubicBezTo>
                        <a:pt x="2162" y="7023"/>
                        <a:pt x="3107" y="7383"/>
                        <a:pt x="4052" y="7383"/>
                      </a:cubicBezTo>
                      <a:cubicBezTo>
                        <a:pt x="4997" y="7383"/>
                        <a:pt x="5941" y="7023"/>
                        <a:pt x="6661" y="6302"/>
                      </a:cubicBezTo>
                      <a:cubicBezTo>
                        <a:pt x="8102" y="4860"/>
                        <a:pt x="8102" y="2523"/>
                        <a:pt x="6661" y="1082"/>
                      </a:cubicBezTo>
                      <a:cubicBezTo>
                        <a:pt x="5940" y="361"/>
                        <a:pt x="4995" y="1"/>
                        <a:pt x="40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7"/>
                <p:cNvSpPr/>
                <p:nvPr/>
              </p:nvSpPr>
              <p:spPr>
                <a:xfrm>
                  <a:off x="-3169450" y="1452600"/>
                  <a:ext cx="111350" cy="101450"/>
                </a:xfrm>
                <a:custGeom>
                  <a:rect b="b" l="l" r="r" t="t"/>
                  <a:pathLst>
                    <a:path extrusionOk="0" h="4058" w="4454">
                      <a:moveTo>
                        <a:pt x="2227" y="1174"/>
                      </a:moveTo>
                      <a:cubicBezTo>
                        <a:pt x="2447" y="1174"/>
                        <a:pt x="2666" y="1257"/>
                        <a:pt x="2833" y="1424"/>
                      </a:cubicBezTo>
                      <a:cubicBezTo>
                        <a:pt x="3168" y="1758"/>
                        <a:pt x="3168" y="2302"/>
                        <a:pt x="2833" y="2635"/>
                      </a:cubicBezTo>
                      <a:cubicBezTo>
                        <a:pt x="2666" y="2802"/>
                        <a:pt x="2447" y="2886"/>
                        <a:pt x="2227" y="2886"/>
                      </a:cubicBezTo>
                      <a:cubicBezTo>
                        <a:pt x="2008" y="2886"/>
                        <a:pt x="1789" y="2802"/>
                        <a:pt x="1622" y="2635"/>
                      </a:cubicBezTo>
                      <a:cubicBezTo>
                        <a:pt x="1287" y="2302"/>
                        <a:pt x="1287" y="1758"/>
                        <a:pt x="1622" y="1424"/>
                      </a:cubicBezTo>
                      <a:cubicBezTo>
                        <a:pt x="1789" y="1257"/>
                        <a:pt x="2008" y="1174"/>
                        <a:pt x="2227" y="1174"/>
                      </a:cubicBezTo>
                      <a:close/>
                      <a:moveTo>
                        <a:pt x="2227" y="0"/>
                      </a:moveTo>
                      <a:cubicBezTo>
                        <a:pt x="1708" y="0"/>
                        <a:pt x="1188" y="198"/>
                        <a:pt x="792" y="595"/>
                      </a:cubicBezTo>
                      <a:cubicBezTo>
                        <a:pt x="0" y="1386"/>
                        <a:pt x="0" y="2671"/>
                        <a:pt x="792" y="3464"/>
                      </a:cubicBezTo>
                      <a:cubicBezTo>
                        <a:pt x="1188" y="3859"/>
                        <a:pt x="1708" y="4057"/>
                        <a:pt x="2227" y="4057"/>
                      </a:cubicBezTo>
                      <a:cubicBezTo>
                        <a:pt x="2746" y="4057"/>
                        <a:pt x="3265" y="3859"/>
                        <a:pt x="3661" y="3464"/>
                      </a:cubicBezTo>
                      <a:cubicBezTo>
                        <a:pt x="4454" y="2671"/>
                        <a:pt x="4454" y="1386"/>
                        <a:pt x="3661" y="595"/>
                      </a:cubicBezTo>
                      <a:cubicBezTo>
                        <a:pt x="3265" y="198"/>
                        <a:pt x="2746" y="0"/>
                        <a:pt x="22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7" name="Google Shape;537;p7"/>
            <p:cNvGrpSpPr/>
            <p:nvPr/>
          </p:nvGrpSpPr>
          <p:grpSpPr>
            <a:xfrm>
              <a:off x="8180165" y="4175695"/>
              <a:ext cx="835764" cy="808265"/>
              <a:chOff x="-4685648" y="4235468"/>
              <a:chExt cx="778251" cy="752644"/>
            </a:xfrm>
          </p:grpSpPr>
          <p:sp>
            <p:nvSpPr>
              <p:cNvPr id="538" name="Google Shape;538;p7"/>
              <p:cNvSpPr/>
              <p:nvPr/>
            </p:nvSpPr>
            <p:spPr>
              <a:xfrm>
                <a:off x="-4685648" y="4235519"/>
                <a:ext cx="772057" cy="752339"/>
              </a:xfrm>
              <a:custGeom>
                <a:rect b="b" l="l" r="r" t="t"/>
                <a:pathLst>
                  <a:path extrusionOk="0" h="7402" w="7596">
                    <a:moveTo>
                      <a:pt x="772" y="5598"/>
                    </a:moveTo>
                    <a:lnTo>
                      <a:pt x="772" y="5627"/>
                    </a:lnTo>
                    <a:lnTo>
                      <a:pt x="772" y="6804"/>
                    </a:lnTo>
                    <a:lnTo>
                      <a:pt x="772" y="6895"/>
                    </a:lnTo>
                    <a:cubicBezTo>
                      <a:pt x="414" y="6895"/>
                      <a:pt x="124" y="6604"/>
                      <a:pt x="124" y="6247"/>
                    </a:cubicBezTo>
                    <a:cubicBezTo>
                      <a:pt x="124" y="5890"/>
                      <a:pt x="414" y="5598"/>
                      <a:pt x="772" y="5598"/>
                    </a:cubicBezTo>
                    <a:close/>
                    <a:moveTo>
                      <a:pt x="1954" y="1"/>
                    </a:moveTo>
                    <a:cubicBezTo>
                      <a:pt x="1806" y="1"/>
                      <a:pt x="1682" y="98"/>
                      <a:pt x="1640" y="231"/>
                    </a:cubicBezTo>
                    <a:lnTo>
                      <a:pt x="1135" y="231"/>
                    </a:lnTo>
                    <a:cubicBezTo>
                      <a:pt x="934" y="231"/>
                      <a:pt x="772" y="393"/>
                      <a:pt x="772" y="594"/>
                    </a:cubicBezTo>
                    <a:lnTo>
                      <a:pt x="772" y="759"/>
                    </a:lnTo>
                    <a:lnTo>
                      <a:pt x="772" y="934"/>
                    </a:lnTo>
                    <a:lnTo>
                      <a:pt x="772" y="1274"/>
                    </a:lnTo>
                    <a:lnTo>
                      <a:pt x="772" y="2450"/>
                    </a:lnTo>
                    <a:lnTo>
                      <a:pt x="772" y="3698"/>
                    </a:lnTo>
                    <a:lnTo>
                      <a:pt x="772" y="4379"/>
                    </a:lnTo>
                    <a:lnTo>
                      <a:pt x="772" y="5478"/>
                    </a:lnTo>
                    <a:cubicBezTo>
                      <a:pt x="346" y="5478"/>
                      <a:pt x="0" y="5823"/>
                      <a:pt x="0" y="6248"/>
                    </a:cubicBezTo>
                    <a:cubicBezTo>
                      <a:pt x="0" y="6672"/>
                      <a:pt x="346" y="7017"/>
                      <a:pt x="772" y="7017"/>
                    </a:cubicBezTo>
                    <a:lnTo>
                      <a:pt x="772" y="7087"/>
                    </a:lnTo>
                    <a:cubicBezTo>
                      <a:pt x="772" y="7262"/>
                      <a:pt x="912" y="7401"/>
                      <a:pt x="1085" y="7401"/>
                    </a:cubicBezTo>
                    <a:lnTo>
                      <a:pt x="5435" y="7401"/>
                    </a:lnTo>
                    <a:cubicBezTo>
                      <a:pt x="5608" y="7401"/>
                      <a:pt x="5748" y="7260"/>
                      <a:pt x="5748" y="7087"/>
                    </a:cubicBezTo>
                    <a:lnTo>
                      <a:pt x="5748" y="5639"/>
                    </a:lnTo>
                    <a:lnTo>
                      <a:pt x="5748" y="5420"/>
                    </a:lnTo>
                    <a:cubicBezTo>
                      <a:pt x="5881" y="5378"/>
                      <a:pt x="5978" y="5253"/>
                      <a:pt x="5978" y="5106"/>
                    </a:cubicBezTo>
                    <a:lnTo>
                      <a:pt x="5978" y="4941"/>
                    </a:lnTo>
                    <a:cubicBezTo>
                      <a:pt x="5978" y="4793"/>
                      <a:pt x="5881" y="4669"/>
                      <a:pt x="5748" y="4627"/>
                    </a:cubicBezTo>
                    <a:lnTo>
                      <a:pt x="5748" y="4346"/>
                    </a:lnTo>
                    <a:cubicBezTo>
                      <a:pt x="5881" y="4305"/>
                      <a:pt x="5978" y="4179"/>
                      <a:pt x="5978" y="4033"/>
                    </a:cubicBezTo>
                    <a:lnTo>
                      <a:pt x="5978" y="3868"/>
                    </a:lnTo>
                    <a:cubicBezTo>
                      <a:pt x="5978" y="3720"/>
                      <a:pt x="5881" y="3596"/>
                      <a:pt x="5748" y="3554"/>
                    </a:cubicBezTo>
                    <a:lnTo>
                      <a:pt x="5748" y="3332"/>
                    </a:lnTo>
                    <a:lnTo>
                      <a:pt x="5748" y="3063"/>
                    </a:lnTo>
                    <a:lnTo>
                      <a:pt x="6329" y="2698"/>
                    </a:lnTo>
                    <a:cubicBezTo>
                      <a:pt x="6345" y="2728"/>
                      <a:pt x="6376" y="2744"/>
                      <a:pt x="6407" y="2744"/>
                    </a:cubicBezTo>
                    <a:cubicBezTo>
                      <a:pt x="6412" y="2744"/>
                      <a:pt x="6417" y="2744"/>
                      <a:pt x="6422" y="2743"/>
                    </a:cubicBezTo>
                    <a:cubicBezTo>
                      <a:pt x="6577" y="2717"/>
                      <a:pt x="7031" y="2623"/>
                      <a:pt x="7419" y="2335"/>
                    </a:cubicBezTo>
                    <a:cubicBezTo>
                      <a:pt x="7497" y="2277"/>
                      <a:pt x="7550" y="2198"/>
                      <a:pt x="7576" y="2112"/>
                    </a:cubicBezTo>
                    <a:lnTo>
                      <a:pt x="7576" y="2113"/>
                    </a:lnTo>
                    <a:cubicBezTo>
                      <a:pt x="7584" y="2089"/>
                      <a:pt x="7589" y="2067"/>
                      <a:pt x="7591" y="2042"/>
                    </a:cubicBezTo>
                    <a:lnTo>
                      <a:pt x="7591" y="2041"/>
                    </a:lnTo>
                    <a:lnTo>
                      <a:pt x="7596" y="2002"/>
                    </a:lnTo>
                    <a:lnTo>
                      <a:pt x="7596" y="1996"/>
                    </a:lnTo>
                    <a:lnTo>
                      <a:pt x="7596" y="1957"/>
                    </a:lnTo>
                    <a:lnTo>
                      <a:pt x="7596" y="1954"/>
                    </a:lnTo>
                    <a:lnTo>
                      <a:pt x="7591" y="1916"/>
                    </a:lnTo>
                    <a:lnTo>
                      <a:pt x="7591" y="1912"/>
                    </a:lnTo>
                    <a:lnTo>
                      <a:pt x="7584" y="1873"/>
                    </a:lnTo>
                    <a:cubicBezTo>
                      <a:pt x="7584" y="1872"/>
                      <a:pt x="7583" y="1871"/>
                      <a:pt x="7583" y="1868"/>
                    </a:cubicBezTo>
                    <a:cubicBezTo>
                      <a:pt x="7575" y="1841"/>
                      <a:pt x="7566" y="1815"/>
                      <a:pt x="7553" y="1790"/>
                    </a:cubicBezTo>
                    <a:cubicBezTo>
                      <a:pt x="7553" y="1789"/>
                      <a:pt x="7552" y="1788"/>
                      <a:pt x="7552" y="1788"/>
                    </a:cubicBezTo>
                    <a:cubicBezTo>
                      <a:pt x="7545" y="1775"/>
                      <a:pt x="7539" y="1763"/>
                      <a:pt x="7532" y="1752"/>
                    </a:cubicBezTo>
                    <a:cubicBezTo>
                      <a:pt x="7529" y="1751"/>
                      <a:pt x="7529" y="1749"/>
                      <a:pt x="7528" y="1748"/>
                    </a:cubicBezTo>
                    <a:cubicBezTo>
                      <a:pt x="7521" y="1737"/>
                      <a:pt x="7513" y="1723"/>
                      <a:pt x="7504" y="1713"/>
                    </a:cubicBezTo>
                    <a:cubicBezTo>
                      <a:pt x="7419" y="1605"/>
                      <a:pt x="7289" y="1547"/>
                      <a:pt x="7158" y="1547"/>
                    </a:cubicBezTo>
                    <a:cubicBezTo>
                      <a:pt x="7117" y="1547"/>
                      <a:pt x="7075" y="1553"/>
                      <a:pt x="7034" y="1565"/>
                    </a:cubicBezTo>
                    <a:cubicBezTo>
                      <a:pt x="6991" y="1578"/>
                      <a:pt x="6948" y="1597"/>
                      <a:pt x="6908" y="1624"/>
                    </a:cubicBezTo>
                    <a:cubicBezTo>
                      <a:pt x="6907" y="1625"/>
                      <a:pt x="6904" y="1627"/>
                      <a:pt x="6903" y="1628"/>
                    </a:cubicBezTo>
                    <a:cubicBezTo>
                      <a:pt x="6895" y="1633"/>
                      <a:pt x="6889" y="1638"/>
                      <a:pt x="6882" y="1645"/>
                    </a:cubicBezTo>
                    <a:cubicBezTo>
                      <a:pt x="6878" y="1648"/>
                      <a:pt x="6876" y="1650"/>
                      <a:pt x="6873" y="1653"/>
                    </a:cubicBezTo>
                    <a:cubicBezTo>
                      <a:pt x="6867" y="1658"/>
                      <a:pt x="6862" y="1663"/>
                      <a:pt x="6857" y="1668"/>
                    </a:cubicBezTo>
                    <a:lnTo>
                      <a:pt x="6848" y="1676"/>
                    </a:lnTo>
                    <a:cubicBezTo>
                      <a:pt x="6841" y="1684"/>
                      <a:pt x="6833" y="1691"/>
                      <a:pt x="6827" y="1699"/>
                    </a:cubicBezTo>
                    <a:cubicBezTo>
                      <a:pt x="6826" y="1700"/>
                      <a:pt x="6825" y="1702"/>
                      <a:pt x="6823" y="1705"/>
                    </a:cubicBezTo>
                    <a:cubicBezTo>
                      <a:pt x="6817" y="1711"/>
                      <a:pt x="6811" y="1718"/>
                      <a:pt x="6806" y="1725"/>
                    </a:cubicBezTo>
                    <a:cubicBezTo>
                      <a:pt x="6805" y="1727"/>
                      <a:pt x="6802" y="1730"/>
                      <a:pt x="6801" y="1732"/>
                    </a:cubicBezTo>
                    <a:lnTo>
                      <a:pt x="6785" y="1756"/>
                    </a:lnTo>
                    <a:cubicBezTo>
                      <a:pt x="6784" y="1757"/>
                      <a:pt x="6783" y="1758"/>
                      <a:pt x="6783" y="1761"/>
                    </a:cubicBezTo>
                    <a:cubicBezTo>
                      <a:pt x="6778" y="1770"/>
                      <a:pt x="6773" y="1780"/>
                      <a:pt x="6768" y="1789"/>
                    </a:cubicBezTo>
                    <a:lnTo>
                      <a:pt x="6764" y="1797"/>
                    </a:lnTo>
                    <a:cubicBezTo>
                      <a:pt x="6760" y="1804"/>
                      <a:pt x="6758" y="1811"/>
                      <a:pt x="6754" y="1819"/>
                    </a:cubicBezTo>
                    <a:cubicBezTo>
                      <a:pt x="6753" y="1823"/>
                      <a:pt x="6752" y="1825"/>
                      <a:pt x="6750" y="1829"/>
                    </a:cubicBezTo>
                    <a:lnTo>
                      <a:pt x="6743" y="1852"/>
                    </a:lnTo>
                    <a:lnTo>
                      <a:pt x="6739" y="1868"/>
                    </a:lnTo>
                    <a:cubicBezTo>
                      <a:pt x="6738" y="1875"/>
                      <a:pt x="6735" y="1880"/>
                      <a:pt x="6734" y="1886"/>
                    </a:cubicBezTo>
                    <a:cubicBezTo>
                      <a:pt x="6733" y="1891"/>
                      <a:pt x="6732" y="1898"/>
                      <a:pt x="6730" y="1903"/>
                    </a:cubicBezTo>
                    <a:cubicBezTo>
                      <a:pt x="6729" y="1907"/>
                      <a:pt x="6729" y="1911"/>
                      <a:pt x="6729" y="1914"/>
                    </a:cubicBezTo>
                    <a:cubicBezTo>
                      <a:pt x="6717" y="1989"/>
                      <a:pt x="6723" y="2068"/>
                      <a:pt x="6752" y="2141"/>
                    </a:cubicBezTo>
                    <a:cubicBezTo>
                      <a:pt x="6778" y="2208"/>
                      <a:pt x="6754" y="2285"/>
                      <a:pt x="6697" y="2329"/>
                    </a:cubicBezTo>
                    <a:lnTo>
                      <a:pt x="6361" y="2578"/>
                    </a:lnTo>
                    <a:cubicBezTo>
                      <a:pt x="6329" y="2602"/>
                      <a:pt x="6312" y="2645"/>
                      <a:pt x="6325" y="2682"/>
                    </a:cubicBezTo>
                    <a:cubicBezTo>
                      <a:pt x="6228" y="2718"/>
                      <a:pt x="6035" y="2806"/>
                      <a:pt x="5752" y="3007"/>
                    </a:cubicBezTo>
                    <a:lnTo>
                      <a:pt x="5752" y="2285"/>
                    </a:lnTo>
                    <a:cubicBezTo>
                      <a:pt x="6018" y="2123"/>
                      <a:pt x="6141" y="1955"/>
                      <a:pt x="6193" y="1867"/>
                    </a:cubicBezTo>
                    <a:cubicBezTo>
                      <a:pt x="6206" y="1872"/>
                      <a:pt x="6219" y="1875"/>
                      <a:pt x="6232" y="1875"/>
                    </a:cubicBezTo>
                    <a:cubicBezTo>
                      <a:pt x="6256" y="1875"/>
                      <a:pt x="6279" y="1866"/>
                      <a:pt x="6296" y="1849"/>
                    </a:cubicBezTo>
                    <a:cubicBezTo>
                      <a:pt x="6408" y="1738"/>
                      <a:pt x="6721" y="1396"/>
                      <a:pt x="6869" y="937"/>
                    </a:cubicBezTo>
                    <a:cubicBezTo>
                      <a:pt x="6899" y="844"/>
                      <a:pt x="6897" y="748"/>
                      <a:pt x="6867" y="663"/>
                    </a:cubicBezTo>
                    <a:lnTo>
                      <a:pt x="6867" y="663"/>
                    </a:lnTo>
                    <a:lnTo>
                      <a:pt x="6868" y="664"/>
                    </a:lnTo>
                    <a:cubicBezTo>
                      <a:pt x="6861" y="642"/>
                      <a:pt x="6851" y="619"/>
                      <a:pt x="6840" y="597"/>
                    </a:cubicBezTo>
                    <a:cubicBezTo>
                      <a:pt x="6840" y="597"/>
                      <a:pt x="6840" y="596"/>
                      <a:pt x="6838" y="596"/>
                    </a:cubicBezTo>
                    <a:cubicBezTo>
                      <a:pt x="6832" y="585"/>
                      <a:pt x="6826" y="572"/>
                      <a:pt x="6817" y="562"/>
                    </a:cubicBezTo>
                    <a:cubicBezTo>
                      <a:pt x="6816" y="561"/>
                      <a:pt x="6815" y="559"/>
                      <a:pt x="6814" y="557"/>
                    </a:cubicBezTo>
                    <a:cubicBezTo>
                      <a:pt x="6806" y="547"/>
                      <a:pt x="6799" y="535"/>
                      <a:pt x="6791" y="526"/>
                    </a:cubicBezTo>
                    <a:lnTo>
                      <a:pt x="6790" y="525"/>
                    </a:lnTo>
                    <a:cubicBezTo>
                      <a:pt x="6781" y="515"/>
                      <a:pt x="6773" y="505"/>
                      <a:pt x="6764" y="497"/>
                    </a:cubicBezTo>
                    <a:lnTo>
                      <a:pt x="6761" y="494"/>
                    </a:lnTo>
                    <a:cubicBezTo>
                      <a:pt x="6752" y="485"/>
                      <a:pt x="6742" y="476"/>
                      <a:pt x="6732" y="467"/>
                    </a:cubicBezTo>
                    <a:cubicBezTo>
                      <a:pt x="6730" y="466"/>
                      <a:pt x="6729" y="464"/>
                      <a:pt x="6728" y="464"/>
                    </a:cubicBezTo>
                    <a:cubicBezTo>
                      <a:pt x="6706" y="448"/>
                      <a:pt x="6683" y="431"/>
                      <a:pt x="6657" y="418"/>
                    </a:cubicBezTo>
                    <a:cubicBezTo>
                      <a:pt x="6656" y="418"/>
                      <a:pt x="6656" y="417"/>
                      <a:pt x="6655" y="417"/>
                    </a:cubicBezTo>
                    <a:cubicBezTo>
                      <a:pt x="6642" y="410"/>
                      <a:pt x="6631" y="404"/>
                      <a:pt x="6618" y="399"/>
                    </a:cubicBezTo>
                    <a:cubicBezTo>
                      <a:pt x="6616" y="399"/>
                      <a:pt x="6615" y="397"/>
                      <a:pt x="6614" y="397"/>
                    </a:cubicBezTo>
                    <a:cubicBezTo>
                      <a:pt x="6601" y="392"/>
                      <a:pt x="6587" y="387"/>
                      <a:pt x="6573" y="384"/>
                    </a:cubicBezTo>
                    <a:cubicBezTo>
                      <a:pt x="6533" y="372"/>
                      <a:pt x="6493" y="366"/>
                      <a:pt x="6454" y="366"/>
                    </a:cubicBezTo>
                    <a:cubicBezTo>
                      <a:pt x="6318" y="366"/>
                      <a:pt x="6187" y="431"/>
                      <a:pt x="6103" y="538"/>
                    </a:cubicBezTo>
                    <a:cubicBezTo>
                      <a:pt x="6074" y="573"/>
                      <a:pt x="6052" y="614"/>
                      <a:pt x="6036" y="659"/>
                    </a:cubicBezTo>
                    <a:cubicBezTo>
                      <a:pt x="6035" y="662"/>
                      <a:pt x="6035" y="663"/>
                      <a:pt x="6035" y="665"/>
                    </a:cubicBezTo>
                    <a:cubicBezTo>
                      <a:pt x="6032" y="675"/>
                      <a:pt x="6030" y="682"/>
                      <a:pt x="6027" y="691"/>
                    </a:cubicBezTo>
                    <a:cubicBezTo>
                      <a:pt x="6026" y="695"/>
                      <a:pt x="6025" y="699"/>
                      <a:pt x="6025" y="702"/>
                    </a:cubicBezTo>
                    <a:cubicBezTo>
                      <a:pt x="6023" y="711"/>
                      <a:pt x="6021" y="719"/>
                      <a:pt x="6020" y="726"/>
                    </a:cubicBezTo>
                    <a:cubicBezTo>
                      <a:pt x="6020" y="730"/>
                      <a:pt x="6018" y="732"/>
                      <a:pt x="6018" y="737"/>
                    </a:cubicBezTo>
                    <a:cubicBezTo>
                      <a:pt x="6017" y="747"/>
                      <a:pt x="6016" y="758"/>
                      <a:pt x="6014" y="769"/>
                    </a:cubicBezTo>
                    <a:lnTo>
                      <a:pt x="6014" y="775"/>
                    </a:lnTo>
                    <a:cubicBezTo>
                      <a:pt x="6014" y="784"/>
                      <a:pt x="6012" y="793"/>
                      <a:pt x="6012" y="803"/>
                    </a:cubicBezTo>
                    <a:lnTo>
                      <a:pt x="6012" y="811"/>
                    </a:lnTo>
                    <a:cubicBezTo>
                      <a:pt x="6012" y="820"/>
                      <a:pt x="6012" y="829"/>
                      <a:pt x="6014" y="839"/>
                    </a:cubicBezTo>
                    <a:lnTo>
                      <a:pt x="6014" y="844"/>
                    </a:lnTo>
                    <a:cubicBezTo>
                      <a:pt x="6016" y="854"/>
                      <a:pt x="6017" y="866"/>
                      <a:pt x="6018" y="876"/>
                    </a:cubicBezTo>
                    <a:cubicBezTo>
                      <a:pt x="6018" y="878"/>
                      <a:pt x="6020" y="882"/>
                      <a:pt x="6020" y="885"/>
                    </a:cubicBezTo>
                    <a:cubicBezTo>
                      <a:pt x="6021" y="892"/>
                      <a:pt x="6022" y="901"/>
                      <a:pt x="6025" y="908"/>
                    </a:cubicBezTo>
                    <a:cubicBezTo>
                      <a:pt x="6026" y="912"/>
                      <a:pt x="6026" y="916"/>
                      <a:pt x="6027" y="918"/>
                    </a:cubicBezTo>
                    <a:cubicBezTo>
                      <a:pt x="6030" y="926"/>
                      <a:pt x="6032" y="934"/>
                      <a:pt x="6035" y="943"/>
                    </a:cubicBezTo>
                    <a:cubicBezTo>
                      <a:pt x="6036" y="948"/>
                      <a:pt x="6038" y="953"/>
                      <a:pt x="6040" y="958"/>
                    </a:cubicBezTo>
                    <a:cubicBezTo>
                      <a:pt x="6042" y="965"/>
                      <a:pt x="6043" y="970"/>
                      <a:pt x="6046" y="976"/>
                    </a:cubicBezTo>
                    <a:lnTo>
                      <a:pt x="6054" y="991"/>
                    </a:lnTo>
                    <a:cubicBezTo>
                      <a:pt x="6056" y="996"/>
                      <a:pt x="6058" y="999"/>
                      <a:pt x="6059" y="1002"/>
                    </a:cubicBezTo>
                    <a:cubicBezTo>
                      <a:pt x="6093" y="1071"/>
                      <a:pt x="6145" y="1130"/>
                      <a:pt x="6211" y="1172"/>
                    </a:cubicBezTo>
                    <a:cubicBezTo>
                      <a:pt x="6270" y="1212"/>
                      <a:pt x="6295" y="1288"/>
                      <a:pt x="6274" y="1357"/>
                    </a:cubicBezTo>
                    <a:lnTo>
                      <a:pt x="6146" y="1754"/>
                    </a:lnTo>
                    <a:cubicBezTo>
                      <a:pt x="6135" y="1788"/>
                      <a:pt x="6141" y="1825"/>
                      <a:pt x="6166" y="1851"/>
                    </a:cubicBezTo>
                    <a:lnTo>
                      <a:pt x="5752" y="2178"/>
                    </a:lnTo>
                    <a:lnTo>
                      <a:pt x="5752" y="594"/>
                    </a:lnTo>
                    <a:cubicBezTo>
                      <a:pt x="5752" y="393"/>
                      <a:pt x="5589" y="231"/>
                      <a:pt x="5388" y="231"/>
                    </a:cubicBezTo>
                    <a:lnTo>
                      <a:pt x="3479" y="231"/>
                    </a:lnTo>
                    <a:cubicBezTo>
                      <a:pt x="3438" y="98"/>
                      <a:pt x="3313" y="1"/>
                      <a:pt x="3166" y="1"/>
                    </a:cubicBezTo>
                    <a:lnTo>
                      <a:pt x="3001" y="1"/>
                    </a:lnTo>
                    <a:cubicBezTo>
                      <a:pt x="2853" y="1"/>
                      <a:pt x="2730" y="98"/>
                      <a:pt x="2687" y="231"/>
                    </a:cubicBezTo>
                    <a:lnTo>
                      <a:pt x="2431" y="231"/>
                    </a:lnTo>
                    <a:cubicBezTo>
                      <a:pt x="2390" y="98"/>
                      <a:pt x="2265" y="1"/>
                      <a:pt x="2119"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7"/>
              <p:cNvSpPr/>
              <p:nvPr/>
            </p:nvSpPr>
            <p:spPr>
              <a:xfrm>
                <a:off x="-4138220" y="4418727"/>
                <a:ext cx="84971" cy="67387"/>
              </a:xfrm>
              <a:custGeom>
                <a:rect b="b" l="l" r="r" t="t"/>
                <a:pathLst>
                  <a:path extrusionOk="0" fill="none" h="663" w="836">
                    <a:moveTo>
                      <a:pt x="836" y="1"/>
                    </a:moveTo>
                    <a:cubicBezTo>
                      <a:pt x="836" y="1"/>
                      <a:pt x="705" y="389"/>
                      <a:pt x="0" y="662"/>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7"/>
              <p:cNvSpPr/>
              <p:nvPr/>
            </p:nvSpPr>
            <p:spPr>
              <a:xfrm>
                <a:off x="-4079473" y="4272771"/>
                <a:ext cx="99302" cy="153680"/>
              </a:xfrm>
              <a:custGeom>
                <a:rect b="b" l="l" r="r" t="t"/>
                <a:pathLst>
                  <a:path extrusionOk="0" h="1512" w="977">
                    <a:moveTo>
                      <a:pt x="486" y="0"/>
                    </a:moveTo>
                    <a:cubicBezTo>
                      <a:pt x="305" y="0"/>
                      <a:pt x="132" y="115"/>
                      <a:pt x="69" y="292"/>
                    </a:cubicBezTo>
                    <a:cubicBezTo>
                      <a:pt x="1" y="488"/>
                      <a:pt x="78" y="697"/>
                      <a:pt x="242" y="805"/>
                    </a:cubicBezTo>
                    <a:cubicBezTo>
                      <a:pt x="302" y="845"/>
                      <a:pt x="327" y="921"/>
                      <a:pt x="305" y="990"/>
                    </a:cubicBezTo>
                    <a:lnTo>
                      <a:pt x="177" y="1387"/>
                    </a:lnTo>
                    <a:cubicBezTo>
                      <a:pt x="165" y="1427"/>
                      <a:pt x="176" y="1473"/>
                      <a:pt x="211" y="1495"/>
                    </a:cubicBezTo>
                    <a:cubicBezTo>
                      <a:pt x="227" y="1506"/>
                      <a:pt x="245" y="1512"/>
                      <a:pt x="263" y="1512"/>
                    </a:cubicBezTo>
                    <a:cubicBezTo>
                      <a:pt x="287" y="1512"/>
                      <a:pt x="311" y="1502"/>
                      <a:pt x="327" y="1485"/>
                    </a:cubicBezTo>
                    <a:cubicBezTo>
                      <a:pt x="439" y="1375"/>
                      <a:pt x="751" y="1032"/>
                      <a:pt x="900" y="573"/>
                    </a:cubicBezTo>
                    <a:cubicBezTo>
                      <a:pt x="976" y="339"/>
                      <a:pt x="843" y="87"/>
                      <a:pt x="606" y="18"/>
                    </a:cubicBezTo>
                    <a:cubicBezTo>
                      <a:pt x="566" y="6"/>
                      <a:pt x="526" y="0"/>
                      <a:pt x="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7"/>
              <p:cNvSpPr/>
              <p:nvPr/>
            </p:nvSpPr>
            <p:spPr>
              <a:xfrm>
                <a:off x="-4077745" y="4272872"/>
                <a:ext cx="89646" cy="70741"/>
              </a:xfrm>
              <a:custGeom>
                <a:rect b="b" l="l" r="r" t="t"/>
                <a:pathLst>
                  <a:path extrusionOk="0" h="696" w="882">
                    <a:moveTo>
                      <a:pt x="467" y="0"/>
                    </a:moveTo>
                    <a:cubicBezTo>
                      <a:pt x="286" y="0"/>
                      <a:pt x="114" y="115"/>
                      <a:pt x="51" y="292"/>
                    </a:cubicBezTo>
                    <a:cubicBezTo>
                      <a:pt x="0" y="435"/>
                      <a:pt x="27" y="584"/>
                      <a:pt x="110" y="696"/>
                    </a:cubicBezTo>
                    <a:cubicBezTo>
                      <a:pt x="81" y="607"/>
                      <a:pt x="79" y="507"/>
                      <a:pt x="113" y="411"/>
                    </a:cubicBezTo>
                    <a:cubicBezTo>
                      <a:pt x="175" y="234"/>
                      <a:pt x="348" y="119"/>
                      <a:pt x="528" y="119"/>
                    </a:cubicBezTo>
                    <a:cubicBezTo>
                      <a:pt x="568" y="119"/>
                      <a:pt x="609" y="124"/>
                      <a:pt x="649" y="136"/>
                    </a:cubicBezTo>
                    <a:cubicBezTo>
                      <a:pt x="747" y="166"/>
                      <a:pt x="826" y="225"/>
                      <a:pt x="882" y="301"/>
                    </a:cubicBezTo>
                    <a:cubicBezTo>
                      <a:pt x="837" y="169"/>
                      <a:pt x="732" y="60"/>
                      <a:pt x="588" y="18"/>
                    </a:cubicBezTo>
                    <a:cubicBezTo>
                      <a:pt x="548" y="6"/>
                      <a:pt x="507" y="0"/>
                      <a:pt x="4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7"/>
              <p:cNvSpPr/>
              <p:nvPr/>
            </p:nvSpPr>
            <p:spPr>
              <a:xfrm>
                <a:off x="-4138220" y="4506139"/>
                <a:ext cx="102453" cy="64135"/>
              </a:xfrm>
              <a:custGeom>
                <a:rect b="b" l="l" r="r" t="t"/>
                <a:pathLst>
                  <a:path extrusionOk="0" fill="none" h="631" w="1008">
                    <a:moveTo>
                      <a:pt x="1007" y="0"/>
                    </a:moveTo>
                    <a:cubicBezTo>
                      <a:pt x="1007" y="0"/>
                      <a:pt x="656" y="74"/>
                      <a:pt x="0" y="631"/>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7"/>
              <p:cNvSpPr/>
              <p:nvPr/>
            </p:nvSpPr>
            <p:spPr>
              <a:xfrm>
                <a:off x="-4044712" y="4393012"/>
                <a:ext cx="137316" cy="121866"/>
              </a:xfrm>
              <a:custGeom>
                <a:rect b="b" l="l" r="r" t="t"/>
                <a:pathLst>
                  <a:path extrusionOk="0" h="1199" w="1351">
                    <a:moveTo>
                      <a:pt x="849" y="0"/>
                    </a:moveTo>
                    <a:cubicBezTo>
                      <a:pt x="763" y="0"/>
                      <a:pt x="675" y="26"/>
                      <a:pt x="601" y="78"/>
                    </a:cubicBezTo>
                    <a:cubicBezTo>
                      <a:pt x="430" y="197"/>
                      <a:pt x="371" y="412"/>
                      <a:pt x="442" y="595"/>
                    </a:cubicBezTo>
                    <a:cubicBezTo>
                      <a:pt x="468" y="662"/>
                      <a:pt x="444" y="739"/>
                      <a:pt x="387" y="782"/>
                    </a:cubicBezTo>
                    <a:lnTo>
                      <a:pt x="51" y="1031"/>
                    </a:lnTo>
                    <a:cubicBezTo>
                      <a:pt x="18" y="1055"/>
                      <a:pt x="1" y="1100"/>
                      <a:pt x="15" y="1138"/>
                    </a:cubicBezTo>
                    <a:cubicBezTo>
                      <a:pt x="29" y="1176"/>
                      <a:pt x="64" y="1199"/>
                      <a:pt x="102" y="1199"/>
                    </a:cubicBezTo>
                    <a:cubicBezTo>
                      <a:pt x="107" y="1199"/>
                      <a:pt x="112" y="1199"/>
                      <a:pt x="116" y="1198"/>
                    </a:cubicBezTo>
                    <a:cubicBezTo>
                      <a:pt x="271" y="1172"/>
                      <a:pt x="725" y="1077"/>
                      <a:pt x="1113" y="790"/>
                    </a:cubicBezTo>
                    <a:cubicBezTo>
                      <a:pt x="1311" y="644"/>
                      <a:pt x="1350" y="361"/>
                      <a:pt x="1197" y="167"/>
                    </a:cubicBezTo>
                    <a:cubicBezTo>
                      <a:pt x="1112" y="58"/>
                      <a:pt x="981" y="0"/>
                      <a:pt x="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7"/>
              <p:cNvSpPr/>
              <p:nvPr/>
            </p:nvSpPr>
            <p:spPr>
              <a:xfrm>
                <a:off x="-4002837" y="4393012"/>
                <a:ext cx="91476" cy="57935"/>
              </a:xfrm>
              <a:custGeom>
                <a:rect b="b" l="l" r="r" t="t"/>
                <a:pathLst>
                  <a:path extrusionOk="0" h="570" w="900">
                    <a:moveTo>
                      <a:pt x="437" y="0"/>
                    </a:moveTo>
                    <a:cubicBezTo>
                      <a:pt x="350" y="0"/>
                      <a:pt x="263" y="25"/>
                      <a:pt x="189" y="77"/>
                    </a:cubicBezTo>
                    <a:cubicBezTo>
                      <a:pt x="66" y="164"/>
                      <a:pt x="0" y="301"/>
                      <a:pt x="1" y="440"/>
                    </a:cubicBezTo>
                    <a:cubicBezTo>
                      <a:pt x="29" y="350"/>
                      <a:pt x="86" y="269"/>
                      <a:pt x="170" y="210"/>
                    </a:cubicBezTo>
                    <a:cubicBezTo>
                      <a:pt x="244" y="158"/>
                      <a:pt x="331" y="133"/>
                      <a:pt x="418" y="133"/>
                    </a:cubicBezTo>
                    <a:cubicBezTo>
                      <a:pt x="549" y="133"/>
                      <a:pt x="680" y="191"/>
                      <a:pt x="764" y="299"/>
                    </a:cubicBezTo>
                    <a:cubicBezTo>
                      <a:pt x="827" y="380"/>
                      <a:pt x="858" y="474"/>
                      <a:pt x="858" y="569"/>
                    </a:cubicBezTo>
                    <a:cubicBezTo>
                      <a:pt x="899" y="436"/>
                      <a:pt x="878" y="286"/>
                      <a:pt x="785" y="167"/>
                    </a:cubicBezTo>
                    <a:cubicBezTo>
                      <a:pt x="700" y="58"/>
                      <a:pt x="569" y="0"/>
                      <a:pt x="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7"/>
              <p:cNvSpPr/>
              <p:nvPr/>
            </p:nvSpPr>
            <p:spPr>
              <a:xfrm>
                <a:off x="-4124804" y="4595583"/>
                <a:ext cx="46856" cy="83650"/>
              </a:xfrm>
              <a:custGeom>
                <a:rect b="b" l="l" r="r" t="t"/>
                <a:pathLst>
                  <a:path extrusionOk="0" h="823" w="461">
                    <a:moveTo>
                      <a:pt x="0" y="1"/>
                    </a:moveTo>
                    <a:lnTo>
                      <a:pt x="0" y="822"/>
                    </a:lnTo>
                    <a:lnTo>
                      <a:pt x="132" y="822"/>
                    </a:lnTo>
                    <a:cubicBezTo>
                      <a:pt x="313" y="822"/>
                      <a:pt x="460" y="676"/>
                      <a:pt x="460" y="495"/>
                    </a:cubicBezTo>
                    <a:lnTo>
                      <a:pt x="460" y="329"/>
                    </a:lnTo>
                    <a:cubicBezTo>
                      <a:pt x="460" y="147"/>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7"/>
              <p:cNvSpPr/>
              <p:nvPr/>
            </p:nvSpPr>
            <p:spPr>
              <a:xfrm>
                <a:off x="-4520891" y="4235468"/>
                <a:ext cx="83650" cy="46754"/>
              </a:xfrm>
              <a:custGeom>
                <a:rect b="b" l="l" r="r" t="t"/>
                <a:pathLst>
                  <a:path extrusionOk="0" h="460" w="823">
                    <a:moveTo>
                      <a:pt x="328" y="1"/>
                    </a:moveTo>
                    <a:cubicBezTo>
                      <a:pt x="147" y="1"/>
                      <a:pt x="0" y="148"/>
                      <a:pt x="0" y="328"/>
                    </a:cubicBezTo>
                    <a:lnTo>
                      <a:pt x="0" y="460"/>
                    </a:lnTo>
                    <a:lnTo>
                      <a:pt x="823" y="460"/>
                    </a:lnTo>
                    <a:lnTo>
                      <a:pt x="823" y="329"/>
                    </a:lnTo>
                    <a:cubicBezTo>
                      <a:pt x="823" y="148"/>
                      <a:pt x="675" y="1"/>
                      <a:pt x="495" y="1"/>
                    </a:cubicBezTo>
                    <a:lnTo>
                      <a:pt x="330" y="1"/>
                    </a:lnTo>
                    <a:cubicBezTo>
                      <a:pt x="329" y="1"/>
                      <a:pt x="328"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7"/>
              <p:cNvSpPr/>
              <p:nvPr/>
            </p:nvSpPr>
            <p:spPr>
              <a:xfrm>
                <a:off x="-4414577" y="4235468"/>
                <a:ext cx="83650" cy="46754"/>
              </a:xfrm>
              <a:custGeom>
                <a:rect b="b" l="l" r="r" t="t"/>
                <a:pathLst>
                  <a:path extrusionOk="0" h="460" w="823">
                    <a:moveTo>
                      <a:pt x="328" y="1"/>
                    </a:moveTo>
                    <a:cubicBezTo>
                      <a:pt x="147" y="1"/>
                      <a:pt x="1" y="148"/>
                      <a:pt x="1" y="328"/>
                    </a:cubicBezTo>
                    <a:lnTo>
                      <a:pt x="1" y="460"/>
                    </a:lnTo>
                    <a:lnTo>
                      <a:pt x="822" y="460"/>
                    </a:lnTo>
                    <a:lnTo>
                      <a:pt x="822" y="329"/>
                    </a:lnTo>
                    <a:cubicBezTo>
                      <a:pt x="822" y="148"/>
                      <a:pt x="676" y="1"/>
                      <a:pt x="495" y="1"/>
                    </a:cubicBezTo>
                    <a:lnTo>
                      <a:pt x="330" y="1"/>
                    </a:lnTo>
                    <a:cubicBezTo>
                      <a:pt x="329" y="1"/>
                      <a:pt x="329"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7"/>
              <p:cNvSpPr/>
              <p:nvPr/>
            </p:nvSpPr>
            <p:spPr>
              <a:xfrm>
                <a:off x="-4124804" y="4704644"/>
                <a:ext cx="46856" cy="83650"/>
              </a:xfrm>
              <a:custGeom>
                <a:rect b="b" l="l" r="r" t="t"/>
                <a:pathLst>
                  <a:path extrusionOk="0" h="823" w="461">
                    <a:moveTo>
                      <a:pt x="0" y="1"/>
                    </a:moveTo>
                    <a:lnTo>
                      <a:pt x="0" y="822"/>
                    </a:lnTo>
                    <a:lnTo>
                      <a:pt x="132" y="822"/>
                    </a:lnTo>
                    <a:cubicBezTo>
                      <a:pt x="313" y="822"/>
                      <a:pt x="460" y="676"/>
                      <a:pt x="460" y="495"/>
                    </a:cubicBezTo>
                    <a:lnTo>
                      <a:pt x="460" y="330"/>
                    </a:lnTo>
                    <a:cubicBezTo>
                      <a:pt x="460" y="146"/>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7"/>
              <p:cNvSpPr/>
              <p:nvPr/>
            </p:nvSpPr>
            <p:spPr>
              <a:xfrm>
                <a:off x="-4685648" y="4792055"/>
                <a:ext cx="156831" cy="156932"/>
              </a:xfrm>
              <a:custGeom>
                <a:rect b="b" l="l" r="r" t="t"/>
                <a:pathLst>
                  <a:path extrusionOk="0" h="1544" w="1543">
                    <a:moveTo>
                      <a:pt x="772" y="124"/>
                    </a:moveTo>
                    <a:cubicBezTo>
                      <a:pt x="1129" y="124"/>
                      <a:pt x="1419" y="415"/>
                      <a:pt x="1419" y="772"/>
                    </a:cubicBezTo>
                    <a:cubicBezTo>
                      <a:pt x="1419" y="1130"/>
                      <a:pt x="1129" y="1420"/>
                      <a:pt x="772" y="1420"/>
                    </a:cubicBezTo>
                    <a:cubicBezTo>
                      <a:pt x="414" y="1420"/>
                      <a:pt x="124" y="1130"/>
                      <a:pt x="124" y="772"/>
                    </a:cubicBezTo>
                    <a:cubicBezTo>
                      <a:pt x="124" y="415"/>
                      <a:pt x="414" y="124"/>
                      <a:pt x="772" y="124"/>
                    </a:cubicBezTo>
                    <a:close/>
                    <a:moveTo>
                      <a:pt x="772" y="1"/>
                    </a:moveTo>
                    <a:cubicBezTo>
                      <a:pt x="346" y="1"/>
                      <a:pt x="0" y="346"/>
                      <a:pt x="0" y="772"/>
                    </a:cubicBezTo>
                    <a:cubicBezTo>
                      <a:pt x="0" y="1198"/>
                      <a:pt x="346" y="1543"/>
                      <a:pt x="772" y="1543"/>
                    </a:cubicBezTo>
                    <a:cubicBezTo>
                      <a:pt x="1196" y="1543"/>
                      <a:pt x="1543" y="1199"/>
                      <a:pt x="1543" y="772"/>
                    </a:cubicBezTo>
                    <a:cubicBezTo>
                      <a:pt x="1543" y="346"/>
                      <a:pt x="1197" y="1"/>
                      <a:pt x="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7"/>
              <p:cNvSpPr/>
              <p:nvPr/>
            </p:nvSpPr>
            <p:spPr>
              <a:xfrm>
                <a:off x="-4607284" y="4258846"/>
                <a:ext cx="505964" cy="729267"/>
              </a:xfrm>
              <a:custGeom>
                <a:rect b="b" l="l" r="r" t="t"/>
                <a:pathLst>
                  <a:path extrusionOk="0" h="7175" w="4978">
                    <a:moveTo>
                      <a:pt x="4616" y="1"/>
                    </a:moveTo>
                    <a:cubicBezTo>
                      <a:pt x="4615" y="1"/>
                      <a:pt x="4615" y="1"/>
                      <a:pt x="4614" y="1"/>
                    </a:cubicBezTo>
                    <a:lnTo>
                      <a:pt x="364" y="1"/>
                    </a:lnTo>
                    <a:cubicBezTo>
                      <a:pt x="163" y="1"/>
                      <a:pt x="1" y="163"/>
                      <a:pt x="1" y="364"/>
                    </a:cubicBezTo>
                    <a:lnTo>
                      <a:pt x="1" y="6861"/>
                    </a:lnTo>
                    <a:cubicBezTo>
                      <a:pt x="1" y="7034"/>
                      <a:pt x="141" y="7174"/>
                      <a:pt x="314" y="7174"/>
                    </a:cubicBezTo>
                    <a:lnTo>
                      <a:pt x="4664" y="7174"/>
                    </a:lnTo>
                    <a:cubicBezTo>
                      <a:pt x="4837" y="7174"/>
                      <a:pt x="4977" y="7034"/>
                      <a:pt x="4977" y="6861"/>
                    </a:cubicBezTo>
                    <a:lnTo>
                      <a:pt x="4977" y="363"/>
                    </a:lnTo>
                    <a:cubicBezTo>
                      <a:pt x="4977" y="164"/>
                      <a:pt x="4814" y="1"/>
                      <a:pt x="4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7"/>
              <p:cNvSpPr/>
              <p:nvPr/>
            </p:nvSpPr>
            <p:spPr>
              <a:xfrm>
                <a:off x="-4607386" y="4312614"/>
                <a:ext cx="506066" cy="17787"/>
              </a:xfrm>
              <a:custGeom>
                <a:rect b="b" l="l" r="r" t="t"/>
                <a:pathLst>
                  <a:path extrusionOk="0" h="175" w="4979">
                    <a:moveTo>
                      <a:pt x="1" y="0"/>
                    </a:moveTo>
                    <a:lnTo>
                      <a:pt x="1" y="175"/>
                    </a:lnTo>
                    <a:lnTo>
                      <a:pt x="4978" y="175"/>
                    </a:lnTo>
                    <a:lnTo>
                      <a:pt x="49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7"/>
              <p:cNvSpPr/>
              <p:nvPr/>
            </p:nvSpPr>
            <p:spPr>
              <a:xfrm>
                <a:off x="-4119823" y="4574645"/>
                <a:ext cx="18498" cy="234280"/>
              </a:xfrm>
              <a:custGeom>
                <a:rect b="b" l="l" r="r" t="t"/>
                <a:pathLst>
                  <a:path extrusionOk="0" h="2305" w="182">
                    <a:moveTo>
                      <a:pt x="181" y="0"/>
                    </a:moveTo>
                    <a:cubicBezTo>
                      <a:pt x="79" y="12"/>
                      <a:pt x="1" y="98"/>
                      <a:pt x="1" y="203"/>
                    </a:cubicBezTo>
                    <a:lnTo>
                      <a:pt x="1" y="2101"/>
                    </a:lnTo>
                    <a:cubicBezTo>
                      <a:pt x="1" y="2206"/>
                      <a:pt x="79" y="2293"/>
                      <a:pt x="181" y="2305"/>
                    </a:cubicBezTo>
                    <a:lnTo>
                      <a:pt x="1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7"/>
              <p:cNvSpPr/>
              <p:nvPr/>
            </p:nvSpPr>
            <p:spPr>
              <a:xfrm>
                <a:off x="-4607386" y="4364959"/>
                <a:ext cx="436239" cy="562171"/>
              </a:xfrm>
              <a:custGeom>
                <a:rect b="b" l="l" r="r" t="t"/>
                <a:pathLst>
                  <a:path extrusionOk="0" h="5531" w="4292">
                    <a:moveTo>
                      <a:pt x="1" y="0"/>
                    </a:moveTo>
                    <a:lnTo>
                      <a:pt x="1" y="5531"/>
                    </a:lnTo>
                    <a:lnTo>
                      <a:pt x="3911" y="5531"/>
                    </a:lnTo>
                    <a:cubicBezTo>
                      <a:pt x="4122" y="5531"/>
                      <a:pt x="4292" y="5360"/>
                      <a:pt x="4292" y="5150"/>
                    </a:cubicBezTo>
                    <a:lnTo>
                      <a:pt x="4292" y="381"/>
                    </a:lnTo>
                    <a:cubicBezTo>
                      <a:pt x="4292" y="170"/>
                      <a:pt x="4121" y="0"/>
                      <a:pt x="39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7"/>
              <p:cNvSpPr/>
              <p:nvPr/>
            </p:nvSpPr>
            <p:spPr>
              <a:xfrm>
                <a:off x="-4484199" y="4421573"/>
                <a:ext cx="189864" cy="449046"/>
              </a:xfrm>
              <a:custGeom>
                <a:rect b="b" l="l" r="r" t="t"/>
                <a:pathLst>
                  <a:path extrusionOk="0" h="4418" w="1868">
                    <a:moveTo>
                      <a:pt x="1571" y="0"/>
                    </a:moveTo>
                    <a:cubicBezTo>
                      <a:pt x="1570" y="0"/>
                      <a:pt x="1570" y="0"/>
                      <a:pt x="1569" y="0"/>
                    </a:cubicBezTo>
                    <a:lnTo>
                      <a:pt x="299" y="0"/>
                    </a:lnTo>
                    <a:cubicBezTo>
                      <a:pt x="134" y="0"/>
                      <a:pt x="0" y="134"/>
                      <a:pt x="0" y="299"/>
                    </a:cubicBezTo>
                    <a:lnTo>
                      <a:pt x="0" y="4119"/>
                    </a:lnTo>
                    <a:cubicBezTo>
                      <a:pt x="0" y="4283"/>
                      <a:pt x="134" y="4417"/>
                      <a:pt x="299" y="4417"/>
                    </a:cubicBezTo>
                    <a:lnTo>
                      <a:pt x="1569" y="4417"/>
                    </a:lnTo>
                    <a:cubicBezTo>
                      <a:pt x="1734" y="4417"/>
                      <a:pt x="1867" y="4284"/>
                      <a:pt x="1867" y="4119"/>
                    </a:cubicBezTo>
                    <a:lnTo>
                      <a:pt x="1867" y="299"/>
                    </a:lnTo>
                    <a:cubicBezTo>
                      <a:pt x="1867" y="134"/>
                      <a:pt x="1735" y="0"/>
                      <a:pt x="1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7"/>
              <p:cNvSpPr/>
              <p:nvPr/>
            </p:nvSpPr>
            <p:spPr>
              <a:xfrm>
                <a:off x="-4409800" y="4518132"/>
                <a:ext cx="41063" cy="255828"/>
              </a:xfrm>
              <a:custGeom>
                <a:rect b="b" l="l" r="r" t="t"/>
                <a:pathLst>
                  <a:path extrusionOk="0" h="2517" w="404">
                    <a:moveTo>
                      <a:pt x="0" y="1"/>
                    </a:moveTo>
                    <a:lnTo>
                      <a:pt x="0" y="2517"/>
                    </a:lnTo>
                    <a:lnTo>
                      <a:pt x="404" y="2517"/>
                    </a:lnTo>
                    <a:lnTo>
                      <a:pt x="40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7"/>
              <p:cNvSpPr/>
              <p:nvPr/>
            </p:nvSpPr>
            <p:spPr>
              <a:xfrm>
                <a:off x="-4484098" y="4421472"/>
                <a:ext cx="189762" cy="204296"/>
              </a:xfrm>
              <a:custGeom>
                <a:rect b="b" l="l" r="r" t="t"/>
                <a:pathLst>
                  <a:path extrusionOk="0" h="2010" w="1867">
                    <a:moveTo>
                      <a:pt x="472" y="0"/>
                    </a:moveTo>
                    <a:cubicBezTo>
                      <a:pt x="272" y="99"/>
                      <a:pt x="107" y="258"/>
                      <a:pt x="1" y="455"/>
                    </a:cubicBezTo>
                    <a:lnTo>
                      <a:pt x="1" y="1450"/>
                    </a:lnTo>
                    <a:cubicBezTo>
                      <a:pt x="178" y="1783"/>
                      <a:pt x="530" y="2010"/>
                      <a:pt x="933" y="2010"/>
                    </a:cubicBezTo>
                    <a:cubicBezTo>
                      <a:pt x="1338" y="2010"/>
                      <a:pt x="1689" y="1783"/>
                      <a:pt x="1866" y="1450"/>
                    </a:cubicBezTo>
                    <a:lnTo>
                      <a:pt x="1866" y="455"/>
                    </a:lnTo>
                    <a:cubicBezTo>
                      <a:pt x="1762" y="258"/>
                      <a:pt x="1596" y="99"/>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7"/>
              <p:cNvSpPr/>
              <p:nvPr/>
            </p:nvSpPr>
            <p:spPr>
              <a:xfrm>
                <a:off x="-4457773" y="4449626"/>
                <a:ext cx="137214" cy="137214"/>
              </a:xfrm>
              <a:custGeom>
                <a:rect b="b" l="l" r="r" t="t"/>
                <a:pathLst>
                  <a:path extrusionOk="0" h="1350" w="1350">
                    <a:moveTo>
                      <a:pt x="674" y="0"/>
                    </a:moveTo>
                    <a:cubicBezTo>
                      <a:pt x="302" y="0"/>
                      <a:pt x="1" y="302"/>
                      <a:pt x="1" y="675"/>
                    </a:cubicBezTo>
                    <a:cubicBezTo>
                      <a:pt x="1" y="1048"/>
                      <a:pt x="302" y="1350"/>
                      <a:pt x="674" y="1350"/>
                    </a:cubicBezTo>
                    <a:cubicBezTo>
                      <a:pt x="1047" y="1350"/>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7"/>
              <p:cNvSpPr/>
              <p:nvPr/>
            </p:nvSpPr>
            <p:spPr>
              <a:xfrm>
                <a:off x="-4484098" y="4666427"/>
                <a:ext cx="189762" cy="204296"/>
              </a:xfrm>
              <a:custGeom>
                <a:rect b="b" l="l" r="r" t="t"/>
                <a:pathLst>
                  <a:path extrusionOk="0" h="2010" w="1867">
                    <a:moveTo>
                      <a:pt x="933" y="0"/>
                    </a:moveTo>
                    <a:cubicBezTo>
                      <a:pt x="530" y="0"/>
                      <a:pt x="179" y="227"/>
                      <a:pt x="1" y="560"/>
                    </a:cubicBezTo>
                    <a:lnTo>
                      <a:pt x="1" y="1555"/>
                    </a:lnTo>
                    <a:cubicBezTo>
                      <a:pt x="106" y="1754"/>
                      <a:pt x="271" y="1911"/>
                      <a:pt x="472" y="2009"/>
                    </a:cubicBezTo>
                    <a:lnTo>
                      <a:pt x="1396" y="2009"/>
                    </a:lnTo>
                    <a:cubicBezTo>
                      <a:pt x="1596" y="1911"/>
                      <a:pt x="1760" y="1751"/>
                      <a:pt x="1866" y="1555"/>
                    </a:cubicBezTo>
                    <a:lnTo>
                      <a:pt x="1866" y="560"/>
                    </a:lnTo>
                    <a:cubicBezTo>
                      <a:pt x="1689" y="227"/>
                      <a:pt x="1338" y="0"/>
                      <a:pt x="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7"/>
              <p:cNvSpPr/>
              <p:nvPr/>
            </p:nvSpPr>
            <p:spPr>
              <a:xfrm>
                <a:off x="-4457773" y="4705355"/>
                <a:ext cx="137214" cy="137112"/>
              </a:xfrm>
              <a:custGeom>
                <a:rect b="b" l="l" r="r" t="t"/>
                <a:pathLst>
                  <a:path extrusionOk="0" h="1349" w="1350">
                    <a:moveTo>
                      <a:pt x="674" y="0"/>
                    </a:moveTo>
                    <a:cubicBezTo>
                      <a:pt x="302" y="0"/>
                      <a:pt x="1" y="302"/>
                      <a:pt x="1" y="675"/>
                    </a:cubicBezTo>
                    <a:cubicBezTo>
                      <a:pt x="1" y="1048"/>
                      <a:pt x="302" y="1349"/>
                      <a:pt x="674" y="1349"/>
                    </a:cubicBezTo>
                    <a:cubicBezTo>
                      <a:pt x="1047" y="1349"/>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7"/>
              <p:cNvSpPr/>
              <p:nvPr/>
            </p:nvSpPr>
            <p:spPr>
              <a:xfrm>
                <a:off x="-4607284" y="4484489"/>
                <a:ext cx="72571" cy="323215"/>
              </a:xfrm>
              <a:custGeom>
                <a:rect b="b" l="l" r="r" t="t"/>
                <a:pathLst>
                  <a:path extrusionOk="0" h="3180" w="714">
                    <a:moveTo>
                      <a:pt x="1" y="1"/>
                    </a:moveTo>
                    <a:lnTo>
                      <a:pt x="1" y="3179"/>
                    </a:lnTo>
                    <a:lnTo>
                      <a:pt x="342" y="3064"/>
                    </a:lnTo>
                    <a:cubicBezTo>
                      <a:pt x="563" y="2987"/>
                      <a:pt x="713" y="2780"/>
                      <a:pt x="713" y="2545"/>
                    </a:cubicBezTo>
                    <a:lnTo>
                      <a:pt x="713" y="635"/>
                    </a:lnTo>
                    <a:cubicBezTo>
                      <a:pt x="713" y="401"/>
                      <a:pt x="563" y="193"/>
                      <a:pt x="342" y="117"/>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7"/>
              <p:cNvSpPr/>
              <p:nvPr/>
            </p:nvSpPr>
            <p:spPr>
              <a:xfrm>
                <a:off x="-4607284" y="4611439"/>
                <a:ext cx="34863" cy="69318"/>
              </a:xfrm>
              <a:custGeom>
                <a:rect b="b" l="l" r="r" t="t"/>
                <a:pathLst>
                  <a:path extrusionOk="0" h="682" w="343">
                    <a:moveTo>
                      <a:pt x="1" y="0"/>
                    </a:moveTo>
                    <a:lnTo>
                      <a:pt x="1" y="682"/>
                    </a:lnTo>
                    <a:cubicBezTo>
                      <a:pt x="189" y="682"/>
                      <a:pt x="342" y="530"/>
                      <a:pt x="343" y="342"/>
                    </a:cubicBezTo>
                    <a:cubicBezTo>
                      <a:pt x="343" y="153"/>
                      <a:pt x="18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7"/>
              <p:cNvSpPr/>
              <p:nvPr/>
            </p:nvSpPr>
            <p:spPr>
              <a:xfrm>
                <a:off x="-4439986" y="4467413"/>
                <a:ext cx="101538" cy="101640"/>
              </a:xfrm>
              <a:custGeom>
                <a:rect b="b" l="l" r="r" t="t"/>
                <a:pathLst>
                  <a:path extrusionOk="0" h="1000" w="999">
                    <a:moveTo>
                      <a:pt x="499" y="0"/>
                    </a:moveTo>
                    <a:cubicBezTo>
                      <a:pt x="224" y="0"/>
                      <a:pt x="1" y="224"/>
                      <a:pt x="1" y="500"/>
                    </a:cubicBezTo>
                    <a:cubicBezTo>
                      <a:pt x="1" y="776"/>
                      <a:pt x="224" y="999"/>
                      <a:pt x="499" y="999"/>
                    </a:cubicBezTo>
                    <a:cubicBezTo>
                      <a:pt x="775" y="999"/>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7"/>
              <p:cNvSpPr/>
              <p:nvPr/>
            </p:nvSpPr>
            <p:spPr>
              <a:xfrm>
                <a:off x="-4439986" y="4723142"/>
                <a:ext cx="101538" cy="101538"/>
              </a:xfrm>
              <a:custGeom>
                <a:rect b="b" l="l" r="r" t="t"/>
                <a:pathLst>
                  <a:path extrusionOk="0" h="999" w="999">
                    <a:moveTo>
                      <a:pt x="499" y="0"/>
                    </a:moveTo>
                    <a:cubicBezTo>
                      <a:pt x="224" y="0"/>
                      <a:pt x="1" y="224"/>
                      <a:pt x="1" y="500"/>
                    </a:cubicBezTo>
                    <a:cubicBezTo>
                      <a:pt x="1" y="776"/>
                      <a:pt x="224" y="998"/>
                      <a:pt x="499" y="998"/>
                    </a:cubicBezTo>
                    <a:cubicBezTo>
                      <a:pt x="775" y="998"/>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7"/>
              <p:cNvSpPr/>
              <p:nvPr/>
            </p:nvSpPr>
            <p:spPr>
              <a:xfrm>
                <a:off x="-4266895" y="4421472"/>
                <a:ext cx="17076" cy="449046"/>
              </a:xfrm>
              <a:custGeom>
                <a:rect b="b" l="l" r="r" t="t"/>
                <a:pathLst>
                  <a:path extrusionOk="0" h="4418" w="168">
                    <a:moveTo>
                      <a:pt x="70" y="0"/>
                    </a:moveTo>
                    <a:cubicBezTo>
                      <a:pt x="31" y="0"/>
                      <a:pt x="1" y="31"/>
                      <a:pt x="1" y="70"/>
                    </a:cubicBezTo>
                    <a:lnTo>
                      <a:pt x="1" y="4347"/>
                    </a:lnTo>
                    <a:cubicBezTo>
                      <a:pt x="1" y="4386"/>
                      <a:pt x="31" y="4417"/>
                      <a:pt x="70" y="4417"/>
                    </a:cubicBezTo>
                    <a:lnTo>
                      <a:pt x="99" y="4417"/>
                    </a:lnTo>
                    <a:cubicBezTo>
                      <a:pt x="137" y="4417"/>
                      <a:pt x="168" y="4386"/>
                      <a:pt x="168" y="4347"/>
                    </a:cubicBezTo>
                    <a:lnTo>
                      <a:pt x="168" y="70"/>
                    </a:lnTo>
                    <a:cubicBezTo>
                      <a:pt x="168" y="32"/>
                      <a:pt x="137" y="0"/>
                      <a:pt x="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7"/>
              <p:cNvSpPr/>
              <p:nvPr/>
            </p:nvSpPr>
            <p:spPr>
              <a:xfrm>
                <a:off x="-4232643" y="4421472"/>
                <a:ext cx="17279" cy="449046"/>
              </a:xfrm>
              <a:custGeom>
                <a:rect b="b" l="l" r="r" t="t"/>
                <a:pathLst>
                  <a:path extrusionOk="0" h="4418" w="170">
                    <a:moveTo>
                      <a:pt x="69" y="0"/>
                    </a:moveTo>
                    <a:cubicBezTo>
                      <a:pt x="31" y="0"/>
                      <a:pt x="0" y="31"/>
                      <a:pt x="0" y="70"/>
                    </a:cubicBezTo>
                    <a:lnTo>
                      <a:pt x="0" y="4347"/>
                    </a:lnTo>
                    <a:cubicBezTo>
                      <a:pt x="0" y="4386"/>
                      <a:pt x="31" y="4417"/>
                      <a:pt x="69" y="4417"/>
                    </a:cubicBezTo>
                    <a:lnTo>
                      <a:pt x="98" y="4417"/>
                    </a:lnTo>
                    <a:cubicBezTo>
                      <a:pt x="136" y="4417"/>
                      <a:pt x="167" y="4386"/>
                      <a:pt x="167" y="4347"/>
                    </a:cubicBezTo>
                    <a:lnTo>
                      <a:pt x="167" y="70"/>
                    </a:lnTo>
                    <a:cubicBezTo>
                      <a:pt x="169" y="32"/>
                      <a:pt x="136" y="0"/>
                      <a:pt x="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66" name="Shape 566"/>
        <p:cNvGrpSpPr/>
        <p:nvPr/>
      </p:nvGrpSpPr>
      <p:grpSpPr>
        <a:xfrm>
          <a:off x="0" y="0"/>
          <a:ext cx="0" cy="0"/>
          <a:chOff x="0" y="0"/>
          <a:chExt cx="0" cy="0"/>
        </a:xfrm>
      </p:grpSpPr>
      <p:sp>
        <p:nvSpPr>
          <p:cNvPr id="567" name="Google Shape;567;p8"/>
          <p:cNvSpPr txBox="1"/>
          <p:nvPr>
            <p:ph type="title"/>
          </p:nvPr>
        </p:nvSpPr>
        <p:spPr>
          <a:xfrm rot="-161920">
            <a:off x="2383273" y="1776475"/>
            <a:ext cx="4377355" cy="1590569"/>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568" name="Google Shape;568;p8"/>
          <p:cNvGrpSpPr/>
          <p:nvPr/>
        </p:nvGrpSpPr>
        <p:grpSpPr>
          <a:xfrm>
            <a:off x="291567" y="-59920"/>
            <a:ext cx="8582062" cy="5087849"/>
            <a:chOff x="291567" y="-59920"/>
            <a:chExt cx="8582062" cy="5087849"/>
          </a:xfrm>
        </p:grpSpPr>
        <p:grpSp>
          <p:nvGrpSpPr>
            <p:cNvPr id="569" name="Google Shape;569;p8"/>
            <p:cNvGrpSpPr/>
            <p:nvPr/>
          </p:nvGrpSpPr>
          <p:grpSpPr>
            <a:xfrm rot="-2315132">
              <a:off x="7646002" y="138802"/>
              <a:ext cx="980410" cy="980298"/>
              <a:chOff x="223041" y="1065269"/>
              <a:chExt cx="980382" cy="980270"/>
            </a:xfrm>
          </p:grpSpPr>
          <p:sp>
            <p:nvSpPr>
              <p:cNvPr id="570" name="Google Shape;570;p8"/>
              <p:cNvSpPr/>
              <p:nvPr/>
            </p:nvSpPr>
            <p:spPr>
              <a:xfrm>
                <a:off x="223041" y="1065269"/>
                <a:ext cx="976822" cy="976272"/>
              </a:xfrm>
              <a:custGeom>
                <a:rect b="b" l="l" r="r" t="t"/>
                <a:pathLst>
                  <a:path extrusionOk="0" h="15262" w="15270">
                    <a:moveTo>
                      <a:pt x="5171" y="1"/>
                    </a:moveTo>
                    <a:cubicBezTo>
                      <a:pt x="2985" y="1"/>
                      <a:pt x="1116" y="1356"/>
                      <a:pt x="360" y="3270"/>
                    </a:cubicBezTo>
                    <a:lnTo>
                      <a:pt x="360" y="3273"/>
                    </a:lnTo>
                    <a:cubicBezTo>
                      <a:pt x="314" y="3387"/>
                      <a:pt x="271" y="3506"/>
                      <a:pt x="238" y="3626"/>
                    </a:cubicBezTo>
                    <a:cubicBezTo>
                      <a:pt x="106" y="4038"/>
                      <a:pt x="28" y="4477"/>
                      <a:pt x="6" y="4929"/>
                    </a:cubicBezTo>
                    <a:lnTo>
                      <a:pt x="0" y="4929"/>
                    </a:lnTo>
                    <a:lnTo>
                      <a:pt x="0" y="5197"/>
                    </a:lnTo>
                    <a:lnTo>
                      <a:pt x="0" y="5937"/>
                    </a:lnTo>
                    <a:lnTo>
                      <a:pt x="0" y="7415"/>
                    </a:lnTo>
                    <a:lnTo>
                      <a:pt x="0" y="8155"/>
                    </a:lnTo>
                    <a:lnTo>
                      <a:pt x="0" y="9636"/>
                    </a:lnTo>
                    <a:lnTo>
                      <a:pt x="0" y="10377"/>
                    </a:lnTo>
                    <a:lnTo>
                      <a:pt x="0" y="11855"/>
                    </a:lnTo>
                    <a:lnTo>
                      <a:pt x="0" y="12596"/>
                    </a:lnTo>
                    <a:lnTo>
                      <a:pt x="0" y="14076"/>
                    </a:lnTo>
                    <a:lnTo>
                      <a:pt x="0" y="14817"/>
                    </a:lnTo>
                    <a:lnTo>
                      <a:pt x="0" y="15262"/>
                    </a:lnTo>
                    <a:lnTo>
                      <a:pt x="10337" y="15262"/>
                    </a:lnTo>
                    <a:lnTo>
                      <a:pt x="10337" y="15256"/>
                    </a:lnTo>
                    <a:cubicBezTo>
                      <a:pt x="11011" y="15225"/>
                      <a:pt x="11648" y="15065"/>
                      <a:pt x="12230" y="14800"/>
                    </a:cubicBezTo>
                    <a:lnTo>
                      <a:pt x="12234" y="14800"/>
                    </a:lnTo>
                    <a:lnTo>
                      <a:pt x="12675" y="14575"/>
                    </a:lnTo>
                    <a:cubicBezTo>
                      <a:pt x="13102" y="14330"/>
                      <a:pt x="13494" y="14022"/>
                      <a:pt x="13831" y="13669"/>
                    </a:cubicBezTo>
                    <a:cubicBezTo>
                      <a:pt x="13865" y="13635"/>
                      <a:pt x="13898" y="13598"/>
                      <a:pt x="13929" y="13562"/>
                    </a:cubicBezTo>
                    <a:cubicBezTo>
                      <a:pt x="14092" y="13383"/>
                      <a:pt x="14241" y="13196"/>
                      <a:pt x="14372" y="12996"/>
                    </a:cubicBezTo>
                    <a:cubicBezTo>
                      <a:pt x="14940" y="12170"/>
                      <a:pt x="15270" y="11172"/>
                      <a:pt x="15270" y="10091"/>
                    </a:cubicBezTo>
                    <a:cubicBezTo>
                      <a:pt x="15270" y="8949"/>
                      <a:pt x="14901" y="7893"/>
                      <a:pt x="14272" y="7040"/>
                    </a:cubicBezTo>
                    <a:cubicBezTo>
                      <a:pt x="14149" y="6868"/>
                      <a:pt x="14014" y="6709"/>
                      <a:pt x="13869" y="6555"/>
                    </a:cubicBezTo>
                    <a:cubicBezTo>
                      <a:pt x="13525" y="6193"/>
                      <a:pt x="13131" y="5875"/>
                      <a:pt x="12695" y="5621"/>
                    </a:cubicBezTo>
                    <a:cubicBezTo>
                      <a:pt x="12493" y="5503"/>
                      <a:pt x="12280" y="5399"/>
                      <a:pt x="12061" y="5310"/>
                    </a:cubicBezTo>
                    <a:cubicBezTo>
                      <a:pt x="11524" y="5088"/>
                      <a:pt x="10944" y="4956"/>
                      <a:pt x="10332" y="4931"/>
                    </a:cubicBezTo>
                    <a:cubicBezTo>
                      <a:pt x="10327" y="4878"/>
                      <a:pt x="10325" y="4820"/>
                      <a:pt x="10319" y="4761"/>
                    </a:cubicBezTo>
                    <a:cubicBezTo>
                      <a:pt x="10304" y="4537"/>
                      <a:pt x="10270" y="4319"/>
                      <a:pt x="10223" y="4104"/>
                    </a:cubicBezTo>
                    <a:cubicBezTo>
                      <a:pt x="10008" y="3066"/>
                      <a:pt x="9479" y="2143"/>
                      <a:pt x="8745" y="1438"/>
                    </a:cubicBezTo>
                    <a:cubicBezTo>
                      <a:pt x="8683" y="1380"/>
                      <a:pt x="8625" y="1325"/>
                      <a:pt x="8561" y="1270"/>
                    </a:cubicBezTo>
                    <a:cubicBezTo>
                      <a:pt x="8382" y="1112"/>
                      <a:pt x="8191" y="968"/>
                      <a:pt x="7989" y="839"/>
                    </a:cubicBezTo>
                    <a:cubicBezTo>
                      <a:pt x="7988" y="837"/>
                      <a:pt x="7987" y="836"/>
                      <a:pt x="7987" y="836"/>
                    </a:cubicBezTo>
                    <a:cubicBezTo>
                      <a:pt x="7987" y="836"/>
                      <a:pt x="7987" y="837"/>
                      <a:pt x="7987" y="839"/>
                    </a:cubicBezTo>
                    <a:cubicBezTo>
                      <a:pt x="7178" y="307"/>
                      <a:pt x="6210" y="1"/>
                      <a:pt x="517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 name="Google Shape;571;p8"/>
              <p:cNvGrpSpPr/>
              <p:nvPr/>
            </p:nvGrpSpPr>
            <p:grpSpPr>
              <a:xfrm>
                <a:off x="226410" y="1069011"/>
                <a:ext cx="977014" cy="976528"/>
                <a:chOff x="226410" y="1069011"/>
                <a:chExt cx="977014" cy="976528"/>
              </a:xfrm>
            </p:grpSpPr>
            <p:grpSp>
              <p:nvGrpSpPr>
                <p:cNvPr id="572" name="Google Shape;572;p8"/>
                <p:cNvGrpSpPr/>
                <p:nvPr/>
              </p:nvGrpSpPr>
              <p:grpSpPr>
                <a:xfrm>
                  <a:off x="226410" y="1069011"/>
                  <a:ext cx="977014" cy="976528"/>
                  <a:chOff x="226410" y="1069011"/>
                  <a:chExt cx="977014" cy="976528"/>
                </a:xfrm>
              </p:grpSpPr>
              <p:sp>
                <p:nvSpPr>
                  <p:cNvPr id="573" name="Google Shape;573;p8"/>
                  <p:cNvSpPr/>
                  <p:nvPr/>
                </p:nvSpPr>
                <p:spPr>
                  <a:xfrm>
                    <a:off x="226474" y="1069011"/>
                    <a:ext cx="976950" cy="976528"/>
                  </a:xfrm>
                  <a:custGeom>
                    <a:rect b="b" l="l" r="r" t="t"/>
                    <a:pathLst>
                      <a:path extrusionOk="0" h="15266" w="15272">
                        <a:moveTo>
                          <a:pt x="5171" y="0"/>
                        </a:moveTo>
                        <a:cubicBezTo>
                          <a:pt x="2986" y="0"/>
                          <a:pt x="1117" y="1355"/>
                          <a:pt x="361" y="3270"/>
                        </a:cubicBezTo>
                        <a:lnTo>
                          <a:pt x="361" y="3273"/>
                        </a:lnTo>
                        <a:cubicBezTo>
                          <a:pt x="316" y="3386"/>
                          <a:pt x="272" y="3506"/>
                          <a:pt x="238" y="3626"/>
                        </a:cubicBezTo>
                        <a:cubicBezTo>
                          <a:pt x="106" y="4038"/>
                          <a:pt x="30" y="4477"/>
                          <a:pt x="8" y="4929"/>
                        </a:cubicBezTo>
                        <a:lnTo>
                          <a:pt x="1" y="4929"/>
                        </a:lnTo>
                        <a:lnTo>
                          <a:pt x="1" y="15266"/>
                        </a:lnTo>
                        <a:lnTo>
                          <a:pt x="10338" y="15266"/>
                        </a:lnTo>
                        <a:lnTo>
                          <a:pt x="10338" y="15260"/>
                        </a:lnTo>
                        <a:cubicBezTo>
                          <a:pt x="11011" y="15229"/>
                          <a:pt x="11651" y="15069"/>
                          <a:pt x="12232" y="14804"/>
                        </a:cubicBezTo>
                        <a:lnTo>
                          <a:pt x="12234" y="14804"/>
                        </a:lnTo>
                        <a:lnTo>
                          <a:pt x="12677" y="14579"/>
                        </a:lnTo>
                        <a:cubicBezTo>
                          <a:pt x="13104" y="14333"/>
                          <a:pt x="13495" y="14026"/>
                          <a:pt x="13833" y="13672"/>
                        </a:cubicBezTo>
                        <a:cubicBezTo>
                          <a:pt x="13867" y="13639"/>
                          <a:pt x="13900" y="13603"/>
                          <a:pt x="13931" y="13566"/>
                        </a:cubicBezTo>
                        <a:cubicBezTo>
                          <a:pt x="14094" y="13388"/>
                          <a:pt x="14241" y="13201"/>
                          <a:pt x="14373" y="13001"/>
                        </a:cubicBezTo>
                        <a:cubicBezTo>
                          <a:pt x="14942" y="12174"/>
                          <a:pt x="15271" y="11174"/>
                          <a:pt x="15271" y="10095"/>
                        </a:cubicBezTo>
                        <a:cubicBezTo>
                          <a:pt x="15271" y="8951"/>
                          <a:pt x="14902" y="7897"/>
                          <a:pt x="14272" y="7045"/>
                        </a:cubicBezTo>
                        <a:cubicBezTo>
                          <a:pt x="14149" y="6874"/>
                          <a:pt x="14014" y="6714"/>
                          <a:pt x="13870" y="6560"/>
                        </a:cubicBezTo>
                        <a:cubicBezTo>
                          <a:pt x="13525" y="6198"/>
                          <a:pt x="13132" y="5881"/>
                          <a:pt x="12696" y="5626"/>
                        </a:cubicBezTo>
                        <a:cubicBezTo>
                          <a:pt x="12493" y="5508"/>
                          <a:pt x="12280" y="5404"/>
                          <a:pt x="12063" y="5315"/>
                        </a:cubicBezTo>
                        <a:cubicBezTo>
                          <a:pt x="11525" y="5094"/>
                          <a:pt x="10944" y="4961"/>
                          <a:pt x="10333" y="4937"/>
                        </a:cubicBezTo>
                        <a:cubicBezTo>
                          <a:pt x="10329" y="4879"/>
                          <a:pt x="10326" y="4820"/>
                          <a:pt x="10320" y="4761"/>
                        </a:cubicBezTo>
                        <a:cubicBezTo>
                          <a:pt x="10304" y="4537"/>
                          <a:pt x="10271" y="4319"/>
                          <a:pt x="10225" y="4104"/>
                        </a:cubicBezTo>
                        <a:cubicBezTo>
                          <a:pt x="10009" y="3063"/>
                          <a:pt x="9480" y="2143"/>
                          <a:pt x="8746" y="1438"/>
                        </a:cubicBezTo>
                        <a:cubicBezTo>
                          <a:pt x="8684" y="1380"/>
                          <a:pt x="8626" y="1325"/>
                          <a:pt x="8561" y="1270"/>
                        </a:cubicBezTo>
                        <a:cubicBezTo>
                          <a:pt x="8384" y="1112"/>
                          <a:pt x="8193" y="967"/>
                          <a:pt x="7990" y="838"/>
                        </a:cubicBezTo>
                        <a:cubicBezTo>
                          <a:pt x="7989" y="837"/>
                          <a:pt x="7988" y="837"/>
                          <a:pt x="7988" y="837"/>
                        </a:cubicBezTo>
                        <a:cubicBezTo>
                          <a:pt x="7987" y="837"/>
                          <a:pt x="7987" y="837"/>
                          <a:pt x="7987" y="838"/>
                        </a:cubicBezTo>
                        <a:cubicBezTo>
                          <a:pt x="7178" y="307"/>
                          <a:pt x="6210" y="0"/>
                          <a:pt x="51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8"/>
                  <p:cNvSpPr/>
                  <p:nvPr/>
                </p:nvSpPr>
                <p:spPr>
                  <a:xfrm>
                    <a:off x="1112586" y="1488382"/>
                    <a:ext cx="26931" cy="31344"/>
                  </a:xfrm>
                  <a:custGeom>
                    <a:rect b="b" l="l" r="r" t="t"/>
                    <a:pathLst>
                      <a:path extrusionOk="0" h="490" w="421">
                        <a:moveTo>
                          <a:pt x="18" y="1"/>
                        </a:moveTo>
                        <a:cubicBezTo>
                          <a:pt x="6" y="39"/>
                          <a:pt x="0" y="78"/>
                          <a:pt x="0" y="118"/>
                        </a:cubicBezTo>
                        <a:cubicBezTo>
                          <a:pt x="0" y="324"/>
                          <a:pt x="165" y="490"/>
                          <a:pt x="372" y="490"/>
                        </a:cubicBezTo>
                        <a:cubicBezTo>
                          <a:pt x="389" y="490"/>
                          <a:pt x="405" y="490"/>
                          <a:pt x="420" y="488"/>
                        </a:cubicBezTo>
                        <a:cubicBezTo>
                          <a:pt x="296" y="314"/>
                          <a:pt x="161" y="155"/>
                          <a:pt x="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8"/>
                  <p:cNvSpPr/>
                  <p:nvPr/>
                </p:nvSpPr>
                <p:spPr>
                  <a:xfrm>
                    <a:off x="1112586" y="1614334"/>
                    <a:ext cx="47402" cy="47400"/>
                  </a:xfrm>
                  <a:custGeom>
                    <a:rect b="b" l="l" r="r" t="t"/>
                    <a:pathLst>
                      <a:path extrusionOk="0" h="741" w="741">
                        <a:moveTo>
                          <a:pt x="371" y="1"/>
                        </a:moveTo>
                        <a:cubicBezTo>
                          <a:pt x="165" y="1"/>
                          <a:pt x="0" y="166"/>
                          <a:pt x="0" y="371"/>
                        </a:cubicBezTo>
                        <a:cubicBezTo>
                          <a:pt x="0" y="576"/>
                          <a:pt x="165" y="741"/>
                          <a:pt x="371" y="741"/>
                        </a:cubicBezTo>
                        <a:cubicBezTo>
                          <a:pt x="575" y="741"/>
                          <a:pt x="740" y="576"/>
                          <a:pt x="740" y="371"/>
                        </a:cubicBezTo>
                        <a:cubicBezTo>
                          <a:pt x="740"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8"/>
                  <p:cNvSpPr/>
                  <p:nvPr/>
                </p:nvSpPr>
                <p:spPr>
                  <a:xfrm>
                    <a:off x="1112586" y="1756406"/>
                    <a:ext cx="47402" cy="47464"/>
                  </a:xfrm>
                  <a:custGeom>
                    <a:rect b="b" l="l" r="r" t="t"/>
                    <a:pathLst>
                      <a:path extrusionOk="0" h="742" w="741">
                        <a:moveTo>
                          <a:pt x="371" y="1"/>
                        </a:moveTo>
                        <a:cubicBezTo>
                          <a:pt x="165" y="1"/>
                          <a:pt x="0" y="167"/>
                          <a:pt x="0" y="371"/>
                        </a:cubicBezTo>
                        <a:cubicBezTo>
                          <a:pt x="0" y="575"/>
                          <a:pt x="165" y="742"/>
                          <a:pt x="371" y="742"/>
                        </a:cubicBezTo>
                        <a:cubicBezTo>
                          <a:pt x="575" y="742"/>
                          <a:pt x="740" y="575"/>
                          <a:pt x="740" y="371"/>
                        </a:cubicBezTo>
                        <a:cubicBezTo>
                          <a:pt x="740"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8"/>
                  <p:cNvSpPr/>
                  <p:nvPr/>
                </p:nvSpPr>
                <p:spPr>
                  <a:xfrm>
                    <a:off x="1112522" y="1898541"/>
                    <a:ext cx="33456" cy="38189"/>
                  </a:xfrm>
                  <a:custGeom>
                    <a:rect b="b" l="l" r="r" t="t"/>
                    <a:pathLst>
                      <a:path extrusionOk="0" h="597" w="523">
                        <a:moveTo>
                          <a:pt x="372" y="1"/>
                        </a:moveTo>
                        <a:cubicBezTo>
                          <a:pt x="166" y="1"/>
                          <a:pt x="0" y="167"/>
                          <a:pt x="0" y="369"/>
                        </a:cubicBezTo>
                        <a:cubicBezTo>
                          <a:pt x="0" y="455"/>
                          <a:pt x="27" y="534"/>
                          <a:pt x="80" y="596"/>
                        </a:cubicBezTo>
                        <a:cubicBezTo>
                          <a:pt x="243" y="419"/>
                          <a:pt x="390" y="232"/>
                          <a:pt x="522" y="32"/>
                        </a:cubicBezTo>
                        <a:cubicBezTo>
                          <a:pt x="476" y="13"/>
                          <a:pt x="424" y="2"/>
                          <a:pt x="3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8"/>
                  <p:cNvSpPr/>
                  <p:nvPr/>
                </p:nvSpPr>
                <p:spPr>
                  <a:xfrm>
                    <a:off x="849542" y="1330190"/>
                    <a:ext cx="37039" cy="47336"/>
                  </a:xfrm>
                  <a:custGeom>
                    <a:rect b="b" l="l" r="r" t="t"/>
                    <a:pathLst>
                      <a:path extrusionOk="0" h="740" w="579">
                        <a:moveTo>
                          <a:pt x="370" y="0"/>
                        </a:moveTo>
                        <a:cubicBezTo>
                          <a:pt x="167" y="0"/>
                          <a:pt x="1" y="165"/>
                          <a:pt x="1" y="372"/>
                        </a:cubicBezTo>
                        <a:cubicBezTo>
                          <a:pt x="1" y="574"/>
                          <a:pt x="167" y="740"/>
                          <a:pt x="370" y="740"/>
                        </a:cubicBezTo>
                        <a:cubicBezTo>
                          <a:pt x="448" y="740"/>
                          <a:pt x="517" y="716"/>
                          <a:pt x="579" y="676"/>
                        </a:cubicBezTo>
                        <a:cubicBezTo>
                          <a:pt x="563" y="451"/>
                          <a:pt x="530" y="233"/>
                          <a:pt x="484" y="18"/>
                        </a:cubicBezTo>
                        <a:cubicBezTo>
                          <a:pt x="448" y="6"/>
                          <a:pt x="409"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8"/>
                  <p:cNvSpPr/>
                  <p:nvPr/>
                </p:nvSpPr>
                <p:spPr>
                  <a:xfrm>
                    <a:off x="849542" y="1472262"/>
                    <a:ext cx="47402" cy="47464"/>
                  </a:xfrm>
                  <a:custGeom>
                    <a:rect b="b" l="l" r="r" t="t"/>
                    <a:pathLst>
                      <a:path extrusionOk="0" h="742" w="741">
                        <a:moveTo>
                          <a:pt x="371" y="1"/>
                        </a:moveTo>
                        <a:cubicBezTo>
                          <a:pt x="167" y="1"/>
                          <a:pt x="1" y="167"/>
                          <a:pt x="1" y="371"/>
                        </a:cubicBezTo>
                        <a:cubicBezTo>
                          <a:pt x="1" y="576"/>
                          <a:pt x="167" y="742"/>
                          <a:pt x="371" y="742"/>
                        </a:cubicBezTo>
                        <a:cubicBezTo>
                          <a:pt x="576" y="742"/>
                          <a:pt x="741" y="576"/>
                          <a:pt x="741" y="371"/>
                        </a:cubicBezTo>
                        <a:cubicBezTo>
                          <a:pt x="741"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8"/>
                  <p:cNvSpPr/>
                  <p:nvPr/>
                </p:nvSpPr>
                <p:spPr>
                  <a:xfrm>
                    <a:off x="849542" y="1614334"/>
                    <a:ext cx="47402" cy="47400"/>
                  </a:xfrm>
                  <a:custGeom>
                    <a:rect b="b" l="l" r="r" t="t"/>
                    <a:pathLst>
                      <a:path extrusionOk="0" h="741" w="741">
                        <a:moveTo>
                          <a:pt x="371" y="1"/>
                        </a:moveTo>
                        <a:cubicBezTo>
                          <a:pt x="167" y="1"/>
                          <a:pt x="1" y="166"/>
                          <a:pt x="1" y="371"/>
                        </a:cubicBezTo>
                        <a:cubicBezTo>
                          <a:pt x="1" y="576"/>
                          <a:pt x="167" y="741"/>
                          <a:pt x="371" y="741"/>
                        </a:cubicBezTo>
                        <a:cubicBezTo>
                          <a:pt x="576" y="741"/>
                          <a:pt x="741" y="576"/>
                          <a:pt x="741" y="371"/>
                        </a:cubicBezTo>
                        <a:cubicBezTo>
                          <a:pt x="741"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8"/>
                  <p:cNvSpPr/>
                  <p:nvPr/>
                </p:nvSpPr>
                <p:spPr>
                  <a:xfrm>
                    <a:off x="849542" y="1756406"/>
                    <a:ext cx="47402" cy="47464"/>
                  </a:xfrm>
                  <a:custGeom>
                    <a:rect b="b" l="l" r="r" t="t"/>
                    <a:pathLst>
                      <a:path extrusionOk="0" h="742" w="741">
                        <a:moveTo>
                          <a:pt x="371" y="1"/>
                        </a:moveTo>
                        <a:cubicBezTo>
                          <a:pt x="167" y="1"/>
                          <a:pt x="1" y="167"/>
                          <a:pt x="1" y="371"/>
                        </a:cubicBezTo>
                        <a:cubicBezTo>
                          <a:pt x="1" y="575"/>
                          <a:pt x="167" y="742"/>
                          <a:pt x="371" y="742"/>
                        </a:cubicBezTo>
                        <a:cubicBezTo>
                          <a:pt x="576" y="742"/>
                          <a:pt x="741" y="575"/>
                          <a:pt x="741" y="371"/>
                        </a:cubicBezTo>
                        <a:cubicBezTo>
                          <a:pt x="741"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8"/>
                  <p:cNvSpPr/>
                  <p:nvPr/>
                </p:nvSpPr>
                <p:spPr>
                  <a:xfrm>
                    <a:off x="849542" y="1898541"/>
                    <a:ext cx="47402" cy="47400"/>
                  </a:xfrm>
                  <a:custGeom>
                    <a:rect b="b" l="l" r="r" t="t"/>
                    <a:pathLst>
                      <a:path extrusionOk="0" h="741" w="741">
                        <a:moveTo>
                          <a:pt x="371" y="1"/>
                        </a:moveTo>
                        <a:cubicBezTo>
                          <a:pt x="167" y="1"/>
                          <a:pt x="1" y="166"/>
                          <a:pt x="1" y="370"/>
                        </a:cubicBezTo>
                        <a:cubicBezTo>
                          <a:pt x="1" y="575"/>
                          <a:pt x="167" y="740"/>
                          <a:pt x="371" y="740"/>
                        </a:cubicBezTo>
                        <a:cubicBezTo>
                          <a:pt x="576" y="740"/>
                          <a:pt x="741" y="575"/>
                          <a:pt x="741" y="370"/>
                        </a:cubicBezTo>
                        <a:cubicBezTo>
                          <a:pt x="741"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8"/>
                  <p:cNvSpPr/>
                  <p:nvPr/>
                </p:nvSpPr>
                <p:spPr>
                  <a:xfrm>
                    <a:off x="991555" y="1543394"/>
                    <a:ext cx="47466" cy="47400"/>
                  </a:xfrm>
                  <a:custGeom>
                    <a:rect b="b" l="l" r="r" t="t"/>
                    <a:pathLst>
                      <a:path extrusionOk="0" h="741" w="742">
                        <a:moveTo>
                          <a:pt x="371" y="0"/>
                        </a:moveTo>
                        <a:cubicBezTo>
                          <a:pt x="167" y="0"/>
                          <a:pt x="1" y="166"/>
                          <a:pt x="1" y="371"/>
                        </a:cubicBezTo>
                        <a:cubicBezTo>
                          <a:pt x="1" y="575"/>
                          <a:pt x="167" y="740"/>
                          <a:pt x="371" y="740"/>
                        </a:cubicBezTo>
                        <a:cubicBezTo>
                          <a:pt x="575" y="740"/>
                          <a:pt x="742" y="575"/>
                          <a:pt x="742" y="371"/>
                        </a:cubicBezTo>
                        <a:cubicBezTo>
                          <a:pt x="742"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8"/>
                  <p:cNvSpPr/>
                  <p:nvPr/>
                </p:nvSpPr>
                <p:spPr>
                  <a:xfrm>
                    <a:off x="991555" y="1685402"/>
                    <a:ext cx="47466" cy="47464"/>
                  </a:xfrm>
                  <a:custGeom>
                    <a:rect b="b" l="l" r="r" t="t"/>
                    <a:pathLst>
                      <a:path extrusionOk="0" h="742" w="742">
                        <a:moveTo>
                          <a:pt x="371" y="0"/>
                        </a:moveTo>
                        <a:cubicBezTo>
                          <a:pt x="167" y="0"/>
                          <a:pt x="1" y="166"/>
                          <a:pt x="1" y="371"/>
                        </a:cubicBezTo>
                        <a:cubicBezTo>
                          <a:pt x="1" y="575"/>
                          <a:pt x="167" y="741"/>
                          <a:pt x="371" y="741"/>
                        </a:cubicBezTo>
                        <a:cubicBezTo>
                          <a:pt x="575" y="741"/>
                          <a:pt x="742" y="575"/>
                          <a:pt x="742" y="371"/>
                        </a:cubicBezTo>
                        <a:cubicBezTo>
                          <a:pt x="742"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8"/>
                  <p:cNvSpPr/>
                  <p:nvPr/>
                </p:nvSpPr>
                <p:spPr>
                  <a:xfrm>
                    <a:off x="991555" y="1827537"/>
                    <a:ext cx="47466" cy="47400"/>
                  </a:xfrm>
                  <a:custGeom>
                    <a:rect b="b" l="l" r="r" t="t"/>
                    <a:pathLst>
                      <a:path extrusionOk="0" h="741" w="742">
                        <a:moveTo>
                          <a:pt x="371" y="0"/>
                        </a:moveTo>
                        <a:cubicBezTo>
                          <a:pt x="167" y="0"/>
                          <a:pt x="1" y="165"/>
                          <a:pt x="1" y="370"/>
                        </a:cubicBezTo>
                        <a:cubicBezTo>
                          <a:pt x="1" y="574"/>
                          <a:pt x="167" y="740"/>
                          <a:pt x="371" y="740"/>
                        </a:cubicBezTo>
                        <a:cubicBezTo>
                          <a:pt x="575" y="740"/>
                          <a:pt x="742" y="574"/>
                          <a:pt x="742" y="370"/>
                        </a:cubicBezTo>
                        <a:cubicBezTo>
                          <a:pt x="742" y="165"/>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8"/>
                  <p:cNvSpPr/>
                  <p:nvPr/>
                </p:nvSpPr>
                <p:spPr>
                  <a:xfrm>
                    <a:off x="991555" y="1969545"/>
                    <a:ext cx="47466" cy="46568"/>
                  </a:xfrm>
                  <a:custGeom>
                    <a:rect b="b" l="l" r="r" t="t"/>
                    <a:pathLst>
                      <a:path extrusionOk="0" h="728" w="742">
                        <a:moveTo>
                          <a:pt x="372" y="1"/>
                        </a:moveTo>
                        <a:cubicBezTo>
                          <a:pt x="168" y="1"/>
                          <a:pt x="1" y="167"/>
                          <a:pt x="1" y="370"/>
                        </a:cubicBezTo>
                        <a:cubicBezTo>
                          <a:pt x="1" y="542"/>
                          <a:pt x="114" y="683"/>
                          <a:pt x="272" y="726"/>
                        </a:cubicBezTo>
                        <a:cubicBezTo>
                          <a:pt x="272" y="727"/>
                          <a:pt x="272" y="727"/>
                          <a:pt x="272" y="727"/>
                        </a:cubicBezTo>
                        <a:cubicBezTo>
                          <a:pt x="273" y="727"/>
                          <a:pt x="274" y="726"/>
                          <a:pt x="274" y="726"/>
                        </a:cubicBezTo>
                        <a:lnTo>
                          <a:pt x="717" y="501"/>
                        </a:lnTo>
                        <a:cubicBezTo>
                          <a:pt x="732" y="461"/>
                          <a:pt x="742" y="417"/>
                          <a:pt x="742" y="370"/>
                        </a:cubicBezTo>
                        <a:cubicBezTo>
                          <a:pt x="742" y="167"/>
                          <a:pt x="575" y="1"/>
                          <a:pt x="3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8"/>
                  <p:cNvSpPr/>
                  <p:nvPr/>
                </p:nvSpPr>
                <p:spPr>
                  <a:xfrm>
                    <a:off x="586497" y="1188118"/>
                    <a:ext cx="47466" cy="47464"/>
                  </a:xfrm>
                  <a:custGeom>
                    <a:rect b="b" l="l" r="r" t="t"/>
                    <a:pathLst>
                      <a:path extrusionOk="0" h="742" w="742">
                        <a:moveTo>
                          <a:pt x="371" y="0"/>
                        </a:moveTo>
                        <a:cubicBezTo>
                          <a:pt x="166" y="0"/>
                          <a:pt x="0" y="166"/>
                          <a:pt x="0" y="371"/>
                        </a:cubicBezTo>
                        <a:cubicBezTo>
                          <a:pt x="0" y="575"/>
                          <a:pt x="166" y="741"/>
                          <a:pt x="371" y="741"/>
                        </a:cubicBezTo>
                        <a:cubicBezTo>
                          <a:pt x="575" y="741"/>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8"/>
                  <p:cNvSpPr/>
                  <p:nvPr/>
                </p:nvSpPr>
                <p:spPr>
                  <a:xfrm>
                    <a:off x="586497" y="1330254"/>
                    <a:ext cx="47466" cy="47400"/>
                  </a:xfrm>
                  <a:custGeom>
                    <a:rect b="b" l="l" r="r" t="t"/>
                    <a:pathLst>
                      <a:path extrusionOk="0" h="741" w="742">
                        <a:moveTo>
                          <a:pt x="371" y="0"/>
                        </a:moveTo>
                        <a:cubicBezTo>
                          <a:pt x="166" y="0"/>
                          <a:pt x="0" y="166"/>
                          <a:pt x="0" y="371"/>
                        </a:cubicBezTo>
                        <a:cubicBezTo>
                          <a:pt x="0" y="575"/>
                          <a:pt x="166" y="740"/>
                          <a:pt x="371" y="740"/>
                        </a:cubicBezTo>
                        <a:cubicBezTo>
                          <a:pt x="575" y="740"/>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8"/>
                  <p:cNvSpPr/>
                  <p:nvPr/>
                </p:nvSpPr>
                <p:spPr>
                  <a:xfrm>
                    <a:off x="728638" y="1259186"/>
                    <a:ext cx="47402" cy="47400"/>
                  </a:xfrm>
                  <a:custGeom>
                    <a:rect b="b" l="l" r="r" t="t"/>
                    <a:pathLst>
                      <a:path extrusionOk="0" h="741" w="741">
                        <a:moveTo>
                          <a:pt x="370" y="1"/>
                        </a:moveTo>
                        <a:cubicBezTo>
                          <a:pt x="165" y="1"/>
                          <a:pt x="0" y="166"/>
                          <a:pt x="0" y="371"/>
                        </a:cubicBezTo>
                        <a:cubicBezTo>
                          <a:pt x="0" y="575"/>
                          <a:pt x="165" y="741"/>
                          <a:pt x="370" y="741"/>
                        </a:cubicBezTo>
                        <a:cubicBezTo>
                          <a:pt x="574" y="741"/>
                          <a:pt x="740" y="575"/>
                          <a:pt x="740" y="371"/>
                        </a:cubicBezTo>
                        <a:cubicBezTo>
                          <a:pt x="740" y="166"/>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8"/>
                  <p:cNvSpPr/>
                  <p:nvPr/>
                </p:nvSpPr>
                <p:spPr>
                  <a:xfrm>
                    <a:off x="586497" y="1472262"/>
                    <a:ext cx="47466" cy="47464"/>
                  </a:xfrm>
                  <a:custGeom>
                    <a:rect b="b" l="l" r="r" t="t"/>
                    <a:pathLst>
                      <a:path extrusionOk="0" h="742" w="742">
                        <a:moveTo>
                          <a:pt x="371" y="1"/>
                        </a:moveTo>
                        <a:cubicBezTo>
                          <a:pt x="166" y="1"/>
                          <a:pt x="0" y="167"/>
                          <a:pt x="0" y="371"/>
                        </a:cubicBezTo>
                        <a:cubicBezTo>
                          <a:pt x="0"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8"/>
                  <p:cNvSpPr/>
                  <p:nvPr/>
                </p:nvSpPr>
                <p:spPr>
                  <a:xfrm>
                    <a:off x="586497" y="1614334"/>
                    <a:ext cx="47466" cy="47400"/>
                  </a:xfrm>
                  <a:custGeom>
                    <a:rect b="b" l="l" r="r" t="t"/>
                    <a:pathLst>
                      <a:path extrusionOk="0" h="741" w="742">
                        <a:moveTo>
                          <a:pt x="371" y="1"/>
                        </a:moveTo>
                        <a:cubicBezTo>
                          <a:pt x="166" y="1"/>
                          <a:pt x="0" y="166"/>
                          <a:pt x="0" y="371"/>
                        </a:cubicBezTo>
                        <a:cubicBezTo>
                          <a:pt x="0" y="576"/>
                          <a:pt x="166" y="741"/>
                          <a:pt x="371" y="741"/>
                        </a:cubicBezTo>
                        <a:cubicBezTo>
                          <a:pt x="575" y="741"/>
                          <a:pt x="741" y="576"/>
                          <a:pt x="741" y="371"/>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8"/>
                  <p:cNvSpPr/>
                  <p:nvPr/>
                </p:nvSpPr>
                <p:spPr>
                  <a:xfrm>
                    <a:off x="586497" y="1756406"/>
                    <a:ext cx="47466" cy="47464"/>
                  </a:xfrm>
                  <a:custGeom>
                    <a:rect b="b" l="l" r="r" t="t"/>
                    <a:pathLst>
                      <a:path extrusionOk="0" h="742" w="742">
                        <a:moveTo>
                          <a:pt x="371" y="1"/>
                        </a:moveTo>
                        <a:cubicBezTo>
                          <a:pt x="166" y="1"/>
                          <a:pt x="0" y="167"/>
                          <a:pt x="0" y="371"/>
                        </a:cubicBezTo>
                        <a:cubicBezTo>
                          <a:pt x="0" y="575"/>
                          <a:pt x="166" y="742"/>
                          <a:pt x="371" y="742"/>
                        </a:cubicBezTo>
                        <a:cubicBezTo>
                          <a:pt x="575" y="742"/>
                          <a:pt x="741" y="575"/>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8"/>
                  <p:cNvSpPr/>
                  <p:nvPr/>
                </p:nvSpPr>
                <p:spPr>
                  <a:xfrm>
                    <a:off x="586497" y="1898541"/>
                    <a:ext cx="47466" cy="47400"/>
                  </a:xfrm>
                  <a:custGeom>
                    <a:rect b="b" l="l" r="r" t="t"/>
                    <a:pathLst>
                      <a:path extrusionOk="0" h="741" w="742">
                        <a:moveTo>
                          <a:pt x="371" y="1"/>
                        </a:moveTo>
                        <a:cubicBezTo>
                          <a:pt x="166" y="1"/>
                          <a:pt x="0" y="166"/>
                          <a:pt x="0" y="370"/>
                        </a:cubicBezTo>
                        <a:cubicBezTo>
                          <a:pt x="0" y="575"/>
                          <a:pt x="166" y="740"/>
                          <a:pt x="371" y="740"/>
                        </a:cubicBezTo>
                        <a:cubicBezTo>
                          <a:pt x="575" y="740"/>
                          <a:pt x="741" y="575"/>
                          <a:pt x="741" y="370"/>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8"/>
                  <p:cNvSpPr/>
                  <p:nvPr/>
                </p:nvSpPr>
                <p:spPr>
                  <a:xfrm>
                    <a:off x="728638" y="1401258"/>
                    <a:ext cx="47402" cy="47464"/>
                  </a:xfrm>
                  <a:custGeom>
                    <a:rect b="b" l="l" r="r" t="t"/>
                    <a:pathLst>
                      <a:path extrusionOk="0" h="742" w="741">
                        <a:moveTo>
                          <a:pt x="370" y="1"/>
                        </a:moveTo>
                        <a:cubicBezTo>
                          <a:pt x="165" y="1"/>
                          <a:pt x="0" y="167"/>
                          <a:pt x="0" y="371"/>
                        </a:cubicBezTo>
                        <a:cubicBezTo>
                          <a:pt x="0" y="575"/>
                          <a:pt x="165" y="741"/>
                          <a:pt x="370" y="741"/>
                        </a:cubicBezTo>
                        <a:cubicBezTo>
                          <a:pt x="574" y="741"/>
                          <a:pt x="740" y="575"/>
                          <a:pt x="740" y="371"/>
                        </a:cubicBezTo>
                        <a:cubicBezTo>
                          <a:pt x="740" y="167"/>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8"/>
                  <p:cNvSpPr/>
                  <p:nvPr/>
                </p:nvSpPr>
                <p:spPr>
                  <a:xfrm>
                    <a:off x="728638" y="1543394"/>
                    <a:ext cx="47402" cy="47400"/>
                  </a:xfrm>
                  <a:custGeom>
                    <a:rect b="b" l="l" r="r" t="t"/>
                    <a:pathLst>
                      <a:path extrusionOk="0" h="741" w="741">
                        <a:moveTo>
                          <a:pt x="370" y="0"/>
                        </a:moveTo>
                        <a:cubicBezTo>
                          <a:pt x="165" y="0"/>
                          <a:pt x="0" y="166"/>
                          <a:pt x="0" y="371"/>
                        </a:cubicBezTo>
                        <a:cubicBezTo>
                          <a:pt x="0" y="575"/>
                          <a:pt x="165" y="740"/>
                          <a:pt x="370" y="740"/>
                        </a:cubicBezTo>
                        <a:cubicBezTo>
                          <a:pt x="574" y="740"/>
                          <a:pt x="740" y="575"/>
                          <a:pt x="740" y="371"/>
                        </a:cubicBezTo>
                        <a:cubicBezTo>
                          <a:pt x="740" y="166"/>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8"/>
                  <p:cNvSpPr/>
                  <p:nvPr/>
                </p:nvSpPr>
                <p:spPr>
                  <a:xfrm>
                    <a:off x="728638" y="1685402"/>
                    <a:ext cx="47402" cy="47464"/>
                  </a:xfrm>
                  <a:custGeom>
                    <a:rect b="b" l="l" r="r" t="t"/>
                    <a:pathLst>
                      <a:path extrusionOk="0" h="742" w="741">
                        <a:moveTo>
                          <a:pt x="370" y="0"/>
                        </a:moveTo>
                        <a:cubicBezTo>
                          <a:pt x="165" y="0"/>
                          <a:pt x="0" y="166"/>
                          <a:pt x="0" y="371"/>
                        </a:cubicBezTo>
                        <a:cubicBezTo>
                          <a:pt x="0" y="575"/>
                          <a:pt x="165" y="741"/>
                          <a:pt x="370" y="741"/>
                        </a:cubicBezTo>
                        <a:cubicBezTo>
                          <a:pt x="574" y="741"/>
                          <a:pt x="740" y="575"/>
                          <a:pt x="740" y="371"/>
                        </a:cubicBezTo>
                        <a:cubicBezTo>
                          <a:pt x="740" y="166"/>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8"/>
                  <p:cNvSpPr/>
                  <p:nvPr/>
                </p:nvSpPr>
                <p:spPr>
                  <a:xfrm>
                    <a:off x="728638" y="1827537"/>
                    <a:ext cx="47402" cy="47400"/>
                  </a:xfrm>
                  <a:custGeom>
                    <a:rect b="b" l="l" r="r" t="t"/>
                    <a:pathLst>
                      <a:path extrusionOk="0" h="741" w="741">
                        <a:moveTo>
                          <a:pt x="370" y="0"/>
                        </a:moveTo>
                        <a:cubicBezTo>
                          <a:pt x="165" y="0"/>
                          <a:pt x="0" y="165"/>
                          <a:pt x="0" y="370"/>
                        </a:cubicBezTo>
                        <a:cubicBezTo>
                          <a:pt x="0" y="574"/>
                          <a:pt x="165" y="740"/>
                          <a:pt x="370" y="740"/>
                        </a:cubicBezTo>
                        <a:cubicBezTo>
                          <a:pt x="574" y="740"/>
                          <a:pt x="740" y="574"/>
                          <a:pt x="740" y="370"/>
                        </a:cubicBezTo>
                        <a:cubicBezTo>
                          <a:pt x="740" y="165"/>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8"/>
                  <p:cNvSpPr/>
                  <p:nvPr/>
                </p:nvSpPr>
                <p:spPr>
                  <a:xfrm>
                    <a:off x="728638" y="1969545"/>
                    <a:ext cx="47402" cy="47464"/>
                  </a:xfrm>
                  <a:custGeom>
                    <a:rect b="b" l="l" r="r" t="t"/>
                    <a:pathLst>
                      <a:path extrusionOk="0" h="742" w="741">
                        <a:moveTo>
                          <a:pt x="370" y="1"/>
                        </a:moveTo>
                        <a:cubicBezTo>
                          <a:pt x="165" y="1"/>
                          <a:pt x="0" y="167"/>
                          <a:pt x="0" y="371"/>
                        </a:cubicBezTo>
                        <a:cubicBezTo>
                          <a:pt x="0" y="576"/>
                          <a:pt x="165" y="742"/>
                          <a:pt x="370" y="742"/>
                        </a:cubicBezTo>
                        <a:cubicBezTo>
                          <a:pt x="574" y="742"/>
                          <a:pt x="740" y="576"/>
                          <a:pt x="740" y="371"/>
                        </a:cubicBezTo>
                        <a:cubicBezTo>
                          <a:pt x="740" y="167"/>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8"/>
                  <p:cNvSpPr/>
                  <p:nvPr/>
                </p:nvSpPr>
                <p:spPr>
                  <a:xfrm>
                    <a:off x="728702" y="1122424"/>
                    <a:ext cx="45419" cy="42091"/>
                  </a:xfrm>
                  <a:custGeom>
                    <a:rect b="b" l="l" r="r" t="t"/>
                    <a:pathLst>
                      <a:path extrusionOk="0" h="658" w="710">
                        <a:moveTo>
                          <a:pt x="136" y="0"/>
                        </a:moveTo>
                        <a:cubicBezTo>
                          <a:pt x="135" y="0"/>
                          <a:pt x="135" y="1"/>
                          <a:pt x="135" y="2"/>
                        </a:cubicBezTo>
                        <a:cubicBezTo>
                          <a:pt x="53" y="71"/>
                          <a:pt x="0" y="172"/>
                          <a:pt x="0" y="288"/>
                        </a:cubicBezTo>
                        <a:cubicBezTo>
                          <a:pt x="0" y="491"/>
                          <a:pt x="166" y="658"/>
                          <a:pt x="369" y="658"/>
                        </a:cubicBezTo>
                        <a:cubicBezTo>
                          <a:pt x="522" y="658"/>
                          <a:pt x="654" y="565"/>
                          <a:pt x="709" y="433"/>
                        </a:cubicBezTo>
                        <a:cubicBezTo>
                          <a:pt x="532" y="276"/>
                          <a:pt x="342" y="131"/>
                          <a:pt x="138" y="2"/>
                        </a:cubicBezTo>
                        <a:cubicBezTo>
                          <a:pt x="137" y="1"/>
                          <a:pt x="136" y="0"/>
                          <a:pt x="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8"/>
                  <p:cNvSpPr/>
                  <p:nvPr/>
                </p:nvSpPr>
                <p:spPr>
                  <a:xfrm>
                    <a:off x="323452" y="1188118"/>
                    <a:ext cx="47466" cy="47464"/>
                  </a:xfrm>
                  <a:custGeom>
                    <a:rect b="b" l="l" r="r" t="t"/>
                    <a:pathLst>
                      <a:path extrusionOk="0" h="742" w="742">
                        <a:moveTo>
                          <a:pt x="371" y="0"/>
                        </a:moveTo>
                        <a:cubicBezTo>
                          <a:pt x="167" y="0"/>
                          <a:pt x="1" y="166"/>
                          <a:pt x="1" y="371"/>
                        </a:cubicBezTo>
                        <a:cubicBezTo>
                          <a:pt x="1" y="575"/>
                          <a:pt x="167" y="741"/>
                          <a:pt x="371" y="741"/>
                        </a:cubicBezTo>
                        <a:cubicBezTo>
                          <a:pt x="576" y="741"/>
                          <a:pt x="742" y="575"/>
                          <a:pt x="742" y="371"/>
                        </a:cubicBezTo>
                        <a:cubicBezTo>
                          <a:pt x="742" y="166"/>
                          <a:pt x="576"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8"/>
                  <p:cNvSpPr/>
                  <p:nvPr/>
                </p:nvSpPr>
                <p:spPr>
                  <a:xfrm>
                    <a:off x="323452" y="1330254"/>
                    <a:ext cx="47466" cy="47400"/>
                  </a:xfrm>
                  <a:custGeom>
                    <a:rect b="b" l="l" r="r" t="t"/>
                    <a:pathLst>
                      <a:path extrusionOk="0" h="741" w="742">
                        <a:moveTo>
                          <a:pt x="371" y="0"/>
                        </a:moveTo>
                        <a:cubicBezTo>
                          <a:pt x="167" y="0"/>
                          <a:pt x="1" y="166"/>
                          <a:pt x="1" y="371"/>
                        </a:cubicBezTo>
                        <a:cubicBezTo>
                          <a:pt x="1" y="575"/>
                          <a:pt x="167" y="740"/>
                          <a:pt x="371" y="740"/>
                        </a:cubicBezTo>
                        <a:cubicBezTo>
                          <a:pt x="576" y="740"/>
                          <a:pt x="742" y="575"/>
                          <a:pt x="742" y="371"/>
                        </a:cubicBezTo>
                        <a:cubicBezTo>
                          <a:pt x="742" y="166"/>
                          <a:pt x="576"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8"/>
                  <p:cNvSpPr/>
                  <p:nvPr/>
                </p:nvSpPr>
                <p:spPr>
                  <a:xfrm>
                    <a:off x="465594" y="1259186"/>
                    <a:ext cx="47402" cy="47400"/>
                  </a:xfrm>
                  <a:custGeom>
                    <a:rect b="b" l="l" r="r" t="t"/>
                    <a:pathLst>
                      <a:path extrusionOk="0" h="741" w="741">
                        <a:moveTo>
                          <a:pt x="371" y="1"/>
                        </a:moveTo>
                        <a:cubicBezTo>
                          <a:pt x="166" y="1"/>
                          <a:pt x="1" y="166"/>
                          <a:pt x="1" y="371"/>
                        </a:cubicBezTo>
                        <a:cubicBezTo>
                          <a:pt x="1" y="575"/>
                          <a:pt x="166" y="741"/>
                          <a:pt x="371" y="741"/>
                        </a:cubicBezTo>
                        <a:cubicBezTo>
                          <a:pt x="575" y="741"/>
                          <a:pt x="741" y="575"/>
                          <a:pt x="741" y="371"/>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8"/>
                  <p:cNvSpPr/>
                  <p:nvPr/>
                </p:nvSpPr>
                <p:spPr>
                  <a:xfrm>
                    <a:off x="323452" y="1472262"/>
                    <a:ext cx="47466" cy="47464"/>
                  </a:xfrm>
                  <a:custGeom>
                    <a:rect b="b" l="l" r="r" t="t"/>
                    <a:pathLst>
                      <a:path extrusionOk="0" h="742" w="742">
                        <a:moveTo>
                          <a:pt x="371" y="1"/>
                        </a:moveTo>
                        <a:cubicBezTo>
                          <a:pt x="167" y="1"/>
                          <a:pt x="1" y="167"/>
                          <a:pt x="1" y="371"/>
                        </a:cubicBezTo>
                        <a:cubicBezTo>
                          <a:pt x="1" y="576"/>
                          <a:pt x="167" y="742"/>
                          <a:pt x="371" y="742"/>
                        </a:cubicBezTo>
                        <a:cubicBezTo>
                          <a:pt x="576" y="742"/>
                          <a:pt x="742" y="576"/>
                          <a:pt x="742" y="371"/>
                        </a:cubicBezTo>
                        <a:cubicBezTo>
                          <a:pt x="742"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8"/>
                  <p:cNvSpPr/>
                  <p:nvPr/>
                </p:nvSpPr>
                <p:spPr>
                  <a:xfrm>
                    <a:off x="323452" y="1614334"/>
                    <a:ext cx="47466" cy="47400"/>
                  </a:xfrm>
                  <a:custGeom>
                    <a:rect b="b" l="l" r="r" t="t"/>
                    <a:pathLst>
                      <a:path extrusionOk="0" h="741" w="742">
                        <a:moveTo>
                          <a:pt x="371" y="1"/>
                        </a:moveTo>
                        <a:cubicBezTo>
                          <a:pt x="167" y="1"/>
                          <a:pt x="1" y="166"/>
                          <a:pt x="1" y="371"/>
                        </a:cubicBezTo>
                        <a:cubicBezTo>
                          <a:pt x="1" y="576"/>
                          <a:pt x="167" y="741"/>
                          <a:pt x="371" y="741"/>
                        </a:cubicBezTo>
                        <a:cubicBezTo>
                          <a:pt x="576" y="741"/>
                          <a:pt x="742" y="576"/>
                          <a:pt x="742" y="371"/>
                        </a:cubicBezTo>
                        <a:cubicBezTo>
                          <a:pt x="742"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8"/>
                  <p:cNvSpPr/>
                  <p:nvPr/>
                </p:nvSpPr>
                <p:spPr>
                  <a:xfrm>
                    <a:off x="323452" y="1756406"/>
                    <a:ext cx="47466" cy="47464"/>
                  </a:xfrm>
                  <a:custGeom>
                    <a:rect b="b" l="l" r="r" t="t"/>
                    <a:pathLst>
                      <a:path extrusionOk="0" h="742" w="742">
                        <a:moveTo>
                          <a:pt x="371" y="1"/>
                        </a:moveTo>
                        <a:cubicBezTo>
                          <a:pt x="167" y="1"/>
                          <a:pt x="1" y="167"/>
                          <a:pt x="1" y="371"/>
                        </a:cubicBezTo>
                        <a:cubicBezTo>
                          <a:pt x="1" y="575"/>
                          <a:pt x="167" y="742"/>
                          <a:pt x="371" y="742"/>
                        </a:cubicBezTo>
                        <a:cubicBezTo>
                          <a:pt x="576" y="742"/>
                          <a:pt x="742" y="575"/>
                          <a:pt x="742" y="371"/>
                        </a:cubicBezTo>
                        <a:cubicBezTo>
                          <a:pt x="742"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8"/>
                  <p:cNvSpPr/>
                  <p:nvPr/>
                </p:nvSpPr>
                <p:spPr>
                  <a:xfrm>
                    <a:off x="323452" y="1898541"/>
                    <a:ext cx="47466" cy="47400"/>
                  </a:xfrm>
                  <a:custGeom>
                    <a:rect b="b" l="l" r="r" t="t"/>
                    <a:pathLst>
                      <a:path extrusionOk="0" h="741" w="742">
                        <a:moveTo>
                          <a:pt x="371" y="1"/>
                        </a:moveTo>
                        <a:cubicBezTo>
                          <a:pt x="167" y="1"/>
                          <a:pt x="1" y="166"/>
                          <a:pt x="1" y="370"/>
                        </a:cubicBezTo>
                        <a:cubicBezTo>
                          <a:pt x="1" y="575"/>
                          <a:pt x="167" y="740"/>
                          <a:pt x="371" y="740"/>
                        </a:cubicBezTo>
                        <a:cubicBezTo>
                          <a:pt x="576" y="740"/>
                          <a:pt x="742" y="575"/>
                          <a:pt x="742" y="370"/>
                        </a:cubicBezTo>
                        <a:cubicBezTo>
                          <a:pt x="742"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8"/>
                  <p:cNvSpPr/>
                  <p:nvPr/>
                </p:nvSpPr>
                <p:spPr>
                  <a:xfrm>
                    <a:off x="465594" y="1401258"/>
                    <a:ext cx="47402" cy="47464"/>
                  </a:xfrm>
                  <a:custGeom>
                    <a:rect b="b" l="l" r="r" t="t"/>
                    <a:pathLst>
                      <a:path extrusionOk="0" h="742" w="741">
                        <a:moveTo>
                          <a:pt x="371" y="1"/>
                        </a:moveTo>
                        <a:cubicBezTo>
                          <a:pt x="166" y="1"/>
                          <a:pt x="1" y="167"/>
                          <a:pt x="1" y="371"/>
                        </a:cubicBezTo>
                        <a:cubicBezTo>
                          <a:pt x="1" y="575"/>
                          <a:pt x="166" y="741"/>
                          <a:pt x="371" y="741"/>
                        </a:cubicBezTo>
                        <a:cubicBezTo>
                          <a:pt x="575" y="741"/>
                          <a:pt x="741" y="575"/>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8"/>
                  <p:cNvSpPr/>
                  <p:nvPr/>
                </p:nvSpPr>
                <p:spPr>
                  <a:xfrm>
                    <a:off x="465594" y="1543394"/>
                    <a:ext cx="47402" cy="47400"/>
                  </a:xfrm>
                  <a:custGeom>
                    <a:rect b="b" l="l" r="r" t="t"/>
                    <a:pathLst>
                      <a:path extrusionOk="0" h="741" w="741">
                        <a:moveTo>
                          <a:pt x="371" y="0"/>
                        </a:moveTo>
                        <a:cubicBezTo>
                          <a:pt x="166" y="0"/>
                          <a:pt x="1" y="166"/>
                          <a:pt x="1" y="371"/>
                        </a:cubicBezTo>
                        <a:cubicBezTo>
                          <a:pt x="1" y="575"/>
                          <a:pt x="166" y="740"/>
                          <a:pt x="371" y="740"/>
                        </a:cubicBezTo>
                        <a:cubicBezTo>
                          <a:pt x="575" y="740"/>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8"/>
                  <p:cNvSpPr/>
                  <p:nvPr/>
                </p:nvSpPr>
                <p:spPr>
                  <a:xfrm>
                    <a:off x="465594" y="1685402"/>
                    <a:ext cx="47402" cy="47464"/>
                  </a:xfrm>
                  <a:custGeom>
                    <a:rect b="b" l="l" r="r" t="t"/>
                    <a:pathLst>
                      <a:path extrusionOk="0" h="742" w="741">
                        <a:moveTo>
                          <a:pt x="371" y="0"/>
                        </a:moveTo>
                        <a:cubicBezTo>
                          <a:pt x="166" y="0"/>
                          <a:pt x="1" y="166"/>
                          <a:pt x="1" y="371"/>
                        </a:cubicBezTo>
                        <a:cubicBezTo>
                          <a:pt x="1" y="575"/>
                          <a:pt x="166" y="741"/>
                          <a:pt x="371" y="741"/>
                        </a:cubicBezTo>
                        <a:cubicBezTo>
                          <a:pt x="575" y="741"/>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8"/>
                  <p:cNvSpPr/>
                  <p:nvPr/>
                </p:nvSpPr>
                <p:spPr>
                  <a:xfrm>
                    <a:off x="465594" y="1827537"/>
                    <a:ext cx="47402" cy="47400"/>
                  </a:xfrm>
                  <a:custGeom>
                    <a:rect b="b" l="l" r="r" t="t"/>
                    <a:pathLst>
                      <a:path extrusionOk="0" h="741" w="741">
                        <a:moveTo>
                          <a:pt x="371" y="0"/>
                        </a:moveTo>
                        <a:cubicBezTo>
                          <a:pt x="166" y="0"/>
                          <a:pt x="1" y="165"/>
                          <a:pt x="1" y="370"/>
                        </a:cubicBezTo>
                        <a:cubicBezTo>
                          <a:pt x="1" y="574"/>
                          <a:pt x="166" y="740"/>
                          <a:pt x="371" y="740"/>
                        </a:cubicBezTo>
                        <a:cubicBezTo>
                          <a:pt x="575" y="740"/>
                          <a:pt x="741" y="574"/>
                          <a:pt x="741" y="370"/>
                        </a:cubicBezTo>
                        <a:cubicBezTo>
                          <a:pt x="741" y="165"/>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8"/>
                  <p:cNvSpPr/>
                  <p:nvPr/>
                </p:nvSpPr>
                <p:spPr>
                  <a:xfrm>
                    <a:off x="465594" y="1969545"/>
                    <a:ext cx="47402" cy="47464"/>
                  </a:xfrm>
                  <a:custGeom>
                    <a:rect b="b" l="l" r="r" t="t"/>
                    <a:pathLst>
                      <a:path extrusionOk="0" h="742" w="741">
                        <a:moveTo>
                          <a:pt x="371" y="1"/>
                        </a:moveTo>
                        <a:cubicBezTo>
                          <a:pt x="166" y="1"/>
                          <a:pt x="1" y="167"/>
                          <a:pt x="1" y="371"/>
                        </a:cubicBezTo>
                        <a:cubicBezTo>
                          <a:pt x="1"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8"/>
                  <p:cNvSpPr/>
                  <p:nvPr/>
                </p:nvSpPr>
                <p:spPr>
                  <a:xfrm>
                    <a:off x="465594" y="1117050"/>
                    <a:ext cx="47402" cy="47464"/>
                  </a:xfrm>
                  <a:custGeom>
                    <a:rect b="b" l="l" r="r" t="t"/>
                    <a:pathLst>
                      <a:path extrusionOk="0" h="742" w="741">
                        <a:moveTo>
                          <a:pt x="371" y="1"/>
                        </a:moveTo>
                        <a:cubicBezTo>
                          <a:pt x="166" y="1"/>
                          <a:pt x="1" y="167"/>
                          <a:pt x="1" y="371"/>
                        </a:cubicBezTo>
                        <a:cubicBezTo>
                          <a:pt x="1"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8"/>
                  <p:cNvSpPr/>
                  <p:nvPr/>
                </p:nvSpPr>
                <p:spPr>
                  <a:xfrm>
                    <a:off x="241635" y="1278248"/>
                    <a:ext cx="8316" cy="22644"/>
                  </a:xfrm>
                  <a:custGeom>
                    <a:rect b="b" l="l" r="r" t="t"/>
                    <a:pathLst>
                      <a:path extrusionOk="0" h="354" w="130">
                        <a:moveTo>
                          <a:pt x="123" y="1"/>
                        </a:moveTo>
                        <a:cubicBezTo>
                          <a:pt x="77" y="114"/>
                          <a:pt x="34" y="234"/>
                          <a:pt x="0" y="354"/>
                        </a:cubicBezTo>
                        <a:cubicBezTo>
                          <a:pt x="81" y="287"/>
                          <a:pt x="129" y="185"/>
                          <a:pt x="129" y="71"/>
                        </a:cubicBezTo>
                        <a:cubicBezTo>
                          <a:pt x="129" y="47"/>
                          <a:pt x="127" y="23"/>
                          <a:pt x="1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8"/>
                  <p:cNvSpPr/>
                  <p:nvPr/>
                </p:nvSpPr>
                <p:spPr>
                  <a:xfrm>
                    <a:off x="226410" y="1401386"/>
                    <a:ext cx="23541" cy="47400"/>
                  </a:xfrm>
                  <a:custGeom>
                    <a:rect b="b" l="l" r="r" t="t"/>
                    <a:pathLst>
                      <a:path extrusionOk="0" h="741" w="368">
                        <a:moveTo>
                          <a:pt x="1" y="1"/>
                        </a:moveTo>
                        <a:lnTo>
                          <a:pt x="1" y="741"/>
                        </a:lnTo>
                        <a:cubicBezTo>
                          <a:pt x="205" y="738"/>
                          <a:pt x="367" y="575"/>
                          <a:pt x="367" y="369"/>
                        </a:cubicBezTo>
                        <a:cubicBezTo>
                          <a:pt x="367" y="166"/>
                          <a:pt x="205" y="3"/>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8"/>
                  <p:cNvSpPr/>
                  <p:nvPr/>
                </p:nvSpPr>
                <p:spPr>
                  <a:xfrm>
                    <a:off x="226410" y="1543330"/>
                    <a:ext cx="23541" cy="47400"/>
                  </a:xfrm>
                  <a:custGeom>
                    <a:rect b="b" l="l" r="r" t="t"/>
                    <a:pathLst>
                      <a:path extrusionOk="0" h="741" w="368">
                        <a:moveTo>
                          <a:pt x="1" y="0"/>
                        </a:moveTo>
                        <a:lnTo>
                          <a:pt x="1" y="740"/>
                        </a:lnTo>
                        <a:cubicBezTo>
                          <a:pt x="205" y="738"/>
                          <a:pt x="367" y="574"/>
                          <a:pt x="367" y="372"/>
                        </a:cubicBezTo>
                        <a:cubicBezTo>
                          <a:pt x="367" y="167"/>
                          <a:pt x="205" y="2"/>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8"/>
                  <p:cNvSpPr/>
                  <p:nvPr/>
                </p:nvSpPr>
                <p:spPr>
                  <a:xfrm>
                    <a:off x="226410" y="1685466"/>
                    <a:ext cx="23541" cy="47464"/>
                  </a:xfrm>
                  <a:custGeom>
                    <a:rect b="b" l="l" r="r" t="t"/>
                    <a:pathLst>
                      <a:path extrusionOk="0" h="742" w="368">
                        <a:moveTo>
                          <a:pt x="1" y="0"/>
                        </a:moveTo>
                        <a:lnTo>
                          <a:pt x="1" y="741"/>
                        </a:lnTo>
                        <a:cubicBezTo>
                          <a:pt x="205" y="738"/>
                          <a:pt x="367" y="576"/>
                          <a:pt x="367" y="370"/>
                        </a:cubicBezTo>
                        <a:cubicBezTo>
                          <a:pt x="367" y="165"/>
                          <a:pt x="205" y="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8"/>
                  <p:cNvSpPr/>
                  <p:nvPr/>
                </p:nvSpPr>
                <p:spPr>
                  <a:xfrm>
                    <a:off x="226410" y="1827409"/>
                    <a:ext cx="23541" cy="47464"/>
                  </a:xfrm>
                  <a:custGeom>
                    <a:rect b="b" l="l" r="r" t="t"/>
                    <a:pathLst>
                      <a:path extrusionOk="0" h="742" w="368">
                        <a:moveTo>
                          <a:pt x="1" y="0"/>
                        </a:moveTo>
                        <a:lnTo>
                          <a:pt x="1" y="741"/>
                        </a:lnTo>
                        <a:cubicBezTo>
                          <a:pt x="205" y="738"/>
                          <a:pt x="367" y="575"/>
                          <a:pt x="367" y="372"/>
                        </a:cubicBezTo>
                        <a:cubicBezTo>
                          <a:pt x="367" y="167"/>
                          <a:pt x="205" y="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8"/>
                  <p:cNvSpPr/>
                  <p:nvPr/>
                </p:nvSpPr>
                <p:spPr>
                  <a:xfrm>
                    <a:off x="226410" y="1969545"/>
                    <a:ext cx="23541" cy="47464"/>
                  </a:xfrm>
                  <a:custGeom>
                    <a:rect b="b" l="l" r="r" t="t"/>
                    <a:pathLst>
                      <a:path extrusionOk="0" h="742" w="368">
                        <a:moveTo>
                          <a:pt x="1" y="1"/>
                        </a:moveTo>
                        <a:lnTo>
                          <a:pt x="1" y="742"/>
                        </a:lnTo>
                        <a:cubicBezTo>
                          <a:pt x="205" y="739"/>
                          <a:pt x="367" y="577"/>
                          <a:pt x="367" y="370"/>
                        </a:cubicBezTo>
                        <a:cubicBezTo>
                          <a:pt x="367" y="166"/>
                          <a:pt x="205" y="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 name="Google Shape;619;p8"/>
                <p:cNvSpPr/>
                <p:nvPr/>
              </p:nvSpPr>
              <p:spPr>
                <a:xfrm>
                  <a:off x="991555" y="1408870"/>
                  <a:ext cx="47082" cy="39916"/>
                </a:xfrm>
                <a:custGeom>
                  <a:rect b="b" l="l" r="r" t="t"/>
                  <a:pathLst>
                    <a:path extrusionOk="0" h="624" w="736">
                      <a:moveTo>
                        <a:pt x="103" y="0"/>
                      </a:moveTo>
                      <a:cubicBezTo>
                        <a:pt x="39" y="67"/>
                        <a:pt x="1" y="154"/>
                        <a:pt x="1" y="252"/>
                      </a:cubicBezTo>
                      <a:cubicBezTo>
                        <a:pt x="1" y="457"/>
                        <a:pt x="166" y="624"/>
                        <a:pt x="372" y="624"/>
                      </a:cubicBezTo>
                      <a:cubicBezTo>
                        <a:pt x="553" y="624"/>
                        <a:pt x="707" y="488"/>
                        <a:pt x="735" y="310"/>
                      </a:cubicBezTo>
                      <a:cubicBezTo>
                        <a:pt x="532" y="193"/>
                        <a:pt x="320" y="88"/>
                        <a:pt x="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0" name="Google Shape;620;p8"/>
            <p:cNvGrpSpPr/>
            <p:nvPr/>
          </p:nvGrpSpPr>
          <p:grpSpPr>
            <a:xfrm>
              <a:off x="440908" y="301411"/>
              <a:ext cx="712015" cy="872505"/>
              <a:chOff x="-476487" y="1228650"/>
              <a:chExt cx="263475" cy="322875"/>
            </a:xfrm>
          </p:grpSpPr>
          <p:sp>
            <p:nvSpPr>
              <p:cNvPr id="621" name="Google Shape;621;p8"/>
              <p:cNvSpPr/>
              <p:nvPr/>
            </p:nvSpPr>
            <p:spPr>
              <a:xfrm>
                <a:off x="-476487" y="1228650"/>
                <a:ext cx="263475" cy="322875"/>
              </a:xfrm>
              <a:custGeom>
                <a:rect b="b" l="l" r="r" t="t"/>
                <a:pathLst>
                  <a:path extrusionOk="0" h="12915" w="10539">
                    <a:moveTo>
                      <a:pt x="1124" y="0"/>
                    </a:moveTo>
                    <a:lnTo>
                      <a:pt x="1" y="12848"/>
                    </a:lnTo>
                    <a:lnTo>
                      <a:pt x="8339" y="12900"/>
                    </a:lnTo>
                    <a:lnTo>
                      <a:pt x="10538" y="12915"/>
                    </a:lnTo>
                    <a:lnTo>
                      <a:pt x="10124" y="222"/>
                    </a:lnTo>
                    <a:lnTo>
                      <a:pt x="8471" y="182"/>
                    </a:lnTo>
                    <a:lnTo>
                      <a:pt x="1124"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 name="Google Shape;622;p8"/>
              <p:cNvGrpSpPr/>
              <p:nvPr/>
            </p:nvGrpSpPr>
            <p:grpSpPr>
              <a:xfrm>
                <a:off x="-476487" y="1228650"/>
                <a:ext cx="263475" cy="322875"/>
                <a:chOff x="-4190125" y="677000"/>
                <a:chExt cx="263475" cy="322875"/>
              </a:xfrm>
            </p:grpSpPr>
            <p:sp>
              <p:nvSpPr>
                <p:cNvPr id="623" name="Google Shape;623;p8"/>
                <p:cNvSpPr/>
                <p:nvPr/>
              </p:nvSpPr>
              <p:spPr>
                <a:xfrm>
                  <a:off x="-4190125" y="677000"/>
                  <a:ext cx="263475" cy="322875"/>
                </a:xfrm>
                <a:custGeom>
                  <a:rect b="b" l="l" r="r" t="t"/>
                  <a:pathLst>
                    <a:path extrusionOk="0" h="12915" w="10539">
                      <a:moveTo>
                        <a:pt x="1124" y="0"/>
                      </a:moveTo>
                      <a:lnTo>
                        <a:pt x="1" y="12848"/>
                      </a:lnTo>
                      <a:lnTo>
                        <a:pt x="8339" y="12900"/>
                      </a:lnTo>
                      <a:lnTo>
                        <a:pt x="10538" y="12915"/>
                      </a:lnTo>
                      <a:lnTo>
                        <a:pt x="10124" y="222"/>
                      </a:lnTo>
                      <a:lnTo>
                        <a:pt x="8471" y="183"/>
                      </a:lnTo>
                      <a:lnTo>
                        <a:pt x="11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8"/>
                <p:cNvSpPr/>
                <p:nvPr/>
              </p:nvSpPr>
              <p:spPr>
                <a:xfrm>
                  <a:off x="-3981650" y="681550"/>
                  <a:ext cx="55000" cy="318325"/>
                </a:xfrm>
                <a:custGeom>
                  <a:rect b="b" l="l" r="r" t="t"/>
                  <a:pathLst>
                    <a:path extrusionOk="0" h="12733" w="2200">
                      <a:moveTo>
                        <a:pt x="132" y="1"/>
                      </a:moveTo>
                      <a:lnTo>
                        <a:pt x="0" y="12718"/>
                      </a:lnTo>
                      <a:lnTo>
                        <a:pt x="2199" y="12733"/>
                      </a:lnTo>
                      <a:lnTo>
                        <a:pt x="1785" y="40"/>
                      </a:lnTo>
                      <a:lnTo>
                        <a:pt x="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8"/>
                <p:cNvSpPr/>
                <p:nvPr/>
              </p:nvSpPr>
              <p:spPr>
                <a:xfrm>
                  <a:off x="-4130225" y="705650"/>
                  <a:ext cx="97075" cy="90600"/>
                </a:xfrm>
                <a:custGeom>
                  <a:rect b="b" l="l" r="r" t="t"/>
                  <a:pathLst>
                    <a:path extrusionOk="0" h="3624" w="3883">
                      <a:moveTo>
                        <a:pt x="1944" y="1"/>
                      </a:moveTo>
                      <a:cubicBezTo>
                        <a:pt x="1853" y="1"/>
                        <a:pt x="1761" y="7"/>
                        <a:pt x="1669" y="21"/>
                      </a:cubicBezTo>
                      <a:cubicBezTo>
                        <a:pt x="679" y="172"/>
                        <a:pt x="0" y="1096"/>
                        <a:pt x="151" y="2084"/>
                      </a:cubicBezTo>
                      <a:cubicBezTo>
                        <a:pt x="287" y="2982"/>
                        <a:pt x="1060" y="3623"/>
                        <a:pt x="1940" y="3623"/>
                      </a:cubicBezTo>
                      <a:cubicBezTo>
                        <a:pt x="2030" y="3623"/>
                        <a:pt x="2122" y="3617"/>
                        <a:pt x="2215" y="3603"/>
                      </a:cubicBezTo>
                      <a:cubicBezTo>
                        <a:pt x="3203" y="3452"/>
                        <a:pt x="3882" y="2527"/>
                        <a:pt x="3732" y="1539"/>
                      </a:cubicBezTo>
                      <a:cubicBezTo>
                        <a:pt x="3595" y="642"/>
                        <a:pt x="2823" y="1"/>
                        <a:pt x="1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8"/>
                <p:cNvSpPr/>
                <p:nvPr/>
              </p:nvSpPr>
              <p:spPr>
                <a:xfrm>
                  <a:off x="-4100850" y="732800"/>
                  <a:ext cx="38350" cy="36275"/>
                </a:xfrm>
                <a:custGeom>
                  <a:rect b="b" l="l" r="r" t="t"/>
                  <a:pathLst>
                    <a:path extrusionOk="0" h="1451" w="1534">
                      <a:moveTo>
                        <a:pt x="765" y="1"/>
                      </a:moveTo>
                      <a:cubicBezTo>
                        <a:pt x="402" y="1"/>
                        <a:pt x="90" y="272"/>
                        <a:pt x="47" y="641"/>
                      </a:cubicBezTo>
                      <a:cubicBezTo>
                        <a:pt x="1" y="1039"/>
                        <a:pt x="285" y="1399"/>
                        <a:pt x="683" y="1445"/>
                      </a:cubicBezTo>
                      <a:cubicBezTo>
                        <a:pt x="711" y="1449"/>
                        <a:pt x="740" y="1450"/>
                        <a:pt x="768" y="1450"/>
                      </a:cubicBezTo>
                      <a:cubicBezTo>
                        <a:pt x="1130" y="1450"/>
                        <a:pt x="1443" y="1178"/>
                        <a:pt x="1487" y="810"/>
                      </a:cubicBezTo>
                      <a:cubicBezTo>
                        <a:pt x="1533" y="412"/>
                        <a:pt x="1247" y="52"/>
                        <a:pt x="850" y="6"/>
                      </a:cubicBezTo>
                      <a:cubicBezTo>
                        <a:pt x="821" y="2"/>
                        <a:pt x="793"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8"/>
                <p:cNvSpPr/>
                <p:nvPr/>
              </p:nvSpPr>
              <p:spPr>
                <a:xfrm>
                  <a:off x="-4155525" y="827725"/>
                  <a:ext cx="133525" cy="126375"/>
                </a:xfrm>
                <a:custGeom>
                  <a:rect b="b" l="l" r="r" t="t"/>
                  <a:pathLst>
                    <a:path extrusionOk="0" h="5055" w="5341">
                      <a:moveTo>
                        <a:pt x="2668" y="1"/>
                      </a:moveTo>
                      <a:cubicBezTo>
                        <a:pt x="1402" y="1"/>
                        <a:pt x="309" y="950"/>
                        <a:pt x="161" y="2237"/>
                      </a:cubicBezTo>
                      <a:cubicBezTo>
                        <a:pt x="1" y="3623"/>
                        <a:pt x="993" y="4875"/>
                        <a:pt x="2379" y="5037"/>
                      </a:cubicBezTo>
                      <a:cubicBezTo>
                        <a:pt x="2478" y="5049"/>
                        <a:pt x="2575" y="5054"/>
                        <a:pt x="2672" y="5054"/>
                      </a:cubicBezTo>
                      <a:cubicBezTo>
                        <a:pt x="3937" y="5054"/>
                        <a:pt x="5030" y="4105"/>
                        <a:pt x="5179" y="2819"/>
                      </a:cubicBezTo>
                      <a:cubicBezTo>
                        <a:pt x="5340" y="1433"/>
                        <a:pt x="4346" y="179"/>
                        <a:pt x="2960" y="18"/>
                      </a:cubicBezTo>
                      <a:cubicBezTo>
                        <a:pt x="2862" y="6"/>
                        <a:pt x="2764" y="1"/>
                        <a:pt x="2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8"/>
                <p:cNvSpPr/>
                <p:nvPr/>
              </p:nvSpPr>
              <p:spPr>
                <a:xfrm>
                  <a:off x="-4116600" y="864625"/>
                  <a:ext cx="55600" cy="52625"/>
                </a:xfrm>
                <a:custGeom>
                  <a:rect b="b" l="l" r="r" t="t"/>
                  <a:pathLst>
                    <a:path extrusionOk="0" h="2105" w="2224">
                      <a:moveTo>
                        <a:pt x="1111" y="0"/>
                      </a:moveTo>
                      <a:cubicBezTo>
                        <a:pt x="584" y="0"/>
                        <a:pt x="130" y="394"/>
                        <a:pt x="68" y="931"/>
                      </a:cubicBezTo>
                      <a:cubicBezTo>
                        <a:pt x="1" y="1508"/>
                        <a:pt x="415" y="2030"/>
                        <a:pt x="991" y="2097"/>
                      </a:cubicBezTo>
                      <a:cubicBezTo>
                        <a:pt x="1032" y="2102"/>
                        <a:pt x="1073" y="2104"/>
                        <a:pt x="1113" y="2104"/>
                      </a:cubicBezTo>
                      <a:cubicBezTo>
                        <a:pt x="1640" y="2104"/>
                        <a:pt x="2095" y="1709"/>
                        <a:pt x="2158" y="1173"/>
                      </a:cubicBezTo>
                      <a:cubicBezTo>
                        <a:pt x="2224" y="596"/>
                        <a:pt x="1810" y="74"/>
                        <a:pt x="1234" y="7"/>
                      </a:cubicBezTo>
                      <a:cubicBezTo>
                        <a:pt x="1193" y="2"/>
                        <a:pt x="1152"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8"/>
                <p:cNvSpPr/>
                <p:nvPr/>
              </p:nvSpPr>
              <p:spPr>
                <a:xfrm>
                  <a:off x="-3999000" y="687450"/>
                  <a:ext cx="11200" cy="10600"/>
                </a:xfrm>
                <a:custGeom>
                  <a:rect b="b" l="l" r="r" t="t"/>
                  <a:pathLst>
                    <a:path extrusionOk="0" h="424" w="448">
                      <a:moveTo>
                        <a:pt x="224" y="1"/>
                      </a:moveTo>
                      <a:cubicBezTo>
                        <a:pt x="118" y="1"/>
                        <a:pt x="26" y="80"/>
                        <a:pt x="14" y="188"/>
                      </a:cubicBezTo>
                      <a:cubicBezTo>
                        <a:pt x="1" y="304"/>
                        <a:pt x="83" y="408"/>
                        <a:pt x="200" y="422"/>
                      </a:cubicBezTo>
                      <a:cubicBezTo>
                        <a:pt x="208" y="423"/>
                        <a:pt x="216" y="424"/>
                        <a:pt x="225" y="424"/>
                      </a:cubicBezTo>
                      <a:cubicBezTo>
                        <a:pt x="330" y="424"/>
                        <a:pt x="422" y="345"/>
                        <a:pt x="434" y="237"/>
                      </a:cubicBezTo>
                      <a:cubicBezTo>
                        <a:pt x="448" y="121"/>
                        <a:pt x="365" y="16"/>
                        <a:pt x="248" y="2"/>
                      </a:cubicBezTo>
                      <a:cubicBezTo>
                        <a:pt x="240" y="1"/>
                        <a:pt x="232"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8"/>
                <p:cNvSpPr/>
                <p:nvPr/>
              </p:nvSpPr>
              <p:spPr>
                <a:xfrm>
                  <a:off x="-4158425" y="683025"/>
                  <a:ext cx="11175" cy="10625"/>
                </a:xfrm>
                <a:custGeom>
                  <a:rect b="b" l="l" r="r" t="t"/>
                  <a:pathLst>
                    <a:path extrusionOk="0" h="425" w="447">
                      <a:moveTo>
                        <a:pt x="225" y="1"/>
                      </a:moveTo>
                      <a:cubicBezTo>
                        <a:pt x="119" y="1"/>
                        <a:pt x="27" y="80"/>
                        <a:pt x="14" y="188"/>
                      </a:cubicBezTo>
                      <a:cubicBezTo>
                        <a:pt x="0" y="304"/>
                        <a:pt x="83" y="408"/>
                        <a:pt x="199" y="423"/>
                      </a:cubicBezTo>
                      <a:cubicBezTo>
                        <a:pt x="207" y="424"/>
                        <a:pt x="215" y="424"/>
                        <a:pt x="222" y="424"/>
                      </a:cubicBezTo>
                      <a:cubicBezTo>
                        <a:pt x="328" y="424"/>
                        <a:pt x="421" y="345"/>
                        <a:pt x="434" y="237"/>
                      </a:cubicBezTo>
                      <a:cubicBezTo>
                        <a:pt x="447" y="120"/>
                        <a:pt x="364" y="16"/>
                        <a:pt x="248" y="2"/>
                      </a:cubicBezTo>
                      <a:cubicBezTo>
                        <a:pt x="240" y="1"/>
                        <a:pt x="232"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8"/>
                <p:cNvSpPr/>
                <p:nvPr/>
              </p:nvSpPr>
              <p:spPr>
                <a:xfrm>
                  <a:off x="-4183975" y="979075"/>
                  <a:ext cx="11200" cy="10625"/>
                </a:xfrm>
                <a:custGeom>
                  <a:rect b="b" l="l" r="r" t="t"/>
                  <a:pathLst>
                    <a:path extrusionOk="0" h="425" w="448">
                      <a:moveTo>
                        <a:pt x="225" y="1"/>
                      </a:moveTo>
                      <a:cubicBezTo>
                        <a:pt x="118" y="1"/>
                        <a:pt x="25" y="80"/>
                        <a:pt x="14" y="188"/>
                      </a:cubicBezTo>
                      <a:cubicBezTo>
                        <a:pt x="0" y="304"/>
                        <a:pt x="83" y="409"/>
                        <a:pt x="200" y="423"/>
                      </a:cubicBezTo>
                      <a:cubicBezTo>
                        <a:pt x="207" y="424"/>
                        <a:pt x="215" y="424"/>
                        <a:pt x="223" y="424"/>
                      </a:cubicBezTo>
                      <a:cubicBezTo>
                        <a:pt x="329" y="424"/>
                        <a:pt x="421" y="345"/>
                        <a:pt x="434" y="237"/>
                      </a:cubicBezTo>
                      <a:cubicBezTo>
                        <a:pt x="447" y="121"/>
                        <a:pt x="365" y="16"/>
                        <a:pt x="248" y="2"/>
                      </a:cubicBezTo>
                      <a:cubicBezTo>
                        <a:pt x="240" y="1"/>
                        <a:pt x="233"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8"/>
                <p:cNvSpPr/>
                <p:nvPr/>
              </p:nvSpPr>
              <p:spPr>
                <a:xfrm>
                  <a:off x="-4000300" y="980975"/>
                  <a:ext cx="11200" cy="10600"/>
                </a:xfrm>
                <a:custGeom>
                  <a:rect b="b" l="l" r="r" t="t"/>
                  <a:pathLst>
                    <a:path extrusionOk="0" h="424" w="448">
                      <a:moveTo>
                        <a:pt x="222" y="1"/>
                      </a:moveTo>
                      <a:cubicBezTo>
                        <a:pt x="115" y="1"/>
                        <a:pt x="25" y="81"/>
                        <a:pt x="14" y="188"/>
                      </a:cubicBezTo>
                      <a:cubicBezTo>
                        <a:pt x="0" y="305"/>
                        <a:pt x="83" y="409"/>
                        <a:pt x="199" y="422"/>
                      </a:cubicBezTo>
                      <a:cubicBezTo>
                        <a:pt x="208" y="423"/>
                        <a:pt x="216" y="424"/>
                        <a:pt x="224" y="424"/>
                      </a:cubicBezTo>
                      <a:cubicBezTo>
                        <a:pt x="329" y="424"/>
                        <a:pt x="420" y="345"/>
                        <a:pt x="434" y="237"/>
                      </a:cubicBezTo>
                      <a:cubicBezTo>
                        <a:pt x="447" y="121"/>
                        <a:pt x="363" y="17"/>
                        <a:pt x="248" y="2"/>
                      </a:cubicBezTo>
                      <a:cubicBezTo>
                        <a:pt x="239" y="1"/>
                        <a:pt x="230" y="1"/>
                        <a:pt x="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3" name="Google Shape;633;p8"/>
            <p:cNvGrpSpPr/>
            <p:nvPr/>
          </p:nvGrpSpPr>
          <p:grpSpPr>
            <a:xfrm>
              <a:off x="1036125" y="239491"/>
              <a:ext cx="256221" cy="256445"/>
              <a:chOff x="5062659" y="967188"/>
              <a:chExt cx="109716" cy="109813"/>
            </a:xfrm>
          </p:grpSpPr>
          <p:sp>
            <p:nvSpPr>
              <p:cNvPr id="634" name="Google Shape;634;p8"/>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8"/>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8"/>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 name="Google Shape;637;p8"/>
            <p:cNvGrpSpPr/>
            <p:nvPr/>
          </p:nvGrpSpPr>
          <p:grpSpPr>
            <a:xfrm>
              <a:off x="440892" y="1880398"/>
              <a:ext cx="221270" cy="205069"/>
              <a:chOff x="3508459" y="336863"/>
              <a:chExt cx="94750" cy="87813"/>
            </a:xfrm>
          </p:grpSpPr>
          <p:sp>
            <p:nvSpPr>
              <p:cNvPr id="638" name="Google Shape;638;p8"/>
              <p:cNvSpPr/>
              <p:nvPr/>
            </p:nvSpPr>
            <p:spPr>
              <a:xfrm>
                <a:off x="3508459" y="336863"/>
                <a:ext cx="94750" cy="86125"/>
              </a:xfrm>
              <a:custGeom>
                <a:rect b="b" l="l" r="r" t="t"/>
                <a:pathLst>
                  <a:path extrusionOk="0" h="3445" w="3790">
                    <a:moveTo>
                      <a:pt x="1897" y="0"/>
                    </a:moveTo>
                    <a:cubicBezTo>
                      <a:pt x="1766" y="0"/>
                      <a:pt x="1633" y="15"/>
                      <a:pt x="1500" y="47"/>
                    </a:cubicBezTo>
                    <a:cubicBezTo>
                      <a:pt x="574" y="265"/>
                      <a:pt x="0" y="1192"/>
                      <a:pt x="219" y="2118"/>
                    </a:cubicBezTo>
                    <a:cubicBezTo>
                      <a:pt x="406" y="2911"/>
                      <a:pt x="1114" y="3445"/>
                      <a:pt x="1895" y="3445"/>
                    </a:cubicBezTo>
                    <a:cubicBezTo>
                      <a:pt x="2026" y="3445"/>
                      <a:pt x="2159" y="3430"/>
                      <a:pt x="2291" y="3399"/>
                    </a:cubicBezTo>
                    <a:cubicBezTo>
                      <a:pt x="3217" y="3180"/>
                      <a:pt x="3790" y="2252"/>
                      <a:pt x="3571" y="1326"/>
                    </a:cubicBezTo>
                    <a:cubicBezTo>
                      <a:pt x="3384" y="534"/>
                      <a:pt x="2678" y="0"/>
                      <a:pt x="1897"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8"/>
              <p:cNvSpPr/>
              <p:nvPr/>
            </p:nvSpPr>
            <p:spPr>
              <a:xfrm>
                <a:off x="3514125" y="338525"/>
                <a:ext cx="86100" cy="86150"/>
              </a:xfrm>
              <a:custGeom>
                <a:rect b="b" l="l" r="r" t="t"/>
                <a:pathLst>
                  <a:path extrusionOk="0" h="3446" w="3444">
                    <a:moveTo>
                      <a:pt x="1721" y="1"/>
                    </a:moveTo>
                    <a:cubicBezTo>
                      <a:pt x="771" y="1"/>
                      <a:pt x="0" y="772"/>
                      <a:pt x="0" y="1723"/>
                    </a:cubicBezTo>
                    <a:cubicBezTo>
                      <a:pt x="0" y="2674"/>
                      <a:pt x="771" y="3445"/>
                      <a:pt x="1721" y="3445"/>
                    </a:cubicBezTo>
                    <a:cubicBezTo>
                      <a:pt x="2673" y="3445"/>
                      <a:pt x="3444" y="2674"/>
                      <a:pt x="3444" y="1723"/>
                    </a:cubicBezTo>
                    <a:cubicBezTo>
                      <a:pt x="3444" y="772"/>
                      <a:pt x="2673" y="1"/>
                      <a:pt x="17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8"/>
              <p:cNvSpPr/>
              <p:nvPr/>
            </p:nvSpPr>
            <p:spPr>
              <a:xfrm>
                <a:off x="3514125" y="338525"/>
                <a:ext cx="86100" cy="43075"/>
              </a:xfrm>
              <a:custGeom>
                <a:rect b="b" l="l" r="r" t="t"/>
                <a:pathLst>
                  <a:path extrusionOk="0" h="1723" w="3444">
                    <a:moveTo>
                      <a:pt x="1721" y="1"/>
                    </a:moveTo>
                    <a:cubicBezTo>
                      <a:pt x="771" y="1"/>
                      <a:pt x="0" y="771"/>
                      <a:pt x="0" y="1723"/>
                    </a:cubicBezTo>
                    <a:lnTo>
                      <a:pt x="3444" y="1723"/>
                    </a:lnTo>
                    <a:cubicBezTo>
                      <a:pt x="3444" y="772"/>
                      <a:pt x="2674" y="1"/>
                      <a:pt x="17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 name="Google Shape;641;p8"/>
            <p:cNvGrpSpPr/>
            <p:nvPr/>
          </p:nvGrpSpPr>
          <p:grpSpPr>
            <a:xfrm>
              <a:off x="1677743" y="4604000"/>
              <a:ext cx="311217" cy="295912"/>
              <a:chOff x="5164484" y="526738"/>
              <a:chExt cx="133266" cy="126713"/>
            </a:xfrm>
          </p:grpSpPr>
          <p:sp>
            <p:nvSpPr>
              <p:cNvPr id="642" name="Google Shape;642;p8"/>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8"/>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 name="Google Shape;644;p8"/>
            <p:cNvGrpSpPr/>
            <p:nvPr/>
          </p:nvGrpSpPr>
          <p:grpSpPr>
            <a:xfrm>
              <a:off x="8394504" y="495922"/>
              <a:ext cx="370592" cy="370700"/>
              <a:chOff x="5038846" y="235350"/>
              <a:chExt cx="158691" cy="158738"/>
            </a:xfrm>
          </p:grpSpPr>
          <p:sp>
            <p:nvSpPr>
              <p:cNvPr id="645" name="Google Shape;645;p8"/>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8"/>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 name="Google Shape;647;p8"/>
            <p:cNvGrpSpPr/>
            <p:nvPr/>
          </p:nvGrpSpPr>
          <p:grpSpPr>
            <a:xfrm>
              <a:off x="8230628" y="3893463"/>
              <a:ext cx="616032" cy="908519"/>
              <a:chOff x="2960759" y="2145213"/>
              <a:chExt cx="263791" cy="389038"/>
            </a:xfrm>
          </p:grpSpPr>
          <p:sp>
            <p:nvSpPr>
              <p:cNvPr id="648" name="Google Shape;648;p8"/>
              <p:cNvSpPr/>
              <p:nvPr/>
            </p:nvSpPr>
            <p:spPr>
              <a:xfrm>
                <a:off x="2960759" y="2145213"/>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8"/>
              <p:cNvSpPr/>
              <p:nvPr/>
            </p:nvSpPr>
            <p:spPr>
              <a:xfrm>
                <a:off x="2962150" y="2146650"/>
                <a:ext cx="262400" cy="387600"/>
              </a:xfrm>
              <a:custGeom>
                <a:rect b="b" l="l" r="r" t="t"/>
                <a:pathLst>
                  <a:path extrusionOk="0" h="15504" w="10496">
                    <a:moveTo>
                      <a:pt x="1" y="1"/>
                    </a:moveTo>
                    <a:lnTo>
                      <a:pt x="1" y="10256"/>
                    </a:lnTo>
                    <a:cubicBezTo>
                      <a:pt x="1" y="13154"/>
                      <a:pt x="2349" y="15503"/>
                      <a:pt x="5248" y="15503"/>
                    </a:cubicBezTo>
                    <a:cubicBezTo>
                      <a:pt x="8145" y="15503"/>
                      <a:pt x="10496" y="13155"/>
                      <a:pt x="10496" y="10256"/>
                    </a:cubicBezTo>
                    <a:lnTo>
                      <a:pt x="104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8"/>
              <p:cNvSpPr/>
              <p:nvPr/>
            </p:nvSpPr>
            <p:spPr>
              <a:xfrm>
                <a:off x="3010300" y="2194800"/>
                <a:ext cx="166125" cy="291300"/>
              </a:xfrm>
              <a:custGeom>
                <a:rect b="b" l="l" r="r" t="t"/>
                <a:pathLst>
                  <a:path extrusionOk="0" h="11652" w="6645">
                    <a:moveTo>
                      <a:pt x="0" y="0"/>
                    </a:moveTo>
                    <a:lnTo>
                      <a:pt x="0" y="8330"/>
                    </a:lnTo>
                    <a:cubicBezTo>
                      <a:pt x="0" y="10162"/>
                      <a:pt x="1490" y="11652"/>
                      <a:pt x="3322" y="11652"/>
                    </a:cubicBezTo>
                    <a:cubicBezTo>
                      <a:pt x="5154" y="11652"/>
                      <a:pt x="6644" y="10162"/>
                      <a:pt x="6644" y="8330"/>
                    </a:cubicBezTo>
                    <a:lnTo>
                      <a:pt x="6644" y="0"/>
                    </a:lnTo>
                    <a:close/>
                  </a:path>
                </a:pathLst>
              </a:custGeom>
              <a:solidFill>
                <a:srgbClr val="4731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8"/>
              <p:cNvSpPr/>
              <p:nvPr/>
            </p:nvSpPr>
            <p:spPr>
              <a:xfrm>
                <a:off x="3010300" y="2194800"/>
                <a:ext cx="166125" cy="291300"/>
              </a:xfrm>
              <a:custGeom>
                <a:rect b="b" l="l" r="r" t="t"/>
                <a:pathLst>
                  <a:path extrusionOk="0" h="11652" w="6645">
                    <a:moveTo>
                      <a:pt x="0" y="0"/>
                    </a:moveTo>
                    <a:lnTo>
                      <a:pt x="0" y="8330"/>
                    </a:lnTo>
                    <a:cubicBezTo>
                      <a:pt x="0" y="10162"/>
                      <a:pt x="1490" y="11652"/>
                      <a:pt x="3322" y="11652"/>
                    </a:cubicBezTo>
                    <a:cubicBezTo>
                      <a:pt x="5154" y="11652"/>
                      <a:pt x="6644" y="10162"/>
                      <a:pt x="6644" y="8330"/>
                    </a:cubicBezTo>
                    <a:lnTo>
                      <a:pt x="66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8"/>
              <p:cNvSpPr/>
              <p:nvPr/>
            </p:nvSpPr>
            <p:spPr>
              <a:xfrm>
                <a:off x="3034325" y="2218900"/>
                <a:ext cx="118000" cy="243175"/>
              </a:xfrm>
              <a:custGeom>
                <a:rect b="b" l="l" r="r" t="t"/>
                <a:pathLst>
                  <a:path extrusionOk="0" h="9727" w="4720">
                    <a:moveTo>
                      <a:pt x="0" y="0"/>
                    </a:moveTo>
                    <a:lnTo>
                      <a:pt x="0" y="7367"/>
                    </a:lnTo>
                    <a:cubicBezTo>
                      <a:pt x="0" y="8669"/>
                      <a:pt x="1058" y="9727"/>
                      <a:pt x="2360" y="9727"/>
                    </a:cubicBezTo>
                    <a:cubicBezTo>
                      <a:pt x="3662" y="9727"/>
                      <a:pt x="4719" y="8667"/>
                      <a:pt x="4719" y="7367"/>
                    </a:cubicBezTo>
                    <a:lnTo>
                      <a:pt x="47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8"/>
              <p:cNvSpPr/>
              <p:nvPr/>
            </p:nvSpPr>
            <p:spPr>
              <a:xfrm>
                <a:off x="3058425" y="2242950"/>
                <a:ext cx="69825" cy="194975"/>
              </a:xfrm>
              <a:custGeom>
                <a:rect b="b" l="l" r="r" t="t"/>
                <a:pathLst>
                  <a:path extrusionOk="0" h="7799" w="2793">
                    <a:moveTo>
                      <a:pt x="1" y="0"/>
                    </a:moveTo>
                    <a:lnTo>
                      <a:pt x="1" y="6404"/>
                    </a:lnTo>
                    <a:cubicBezTo>
                      <a:pt x="1" y="7173"/>
                      <a:pt x="628" y="7799"/>
                      <a:pt x="1397" y="7799"/>
                    </a:cubicBezTo>
                    <a:cubicBezTo>
                      <a:pt x="2166" y="7799"/>
                      <a:pt x="2793" y="7174"/>
                      <a:pt x="2793" y="6404"/>
                    </a:cubicBezTo>
                    <a:lnTo>
                      <a:pt x="2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8"/>
              <p:cNvSpPr/>
              <p:nvPr/>
            </p:nvSpPr>
            <p:spPr>
              <a:xfrm>
                <a:off x="3082450" y="2267050"/>
                <a:ext cx="21725" cy="146875"/>
              </a:xfrm>
              <a:custGeom>
                <a:rect b="b" l="l" r="r" t="t"/>
                <a:pathLst>
                  <a:path extrusionOk="0" h="5875" w="869">
                    <a:moveTo>
                      <a:pt x="1" y="0"/>
                    </a:moveTo>
                    <a:lnTo>
                      <a:pt x="1" y="5441"/>
                    </a:lnTo>
                    <a:cubicBezTo>
                      <a:pt x="1" y="5680"/>
                      <a:pt x="196" y="5874"/>
                      <a:pt x="435" y="5874"/>
                    </a:cubicBezTo>
                    <a:cubicBezTo>
                      <a:pt x="674" y="5874"/>
                      <a:pt x="869" y="5680"/>
                      <a:pt x="869" y="5441"/>
                    </a:cubicBezTo>
                    <a:lnTo>
                      <a:pt x="8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 name="Google Shape;655;p8"/>
            <p:cNvGrpSpPr/>
            <p:nvPr/>
          </p:nvGrpSpPr>
          <p:grpSpPr>
            <a:xfrm>
              <a:off x="8009250" y="4027696"/>
              <a:ext cx="221386" cy="221386"/>
              <a:chOff x="5035425" y="2779450"/>
              <a:chExt cx="94800" cy="94800"/>
            </a:xfrm>
          </p:grpSpPr>
          <p:sp>
            <p:nvSpPr>
              <p:cNvPr id="656" name="Google Shape;656;p8"/>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8"/>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 name="Google Shape;658;p8"/>
            <p:cNvGrpSpPr/>
            <p:nvPr/>
          </p:nvGrpSpPr>
          <p:grpSpPr>
            <a:xfrm>
              <a:off x="440901" y="4269545"/>
              <a:ext cx="1033050" cy="758384"/>
              <a:chOff x="-3031700" y="3408550"/>
              <a:chExt cx="323475" cy="237463"/>
            </a:xfrm>
          </p:grpSpPr>
          <p:sp>
            <p:nvSpPr>
              <p:cNvPr id="659" name="Google Shape;659;p8"/>
              <p:cNvSpPr/>
              <p:nvPr/>
            </p:nvSpPr>
            <p:spPr>
              <a:xfrm>
                <a:off x="-3031700" y="3408550"/>
                <a:ext cx="323425" cy="236300"/>
              </a:xfrm>
              <a:custGeom>
                <a:rect b="b" l="l" r="r" t="t"/>
                <a:pathLst>
                  <a:path extrusionOk="0" h="9452" w="12937">
                    <a:moveTo>
                      <a:pt x="6968" y="1"/>
                    </a:moveTo>
                    <a:cubicBezTo>
                      <a:pt x="6829" y="1"/>
                      <a:pt x="6706" y="95"/>
                      <a:pt x="6686" y="228"/>
                    </a:cubicBezTo>
                    <a:lnTo>
                      <a:pt x="6684" y="228"/>
                    </a:lnTo>
                    <a:cubicBezTo>
                      <a:pt x="6683" y="239"/>
                      <a:pt x="6682" y="251"/>
                      <a:pt x="6682" y="263"/>
                    </a:cubicBezTo>
                    <a:lnTo>
                      <a:pt x="6682" y="289"/>
                    </a:lnTo>
                    <a:lnTo>
                      <a:pt x="792" y="289"/>
                    </a:lnTo>
                    <a:cubicBezTo>
                      <a:pt x="356" y="289"/>
                      <a:pt x="1" y="642"/>
                      <a:pt x="1" y="1079"/>
                    </a:cubicBezTo>
                    <a:lnTo>
                      <a:pt x="1" y="8660"/>
                    </a:lnTo>
                    <a:cubicBezTo>
                      <a:pt x="1" y="9097"/>
                      <a:pt x="355" y="9452"/>
                      <a:pt x="792" y="9452"/>
                    </a:cubicBezTo>
                    <a:lnTo>
                      <a:pt x="12146" y="9452"/>
                    </a:lnTo>
                    <a:cubicBezTo>
                      <a:pt x="12583" y="9452"/>
                      <a:pt x="12937" y="9098"/>
                      <a:pt x="12937" y="8660"/>
                    </a:cubicBezTo>
                    <a:lnTo>
                      <a:pt x="12937" y="1079"/>
                    </a:lnTo>
                    <a:cubicBezTo>
                      <a:pt x="12936" y="642"/>
                      <a:pt x="12583" y="289"/>
                      <a:pt x="12146" y="289"/>
                    </a:cubicBezTo>
                    <a:lnTo>
                      <a:pt x="11872" y="289"/>
                    </a:lnTo>
                    <a:lnTo>
                      <a:pt x="11872" y="263"/>
                    </a:lnTo>
                    <a:cubicBezTo>
                      <a:pt x="11872" y="251"/>
                      <a:pt x="11870" y="239"/>
                      <a:pt x="11869" y="228"/>
                    </a:cubicBezTo>
                    <a:lnTo>
                      <a:pt x="11868" y="228"/>
                    </a:lnTo>
                    <a:cubicBezTo>
                      <a:pt x="11851" y="95"/>
                      <a:pt x="11743" y="1"/>
                      <a:pt x="11604" y="1"/>
                    </a:cubicBezTo>
                    <a:lnTo>
                      <a:pt x="10284" y="1"/>
                    </a:lnTo>
                    <a:lnTo>
                      <a:pt x="10284" y="228"/>
                    </a:lnTo>
                    <a:lnTo>
                      <a:pt x="10284" y="288"/>
                    </a:lnTo>
                    <a:lnTo>
                      <a:pt x="10085" y="288"/>
                    </a:lnTo>
                    <a:lnTo>
                      <a:pt x="10085" y="228"/>
                    </a:lnTo>
                    <a:lnTo>
                      <a:pt x="10085" y="1"/>
                    </a:lnTo>
                    <a:lnTo>
                      <a:pt x="8497" y="1"/>
                    </a:lnTo>
                    <a:lnTo>
                      <a:pt x="8497" y="228"/>
                    </a:lnTo>
                    <a:lnTo>
                      <a:pt x="8497" y="288"/>
                    </a:lnTo>
                    <a:lnTo>
                      <a:pt x="8270" y="288"/>
                    </a:lnTo>
                    <a:lnTo>
                      <a:pt x="8270" y="228"/>
                    </a:lnTo>
                    <a:lnTo>
                      <a:pt x="8270" y="1"/>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 name="Google Shape;660;p8"/>
              <p:cNvGrpSpPr/>
              <p:nvPr/>
            </p:nvGrpSpPr>
            <p:grpSpPr>
              <a:xfrm>
                <a:off x="-3031650" y="3408613"/>
                <a:ext cx="323425" cy="237400"/>
                <a:chOff x="-2707800" y="2378775"/>
                <a:chExt cx="323425" cy="237400"/>
              </a:xfrm>
            </p:grpSpPr>
            <p:sp>
              <p:nvSpPr>
                <p:cNvPr id="661" name="Google Shape;661;p8"/>
                <p:cNvSpPr/>
                <p:nvPr/>
              </p:nvSpPr>
              <p:spPr>
                <a:xfrm>
                  <a:off x="-2540875" y="2378775"/>
                  <a:ext cx="39725" cy="29125"/>
                </a:xfrm>
                <a:custGeom>
                  <a:rect b="b" l="l" r="r" t="t"/>
                  <a:pathLst>
                    <a:path extrusionOk="0" h="1165" w="1589">
                      <a:moveTo>
                        <a:pt x="287" y="1"/>
                      </a:moveTo>
                      <a:cubicBezTo>
                        <a:pt x="147" y="2"/>
                        <a:pt x="24" y="96"/>
                        <a:pt x="4" y="229"/>
                      </a:cubicBezTo>
                      <a:cubicBezTo>
                        <a:pt x="2" y="240"/>
                        <a:pt x="1" y="252"/>
                        <a:pt x="1" y="263"/>
                      </a:cubicBezTo>
                      <a:lnTo>
                        <a:pt x="1" y="1165"/>
                      </a:lnTo>
                      <a:lnTo>
                        <a:pt x="1588" y="1165"/>
                      </a:lnTo>
                      <a:lnTo>
                        <a:pt x="1588" y="228"/>
                      </a:lnTo>
                      <a:lnTo>
                        <a:pt x="15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8"/>
                <p:cNvSpPr/>
                <p:nvPr/>
              </p:nvSpPr>
              <p:spPr>
                <a:xfrm>
                  <a:off x="-2495450" y="2378800"/>
                  <a:ext cx="39700" cy="29075"/>
                </a:xfrm>
                <a:custGeom>
                  <a:rect b="b" l="l" r="r" t="t"/>
                  <a:pathLst>
                    <a:path extrusionOk="0" h="1163" w="1588">
                      <a:moveTo>
                        <a:pt x="0" y="1"/>
                      </a:moveTo>
                      <a:lnTo>
                        <a:pt x="0" y="228"/>
                      </a:lnTo>
                      <a:lnTo>
                        <a:pt x="0" y="1163"/>
                      </a:lnTo>
                      <a:lnTo>
                        <a:pt x="1587" y="1163"/>
                      </a:lnTo>
                      <a:lnTo>
                        <a:pt x="1587" y="228"/>
                      </a:lnTo>
                      <a:lnTo>
                        <a:pt x="15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8"/>
                <p:cNvSpPr/>
                <p:nvPr/>
              </p:nvSpPr>
              <p:spPr>
                <a:xfrm>
                  <a:off x="-2450775" y="2378775"/>
                  <a:ext cx="39725" cy="29125"/>
                </a:xfrm>
                <a:custGeom>
                  <a:rect b="b" l="l" r="r" t="t"/>
                  <a:pathLst>
                    <a:path extrusionOk="0" h="1165" w="1589">
                      <a:moveTo>
                        <a:pt x="1" y="1"/>
                      </a:moveTo>
                      <a:lnTo>
                        <a:pt x="1" y="229"/>
                      </a:lnTo>
                      <a:lnTo>
                        <a:pt x="1" y="1165"/>
                      </a:lnTo>
                      <a:lnTo>
                        <a:pt x="1589" y="1165"/>
                      </a:lnTo>
                      <a:lnTo>
                        <a:pt x="1589" y="263"/>
                      </a:lnTo>
                      <a:cubicBezTo>
                        <a:pt x="1588" y="251"/>
                        <a:pt x="1588" y="240"/>
                        <a:pt x="1586" y="229"/>
                      </a:cubicBezTo>
                      <a:cubicBezTo>
                        <a:pt x="1568" y="96"/>
                        <a:pt x="1460" y="1"/>
                        <a:pt x="13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8"/>
                <p:cNvSpPr/>
                <p:nvPr/>
              </p:nvSpPr>
              <p:spPr>
                <a:xfrm>
                  <a:off x="-2707800" y="2387075"/>
                  <a:ext cx="323425" cy="229100"/>
                </a:xfrm>
                <a:custGeom>
                  <a:rect b="b" l="l" r="r" t="t"/>
                  <a:pathLst>
                    <a:path extrusionOk="0" h="9164" w="12937">
                      <a:moveTo>
                        <a:pt x="792" y="1"/>
                      </a:moveTo>
                      <a:cubicBezTo>
                        <a:pt x="355" y="1"/>
                        <a:pt x="1" y="356"/>
                        <a:pt x="1" y="791"/>
                      </a:cubicBezTo>
                      <a:lnTo>
                        <a:pt x="1" y="8373"/>
                      </a:lnTo>
                      <a:cubicBezTo>
                        <a:pt x="1" y="8810"/>
                        <a:pt x="356" y="9164"/>
                        <a:pt x="792" y="9164"/>
                      </a:cubicBezTo>
                      <a:lnTo>
                        <a:pt x="12146" y="9164"/>
                      </a:lnTo>
                      <a:cubicBezTo>
                        <a:pt x="12583" y="9164"/>
                        <a:pt x="12936" y="8809"/>
                        <a:pt x="12937" y="8373"/>
                      </a:cubicBezTo>
                      <a:lnTo>
                        <a:pt x="12937" y="791"/>
                      </a:lnTo>
                      <a:cubicBezTo>
                        <a:pt x="12937" y="355"/>
                        <a:pt x="12583" y="1"/>
                        <a:pt x="121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8"/>
                <p:cNvSpPr/>
                <p:nvPr/>
              </p:nvSpPr>
              <p:spPr>
                <a:xfrm>
                  <a:off x="-2645875" y="2538050"/>
                  <a:ext cx="224800" cy="29075"/>
                </a:xfrm>
                <a:custGeom>
                  <a:rect b="b" l="l" r="r" t="t"/>
                  <a:pathLst>
                    <a:path extrusionOk="0" h="1163" w="8992">
                      <a:moveTo>
                        <a:pt x="141" y="0"/>
                      </a:moveTo>
                      <a:cubicBezTo>
                        <a:pt x="64" y="0"/>
                        <a:pt x="1" y="63"/>
                        <a:pt x="1" y="141"/>
                      </a:cubicBezTo>
                      <a:lnTo>
                        <a:pt x="1" y="1022"/>
                      </a:lnTo>
                      <a:cubicBezTo>
                        <a:pt x="1" y="1099"/>
                        <a:pt x="64" y="1162"/>
                        <a:pt x="141" y="1162"/>
                      </a:cubicBezTo>
                      <a:lnTo>
                        <a:pt x="8851" y="1162"/>
                      </a:lnTo>
                      <a:cubicBezTo>
                        <a:pt x="8928" y="1162"/>
                        <a:pt x="8991" y="1099"/>
                        <a:pt x="8991" y="1022"/>
                      </a:cubicBezTo>
                      <a:lnTo>
                        <a:pt x="8991" y="141"/>
                      </a:lnTo>
                      <a:cubicBezTo>
                        <a:pt x="8991" y="63"/>
                        <a:pt x="8928" y="0"/>
                        <a:pt x="8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8"/>
                <p:cNvSpPr/>
                <p:nvPr/>
              </p:nvSpPr>
              <p:spPr>
                <a:xfrm>
                  <a:off x="-2700050" y="2444600"/>
                  <a:ext cx="307650" cy="165175"/>
                </a:xfrm>
                <a:custGeom>
                  <a:rect b="b" l="l" r="r" t="t"/>
                  <a:pathLst>
                    <a:path extrusionOk="0" h="6607" w="12306">
                      <a:moveTo>
                        <a:pt x="1508" y="0"/>
                      </a:moveTo>
                      <a:lnTo>
                        <a:pt x="1" y="604"/>
                      </a:lnTo>
                      <a:lnTo>
                        <a:pt x="1" y="6137"/>
                      </a:lnTo>
                      <a:cubicBezTo>
                        <a:pt x="1" y="6396"/>
                        <a:pt x="210" y="6606"/>
                        <a:pt x="470" y="6606"/>
                      </a:cubicBezTo>
                      <a:lnTo>
                        <a:pt x="11837" y="6606"/>
                      </a:lnTo>
                      <a:cubicBezTo>
                        <a:pt x="12097" y="6606"/>
                        <a:pt x="12306" y="6396"/>
                        <a:pt x="12306" y="6137"/>
                      </a:cubicBezTo>
                      <a:lnTo>
                        <a:pt x="12306" y="604"/>
                      </a:lnTo>
                      <a:lnTo>
                        <a:pt x="11702" y="0"/>
                      </a:lnTo>
                      <a:lnTo>
                        <a:pt x="11702" y="5772"/>
                      </a:lnTo>
                      <a:lnTo>
                        <a:pt x="11704" y="5772"/>
                      </a:lnTo>
                      <a:cubicBezTo>
                        <a:pt x="11704" y="5899"/>
                        <a:pt x="11601" y="6003"/>
                        <a:pt x="11474" y="6003"/>
                      </a:cubicBezTo>
                      <a:lnTo>
                        <a:pt x="1737" y="6003"/>
                      </a:lnTo>
                      <a:cubicBezTo>
                        <a:pt x="1611" y="6003"/>
                        <a:pt x="1508" y="5899"/>
                        <a:pt x="1508" y="5772"/>
                      </a:cubicBezTo>
                      <a:lnTo>
                        <a:pt x="150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8"/>
                <p:cNvSpPr/>
                <p:nvPr/>
              </p:nvSpPr>
              <p:spPr>
                <a:xfrm>
                  <a:off x="-2687925" y="2582975"/>
                  <a:ext cx="4275" cy="32075"/>
                </a:xfrm>
                <a:custGeom>
                  <a:rect b="b" l="l" r="r" t="t"/>
                  <a:pathLst>
                    <a:path extrusionOk="0" h="1283" w="171">
                      <a:moveTo>
                        <a:pt x="1" y="0"/>
                      </a:moveTo>
                      <a:lnTo>
                        <a:pt x="1" y="1283"/>
                      </a:lnTo>
                      <a:lnTo>
                        <a:pt x="171" y="1283"/>
                      </a:lnTo>
                      <a:lnTo>
                        <a:pt x="171" y="81"/>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8"/>
                <p:cNvSpPr/>
                <p:nvPr/>
              </p:nvSpPr>
              <p:spPr>
                <a:xfrm>
                  <a:off x="-2681550" y="2586050"/>
                  <a:ext cx="3575" cy="29000"/>
                </a:xfrm>
                <a:custGeom>
                  <a:rect b="b" l="l" r="r" t="t"/>
                  <a:pathLst>
                    <a:path extrusionOk="0" h="1160" w="143">
                      <a:moveTo>
                        <a:pt x="0" y="1"/>
                      </a:moveTo>
                      <a:lnTo>
                        <a:pt x="0" y="1160"/>
                      </a:lnTo>
                      <a:lnTo>
                        <a:pt x="143" y="1160"/>
                      </a:lnTo>
                      <a:lnTo>
                        <a:pt x="143" y="80"/>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8"/>
                <p:cNvSpPr/>
                <p:nvPr/>
              </p:nvSpPr>
              <p:spPr>
                <a:xfrm>
                  <a:off x="-2675875" y="2589125"/>
                  <a:ext cx="3575" cy="25925"/>
                </a:xfrm>
                <a:custGeom>
                  <a:rect b="b" l="l" r="r" t="t"/>
                  <a:pathLst>
                    <a:path extrusionOk="0" h="1037" w="143">
                      <a:moveTo>
                        <a:pt x="0" y="1"/>
                      </a:moveTo>
                      <a:lnTo>
                        <a:pt x="0" y="1037"/>
                      </a:lnTo>
                      <a:lnTo>
                        <a:pt x="143" y="1037"/>
                      </a:lnTo>
                      <a:lnTo>
                        <a:pt x="143" y="79"/>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8"/>
                <p:cNvSpPr/>
                <p:nvPr/>
              </p:nvSpPr>
              <p:spPr>
                <a:xfrm>
                  <a:off x="-2700000" y="2395100"/>
                  <a:ext cx="307825" cy="72175"/>
                </a:xfrm>
                <a:custGeom>
                  <a:rect b="b" l="l" r="r" t="t"/>
                  <a:pathLst>
                    <a:path extrusionOk="0" h="2887" w="12313">
                      <a:moveTo>
                        <a:pt x="468" y="0"/>
                      </a:moveTo>
                      <a:cubicBezTo>
                        <a:pt x="208" y="0"/>
                        <a:pt x="1" y="229"/>
                        <a:pt x="1" y="489"/>
                      </a:cubicBezTo>
                      <a:lnTo>
                        <a:pt x="1" y="2584"/>
                      </a:lnTo>
                      <a:lnTo>
                        <a:pt x="484" y="2390"/>
                      </a:lnTo>
                      <a:lnTo>
                        <a:pt x="484" y="2560"/>
                      </a:lnTo>
                      <a:lnTo>
                        <a:pt x="654" y="2639"/>
                      </a:lnTo>
                      <a:lnTo>
                        <a:pt x="654" y="2322"/>
                      </a:lnTo>
                      <a:lnTo>
                        <a:pt x="738" y="2288"/>
                      </a:lnTo>
                      <a:lnTo>
                        <a:pt x="738" y="2684"/>
                      </a:lnTo>
                      <a:lnTo>
                        <a:pt x="881" y="2763"/>
                      </a:lnTo>
                      <a:lnTo>
                        <a:pt x="881" y="2231"/>
                      </a:lnTo>
                      <a:lnTo>
                        <a:pt x="965" y="2198"/>
                      </a:lnTo>
                      <a:lnTo>
                        <a:pt x="965" y="2808"/>
                      </a:lnTo>
                      <a:lnTo>
                        <a:pt x="1108" y="2887"/>
                      </a:lnTo>
                      <a:lnTo>
                        <a:pt x="1108" y="2141"/>
                      </a:lnTo>
                      <a:lnTo>
                        <a:pt x="1505" y="1981"/>
                      </a:lnTo>
                      <a:lnTo>
                        <a:pt x="1505" y="1456"/>
                      </a:lnTo>
                      <a:cubicBezTo>
                        <a:pt x="1505" y="1330"/>
                        <a:pt x="1609" y="1222"/>
                        <a:pt x="1735" y="1222"/>
                      </a:cubicBezTo>
                      <a:lnTo>
                        <a:pt x="11472" y="1222"/>
                      </a:lnTo>
                      <a:cubicBezTo>
                        <a:pt x="11599" y="1222"/>
                        <a:pt x="11688" y="1330"/>
                        <a:pt x="11688" y="1456"/>
                      </a:cubicBezTo>
                      <a:lnTo>
                        <a:pt x="11688" y="1981"/>
                      </a:lnTo>
                      <a:lnTo>
                        <a:pt x="12312" y="2585"/>
                      </a:lnTo>
                      <a:lnTo>
                        <a:pt x="12312" y="490"/>
                      </a:lnTo>
                      <a:cubicBezTo>
                        <a:pt x="12312" y="229"/>
                        <a:pt x="12096" y="0"/>
                        <a:pt x="118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8"/>
                <p:cNvSpPr/>
                <p:nvPr/>
              </p:nvSpPr>
              <p:spPr>
                <a:xfrm>
                  <a:off x="-2667425" y="2422755"/>
                  <a:ext cx="265550" cy="169850"/>
                </a:xfrm>
                <a:custGeom>
                  <a:rect b="b" l="l" r="r" t="t"/>
                  <a:pathLst>
                    <a:path extrusionOk="0" h="6794" w="10622">
                      <a:moveTo>
                        <a:pt x="10163" y="337"/>
                      </a:moveTo>
                      <a:cubicBezTo>
                        <a:pt x="10244" y="337"/>
                        <a:pt x="10308" y="406"/>
                        <a:pt x="10308" y="493"/>
                      </a:cubicBezTo>
                      <a:lnTo>
                        <a:pt x="10308" y="6302"/>
                      </a:lnTo>
                      <a:cubicBezTo>
                        <a:pt x="10308" y="6388"/>
                        <a:pt x="10244" y="6457"/>
                        <a:pt x="10163" y="6457"/>
                      </a:cubicBezTo>
                      <a:lnTo>
                        <a:pt x="460" y="6457"/>
                      </a:lnTo>
                      <a:cubicBezTo>
                        <a:pt x="379" y="6457"/>
                        <a:pt x="315" y="6388"/>
                        <a:pt x="315" y="6302"/>
                      </a:cubicBezTo>
                      <a:lnTo>
                        <a:pt x="315" y="493"/>
                      </a:lnTo>
                      <a:cubicBezTo>
                        <a:pt x="315" y="406"/>
                        <a:pt x="379" y="337"/>
                        <a:pt x="460" y="337"/>
                      </a:cubicBezTo>
                      <a:close/>
                      <a:moveTo>
                        <a:pt x="458" y="0"/>
                      </a:moveTo>
                      <a:cubicBezTo>
                        <a:pt x="205" y="0"/>
                        <a:pt x="0" y="220"/>
                        <a:pt x="0" y="493"/>
                      </a:cubicBezTo>
                      <a:lnTo>
                        <a:pt x="0" y="6302"/>
                      </a:lnTo>
                      <a:cubicBezTo>
                        <a:pt x="0" y="6574"/>
                        <a:pt x="205" y="6794"/>
                        <a:pt x="458" y="6794"/>
                      </a:cubicBezTo>
                      <a:lnTo>
                        <a:pt x="10162" y="6794"/>
                      </a:lnTo>
                      <a:cubicBezTo>
                        <a:pt x="10415" y="6794"/>
                        <a:pt x="10622" y="6572"/>
                        <a:pt x="10621" y="6302"/>
                      </a:cubicBezTo>
                      <a:lnTo>
                        <a:pt x="10621" y="493"/>
                      </a:lnTo>
                      <a:cubicBezTo>
                        <a:pt x="10621" y="220"/>
                        <a:pt x="10415" y="0"/>
                        <a:pt x="10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 name="Google Shape;672;p8"/>
                <p:cNvGrpSpPr/>
                <p:nvPr/>
              </p:nvGrpSpPr>
              <p:grpSpPr>
                <a:xfrm rot="-30288">
                  <a:off x="-2658134" y="2392530"/>
                  <a:ext cx="249296" cy="188952"/>
                  <a:chOff x="-2273495" y="2002057"/>
                  <a:chExt cx="332782" cy="252263"/>
                </a:xfrm>
              </p:grpSpPr>
              <p:sp>
                <p:nvSpPr>
                  <p:cNvPr id="673" name="Google Shape;673;p8"/>
                  <p:cNvSpPr/>
                  <p:nvPr/>
                </p:nvSpPr>
                <p:spPr>
                  <a:xfrm rot="1176986">
                    <a:off x="-2254782" y="2046919"/>
                    <a:ext cx="295356" cy="162539"/>
                  </a:xfrm>
                  <a:custGeom>
                    <a:rect b="b" l="l" r="r" t="t"/>
                    <a:pathLst>
                      <a:path extrusionOk="0" h="6502" w="11815">
                        <a:moveTo>
                          <a:pt x="10085" y="0"/>
                        </a:moveTo>
                        <a:cubicBezTo>
                          <a:pt x="9955" y="0"/>
                          <a:pt x="9824" y="21"/>
                          <a:pt x="9694" y="66"/>
                        </a:cubicBezTo>
                        <a:lnTo>
                          <a:pt x="962" y="3066"/>
                        </a:lnTo>
                        <a:cubicBezTo>
                          <a:pt x="334" y="3281"/>
                          <a:pt x="1" y="3965"/>
                          <a:pt x="217" y="4593"/>
                        </a:cubicBezTo>
                        <a:lnTo>
                          <a:pt x="594" y="5690"/>
                        </a:lnTo>
                        <a:cubicBezTo>
                          <a:pt x="764" y="6188"/>
                          <a:pt x="1230" y="6501"/>
                          <a:pt x="1729" y="6501"/>
                        </a:cubicBezTo>
                        <a:cubicBezTo>
                          <a:pt x="1859" y="6501"/>
                          <a:pt x="1992" y="6480"/>
                          <a:pt x="2121" y="6435"/>
                        </a:cubicBezTo>
                        <a:lnTo>
                          <a:pt x="10853" y="3435"/>
                        </a:lnTo>
                        <a:cubicBezTo>
                          <a:pt x="11482" y="3220"/>
                          <a:pt x="11815" y="2535"/>
                          <a:pt x="11598" y="1908"/>
                        </a:cubicBezTo>
                        <a:lnTo>
                          <a:pt x="11222" y="811"/>
                        </a:lnTo>
                        <a:cubicBezTo>
                          <a:pt x="11051" y="313"/>
                          <a:pt x="10585" y="0"/>
                          <a:pt x="100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8"/>
                  <p:cNvSpPr/>
                  <p:nvPr/>
                </p:nvSpPr>
                <p:spPr>
                  <a:xfrm rot="1176986">
                    <a:off x="-2157279" y="2104752"/>
                    <a:ext cx="66346" cy="46472"/>
                  </a:xfrm>
                  <a:custGeom>
                    <a:rect b="b" l="l" r="r" t="t"/>
                    <a:pathLst>
                      <a:path extrusionOk="0" h="1859" w="2654">
                        <a:moveTo>
                          <a:pt x="1786" y="1"/>
                        </a:moveTo>
                        <a:cubicBezTo>
                          <a:pt x="1704" y="1"/>
                          <a:pt x="1619" y="14"/>
                          <a:pt x="1536" y="43"/>
                        </a:cubicBezTo>
                        <a:lnTo>
                          <a:pt x="617" y="359"/>
                        </a:lnTo>
                        <a:cubicBezTo>
                          <a:pt x="214" y="497"/>
                          <a:pt x="1" y="936"/>
                          <a:pt x="138" y="1338"/>
                        </a:cubicBezTo>
                        <a:cubicBezTo>
                          <a:pt x="248" y="1658"/>
                          <a:pt x="547" y="1858"/>
                          <a:pt x="868" y="1858"/>
                        </a:cubicBezTo>
                        <a:cubicBezTo>
                          <a:pt x="951" y="1858"/>
                          <a:pt x="1035" y="1845"/>
                          <a:pt x="1117" y="1817"/>
                        </a:cubicBezTo>
                        <a:lnTo>
                          <a:pt x="2037" y="1500"/>
                        </a:lnTo>
                        <a:cubicBezTo>
                          <a:pt x="2439" y="1363"/>
                          <a:pt x="2654" y="924"/>
                          <a:pt x="2516" y="522"/>
                        </a:cubicBezTo>
                        <a:cubicBezTo>
                          <a:pt x="2406" y="202"/>
                          <a:pt x="2107" y="1"/>
                          <a:pt x="1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8"/>
                  <p:cNvSpPr/>
                  <p:nvPr/>
                </p:nvSpPr>
                <p:spPr>
                  <a:xfrm rot="1176986">
                    <a:off x="-2079543" y="2109983"/>
                    <a:ext cx="25498" cy="37298"/>
                  </a:xfrm>
                  <a:custGeom>
                    <a:rect b="b" l="l" r="r" t="t"/>
                    <a:pathLst>
                      <a:path extrusionOk="0" h="1492" w="1020">
                        <a:moveTo>
                          <a:pt x="365" y="0"/>
                        </a:moveTo>
                        <a:cubicBezTo>
                          <a:pt x="330" y="0"/>
                          <a:pt x="294" y="6"/>
                          <a:pt x="259" y="18"/>
                        </a:cubicBezTo>
                        <a:cubicBezTo>
                          <a:pt x="91" y="75"/>
                          <a:pt x="0" y="260"/>
                          <a:pt x="58" y="429"/>
                        </a:cubicBezTo>
                        <a:lnTo>
                          <a:pt x="349" y="1273"/>
                        </a:lnTo>
                        <a:cubicBezTo>
                          <a:pt x="395" y="1407"/>
                          <a:pt x="521" y="1491"/>
                          <a:pt x="655" y="1491"/>
                        </a:cubicBezTo>
                        <a:cubicBezTo>
                          <a:pt x="690" y="1491"/>
                          <a:pt x="725" y="1486"/>
                          <a:pt x="760" y="1474"/>
                        </a:cubicBezTo>
                        <a:cubicBezTo>
                          <a:pt x="929" y="1416"/>
                          <a:pt x="1020" y="1231"/>
                          <a:pt x="961" y="1063"/>
                        </a:cubicBezTo>
                        <a:lnTo>
                          <a:pt x="671" y="219"/>
                        </a:lnTo>
                        <a:cubicBezTo>
                          <a:pt x="625" y="84"/>
                          <a:pt x="500"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8"/>
                  <p:cNvSpPr/>
                  <p:nvPr/>
                </p:nvSpPr>
                <p:spPr>
                  <a:xfrm rot="1176986">
                    <a:off x="-2240196" y="2097709"/>
                    <a:ext cx="63896" cy="58221"/>
                  </a:xfrm>
                  <a:custGeom>
                    <a:rect b="b" l="l" r="r" t="t"/>
                    <a:pathLst>
                      <a:path extrusionOk="0" h="2329" w="2556">
                        <a:moveTo>
                          <a:pt x="1278" y="1"/>
                        </a:moveTo>
                        <a:cubicBezTo>
                          <a:pt x="980" y="1"/>
                          <a:pt x="683" y="114"/>
                          <a:pt x="456" y="341"/>
                        </a:cubicBezTo>
                        <a:cubicBezTo>
                          <a:pt x="0" y="796"/>
                          <a:pt x="0" y="1532"/>
                          <a:pt x="456" y="1988"/>
                        </a:cubicBezTo>
                        <a:cubicBezTo>
                          <a:pt x="683" y="2215"/>
                          <a:pt x="980" y="2328"/>
                          <a:pt x="1278" y="2328"/>
                        </a:cubicBezTo>
                        <a:cubicBezTo>
                          <a:pt x="1576" y="2328"/>
                          <a:pt x="1874" y="2215"/>
                          <a:pt x="2101" y="1988"/>
                        </a:cubicBezTo>
                        <a:cubicBezTo>
                          <a:pt x="2556" y="1532"/>
                          <a:pt x="2556"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8"/>
                  <p:cNvSpPr/>
                  <p:nvPr/>
                </p:nvSpPr>
                <p:spPr>
                  <a:xfrm rot="1176986">
                    <a:off x="-2220723" y="2114887"/>
                    <a:ext cx="26098" cy="24223"/>
                  </a:xfrm>
                  <a:custGeom>
                    <a:rect b="b" l="l" r="r" t="t"/>
                    <a:pathLst>
                      <a:path extrusionOk="0" h="969" w="1044">
                        <a:moveTo>
                          <a:pt x="501" y="1"/>
                        </a:moveTo>
                        <a:cubicBezTo>
                          <a:pt x="449" y="1"/>
                          <a:pt x="395" y="10"/>
                          <a:pt x="343" y="29"/>
                        </a:cubicBezTo>
                        <a:cubicBezTo>
                          <a:pt x="221" y="71"/>
                          <a:pt x="123" y="158"/>
                          <a:pt x="67" y="273"/>
                        </a:cubicBezTo>
                        <a:cubicBezTo>
                          <a:pt x="10" y="390"/>
                          <a:pt x="1" y="520"/>
                          <a:pt x="43" y="643"/>
                        </a:cubicBezTo>
                        <a:cubicBezTo>
                          <a:pt x="110" y="837"/>
                          <a:pt x="294" y="969"/>
                          <a:pt x="500" y="969"/>
                        </a:cubicBezTo>
                        <a:cubicBezTo>
                          <a:pt x="553" y="969"/>
                          <a:pt x="605" y="960"/>
                          <a:pt x="657" y="942"/>
                        </a:cubicBezTo>
                        <a:cubicBezTo>
                          <a:pt x="910" y="855"/>
                          <a:pt x="1044" y="579"/>
                          <a:pt x="957" y="327"/>
                        </a:cubicBezTo>
                        <a:cubicBezTo>
                          <a:pt x="890" y="133"/>
                          <a:pt x="708" y="1"/>
                          <a:pt x="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8"/>
                  <p:cNvSpPr/>
                  <p:nvPr/>
                </p:nvSpPr>
                <p:spPr>
                  <a:xfrm rot="1176986">
                    <a:off x="-2038830" y="2100022"/>
                    <a:ext cx="63871" cy="58196"/>
                  </a:xfrm>
                  <a:custGeom>
                    <a:rect b="b" l="l" r="r" t="t"/>
                    <a:pathLst>
                      <a:path extrusionOk="0" h="2328" w="2555">
                        <a:moveTo>
                          <a:pt x="1278" y="1"/>
                        </a:moveTo>
                        <a:cubicBezTo>
                          <a:pt x="980" y="1"/>
                          <a:pt x="682" y="114"/>
                          <a:pt x="455" y="341"/>
                        </a:cubicBezTo>
                        <a:cubicBezTo>
                          <a:pt x="1" y="796"/>
                          <a:pt x="1" y="1533"/>
                          <a:pt x="455" y="1987"/>
                        </a:cubicBezTo>
                        <a:cubicBezTo>
                          <a:pt x="682" y="2214"/>
                          <a:pt x="980" y="2328"/>
                          <a:pt x="1278" y="2328"/>
                        </a:cubicBezTo>
                        <a:cubicBezTo>
                          <a:pt x="1576" y="2328"/>
                          <a:pt x="1874" y="2214"/>
                          <a:pt x="2101" y="1987"/>
                        </a:cubicBezTo>
                        <a:cubicBezTo>
                          <a:pt x="2555" y="1533"/>
                          <a:pt x="2555"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8"/>
                  <p:cNvSpPr/>
                  <p:nvPr/>
                </p:nvSpPr>
                <p:spPr>
                  <a:xfrm rot="1176986">
                    <a:off x="-2020432" y="2117028"/>
                    <a:ext cx="27248" cy="24223"/>
                  </a:xfrm>
                  <a:custGeom>
                    <a:rect b="b" l="l" r="r" t="t"/>
                    <a:pathLst>
                      <a:path extrusionOk="0" h="969" w="1090">
                        <a:moveTo>
                          <a:pt x="544" y="1"/>
                        </a:moveTo>
                        <a:cubicBezTo>
                          <a:pt x="492" y="1"/>
                          <a:pt x="439" y="10"/>
                          <a:pt x="387" y="28"/>
                        </a:cubicBezTo>
                        <a:cubicBezTo>
                          <a:pt x="135" y="114"/>
                          <a:pt x="0" y="391"/>
                          <a:pt x="86" y="642"/>
                        </a:cubicBezTo>
                        <a:cubicBezTo>
                          <a:pt x="153" y="837"/>
                          <a:pt x="337" y="969"/>
                          <a:pt x="543" y="969"/>
                        </a:cubicBezTo>
                        <a:cubicBezTo>
                          <a:pt x="597" y="969"/>
                          <a:pt x="651" y="960"/>
                          <a:pt x="702" y="941"/>
                        </a:cubicBezTo>
                        <a:cubicBezTo>
                          <a:pt x="955" y="854"/>
                          <a:pt x="1089" y="579"/>
                          <a:pt x="1002" y="327"/>
                        </a:cubicBezTo>
                        <a:cubicBezTo>
                          <a:pt x="935" y="132"/>
                          <a:pt x="751" y="1"/>
                          <a:pt x="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80" name="Google Shape;680;p8"/>
            <p:cNvGrpSpPr/>
            <p:nvPr/>
          </p:nvGrpSpPr>
          <p:grpSpPr>
            <a:xfrm>
              <a:off x="291567" y="3656997"/>
              <a:ext cx="370592" cy="370700"/>
              <a:chOff x="5038846" y="235350"/>
              <a:chExt cx="158691" cy="158738"/>
            </a:xfrm>
          </p:grpSpPr>
          <p:sp>
            <p:nvSpPr>
              <p:cNvPr id="681" name="Google Shape;681;p8"/>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8"/>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 name="Google Shape;683;p8"/>
            <p:cNvGrpSpPr/>
            <p:nvPr/>
          </p:nvGrpSpPr>
          <p:grpSpPr>
            <a:xfrm>
              <a:off x="8612440" y="1858772"/>
              <a:ext cx="261189" cy="248344"/>
              <a:chOff x="5164484" y="526738"/>
              <a:chExt cx="133266" cy="126713"/>
            </a:xfrm>
          </p:grpSpPr>
          <p:sp>
            <p:nvSpPr>
              <p:cNvPr id="684" name="Google Shape;684;p8"/>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8"/>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86" name="Shape 686"/>
        <p:cNvGrpSpPr/>
        <p:nvPr/>
      </p:nvGrpSpPr>
      <p:grpSpPr>
        <a:xfrm>
          <a:off x="0" y="0"/>
          <a:ext cx="0" cy="0"/>
          <a:chOff x="0" y="0"/>
          <a:chExt cx="0" cy="0"/>
        </a:xfrm>
      </p:grpSpPr>
      <p:sp>
        <p:nvSpPr>
          <p:cNvPr id="687" name="Google Shape;687;p9"/>
          <p:cNvSpPr txBox="1"/>
          <p:nvPr>
            <p:ph type="title"/>
          </p:nvPr>
        </p:nvSpPr>
        <p:spPr>
          <a:xfrm>
            <a:off x="2135550" y="1769100"/>
            <a:ext cx="4872900" cy="1460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96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688" name="Google Shape;688;p9"/>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689" name="Google Shape;689;p9"/>
          <p:cNvGrpSpPr/>
          <p:nvPr/>
        </p:nvGrpSpPr>
        <p:grpSpPr>
          <a:xfrm>
            <a:off x="172598" y="6"/>
            <a:ext cx="8926160" cy="5009413"/>
            <a:chOff x="172598" y="6"/>
            <a:chExt cx="8926160" cy="5009413"/>
          </a:xfrm>
        </p:grpSpPr>
        <p:grpSp>
          <p:nvGrpSpPr>
            <p:cNvPr id="690" name="Google Shape;690;p9"/>
            <p:cNvGrpSpPr/>
            <p:nvPr/>
          </p:nvGrpSpPr>
          <p:grpSpPr>
            <a:xfrm rot="-558244">
              <a:off x="7576704" y="106903"/>
              <a:ext cx="1427255" cy="1288870"/>
              <a:chOff x="1288334" y="649138"/>
              <a:chExt cx="511300" cy="461725"/>
            </a:xfrm>
          </p:grpSpPr>
          <p:sp>
            <p:nvSpPr>
              <p:cNvPr id="691" name="Google Shape;691;p9"/>
              <p:cNvSpPr/>
              <p:nvPr/>
            </p:nvSpPr>
            <p:spPr>
              <a:xfrm>
                <a:off x="1288334" y="649575"/>
                <a:ext cx="511300" cy="457500"/>
              </a:xfrm>
              <a:custGeom>
                <a:rect b="b" l="l" r="r" t="t"/>
                <a:pathLst>
                  <a:path extrusionOk="0" h="18300" w="20452">
                    <a:moveTo>
                      <a:pt x="10584" y="1"/>
                    </a:moveTo>
                    <a:cubicBezTo>
                      <a:pt x="8686" y="1"/>
                      <a:pt x="6787" y="1083"/>
                      <a:pt x="6305" y="3244"/>
                    </a:cubicBezTo>
                    <a:cubicBezTo>
                      <a:pt x="6179" y="3722"/>
                      <a:pt x="6156" y="4251"/>
                      <a:pt x="6167" y="4748"/>
                    </a:cubicBezTo>
                    <a:cubicBezTo>
                      <a:pt x="6042" y="4740"/>
                      <a:pt x="5919" y="4737"/>
                      <a:pt x="5800" y="4737"/>
                    </a:cubicBezTo>
                    <a:cubicBezTo>
                      <a:pt x="1" y="4737"/>
                      <a:pt x="2" y="13593"/>
                      <a:pt x="5801" y="13593"/>
                    </a:cubicBezTo>
                    <a:cubicBezTo>
                      <a:pt x="5920" y="13593"/>
                      <a:pt x="6042" y="13590"/>
                      <a:pt x="6167" y="13582"/>
                    </a:cubicBezTo>
                    <a:lnTo>
                      <a:pt x="6167" y="13582"/>
                    </a:lnTo>
                    <a:cubicBezTo>
                      <a:pt x="5974" y="16727"/>
                      <a:pt x="8278" y="18299"/>
                      <a:pt x="10583" y="18299"/>
                    </a:cubicBezTo>
                    <a:cubicBezTo>
                      <a:pt x="12887" y="18299"/>
                      <a:pt x="15191" y="16727"/>
                      <a:pt x="14998" y="13582"/>
                    </a:cubicBezTo>
                    <a:lnTo>
                      <a:pt x="14998" y="13582"/>
                    </a:lnTo>
                    <a:cubicBezTo>
                      <a:pt x="15072" y="13584"/>
                      <a:pt x="15146" y="13585"/>
                      <a:pt x="15220" y="13585"/>
                    </a:cubicBezTo>
                    <a:cubicBezTo>
                      <a:pt x="15650" y="13585"/>
                      <a:pt x="16093" y="13553"/>
                      <a:pt x="16502" y="13444"/>
                    </a:cubicBezTo>
                    <a:cubicBezTo>
                      <a:pt x="18936" y="12872"/>
                      <a:pt x="20451" y="10063"/>
                      <a:pt x="19570" y="7720"/>
                    </a:cubicBezTo>
                    <a:cubicBezTo>
                      <a:pt x="18978" y="5917"/>
                      <a:pt x="17197" y="4735"/>
                      <a:pt x="15332" y="4735"/>
                    </a:cubicBezTo>
                    <a:cubicBezTo>
                      <a:pt x="15221" y="4735"/>
                      <a:pt x="15109" y="4739"/>
                      <a:pt x="14997" y="4748"/>
                    </a:cubicBezTo>
                    <a:cubicBezTo>
                      <a:pt x="15006" y="4250"/>
                      <a:pt x="14987" y="3723"/>
                      <a:pt x="14859" y="3244"/>
                    </a:cubicBezTo>
                    <a:cubicBezTo>
                      <a:pt x="14377" y="1081"/>
                      <a:pt x="12481" y="1"/>
                      <a:pt x="10584"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9"/>
              <p:cNvSpPr/>
              <p:nvPr/>
            </p:nvSpPr>
            <p:spPr>
              <a:xfrm>
                <a:off x="1323400" y="649138"/>
                <a:ext cx="461700" cy="461725"/>
              </a:xfrm>
              <a:custGeom>
                <a:rect b="b" l="l" r="r" t="t"/>
                <a:pathLst>
                  <a:path extrusionOk="0" h="18469" w="18468">
                    <a:moveTo>
                      <a:pt x="9234" y="0"/>
                    </a:moveTo>
                    <a:cubicBezTo>
                      <a:pt x="8924" y="0"/>
                      <a:pt x="8620" y="33"/>
                      <a:pt x="8324" y="91"/>
                    </a:cubicBezTo>
                    <a:cubicBezTo>
                      <a:pt x="7469" y="274"/>
                      <a:pt x="6707" y="698"/>
                      <a:pt x="6110" y="1293"/>
                    </a:cubicBezTo>
                    <a:cubicBezTo>
                      <a:pt x="6002" y="1401"/>
                      <a:pt x="5902" y="1514"/>
                      <a:pt x="5806" y="1632"/>
                    </a:cubicBezTo>
                    <a:cubicBezTo>
                      <a:pt x="5552" y="1946"/>
                      <a:pt x="5339" y="2292"/>
                      <a:pt x="5176" y="2668"/>
                    </a:cubicBezTo>
                    <a:cubicBezTo>
                      <a:pt x="5130" y="2779"/>
                      <a:pt x="5087" y="2890"/>
                      <a:pt x="5050" y="3004"/>
                    </a:cubicBezTo>
                    <a:cubicBezTo>
                      <a:pt x="5013" y="3105"/>
                      <a:pt x="4982" y="3210"/>
                      <a:pt x="4954" y="3314"/>
                    </a:cubicBezTo>
                    <a:lnTo>
                      <a:pt x="4954" y="3316"/>
                    </a:lnTo>
                    <a:cubicBezTo>
                      <a:pt x="4896" y="3550"/>
                      <a:pt x="4853" y="3793"/>
                      <a:pt x="4834" y="4042"/>
                    </a:cubicBezTo>
                    <a:cubicBezTo>
                      <a:pt x="4823" y="4166"/>
                      <a:pt x="4817" y="4290"/>
                      <a:pt x="4817" y="4417"/>
                    </a:cubicBezTo>
                    <a:lnTo>
                      <a:pt x="4817" y="4817"/>
                    </a:lnTo>
                    <a:lnTo>
                      <a:pt x="4417" y="4817"/>
                    </a:lnTo>
                    <a:cubicBezTo>
                      <a:pt x="4188" y="4817"/>
                      <a:pt x="3961" y="4835"/>
                      <a:pt x="3744" y="4872"/>
                    </a:cubicBezTo>
                    <a:cubicBezTo>
                      <a:pt x="3596" y="4890"/>
                      <a:pt x="3452" y="4918"/>
                      <a:pt x="3310" y="4955"/>
                    </a:cubicBezTo>
                    <a:cubicBezTo>
                      <a:pt x="3305" y="4959"/>
                      <a:pt x="3298" y="4959"/>
                      <a:pt x="3292" y="4961"/>
                    </a:cubicBezTo>
                    <a:lnTo>
                      <a:pt x="3290" y="4961"/>
                    </a:lnTo>
                    <a:cubicBezTo>
                      <a:pt x="2853" y="5076"/>
                      <a:pt x="2444" y="5256"/>
                      <a:pt x="2069" y="5497"/>
                    </a:cubicBezTo>
                    <a:cubicBezTo>
                      <a:pt x="1984" y="5548"/>
                      <a:pt x="1897" y="5607"/>
                      <a:pt x="1817" y="5666"/>
                    </a:cubicBezTo>
                    <a:cubicBezTo>
                      <a:pt x="1753" y="5712"/>
                      <a:pt x="1692" y="5761"/>
                      <a:pt x="1630" y="5811"/>
                    </a:cubicBezTo>
                    <a:cubicBezTo>
                      <a:pt x="861" y="6437"/>
                      <a:pt x="305" y="7315"/>
                      <a:pt x="97" y="8324"/>
                    </a:cubicBezTo>
                    <a:cubicBezTo>
                      <a:pt x="35" y="8615"/>
                      <a:pt x="1" y="8923"/>
                      <a:pt x="1" y="9234"/>
                    </a:cubicBezTo>
                    <a:cubicBezTo>
                      <a:pt x="1" y="9543"/>
                      <a:pt x="35" y="9852"/>
                      <a:pt x="97" y="10143"/>
                    </a:cubicBezTo>
                    <a:cubicBezTo>
                      <a:pt x="274" y="10998"/>
                      <a:pt x="701" y="11763"/>
                      <a:pt x="1295" y="12356"/>
                    </a:cubicBezTo>
                    <a:cubicBezTo>
                      <a:pt x="1403" y="12465"/>
                      <a:pt x="1513" y="12563"/>
                      <a:pt x="1630" y="12659"/>
                    </a:cubicBezTo>
                    <a:cubicBezTo>
                      <a:pt x="1701" y="12717"/>
                      <a:pt x="1775" y="12772"/>
                      <a:pt x="1852" y="12828"/>
                    </a:cubicBezTo>
                    <a:cubicBezTo>
                      <a:pt x="1981" y="12921"/>
                      <a:pt x="2114" y="13006"/>
                      <a:pt x="2252" y="13083"/>
                    </a:cubicBezTo>
                    <a:cubicBezTo>
                      <a:pt x="2579" y="13268"/>
                      <a:pt x="2929" y="13412"/>
                      <a:pt x="3301" y="13510"/>
                    </a:cubicBezTo>
                    <a:cubicBezTo>
                      <a:pt x="3305" y="13510"/>
                      <a:pt x="3311" y="13512"/>
                      <a:pt x="3313" y="13512"/>
                    </a:cubicBezTo>
                    <a:lnTo>
                      <a:pt x="3316" y="13512"/>
                    </a:lnTo>
                    <a:cubicBezTo>
                      <a:pt x="3458" y="13551"/>
                      <a:pt x="3602" y="13577"/>
                      <a:pt x="3750" y="13599"/>
                    </a:cubicBezTo>
                    <a:cubicBezTo>
                      <a:pt x="3968" y="13634"/>
                      <a:pt x="4193" y="13652"/>
                      <a:pt x="4420" y="13652"/>
                    </a:cubicBezTo>
                    <a:lnTo>
                      <a:pt x="4819" y="13652"/>
                    </a:lnTo>
                    <a:lnTo>
                      <a:pt x="4819" y="14052"/>
                    </a:lnTo>
                    <a:cubicBezTo>
                      <a:pt x="4819" y="14105"/>
                      <a:pt x="4819" y="14154"/>
                      <a:pt x="4825" y="14203"/>
                    </a:cubicBezTo>
                    <a:cubicBezTo>
                      <a:pt x="4825" y="14336"/>
                      <a:pt x="4838" y="14465"/>
                      <a:pt x="4853" y="14594"/>
                    </a:cubicBezTo>
                    <a:cubicBezTo>
                      <a:pt x="4875" y="14785"/>
                      <a:pt x="4911" y="14972"/>
                      <a:pt x="4957" y="15156"/>
                    </a:cubicBezTo>
                    <a:cubicBezTo>
                      <a:pt x="5119" y="15780"/>
                      <a:pt x="5412" y="16352"/>
                      <a:pt x="5809" y="16837"/>
                    </a:cubicBezTo>
                    <a:cubicBezTo>
                      <a:pt x="6435" y="17608"/>
                      <a:pt x="7316" y="18166"/>
                      <a:pt x="8326" y="18377"/>
                    </a:cubicBezTo>
                    <a:cubicBezTo>
                      <a:pt x="8620" y="18435"/>
                      <a:pt x="8925" y="18469"/>
                      <a:pt x="9235" y="18469"/>
                    </a:cubicBezTo>
                    <a:cubicBezTo>
                      <a:pt x="9545" y="18469"/>
                      <a:pt x="9849" y="18435"/>
                      <a:pt x="10144" y="18377"/>
                    </a:cubicBezTo>
                    <a:cubicBezTo>
                      <a:pt x="10995" y="18196"/>
                      <a:pt x="11758" y="17771"/>
                      <a:pt x="12354" y="17175"/>
                    </a:cubicBezTo>
                    <a:cubicBezTo>
                      <a:pt x="12462" y="17068"/>
                      <a:pt x="12563" y="16954"/>
                      <a:pt x="12658" y="16837"/>
                    </a:cubicBezTo>
                    <a:cubicBezTo>
                      <a:pt x="13054" y="16352"/>
                      <a:pt x="13347" y="15781"/>
                      <a:pt x="13509" y="15156"/>
                    </a:cubicBezTo>
                    <a:cubicBezTo>
                      <a:pt x="13554" y="14981"/>
                      <a:pt x="13590" y="14800"/>
                      <a:pt x="13612" y="14619"/>
                    </a:cubicBezTo>
                    <a:cubicBezTo>
                      <a:pt x="13632" y="14461"/>
                      <a:pt x="13646" y="14305"/>
                      <a:pt x="13646" y="14145"/>
                    </a:cubicBezTo>
                    <a:cubicBezTo>
                      <a:pt x="13648" y="14115"/>
                      <a:pt x="13648" y="14084"/>
                      <a:pt x="13648" y="14053"/>
                    </a:cubicBezTo>
                    <a:lnTo>
                      <a:pt x="13648" y="13654"/>
                    </a:lnTo>
                    <a:lnTo>
                      <a:pt x="14050" y="13654"/>
                    </a:lnTo>
                    <a:cubicBezTo>
                      <a:pt x="14333" y="13654"/>
                      <a:pt x="14609" y="13626"/>
                      <a:pt x="14880" y="13573"/>
                    </a:cubicBezTo>
                    <a:cubicBezTo>
                      <a:pt x="14972" y="13558"/>
                      <a:pt x="15065" y="13537"/>
                      <a:pt x="15153" y="13515"/>
                    </a:cubicBezTo>
                    <a:cubicBezTo>
                      <a:pt x="15200" y="13502"/>
                      <a:pt x="15245" y="13491"/>
                      <a:pt x="15292" y="13475"/>
                    </a:cubicBezTo>
                    <a:cubicBezTo>
                      <a:pt x="15676" y="13365"/>
                      <a:pt x="16036" y="13202"/>
                      <a:pt x="16367" y="12995"/>
                    </a:cubicBezTo>
                    <a:cubicBezTo>
                      <a:pt x="16505" y="12913"/>
                      <a:pt x="16638" y="12820"/>
                      <a:pt x="16760" y="12722"/>
                    </a:cubicBezTo>
                    <a:cubicBezTo>
                      <a:pt x="16789" y="12704"/>
                      <a:pt x="16814" y="12686"/>
                      <a:pt x="16838" y="12664"/>
                    </a:cubicBezTo>
                    <a:cubicBezTo>
                      <a:pt x="17409" y="12194"/>
                      <a:pt x="17864" y="11589"/>
                      <a:pt x="18147" y="10894"/>
                    </a:cubicBezTo>
                    <a:lnTo>
                      <a:pt x="18147" y="10892"/>
                    </a:lnTo>
                    <a:lnTo>
                      <a:pt x="18249" y="10603"/>
                    </a:lnTo>
                    <a:lnTo>
                      <a:pt x="18249" y="10600"/>
                    </a:lnTo>
                    <a:cubicBezTo>
                      <a:pt x="18298" y="10453"/>
                      <a:pt x="18341" y="10302"/>
                      <a:pt x="18372" y="10149"/>
                    </a:cubicBezTo>
                    <a:cubicBezTo>
                      <a:pt x="18434" y="9857"/>
                      <a:pt x="18467" y="9550"/>
                      <a:pt x="18467" y="9239"/>
                    </a:cubicBezTo>
                    <a:cubicBezTo>
                      <a:pt x="18467" y="8928"/>
                      <a:pt x="18434" y="8622"/>
                      <a:pt x="18370" y="8321"/>
                    </a:cubicBezTo>
                    <a:cubicBezTo>
                      <a:pt x="18346" y="8211"/>
                      <a:pt x="18322" y="8100"/>
                      <a:pt x="18291" y="7993"/>
                    </a:cubicBezTo>
                    <a:lnTo>
                      <a:pt x="18291" y="7986"/>
                    </a:lnTo>
                    <a:lnTo>
                      <a:pt x="18224" y="7790"/>
                    </a:lnTo>
                    <a:cubicBezTo>
                      <a:pt x="18224" y="7788"/>
                      <a:pt x="18224" y="7788"/>
                      <a:pt x="18220" y="7788"/>
                    </a:cubicBezTo>
                    <a:cubicBezTo>
                      <a:pt x="18002" y="7148"/>
                      <a:pt x="17639" y="6576"/>
                      <a:pt x="17172" y="6110"/>
                    </a:cubicBezTo>
                    <a:cubicBezTo>
                      <a:pt x="17064" y="6001"/>
                      <a:pt x="16954" y="5903"/>
                      <a:pt x="16837" y="5805"/>
                    </a:cubicBezTo>
                    <a:cubicBezTo>
                      <a:pt x="16825" y="5796"/>
                      <a:pt x="16816" y="5787"/>
                      <a:pt x="16804" y="5781"/>
                    </a:cubicBezTo>
                    <a:cubicBezTo>
                      <a:pt x="16690" y="5689"/>
                      <a:pt x="16569" y="5602"/>
                      <a:pt x="16448" y="5523"/>
                    </a:cubicBezTo>
                    <a:cubicBezTo>
                      <a:pt x="16120" y="5313"/>
                      <a:pt x="15764" y="5145"/>
                      <a:pt x="15387" y="5022"/>
                    </a:cubicBezTo>
                    <a:cubicBezTo>
                      <a:pt x="15310" y="4997"/>
                      <a:pt x="15233" y="4977"/>
                      <a:pt x="15153" y="4955"/>
                    </a:cubicBezTo>
                    <a:cubicBezTo>
                      <a:pt x="15077" y="4935"/>
                      <a:pt x="14998" y="4918"/>
                      <a:pt x="14917" y="4902"/>
                    </a:cubicBezTo>
                    <a:cubicBezTo>
                      <a:pt x="14637" y="4847"/>
                      <a:pt x="14348" y="4816"/>
                      <a:pt x="14050" y="4816"/>
                    </a:cubicBezTo>
                    <a:lnTo>
                      <a:pt x="13648" y="4816"/>
                    </a:lnTo>
                    <a:lnTo>
                      <a:pt x="13648" y="4415"/>
                    </a:lnTo>
                    <a:cubicBezTo>
                      <a:pt x="13648" y="4280"/>
                      <a:pt x="13642" y="4145"/>
                      <a:pt x="13626" y="4013"/>
                    </a:cubicBezTo>
                    <a:cubicBezTo>
                      <a:pt x="13606" y="3773"/>
                      <a:pt x="13566" y="3540"/>
                      <a:pt x="13508" y="3315"/>
                    </a:cubicBezTo>
                    <a:lnTo>
                      <a:pt x="13508" y="3313"/>
                    </a:lnTo>
                    <a:cubicBezTo>
                      <a:pt x="13346" y="2690"/>
                      <a:pt x="13053" y="2117"/>
                      <a:pt x="12657" y="1632"/>
                    </a:cubicBezTo>
                    <a:cubicBezTo>
                      <a:pt x="12033" y="860"/>
                      <a:pt x="11151" y="303"/>
                      <a:pt x="10143" y="91"/>
                    </a:cubicBezTo>
                    <a:cubicBezTo>
                      <a:pt x="9849" y="33"/>
                      <a:pt x="9543" y="0"/>
                      <a:pt x="9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9"/>
              <p:cNvSpPr/>
              <p:nvPr/>
            </p:nvSpPr>
            <p:spPr>
              <a:xfrm>
                <a:off x="1731350" y="787313"/>
                <a:ext cx="12175" cy="11600"/>
              </a:xfrm>
              <a:custGeom>
                <a:rect b="b" l="l" r="r" t="t"/>
                <a:pathLst>
                  <a:path extrusionOk="0" h="464" w="487">
                    <a:moveTo>
                      <a:pt x="130" y="1"/>
                    </a:moveTo>
                    <a:cubicBezTo>
                      <a:pt x="53" y="41"/>
                      <a:pt x="1" y="125"/>
                      <a:pt x="1" y="216"/>
                    </a:cubicBezTo>
                    <a:cubicBezTo>
                      <a:pt x="1" y="352"/>
                      <a:pt x="111" y="463"/>
                      <a:pt x="246" y="463"/>
                    </a:cubicBezTo>
                    <a:cubicBezTo>
                      <a:pt x="369" y="463"/>
                      <a:pt x="468" y="373"/>
                      <a:pt x="487" y="260"/>
                    </a:cubicBezTo>
                    <a:cubicBezTo>
                      <a:pt x="373" y="169"/>
                      <a:pt x="253" y="82"/>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9"/>
              <p:cNvSpPr/>
              <p:nvPr/>
            </p:nvSpPr>
            <p:spPr>
              <a:xfrm>
                <a:off x="1731375" y="823613"/>
                <a:ext cx="12325" cy="12375"/>
              </a:xfrm>
              <a:custGeom>
                <a:rect b="b" l="l" r="r" t="t"/>
                <a:pathLst>
                  <a:path extrusionOk="0" h="495" w="493">
                    <a:moveTo>
                      <a:pt x="247" y="1"/>
                    </a:moveTo>
                    <a:cubicBezTo>
                      <a:pt x="111" y="1"/>
                      <a:pt x="1" y="111"/>
                      <a:pt x="1" y="247"/>
                    </a:cubicBezTo>
                    <a:cubicBezTo>
                      <a:pt x="1" y="384"/>
                      <a:pt x="111" y="494"/>
                      <a:pt x="247" y="494"/>
                    </a:cubicBezTo>
                    <a:cubicBezTo>
                      <a:pt x="382" y="494"/>
                      <a:pt x="493" y="384"/>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9"/>
              <p:cNvSpPr/>
              <p:nvPr/>
            </p:nvSpPr>
            <p:spPr>
              <a:xfrm>
                <a:off x="1731375" y="860688"/>
                <a:ext cx="12325" cy="12350"/>
              </a:xfrm>
              <a:custGeom>
                <a:rect b="b" l="l" r="r" t="t"/>
                <a:pathLst>
                  <a:path extrusionOk="0" h="494" w="493">
                    <a:moveTo>
                      <a:pt x="247" y="1"/>
                    </a:moveTo>
                    <a:cubicBezTo>
                      <a:pt x="111" y="1"/>
                      <a:pt x="1" y="111"/>
                      <a:pt x="1" y="247"/>
                    </a:cubicBezTo>
                    <a:cubicBezTo>
                      <a:pt x="1" y="383"/>
                      <a:pt x="111" y="493"/>
                      <a:pt x="247" y="493"/>
                    </a:cubicBezTo>
                    <a:cubicBezTo>
                      <a:pt x="382" y="493"/>
                      <a:pt x="493" y="383"/>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9"/>
              <p:cNvSpPr/>
              <p:nvPr/>
            </p:nvSpPr>
            <p:spPr>
              <a:xfrm>
                <a:off x="1768375" y="842138"/>
                <a:ext cx="12325" cy="12425"/>
              </a:xfrm>
              <a:custGeom>
                <a:rect b="b" l="l" r="r" t="t"/>
                <a:pathLst>
                  <a:path extrusionOk="0" h="497" w="493">
                    <a:moveTo>
                      <a:pt x="246" y="1"/>
                    </a:moveTo>
                    <a:cubicBezTo>
                      <a:pt x="111" y="1"/>
                      <a:pt x="0" y="112"/>
                      <a:pt x="0" y="247"/>
                    </a:cubicBezTo>
                    <a:cubicBezTo>
                      <a:pt x="0" y="386"/>
                      <a:pt x="111" y="496"/>
                      <a:pt x="246" y="496"/>
                    </a:cubicBezTo>
                    <a:cubicBezTo>
                      <a:pt x="373" y="496"/>
                      <a:pt x="477" y="403"/>
                      <a:pt x="493" y="280"/>
                    </a:cubicBezTo>
                    <a:lnTo>
                      <a:pt x="493" y="274"/>
                    </a:lnTo>
                    <a:lnTo>
                      <a:pt x="425" y="77"/>
                    </a:lnTo>
                    <a:cubicBezTo>
                      <a:pt x="425" y="74"/>
                      <a:pt x="425" y="74"/>
                      <a:pt x="421" y="74"/>
                    </a:cubicBezTo>
                    <a:cubicBezTo>
                      <a:pt x="378" y="28"/>
                      <a:pt x="317"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9"/>
              <p:cNvSpPr/>
              <p:nvPr/>
            </p:nvSpPr>
            <p:spPr>
              <a:xfrm>
                <a:off x="1768400" y="879188"/>
                <a:ext cx="12325" cy="12350"/>
              </a:xfrm>
              <a:custGeom>
                <a:rect b="b" l="l" r="r" t="t"/>
                <a:pathLst>
                  <a:path extrusionOk="0" h="494"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9"/>
              <p:cNvSpPr/>
              <p:nvPr/>
            </p:nvSpPr>
            <p:spPr>
              <a:xfrm>
                <a:off x="1658750" y="749638"/>
                <a:ext cx="5850" cy="12150"/>
              </a:xfrm>
              <a:custGeom>
                <a:rect b="b" l="l" r="r" t="t"/>
                <a:pathLst>
                  <a:path extrusionOk="0" h="486" w="234">
                    <a:moveTo>
                      <a:pt x="212" y="0"/>
                    </a:moveTo>
                    <a:cubicBezTo>
                      <a:pt x="92" y="18"/>
                      <a:pt x="0" y="120"/>
                      <a:pt x="0" y="243"/>
                    </a:cubicBezTo>
                    <a:cubicBezTo>
                      <a:pt x="0" y="372"/>
                      <a:pt x="103" y="479"/>
                      <a:pt x="234" y="485"/>
                    </a:cubicBezTo>
                    <a:lnTo>
                      <a:pt x="234" y="402"/>
                    </a:lnTo>
                    <a:cubicBezTo>
                      <a:pt x="234" y="268"/>
                      <a:pt x="228" y="133"/>
                      <a:pt x="2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9"/>
              <p:cNvSpPr/>
              <p:nvPr/>
            </p:nvSpPr>
            <p:spPr>
              <a:xfrm>
                <a:off x="16587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9"/>
              <p:cNvSpPr/>
              <p:nvPr/>
            </p:nvSpPr>
            <p:spPr>
              <a:xfrm>
                <a:off x="16587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9"/>
              <p:cNvSpPr/>
              <p:nvPr/>
            </p:nvSpPr>
            <p:spPr>
              <a:xfrm>
                <a:off x="1695875" y="771838"/>
                <a:ext cx="12225" cy="8575"/>
              </a:xfrm>
              <a:custGeom>
                <a:rect b="b" l="l" r="r" t="t"/>
                <a:pathLst>
                  <a:path extrusionOk="0" h="343" w="489">
                    <a:moveTo>
                      <a:pt x="18" y="1"/>
                    </a:moveTo>
                    <a:cubicBezTo>
                      <a:pt x="7" y="29"/>
                      <a:pt x="1" y="62"/>
                      <a:pt x="1" y="97"/>
                    </a:cubicBezTo>
                    <a:cubicBezTo>
                      <a:pt x="1" y="232"/>
                      <a:pt x="111" y="342"/>
                      <a:pt x="246" y="342"/>
                    </a:cubicBezTo>
                    <a:cubicBezTo>
                      <a:pt x="372" y="342"/>
                      <a:pt x="476" y="243"/>
                      <a:pt x="489" y="120"/>
                    </a:cubicBezTo>
                    <a:cubicBezTo>
                      <a:pt x="411" y="97"/>
                      <a:pt x="334" y="74"/>
                      <a:pt x="254" y="53"/>
                    </a:cubicBezTo>
                    <a:cubicBezTo>
                      <a:pt x="178" y="35"/>
                      <a:pt x="99" y="16"/>
                      <a:pt x="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9"/>
              <p:cNvSpPr/>
              <p:nvPr/>
            </p:nvSpPr>
            <p:spPr>
              <a:xfrm>
                <a:off x="1695825" y="805088"/>
                <a:ext cx="12350" cy="12350"/>
              </a:xfrm>
              <a:custGeom>
                <a:rect b="b" l="l" r="r" t="t"/>
                <a:pathLst>
                  <a:path extrusionOk="0" h="494" w="494">
                    <a:moveTo>
                      <a:pt x="247" y="1"/>
                    </a:moveTo>
                    <a:cubicBezTo>
                      <a:pt x="111" y="1"/>
                      <a:pt x="0" y="111"/>
                      <a:pt x="0" y="246"/>
                    </a:cubicBezTo>
                    <a:cubicBezTo>
                      <a:pt x="0"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9"/>
              <p:cNvSpPr/>
              <p:nvPr/>
            </p:nvSpPr>
            <p:spPr>
              <a:xfrm>
                <a:off x="1695825" y="842138"/>
                <a:ext cx="12350" cy="12375"/>
              </a:xfrm>
              <a:custGeom>
                <a:rect b="b" l="l" r="r" t="t"/>
                <a:pathLst>
                  <a:path extrusionOk="0" h="495"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9"/>
              <p:cNvSpPr/>
              <p:nvPr/>
            </p:nvSpPr>
            <p:spPr>
              <a:xfrm>
                <a:off x="1695825" y="879188"/>
                <a:ext cx="12350" cy="12350"/>
              </a:xfrm>
              <a:custGeom>
                <a:rect b="b" l="l" r="r" t="t"/>
                <a:pathLst>
                  <a:path extrusionOk="0" h="494"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9"/>
              <p:cNvSpPr/>
              <p:nvPr/>
            </p:nvSpPr>
            <p:spPr>
              <a:xfrm>
                <a:off x="158620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9"/>
              <p:cNvSpPr/>
              <p:nvPr/>
            </p:nvSpPr>
            <p:spPr>
              <a:xfrm>
                <a:off x="158620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9"/>
              <p:cNvSpPr/>
              <p:nvPr/>
            </p:nvSpPr>
            <p:spPr>
              <a:xfrm>
                <a:off x="1623275" y="69393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9"/>
              <p:cNvSpPr/>
              <p:nvPr/>
            </p:nvSpPr>
            <p:spPr>
              <a:xfrm>
                <a:off x="158620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9"/>
              <p:cNvSpPr/>
              <p:nvPr/>
            </p:nvSpPr>
            <p:spPr>
              <a:xfrm>
                <a:off x="158620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9"/>
              <p:cNvSpPr/>
              <p:nvPr/>
            </p:nvSpPr>
            <p:spPr>
              <a:xfrm>
                <a:off x="158620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9"/>
              <p:cNvSpPr/>
              <p:nvPr/>
            </p:nvSpPr>
            <p:spPr>
              <a:xfrm>
                <a:off x="1623275" y="73098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9"/>
              <p:cNvSpPr/>
              <p:nvPr/>
            </p:nvSpPr>
            <p:spPr>
              <a:xfrm>
                <a:off x="1623275" y="768063"/>
                <a:ext cx="12325" cy="12350"/>
              </a:xfrm>
              <a:custGeom>
                <a:rect b="b" l="l" r="r" t="t"/>
                <a:pathLst>
                  <a:path extrusionOk="0" h="494" w="493">
                    <a:moveTo>
                      <a:pt x="246" y="1"/>
                    </a:moveTo>
                    <a:cubicBezTo>
                      <a:pt x="111" y="1"/>
                      <a:pt x="0" y="111"/>
                      <a:pt x="0" y="248"/>
                    </a:cubicBezTo>
                    <a:cubicBezTo>
                      <a:pt x="0"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9"/>
              <p:cNvSpPr/>
              <p:nvPr/>
            </p:nvSpPr>
            <p:spPr>
              <a:xfrm>
                <a:off x="1623275" y="805088"/>
                <a:ext cx="12325" cy="12350"/>
              </a:xfrm>
              <a:custGeom>
                <a:rect b="b" l="l" r="r" t="t"/>
                <a:pathLst>
                  <a:path extrusionOk="0" h="494" w="493">
                    <a:moveTo>
                      <a:pt x="246" y="1"/>
                    </a:moveTo>
                    <a:cubicBezTo>
                      <a:pt x="111" y="1"/>
                      <a:pt x="0" y="111"/>
                      <a:pt x="0" y="246"/>
                    </a:cubicBezTo>
                    <a:cubicBezTo>
                      <a:pt x="0"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9"/>
              <p:cNvSpPr/>
              <p:nvPr/>
            </p:nvSpPr>
            <p:spPr>
              <a:xfrm>
                <a:off x="1623275" y="842138"/>
                <a:ext cx="12325" cy="12375"/>
              </a:xfrm>
              <a:custGeom>
                <a:rect b="b" l="l" r="r" t="t"/>
                <a:pathLst>
                  <a:path extrusionOk="0" h="495"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9"/>
              <p:cNvSpPr/>
              <p:nvPr/>
            </p:nvSpPr>
            <p:spPr>
              <a:xfrm>
                <a:off x="151365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9"/>
              <p:cNvSpPr/>
              <p:nvPr/>
            </p:nvSpPr>
            <p:spPr>
              <a:xfrm>
                <a:off x="151365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9"/>
              <p:cNvSpPr/>
              <p:nvPr/>
            </p:nvSpPr>
            <p:spPr>
              <a:xfrm>
                <a:off x="1550700" y="693938"/>
                <a:ext cx="12350" cy="12375"/>
              </a:xfrm>
              <a:custGeom>
                <a:rect b="b" l="l" r="r" t="t"/>
                <a:pathLst>
                  <a:path extrusionOk="0" h="495" w="494">
                    <a:moveTo>
                      <a:pt x="247" y="1"/>
                    </a:moveTo>
                    <a:cubicBezTo>
                      <a:pt x="111" y="1"/>
                      <a:pt x="0" y="111"/>
                      <a:pt x="0" y="248"/>
                    </a:cubicBezTo>
                    <a:cubicBezTo>
                      <a:pt x="0"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9"/>
              <p:cNvSpPr/>
              <p:nvPr/>
            </p:nvSpPr>
            <p:spPr>
              <a:xfrm>
                <a:off x="151365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9"/>
              <p:cNvSpPr/>
              <p:nvPr/>
            </p:nvSpPr>
            <p:spPr>
              <a:xfrm>
                <a:off x="151365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9"/>
              <p:cNvSpPr/>
              <p:nvPr/>
            </p:nvSpPr>
            <p:spPr>
              <a:xfrm>
                <a:off x="151365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9"/>
              <p:cNvSpPr/>
              <p:nvPr/>
            </p:nvSpPr>
            <p:spPr>
              <a:xfrm>
                <a:off x="1550700" y="656913"/>
                <a:ext cx="12350" cy="12325"/>
              </a:xfrm>
              <a:custGeom>
                <a:rect b="b" l="l" r="r" t="t"/>
                <a:pathLst>
                  <a:path extrusionOk="0" h="493" w="494">
                    <a:moveTo>
                      <a:pt x="247" y="0"/>
                    </a:moveTo>
                    <a:cubicBezTo>
                      <a:pt x="111" y="0"/>
                      <a:pt x="0" y="110"/>
                      <a:pt x="0" y="247"/>
                    </a:cubicBezTo>
                    <a:cubicBezTo>
                      <a:pt x="0" y="383"/>
                      <a:pt x="111" y="492"/>
                      <a:pt x="247" y="492"/>
                    </a:cubicBezTo>
                    <a:cubicBezTo>
                      <a:pt x="383" y="492"/>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9"/>
              <p:cNvSpPr/>
              <p:nvPr/>
            </p:nvSpPr>
            <p:spPr>
              <a:xfrm>
                <a:off x="1449650" y="715963"/>
                <a:ext cx="3775" cy="8400"/>
              </a:xfrm>
              <a:custGeom>
                <a:rect b="b" l="l" r="r" t="t"/>
                <a:pathLst>
                  <a:path extrusionOk="0" h="336" w="151">
                    <a:moveTo>
                      <a:pt x="126" y="0"/>
                    </a:moveTo>
                    <a:cubicBezTo>
                      <a:pt x="80" y="111"/>
                      <a:pt x="37" y="222"/>
                      <a:pt x="0" y="336"/>
                    </a:cubicBezTo>
                    <a:cubicBezTo>
                      <a:pt x="89" y="295"/>
                      <a:pt x="151" y="211"/>
                      <a:pt x="151" y="109"/>
                    </a:cubicBezTo>
                    <a:cubicBezTo>
                      <a:pt x="151" y="68"/>
                      <a:pt x="142" y="35"/>
                      <a:pt x="1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9"/>
              <p:cNvSpPr/>
              <p:nvPr/>
            </p:nvSpPr>
            <p:spPr>
              <a:xfrm>
                <a:off x="1478150" y="6939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9"/>
              <p:cNvSpPr/>
              <p:nvPr/>
            </p:nvSpPr>
            <p:spPr>
              <a:xfrm>
                <a:off x="1443800" y="749563"/>
                <a:ext cx="9625" cy="12350"/>
              </a:xfrm>
              <a:custGeom>
                <a:rect b="b" l="l" r="r" t="t"/>
                <a:pathLst>
                  <a:path extrusionOk="0" h="494" w="385">
                    <a:moveTo>
                      <a:pt x="140" y="1"/>
                    </a:moveTo>
                    <a:cubicBezTo>
                      <a:pt x="139" y="1"/>
                      <a:pt x="139" y="1"/>
                      <a:pt x="138" y="1"/>
                    </a:cubicBezTo>
                    <a:cubicBezTo>
                      <a:pt x="96" y="1"/>
                      <a:pt x="53" y="14"/>
                      <a:pt x="18" y="32"/>
                    </a:cubicBezTo>
                    <a:cubicBezTo>
                      <a:pt x="7" y="156"/>
                      <a:pt x="1" y="282"/>
                      <a:pt x="1" y="408"/>
                    </a:cubicBezTo>
                    <a:lnTo>
                      <a:pt x="1" y="450"/>
                    </a:lnTo>
                    <a:cubicBezTo>
                      <a:pt x="40" y="478"/>
                      <a:pt x="86" y="493"/>
                      <a:pt x="138" y="493"/>
                    </a:cubicBezTo>
                    <a:cubicBezTo>
                      <a:pt x="274" y="493"/>
                      <a:pt x="385" y="382"/>
                      <a:pt x="385" y="247"/>
                    </a:cubicBezTo>
                    <a:cubicBezTo>
                      <a:pt x="385" y="112"/>
                      <a:pt x="276" y="1"/>
                      <a:pt x="1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9"/>
              <p:cNvSpPr/>
              <p:nvPr/>
            </p:nvSpPr>
            <p:spPr>
              <a:xfrm>
                <a:off x="14410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9"/>
              <p:cNvSpPr/>
              <p:nvPr/>
            </p:nvSpPr>
            <p:spPr>
              <a:xfrm>
                <a:off x="14410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9"/>
              <p:cNvSpPr/>
              <p:nvPr/>
            </p:nvSpPr>
            <p:spPr>
              <a:xfrm>
                <a:off x="1478150" y="73098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9"/>
              <p:cNvSpPr/>
              <p:nvPr/>
            </p:nvSpPr>
            <p:spPr>
              <a:xfrm>
                <a:off x="1478150" y="76806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9"/>
              <p:cNvSpPr/>
              <p:nvPr/>
            </p:nvSpPr>
            <p:spPr>
              <a:xfrm>
                <a:off x="1478150" y="805088"/>
                <a:ext cx="12325" cy="12350"/>
              </a:xfrm>
              <a:custGeom>
                <a:rect b="b" l="l" r="r" t="t"/>
                <a:pathLst>
                  <a:path extrusionOk="0" h="494" w="493">
                    <a:moveTo>
                      <a:pt x="246" y="1"/>
                    </a:moveTo>
                    <a:cubicBezTo>
                      <a:pt x="111" y="1"/>
                      <a:pt x="1" y="111"/>
                      <a:pt x="1" y="246"/>
                    </a:cubicBezTo>
                    <a:cubicBezTo>
                      <a:pt x="1"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9"/>
              <p:cNvSpPr/>
              <p:nvPr/>
            </p:nvSpPr>
            <p:spPr>
              <a:xfrm>
                <a:off x="1478150"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9"/>
              <p:cNvSpPr/>
              <p:nvPr/>
            </p:nvSpPr>
            <p:spPr>
              <a:xfrm>
                <a:off x="1368500" y="786663"/>
                <a:ext cx="12400" cy="12275"/>
              </a:xfrm>
              <a:custGeom>
                <a:rect b="b" l="l" r="r" t="t"/>
                <a:pathLst>
                  <a:path extrusionOk="0" h="491" w="496">
                    <a:moveTo>
                      <a:pt x="265" y="1"/>
                    </a:moveTo>
                    <a:cubicBezTo>
                      <a:pt x="179" y="53"/>
                      <a:pt x="93" y="112"/>
                      <a:pt x="13" y="170"/>
                    </a:cubicBezTo>
                    <a:cubicBezTo>
                      <a:pt x="3" y="191"/>
                      <a:pt x="1" y="219"/>
                      <a:pt x="1" y="243"/>
                    </a:cubicBezTo>
                    <a:cubicBezTo>
                      <a:pt x="1" y="379"/>
                      <a:pt x="111" y="490"/>
                      <a:pt x="246" y="490"/>
                    </a:cubicBezTo>
                    <a:cubicBezTo>
                      <a:pt x="384" y="490"/>
                      <a:pt x="496" y="379"/>
                      <a:pt x="496" y="243"/>
                    </a:cubicBezTo>
                    <a:cubicBezTo>
                      <a:pt x="496" y="114"/>
                      <a:pt x="394" y="7"/>
                      <a:pt x="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9"/>
              <p:cNvSpPr/>
              <p:nvPr/>
            </p:nvSpPr>
            <p:spPr>
              <a:xfrm>
                <a:off x="136852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9"/>
              <p:cNvSpPr/>
              <p:nvPr/>
            </p:nvSpPr>
            <p:spPr>
              <a:xfrm>
                <a:off x="1368525" y="86068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9"/>
              <p:cNvSpPr/>
              <p:nvPr/>
            </p:nvSpPr>
            <p:spPr>
              <a:xfrm>
                <a:off x="1405525" y="771063"/>
                <a:ext cx="12400" cy="9350"/>
              </a:xfrm>
              <a:custGeom>
                <a:rect b="b" l="l" r="r" t="t"/>
                <a:pathLst>
                  <a:path extrusionOk="0" h="374" w="496">
                    <a:moveTo>
                      <a:pt x="457" y="1"/>
                    </a:moveTo>
                    <a:cubicBezTo>
                      <a:pt x="310" y="19"/>
                      <a:pt x="166" y="46"/>
                      <a:pt x="23" y="83"/>
                    </a:cubicBezTo>
                    <a:cubicBezTo>
                      <a:pt x="18" y="87"/>
                      <a:pt x="12" y="87"/>
                      <a:pt x="6" y="89"/>
                    </a:cubicBezTo>
                    <a:lnTo>
                      <a:pt x="3" y="89"/>
                    </a:lnTo>
                    <a:cubicBezTo>
                      <a:pt x="0" y="103"/>
                      <a:pt x="0" y="114"/>
                      <a:pt x="0" y="128"/>
                    </a:cubicBezTo>
                    <a:cubicBezTo>
                      <a:pt x="0" y="263"/>
                      <a:pt x="111" y="373"/>
                      <a:pt x="249" y="373"/>
                    </a:cubicBezTo>
                    <a:cubicBezTo>
                      <a:pt x="384" y="373"/>
                      <a:pt x="496" y="263"/>
                      <a:pt x="496" y="128"/>
                    </a:cubicBezTo>
                    <a:cubicBezTo>
                      <a:pt x="496" y="81"/>
                      <a:pt x="484" y="38"/>
                      <a:pt x="4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9"/>
              <p:cNvSpPr/>
              <p:nvPr/>
            </p:nvSpPr>
            <p:spPr>
              <a:xfrm>
                <a:off x="1405575" y="805088"/>
                <a:ext cx="12350" cy="12350"/>
              </a:xfrm>
              <a:custGeom>
                <a:rect b="b" l="l" r="r" t="t"/>
                <a:pathLst>
                  <a:path extrusionOk="0" h="494" w="494">
                    <a:moveTo>
                      <a:pt x="247" y="1"/>
                    </a:moveTo>
                    <a:cubicBezTo>
                      <a:pt x="111" y="1"/>
                      <a:pt x="1" y="111"/>
                      <a:pt x="1" y="246"/>
                    </a:cubicBezTo>
                    <a:cubicBezTo>
                      <a:pt x="1"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9"/>
              <p:cNvSpPr/>
              <p:nvPr/>
            </p:nvSpPr>
            <p:spPr>
              <a:xfrm>
                <a:off x="1405575" y="8421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9"/>
              <p:cNvSpPr/>
              <p:nvPr/>
            </p:nvSpPr>
            <p:spPr>
              <a:xfrm>
                <a:off x="1333025"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9"/>
              <p:cNvSpPr/>
              <p:nvPr/>
            </p:nvSpPr>
            <p:spPr>
              <a:xfrm>
                <a:off x="1333025" y="879188"/>
                <a:ext cx="12325" cy="12350"/>
              </a:xfrm>
              <a:custGeom>
                <a:rect b="b" l="l" r="r" t="t"/>
                <a:pathLst>
                  <a:path extrusionOk="0" h="494"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9"/>
              <p:cNvSpPr/>
              <p:nvPr/>
            </p:nvSpPr>
            <p:spPr>
              <a:xfrm>
                <a:off x="1767675" y="910013"/>
                <a:ext cx="11975" cy="12375"/>
              </a:xfrm>
              <a:custGeom>
                <a:rect b="b" l="l" r="r" t="t"/>
                <a:pathLst>
                  <a:path extrusionOk="0" h="495" w="479">
                    <a:moveTo>
                      <a:pt x="247" y="1"/>
                    </a:moveTo>
                    <a:cubicBezTo>
                      <a:pt x="112" y="1"/>
                      <a:pt x="1" y="112"/>
                      <a:pt x="1" y="248"/>
                    </a:cubicBezTo>
                    <a:cubicBezTo>
                      <a:pt x="1" y="387"/>
                      <a:pt x="112" y="494"/>
                      <a:pt x="247" y="494"/>
                    </a:cubicBezTo>
                    <a:cubicBezTo>
                      <a:pt x="294" y="494"/>
                      <a:pt x="339" y="482"/>
                      <a:pt x="376" y="460"/>
                    </a:cubicBezTo>
                    <a:lnTo>
                      <a:pt x="376" y="458"/>
                    </a:lnTo>
                    <a:lnTo>
                      <a:pt x="478" y="166"/>
                    </a:lnTo>
                    <a:lnTo>
                      <a:pt x="478" y="164"/>
                    </a:lnTo>
                    <a:cubicBezTo>
                      <a:pt x="443" y="68"/>
                      <a:pt x="351"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9"/>
              <p:cNvSpPr/>
              <p:nvPr/>
            </p:nvSpPr>
            <p:spPr>
              <a:xfrm>
                <a:off x="1695125" y="9100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9"/>
              <p:cNvSpPr/>
              <p:nvPr/>
            </p:nvSpPr>
            <p:spPr>
              <a:xfrm>
                <a:off x="1695125" y="94711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9"/>
              <p:cNvSpPr/>
              <p:nvPr/>
            </p:nvSpPr>
            <p:spPr>
              <a:xfrm>
                <a:off x="173217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9"/>
              <p:cNvSpPr/>
              <p:nvPr/>
            </p:nvSpPr>
            <p:spPr>
              <a:xfrm>
                <a:off x="1695400" y="984138"/>
                <a:ext cx="10325" cy="4425"/>
              </a:xfrm>
              <a:custGeom>
                <a:rect b="b" l="l" r="r" t="t"/>
                <a:pathLst>
                  <a:path extrusionOk="0" h="177" w="413">
                    <a:moveTo>
                      <a:pt x="237" y="1"/>
                    </a:moveTo>
                    <a:cubicBezTo>
                      <a:pt x="124" y="1"/>
                      <a:pt x="32" y="74"/>
                      <a:pt x="1" y="176"/>
                    </a:cubicBezTo>
                    <a:cubicBezTo>
                      <a:pt x="93" y="161"/>
                      <a:pt x="186" y="140"/>
                      <a:pt x="274" y="119"/>
                    </a:cubicBezTo>
                    <a:cubicBezTo>
                      <a:pt x="321" y="105"/>
                      <a:pt x="366" y="94"/>
                      <a:pt x="413" y="78"/>
                    </a:cubicBezTo>
                    <a:cubicBezTo>
                      <a:pt x="368" y="32"/>
                      <a:pt x="308" y="1"/>
                      <a:pt x="2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9"/>
              <p:cNvSpPr/>
              <p:nvPr/>
            </p:nvSpPr>
            <p:spPr>
              <a:xfrm>
                <a:off x="1732150" y="965613"/>
                <a:ext cx="10325" cy="8500"/>
              </a:xfrm>
              <a:custGeom>
                <a:rect b="b" l="l" r="r" t="t"/>
                <a:pathLst>
                  <a:path extrusionOk="0" h="340" w="413">
                    <a:moveTo>
                      <a:pt x="249" y="1"/>
                    </a:moveTo>
                    <a:cubicBezTo>
                      <a:pt x="111" y="1"/>
                      <a:pt x="1" y="112"/>
                      <a:pt x="1" y="248"/>
                    </a:cubicBezTo>
                    <a:cubicBezTo>
                      <a:pt x="1" y="282"/>
                      <a:pt x="6" y="313"/>
                      <a:pt x="18" y="339"/>
                    </a:cubicBezTo>
                    <a:cubicBezTo>
                      <a:pt x="156" y="257"/>
                      <a:pt x="289" y="164"/>
                      <a:pt x="412" y="66"/>
                    </a:cubicBezTo>
                    <a:cubicBezTo>
                      <a:pt x="368" y="26"/>
                      <a:pt x="310" y="1"/>
                      <a:pt x="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9"/>
              <p:cNvSpPr/>
              <p:nvPr/>
            </p:nvSpPr>
            <p:spPr>
              <a:xfrm>
                <a:off x="173217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9"/>
              <p:cNvSpPr/>
              <p:nvPr/>
            </p:nvSpPr>
            <p:spPr>
              <a:xfrm>
                <a:off x="1622550" y="91003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9"/>
              <p:cNvSpPr/>
              <p:nvPr/>
            </p:nvSpPr>
            <p:spPr>
              <a:xfrm>
                <a:off x="1622550" y="947113"/>
                <a:ext cx="12350" cy="12350"/>
              </a:xfrm>
              <a:custGeom>
                <a:rect b="b" l="l" r="r" t="t"/>
                <a:pathLst>
                  <a:path extrusionOk="0" h="494" w="494">
                    <a:moveTo>
                      <a:pt x="247" y="1"/>
                    </a:moveTo>
                    <a:cubicBezTo>
                      <a:pt x="111" y="1"/>
                      <a:pt x="1" y="111"/>
                      <a:pt x="1" y="248"/>
                    </a:cubicBezTo>
                    <a:cubicBezTo>
                      <a:pt x="1" y="383"/>
                      <a:pt x="111" y="493"/>
                      <a:pt x="247" y="493"/>
                    </a:cubicBezTo>
                    <a:cubicBezTo>
                      <a:pt x="383" y="493"/>
                      <a:pt x="494" y="383"/>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9"/>
              <p:cNvSpPr/>
              <p:nvPr/>
            </p:nvSpPr>
            <p:spPr>
              <a:xfrm>
                <a:off x="1659625"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9"/>
              <p:cNvSpPr/>
              <p:nvPr/>
            </p:nvSpPr>
            <p:spPr>
              <a:xfrm>
                <a:off x="1622550" y="984163"/>
                <a:ext cx="12350" cy="12350"/>
              </a:xfrm>
              <a:custGeom>
                <a:rect b="b" l="l" r="r" t="t"/>
                <a:pathLst>
                  <a:path extrusionOk="0" h="494" w="494">
                    <a:moveTo>
                      <a:pt x="247" y="1"/>
                    </a:moveTo>
                    <a:cubicBezTo>
                      <a:pt x="111" y="1"/>
                      <a:pt x="1" y="111"/>
                      <a:pt x="1" y="248"/>
                    </a:cubicBezTo>
                    <a:cubicBezTo>
                      <a:pt x="1" y="384"/>
                      <a:pt x="111" y="493"/>
                      <a:pt x="247" y="493"/>
                    </a:cubicBezTo>
                    <a:cubicBezTo>
                      <a:pt x="383" y="493"/>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9"/>
              <p:cNvSpPr/>
              <p:nvPr/>
            </p:nvSpPr>
            <p:spPr>
              <a:xfrm>
                <a:off x="1622550" y="10212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9"/>
              <p:cNvSpPr/>
              <p:nvPr/>
            </p:nvSpPr>
            <p:spPr>
              <a:xfrm>
                <a:off x="1622550" y="10582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9"/>
              <p:cNvSpPr/>
              <p:nvPr/>
            </p:nvSpPr>
            <p:spPr>
              <a:xfrm>
                <a:off x="1659625"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9"/>
              <p:cNvSpPr/>
              <p:nvPr/>
            </p:nvSpPr>
            <p:spPr>
              <a:xfrm>
                <a:off x="1659575" y="1002838"/>
                <a:ext cx="4975" cy="11825"/>
              </a:xfrm>
              <a:custGeom>
                <a:rect b="b" l="l" r="r" t="t"/>
                <a:pathLst>
                  <a:path extrusionOk="0" h="473" w="199">
                    <a:moveTo>
                      <a:pt x="199" y="0"/>
                    </a:moveTo>
                    <a:lnTo>
                      <a:pt x="199" y="0"/>
                    </a:lnTo>
                    <a:cubicBezTo>
                      <a:pt x="87" y="22"/>
                      <a:pt x="1" y="120"/>
                      <a:pt x="3" y="239"/>
                    </a:cubicBezTo>
                    <a:cubicBezTo>
                      <a:pt x="3" y="347"/>
                      <a:pt x="70" y="440"/>
                      <a:pt x="165" y="473"/>
                    </a:cubicBezTo>
                    <a:cubicBezTo>
                      <a:pt x="185" y="316"/>
                      <a:pt x="199" y="160"/>
                      <a:pt x="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9"/>
              <p:cNvSpPr/>
              <p:nvPr/>
            </p:nvSpPr>
            <p:spPr>
              <a:xfrm>
                <a:off x="1587050"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9"/>
              <p:cNvSpPr/>
              <p:nvPr/>
            </p:nvSpPr>
            <p:spPr>
              <a:xfrm>
                <a:off x="1550000" y="1021213"/>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9"/>
              <p:cNvSpPr/>
              <p:nvPr/>
            </p:nvSpPr>
            <p:spPr>
              <a:xfrm>
                <a:off x="1550000" y="10582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9"/>
              <p:cNvSpPr/>
              <p:nvPr/>
            </p:nvSpPr>
            <p:spPr>
              <a:xfrm>
                <a:off x="1550000" y="1095313"/>
                <a:ext cx="12325" cy="12325"/>
              </a:xfrm>
              <a:custGeom>
                <a:rect b="b" l="l" r="r" t="t"/>
                <a:pathLst>
                  <a:path extrusionOk="0" h="493" w="493">
                    <a:moveTo>
                      <a:pt x="246" y="1"/>
                    </a:moveTo>
                    <a:cubicBezTo>
                      <a:pt x="111" y="1"/>
                      <a:pt x="1" y="110"/>
                      <a:pt x="1" y="246"/>
                    </a:cubicBezTo>
                    <a:cubicBezTo>
                      <a:pt x="1" y="383"/>
                      <a:pt x="111"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9"/>
              <p:cNvSpPr/>
              <p:nvPr/>
            </p:nvSpPr>
            <p:spPr>
              <a:xfrm>
                <a:off x="1587050"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9"/>
              <p:cNvSpPr/>
              <p:nvPr/>
            </p:nvSpPr>
            <p:spPr>
              <a:xfrm>
                <a:off x="1587050" y="1002688"/>
                <a:ext cx="12350" cy="12350"/>
              </a:xfrm>
              <a:custGeom>
                <a:rect b="b" l="l" r="r" t="t"/>
                <a:pathLst>
                  <a:path extrusionOk="0" h="494" w="494">
                    <a:moveTo>
                      <a:pt x="247" y="1"/>
                    </a:moveTo>
                    <a:cubicBezTo>
                      <a:pt x="111" y="1"/>
                      <a:pt x="1" y="110"/>
                      <a:pt x="1" y="246"/>
                    </a:cubicBezTo>
                    <a:cubicBezTo>
                      <a:pt x="1" y="383"/>
                      <a:pt x="111" y="493"/>
                      <a:pt x="247" y="493"/>
                    </a:cubicBezTo>
                    <a:cubicBezTo>
                      <a:pt x="383" y="493"/>
                      <a:pt x="494" y="383"/>
                      <a:pt x="494" y="246"/>
                    </a:cubicBezTo>
                    <a:cubicBezTo>
                      <a:pt x="494" y="110"/>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9"/>
              <p:cNvSpPr/>
              <p:nvPr/>
            </p:nvSpPr>
            <p:spPr>
              <a:xfrm>
                <a:off x="1587050" y="103973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9"/>
              <p:cNvSpPr/>
              <p:nvPr/>
            </p:nvSpPr>
            <p:spPr>
              <a:xfrm>
                <a:off x="1587050" y="1076788"/>
                <a:ext cx="12350" cy="12350"/>
              </a:xfrm>
              <a:custGeom>
                <a:rect b="b" l="l" r="r" t="t"/>
                <a:pathLst>
                  <a:path extrusionOk="0" h="494" w="494">
                    <a:moveTo>
                      <a:pt x="247" y="1"/>
                    </a:moveTo>
                    <a:cubicBezTo>
                      <a:pt x="111" y="1"/>
                      <a:pt x="1" y="111"/>
                      <a:pt x="1" y="247"/>
                    </a:cubicBezTo>
                    <a:cubicBezTo>
                      <a:pt x="1" y="384"/>
                      <a:pt x="111" y="493"/>
                      <a:pt x="247" y="493"/>
                    </a:cubicBezTo>
                    <a:cubicBezTo>
                      <a:pt x="383" y="493"/>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9"/>
              <p:cNvSpPr/>
              <p:nvPr/>
            </p:nvSpPr>
            <p:spPr>
              <a:xfrm>
                <a:off x="1477425"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9"/>
              <p:cNvSpPr/>
              <p:nvPr/>
            </p:nvSpPr>
            <p:spPr>
              <a:xfrm>
                <a:off x="1477425" y="947113"/>
                <a:ext cx="12350" cy="12350"/>
              </a:xfrm>
              <a:custGeom>
                <a:rect b="b" l="l" r="r" t="t"/>
                <a:pathLst>
                  <a:path extrusionOk="0" h="494" w="494">
                    <a:moveTo>
                      <a:pt x="247" y="1"/>
                    </a:moveTo>
                    <a:cubicBezTo>
                      <a:pt x="111" y="1"/>
                      <a:pt x="1" y="111"/>
                      <a:pt x="1" y="248"/>
                    </a:cubicBezTo>
                    <a:cubicBezTo>
                      <a:pt x="1" y="383"/>
                      <a:pt x="111" y="493"/>
                      <a:pt x="247" y="493"/>
                    </a:cubicBezTo>
                    <a:cubicBezTo>
                      <a:pt x="384" y="493"/>
                      <a:pt x="494" y="383"/>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9"/>
              <p:cNvSpPr/>
              <p:nvPr/>
            </p:nvSpPr>
            <p:spPr>
              <a:xfrm>
                <a:off x="1514500"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9"/>
              <p:cNvSpPr/>
              <p:nvPr/>
            </p:nvSpPr>
            <p:spPr>
              <a:xfrm>
                <a:off x="1477425" y="984163"/>
                <a:ext cx="12350" cy="12350"/>
              </a:xfrm>
              <a:custGeom>
                <a:rect b="b" l="l" r="r" t="t"/>
                <a:pathLst>
                  <a:path extrusionOk="0" h="494" w="494">
                    <a:moveTo>
                      <a:pt x="247" y="1"/>
                    </a:moveTo>
                    <a:cubicBezTo>
                      <a:pt x="111" y="1"/>
                      <a:pt x="1" y="111"/>
                      <a:pt x="1" y="248"/>
                    </a:cubicBezTo>
                    <a:cubicBezTo>
                      <a:pt x="1" y="384"/>
                      <a:pt x="111" y="493"/>
                      <a:pt x="247" y="493"/>
                    </a:cubicBezTo>
                    <a:cubicBezTo>
                      <a:pt x="384" y="493"/>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9"/>
              <p:cNvSpPr/>
              <p:nvPr/>
            </p:nvSpPr>
            <p:spPr>
              <a:xfrm>
                <a:off x="1477425" y="1021213"/>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9"/>
              <p:cNvSpPr/>
              <p:nvPr/>
            </p:nvSpPr>
            <p:spPr>
              <a:xfrm>
                <a:off x="1477425" y="1058238"/>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9"/>
              <p:cNvSpPr/>
              <p:nvPr/>
            </p:nvSpPr>
            <p:spPr>
              <a:xfrm>
                <a:off x="1514500"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9"/>
              <p:cNvSpPr/>
              <p:nvPr/>
            </p:nvSpPr>
            <p:spPr>
              <a:xfrm>
                <a:off x="1514500" y="1002688"/>
                <a:ext cx="12325" cy="12350"/>
              </a:xfrm>
              <a:custGeom>
                <a:rect b="b" l="l" r="r" t="t"/>
                <a:pathLst>
                  <a:path extrusionOk="0" h="494" w="493">
                    <a:moveTo>
                      <a:pt x="246" y="1"/>
                    </a:moveTo>
                    <a:cubicBezTo>
                      <a:pt x="110" y="1"/>
                      <a:pt x="1" y="110"/>
                      <a:pt x="1" y="246"/>
                    </a:cubicBezTo>
                    <a:cubicBezTo>
                      <a:pt x="1" y="383"/>
                      <a:pt x="110"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9"/>
              <p:cNvSpPr/>
              <p:nvPr/>
            </p:nvSpPr>
            <p:spPr>
              <a:xfrm>
                <a:off x="1514500" y="1039738"/>
                <a:ext cx="12325" cy="12350"/>
              </a:xfrm>
              <a:custGeom>
                <a:rect b="b" l="l" r="r" t="t"/>
                <a:pathLst>
                  <a:path extrusionOk="0" h="494" w="493">
                    <a:moveTo>
                      <a:pt x="246" y="1"/>
                    </a:moveTo>
                    <a:cubicBezTo>
                      <a:pt x="110" y="1"/>
                      <a:pt x="1" y="111"/>
                      <a:pt x="1" y="247"/>
                    </a:cubicBezTo>
                    <a:cubicBezTo>
                      <a:pt x="1" y="383"/>
                      <a:pt x="110" y="493"/>
                      <a:pt x="246" y="493"/>
                    </a:cubicBezTo>
                    <a:cubicBezTo>
                      <a:pt x="382" y="493"/>
                      <a:pt x="493" y="383"/>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9"/>
              <p:cNvSpPr/>
              <p:nvPr/>
            </p:nvSpPr>
            <p:spPr>
              <a:xfrm>
                <a:off x="1514500" y="1076788"/>
                <a:ext cx="12325" cy="12350"/>
              </a:xfrm>
              <a:custGeom>
                <a:rect b="b" l="l" r="r" t="t"/>
                <a:pathLst>
                  <a:path extrusionOk="0" h="494" w="493">
                    <a:moveTo>
                      <a:pt x="246" y="1"/>
                    </a:moveTo>
                    <a:cubicBezTo>
                      <a:pt x="110" y="1"/>
                      <a:pt x="1" y="111"/>
                      <a:pt x="1" y="247"/>
                    </a:cubicBezTo>
                    <a:cubicBezTo>
                      <a:pt x="1" y="384"/>
                      <a:pt x="110" y="493"/>
                      <a:pt x="246" y="493"/>
                    </a:cubicBezTo>
                    <a:cubicBezTo>
                      <a:pt x="382" y="493"/>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9"/>
              <p:cNvSpPr/>
              <p:nvPr/>
            </p:nvSpPr>
            <p:spPr>
              <a:xfrm>
                <a:off x="1404875" y="910038"/>
                <a:ext cx="12325" cy="12375"/>
              </a:xfrm>
              <a:custGeom>
                <a:rect b="b" l="l" r="r" t="t"/>
                <a:pathLst>
                  <a:path extrusionOk="0" h="495" w="493">
                    <a:moveTo>
                      <a:pt x="246" y="1"/>
                    </a:moveTo>
                    <a:cubicBezTo>
                      <a:pt x="111" y="1"/>
                      <a:pt x="1" y="111"/>
                      <a:pt x="1" y="248"/>
                    </a:cubicBezTo>
                    <a:cubicBezTo>
                      <a:pt x="1" y="384"/>
                      <a:pt x="111" y="494"/>
                      <a:pt x="246" y="494"/>
                    </a:cubicBezTo>
                    <a:cubicBezTo>
                      <a:pt x="383" y="494"/>
                      <a:pt x="493" y="384"/>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9"/>
              <p:cNvSpPr/>
              <p:nvPr/>
            </p:nvSpPr>
            <p:spPr>
              <a:xfrm>
                <a:off x="1404875" y="947113"/>
                <a:ext cx="12325" cy="12350"/>
              </a:xfrm>
              <a:custGeom>
                <a:rect b="b" l="l" r="r" t="t"/>
                <a:pathLst>
                  <a:path extrusionOk="0" h="494" w="493">
                    <a:moveTo>
                      <a:pt x="246" y="1"/>
                    </a:moveTo>
                    <a:cubicBezTo>
                      <a:pt x="111" y="1"/>
                      <a:pt x="1" y="111"/>
                      <a:pt x="1" y="248"/>
                    </a:cubicBezTo>
                    <a:cubicBezTo>
                      <a:pt x="1" y="383"/>
                      <a:pt x="111" y="493"/>
                      <a:pt x="246" y="493"/>
                    </a:cubicBezTo>
                    <a:cubicBezTo>
                      <a:pt x="383" y="493"/>
                      <a:pt x="493" y="383"/>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9"/>
              <p:cNvSpPr/>
              <p:nvPr/>
            </p:nvSpPr>
            <p:spPr>
              <a:xfrm>
                <a:off x="14419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9"/>
              <p:cNvSpPr/>
              <p:nvPr/>
            </p:nvSpPr>
            <p:spPr>
              <a:xfrm>
                <a:off x="1405825" y="984163"/>
                <a:ext cx="11250" cy="5100"/>
              </a:xfrm>
              <a:custGeom>
                <a:rect b="b" l="l" r="r" t="t"/>
                <a:pathLst>
                  <a:path extrusionOk="0" h="204" w="450">
                    <a:moveTo>
                      <a:pt x="209" y="1"/>
                    </a:moveTo>
                    <a:cubicBezTo>
                      <a:pt x="209" y="1"/>
                      <a:pt x="208" y="1"/>
                      <a:pt x="207" y="1"/>
                    </a:cubicBezTo>
                    <a:cubicBezTo>
                      <a:pt x="122" y="1"/>
                      <a:pt x="44" y="47"/>
                      <a:pt x="1" y="114"/>
                    </a:cubicBezTo>
                    <a:cubicBezTo>
                      <a:pt x="5" y="114"/>
                      <a:pt x="11" y="118"/>
                      <a:pt x="14" y="118"/>
                    </a:cubicBezTo>
                    <a:lnTo>
                      <a:pt x="16" y="118"/>
                    </a:lnTo>
                    <a:cubicBezTo>
                      <a:pt x="159" y="155"/>
                      <a:pt x="303" y="181"/>
                      <a:pt x="450" y="203"/>
                    </a:cubicBezTo>
                    <a:cubicBezTo>
                      <a:pt x="432" y="89"/>
                      <a:pt x="331" y="1"/>
                      <a:pt x="2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9"/>
              <p:cNvSpPr/>
              <p:nvPr/>
            </p:nvSpPr>
            <p:spPr>
              <a:xfrm>
                <a:off x="1441925"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9"/>
              <p:cNvSpPr/>
              <p:nvPr/>
            </p:nvSpPr>
            <p:spPr>
              <a:xfrm>
                <a:off x="1443975" y="1002638"/>
                <a:ext cx="10275" cy="12425"/>
              </a:xfrm>
              <a:custGeom>
                <a:rect b="b" l="l" r="r" t="t"/>
                <a:pathLst>
                  <a:path extrusionOk="0" h="497" w="411">
                    <a:moveTo>
                      <a:pt x="162" y="1"/>
                    </a:moveTo>
                    <a:cubicBezTo>
                      <a:pt x="101" y="1"/>
                      <a:pt x="42" y="26"/>
                      <a:pt x="0" y="66"/>
                    </a:cubicBezTo>
                    <a:cubicBezTo>
                      <a:pt x="0" y="199"/>
                      <a:pt x="11" y="328"/>
                      <a:pt x="27" y="457"/>
                    </a:cubicBezTo>
                    <a:cubicBezTo>
                      <a:pt x="67" y="481"/>
                      <a:pt x="114" y="496"/>
                      <a:pt x="162" y="496"/>
                    </a:cubicBezTo>
                    <a:cubicBezTo>
                      <a:pt x="300" y="496"/>
                      <a:pt x="411" y="386"/>
                      <a:pt x="411" y="247"/>
                    </a:cubicBezTo>
                    <a:cubicBezTo>
                      <a:pt x="411" y="112"/>
                      <a:pt x="301" y="3"/>
                      <a:pt x="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9"/>
              <p:cNvSpPr/>
              <p:nvPr/>
            </p:nvSpPr>
            <p:spPr>
              <a:xfrm>
                <a:off x="1332300"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9"/>
              <p:cNvSpPr/>
              <p:nvPr/>
            </p:nvSpPr>
            <p:spPr>
              <a:xfrm>
                <a:off x="13693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9"/>
              <p:cNvSpPr/>
              <p:nvPr/>
            </p:nvSpPr>
            <p:spPr>
              <a:xfrm>
                <a:off x="1369650" y="965638"/>
                <a:ext cx="12025" cy="10725"/>
              </a:xfrm>
              <a:custGeom>
                <a:rect b="b" l="l" r="r" t="t"/>
                <a:pathLst>
                  <a:path extrusionOk="0" h="429" w="481">
                    <a:moveTo>
                      <a:pt x="236" y="1"/>
                    </a:moveTo>
                    <a:cubicBezTo>
                      <a:pt x="235" y="1"/>
                      <a:pt x="235" y="1"/>
                      <a:pt x="234" y="1"/>
                    </a:cubicBezTo>
                    <a:cubicBezTo>
                      <a:pt x="124" y="1"/>
                      <a:pt x="32" y="75"/>
                      <a:pt x="1" y="173"/>
                    </a:cubicBezTo>
                    <a:cubicBezTo>
                      <a:pt x="130" y="266"/>
                      <a:pt x="263" y="351"/>
                      <a:pt x="400" y="428"/>
                    </a:cubicBezTo>
                    <a:cubicBezTo>
                      <a:pt x="450" y="385"/>
                      <a:pt x="481" y="320"/>
                      <a:pt x="481" y="247"/>
                    </a:cubicBezTo>
                    <a:cubicBezTo>
                      <a:pt x="481" y="112"/>
                      <a:pt x="370" y="1"/>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9"/>
              <p:cNvSpPr/>
              <p:nvPr/>
            </p:nvSpPr>
            <p:spPr>
              <a:xfrm>
                <a:off x="136932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9"/>
              <p:cNvSpPr/>
              <p:nvPr/>
            </p:nvSpPr>
            <p:spPr>
              <a:xfrm>
                <a:off x="1404400" y="730388"/>
                <a:ext cx="299650" cy="299550"/>
              </a:xfrm>
              <a:custGeom>
                <a:rect b="b" l="l" r="r" t="t"/>
                <a:pathLst>
                  <a:path extrusionOk="0" h="11982" w="11986">
                    <a:moveTo>
                      <a:pt x="5994" y="0"/>
                    </a:moveTo>
                    <a:cubicBezTo>
                      <a:pt x="5346" y="0"/>
                      <a:pt x="4818" y="526"/>
                      <a:pt x="4818" y="1174"/>
                    </a:cubicBezTo>
                    <a:lnTo>
                      <a:pt x="4818" y="4816"/>
                    </a:lnTo>
                    <a:lnTo>
                      <a:pt x="1176" y="4816"/>
                    </a:lnTo>
                    <a:cubicBezTo>
                      <a:pt x="526" y="4816"/>
                      <a:pt x="0" y="5343"/>
                      <a:pt x="0" y="5991"/>
                    </a:cubicBezTo>
                    <a:cubicBezTo>
                      <a:pt x="0" y="6638"/>
                      <a:pt x="527" y="7164"/>
                      <a:pt x="1176" y="7164"/>
                    </a:cubicBezTo>
                    <a:lnTo>
                      <a:pt x="4818" y="7164"/>
                    </a:lnTo>
                    <a:lnTo>
                      <a:pt x="4818" y="10807"/>
                    </a:lnTo>
                    <a:cubicBezTo>
                      <a:pt x="4818" y="11455"/>
                      <a:pt x="5346" y="11982"/>
                      <a:pt x="5994" y="11982"/>
                    </a:cubicBezTo>
                    <a:cubicBezTo>
                      <a:pt x="6641" y="11982"/>
                      <a:pt x="7167" y="11453"/>
                      <a:pt x="7167" y="10807"/>
                    </a:cubicBezTo>
                    <a:lnTo>
                      <a:pt x="7167" y="7164"/>
                    </a:lnTo>
                    <a:lnTo>
                      <a:pt x="10810" y="7164"/>
                    </a:lnTo>
                    <a:cubicBezTo>
                      <a:pt x="11459" y="7164"/>
                      <a:pt x="11986" y="6638"/>
                      <a:pt x="11986" y="5991"/>
                    </a:cubicBezTo>
                    <a:cubicBezTo>
                      <a:pt x="11986" y="5343"/>
                      <a:pt x="11458" y="4816"/>
                      <a:pt x="10810" y="4816"/>
                    </a:cubicBezTo>
                    <a:lnTo>
                      <a:pt x="7167" y="4816"/>
                    </a:lnTo>
                    <a:lnTo>
                      <a:pt x="7167" y="1174"/>
                    </a:lnTo>
                    <a:cubicBezTo>
                      <a:pt x="7167" y="526"/>
                      <a:pt x="6641"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 name="Google Shape;783;p9"/>
            <p:cNvGrpSpPr/>
            <p:nvPr/>
          </p:nvGrpSpPr>
          <p:grpSpPr>
            <a:xfrm rot="-627215">
              <a:off x="7645430" y="3655323"/>
              <a:ext cx="1289802" cy="1247437"/>
              <a:chOff x="-4685648" y="4235468"/>
              <a:chExt cx="778251" cy="752644"/>
            </a:xfrm>
          </p:grpSpPr>
          <p:sp>
            <p:nvSpPr>
              <p:cNvPr id="784" name="Google Shape;784;p9"/>
              <p:cNvSpPr/>
              <p:nvPr/>
            </p:nvSpPr>
            <p:spPr>
              <a:xfrm>
                <a:off x="-4685648" y="4235519"/>
                <a:ext cx="772057" cy="752339"/>
              </a:xfrm>
              <a:custGeom>
                <a:rect b="b" l="l" r="r" t="t"/>
                <a:pathLst>
                  <a:path extrusionOk="0" h="7402" w="7596">
                    <a:moveTo>
                      <a:pt x="772" y="5598"/>
                    </a:moveTo>
                    <a:lnTo>
                      <a:pt x="772" y="5627"/>
                    </a:lnTo>
                    <a:lnTo>
                      <a:pt x="772" y="6804"/>
                    </a:lnTo>
                    <a:lnTo>
                      <a:pt x="772" y="6895"/>
                    </a:lnTo>
                    <a:cubicBezTo>
                      <a:pt x="414" y="6895"/>
                      <a:pt x="124" y="6604"/>
                      <a:pt x="124" y="6247"/>
                    </a:cubicBezTo>
                    <a:cubicBezTo>
                      <a:pt x="124" y="5890"/>
                      <a:pt x="414" y="5598"/>
                      <a:pt x="772" y="5598"/>
                    </a:cubicBezTo>
                    <a:close/>
                    <a:moveTo>
                      <a:pt x="1954" y="1"/>
                    </a:moveTo>
                    <a:cubicBezTo>
                      <a:pt x="1806" y="1"/>
                      <a:pt x="1682" y="98"/>
                      <a:pt x="1640" y="231"/>
                    </a:cubicBezTo>
                    <a:lnTo>
                      <a:pt x="1135" y="231"/>
                    </a:lnTo>
                    <a:cubicBezTo>
                      <a:pt x="934" y="231"/>
                      <a:pt x="772" y="393"/>
                      <a:pt x="772" y="594"/>
                    </a:cubicBezTo>
                    <a:lnTo>
                      <a:pt x="772" y="759"/>
                    </a:lnTo>
                    <a:lnTo>
                      <a:pt x="772" y="934"/>
                    </a:lnTo>
                    <a:lnTo>
                      <a:pt x="772" y="1274"/>
                    </a:lnTo>
                    <a:lnTo>
                      <a:pt x="772" y="2450"/>
                    </a:lnTo>
                    <a:lnTo>
                      <a:pt x="772" y="3698"/>
                    </a:lnTo>
                    <a:lnTo>
                      <a:pt x="772" y="4379"/>
                    </a:lnTo>
                    <a:lnTo>
                      <a:pt x="772" y="5478"/>
                    </a:lnTo>
                    <a:cubicBezTo>
                      <a:pt x="346" y="5478"/>
                      <a:pt x="0" y="5823"/>
                      <a:pt x="0" y="6248"/>
                    </a:cubicBezTo>
                    <a:cubicBezTo>
                      <a:pt x="0" y="6672"/>
                      <a:pt x="346" y="7017"/>
                      <a:pt x="772" y="7017"/>
                    </a:cubicBezTo>
                    <a:lnTo>
                      <a:pt x="772" y="7087"/>
                    </a:lnTo>
                    <a:cubicBezTo>
                      <a:pt x="772" y="7262"/>
                      <a:pt x="912" y="7401"/>
                      <a:pt x="1085" y="7401"/>
                    </a:cubicBezTo>
                    <a:lnTo>
                      <a:pt x="5435" y="7401"/>
                    </a:lnTo>
                    <a:cubicBezTo>
                      <a:pt x="5608" y="7401"/>
                      <a:pt x="5748" y="7260"/>
                      <a:pt x="5748" y="7087"/>
                    </a:cubicBezTo>
                    <a:lnTo>
                      <a:pt x="5748" y="5639"/>
                    </a:lnTo>
                    <a:lnTo>
                      <a:pt x="5748" y="5420"/>
                    </a:lnTo>
                    <a:cubicBezTo>
                      <a:pt x="5881" y="5378"/>
                      <a:pt x="5978" y="5253"/>
                      <a:pt x="5978" y="5106"/>
                    </a:cubicBezTo>
                    <a:lnTo>
                      <a:pt x="5978" y="4941"/>
                    </a:lnTo>
                    <a:cubicBezTo>
                      <a:pt x="5978" y="4793"/>
                      <a:pt x="5881" y="4669"/>
                      <a:pt x="5748" y="4627"/>
                    </a:cubicBezTo>
                    <a:lnTo>
                      <a:pt x="5748" y="4346"/>
                    </a:lnTo>
                    <a:cubicBezTo>
                      <a:pt x="5881" y="4305"/>
                      <a:pt x="5978" y="4179"/>
                      <a:pt x="5978" y="4033"/>
                    </a:cubicBezTo>
                    <a:lnTo>
                      <a:pt x="5978" y="3868"/>
                    </a:lnTo>
                    <a:cubicBezTo>
                      <a:pt x="5978" y="3720"/>
                      <a:pt x="5881" y="3596"/>
                      <a:pt x="5748" y="3554"/>
                    </a:cubicBezTo>
                    <a:lnTo>
                      <a:pt x="5748" y="3332"/>
                    </a:lnTo>
                    <a:lnTo>
                      <a:pt x="5748" y="3063"/>
                    </a:lnTo>
                    <a:lnTo>
                      <a:pt x="6329" y="2698"/>
                    </a:lnTo>
                    <a:cubicBezTo>
                      <a:pt x="6345" y="2728"/>
                      <a:pt x="6376" y="2744"/>
                      <a:pt x="6407" y="2744"/>
                    </a:cubicBezTo>
                    <a:cubicBezTo>
                      <a:pt x="6412" y="2744"/>
                      <a:pt x="6417" y="2744"/>
                      <a:pt x="6422" y="2743"/>
                    </a:cubicBezTo>
                    <a:cubicBezTo>
                      <a:pt x="6577" y="2717"/>
                      <a:pt x="7031" y="2623"/>
                      <a:pt x="7419" y="2335"/>
                    </a:cubicBezTo>
                    <a:cubicBezTo>
                      <a:pt x="7497" y="2277"/>
                      <a:pt x="7550" y="2198"/>
                      <a:pt x="7576" y="2112"/>
                    </a:cubicBezTo>
                    <a:lnTo>
                      <a:pt x="7576" y="2113"/>
                    </a:lnTo>
                    <a:cubicBezTo>
                      <a:pt x="7584" y="2089"/>
                      <a:pt x="7589" y="2067"/>
                      <a:pt x="7591" y="2042"/>
                    </a:cubicBezTo>
                    <a:lnTo>
                      <a:pt x="7591" y="2041"/>
                    </a:lnTo>
                    <a:lnTo>
                      <a:pt x="7596" y="2002"/>
                    </a:lnTo>
                    <a:lnTo>
                      <a:pt x="7596" y="1996"/>
                    </a:lnTo>
                    <a:lnTo>
                      <a:pt x="7596" y="1957"/>
                    </a:lnTo>
                    <a:lnTo>
                      <a:pt x="7596" y="1954"/>
                    </a:lnTo>
                    <a:lnTo>
                      <a:pt x="7591" y="1916"/>
                    </a:lnTo>
                    <a:lnTo>
                      <a:pt x="7591" y="1912"/>
                    </a:lnTo>
                    <a:lnTo>
                      <a:pt x="7584" y="1873"/>
                    </a:lnTo>
                    <a:cubicBezTo>
                      <a:pt x="7584" y="1872"/>
                      <a:pt x="7583" y="1871"/>
                      <a:pt x="7583" y="1868"/>
                    </a:cubicBezTo>
                    <a:cubicBezTo>
                      <a:pt x="7575" y="1841"/>
                      <a:pt x="7566" y="1815"/>
                      <a:pt x="7553" y="1790"/>
                    </a:cubicBezTo>
                    <a:cubicBezTo>
                      <a:pt x="7553" y="1789"/>
                      <a:pt x="7552" y="1788"/>
                      <a:pt x="7552" y="1788"/>
                    </a:cubicBezTo>
                    <a:cubicBezTo>
                      <a:pt x="7545" y="1775"/>
                      <a:pt x="7539" y="1763"/>
                      <a:pt x="7532" y="1752"/>
                    </a:cubicBezTo>
                    <a:cubicBezTo>
                      <a:pt x="7529" y="1751"/>
                      <a:pt x="7529" y="1749"/>
                      <a:pt x="7528" y="1748"/>
                    </a:cubicBezTo>
                    <a:cubicBezTo>
                      <a:pt x="7521" y="1737"/>
                      <a:pt x="7513" y="1723"/>
                      <a:pt x="7504" y="1713"/>
                    </a:cubicBezTo>
                    <a:cubicBezTo>
                      <a:pt x="7419" y="1605"/>
                      <a:pt x="7289" y="1547"/>
                      <a:pt x="7158" y="1547"/>
                    </a:cubicBezTo>
                    <a:cubicBezTo>
                      <a:pt x="7117" y="1547"/>
                      <a:pt x="7075" y="1553"/>
                      <a:pt x="7034" y="1565"/>
                    </a:cubicBezTo>
                    <a:cubicBezTo>
                      <a:pt x="6991" y="1578"/>
                      <a:pt x="6948" y="1597"/>
                      <a:pt x="6908" y="1624"/>
                    </a:cubicBezTo>
                    <a:cubicBezTo>
                      <a:pt x="6907" y="1625"/>
                      <a:pt x="6904" y="1627"/>
                      <a:pt x="6903" y="1628"/>
                    </a:cubicBezTo>
                    <a:cubicBezTo>
                      <a:pt x="6895" y="1633"/>
                      <a:pt x="6889" y="1638"/>
                      <a:pt x="6882" y="1645"/>
                    </a:cubicBezTo>
                    <a:cubicBezTo>
                      <a:pt x="6878" y="1648"/>
                      <a:pt x="6876" y="1650"/>
                      <a:pt x="6873" y="1653"/>
                    </a:cubicBezTo>
                    <a:cubicBezTo>
                      <a:pt x="6867" y="1658"/>
                      <a:pt x="6862" y="1663"/>
                      <a:pt x="6857" y="1668"/>
                    </a:cubicBezTo>
                    <a:lnTo>
                      <a:pt x="6848" y="1676"/>
                    </a:lnTo>
                    <a:cubicBezTo>
                      <a:pt x="6841" y="1684"/>
                      <a:pt x="6833" y="1691"/>
                      <a:pt x="6827" y="1699"/>
                    </a:cubicBezTo>
                    <a:cubicBezTo>
                      <a:pt x="6826" y="1700"/>
                      <a:pt x="6825" y="1702"/>
                      <a:pt x="6823" y="1705"/>
                    </a:cubicBezTo>
                    <a:cubicBezTo>
                      <a:pt x="6817" y="1711"/>
                      <a:pt x="6811" y="1718"/>
                      <a:pt x="6806" y="1725"/>
                    </a:cubicBezTo>
                    <a:cubicBezTo>
                      <a:pt x="6805" y="1727"/>
                      <a:pt x="6802" y="1730"/>
                      <a:pt x="6801" y="1732"/>
                    </a:cubicBezTo>
                    <a:lnTo>
                      <a:pt x="6785" y="1756"/>
                    </a:lnTo>
                    <a:cubicBezTo>
                      <a:pt x="6784" y="1757"/>
                      <a:pt x="6783" y="1758"/>
                      <a:pt x="6783" y="1761"/>
                    </a:cubicBezTo>
                    <a:cubicBezTo>
                      <a:pt x="6778" y="1770"/>
                      <a:pt x="6773" y="1780"/>
                      <a:pt x="6768" y="1789"/>
                    </a:cubicBezTo>
                    <a:lnTo>
                      <a:pt x="6764" y="1797"/>
                    </a:lnTo>
                    <a:cubicBezTo>
                      <a:pt x="6760" y="1804"/>
                      <a:pt x="6758" y="1811"/>
                      <a:pt x="6754" y="1819"/>
                    </a:cubicBezTo>
                    <a:cubicBezTo>
                      <a:pt x="6753" y="1823"/>
                      <a:pt x="6752" y="1825"/>
                      <a:pt x="6750" y="1829"/>
                    </a:cubicBezTo>
                    <a:lnTo>
                      <a:pt x="6743" y="1852"/>
                    </a:lnTo>
                    <a:lnTo>
                      <a:pt x="6739" y="1868"/>
                    </a:lnTo>
                    <a:cubicBezTo>
                      <a:pt x="6738" y="1875"/>
                      <a:pt x="6735" y="1880"/>
                      <a:pt x="6734" y="1886"/>
                    </a:cubicBezTo>
                    <a:cubicBezTo>
                      <a:pt x="6733" y="1891"/>
                      <a:pt x="6732" y="1898"/>
                      <a:pt x="6730" y="1903"/>
                    </a:cubicBezTo>
                    <a:cubicBezTo>
                      <a:pt x="6729" y="1907"/>
                      <a:pt x="6729" y="1911"/>
                      <a:pt x="6729" y="1914"/>
                    </a:cubicBezTo>
                    <a:cubicBezTo>
                      <a:pt x="6717" y="1989"/>
                      <a:pt x="6723" y="2068"/>
                      <a:pt x="6752" y="2141"/>
                    </a:cubicBezTo>
                    <a:cubicBezTo>
                      <a:pt x="6778" y="2208"/>
                      <a:pt x="6754" y="2285"/>
                      <a:pt x="6697" y="2329"/>
                    </a:cubicBezTo>
                    <a:lnTo>
                      <a:pt x="6361" y="2578"/>
                    </a:lnTo>
                    <a:cubicBezTo>
                      <a:pt x="6329" y="2602"/>
                      <a:pt x="6312" y="2645"/>
                      <a:pt x="6325" y="2682"/>
                    </a:cubicBezTo>
                    <a:cubicBezTo>
                      <a:pt x="6228" y="2718"/>
                      <a:pt x="6035" y="2806"/>
                      <a:pt x="5752" y="3007"/>
                    </a:cubicBezTo>
                    <a:lnTo>
                      <a:pt x="5752" y="2285"/>
                    </a:lnTo>
                    <a:cubicBezTo>
                      <a:pt x="6018" y="2123"/>
                      <a:pt x="6141" y="1955"/>
                      <a:pt x="6193" y="1867"/>
                    </a:cubicBezTo>
                    <a:cubicBezTo>
                      <a:pt x="6206" y="1872"/>
                      <a:pt x="6219" y="1875"/>
                      <a:pt x="6232" y="1875"/>
                    </a:cubicBezTo>
                    <a:cubicBezTo>
                      <a:pt x="6256" y="1875"/>
                      <a:pt x="6279" y="1866"/>
                      <a:pt x="6296" y="1849"/>
                    </a:cubicBezTo>
                    <a:cubicBezTo>
                      <a:pt x="6408" y="1738"/>
                      <a:pt x="6721" y="1396"/>
                      <a:pt x="6869" y="937"/>
                    </a:cubicBezTo>
                    <a:cubicBezTo>
                      <a:pt x="6899" y="844"/>
                      <a:pt x="6897" y="748"/>
                      <a:pt x="6867" y="663"/>
                    </a:cubicBezTo>
                    <a:lnTo>
                      <a:pt x="6867" y="663"/>
                    </a:lnTo>
                    <a:lnTo>
                      <a:pt x="6868" y="664"/>
                    </a:lnTo>
                    <a:cubicBezTo>
                      <a:pt x="6861" y="642"/>
                      <a:pt x="6851" y="619"/>
                      <a:pt x="6840" y="597"/>
                    </a:cubicBezTo>
                    <a:cubicBezTo>
                      <a:pt x="6840" y="597"/>
                      <a:pt x="6840" y="596"/>
                      <a:pt x="6838" y="596"/>
                    </a:cubicBezTo>
                    <a:cubicBezTo>
                      <a:pt x="6832" y="585"/>
                      <a:pt x="6826" y="572"/>
                      <a:pt x="6817" y="562"/>
                    </a:cubicBezTo>
                    <a:cubicBezTo>
                      <a:pt x="6816" y="561"/>
                      <a:pt x="6815" y="559"/>
                      <a:pt x="6814" y="557"/>
                    </a:cubicBezTo>
                    <a:cubicBezTo>
                      <a:pt x="6806" y="547"/>
                      <a:pt x="6799" y="535"/>
                      <a:pt x="6791" y="526"/>
                    </a:cubicBezTo>
                    <a:lnTo>
                      <a:pt x="6790" y="525"/>
                    </a:lnTo>
                    <a:cubicBezTo>
                      <a:pt x="6781" y="515"/>
                      <a:pt x="6773" y="505"/>
                      <a:pt x="6764" y="497"/>
                    </a:cubicBezTo>
                    <a:lnTo>
                      <a:pt x="6761" y="494"/>
                    </a:lnTo>
                    <a:cubicBezTo>
                      <a:pt x="6752" y="485"/>
                      <a:pt x="6742" y="476"/>
                      <a:pt x="6732" y="467"/>
                    </a:cubicBezTo>
                    <a:cubicBezTo>
                      <a:pt x="6730" y="466"/>
                      <a:pt x="6729" y="464"/>
                      <a:pt x="6728" y="464"/>
                    </a:cubicBezTo>
                    <a:cubicBezTo>
                      <a:pt x="6706" y="448"/>
                      <a:pt x="6683" y="431"/>
                      <a:pt x="6657" y="418"/>
                    </a:cubicBezTo>
                    <a:cubicBezTo>
                      <a:pt x="6656" y="418"/>
                      <a:pt x="6656" y="417"/>
                      <a:pt x="6655" y="417"/>
                    </a:cubicBezTo>
                    <a:cubicBezTo>
                      <a:pt x="6642" y="410"/>
                      <a:pt x="6631" y="404"/>
                      <a:pt x="6618" y="399"/>
                    </a:cubicBezTo>
                    <a:cubicBezTo>
                      <a:pt x="6616" y="399"/>
                      <a:pt x="6615" y="397"/>
                      <a:pt x="6614" y="397"/>
                    </a:cubicBezTo>
                    <a:cubicBezTo>
                      <a:pt x="6601" y="392"/>
                      <a:pt x="6587" y="387"/>
                      <a:pt x="6573" y="384"/>
                    </a:cubicBezTo>
                    <a:cubicBezTo>
                      <a:pt x="6533" y="372"/>
                      <a:pt x="6493" y="366"/>
                      <a:pt x="6454" y="366"/>
                    </a:cubicBezTo>
                    <a:cubicBezTo>
                      <a:pt x="6318" y="366"/>
                      <a:pt x="6187" y="431"/>
                      <a:pt x="6103" y="538"/>
                    </a:cubicBezTo>
                    <a:cubicBezTo>
                      <a:pt x="6074" y="573"/>
                      <a:pt x="6052" y="614"/>
                      <a:pt x="6036" y="659"/>
                    </a:cubicBezTo>
                    <a:cubicBezTo>
                      <a:pt x="6035" y="662"/>
                      <a:pt x="6035" y="663"/>
                      <a:pt x="6035" y="665"/>
                    </a:cubicBezTo>
                    <a:cubicBezTo>
                      <a:pt x="6032" y="675"/>
                      <a:pt x="6030" y="682"/>
                      <a:pt x="6027" y="691"/>
                    </a:cubicBezTo>
                    <a:cubicBezTo>
                      <a:pt x="6026" y="695"/>
                      <a:pt x="6025" y="699"/>
                      <a:pt x="6025" y="702"/>
                    </a:cubicBezTo>
                    <a:cubicBezTo>
                      <a:pt x="6023" y="711"/>
                      <a:pt x="6021" y="719"/>
                      <a:pt x="6020" y="726"/>
                    </a:cubicBezTo>
                    <a:cubicBezTo>
                      <a:pt x="6020" y="730"/>
                      <a:pt x="6018" y="732"/>
                      <a:pt x="6018" y="737"/>
                    </a:cubicBezTo>
                    <a:cubicBezTo>
                      <a:pt x="6017" y="747"/>
                      <a:pt x="6016" y="758"/>
                      <a:pt x="6014" y="769"/>
                    </a:cubicBezTo>
                    <a:lnTo>
                      <a:pt x="6014" y="775"/>
                    </a:lnTo>
                    <a:cubicBezTo>
                      <a:pt x="6014" y="784"/>
                      <a:pt x="6012" y="793"/>
                      <a:pt x="6012" y="803"/>
                    </a:cubicBezTo>
                    <a:lnTo>
                      <a:pt x="6012" y="811"/>
                    </a:lnTo>
                    <a:cubicBezTo>
                      <a:pt x="6012" y="820"/>
                      <a:pt x="6012" y="829"/>
                      <a:pt x="6014" y="839"/>
                    </a:cubicBezTo>
                    <a:lnTo>
                      <a:pt x="6014" y="844"/>
                    </a:lnTo>
                    <a:cubicBezTo>
                      <a:pt x="6016" y="854"/>
                      <a:pt x="6017" y="866"/>
                      <a:pt x="6018" y="876"/>
                    </a:cubicBezTo>
                    <a:cubicBezTo>
                      <a:pt x="6018" y="878"/>
                      <a:pt x="6020" y="882"/>
                      <a:pt x="6020" y="885"/>
                    </a:cubicBezTo>
                    <a:cubicBezTo>
                      <a:pt x="6021" y="892"/>
                      <a:pt x="6022" y="901"/>
                      <a:pt x="6025" y="908"/>
                    </a:cubicBezTo>
                    <a:cubicBezTo>
                      <a:pt x="6026" y="912"/>
                      <a:pt x="6026" y="916"/>
                      <a:pt x="6027" y="918"/>
                    </a:cubicBezTo>
                    <a:cubicBezTo>
                      <a:pt x="6030" y="926"/>
                      <a:pt x="6032" y="934"/>
                      <a:pt x="6035" y="943"/>
                    </a:cubicBezTo>
                    <a:cubicBezTo>
                      <a:pt x="6036" y="948"/>
                      <a:pt x="6038" y="953"/>
                      <a:pt x="6040" y="958"/>
                    </a:cubicBezTo>
                    <a:cubicBezTo>
                      <a:pt x="6042" y="965"/>
                      <a:pt x="6043" y="970"/>
                      <a:pt x="6046" y="976"/>
                    </a:cubicBezTo>
                    <a:lnTo>
                      <a:pt x="6054" y="991"/>
                    </a:lnTo>
                    <a:cubicBezTo>
                      <a:pt x="6056" y="996"/>
                      <a:pt x="6058" y="999"/>
                      <a:pt x="6059" y="1002"/>
                    </a:cubicBezTo>
                    <a:cubicBezTo>
                      <a:pt x="6093" y="1071"/>
                      <a:pt x="6145" y="1130"/>
                      <a:pt x="6211" y="1172"/>
                    </a:cubicBezTo>
                    <a:cubicBezTo>
                      <a:pt x="6270" y="1212"/>
                      <a:pt x="6295" y="1288"/>
                      <a:pt x="6274" y="1357"/>
                    </a:cubicBezTo>
                    <a:lnTo>
                      <a:pt x="6146" y="1754"/>
                    </a:lnTo>
                    <a:cubicBezTo>
                      <a:pt x="6135" y="1788"/>
                      <a:pt x="6141" y="1825"/>
                      <a:pt x="6166" y="1851"/>
                    </a:cubicBezTo>
                    <a:lnTo>
                      <a:pt x="5752" y="2178"/>
                    </a:lnTo>
                    <a:lnTo>
                      <a:pt x="5752" y="594"/>
                    </a:lnTo>
                    <a:cubicBezTo>
                      <a:pt x="5752" y="393"/>
                      <a:pt x="5589" y="231"/>
                      <a:pt x="5388" y="231"/>
                    </a:cubicBezTo>
                    <a:lnTo>
                      <a:pt x="3479" y="231"/>
                    </a:lnTo>
                    <a:cubicBezTo>
                      <a:pt x="3438" y="98"/>
                      <a:pt x="3313" y="1"/>
                      <a:pt x="3166" y="1"/>
                    </a:cubicBezTo>
                    <a:lnTo>
                      <a:pt x="3001" y="1"/>
                    </a:lnTo>
                    <a:cubicBezTo>
                      <a:pt x="2853" y="1"/>
                      <a:pt x="2730" y="98"/>
                      <a:pt x="2687" y="231"/>
                    </a:cubicBezTo>
                    <a:lnTo>
                      <a:pt x="2431" y="231"/>
                    </a:lnTo>
                    <a:cubicBezTo>
                      <a:pt x="2390" y="98"/>
                      <a:pt x="2265" y="1"/>
                      <a:pt x="2119"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9"/>
              <p:cNvSpPr/>
              <p:nvPr/>
            </p:nvSpPr>
            <p:spPr>
              <a:xfrm>
                <a:off x="-4138220" y="4418727"/>
                <a:ext cx="84971" cy="67387"/>
              </a:xfrm>
              <a:custGeom>
                <a:rect b="b" l="l" r="r" t="t"/>
                <a:pathLst>
                  <a:path extrusionOk="0" fill="none" h="663" w="836">
                    <a:moveTo>
                      <a:pt x="836" y="1"/>
                    </a:moveTo>
                    <a:cubicBezTo>
                      <a:pt x="836" y="1"/>
                      <a:pt x="705" y="389"/>
                      <a:pt x="0" y="662"/>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9"/>
              <p:cNvSpPr/>
              <p:nvPr/>
            </p:nvSpPr>
            <p:spPr>
              <a:xfrm>
                <a:off x="-4079473" y="4272771"/>
                <a:ext cx="99302" cy="153680"/>
              </a:xfrm>
              <a:custGeom>
                <a:rect b="b" l="l" r="r" t="t"/>
                <a:pathLst>
                  <a:path extrusionOk="0" h="1512" w="977">
                    <a:moveTo>
                      <a:pt x="486" y="0"/>
                    </a:moveTo>
                    <a:cubicBezTo>
                      <a:pt x="305" y="0"/>
                      <a:pt x="132" y="115"/>
                      <a:pt x="69" y="292"/>
                    </a:cubicBezTo>
                    <a:cubicBezTo>
                      <a:pt x="1" y="488"/>
                      <a:pt x="78" y="697"/>
                      <a:pt x="242" y="805"/>
                    </a:cubicBezTo>
                    <a:cubicBezTo>
                      <a:pt x="302" y="845"/>
                      <a:pt x="327" y="921"/>
                      <a:pt x="305" y="990"/>
                    </a:cubicBezTo>
                    <a:lnTo>
                      <a:pt x="177" y="1387"/>
                    </a:lnTo>
                    <a:cubicBezTo>
                      <a:pt x="165" y="1427"/>
                      <a:pt x="176" y="1473"/>
                      <a:pt x="211" y="1495"/>
                    </a:cubicBezTo>
                    <a:cubicBezTo>
                      <a:pt x="227" y="1506"/>
                      <a:pt x="245" y="1512"/>
                      <a:pt x="263" y="1512"/>
                    </a:cubicBezTo>
                    <a:cubicBezTo>
                      <a:pt x="287" y="1512"/>
                      <a:pt x="311" y="1502"/>
                      <a:pt x="327" y="1485"/>
                    </a:cubicBezTo>
                    <a:cubicBezTo>
                      <a:pt x="439" y="1375"/>
                      <a:pt x="751" y="1032"/>
                      <a:pt x="900" y="573"/>
                    </a:cubicBezTo>
                    <a:cubicBezTo>
                      <a:pt x="976" y="339"/>
                      <a:pt x="843" y="87"/>
                      <a:pt x="606" y="18"/>
                    </a:cubicBezTo>
                    <a:cubicBezTo>
                      <a:pt x="566" y="6"/>
                      <a:pt x="526" y="0"/>
                      <a:pt x="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9"/>
              <p:cNvSpPr/>
              <p:nvPr/>
            </p:nvSpPr>
            <p:spPr>
              <a:xfrm>
                <a:off x="-4077745" y="4272872"/>
                <a:ext cx="89646" cy="70741"/>
              </a:xfrm>
              <a:custGeom>
                <a:rect b="b" l="l" r="r" t="t"/>
                <a:pathLst>
                  <a:path extrusionOk="0" h="696" w="882">
                    <a:moveTo>
                      <a:pt x="467" y="0"/>
                    </a:moveTo>
                    <a:cubicBezTo>
                      <a:pt x="286" y="0"/>
                      <a:pt x="114" y="115"/>
                      <a:pt x="51" y="292"/>
                    </a:cubicBezTo>
                    <a:cubicBezTo>
                      <a:pt x="0" y="435"/>
                      <a:pt x="27" y="584"/>
                      <a:pt x="110" y="696"/>
                    </a:cubicBezTo>
                    <a:cubicBezTo>
                      <a:pt x="81" y="607"/>
                      <a:pt x="79" y="507"/>
                      <a:pt x="113" y="411"/>
                    </a:cubicBezTo>
                    <a:cubicBezTo>
                      <a:pt x="175" y="234"/>
                      <a:pt x="348" y="119"/>
                      <a:pt x="528" y="119"/>
                    </a:cubicBezTo>
                    <a:cubicBezTo>
                      <a:pt x="568" y="119"/>
                      <a:pt x="609" y="124"/>
                      <a:pt x="649" y="136"/>
                    </a:cubicBezTo>
                    <a:cubicBezTo>
                      <a:pt x="747" y="166"/>
                      <a:pt x="826" y="225"/>
                      <a:pt x="882" y="301"/>
                    </a:cubicBezTo>
                    <a:cubicBezTo>
                      <a:pt x="837" y="169"/>
                      <a:pt x="732" y="60"/>
                      <a:pt x="588" y="18"/>
                    </a:cubicBezTo>
                    <a:cubicBezTo>
                      <a:pt x="548" y="6"/>
                      <a:pt x="507" y="0"/>
                      <a:pt x="4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9"/>
              <p:cNvSpPr/>
              <p:nvPr/>
            </p:nvSpPr>
            <p:spPr>
              <a:xfrm>
                <a:off x="-4138220" y="4506139"/>
                <a:ext cx="102453" cy="64135"/>
              </a:xfrm>
              <a:custGeom>
                <a:rect b="b" l="l" r="r" t="t"/>
                <a:pathLst>
                  <a:path extrusionOk="0" fill="none" h="631" w="1008">
                    <a:moveTo>
                      <a:pt x="1007" y="0"/>
                    </a:moveTo>
                    <a:cubicBezTo>
                      <a:pt x="1007" y="0"/>
                      <a:pt x="656" y="74"/>
                      <a:pt x="0" y="631"/>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9"/>
              <p:cNvSpPr/>
              <p:nvPr/>
            </p:nvSpPr>
            <p:spPr>
              <a:xfrm>
                <a:off x="-4044712" y="4393012"/>
                <a:ext cx="137316" cy="121866"/>
              </a:xfrm>
              <a:custGeom>
                <a:rect b="b" l="l" r="r" t="t"/>
                <a:pathLst>
                  <a:path extrusionOk="0" h="1199" w="1351">
                    <a:moveTo>
                      <a:pt x="849" y="0"/>
                    </a:moveTo>
                    <a:cubicBezTo>
                      <a:pt x="763" y="0"/>
                      <a:pt x="675" y="26"/>
                      <a:pt x="601" y="78"/>
                    </a:cubicBezTo>
                    <a:cubicBezTo>
                      <a:pt x="430" y="197"/>
                      <a:pt x="371" y="412"/>
                      <a:pt x="442" y="595"/>
                    </a:cubicBezTo>
                    <a:cubicBezTo>
                      <a:pt x="468" y="662"/>
                      <a:pt x="444" y="739"/>
                      <a:pt x="387" y="782"/>
                    </a:cubicBezTo>
                    <a:lnTo>
                      <a:pt x="51" y="1031"/>
                    </a:lnTo>
                    <a:cubicBezTo>
                      <a:pt x="18" y="1055"/>
                      <a:pt x="1" y="1100"/>
                      <a:pt x="15" y="1138"/>
                    </a:cubicBezTo>
                    <a:cubicBezTo>
                      <a:pt x="29" y="1176"/>
                      <a:pt x="64" y="1199"/>
                      <a:pt x="102" y="1199"/>
                    </a:cubicBezTo>
                    <a:cubicBezTo>
                      <a:pt x="107" y="1199"/>
                      <a:pt x="112" y="1199"/>
                      <a:pt x="116" y="1198"/>
                    </a:cubicBezTo>
                    <a:cubicBezTo>
                      <a:pt x="271" y="1172"/>
                      <a:pt x="725" y="1077"/>
                      <a:pt x="1113" y="790"/>
                    </a:cubicBezTo>
                    <a:cubicBezTo>
                      <a:pt x="1311" y="644"/>
                      <a:pt x="1350" y="361"/>
                      <a:pt x="1197" y="167"/>
                    </a:cubicBezTo>
                    <a:cubicBezTo>
                      <a:pt x="1112" y="58"/>
                      <a:pt x="981" y="0"/>
                      <a:pt x="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9"/>
              <p:cNvSpPr/>
              <p:nvPr/>
            </p:nvSpPr>
            <p:spPr>
              <a:xfrm>
                <a:off x="-4002837" y="4393012"/>
                <a:ext cx="91476" cy="57935"/>
              </a:xfrm>
              <a:custGeom>
                <a:rect b="b" l="l" r="r" t="t"/>
                <a:pathLst>
                  <a:path extrusionOk="0" h="570" w="900">
                    <a:moveTo>
                      <a:pt x="437" y="0"/>
                    </a:moveTo>
                    <a:cubicBezTo>
                      <a:pt x="350" y="0"/>
                      <a:pt x="263" y="25"/>
                      <a:pt x="189" y="77"/>
                    </a:cubicBezTo>
                    <a:cubicBezTo>
                      <a:pt x="66" y="164"/>
                      <a:pt x="0" y="301"/>
                      <a:pt x="1" y="440"/>
                    </a:cubicBezTo>
                    <a:cubicBezTo>
                      <a:pt x="29" y="350"/>
                      <a:pt x="86" y="269"/>
                      <a:pt x="170" y="210"/>
                    </a:cubicBezTo>
                    <a:cubicBezTo>
                      <a:pt x="244" y="158"/>
                      <a:pt x="331" y="133"/>
                      <a:pt x="418" y="133"/>
                    </a:cubicBezTo>
                    <a:cubicBezTo>
                      <a:pt x="549" y="133"/>
                      <a:pt x="680" y="191"/>
                      <a:pt x="764" y="299"/>
                    </a:cubicBezTo>
                    <a:cubicBezTo>
                      <a:pt x="827" y="380"/>
                      <a:pt x="858" y="474"/>
                      <a:pt x="858" y="569"/>
                    </a:cubicBezTo>
                    <a:cubicBezTo>
                      <a:pt x="899" y="436"/>
                      <a:pt x="878" y="286"/>
                      <a:pt x="785" y="167"/>
                    </a:cubicBezTo>
                    <a:cubicBezTo>
                      <a:pt x="700" y="58"/>
                      <a:pt x="569" y="0"/>
                      <a:pt x="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9"/>
              <p:cNvSpPr/>
              <p:nvPr/>
            </p:nvSpPr>
            <p:spPr>
              <a:xfrm>
                <a:off x="-4124804" y="4595583"/>
                <a:ext cx="46856" cy="83650"/>
              </a:xfrm>
              <a:custGeom>
                <a:rect b="b" l="l" r="r" t="t"/>
                <a:pathLst>
                  <a:path extrusionOk="0" h="823" w="461">
                    <a:moveTo>
                      <a:pt x="0" y="1"/>
                    </a:moveTo>
                    <a:lnTo>
                      <a:pt x="0" y="822"/>
                    </a:lnTo>
                    <a:lnTo>
                      <a:pt x="132" y="822"/>
                    </a:lnTo>
                    <a:cubicBezTo>
                      <a:pt x="313" y="822"/>
                      <a:pt x="460" y="676"/>
                      <a:pt x="460" y="495"/>
                    </a:cubicBezTo>
                    <a:lnTo>
                      <a:pt x="460" y="329"/>
                    </a:lnTo>
                    <a:cubicBezTo>
                      <a:pt x="460" y="147"/>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9"/>
              <p:cNvSpPr/>
              <p:nvPr/>
            </p:nvSpPr>
            <p:spPr>
              <a:xfrm>
                <a:off x="-4520891" y="4235468"/>
                <a:ext cx="83650" cy="46754"/>
              </a:xfrm>
              <a:custGeom>
                <a:rect b="b" l="l" r="r" t="t"/>
                <a:pathLst>
                  <a:path extrusionOk="0" h="460" w="823">
                    <a:moveTo>
                      <a:pt x="328" y="1"/>
                    </a:moveTo>
                    <a:cubicBezTo>
                      <a:pt x="147" y="1"/>
                      <a:pt x="0" y="148"/>
                      <a:pt x="0" y="328"/>
                    </a:cubicBezTo>
                    <a:lnTo>
                      <a:pt x="0" y="460"/>
                    </a:lnTo>
                    <a:lnTo>
                      <a:pt x="823" y="460"/>
                    </a:lnTo>
                    <a:lnTo>
                      <a:pt x="823" y="329"/>
                    </a:lnTo>
                    <a:cubicBezTo>
                      <a:pt x="823" y="148"/>
                      <a:pt x="675" y="1"/>
                      <a:pt x="495" y="1"/>
                    </a:cubicBezTo>
                    <a:lnTo>
                      <a:pt x="330" y="1"/>
                    </a:lnTo>
                    <a:cubicBezTo>
                      <a:pt x="329" y="1"/>
                      <a:pt x="328"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9"/>
              <p:cNvSpPr/>
              <p:nvPr/>
            </p:nvSpPr>
            <p:spPr>
              <a:xfrm>
                <a:off x="-4414577" y="4235468"/>
                <a:ext cx="83650" cy="46754"/>
              </a:xfrm>
              <a:custGeom>
                <a:rect b="b" l="l" r="r" t="t"/>
                <a:pathLst>
                  <a:path extrusionOk="0" h="460" w="823">
                    <a:moveTo>
                      <a:pt x="328" y="1"/>
                    </a:moveTo>
                    <a:cubicBezTo>
                      <a:pt x="147" y="1"/>
                      <a:pt x="1" y="148"/>
                      <a:pt x="1" y="328"/>
                    </a:cubicBezTo>
                    <a:lnTo>
                      <a:pt x="1" y="460"/>
                    </a:lnTo>
                    <a:lnTo>
                      <a:pt x="822" y="460"/>
                    </a:lnTo>
                    <a:lnTo>
                      <a:pt x="822" y="329"/>
                    </a:lnTo>
                    <a:cubicBezTo>
                      <a:pt x="822" y="148"/>
                      <a:pt x="676" y="1"/>
                      <a:pt x="495" y="1"/>
                    </a:cubicBezTo>
                    <a:lnTo>
                      <a:pt x="330" y="1"/>
                    </a:lnTo>
                    <a:cubicBezTo>
                      <a:pt x="329" y="1"/>
                      <a:pt x="329"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9"/>
              <p:cNvSpPr/>
              <p:nvPr/>
            </p:nvSpPr>
            <p:spPr>
              <a:xfrm>
                <a:off x="-4124804" y="4704644"/>
                <a:ext cx="46856" cy="83650"/>
              </a:xfrm>
              <a:custGeom>
                <a:rect b="b" l="l" r="r" t="t"/>
                <a:pathLst>
                  <a:path extrusionOk="0" h="823" w="461">
                    <a:moveTo>
                      <a:pt x="0" y="1"/>
                    </a:moveTo>
                    <a:lnTo>
                      <a:pt x="0" y="822"/>
                    </a:lnTo>
                    <a:lnTo>
                      <a:pt x="132" y="822"/>
                    </a:lnTo>
                    <a:cubicBezTo>
                      <a:pt x="313" y="822"/>
                      <a:pt x="460" y="676"/>
                      <a:pt x="460" y="495"/>
                    </a:cubicBezTo>
                    <a:lnTo>
                      <a:pt x="460" y="330"/>
                    </a:lnTo>
                    <a:cubicBezTo>
                      <a:pt x="460" y="146"/>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9"/>
              <p:cNvSpPr/>
              <p:nvPr/>
            </p:nvSpPr>
            <p:spPr>
              <a:xfrm>
                <a:off x="-4685648" y="4792055"/>
                <a:ext cx="156831" cy="156932"/>
              </a:xfrm>
              <a:custGeom>
                <a:rect b="b" l="l" r="r" t="t"/>
                <a:pathLst>
                  <a:path extrusionOk="0" h="1544" w="1543">
                    <a:moveTo>
                      <a:pt x="772" y="124"/>
                    </a:moveTo>
                    <a:cubicBezTo>
                      <a:pt x="1129" y="124"/>
                      <a:pt x="1419" y="415"/>
                      <a:pt x="1419" y="772"/>
                    </a:cubicBezTo>
                    <a:cubicBezTo>
                      <a:pt x="1419" y="1130"/>
                      <a:pt x="1129" y="1420"/>
                      <a:pt x="772" y="1420"/>
                    </a:cubicBezTo>
                    <a:cubicBezTo>
                      <a:pt x="414" y="1420"/>
                      <a:pt x="124" y="1130"/>
                      <a:pt x="124" y="772"/>
                    </a:cubicBezTo>
                    <a:cubicBezTo>
                      <a:pt x="124" y="415"/>
                      <a:pt x="414" y="124"/>
                      <a:pt x="772" y="124"/>
                    </a:cubicBezTo>
                    <a:close/>
                    <a:moveTo>
                      <a:pt x="772" y="1"/>
                    </a:moveTo>
                    <a:cubicBezTo>
                      <a:pt x="346" y="1"/>
                      <a:pt x="0" y="346"/>
                      <a:pt x="0" y="772"/>
                    </a:cubicBezTo>
                    <a:cubicBezTo>
                      <a:pt x="0" y="1198"/>
                      <a:pt x="346" y="1543"/>
                      <a:pt x="772" y="1543"/>
                    </a:cubicBezTo>
                    <a:cubicBezTo>
                      <a:pt x="1196" y="1543"/>
                      <a:pt x="1543" y="1199"/>
                      <a:pt x="1543" y="772"/>
                    </a:cubicBezTo>
                    <a:cubicBezTo>
                      <a:pt x="1543" y="346"/>
                      <a:pt x="1197" y="1"/>
                      <a:pt x="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9"/>
              <p:cNvSpPr/>
              <p:nvPr/>
            </p:nvSpPr>
            <p:spPr>
              <a:xfrm>
                <a:off x="-4607284" y="4258846"/>
                <a:ext cx="505964" cy="729267"/>
              </a:xfrm>
              <a:custGeom>
                <a:rect b="b" l="l" r="r" t="t"/>
                <a:pathLst>
                  <a:path extrusionOk="0" h="7175" w="4978">
                    <a:moveTo>
                      <a:pt x="4616" y="1"/>
                    </a:moveTo>
                    <a:cubicBezTo>
                      <a:pt x="4615" y="1"/>
                      <a:pt x="4615" y="1"/>
                      <a:pt x="4614" y="1"/>
                    </a:cubicBezTo>
                    <a:lnTo>
                      <a:pt x="364" y="1"/>
                    </a:lnTo>
                    <a:cubicBezTo>
                      <a:pt x="163" y="1"/>
                      <a:pt x="1" y="163"/>
                      <a:pt x="1" y="364"/>
                    </a:cubicBezTo>
                    <a:lnTo>
                      <a:pt x="1" y="6861"/>
                    </a:lnTo>
                    <a:cubicBezTo>
                      <a:pt x="1" y="7034"/>
                      <a:pt x="141" y="7174"/>
                      <a:pt x="314" y="7174"/>
                    </a:cubicBezTo>
                    <a:lnTo>
                      <a:pt x="4664" y="7174"/>
                    </a:lnTo>
                    <a:cubicBezTo>
                      <a:pt x="4837" y="7174"/>
                      <a:pt x="4977" y="7034"/>
                      <a:pt x="4977" y="6861"/>
                    </a:cubicBezTo>
                    <a:lnTo>
                      <a:pt x="4977" y="363"/>
                    </a:lnTo>
                    <a:cubicBezTo>
                      <a:pt x="4977" y="164"/>
                      <a:pt x="4814" y="1"/>
                      <a:pt x="4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9"/>
              <p:cNvSpPr/>
              <p:nvPr/>
            </p:nvSpPr>
            <p:spPr>
              <a:xfrm>
                <a:off x="-4607386" y="4312614"/>
                <a:ext cx="506066" cy="17787"/>
              </a:xfrm>
              <a:custGeom>
                <a:rect b="b" l="l" r="r" t="t"/>
                <a:pathLst>
                  <a:path extrusionOk="0" h="175" w="4979">
                    <a:moveTo>
                      <a:pt x="1" y="0"/>
                    </a:moveTo>
                    <a:lnTo>
                      <a:pt x="1" y="175"/>
                    </a:lnTo>
                    <a:lnTo>
                      <a:pt x="4978" y="175"/>
                    </a:lnTo>
                    <a:lnTo>
                      <a:pt x="49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9"/>
              <p:cNvSpPr/>
              <p:nvPr/>
            </p:nvSpPr>
            <p:spPr>
              <a:xfrm>
                <a:off x="-4119823" y="4574645"/>
                <a:ext cx="18498" cy="234280"/>
              </a:xfrm>
              <a:custGeom>
                <a:rect b="b" l="l" r="r" t="t"/>
                <a:pathLst>
                  <a:path extrusionOk="0" h="2305" w="182">
                    <a:moveTo>
                      <a:pt x="181" y="0"/>
                    </a:moveTo>
                    <a:cubicBezTo>
                      <a:pt x="79" y="12"/>
                      <a:pt x="1" y="98"/>
                      <a:pt x="1" y="203"/>
                    </a:cubicBezTo>
                    <a:lnTo>
                      <a:pt x="1" y="2101"/>
                    </a:lnTo>
                    <a:cubicBezTo>
                      <a:pt x="1" y="2206"/>
                      <a:pt x="79" y="2293"/>
                      <a:pt x="181" y="2305"/>
                    </a:cubicBezTo>
                    <a:lnTo>
                      <a:pt x="1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9"/>
              <p:cNvSpPr/>
              <p:nvPr/>
            </p:nvSpPr>
            <p:spPr>
              <a:xfrm>
                <a:off x="-4607386" y="4364959"/>
                <a:ext cx="436239" cy="562171"/>
              </a:xfrm>
              <a:custGeom>
                <a:rect b="b" l="l" r="r" t="t"/>
                <a:pathLst>
                  <a:path extrusionOk="0" h="5531" w="4292">
                    <a:moveTo>
                      <a:pt x="1" y="0"/>
                    </a:moveTo>
                    <a:lnTo>
                      <a:pt x="1" y="5531"/>
                    </a:lnTo>
                    <a:lnTo>
                      <a:pt x="3911" y="5531"/>
                    </a:lnTo>
                    <a:cubicBezTo>
                      <a:pt x="4122" y="5531"/>
                      <a:pt x="4292" y="5360"/>
                      <a:pt x="4292" y="5150"/>
                    </a:cubicBezTo>
                    <a:lnTo>
                      <a:pt x="4292" y="381"/>
                    </a:lnTo>
                    <a:cubicBezTo>
                      <a:pt x="4292" y="170"/>
                      <a:pt x="4121" y="0"/>
                      <a:pt x="39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9"/>
              <p:cNvSpPr/>
              <p:nvPr/>
            </p:nvSpPr>
            <p:spPr>
              <a:xfrm>
                <a:off x="-4484199" y="4421573"/>
                <a:ext cx="189864" cy="449046"/>
              </a:xfrm>
              <a:custGeom>
                <a:rect b="b" l="l" r="r" t="t"/>
                <a:pathLst>
                  <a:path extrusionOk="0" h="4418" w="1868">
                    <a:moveTo>
                      <a:pt x="1571" y="0"/>
                    </a:moveTo>
                    <a:cubicBezTo>
                      <a:pt x="1570" y="0"/>
                      <a:pt x="1570" y="0"/>
                      <a:pt x="1569" y="0"/>
                    </a:cubicBezTo>
                    <a:lnTo>
                      <a:pt x="299" y="0"/>
                    </a:lnTo>
                    <a:cubicBezTo>
                      <a:pt x="134" y="0"/>
                      <a:pt x="0" y="134"/>
                      <a:pt x="0" y="299"/>
                    </a:cubicBezTo>
                    <a:lnTo>
                      <a:pt x="0" y="4119"/>
                    </a:lnTo>
                    <a:cubicBezTo>
                      <a:pt x="0" y="4283"/>
                      <a:pt x="134" y="4417"/>
                      <a:pt x="299" y="4417"/>
                    </a:cubicBezTo>
                    <a:lnTo>
                      <a:pt x="1569" y="4417"/>
                    </a:lnTo>
                    <a:cubicBezTo>
                      <a:pt x="1734" y="4417"/>
                      <a:pt x="1867" y="4284"/>
                      <a:pt x="1867" y="4119"/>
                    </a:cubicBezTo>
                    <a:lnTo>
                      <a:pt x="1867" y="299"/>
                    </a:lnTo>
                    <a:cubicBezTo>
                      <a:pt x="1867" y="134"/>
                      <a:pt x="1735" y="0"/>
                      <a:pt x="1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9"/>
              <p:cNvSpPr/>
              <p:nvPr/>
            </p:nvSpPr>
            <p:spPr>
              <a:xfrm>
                <a:off x="-4409800" y="4518132"/>
                <a:ext cx="41063" cy="255828"/>
              </a:xfrm>
              <a:custGeom>
                <a:rect b="b" l="l" r="r" t="t"/>
                <a:pathLst>
                  <a:path extrusionOk="0" h="2517" w="404">
                    <a:moveTo>
                      <a:pt x="0" y="1"/>
                    </a:moveTo>
                    <a:lnTo>
                      <a:pt x="0" y="2517"/>
                    </a:lnTo>
                    <a:lnTo>
                      <a:pt x="404" y="2517"/>
                    </a:lnTo>
                    <a:lnTo>
                      <a:pt x="40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9"/>
              <p:cNvSpPr/>
              <p:nvPr/>
            </p:nvSpPr>
            <p:spPr>
              <a:xfrm>
                <a:off x="-4484098" y="4421472"/>
                <a:ext cx="189762" cy="204296"/>
              </a:xfrm>
              <a:custGeom>
                <a:rect b="b" l="l" r="r" t="t"/>
                <a:pathLst>
                  <a:path extrusionOk="0" h="2010" w="1867">
                    <a:moveTo>
                      <a:pt x="472" y="0"/>
                    </a:moveTo>
                    <a:cubicBezTo>
                      <a:pt x="272" y="99"/>
                      <a:pt x="107" y="258"/>
                      <a:pt x="1" y="455"/>
                    </a:cubicBezTo>
                    <a:lnTo>
                      <a:pt x="1" y="1450"/>
                    </a:lnTo>
                    <a:cubicBezTo>
                      <a:pt x="178" y="1783"/>
                      <a:pt x="530" y="2010"/>
                      <a:pt x="933" y="2010"/>
                    </a:cubicBezTo>
                    <a:cubicBezTo>
                      <a:pt x="1338" y="2010"/>
                      <a:pt x="1689" y="1783"/>
                      <a:pt x="1866" y="1450"/>
                    </a:cubicBezTo>
                    <a:lnTo>
                      <a:pt x="1866" y="455"/>
                    </a:lnTo>
                    <a:cubicBezTo>
                      <a:pt x="1762" y="258"/>
                      <a:pt x="1596" y="99"/>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9"/>
              <p:cNvSpPr/>
              <p:nvPr/>
            </p:nvSpPr>
            <p:spPr>
              <a:xfrm>
                <a:off x="-4457773" y="4449626"/>
                <a:ext cx="137214" cy="137214"/>
              </a:xfrm>
              <a:custGeom>
                <a:rect b="b" l="l" r="r" t="t"/>
                <a:pathLst>
                  <a:path extrusionOk="0" h="1350" w="1350">
                    <a:moveTo>
                      <a:pt x="674" y="0"/>
                    </a:moveTo>
                    <a:cubicBezTo>
                      <a:pt x="302" y="0"/>
                      <a:pt x="1" y="302"/>
                      <a:pt x="1" y="675"/>
                    </a:cubicBezTo>
                    <a:cubicBezTo>
                      <a:pt x="1" y="1048"/>
                      <a:pt x="302" y="1350"/>
                      <a:pt x="674" y="1350"/>
                    </a:cubicBezTo>
                    <a:cubicBezTo>
                      <a:pt x="1047" y="1350"/>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9"/>
              <p:cNvSpPr/>
              <p:nvPr/>
            </p:nvSpPr>
            <p:spPr>
              <a:xfrm>
                <a:off x="-4484098" y="4666427"/>
                <a:ext cx="189762" cy="204296"/>
              </a:xfrm>
              <a:custGeom>
                <a:rect b="b" l="l" r="r" t="t"/>
                <a:pathLst>
                  <a:path extrusionOk="0" h="2010" w="1867">
                    <a:moveTo>
                      <a:pt x="933" y="0"/>
                    </a:moveTo>
                    <a:cubicBezTo>
                      <a:pt x="530" y="0"/>
                      <a:pt x="179" y="227"/>
                      <a:pt x="1" y="560"/>
                    </a:cubicBezTo>
                    <a:lnTo>
                      <a:pt x="1" y="1555"/>
                    </a:lnTo>
                    <a:cubicBezTo>
                      <a:pt x="106" y="1754"/>
                      <a:pt x="271" y="1911"/>
                      <a:pt x="472" y="2009"/>
                    </a:cubicBezTo>
                    <a:lnTo>
                      <a:pt x="1396" y="2009"/>
                    </a:lnTo>
                    <a:cubicBezTo>
                      <a:pt x="1596" y="1911"/>
                      <a:pt x="1760" y="1751"/>
                      <a:pt x="1866" y="1555"/>
                    </a:cubicBezTo>
                    <a:lnTo>
                      <a:pt x="1866" y="560"/>
                    </a:lnTo>
                    <a:cubicBezTo>
                      <a:pt x="1689" y="227"/>
                      <a:pt x="1338" y="0"/>
                      <a:pt x="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9"/>
              <p:cNvSpPr/>
              <p:nvPr/>
            </p:nvSpPr>
            <p:spPr>
              <a:xfrm>
                <a:off x="-4457773" y="4705355"/>
                <a:ext cx="137214" cy="137112"/>
              </a:xfrm>
              <a:custGeom>
                <a:rect b="b" l="l" r="r" t="t"/>
                <a:pathLst>
                  <a:path extrusionOk="0" h="1349" w="1350">
                    <a:moveTo>
                      <a:pt x="674" y="0"/>
                    </a:moveTo>
                    <a:cubicBezTo>
                      <a:pt x="302" y="0"/>
                      <a:pt x="1" y="302"/>
                      <a:pt x="1" y="675"/>
                    </a:cubicBezTo>
                    <a:cubicBezTo>
                      <a:pt x="1" y="1048"/>
                      <a:pt x="302" y="1349"/>
                      <a:pt x="674" y="1349"/>
                    </a:cubicBezTo>
                    <a:cubicBezTo>
                      <a:pt x="1047" y="1349"/>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9"/>
              <p:cNvSpPr/>
              <p:nvPr/>
            </p:nvSpPr>
            <p:spPr>
              <a:xfrm>
                <a:off x="-4607284" y="4484489"/>
                <a:ext cx="72571" cy="323215"/>
              </a:xfrm>
              <a:custGeom>
                <a:rect b="b" l="l" r="r" t="t"/>
                <a:pathLst>
                  <a:path extrusionOk="0" h="3180" w="714">
                    <a:moveTo>
                      <a:pt x="1" y="1"/>
                    </a:moveTo>
                    <a:lnTo>
                      <a:pt x="1" y="3179"/>
                    </a:lnTo>
                    <a:lnTo>
                      <a:pt x="342" y="3064"/>
                    </a:lnTo>
                    <a:cubicBezTo>
                      <a:pt x="563" y="2987"/>
                      <a:pt x="713" y="2780"/>
                      <a:pt x="713" y="2545"/>
                    </a:cubicBezTo>
                    <a:lnTo>
                      <a:pt x="713" y="635"/>
                    </a:lnTo>
                    <a:cubicBezTo>
                      <a:pt x="713" y="401"/>
                      <a:pt x="563" y="193"/>
                      <a:pt x="342" y="117"/>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9"/>
              <p:cNvSpPr/>
              <p:nvPr/>
            </p:nvSpPr>
            <p:spPr>
              <a:xfrm>
                <a:off x="-4607284" y="4611439"/>
                <a:ext cx="34863" cy="69318"/>
              </a:xfrm>
              <a:custGeom>
                <a:rect b="b" l="l" r="r" t="t"/>
                <a:pathLst>
                  <a:path extrusionOk="0" h="682" w="343">
                    <a:moveTo>
                      <a:pt x="1" y="0"/>
                    </a:moveTo>
                    <a:lnTo>
                      <a:pt x="1" y="682"/>
                    </a:lnTo>
                    <a:cubicBezTo>
                      <a:pt x="189" y="682"/>
                      <a:pt x="342" y="530"/>
                      <a:pt x="343" y="342"/>
                    </a:cubicBezTo>
                    <a:cubicBezTo>
                      <a:pt x="343" y="153"/>
                      <a:pt x="18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9"/>
              <p:cNvSpPr/>
              <p:nvPr/>
            </p:nvSpPr>
            <p:spPr>
              <a:xfrm>
                <a:off x="-4439986" y="4467413"/>
                <a:ext cx="101538" cy="101640"/>
              </a:xfrm>
              <a:custGeom>
                <a:rect b="b" l="l" r="r" t="t"/>
                <a:pathLst>
                  <a:path extrusionOk="0" h="1000" w="999">
                    <a:moveTo>
                      <a:pt x="499" y="0"/>
                    </a:moveTo>
                    <a:cubicBezTo>
                      <a:pt x="224" y="0"/>
                      <a:pt x="1" y="224"/>
                      <a:pt x="1" y="500"/>
                    </a:cubicBezTo>
                    <a:cubicBezTo>
                      <a:pt x="1" y="776"/>
                      <a:pt x="224" y="999"/>
                      <a:pt x="499" y="999"/>
                    </a:cubicBezTo>
                    <a:cubicBezTo>
                      <a:pt x="775" y="999"/>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9"/>
              <p:cNvSpPr/>
              <p:nvPr/>
            </p:nvSpPr>
            <p:spPr>
              <a:xfrm>
                <a:off x="-4439986" y="4723142"/>
                <a:ext cx="101538" cy="101538"/>
              </a:xfrm>
              <a:custGeom>
                <a:rect b="b" l="l" r="r" t="t"/>
                <a:pathLst>
                  <a:path extrusionOk="0" h="999" w="999">
                    <a:moveTo>
                      <a:pt x="499" y="0"/>
                    </a:moveTo>
                    <a:cubicBezTo>
                      <a:pt x="224" y="0"/>
                      <a:pt x="1" y="224"/>
                      <a:pt x="1" y="500"/>
                    </a:cubicBezTo>
                    <a:cubicBezTo>
                      <a:pt x="1" y="776"/>
                      <a:pt x="224" y="998"/>
                      <a:pt x="499" y="998"/>
                    </a:cubicBezTo>
                    <a:cubicBezTo>
                      <a:pt x="775" y="998"/>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9"/>
              <p:cNvSpPr/>
              <p:nvPr/>
            </p:nvSpPr>
            <p:spPr>
              <a:xfrm>
                <a:off x="-4266895" y="4421472"/>
                <a:ext cx="17076" cy="449046"/>
              </a:xfrm>
              <a:custGeom>
                <a:rect b="b" l="l" r="r" t="t"/>
                <a:pathLst>
                  <a:path extrusionOk="0" h="4418" w="168">
                    <a:moveTo>
                      <a:pt x="70" y="0"/>
                    </a:moveTo>
                    <a:cubicBezTo>
                      <a:pt x="31" y="0"/>
                      <a:pt x="1" y="31"/>
                      <a:pt x="1" y="70"/>
                    </a:cubicBezTo>
                    <a:lnTo>
                      <a:pt x="1" y="4347"/>
                    </a:lnTo>
                    <a:cubicBezTo>
                      <a:pt x="1" y="4386"/>
                      <a:pt x="31" y="4417"/>
                      <a:pt x="70" y="4417"/>
                    </a:cubicBezTo>
                    <a:lnTo>
                      <a:pt x="99" y="4417"/>
                    </a:lnTo>
                    <a:cubicBezTo>
                      <a:pt x="137" y="4417"/>
                      <a:pt x="168" y="4386"/>
                      <a:pt x="168" y="4347"/>
                    </a:cubicBezTo>
                    <a:lnTo>
                      <a:pt x="168" y="70"/>
                    </a:lnTo>
                    <a:cubicBezTo>
                      <a:pt x="168" y="32"/>
                      <a:pt x="137" y="0"/>
                      <a:pt x="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9"/>
              <p:cNvSpPr/>
              <p:nvPr/>
            </p:nvSpPr>
            <p:spPr>
              <a:xfrm>
                <a:off x="-4232643" y="4421472"/>
                <a:ext cx="17279" cy="449046"/>
              </a:xfrm>
              <a:custGeom>
                <a:rect b="b" l="l" r="r" t="t"/>
                <a:pathLst>
                  <a:path extrusionOk="0" h="4418" w="170">
                    <a:moveTo>
                      <a:pt x="69" y="0"/>
                    </a:moveTo>
                    <a:cubicBezTo>
                      <a:pt x="31" y="0"/>
                      <a:pt x="0" y="31"/>
                      <a:pt x="0" y="70"/>
                    </a:cubicBezTo>
                    <a:lnTo>
                      <a:pt x="0" y="4347"/>
                    </a:lnTo>
                    <a:cubicBezTo>
                      <a:pt x="0" y="4386"/>
                      <a:pt x="31" y="4417"/>
                      <a:pt x="69" y="4417"/>
                    </a:cubicBezTo>
                    <a:lnTo>
                      <a:pt x="98" y="4417"/>
                    </a:lnTo>
                    <a:cubicBezTo>
                      <a:pt x="136" y="4417"/>
                      <a:pt x="167" y="4386"/>
                      <a:pt x="167" y="4347"/>
                    </a:cubicBezTo>
                    <a:lnTo>
                      <a:pt x="167" y="70"/>
                    </a:lnTo>
                    <a:cubicBezTo>
                      <a:pt x="169" y="32"/>
                      <a:pt x="136" y="0"/>
                      <a:pt x="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 name="Google Shape;812;p9"/>
            <p:cNvGrpSpPr/>
            <p:nvPr/>
          </p:nvGrpSpPr>
          <p:grpSpPr>
            <a:xfrm rot="-205495">
              <a:off x="204734" y="3443482"/>
              <a:ext cx="337182" cy="1085935"/>
              <a:chOff x="-507662" y="283925"/>
              <a:chExt cx="249300" cy="802900"/>
            </a:xfrm>
          </p:grpSpPr>
          <p:sp>
            <p:nvSpPr>
              <p:cNvPr id="813" name="Google Shape;813;p9"/>
              <p:cNvSpPr/>
              <p:nvPr/>
            </p:nvSpPr>
            <p:spPr>
              <a:xfrm>
                <a:off x="-507662" y="283925"/>
                <a:ext cx="249300" cy="802900"/>
              </a:xfrm>
              <a:custGeom>
                <a:rect b="b" l="l" r="r" t="t"/>
                <a:pathLst>
                  <a:path extrusionOk="0" h="32116" w="9972">
                    <a:moveTo>
                      <a:pt x="4820" y="1"/>
                    </a:moveTo>
                    <a:cubicBezTo>
                      <a:pt x="1333" y="1"/>
                      <a:pt x="220" y="2879"/>
                      <a:pt x="127" y="5466"/>
                    </a:cubicBezTo>
                    <a:cubicBezTo>
                      <a:pt x="45" y="5448"/>
                      <a:pt x="1" y="5439"/>
                      <a:pt x="1" y="5439"/>
                    </a:cubicBezTo>
                    <a:lnTo>
                      <a:pt x="0" y="6146"/>
                    </a:lnTo>
                    <a:cubicBezTo>
                      <a:pt x="0" y="6146"/>
                      <a:pt x="45" y="6157"/>
                      <a:pt x="135" y="6178"/>
                    </a:cubicBezTo>
                    <a:cubicBezTo>
                      <a:pt x="212" y="7236"/>
                      <a:pt x="628" y="8201"/>
                      <a:pt x="1276" y="8965"/>
                    </a:cubicBezTo>
                    <a:cubicBezTo>
                      <a:pt x="1273" y="8964"/>
                      <a:pt x="1272" y="8964"/>
                      <a:pt x="1272" y="8964"/>
                    </a:cubicBezTo>
                    <a:lnTo>
                      <a:pt x="1272" y="8964"/>
                    </a:lnTo>
                    <a:lnTo>
                      <a:pt x="1972" y="9757"/>
                    </a:lnTo>
                    <a:cubicBezTo>
                      <a:pt x="1985" y="9759"/>
                      <a:pt x="1998" y="9763"/>
                      <a:pt x="2013" y="9765"/>
                    </a:cubicBezTo>
                    <a:lnTo>
                      <a:pt x="1987" y="9765"/>
                    </a:lnTo>
                    <a:lnTo>
                      <a:pt x="2989" y="31481"/>
                    </a:lnTo>
                    <a:cubicBezTo>
                      <a:pt x="2989" y="31481"/>
                      <a:pt x="3673" y="32115"/>
                      <a:pt x="5032" y="32116"/>
                    </a:cubicBezTo>
                    <a:cubicBezTo>
                      <a:pt x="5034" y="32116"/>
                      <a:pt x="5035" y="32116"/>
                      <a:pt x="5036" y="32116"/>
                    </a:cubicBezTo>
                    <a:cubicBezTo>
                      <a:pt x="6471" y="32116"/>
                      <a:pt x="7092" y="31486"/>
                      <a:pt x="7092" y="31486"/>
                    </a:cubicBezTo>
                    <a:lnTo>
                      <a:pt x="8145" y="9772"/>
                    </a:lnTo>
                    <a:lnTo>
                      <a:pt x="8084" y="9772"/>
                    </a:lnTo>
                    <a:cubicBezTo>
                      <a:pt x="8114" y="9762"/>
                      <a:pt x="8129" y="9755"/>
                      <a:pt x="8129" y="9755"/>
                    </a:cubicBezTo>
                    <a:lnTo>
                      <a:pt x="8643" y="9035"/>
                    </a:lnTo>
                    <a:cubicBezTo>
                      <a:pt x="9322" y="8263"/>
                      <a:pt x="9763" y="7276"/>
                      <a:pt x="9844" y="6187"/>
                    </a:cubicBezTo>
                    <a:cubicBezTo>
                      <a:pt x="9928" y="6168"/>
                      <a:pt x="9971" y="6157"/>
                      <a:pt x="9971" y="6157"/>
                    </a:cubicBezTo>
                    <a:lnTo>
                      <a:pt x="9972" y="5450"/>
                    </a:lnTo>
                    <a:lnTo>
                      <a:pt x="9972" y="5450"/>
                    </a:lnTo>
                    <a:cubicBezTo>
                      <a:pt x="9972" y="5450"/>
                      <a:pt x="9930" y="5461"/>
                      <a:pt x="9851" y="5480"/>
                    </a:cubicBezTo>
                    <a:cubicBezTo>
                      <a:pt x="9738" y="2878"/>
                      <a:pt x="8299" y="43"/>
                      <a:pt x="4902" y="1"/>
                    </a:cubicBezTo>
                    <a:cubicBezTo>
                      <a:pt x="4875" y="1"/>
                      <a:pt x="4848" y="1"/>
                      <a:pt x="482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 name="Google Shape;814;p9"/>
              <p:cNvGrpSpPr/>
              <p:nvPr/>
            </p:nvGrpSpPr>
            <p:grpSpPr>
              <a:xfrm>
                <a:off x="-507662" y="283950"/>
                <a:ext cx="249300" cy="802850"/>
                <a:chOff x="-4628300" y="394775"/>
                <a:chExt cx="249300" cy="802850"/>
              </a:xfrm>
            </p:grpSpPr>
            <p:sp>
              <p:nvSpPr>
                <p:cNvPr id="815" name="Google Shape;815;p9"/>
                <p:cNvSpPr/>
                <p:nvPr/>
              </p:nvSpPr>
              <p:spPr>
                <a:xfrm>
                  <a:off x="-4625325" y="394775"/>
                  <a:ext cx="243575" cy="267125"/>
                </a:xfrm>
                <a:custGeom>
                  <a:rect b="b" l="l" r="r" t="t"/>
                  <a:pathLst>
                    <a:path extrusionOk="0" h="10685" w="9743">
                      <a:moveTo>
                        <a:pt x="4703" y="1"/>
                      </a:moveTo>
                      <a:cubicBezTo>
                        <a:pt x="1059" y="1"/>
                        <a:pt x="5" y="3143"/>
                        <a:pt x="2" y="5811"/>
                      </a:cubicBezTo>
                      <a:cubicBezTo>
                        <a:pt x="0" y="8499"/>
                        <a:pt x="2178" y="10682"/>
                        <a:pt x="4866" y="10685"/>
                      </a:cubicBezTo>
                      <a:cubicBezTo>
                        <a:pt x="4868" y="10685"/>
                        <a:pt x="4870" y="10685"/>
                        <a:pt x="4872" y="10685"/>
                      </a:cubicBezTo>
                      <a:cubicBezTo>
                        <a:pt x="7557" y="10685"/>
                        <a:pt x="9737" y="8508"/>
                        <a:pt x="9739" y="5822"/>
                      </a:cubicBezTo>
                      <a:cubicBezTo>
                        <a:pt x="9742" y="3133"/>
                        <a:pt x="8329" y="45"/>
                        <a:pt x="4783" y="1"/>
                      </a:cubicBezTo>
                      <a:cubicBezTo>
                        <a:pt x="4757" y="1"/>
                        <a:pt x="4730" y="1"/>
                        <a:pt x="4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9"/>
                <p:cNvSpPr/>
                <p:nvPr/>
              </p:nvSpPr>
              <p:spPr>
                <a:xfrm>
                  <a:off x="-4578650" y="638800"/>
                  <a:ext cx="153925" cy="558825"/>
                </a:xfrm>
                <a:custGeom>
                  <a:rect b="b" l="l" r="r" t="t"/>
                  <a:pathLst>
                    <a:path extrusionOk="0" h="22353" w="6157">
                      <a:moveTo>
                        <a:pt x="0" y="1"/>
                      </a:moveTo>
                      <a:lnTo>
                        <a:pt x="1002" y="21718"/>
                      </a:lnTo>
                      <a:cubicBezTo>
                        <a:pt x="1002" y="21718"/>
                        <a:pt x="1685" y="22352"/>
                        <a:pt x="3045" y="22353"/>
                      </a:cubicBezTo>
                      <a:cubicBezTo>
                        <a:pt x="3049" y="22353"/>
                        <a:pt x="3052" y="22353"/>
                        <a:pt x="3056" y="22353"/>
                      </a:cubicBezTo>
                      <a:cubicBezTo>
                        <a:pt x="4485" y="22353"/>
                        <a:pt x="5105" y="21723"/>
                        <a:pt x="5105" y="21723"/>
                      </a:cubicBezTo>
                      <a:lnTo>
                        <a:pt x="6157" y="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9"/>
                <p:cNvSpPr/>
                <p:nvPr/>
              </p:nvSpPr>
              <p:spPr>
                <a:xfrm>
                  <a:off x="-4596525" y="618825"/>
                  <a:ext cx="184925" cy="29825"/>
                </a:xfrm>
                <a:custGeom>
                  <a:rect b="b" l="l" r="r" t="t"/>
                  <a:pathLst>
                    <a:path extrusionOk="0" h="1193" w="7397">
                      <a:moveTo>
                        <a:pt x="1" y="0"/>
                      </a:moveTo>
                      <a:lnTo>
                        <a:pt x="701" y="793"/>
                      </a:lnTo>
                      <a:cubicBezTo>
                        <a:pt x="1992" y="1092"/>
                        <a:pt x="3106" y="1192"/>
                        <a:pt x="4019" y="1192"/>
                      </a:cubicBezTo>
                      <a:cubicBezTo>
                        <a:pt x="5843" y="1192"/>
                        <a:pt x="6857" y="793"/>
                        <a:pt x="6857" y="793"/>
                      </a:cubicBezTo>
                      <a:lnTo>
                        <a:pt x="7396" y="38"/>
                      </a:lnTo>
                      <a:lnTo>
                        <a:pt x="7396" y="38"/>
                      </a:lnTo>
                      <a:cubicBezTo>
                        <a:pt x="5867" y="370"/>
                        <a:pt x="4550" y="482"/>
                        <a:pt x="3469" y="482"/>
                      </a:cubicBezTo>
                      <a:cubicBezTo>
                        <a:pt x="1227" y="482"/>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9"/>
                <p:cNvSpPr/>
                <p:nvPr/>
              </p:nvSpPr>
              <p:spPr>
                <a:xfrm>
                  <a:off x="-4628300" y="530675"/>
                  <a:ext cx="249300" cy="29925"/>
                </a:xfrm>
                <a:custGeom>
                  <a:rect b="b" l="l" r="r" t="t"/>
                  <a:pathLst>
                    <a:path extrusionOk="0" h="1197" w="9972">
                      <a:moveTo>
                        <a:pt x="1" y="1"/>
                      </a:moveTo>
                      <a:lnTo>
                        <a:pt x="0" y="708"/>
                      </a:lnTo>
                      <a:cubicBezTo>
                        <a:pt x="0" y="708"/>
                        <a:pt x="1837" y="1193"/>
                        <a:pt x="4994" y="1197"/>
                      </a:cubicBezTo>
                      <a:cubicBezTo>
                        <a:pt x="5001" y="1197"/>
                        <a:pt x="5007" y="1197"/>
                        <a:pt x="5014" y="1197"/>
                      </a:cubicBezTo>
                      <a:cubicBezTo>
                        <a:pt x="8066" y="1197"/>
                        <a:pt x="9971" y="719"/>
                        <a:pt x="9971" y="719"/>
                      </a:cubicBezTo>
                      <a:lnTo>
                        <a:pt x="9972" y="12"/>
                      </a:lnTo>
                      <a:lnTo>
                        <a:pt x="9972" y="12"/>
                      </a:lnTo>
                      <a:cubicBezTo>
                        <a:pt x="9971" y="12"/>
                        <a:pt x="8240" y="490"/>
                        <a:pt x="5054" y="490"/>
                      </a:cubicBezTo>
                      <a:cubicBezTo>
                        <a:pt x="5040" y="490"/>
                        <a:pt x="5027" y="490"/>
                        <a:pt x="5013" y="490"/>
                      </a:cubicBezTo>
                      <a:cubicBezTo>
                        <a:pt x="2056" y="48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9"/>
                <p:cNvSpPr/>
                <p:nvPr/>
              </p:nvSpPr>
              <p:spPr>
                <a:xfrm>
                  <a:off x="-4517700" y="824050"/>
                  <a:ext cx="33375" cy="120300"/>
                </a:xfrm>
                <a:custGeom>
                  <a:rect b="b" l="l" r="r" t="t"/>
                  <a:pathLst>
                    <a:path extrusionOk="0" h="4812" w="1335">
                      <a:moveTo>
                        <a:pt x="630" y="0"/>
                      </a:moveTo>
                      <a:cubicBezTo>
                        <a:pt x="283" y="0"/>
                        <a:pt x="1" y="285"/>
                        <a:pt x="8" y="632"/>
                      </a:cubicBezTo>
                      <a:lnTo>
                        <a:pt x="76" y="4201"/>
                      </a:lnTo>
                      <a:cubicBezTo>
                        <a:pt x="82" y="4515"/>
                        <a:pt x="321" y="4776"/>
                        <a:pt x="633" y="4808"/>
                      </a:cubicBezTo>
                      <a:cubicBezTo>
                        <a:pt x="655" y="4810"/>
                        <a:pt x="677" y="4811"/>
                        <a:pt x="699" y="4811"/>
                      </a:cubicBezTo>
                      <a:cubicBezTo>
                        <a:pt x="1037" y="4811"/>
                        <a:pt x="1319" y="4538"/>
                        <a:pt x="1319" y="4193"/>
                      </a:cubicBezTo>
                      <a:lnTo>
                        <a:pt x="1334" y="627"/>
                      </a:lnTo>
                      <a:cubicBezTo>
                        <a:pt x="1335" y="292"/>
                        <a:pt x="1069" y="15"/>
                        <a:pt x="733" y="4"/>
                      </a:cubicBezTo>
                      <a:lnTo>
                        <a:pt x="651" y="1"/>
                      </a:lnTo>
                      <a:cubicBezTo>
                        <a:pt x="644" y="0"/>
                        <a:pt x="637"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9"/>
                <p:cNvSpPr/>
                <p:nvPr/>
              </p:nvSpPr>
              <p:spPr>
                <a:xfrm>
                  <a:off x="-4512225" y="910675"/>
                  <a:ext cx="23325" cy="18250"/>
                </a:xfrm>
                <a:custGeom>
                  <a:rect b="b" l="l" r="r" t="t"/>
                  <a:pathLst>
                    <a:path extrusionOk="0" h="730" w="933">
                      <a:moveTo>
                        <a:pt x="0" y="0"/>
                      </a:moveTo>
                      <a:lnTo>
                        <a:pt x="28" y="693"/>
                      </a:lnTo>
                      <a:lnTo>
                        <a:pt x="922" y="730"/>
                      </a:lnTo>
                      <a:lnTo>
                        <a:pt x="932"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1" name="Google Shape;821;p9"/>
            <p:cNvGrpSpPr/>
            <p:nvPr/>
          </p:nvGrpSpPr>
          <p:grpSpPr>
            <a:xfrm rot="756415">
              <a:off x="1637257" y="303057"/>
              <a:ext cx="500563" cy="472888"/>
              <a:chOff x="-1174275" y="581450"/>
              <a:chExt cx="370100" cy="349638"/>
            </a:xfrm>
          </p:grpSpPr>
          <p:sp>
            <p:nvSpPr>
              <p:cNvPr id="822" name="Google Shape;822;p9"/>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9"/>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 name="Google Shape;824;p9"/>
            <p:cNvGrpSpPr/>
            <p:nvPr/>
          </p:nvGrpSpPr>
          <p:grpSpPr>
            <a:xfrm>
              <a:off x="8430776" y="2740077"/>
              <a:ext cx="606934" cy="489723"/>
              <a:chOff x="-1636175" y="409550"/>
              <a:chExt cx="448750" cy="362088"/>
            </a:xfrm>
          </p:grpSpPr>
          <p:sp>
            <p:nvSpPr>
              <p:cNvPr id="825" name="Google Shape;825;p9"/>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9"/>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 name="Google Shape;827;p9"/>
            <p:cNvGrpSpPr/>
            <p:nvPr/>
          </p:nvGrpSpPr>
          <p:grpSpPr>
            <a:xfrm rot="-708909">
              <a:off x="6890566" y="4305167"/>
              <a:ext cx="597549" cy="597688"/>
              <a:chOff x="5038846" y="235350"/>
              <a:chExt cx="158691" cy="158738"/>
            </a:xfrm>
          </p:grpSpPr>
          <p:sp>
            <p:nvSpPr>
              <p:cNvPr id="828" name="Google Shape;828;p9"/>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9"/>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 name="Google Shape;830;p9"/>
            <p:cNvGrpSpPr/>
            <p:nvPr/>
          </p:nvGrpSpPr>
          <p:grpSpPr>
            <a:xfrm>
              <a:off x="259252" y="1807327"/>
              <a:ext cx="546006" cy="519192"/>
              <a:chOff x="5164484" y="526738"/>
              <a:chExt cx="133266" cy="126713"/>
            </a:xfrm>
          </p:grpSpPr>
          <p:sp>
            <p:nvSpPr>
              <p:cNvPr id="831" name="Google Shape;831;p9"/>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9"/>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 name="Google Shape;833;p9"/>
            <p:cNvGrpSpPr/>
            <p:nvPr/>
          </p:nvGrpSpPr>
          <p:grpSpPr>
            <a:xfrm>
              <a:off x="511417" y="4538516"/>
              <a:ext cx="215033" cy="215222"/>
              <a:chOff x="5062659" y="967188"/>
              <a:chExt cx="109716" cy="109813"/>
            </a:xfrm>
          </p:grpSpPr>
          <p:sp>
            <p:nvSpPr>
              <p:cNvPr id="834" name="Google Shape;834;p9"/>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9"/>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9"/>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 name="Google Shape;837;p9"/>
            <p:cNvGrpSpPr/>
            <p:nvPr/>
          </p:nvGrpSpPr>
          <p:grpSpPr>
            <a:xfrm>
              <a:off x="172606" y="147288"/>
              <a:ext cx="1226224" cy="1460677"/>
              <a:chOff x="-2294600" y="1951375"/>
              <a:chExt cx="438125" cy="521913"/>
            </a:xfrm>
          </p:grpSpPr>
          <p:sp>
            <p:nvSpPr>
              <p:cNvPr id="838" name="Google Shape;838;p9"/>
              <p:cNvSpPr/>
              <p:nvPr/>
            </p:nvSpPr>
            <p:spPr>
              <a:xfrm>
                <a:off x="-2294600" y="1951375"/>
                <a:ext cx="438100" cy="521900"/>
              </a:xfrm>
              <a:custGeom>
                <a:rect b="b" l="l" r="r" t="t"/>
                <a:pathLst>
                  <a:path extrusionOk="0" h="20876" w="17524">
                    <a:moveTo>
                      <a:pt x="5361" y="0"/>
                    </a:moveTo>
                    <a:lnTo>
                      <a:pt x="0" y="13683"/>
                    </a:lnTo>
                    <a:lnTo>
                      <a:pt x="965" y="16487"/>
                    </a:lnTo>
                    <a:lnTo>
                      <a:pt x="12161" y="20875"/>
                    </a:lnTo>
                    <a:lnTo>
                      <a:pt x="17524" y="7192"/>
                    </a:lnTo>
                    <a:lnTo>
                      <a:pt x="16559" y="4387"/>
                    </a:lnTo>
                    <a:lnTo>
                      <a:pt x="5361"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 name="Google Shape;839;p9"/>
              <p:cNvGrpSpPr/>
              <p:nvPr/>
            </p:nvGrpSpPr>
            <p:grpSpPr>
              <a:xfrm>
                <a:off x="-2294575" y="1951463"/>
                <a:ext cx="438100" cy="521825"/>
                <a:chOff x="-2294575" y="1951463"/>
                <a:chExt cx="438100" cy="521825"/>
              </a:xfrm>
            </p:grpSpPr>
            <p:sp>
              <p:nvSpPr>
                <p:cNvPr id="840" name="Google Shape;840;p9"/>
                <p:cNvSpPr/>
                <p:nvPr/>
              </p:nvSpPr>
              <p:spPr>
                <a:xfrm>
                  <a:off x="-2294550" y="1951463"/>
                  <a:ext cx="413950" cy="451750"/>
                </a:xfrm>
                <a:custGeom>
                  <a:rect b="b" l="l" r="r" t="t"/>
                  <a:pathLst>
                    <a:path extrusionOk="0" h="18070" w="16558">
                      <a:moveTo>
                        <a:pt x="5361" y="0"/>
                      </a:moveTo>
                      <a:lnTo>
                        <a:pt x="0" y="13684"/>
                      </a:lnTo>
                      <a:lnTo>
                        <a:pt x="11196" y="18070"/>
                      </a:lnTo>
                      <a:lnTo>
                        <a:pt x="16558" y="4387"/>
                      </a:lnTo>
                      <a:lnTo>
                        <a:pt x="53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9"/>
                <p:cNvSpPr/>
                <p:nvPr/>
              </p:nvSpPr>
              <p:spPr>
                <a:xfrm>
                  <a:off x="-1933525" y="2073913"/>
                  <a:ext cx="20450" cy="14275"/>
                </a:xfrm>
                <a:custGeom>
                  <a:rect b="b" l="l" r="r" t="t"/>
                  <a:pathLst>
                    <a:path extrusionOk="0" h="571" w="818">
                      <a:moveTo>
                        <a:pt x="0" y="0"/>
                      </a:moveTo>
                      <a:lnTo>
                        <a:pt x="0" y="159"/>
                      </a:lnTo>
                      <a:lnTo>
                        <a:pt x="2" y="159"/>
                      </a:lnTo>
                      <a:cubicBezTo>
                        <a:pt x="2" y="322"/>
                        <a:pt x="99" y="477"/>
                        <a:pt x="261" y="542"/>
                      </a:cubicBezTo>
                      <a:cubicBezTo>
                        <a:pt x="310" y="561"/>
                        <a:pt x="361" y="570"/>
                        <a:pt x="411" y="570"/>
                      </a:cubicBezTo>
                      <a:cubicBezTo>
                        <a:pt x="576" y="570"/>
                        <a:pt x="731" y="471"/>
                        <a:pt x="795" y="310"/>
                      </a:cubicBezTo>
                      <a:cubicBezTo>
                        <a:pt x="812" y="259"/>
                        <a:pt x="817" y="209"/>
                        <a:pt x="817" y="159"/>
                      </a:cubicBezTo>
                      <a:lnTo>
                        <a:pt x="817" y="0"/>
                      </a:lnTo>
                      <a:close/>
                    </a:path>
                  </a:pathLst>
                </a:custGeom>
                <a:solidFill>
                  <a:srgbClr val="11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9"/>
                <p:cNvSpPr/>
                <p:nvPr/>
              </p:nvSpPr>
              <p:spPr>
                <a:xfrm>
                  <a:off x="-1934925" y="2064938"/>
                  <a:ext cx="23300" cy="20575"/>
                </a:xfrm>
                <a:custGeom>
                  <a:rect b="b" l="l" r="r" t="t"/>
                  <a:pathLst>
                    <a:path extrusionOk="0" h="823" w="932">
                      <a:moveTo>
                        <a:pt x="466" y="0"/>
                      </a:moveTo>
                      <a:cubicBezTo>
                        <a:pt x="302" y="0"/>
                        <a:pt x="147" y="99"/>
                        <a:pt x="84" y="261"/>
                      </a:cubicBezTo>
                      <a:cubicBezTo>
                        <a:pt x="0" y="473"/>
                        <a:pt x="105" y="711"/>
                        <a:pt x="316" y="794"/>
                      </a:cubicBezTo>
                      <a:cubicBezTo>
                        <a:pt x="366" y="813"/>
                        <a:pt x="417" y="823"/>
                        <a:pt x="467" y="823"/>
                      </a:cubicBezTo>
                      <a:cubicBezTo>
                        <a:pt x="631" y="823"/>
                        <a:pt x="785" y="723"/>
                        <a:pt x="849" y="561"/>
                      </a:cubicBezTo>
                      <a:cubicBezTo>
                        <a:pt x="931" y="351"/>
                        <a:pt x="828" y="113"/>
                        <a:pt x="616" y="29"/>
                      </a:cubicBezTo>
                      <a:cubicBezTo>
                        <a:pt x="567" y="9"/>
                        <a:pt x="516" y="0"/>
                        <a:pt x="4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9"/>
                <p:cNvSpPr/>
                <p:nvPr/>
              </p:nvSpPr>
              <p:spPr>
                <a:xfrm>
                  <a:off x="-2100450" y="2284813"/>
                  <a:ext cx="39275" cy="38750"/>
                </a:xfrm>
                <a:custGeom>
                  <a:rect b="b" l="l" r="r" t="t"/>
                  <a:pathLst>
                    <a:path extrusionOk="0" h="1550" w="1571">
                      <a:moveTo>
                        <a:pt x="1488" y="944"/>
                      </a:moveTo>
                      <a:cubicBezTo>
                        <a:pt x="1482" y="967"/>
                        <a:pt x="1474" y="988"/>
                        <a:pt x="1465" y="1012"/>
                      </a:cubicBezTo>
                      <a:cubicBezTo>
                        <a:pt x="1474" y="988"/>
                        <a:pt x="1482" y="966"/>
                        <a:pt x="1488" y="944"/>
                      </a:cubicBezTo>
                      <a:close/>
                      <a:moveTo>
                        <a:pt x="379" y="1369"/>
                      </a:moveTo>
                      <a:cubicBezTo>
                        <a:pt x="383" y="1370"/>
                        <a:pt x="387" y="1373"/>
                        <a:pt x="390" y="1375"/>
                      </a:cubicBezTo>
                      <a:cubicBezTo>
                        <a:pt x="387" y="1373"/>
                        <a:pt x="383" y="1372"/>
                        <a:pt x="379" y="1369"/>
                      </a:cubicBezTo>
                      <a:close/>
                      <a:moveTo>
                        <a:pt x="439" y="1403"/>
                      </a:moveTo>
                      <a:cubicBezTo>
                        <a:pt x="459" y="1413"/>
                        <a:pt x="480" y="1422"/>
                        <a:pt x="502" y="1431"/>
                      </a:cubicBezTo>
                      <a:cubicBezTo>
                        <a:pt x="479" y="1422"/>
                        <a:pt x="459" y="1413"/>
                        <a:pt x="439" y="1403"/>
                      </a:cubicBezTo>
                      <a:close/>
                      <a:moveTo>
                        <a:pt x="775" y="1"/>
                      </a:moveTo>
                      <a:cubicBezTo>
                        <a:pt x="480" y="1"/>
                        <a:pt x="199" y="179"/>
                        <a:pt x="85" y="471"/>
                      </a:cubicBezTo>
                      <a:cubicBezTo>
                        <a:pt x="0" y="688"/>
                        <a:pt x="24" y="919"/>
                        <a:pt x="130" y="1107"/>
                      </a:cubicBezTo>
                      <a:cubicBezTo>
                        <a:pt x="206" y="1279"/>
                        <a:pt x="346" y="1424"/>
                        <a:pt x="534" y="1498"/>
                      </a:cubicBezTo>
                      <a:cubicBezTo>
                        <a:pt x="622" y="1533"/>
                        <a:pt x="714" y="1550"/>
                        <a:pt x="804" y="1550"/>
                      </a:cubicBezTo>
                      <a:cubicBezTo>
                        <a:pt x="1100" y="1550"/>
                        <a:pt x="1380" y="1371"/>
                        <a:pt x="1494" y="1079"/>
                      </a:cubicBezTo>
                      <a:cubicBezTo>
                        <a:pt x="1571" y="883"/>
                        <a:pt x="1555" y="677"/>
                        <a:pt x="1476" y="501"/>
                      </a:cubicBezTo>
                      <a:cubicBezTo>
                        <a:pt x="1407" y="302"/>
                        <a:pt x="1256" y="135"/>
                        <a:pt x="1045" y="52"/>
                      </a:cubicBezTo>
                      <a:cubicBezTo>
                        <a:pt x="957" y="17"/>
                        <a:pt x="865" y="1"/>
                        <a:pt x="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9"/>
                <p:cNvSpPr/>
                <p:nvPr/>
              </p:nvSpPr>
              <p:spPr>
                <a:xfrm>
                  <a:off x="-2193050" y="2258163"/>
                  <a:ext cx="13675" cy="12050"/>
                </a:xfrm>
                <a:custGeom>
                  <a:rect b="b" l="l" r="r" t="t"/>
                  <a:pathLst>
                    <a:path extrusionOk="0" h="482" w="547">
                      <a:moveTo>
                        <a:pt x="273" y="0"/>
                      </a:moveTo>
                      <a:cubicBezTo>
                        <a:pt x="177" y="0"/>
                        <a:pt x="86" y="58"/>
                        <a:pt x="48" y="153"/>
                      </a:cubicBezTo>
                      <a:cubicBezTo>
                        <a:pt x="0" y="277"/>
                        <a:pt x="61" y="417"/>
                        <a:pt x="185" y="465"/>
                      </a:cubicBezTo>
                      <a:cubicBezTo>
                        <a:pt x="214" y="476"/>
                        <a:pt x="243" y="482"/>
                        <a:pt x="272" y="482"/>
                      </a:cubicBezTo>
                      <a:cubicBezTo>
                        <a:pt x="368" y="482"/>
                        <a:pt x="459" y="424"/>
                        <a:pt x="497" y="329"/>
                      </a:cubicBezTo>
                      <a:cubicBezTo>
                        <a:pt x="546" y="205"/>
                        <a:pt x="485" y="66"/>
                        <a:pt x="359" y="16"/>
                      </a:cubicBezTo>
                      <a:cubicBezTo>
                        <a:pt x="331" y="5"/>
                        <a:pt x="302"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9"/>
                <p:cNvSpPr/>
                <p:nvPr/>
              </p:nvSpPr>
              <p:spPr>
                <a:xfrm>
                  <a:off x="-2031325" y="2321538"/>
                  <a:ext cx="13650" cy="12050"/>
                </a:xfrm>
                <a:custGeom>
                  <a:rect b="b" l="l" r="r" t="t"/>
                  <a:pathLst>
                    <a:path extrusionOk="0" h="482" w="546">
                      <a:moveTo>
                        <a:pt x="272" y="0"/>
                      </a:moveTo>
                      <a:cubicBezTo>
                        <a:pt x="176" y="0"/>
                        <a:pt x="85" y="58"/>
                        <a:pt x="48" y="153"/>
                      </a:cubicBezTo>
                      <a:cubicBezTo>
                        <a:pt x="1" y="277"/>
                        <a:pt x="61" y="416"/>
                        <a:pt x="184" y="466"/>
                      </a:cubicBezTo>
                      <a:cubicBezTo>
                        <a:pt x="213" y="477"/>
                        <a:pt x="242" y="482"/>
                        <a:pt x="271" y="482"/>
                      </a:cubicBezTo>
                      <a:cubicBezTo>
                        <a:pt x="368" y="482"/>
                        <a:pt x="459" y="424"/>
                        <a:pt x="497" y="328"/>
                      </a:cubicBezTo>
                      <a:cubicBezTo>
                        <a:pt x="546" y="205"/>
                        <a:pt x="486" y="65"/>
                        <a:pt x="360" y="17"/>
                      </a:cubicBezTo>
                      <a:cubicBezTo>
                        <a:pt x="331" y="6"/>
                        <a:pt x="301"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9"/>
                <p:cNvSpPr/>
                <p:nvPr/>
              </p:nvSpPr>
              <p:spPr>
                <a:xfrm>
                  <a:off x="-2294575" y="2061113"/>
                  <a:ext cx="438100" cy="412175"/>
                </a:xfrm>
                <a:custGeom>
                  <a:rect b="b" l="l" r="r" t="t"/>
                  <a:pathLst>
                    <a:path extrusionOk="0" h="16487" w="17524">
                      <a:moveTo>
                        <a:pt x="16558" y="0"/>
                      </a:moveTo>
                      <a:lnTo>
                        <a:pt x="11197" y="13682"/>
                      </a:lnTo>
                      <a:lnTo>
                        <a:pt x="0" y="9296"/>
                      </a:lnTo>
                      <a:lnTo>
                        <a:pt x="965" y="12098"/>
                      </a:lnTo>
                      <a:lnTo>
                        <a:pt x="12162" y="16486"/>
                      </a:lnTo>
                      <a:lnTo>
                        <a:pt x="17524" y="2803"/>
                      </a:lnTo>
                      <a:lnTo>
                        <a:pt x="165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9"/>
                <p:cNvSpPr/>
                <p:nvPr/>
              </p:nvSpPr>
              <p:spPr>
                <a:xfrm>
                  <a:off x="-2087625" y="2056038"/>
                  <a:ext cx="184150" cy="187625"/>
                </a:xfrm>
                <a:custGeom>
                  <a:rect b="b" l="l" r="r" t="t"/>
                  <a:pathLst>
                    <a:path extrusionOk="0" h="7505" w="7366">
                      <a:moveTo>
                        <a:pt x="6207" y="0"/>
                      </a:moveTo>
                      <a:lnTo>
                        <a:pt x="5783" y="1083"/>
                      </a:lnTo>
                      <a:lnTo>
                        <a:pt x="5783" y="1189"/>
                      </a:lnTo>
                      <a:lnTo>
                        <a:pt x="5979" y="1266"/>
                      </a:lnTo>
                      <a:lnTo>
                        <a:pt x="1434" y="6904"/>
                      </a:lnTo>
                      <a:lnTo>
                        <a:pt x="713" y="6108"/>
                      </a:lnTo>
                      <a:lnTo>
                        <a:pt x="29" y="6546"/>
                      </a:lnTo>
                      <a:lnTo>
                        <a:pt x="1" y="6634"/>
                      </a:lnTo>
                      <a:lnTo>
                        <a:pt x="1004" y="7439"/>
                      </a:lnTo>
                      <a:lnTo>
                        <a:pt x="1057" y="7373"/>
                      </a:lnTo>
                      <a:lnTo>
                        <a:pt x="1435" y="6906"/>
                      </a:lnTo>
                      <a:lnTo>
                        <a:pt x="1058" y="7374"/>
                      </a:lnTo>
                      <a:lnTo>
                        <a:pt x="1004" y="7441"/>
                      </a:lnTo>
                      <a:cubicBezTo>
                        <a:pt x="1012" y="7449"/>
                        <a:pt x="1023" y="7455"/>
                        <a:pt x="1032" y="7461"/>
                      </a:cubicBezTo>
                      <a:lnTo>
                        <a:pt x="1040" y="7466"/>
                      </a:lnTo>
                      <a:cubicBezTo>
                        <a:pt x="1048" y="7471"/>
                        <a:pt x="1057" y="7475"/>
                        <a:pt x="1066" y="7479"/>
                      </a:cubicBezTo>
                      <a:cubicBezTo>
                        <a:pt x="1067" y="7480"/>
                        <a:pt x="1069" y="7480"/>
                        <a:pt x="1071" y="7481"/>
                      </a:cubicBezTo>
                      <a:cubicBezTo>
                        <a:pt x="1107" y="7497"/>
                        <a:pt x="1145" y="7504"/>
                        <a:pt x="1183" y="7504"/>
                      </a:cubicBezTo>
                      <a:cubicBezTo>
                        <a:pt x="1266" y="7504"/>
                        <a:pt x="1348" y="7468"/>
                        <a:pt x="1404" y="7397"/>
                      </a:cubicBezTo>
                      <a:lnTo>
                        <a:pt x="6259" y="1375"/>
                      </a:lnTo>
                      <a:lnTo>
                        <a:pt x="6941" y="1641"/>
                      </a:lnTo>
                      <a:lnTo>
                        <a:pt x="7365" y="559"/>
                      </a:lnTo>
                      <a:lnTo>
                        <a:pt x="7365" y="453"/>
                      </a:lnTo>
                      <a:lnTo>
                        <a:pt x="62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9"/>
                <p:cNvSpPr/>
                <p:nvPr/>
              </p:nvSpPr>
              <p:spPr>
                <a:xfrm>
                  <a:off x="-2153650" y="2264638"/>
                  <a:ext cx="39300" cy="38750"/>
                </a:xfrm>
                <a:custGeom>
                  <a:rect b="b" l="l" r="r" t="t"/>
                  <a:pathLst>
                    <a:path extrusionOk="0" h="1550" w="1572">
                      <a:moveTo>
                        <a:pt x="1505" y="876"/>
                      </a:moveTo>
                      <a:lnTo>
                        <a:pt x="1505" y="876"/>
                      </a:lnTo>
                      <a:cubicBezTo>
                        <a:pt x="1504" y="880"/>
                        <a:pt x="1504" y="884"/>
                        <a:pt x="1502" y="887"/>
                      </a:cubicBezTo>
                      <a:cubicBezTo>
                        <a:pt x="1502" y="882"/>
                        <a:pt x="1504" y="880"/>
                        <a:pt x="1505" y="876"/>
                      </a:cubicBezTo>
                      <a:close/>
                      <a:moveTo>
                        <a:pt x="380" y="1370"/>
                      </a:moveTo>
                      <a:lnTo>
                        <a:pt x="380" y="1370"/>
                      </a:lnTo>
                      <a:cubicBezTo>
                        <a:pt x="384" y="1371"/>
                        <a:pt x="387" y="1374"/>
                        <a:pt x="391" y="1376"/>
                      </a:cubicBezTo>
                      <a:cubicBezTo>
                        <a:pt x="387" y="1374"/>
                        <a:pt x="383" y="1372"/>
                        <a:pt x="380" y="1370"/>
                      </a:cubicBezTo>
                      <a:close/>
                      <a:moveTo>
                        <a:pt x="777" y="0"/>
                      </a:moveTo>
                      <a:cubicBezTo>
                        <a:pt x="481" y="0"/>
                        <a:pt x="201" y="179"/>
                        <a:pt x="86" y="471"/>
                      </a:cubicBezTo>
                      <a:cubicBezTo>
                        <a:pt x="0" y="688"/>
                        <a:pt x="25" y="918"/>
                        <a:pt x="131" y="1107"/>
                      </a:cubicBezTo>
                      <a:cubicBezTo>
                        <a:pt x="206" y="1278"/>
                        <a:pt x="346" y="1423"/>
                        <a:pt x="535" y="1498"/>
                      </a:cubicBezTo>
                      <a:cubicBezTo>
                        <a:pt x="623" y="1533"/>
                        <a:pt x="715" y="1550"/>
                        <a:pt x="804" y="1550"/>
                      </a:cubicBezTo>
                      <a:cubicBezTo>
                        <a:pt x="1101" y="1550"/>
                        <a:pt x="1381" y="1370"/>
                        <a:pt x="1495" y="1078"/>
                      </a:cubicBezTo>
                      <a:cubicBezTo>
                        <a:pt x="1572" y="884"/>
                        <a:pt x="1556" y="678"/>
                        <a:pt x="1476" y="500"/>
                      </a:cubicBezTo>
                      <a:cubicBezTo>
                        <a:pt x="1408" y="302"/>
                        <a:pt x="1257" y="134"/>
                        <a:pt x="1046" y="51"/>
                      </a:cubicBezTo>
                      <a:cubicBezTo>
                        <a:pt x="958" y="17"/>
                        <a:pt x="86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9"/>
                <p:cNvSpPr/>
                <p:nvPr/>
              </p:nvSpPr>
              <p:spPr>
                <a:xfrm>
                  <a:off x="-2259050" y="2223338"/>
                  <a:ext cx="39325" cy="38775"/>
                </a:xfrm>
                <a:custGeom>
                  <a:rect b="b" l="l" r="r" t="t"/>
                  <a:pathLst>
                    <a:path extrusionOk="0" h="1551" w="1573">
                      <a:moveTo>
                        <a:pt x="1505" y="877"/>
                      </a:moveTo>
                      <a:cubicBezTo>
                        <a:pt x="1505" y="881"/>
                        <a:pt x="1503" y="885"/>
                        <a:pt x="1502" y="887"/>
                      </a:cubicBezTo>
                      <a:cubicBezTo>
                        <a:pt x="1504" y="883"/>
                        <a:pt x="1505" y="879"/>
                        <a:pt x="1505" y="877"/>
                      </a:cubicBezTo>
                      <a:close/>
                      <a:moveTo>
                        <a:pt x="439" y="1404"/>
                      </a:moveTo>
                      <a:cubicBezTo>
                        <a:pt x="460" y="1413"/>
                        <a:pt x="482" y="1424"/>
                        <a:pt x="504" y="1433"/>
                      </a:cubicBezTo>
                      <a:cubicBezTo>
                        <a:pt x="482" y="1424"/>
                        <a:pt x="460" y="1414"/>
                        <a:pt x="439" y="1404"/>
                      </a:cubicBezTo>
                      <a:close/>
                      <a:moveTo>
                        <a:pt x="777" y="1"/>
                      </a:moveTo>
                      <a:cubicBezTo>
                        <a:pt x="481" y="1"/>
                        <a:pt x="201" y="180"/>
                        <a:pt x="86" y="472"/>
                      </a:cubicBezTo>
                      <a:cubicBezTo>
                        <a:pt x="0" y="689"/>
                        <a:pt x="25" y="919"/>
                        <a:pt x="131" y="1108"/>
                      </a:cubicBezTo>
                      <a:cubicBezTo>
                        <a:pt x="207" y="1279"/>
                        <a:pt x="346" y="1424"/>
                        <a:pt x="535" y="1499"/>
                      </a:cubicBezTo>
                      <a:cubicBezTo>
                        <a:pt x="624" y="1534"/>
                        <a:pt x="715" y="1550"/>
                        <a:pt x="805" y="1550"/>
                      </a:cubicBezTo>
                      <a:cubicBezTo>
                        <a:pt x="1101" y="1550"/>
                        <a:pt x="1381" y="1371"/>
                        <a:pt x="1496" y="1079"/>
                      </a:cubicBezTo>
                      <a:cubicBezTo>
                        <a:pt x="1572" y="883"/>
                        <a:pt x="1558" y="679"/>
                        <a:pt x="1476" y="501"/>
                      </a:cubicBezTo>
                      <a:cubicBezTo>
                        <a:pt x="1408" y="303"/>
                        <a:pt x="1257" y="135"/>
                        <a:pt x="1047" y="52"/>
                      </a:cubicBezTo>
                      <a:cubicBezTo>
                        <a:pt x="958" y="17"/>
                        <a:pt x="867"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9"/>
                <p:cNvSpPr/>
                <p:nvPr/>
              </p:nvSpPr>
              <p:spPr>
                <a:xfrm>
                  <a:off x="-2252275" y="2229838"/>
                  <a:ext cx="24300" cy="23125"/>
                </a:xfrm>
                <a:custGeom>
                  <a:rect b="b" l="l" r="r" t="t"/>
                  <a:pathLst>
                    <a:path extrusionOk="0" h="925" w="972">
                      <a:moveTo>
                        <a:pt x="468" y="1"/>
                      </a:moveTo>
                      <a:cubicBezTo>
                        <a:pt x="236" y="1"/>
                        <a:pt x="40" y="178"/>
                        <a:pt x="18" y="414"/>
                      </a:cubicBezTo>
                      <a:cubicBezTo>
                        <a:pt x="1" y="611"/>
                        <a:pt x="111" y="788"/>
                        <a:pt x="279" y="866"/>
                      </a:cubicBezTo>
                      <a:lnTo>
                        <a:pt x="279" y="869"/>
                      </a:lnTo>
                      <a:cubicBezTo>
                        <a:pt x="333" y="896"/>
                        <a:pt x="393" y="916"/>
                        <a:pt x="456" y="922"/>
                      </a:cubicBezTo>
                      <a:cubicBezTo>
                        <a:pt x="473" y="924"/>
                        <a:pt x="490" y="925"/>
                        <a:pt x="506" y="925"/>
                      </a:cubicBezTo>
                      <a:cubicBezTo>
                        <a:pt x="743" y="925"/>
                        <a:pt x="941" y="751"/>
                        <a:pt x="957" y="516"/>
                      </a:cubicBezTo>
                      <a:cubicBezTo>
                        <a:pt x="972" y="329"/>
                        <a:pt x="870" y="158"/>
                        <a:pt x="714" y="71"/>
                      </a:cubicBezTo>
                      <a:cubicBezTo>
                        <a:pt x="655" y="34"/>
                        <a:pt x="586" y="9"/>
                        <a:pt x="512" y="3"/>
                      </a:cubicBezTo>
                      <a:cubicBezTo>
                        <a:pt x="497" y="1"/>
                        <a:pt x="483"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9"/>
                <p:cNvSpPr/>
                <p:nvPr/>
              </p:nvSpPr>
              <p:spPr>
                <a:xfrm>
                  <a:off x="-1975575" y="2193263"/>
                  <a:ext cx="23375" cy="52875"/>
                </a:xfrm>
                <a:custGeom>
                  <a:rect b="b" l="l" r="r" t="t"/>
                  <a:pathLst>
                    <a:path extrusionOk="0" h="2115" w="935">
                      <a:moveTo>
                        <a:pt x="683" y="0"/>
                      </a:moveTo>
                      <a:lnTo>
                        <a:pt x="1" y="1743"/>
                      </a:lnTo>
                      <a:lnTo>
                        <a:pt x="1" y="2022"/>
                      </a:lnTo>
                      <a:lnTo>
                        <a:pt x="251" y="2115"/>
                      </a:lnTo>
                      <a:lnTo>
                        <a:pt x="935" y="372"/>
                      </a:lnTo>
                      <a:lnTo>
                        <a:pt x="935" y="93"/>
                      </a:lnTo>
                      <a:lnTo>
                        <a:pt x="6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9"/>
                <p:cNvSpPr/>
                <p:nvPr/>
              </p:nvSpPr>
              <p:spPr>
                <a:xfrm>
                  <a:off x="-2167200" y="1989363"/>
                  <a:ext cx="134500" cy="203875"/>
                </a:xfrm>
                <a:custGeom>
                  <a:rect b="b" l="l" r="r" t="t"/>
                  <a:pathLst>
                    <a:path extrusionOk="0" h="8155" w="5380">
                      <a:moveTo>
                        <a:pt x="2881" y="0"/>
                      </a:moveTo>
                      <a:cubicBezTo>
                        <a:pt x="1808" y="0"/>
                        <a:pt x="775" y="428"/>
                        <a:pt x="15" y="1179"/>
                      </a:cubicBezTo>
                      <a:cubicBezTo>
                        <a:pt x="0" y="1485"/>
                        <a:pt x="155" y="1740"/>
                        <a:pt x="660" y="1803"/>
                      </a:cubicBezTo>
                      <a:cubicBezTo>
                        <a:pt x="2133" y="1988"/>
                        <a:pt x="3800" y="2316"/>
                        <a:pt x="2089" y="4028"/>
                      </a:cubicBezTo>
                      <a:cubicBezTo>
                        <a:pt x="595" y="5525"/>
                        <a:pt x="2520" y="5619"/>
                        <a:pt x="3030" y="5619"/>
                      </a:cubicBezTo>
                      <a:cubicBezTo>
                        <a:pt x="3104" y="5619"/>
                        <a:pt x="3148" y="5618"/>
                        <a:pt x="3148" y="5618"/>
                      </a:cubicBezTo>
                      <a:lnTo>
                        <a:pt x="3148" y="5618"/>
                      </a:lnTo>
                      <a:cubicBezTo>
                        <a:pt x="3148" y="5618"/>
                        <a:pt x="4018" y="6541"/>
                        <a:pt x="2706" y="6726"/>
                      </a:cubicBezTo>
                      <a:cubicBezTo>
                        <a:pt x="1948" y="6831"/>
                        <a:pt x="1688" y="7465"/>
                        <a:pt x="1857" y="8022"/>
                      </a:cubicBezTo>
                      <a:cubicBezTo>
                        <a:pt x="2198" y="8112"/>
                        <a:pt x="2542" y="8155"/>
                        <a:pt x="2883" y="8155"/>
                      </a:cubicBezTo>
                      <a:cubicBezTo>
                        <a:pt x="3587" y="8155"/>
                        <a:pt x="4275" y="7970"/>
                        <a:pt x="4881" y="7630"/>
                      </a:cubicBezTo>
                      <a:cubicBezTo>
                        <a:pt x="4438" y="7437"/>
                        <a:pt x="4058" y="7138"/>
                        <a:pt x="4365" y="6727"/>
                      </a:cubicBezTo>
                      <a:cubicBezTo>
                        <a:pt x="4934" y="5963"/>
                        <a:pt x="5380" y="4346"/>
                        <a:pt x="4348" y="4346"/>
                      </a:cubicBezTo>
                      <a:cubicBezTo>
                        <a:pt x="4298" y="4346"/>
                        <a:pt x="4244" y="4350"/>
                        <a:pt x="4187" y="4357"/>
                      </a:cubicBezTo>
                      <a:cubicBezTo>
                        <a:pt x="4143" y="4363"/>
                        <a:pt x="4102" y="4366"/>
                        <a:pt x="4064" y="4366"/>
                      </a:cubicBezTo>
                      <a:cubicBezTo>
                        <a:pt x="3007" y="4366"/>
                        <a:pt x="3753" y="2192"/>
                        <a:pt x="2957" y="1834"/>
                      </a:cubicBezTo>
                      <a:cubicBezTo>
                        <a:pt x="2333" y="1556"/>
                        <a:pt x="2444" y="467"/>
                        <a:pt x="3109" y="7"/>
                      </a:cubicBezTo>
                      <a:cubicBezTo>
                        <a:pt x="3033" y="2"/>
                        <a:pt x="2957" y="0"/>
                        <a:pt x="2881"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9"/>
                <p:cNvSpPr/>
                <p:nvPr/>
              </p:nvSpPr>
              <p:spPr>
                <a:xfrm>
                  <a:off x="-2197600" y="1989338"/>
                  <a:ext cx="205850" cy="207900"/>
                </a:xfrm>
                <a:custGeom>
                  <a:rect b="b" l="l" r="r" t="t"/>
                  <a:pathLst>
                    <a:path extrusionOk="0" h="8316" w="8234">
                      <a:moveTo>
                        <a:pt x="8150" y="4500"/>
                      </a:moveTo>
                      <a:cubicBezTo>
                        <a:pt x="8150" y="4505"/>
                        <a:pt x="8150" y="4512"/>
                        <a:pt x="8149" y="4517"/>
                      </a:cubicBezTo>
                      <a:cubicBezTo>
                        <a:pt x="8149" y="4511"/>
                        <a:pt x="8150" y="4505"/>
                        <a:pt x="8150" y="4500"/>
                      </a:cubicBezTo>
                      <a:close/>
                      <a:moveTo>
                        <a:pt x="8136" y="4636"/>
                      </a:moveTo>
                      <a:cubicBezTo>
                        <a:pt x="8136" y="4637"/>
                        <a:pt x="8135" y="4638"/>
                        <a:pt x="8135" y="4639"/>
                      </a:cubicBezTo>
                      <a:lnTo>
                        <a:pt x="8135" y="4639"/>
                      </a:lnTo>
                      <a:cubicBezTo>
                        <a:pt x="8135" y="4638"/>
                        <a:pt x="8136" y="4637"/>
                        <a:pt x="8136" y="4636"/>
                      </a:cubicBezTo>
                      <a:close/>
                      <a:moveTo>
                        <a:pt x="1080" y="6817"/>
                      </a:moveTo>
                      <a:lnTo>
                        <a:pt x="1080" y="6817"/>
                      </a:lnTo>
                      <a:cubicBezTo>
                        <a:pt x="1081" y="6819"/>
                        <a:pt x="1082" y="6820"/>
                        <a:pt x="1084" y="6822"/>
                      </a:cubicBezTo>
                      <a:cubicBezTo>
                        <a:pt x="1082" y="6821"/>
                        <a:pt x="1081" y="6820"/>
                        <a:pt x="1080" y="6817"/>
                      </a:cubicBezTo>
                      <a:close/>
                      <a:moveTo>
                        <a:pt x="1469" y="7194"/>
                      </a:moveTo>
                      <a:cubicBezTo>
                        <a:pt x="1490" y="7212"/>
                        <a:pt x="1510" y="7229"/>
                        <a:pt x="1531" y="7246"/>
                      </a:cubicBezTo>
                      <a:cubicBezTo>
                        <a:pt x="1509" y="7229"/>
                        <a:pt x="1489" y="7212"/>
                        <a:pt x="1469" y="7194"/>
                      </a:cubicBezTo>
                      <a:close/>
                      <a:moveTo>
                        <a:pt x="1595" y="7297"/>
                      </a:moveTo>
                      <a:lnTo>
                        <a:pt x="1595" y="7297"/>
                      </a:lnTo>
                      <a:cubicBezTo>
                        <a:pt x="1623" y="7318"/>
                        <a:pt x="1651" y="7340"/>
                        <a:pt x="1680" y="7362"/>
                      </a:cubicBezTo>
                      <a:cubicBezTo>
                        <a:pt x="1650" y="7341"/>
                        <a:pt x="1622" y="7319"/>
                        <a:pt x="1595" y="7297"/>
                      </a:cubicBezTo>
                      <a:close/>
                      <a:moveTo>
                        <a:pt x="5632" y="7855"/>
                      </a:moveTo>
                      <a:cubicBezTo>
                        <a:pt x="5566" y="7883"/>
                        <a:pt x="5501" y="7908"/>
                        <a:pt x="5435" y="7930"/>
                      </a:cubicBezTo>
                      <a:cubicBezTo>
                        <a:pt x="5501" y="7906"/>
                        <a:pt x="5566" y="7883"/>
                        <a:pt x="5632" y="7855"/>
                      </a:cubicBezTo>
                      <a:close/>
                      <a:moveTo>
                        <a:pt x="5233" y="7993"/>
                      </a:moveTo>
                      <a:cubicBezTo>
                        <a:pt x="5132" y="8024"/>
                        <a:pt x="5029" y="8049"/>
                        <a:pt x="4925" y="8071"/>
                      </a:cubicBezTo>
                      <a:cubicBezTo>
                        <a:pt x="5028" y="8049"/>
                        <a:pt x="5132" y="8023"/>
                        <a:pt x="5233" y="7993"/>
                      </a:cubicBezTo>
                      <a:close/>
                      <a:moveTo>
                        <a:pt x="4822" y="8091"/>
                      </a:moveTo>
                      <a:cubicBezTo>
                        <a:pt x="4753" y="8105"/>
                        <a:pt x="4683" y="8115"/>
                        <a:pt x="4612" y="8123"/>
                      </a:cubicBezTo>
                      <a:cubicBezTo>
                        <a:pt x="4682" y="8115"/>
                        <a:pt x="4752" y="8105"/>
                        <a:pt x="4822" y="8091"/>
                      </a:cubicBezTo>
                      <a:close/>
                      <a:moveTo>
                        <a:pt x="4097" y="1"/>
                      </a:moveTo>
                      <a:cubicBezTo>
                        <a:pt x="2386" y="1"/>
                        <a:pt x="774" y="1086"/>
                        <a:pt x="212" y="2841"/>
                      </a:cubicBezTo>
                      <a:cubicBezTo>
                        <a:pt x="71" y="3280"/>
                        <a:pt x="11" y="3729"/>
                        <a:pt x="22" y="4170"/>
                      </a:cubicBezTo>
                      <a:cubicBezTo>
                        <a:pt x="1" y="5736"/>
                        <a:pt x="890" y="7240"/>
                        <a:pt x="2366" y="7929"/>
                      </a:cubicBezTo>
                      <a:cubicBezTo>
                        <a:pt x="2930" y="8192"/>
                        <a:pt x="3518" y="8316"/>
                        <a:pt x="4096" y="8316"/>
                      </a:cubicBezTo>
                      <a:cubicBezTo>
                        <a:pt x="5807" y="8316"/>
                        <a:pt x="7419" y="7231"/>
                        <a:pt x="7981" y="5475"/>
                      </a:cubicBezTo>
                      <a:cubicBezTo>
                        <a:pt x="8110" y="5073"/>
                        <a:pt x="8169" y="4663"/>
                        <a:pt x="8169" y="4256"/>
                      </a:cubicBezTo>
                      <a:cubicBezTo>
                        <a:pt x="8234" y="2650"/>
                        <a:pt x="7336" y="1091"/>
                        <a:pt x="5827" y="387"/>
                      </a:cubicBezTo>
                      <a:cubicBezTo>
                        <a:pt x="5264" y="124"/>
                        <a:pt x="4675" y="1"/>
                        <a:pt x="4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9"/>
                <p:cNvSpPr/>
                <p:nvPr/>
              </p:nvSpPr>
              <p:spPr>
                <a:xfrm>
                  <a:off x="-2149900" y="2043388"/>
                  <a:ext cx="109250" cy="95825"/>
                </a:xfrm>
                <a:custGeom>
                  <a:rect b="b" l="l" r="r" t="t"/>
                  <a:pathLst>
                    <a:path extrusionOk="0" h="3833" w="4370">
                      <a:moveTo>
                        <a:pt x="2190" y="0"/>
                      </a:moveTo>
                      <a:cubicBezTo>
                        <a:pt x="1932" y="0"/>
                        <a:pt x="1670" y="52"/>
                        <a:pt x="1419" y="162"/>
                      </a:cubicBezTo>
                      <a:cubicBezTo>
                        <a:pt x="446" y="588"/>
                        <a:pt x="1" y="1718"/>
                        <a:pt x="424" y="2686"/>
                      </a:cubicBezTo>
                      <a:cubicBezTo>
                        <a:pt x="738" y="3404"/>
                        <a:pt x="1441" y="3832"/>
                        <a:pt x="2180" y="3832"/>
                      </a:cubicBezTo>
                      <a:cubicBezTo>
                        <a:pt x="2438" y="3832"/>
                        <a:pt x="2700" y="3780"/>
                        <a:pt x="2951" y="3670"/>
                      </a:cubicBezTo>
                      <a:cubicBezTo>
                        <a:pt x="3924" y="3245"/>
                        <a:pt x="4369" y="2116"/>
                        <a:pt x="3946" y="1147"/>
                      </a:cubicBezTo>
                      <a:cubicBezTo>
                        <a:pt x="3632" y="428"/>
                        <a:pt x="2929" y="0"/>
                        <a:pt x="2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9"/>
                <p:cNvSpPr/>
                <p:nvPr/>
              </p:nvSpPr>
              <p:spPr>
                <a:xfrm>
                  <a:off x="-2107125" y="2079913"/>
                  <a:ext cx="23875" cy="22775"/>
                </a:xfrm>
                <a:custGeom>
                  <a:rect b="b" l="l" r="r" t="t"/>
                  <a:pathLst>
                    <a:path extrusionOk="0" h="911" w="955">
                      <a:moveTo>
                        <a:pt x="478" y="1"/>
                      </a:moveTo>
                      <a:cubicBezTo>
                        <a:pt x="264" y="1"/>
                        <a:pt x="63" y="153"/>
                        <a:pt x="27" y="391"/>
                      </a:cubicBezTo>
                      <a:cubicBezTo>
                        <a:pt x="1" y="560"/>
                        <a:pt x="77" y="735"/>
                        <a:pt x="219" y="830"/>
                      </a:cubicBezTo>
                      <a:cubicBezTo>
                        <a:pt x="300" y="885"/>
                        <a:pt x="390" y="911"/>
                        <a:pt x="477" y="911"/>
                      </a:cubicBezTo>
                      <a:cubicBezTo>
                        <a:pt x="691" y="911"/>
                        <a:pt x="892" y="759"/>
                        <a:pt x="929" y="521"/>
                      </a:cubicBezTo>
                      <a:cubicBezTo>
                        <a:pt x="954" y="351"/>
                        <a:pt x="878" y="177"/>
                        <a:pt x="737" y="81"/>
                      </a:cubicBezTo>
                      <a:cubicBezTo>
                        <a:pt x="655" y="26"/>
                        <a:pt x="565" y="1"/>
                        <a:pt x="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9"/>
                <p:cNvSpPr/>
                <p:nvPr/>
              </p:nvSpPr>
              <p:spPr>
                <a:xfrm>
                  <a:off x="-2146875" y="2271113"/>
                  <a:ext cx="24300" cy="23125"/>
                </a:xfrm>
                <a:custGeom>
                  <a:rect b="b" l="l" r="r" t="t"/>
                  <a:pathLst>
                    <a:path extrusionOk="0" h="925" w="972">
                      <a:moveTo>
                        <a:pt x="468" y="1"/>
                      </a:moveTo>
                      <a:cubicBezTo>
                        <a:pt x="236" y="1"/>
                        <a:pt x="39" y="178"/>
                        <a:pt x="18" y="415"/>
                      </a:cubicBezTo>
                      <a:cubicBezTo>
                        <a:pt x="0" y="611"/>
                        <a:pt x="111" y="788"/>
                        <a:pt x="279" y="867"/>
                      </a:cubicBezTo>
                      <a:lnTo>
                        <a:pt x="279" y="869"/>
                      </a:lnTo>
                      <a:cubicBezTo>
                        <a:pt x="333" y="897"/>
                        <a:pt x="393" y="916"/>
                        <a:pt x="456" y="922"/>
                      </a:cubicBezTo>
                      <a:cubicBezTo>
                        <a:pt x="473" y="924"/>
                        <a:pt x="489" y="925"/>
                        <a:pt x="506" y="925"/>
                      </a:cubicBezTo>
                      <a:cubicBezTo>
                        <a:pt x="742" y="925"/>
                        <a:pt x="941" y="751"/>
                        <a:pt x="957" y="516"/>
                      </a:cubicBezTo>
                      <a:cubicBezTo>
                        <a:pt x="972" y="331"/>
                        <a:pt x="869" y="161"/>
                        <a:pt x="714" y="71"/>
                      </a:cubicBezTo>
                      <a:cubicBezTo>
                        <a:pt x="654" y="34"/>
                        <a:pt x="586" y="9"/>
                        <a:pt x="511" y="3"/>
                      </a:cubicBezTo>
                      <a:cubicBezTo>
                        <a:pt x="497" y="1"/>
                        <a:pt x="482"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9"/>
                <p:cNvSpPr/>
                <p:nvPr/>
              </p:nvSpPr>
              <p:spPr>
                <a:xfrm>
                  <a:off x="-2093700" y="2291263"/>
                  <a:ext cx="24300" cy="23150"/>
                </a:xfrm>
                <a:custGeom>
                  <a:rect b="b" l="l" r="r" t="t"/>
                  <a:pathLst>
                    <a:path extrusionOk="0" h="926" w="972">
                      <a:moveTo>
                        <a:pt x="469" y="1"/>
                      </a:moveTo>
                      <a:cubicBezTo>
                        <a:pt x="236" y="1"/>
                        <a:pt x="39" y="178"/>
                        <a:pt x="18" y="415"/>
                      </a:cubicBezTo>
                      <a:cubicBezTo>
                        <a:pt x="0" y="611"/>
                        <a:pt x="111" y="788"/>
                        <a:pt x="279" y="868"/>
                      </a:cubicBezTo>
                      <a:lnTo>
                        <a:pt x="279" y="869"/>
                      </a:lnTo>
                      <a:cubicBezTo>
                        <a:pt x="333" y="897"/>
                        <a:pt x="393" y="916"/>
                        <a:pt x="456" y="922"/>
                      </a:cubicBezTo>
                      <a:cubicBezTo>
                        <a:pt x="473" y="924"/>
                        <a:pt x="490" y="925"/>
                        <a:pt x="507" y="925"/>
                      </a:cubicBezTo>
                      <a:cubicBezTo>
                        <a:pt x="743" y="925"/>
                        <a:pt x="941" y="751"/>
                        <a:pt x="957" y="517"/>
                      </a:cubicBezTo>
                      <a:cubicBezTo>
                        <a:pt x="972" y="331"/>
                        <a:pt x="870" y="161"/>
                        <a:pt x="714" y="71"/>
                      </a:cubicBezTo>
                      <a:cubicBezTo>
                        <a:pt x="655" y="34"/>
                        <a:pt x="587" y="9"/>
                        <a:pt x="511" y="3"/>
                      </a:cubicBezTo>
                      <a:cubicBezTo>
                        <a:pt x="497" y="2"/>
                        <a:pt x="483"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9"/>
                <p:cNvSpPr/>
                <p:nvPr/>
              </p:nvSpPr>
              <p:spPr>
                <a:xfrm>
                  <a:off x="-2222725" y="2179463"/>
                  <a:ext cx="114350" cy="64025"/>
                </a:xfrm>
                <a:custGeom>
                  <a:rect b="b" l="l" r="r" t="t"/>
                  <a:pathLst>
                    <a:path extrusionOk="0" h="2561" w="4574">
                      <a:moveTo>
                        <a:pt x="355" y="0"/>
                      </a:moveTo>
                      <a:lnTo>
                        <a:pt x="0" y="908"/>
                      </a:lnTo>
                      <a:lnTo>
                        <a:pt x="3360" y="2224"/>
                      </a:lnTo>
                      <a:lnTo>
                        <a:pt x="4010" y="2479"/>
                      </a:lnTo>
                      <a:lnTo>
                        <a:pt x="4217" y="2560"/>
                      </a:lnTo>
                      <a:lnTo>
                        <a:pt x="4573" y="1652"/>
                      </a:lnTo>
                      <a:lnTo>
                        <a:pt x="3807" y="1352"/>
                      </a:lnTo>
                      <a:lnTo>
                        <a:pt x="3596" y="1269"/>
                      </a:lnTo>
                      <a:lnTo>
                        <a:pt x="1863" y="591"/>
                      </a:lnTo>
                      <a:lnTo>
                        <a:pt x="1545" y="466"/>
                      </a:lnTo>
                      <a:lnTo>
                        <a:pt x="3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859" name="Shape 859"/>
        <p:cNvGrpSpPr/>
        <p:nvPr/>
      </p:nvGrpSpPr>
      <p:grpSpPr>
        <a:xfrm>
          <a:off x="0" y="0"/>
          <a:ext cx="0" cy="0"/>
          <a:chOff x="0" y="0"/>
          <a:chExt cx="0" cy="0"/>
        </a:xfrm>
      </p:grpSpPr>
      <p:sp>
        <p:nvSpPr>
          <p:cNvPr id="860" name="Google Shape;860;p10"/>
          <p:cNvSpPr/>
          <p:nvPr>
            <p:ph idx="2" type="pic"/>
          </p:nvPr>
        </p:nvSpPr>
        <p:spPr>
          <a:xfrm>
            <a:off x="0" y="0"/>
            <a:ext cx="9149400" cy="5143500"/>
          </a:xfrm>
          <a:prstGeom prst="rect">
            <a:avLst/>
          </a:prstGeom>
          <a:noFill/>
          <a:ln>
            <a:noFill/>
          </a:ln>
        </p:spPr>
      </p:sp>
      <p:sp>
        <p:nvSpPr>
          <p:cNvPr id="861" name="Google Shape;861;p10"/>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rtl="0" algn="ctr">
              <a:spcBef>
                <a:spcPts val="0"/>
              </a:spcBef>
              <a:spcAft>
                <a:spcPts val="0"/>
              </a:spcAft>
              <a:buSzPts val="2200"/>
              <a:buNone/>
              <a:defRPr sz="2200">
                <a:solidFill>
                  <a:schemeClr val="lt1"/>
                </a:solidFill>
              </a:defRPr>
            </a:lvl1pPr>
            <a:lvl2pPr lvl="1" rtl="0" algn="ctr">
              <a:spcBef>
                <a:spcPts val="0"/>
              </a:spcBef>
              <a:spcAft>
                <a:spcPts val="0"/>
              </a:spcAft>
              <a:buSzPts val="2200"/>
              <a:buFont typeface="Coiny"/>
              <a:buNone/>
              <a:defRPr sz="2200">
                <a:latin typeface="Coiny"/>
                <a:ea typeface="Coiny"/>
                <a:cs typeface="Coiny"/>
                <a:sym typeface="Coiny"/>
              </a:defRPr>
            </a:lvl2pPr>
            <a:lvl3pPr lvl="2" rtl="0" algn="ctr">
              <a:spcBef>
                <a:spcPts val="0"/>
              </a:spcBef>
              <a:spcAft>
                <a:spcPts val="0"/>
              </a:spcAft>
              <a:buSzPts val="2200"/>
              <a:buFont typeface="Coiny"/>
              <a:buNone/>
              <a:defRPr sz="2200">
                <a:latin typeface="Coiny"/>
                <a:ea typeface="Coiny"/>
                <a:cs typeface="Coiny"/>
                <a:sym typeface="Coiny"/>
              </a:defRPr>
            </a:lvl3pPr>
            <a:lvl4pPr lvl="3" rtl="0" algn="ctr">
              <a:spcBef>
                <a:spcPts val="0"/>
              </a:spcBef>
              <a:spcAft>
                <a:spcPts val="0"/>
              </a:spcAft>
              <a:buSzPts val="2200"/>
              <a:buFont typeface="Coiny"/>
              <a:buNone/>
              <a:defRPr sz="2200">
                <a:latin typeface="Coiny"/>
                <a:ea typeface="Coiny"/>
                <a:cs typeface="Coiny"/>
                <a:sym typeface="Coiny"/>
              </a:defRPr>
            </a:lvl4pPr>
            <a:lvl5pPr lvl="4" rtl="0" algn="ctr">
              <a:spcBef>
                <a:spcPts val="0"/>
              </a:spcBef>
              <a:spcAft>
                <a:spcPts val="0"/>
              </a:spcAft>
              <a:buSzPts val="2200"/>
              <a:buFont typeface="Coiny"/>
              <a:buNone/>
              <a:defRPr sz="2200">
                <a:latin typeface="Coiny"/>
                <a:ea typeface="Coiny"/>
                <a:cs typeface="Coiny"/>
                <a:sym typeface="Coiny"/>
              </a:defRPr>
            </a:lvl5pPr>
            <a:lvl6pPr lvl="5" rtl="0" algn="ctr">
              <a:spcBef>
                <a:spcPts val="0"/>
              </a:spcBef>
              <a:spcAft>
                <a:spcPts val="0"/>
              </a:spcAft>
              <a:buSzPts val="2200"/>
              <a:buFont typeface="Coiny"/>
              <a:buNone/>
              <a:defRPr sz="2200">
                <a:latin typeface="Coiny"/>
                <a:ea typeface="Coiny"/>
                <a:cs typeface="Coiny"/>
                <a:sym typeface="Coiny"/>
              </a:defRPr>
            </a:lvl6pPr>
            <a:lvl7pPr lvl="6" rtl="0" algn="ctr">
              <a:spcBef>
                <a:spcPts val="0"/>
              </a:spcBef>
              <a:spcAft>
                <a:spcPts val="0"/>
              </a:spcAft>
              <a:buSzPts val="2200"/>
              <a:buFont typeface="Coiny"/>
              <a:buNone/>
              <a:defRPr sz="2200">
                <a:latin typeface="Coiny"/>
                <a:ea typeface="Coiny"/>
                <a:cs typeface="Coiny"/>
                <a:sym typeface="Coiny"/>
              </a:defRPr>
            </a:lvl7pPr>
            <a:lvl8pPr lvl="7" rtl="0" algn="ctr">
              <a:spcBef>
                <a:spcPts val="0"/>
              </a:spcBef>
              <a:spcAft>
                <a:spcPts val="0"/>
              </a:spcAft>
              <a:buSzPts val="2200"/>
              <a:buFont typeface="Coiny"/>
              <a:buNone/>
              <a:defRPr sz="2200">
                <a:latin typeface="Coiny"/>
                <a:ea typeface="Coiny"/>
                <a:cs typeface="Coiny"/>
                <a:sym typeface="Coiny"/>
              </a:defRPr>
            </a:lvl8pPr>
            <a:lvl9pPr lvl="8" rtl="0" algn="ctr">
              <a:spcBef>
                <a:spcPts val="0"/>
              </a:spcBef>
              <a:spcAft>
                <a:spcPts val="0"/>
              </a:spcAft>
              <a:buSzPts val="2200"/>
              <a:buFont typeface="Coiny"/>
              <a:buNone/>
              <a:defRPr sz="2200">
                <a:latin typeface="Coiny"/>
                <a:ea typeface="Coiny"/>
                <a:cs typeface="Coiny"/>
                <a:sym typeface="Coiny"/>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862" name="Shape 862"/>
        <p:cNvGrpSpPr/>
        <p:nvPr/>
      </p:nvGrpSpPr>
      <p:grpSpPr>
        <a:xfrm>
          <a:off x="0" y="0"/>
          <a:ext cx="0" cy="0"/>
          <a:chOff x="0" y="0"/>
          <a:chExt cx="0" cy="0"/>
        </a:xfrm>
      </p:grpSpPr>
      <p:sp>
        <p:nvSpPr>
          <p:cNvPr id="863" name="Google Shape;863;p11"/>
          <p:cNvSpPr txBox="1"/>
          <p:nvPr>
            <p:ph hasCustomPrompt="1" type="title"/>
          </p:nvPr>
        </p:nvSpPr>
        <p:spPr>
          <a:xfrm>
            <a:off x="1211539" y="1787300"/>
            <a:ext cx="6720900" cy="12216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7000">
                <a:solidFill>
                  <a:schemeClr val="accent3"/>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864" name="Google Shape;864;p11"/>
          <p:cNvSpPr txBox="1"/>
          <p:nvPr>
            <p:ph idx="1" type="subTitle"/>
          </p:nvPr>
        </p:nvSpPr>
        <p:spPr>
          <a:xfrm>
            <a:off x="1211539" y="3008950"/>
            <a:ext cx="67209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865" name="Google Shape;865;p11"/>
          <p:cNvGrpSpPr/>
          <p:nvPr/>
        </p:nvGrpSpPr>
        <p:grpSpPr>
          <a:xfrm>
            <a:off x="213847" y="102639"/>
            <a:ext cx="8784101" cy="4871990"/>
            <a:chOff x="213847" y="102639"/>
            <a:chExt cx="8784101" cy="4871990"/>
          </a:xfrm>
        </p:grpSpPr>
        <p:grpSp>
          <p:nvGrpSpPr>
            <p:cNvPr id="866" name="Google Shape;866;p11"/>
            <p:cNvGrpSpPr/>
            <p:nvPr/>
          </p:nvGrpSpPr>
          <p:grpSpPr>
            <a:xfrm>
              <a:off x="7495905" y="189348"/>
              <a:ext cx="1274016" cy="1083408"/>
              <a:chOff x="2880571" y="194363"/>
              <a:chExt cx="650041" cy="552788"/>
            </a:xfrm>
          </p:grpSpPr>
          <p:sp>
            <p:nvSpPr>
              <p:cNvPr id="867" name="Google Shape;867;p11"/>
              <p:cNvSpPr/>
              <p:nvPr/>
            </p:nvSpPr>
            <p:spPr>
              <a:xfrm>
                <a:off x="2880571" y="194363"/>
                <a:ext cx="648725" cy="551800"/>
              </a:xfrm>
              <a:custGeom>
                <a:rect b="b" l="l" r="r" t="t"/>
                <a:pathLst>
                  <a:path extrusionOk="0" h="22072" w="25949">
                    <a:moveTo>
                      <a:pt x="14372" y="1"/>
                    </a:moveTo>
                    <a:cubicBezTo>
                      <a:pt x="11516" y="1"/>
                      <a:pt x="8653" y="1093"/>
                      <a:pt x="6502" y="3555"/>
                    </a:cubicBezTo>
                    <a:cubicBezTo>
                      <a:pt x="0" y="10327"/>
                      <a:pt x="5289" y="22072"/>
                      <a:pt x="14402" y="22072"/>
                    </a:cubicBezTo>
                    <a:cubicBezTo>
                      <a:pt x="14703" y="22072"/>
                      <a:pt x="15008" y="22059"/>
                      <a:pt x="15316" y="22033"/>
                    </a:cubicBezTo>
                    <a:cubicBezTo>
                      <a:pt x="20809" y="21806"/>
                      <a:pt x="25536" y="17001"/>
                      <a:pt x="25684" y="11509"/>
                    </a:cubicBezTo>
                    <a:cubicBezTo>
                      <a:pt x="25855" y="11340"/>
                      <a:pt x="25949" y="11241"/>
                      <a:pt x="25949" y="11241"/>
                    </a:cubicBezTo>
                    <a:cubicBezTo>
                      <a:pt x="25949" y="11241"/>
                      <a:pt x="25860" y="11147"/>
                      <a:pt x="25696" y="10985"/>
                    </a:cubicBezTo>
                    <a:cubicBezTo>
                      <a:pt x="25831" y="4414"/>
                      <a:pt x="20114" y="1"/>
                      <a:pt x="14372" y="1"/>
                    </a:cubicBezTo>
                    <a:close/>
                  </a:path>
                </a:pathLst>
              </a:custGeom>
              <a:solidFill>
                <a:schemeClr val="accent4"/>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11"/>
              <p:cNvSpPr/>
              <p:nvPr/>
            </p:nvSpPr>
            <p:spPr>
              <a:xfrm>
                <a:off x="2972013" y="194875"/>
                <a:ext cx="552275" cy="552275"/>
              </a:xfrm>
              <a:custGeom>
                <a:rect b="b" l="l" r="r" t="t"/>
                <a:pathLst>
                  <a:path extrusionOk="0" h="22091" w="22091">
                    <a:moveTo>
                      <a:pt x="11046" y="1"/>
                    </a:moveTo>
                    <a:cubicBezTo>
                      <a:pt x="8116" y="1"/>
                      <a:pt x="5307" y="1165"/>
                      <a:pt x="3236" y="3236"/>
                    </a:cubicBezTo>
                    <a:cubicBezTo>
                      <a:pt x="1165" y="5307"/>
                      <a:pt x="1" y="8116"/>
                      <a:pt x="1" y="11045"/>
                    </a:cubicBezTo>
                    <a:cubicBezTo>
                      <a:pt x="1" y="13975"/>
                      <a:pt x="1165" y="16784"/>
                      <a:pt x="3236" y="18855"/>
                    </a:cubicBezTo>
                    <a:cubicBezTo>
                      <a:pt x="5307" y="20926"/>
                      <a:pt x="8116" y="22090"/>
                      <a:pt x="11046" y="22090"/>
                    </a:cubicBezTo>
                    <a:cubicBezTo>
                      <a:pt x="13975" y="22090"/>
                      <a:pt x="16784" y="20926"/>
                      <a:pt x="18856" y="18855"/>
                    </a:cubicBezTo>
                    <a:cubicBezTo>
                      <a:pt x="20928" y="16784"/>
                      <a:pt x="22091" y="13975"/>
                      <a:pt x="22091" y="11045"/>
                    </a:cubicBezTo>
                    <a:cubicBezTo>
                      <a:pt x="22091" y="8116"/>
                      <a:pt x="20928" y="5307"/>
                      <a:pt x="18856" y="3236"/>
                    </a:cubicBezTo>
                    <a:cubicBezTo>
                      <a:pt x="16784" y="1165"/>
                      <a:pt x="13975" y="1"/>
                      <a:pt x="110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11"/>
              <p:cNvSpPr/>
              <p:nvPr/>
            </p:nvSpPr>
            <p:spPr>
              <a:xfrm>
                <a:off x="2985188" y="342975"/>
                <a:ext cx="281225" cy="129125"/>
              </a:xfrm>
              <a:custGeom>
                <a:rect b="b" l="l" r="r" t="t"/>
                <a:pathLst>
                  <a:path extrusionOk="0" h="5165" w="11249">
                    <a:moveTo>
                      <a:pt x="730" y="0"/>
                    </a:moveTo>
                    <a:cubicBezTo>
                      <a:pt x="437" y="553"/>
                      <a:pt x="191" y="1138"/>
                      <a:pt x="0" y="1743"/>
                    </a:cubicBezTo>
                    <a:cubicBezTo>
                      <a:pt x="2739" y="3889"/>
                      <a:pt x="6187" y="5164"/>
                      <a:pt x="9935" y="5164"/>
                    </a:cubicBezTo>
                    <a:cubicBezTo>
                      <a:pt x="9999" y="5164"/>
                      <a:pt x="10061" y="5164"/>
                      <a:pt x="10126" y="5161"/>
                    </a:cubicBezTo>
                    <a:lnTo>
                      <a:pt x="10179" y="5161"/>
                    </a:lnTo>
                    <a:cubicBezTo>
                      <a:pt x="10243" y="5161"/>
                      <a:pt x="10312" y="5159"/>
                      <a:pt x="10379" y="5159"/>
                    </a:cubicBezTo>
                    <a:cubicBezTo>
                      <a:pt x="10385" y="5156"/>
                      <a:pt x="10394" y="5156"/>
                      <a:pt x="10403" y="5156"/>
                    </a:cubicBezTo>
                    <a:lnTo>
                      <a:pt x="10464" y="5156"/>
                    </a:lnTo>
                    <a:cubicBezTo>
                      <a:pt x="10472" y="5154"/>
                      <a:pt x="10478" y="5154"/>
                      <a:pt x="10487" y="5154"/>
                    </a:cubicBezTo>
                    <a:lnTo>
                      <a:pt x="10540" y="5154"/>
                    </a:lnTo>
                    <a:cubicBezTo>
                      <a:pt x="10542" y="5152"/>
                      <a:pt x="10543" y="5152"/>
                      <a:pt x="10545" y="5152"/>
                    </a:cubicBezTo>
                    <a:cubicBezTo>
                      <a:pt x="10547" y="5152"/>
                      <a:pt x="10549" y="5152"/>
                      <a:pt x="10552" y="5154"/>
                    </a:cubicBezTo>
                    <a:cubicBezTo>
                      <a:pt x="10559" y="5151"/>
                      <a:pt x="10568" y="5151"/>
                      <a:pt x="10577" y="5151"/>
                    </a:cubicBezTo>
                    <a:lnTo>
                      <a:pt x="10604" y="5151"/>
                    </a:lnTo>
                    <a:cubicBezTo>
                      <a:pt x="10604" y="5150"/>
                      <a:pt x="10605" y="5149"/>
                      <a:pt x="10606" y="5149"/>
                    </a:cubicBezTo>
                    <a:cubicBezTo>
                      <a:pt x="10608" y="5149"/>
                      <a:pt x="10609" y="5150"/>
                      <a:pt x="10611" y="5151"/>
                    </a:cubicBezTo>
                    <a:cubicBezTo>
                      <a:pt x="10616" y="5149"/>
                      <a:pt x="10622" y="5149"/>
                      <a:pt x="10629" y="5149"/>
                    </a:cubicBezTo>
                    <a:lnTo>
                      <a:pt x="10644" y="5149"/>
                    </a:lnTo>
                    <a:cubicBezTo>
                      <a:pt x="10660" y="5149"/>
                      <a:pt x="10675" y="5146"/>
                      <a:pt x="10694" y="5146"/>
                    </a:cubicBezTo>
                    <a:lnTo>
                      <a:pt x="10702" y="5146"/>
                    </a:lnTo>
                    <a:cubicBezTo>
                      <a:pt x="10882" y="5135"/>
                      <a:pt x="11067" y="5124"/>
                      <a:pt x="11249" y="5109"/>
                    </a:cubicBezTo>
                    <a:cubicBezTo>
                      <a:pt x="11148" y="5099"/>
                      <a:pt x="11042" y="5091"/>
                      <a:pt x="10939" y="5071"/>
                    </a:cubicBezTo>
                    <a:cubicBezTo>
                      <a:pt x="10914" y="5071"/>
                      <a:pt x="10894" y="5067"/>
                      <a:pt x="10872" y="5065"/>
                    </a:cubicBezTo>
                    <a:cubicBezTo>
                      <a:pt x="10808" y="5062"/>
                      <a:pt x="10747" y="5053"/>
                      <a:pt x="10685" y="5047"/>
                    </a:cubicBezTo>
                    <a:lnTo>
                      <a:pt x="10682" y="5047"/>
                    </a:lnTo>
                    <a:cubicBezTo>
                      <a:pt x="10661" y="5045"/>
                      <a:pt x="10640" y="5040"/>
                      <a:pt x="10618" y="5037"/>
                    </a:cubicBezTo>
                    <a:cubicBezTo>
                      <a:pt x="10609" y="5037"/>
                      <a:pt x="10603" y="5037"/>
                      <a:pt x="10597" y="5035"/>
                    </a:cubicBezTo>
                    <a:lnTo>
                      <a:pt x="10581" y="5035"/>
                    </a:lnTo>
                    <a:cubicBezTo>
                      <a:pt x="10572" y="5035"/>
                      <a:pt x="10566" y="5032"/>
                      <a:pt x="10558" y="5032"/>
                    </a:cubicBezTo>
                    <a:lnTo>
                      <a:pt x="10546" y="5032"/>
                    </a:lnTo>
                    <a:cubicBezTo>
                      <a:pt x="10541" y="5030"/>
                      <a:pt x="10535" y="5030"/>
                      <a:pt x="10528" y="5030"/>
                    </a:cubicBezTo>
                    <a:cubicBezTo>
                      <a:pt x="10519" y="5027"/>
                      <a:pt x="10510" y="5027"/>
                      <a:pt x="10501" y="5027"/>
                    </a:cubicBezTo>
                    <a:lnTo>
                      <a:pt x="10499" y="5027"/>
                    </a:lnTo>
                    <a:cubicBezTo>
                      <a:pt x="10492" y="5025"/>
                      <a:pt x="10485" y="5025"/>
                      <a:pt x="10483" y="5025"/>
                    </a:cubicBezTo>
                    <a:lnTo>
                      <a:pt x="10477" y="5025"/>
                    </a:lnTo>
                    <a:cubicBezTo>
                      <a:pt x="10464" y="5021"/>
                      <a:pt x="10452" y="5021"/>
                      <a:pt x="10443" y="5019"/>
                    </a:cubicBezTo>
                    <a:cubicBezTo>
                      <a:pt x="10434" y="5019"/>
                      <a:pt x="10425" y="5019"/>
                      <a:pt x="10418" y="5016"/>
                    </a:cubicBezTo>
                    <a:cubicBezTo>
                      <a:pt x="10406" y="5016"/>
                      <a:pt x="10396" y="5014"/>
                      <a:pt x="10387" y="5014"/>
                    </a:cubicBezTo>
                    <a:cubicBezTo>
                      <a:pt x="10381" y="5014"/>
                      <a:pt x="10377" y="5011"/>
                      <a:pt x="10375" y="5011"/>
                    </a:cubicBezTo>
                    <a:cubicBezTo>
                      <a:pt x="10319" y="5004"/>
                      <a:pt x="10263" y="4995"/>
                      <a:pt x="10209" y="4986"/>
                    </a:cubicBezTo>
                    <a:lnTo>
                      <a:pt x="10190" y="4986"/>
                    </a:lnTo>
                    <a:cubicBezTo>
                      <a:pt x="6474" y="4439"/>
                      <a:pt x="3170" y="2628"/>
                      <a:pt x="7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11"/>
              <p:cNvSpPr/>
              <p:nvPr/>
            </p:nvSpPr>
            <p:spPr>
              <a:xfrm>
                <a:off x="3229863" y="470125"/>
                <a:ext cx="281325" cy="128825"/>
              </a:xfrm>
              <a:custGeom>
                <a:rect b="b" l="l" r="r" t="t"/>
                <a:pathLst>
                  <a:path extrusionOk="0" h="5153" w="11253">
                    <a:moveTo>
                      <a:pt x="1352" y="1"/>
                    </a:moveTo>
                    <a:cubicBezTo>
                      <a:pt x="1338" y="1"/>
                      <a:pt x="1325" y="1"/>
                      <a:pt x="1311" y="1"/>
                    </a:cubicBezTo>
                    <a:lnTo>
                      <a:pt x="1151" y="1"/>
                    </a:lnTo>
                    <a:cubicBezTo>
                      <a:pt x="1124" y="1"/>
                      <a:pt x="1095" y="3"/>
                      <a:pt x="1069" y="3"/>
                    </a:cubicBezTo>
                    <a:cubicBezTo>
                      <a:pt x="1003" y="3"/>
                      <a:pt x="939" y="6"/>
                      <a:pt x="871" y="6"/>
                    </a:cubicBezTo>
                    <a:cubicBezTo>
                      <a:pt x="862" y="6"/>
                      <a:pt x="853" y="6"/>
                      <a:pt x="845" y="8"/>
                    </a:cubicBezTo>
                    <a:lnTo>
                      <a:pt x="786" y="8"/>
                    </a:lnTo>
                    <a:cubicBezTo>
                      <a:pt x="780" y="8"/>
                      <a:pt x="770" y="8"/>
                      <a:pt x="762" y="11"/>
                    </a:cubicBezTo>
                    <a:cubicBezTo>
                      <a:pt x="761" y="10"/>
                      <a:pt x="760" y="10"/>
                      <a:pt x="758" y="10"/>
                    </a:cubicBezTo>
                    <a:cubicBezTo>
                      <a:pt x="755" y="10"/>
                      <a:pt x="751" y="11"/>
                      <a:pt x="747" y="11"/>
                    </a:cubicBezTo>
                    <a:cubicBezTo>
                      <a:pt x="745" y="12"/>
                      <a:pt x="744" y="12"/>
                      <a:pt x="743" y="12"/>
                    </a:cubicBezTo>
                    <a:cubicBezTo>
                      <a:pt x="741" y="12"/>
                      <a:pt x="739" y="11"/>
                      <a:pt x="739" y="11"/>
                    </a:cubicBezTo>
                    <a:lnTo>
                      <a:pt x="697" y="11"/>
                    </a:lnTo>
                    <a:cubicBezTo>
                      <a:pt x="691" y="11"/>
                      <a:pt x="682" y="11"/>
                      <a:pt x="672" y="13"/>
                    </a:cubicBezTo>
                    <a:lnTo>
                      <a:pt x="639" y="13"/>
                    </a:lnTo>
                    <a:cubicBezTo>
                      <a:pt x="634" y="13"/>
                      <a:pt x="628" y="13"/>
                      <a:pt x="621" y="16"/>
                    </a:cubicBezTo>
                    <a:cubicBezTo>
                      <a:pt x="621" y="16"/>
                      <a:pt x="619" y="15"/>
                      <a:pt x="618" y="15"/>
                    </a:cubicBezTo>
                    <a:cubicBezTo>
                      <a:pt x="617" y="15"/>
                      <a:pt x="616" y="15"/>
                      <a:pt x="615" y="16"/>
                    </a:cubicBezTo>
                    <a:cubicBezTo>
                      <a:pt x="597" y="16"/>
                      <a:pt x="578" y="16"/>
                      <a:pt x="557" y="18"/>
                    </a:cubicBezTo>
                    <a:lnTo>
                      <a:pt x="554" y="18"/>
                    </a:lnTo>
                    <a:cubicBezTo>
                      <a:pt x="370" y="25"/>
                      <a:pt x="185" y="37"/>
                      <a:pt x="0" y="52"/>
                    </a:cubicBezTo>
                    <a:cubicBezTo>
                      <a:pt x="114" y="61"/>
                      <a:pt x="228" y="70"/>
                      <a:pt x="339" y="83"/>
                    </a:cubicBezTo>
                    <a:cubicBezTo>
                      <a:pt x="354" y="87"/>
                      <a:pt x="368" y="87"/>
                      <a:pt x="381" y="90"/>
                    </a:cubicBezTo>
                    <a:cubicBezTo>
                      <a:pt x="443" y="95"/>
                      <a:pt x="504" y="101"/>
                      <a:pt x="566" y="107"/>
                    </a:cubicBezTo>
                    <a:lnTo>
                      <a:pt x="568" y="110"/>
                    </a:lnTo>
                    <a:cubicBezTo>
                      <a:pt x="590" y="110"/>
                      <a:pt x="610" y="114"/>
                      <a:pt x="633" y="116"/>
                    </a:cubicBezTo>
                    <a:cubicBezTo>
                      <a:pt x="639" y="116"/>
                      <a:pt x="649" y="116"/>
                      <a:pt x="655" y="120"/>
                    </a:cubicBezTo>
                    <a:lnTo>
                      <a:pt x="667" y="120"/>
                    </a:lnTo>
                    <a:cubicBezTo>
                      <a:pt x="674" y="120"/>
                      <a:pt x="683" y="122"/>
                      <a:pt x="692" y="122"/>
                    </a:cubicBezTo>
                    <a:lnTo>
                      <a:pt x="701" y="122"/>
                    </a:lnTo>
                    <a:cubicBezTo>
                      <a:pt x="707" y="125"/>
                      <a:pt x="714" y="125"/>
                      <a:pt x="723" y="125"/>
                    </a:cubicBezTo>
                    <a:cubicBezTo>
                      <a:pt x="729" y="127"/>
                      <a:pt x="738" y="127"/>
                      <a:pt x="748" y="127"/>
                    </a:cubicBezTo>
                    <a:lnTo>
                      <a:pt x="754" y="127"/>
                    </a:lnTo>
                    <a:cubicBezTo>
                      <a:pt x="758" y="130"/>
                      <a:pt x="760" y="130"/>
                      <a:pt x="767" y="130"/>
                    </a:cubicBezTo>
                    <a:lnTo>
                      <a:pt x="776" y="130"/>
                    </a:lnTo>
                    <a:cubicBezTo>
                      <a:pt x="785" y="133"/>
                      <a:pt x="796" y="133"/>
                      <a:pt x="810" y="136"/>
                    </a:cubicBezTo>
                    <a:cubicBezTo>
                      <a:pt x="816" y="136"/>
                      <a:pt x="822" y="136"/>
                      <a:pt x="831" y="139"/>
                    </a:cubicBezTo>
                    <a:cubicBezTo>
                      <a:pt x="841" y="139"/>
                      <a:pt x="852" y="141"/>
                      <a:pt x="865" y="141"/>
                    </a:cubicBezTo>
                    <a:cubicBezTo>
                      <a:pt x="867" y="144"/>
                      <a:pt x="871" y="144"/>
                      <a:pt x="874" y="144"/>
                    </a:cubicBezTo>
                    <a:cubicBezTo>
                      <a:pt x="929" y="151"/>
                      <a:pt x="987" y="160"/>
                      <a:pt x="1043" y="168"/>
                    </a:cubicBezTo>
                    <a:cubicBezTo>
                      <a:pt x="1049" y="168"/>
                      <a:pt x="1058" y="168"/>
                      <a:pt x="1064" y="171"/>
                    </a:cubicBezTo>
                    <a:cubicBezTo>
                      <a:pt x="4782" y="718"/>
                      <a:pt x="8085" y="2531"/>
                      <a:pt x="10523" y="5153"/>
                    </a:cubicBezTo>
                    <a:cubicBezTo>
                      <a:pt x="10812" y="4599"/>
                      <a:pt x="11058" y="4017"/>
                      <a:pt x="11252" y="3413"/>
                    </a:cubicBezTo>
                    <a:cubicBezTo>
                      <a:pt x="8519" y="1275"/>
                      <a:pt x="5086" y="1"/>
                      <a:pt x="13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11"/>
              <p:cNvSpPr/>
              <p:nvPr/>
            </p:nvSpPr>
            <p:spPr>
              <a:xfrm>
                <a:off x="3247238" y="208025"/>
                <a:ext cx="128900" cy="281250"/>
              </a:xfrm>
              <a:custGeom>
                <a:rect b="b" l="l" r="r" t="t"/>
                <a:pathLst>
                  <a:path extrusionOk="0" h="11250" w="5156">
                    <a:moveTo>
                      <a:pt x="3421" y="1"/>
                    </a:moveTo>
                    <a:cubicBezTo>
                      <a:pt x="1276" y="2742"/>
                      <a:pt x="0" y="6191"/>
                      <a:pt x="0" y="9938"/>
                    </a:cubicBezTo>
                    <a:cubicBezTo>
                      <a:pt x="0" y="10002"/>
                      <a:pt x="0" y="10064"/>
                      <a:pt x="2" y="10129"/>
                    </a:cubicBezTo>
                    <a:lnTo>
                      <a:pt x="2" y="10180"/>
                    </a:lnTo>
                    <a:cubicBezTo>
                      <a:pt x="2" y="10244"/>
                      <a:pt x="5" y="10309"/>
                      <a:pt x="5" y="10377"/>
                    </a:cubicBezTo>
                    <a:cubicBezTo>
                      <a:pt x="7" y="10386"/>
                      <a:pt x="7" y="10394"/>
                      <a:pt x="7" y="10403"/>
                    </a:cubicBezTo>
                    <a:lnTo>
                      <a:pt x="7" y="10419"/>
                    </a:lnTo>
                    <a:lnTo>
                      <a:pt x="7" y="10425"/>
                    </a:lnTo>
                    <a:lnTo>
                      <a:pt x="7" y="10463"/>
                    </a:lnTo>
                    <a:cubicBezTo>
                      <a:pt x="10" y="10469"/>
                      <a:pt x="10" y="10479"/>
                      <a:pt x="10" y="10487"/>
                    </a:cubicBezTo>
                    <a:lnTo>
                      <a:pt x="10" y="10536"/>
                    </a:lnTo>
                    <a:cubicBezTo>
                      <a:pt x="12" y="10539"/>
                      <a:pt x="12" y="10546"/>
                      <a:pt x="10" y="10552"/>
                    </a:cubicBezTo>
                    <a:cubicBezTo>
                      <a:pt x="12" y="10558"/>
                      <a:pt x="12" y="10567"/>
                      <a:pt x="12" y="10577"/>
                    </a:cubicBezTo>
                    <a:lnTo>
                      <a:pt x="12" y="10600"/>
                    </a:lnTo>
                    <a:lnTo>
                      <a:pt x="12" y="10608"/>
                    </a:lnTo>
                    <a:cubicBezTo>
                      <a:pt x="15" y="10614"/>
                      <a:pt x="15" y="10620"/>
                      <a:pt x="15" y="10629"/>
                    </a:cubicBezTo>
                    <a:lnTo>
                      <a:pt x="15" y="10642"/>
                    </a:lnTo>
                    <a:cubicBezTo>
                      <a:pt x="15" y="10657"/>
                      <a:pt x="18" y="10677"/>
                      <a:pt x="18" y="10695"/>
                    </a:cubicBezTo>
                    <a:lnTo>
                      <a:pt x="18" y="10697"/>
                    </a:lnTo>
                    <a:lnTo>
                      <a:pt x="18" y="10701"/>
                    </a:lnTo>
                    <a:cubicBezTo>
                      <a:pt x="28" y="10883"/>
                      <a:pt x="39" y="11065"/>
                      <a:pt x="55" y="11250"/>
                    </a:cubicBezTo>
                    <a:cubicBezTo>
                      <a:pt x="64" y="11145"/>
                      <a:pt x="73" y="11044"/>
                      <a:pt x="86" y="10943"/>
                    </a:cubicBezTo>
                    <a:cubicBezTo>
                      <a:pt x="86" y="10918"/>
                      <a:pt x="90" y="10898"/>
                      <a:pt x="93" y="10876"/>
                    </a:cubicBezTo>
                    <a:cubicBezTo>
                      <a:pt x="95" y="10811"/>
                      <a:pt x="104" y="10750"/>
                      <a:pt x="110" y="10688"/>
                    </a:cubicBezTo>
                    <a:lnTo>
                      <a:pt x="110" y="10686"/>
                    </a:lnTo>
                    <a:cubicBezTo>
                      <a:pt x="114" y="10665"/>
                      <a:pt x="117" y="10641"/>
                      <a:pt x="120" y="10619"/>
                    </a:cubicBezTo>
                    <a:cubicBezTo>
                      <a:pt x="120" y="10613"/>
                      <a:pt x="120" y="10604"/>
                      <a:pt x="122" y="10597"/>
                    </a:cubicBezTo>
                    <a:lnTo>
                      <a:pt x="122" y="10590"/>
                    </a:lnTo>
                    <a:lnTo>
                      <a:pt x="122" y="10584"/>
                    </a:lnTo>
                    <a:cubicBezTo>
                      <a:pt x="122" y="10578"/>
                      <a:pt x="125" y="10568"/>
                      <a:pt x="125" y="10559"/>
                    </a:cubicBezTo>
                    <a:lnTo>
                      <a:pt x="125" y="10551"/>
                    </a:lnTo>
                    <a:cubicBezTo>
                      <a:pt x="127" y="10544"/>
                      <a:pt x="127" y="10538"/>
                      <a:pt x="127" y="10528"/>
                    </a:cubicBezTo>
                    <a:cubicBezTo>
                      <a:pt x="130" y="10522"/>
                      <a:pt x="130" y="10513"/>
                      <a:pt x="130" y="10504"/>
                    </a:cubicBezTo>
                    <a:lnTo>
                      <a:pt x="130" y="10501"/>
                    </a:lnTo>
                    <a:cubicBezTo>
                      <a:pt x="132" y="10499"/>
                      <a:pt x="132" y="10492"/>
                      <a:pt x="132" y="10486"/>
                    </a:cubicBezTo>
                    <a:lnTo>
                      <a:pt x="132" y="10477"/>
                    </a:lnTo>
                    <a:cubicBezTo>
                      <a:pt x="136" y="10468"/>
                      <a:pt x="136" y="10456"/>
                      <a:pt x="139" y="10444"/>
                    </a:cubicBezTo>
                    <a:cubicBezTo>
                      <a:pt x="139" y="10438"/>
                      <a:pt x="139" y="10432"/>
                      <a:pt x="141" y="10425"/>
                    </a:cubicBezTo>
                    <a:cubicBezTo>
                      <a:pt x="141" y="10413"/>
                      <a:pt x="144" y="10401"/>
                      <a:pt x="144" y="10388"/>
                    </a:cubicBezTo>
                    <a:cubicBezTo>
                      <a:pt x="144" y="10386"/>
                      <a:pt x="147" y="10382"/>
                      <a:pt x="147" y="10379"/>
                    </a:cubicBezTo>
                    <a:cubicBezTo>
                      <a:pt x="153" y="10324"/>
                      <a:pt x="162" y="10265"/>
                      <a:pt x="171" y="10210"/>
                    </a:cubicBezTo>
                    <a:cubicBezTo>
                      <a:pt x="171" y="10203"/>
                      <a:pt x="171" y="10195"/>
                      <a:pt x="173" y="10188"/>
                    </a:cubicBezTo>
                    <a:cubicBezTo>
                      <a:pt x="720" y="6471"/>
                      <a:pt x="2530" y="3168"/>
                      <a:pt x="5156" y="729"/>
                    </a:cubicBezTo>
                    <a:cubicBezTo>
                      <a:pt x="4603" y="440"/>
                      <a:pt x="4018" y="195"/>
                      <a:pt x="34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11"/>
              <p:cNvSpPr/>
              <p:nvPr/>
            </p:nvSpPr>
            <p:spPr>
              <a:xfrm>
                <a:off x="3120213" y="452775"/>
                <a:ext cx="129050" cy="281225"/>
              </a:xfrm>
              <a:custGeom>
                <a:rect b="b" l="l" r="r" t="t"/>
                <a:pathLst>
                  <a:path extrusionOk="0" h="11249" w="5162">
                    <a:moveTo>
                      <a:pt x="5103" y="0"/>
                    </a:moveTo>
                    <a:cubicBezTo>
                      <a:pt x="5093" y="114"/>
                      <a:pt x="5084" y="227"/>
                      <a:pt x="5072" y="339"/>
                    </a:cubicBezTo>
                    <a:cubicBezTo>
                      <a:pt x="5068" y="354"/>
                      <a:pt x="5068" y="366"/>
                      <a:pt x="5065" y="381"/>
                    </a:cubicBezTo>
                    <a:cubicBezTo>
                      <a:pt x="5059" y="443"/>
                      <a:pt x="5053" y="505"/>
                      <a:pt x="5047" y="563"/>
                    </a:cubicBezTo>
                    <a:cubicBezTo>
                      <a:pt x="5047" y="566"/>
                      <a:pt x="5044" y="566"/>
                      <a:pt x="5044" y="566"/>
                    </a:cubicBezTo>
                    <a:cubicBezTo>
                      <a:pt x="5044" y="588"/>
                      <a:pt x="5041" y="608"/>
                      <a:pt x="5038" y="630"/>
                    </a:cubicBezTo>
                    <a:cubicBezTo>
                      <a:pt x="5038" y="639"/>
                      <a:pt x="5038" y="645"/>
                      <a:pt x="5036" y="652"/>
                    </a:cubicBezTo>
                    <a:lnTo>
                      <a:pt x="5036" y="665"/>
                    </a:lnTo>
                    <a:lnTo>
                      <a:pt x="5036" y="667"/>
                    </a:lnTo>
                    <a:cubicBezTo>
                      <a:pt x="5036" y="676"/>
                      <a:pt x="5033" y="683"/>
                      <a:pt x="5033" y="690"/>
                    </a:cubicBezTo>
                    <a:lnTo>
                      <a:pt x="5033" y="702"/>
                    </a:lnTo>
                    <a:cubicBezTo>
                      <a:pt x="5030" y="707"/>
                      <a:pt x="5030" y="713"/>
                      <a:pt x="5030" y="721"/>
                    </a:cubicBezTo>
                    <a:cubicBezTo>
                      <a:pt x="5027" y="729"/>
                      <a:pt x="5027" y="738"/>
                      <a:pt x="5027" y="748"/>
                    </a:cubicBezTo>
                    <a:lnTo>
                      <a:pt x="5027" y="750"/>
                    </a:lnTo>
                    <a:cubicBezTo>
                      <a:pt x="5025" y="757"/>
                      <a:pt x="5025" y="762"/>
                      <a:pt x="5025" y="765"/>
                    </a:cubicBezTo>
                    <a:lnTo>
                      <a:pt x="5025" y="772"/>
                    </a:lnTo>
                    <a:cubicBezTo>
                      <a:pt x="5021" y="784"/>
                      <a:pt x="5021" y="796"/>
                      <a:pt x="5018" y="805"/>
                    </a:cubicBezTo>
                    <a:cubicBezTo>
                      <a:pt x="5018" y="815"/>
                      <a:pt x="5016" y="824"/>
                      <a:pt x="5016" y="830"/>
                    </a:cubicBezTo>
                    <a:cubicBezTo>
                      <a:pt x="5016" y="842"/>
                      <a:pt x="5014" y="852"/>
                      <a:pt x="5014" y="861"/>
                    </a:cubicBezTo>
                    <a:cubicBezTo>
                      <a:pt x="5014" y="867"/>
                      <a:pt x="5011" y="871"/>
                      <a:pt x="5011" y="873"/>
                    </a:cubicBezTo>
                    <a:cubicBezTo>
                      <a:pt x="5005" y="929"/>
                      <a:pt x="4995" y="985"/>
                      <a:pt x="4986" y="1041"/>
                    </a:cubicBezTo>
                    <a:lnTo>
                      <a:pt x="4986" y="1058"/>
                    </a:lnTo>
                    <a:cubicBezTo>
                      <a:pt x="4439" y="4774"/>
                      <a:pt x="2626" y="8079"/>
                      <a:pt x="1" y="10519"/>
                    </a:cubicBezTo>
                    <a:cubicBezTo>
                      <a:pt x="554" y="10813"/>
                      <a:pt x="1136" y="11057"/>
                      <a:pt x="1740" y="11248"/>
                    </a:cubicBezTo>
                    <a:cubicBezTo>
                      <a:pt x="3886" y="8509"/>
                      <a:pt x="5162" y="5061"/>
                      <a:pt x="5162" y="1314"/>
                    </a:cubicBezTo>
                    <a:lnTo>
                      <a:pt x="5162" y="1154"/>
                    </a:lnTo>
                    <a:cubicBezTo>
                      <a:pt x="5162" y="1125"/>
                      <a:pt x="5159" y="1098"/>
                      <a:pt x="5151" y="1072"/>
                    </a:cubicBezTo>
                    <a:cubicBezTo>
                      <a:pt x="5151" y="1007"/>
                      <a:pt x="5149" y="938"/>
                      <a:pt x="5149" y="871"/>
                    </a:cubicBezTo>
                    <a:cubicBezTo>
                      <a:pt x="5149" y="865"/>
                      <a:pt x="5149" y="856"/>
                      <a:pt x="5146" y="847"/>
                    </a:cubicBezTo>
                    <a:lnTo>
                      <a:pt x="5146" y="785"/>
                    </a:lnTo>
                    <a:cubicBezTo>
                      <a:pt x="5146" y="778"/>
                      <a:pt x="5146" y="772"/>
                      <a:pt x="5144" y="763"/>
                    </a:cubicBezTo>
                    <a:cubicBezTo>
                      <a:pt x="5146" y="760"/>
                      <a:pt x="5144" y="754"/>
                      <a:pt x="5144" y="748"/>
                    </a:cubicBezTo>
                    <a:lnTo>
                      <a:pt x="5144" y="741"/>
                    </a:lnTo>
                    <a:lnTo>
                      <a:pt x="5144" y="698"/>
                    </a:lnTo>
                    <a:cubicBezTo>
                      <a:pt x="5144" y="692"/>
                      <a:pt x="5144" y="686"/>
                      <a:pt x="5141" y="676"/>
                    </a:cubicBezTo>
                    <a:lnTo>
                      <a:pt x="5141" y="636"/>
                    </a:lnTo>
                    <a:cubicBezTo>
                      <a:pt x="5141" y="634"/>
                      <a:pt x="5141" y="628"/>
                      <a:pt x="5139" y="621"/>
                    </a:cubicBezTo>
                    <a:cubicBezTo>
                      <a:pt x="5141" y="619"/>
                      <a:pt x="5141" y="614"/>
                      <a:pt x="5139" y="612"/>
                    </a:cubicBezTo>
                    <a:cubicBezTo>
                      <a:pt x="5139" y="594"/>
                      <a:pt x="5139" y="574"/>
                      <a:pt x="5136" y="557"/>
                    </a:cubicBezTo>
                    <a:lnTo>
                      <a:pt x="5136" y="554"/>
                    </a:lnTo>
                    <a:cubicBezTo>
                      <a:pt x="5130" y="370"/>
                      <a:pt x="5118" y="185"/>
                      <a:pt x="51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11"/>
              <p:cNvSpPr/>
              <p:nvPr/>
            </p:nvSpPr>
            <p:spPr>
              <a:xfrm>
                <a:off x="2972213" y="461625"/>
                <a:ext cx="291600" cy="71800"/>
              </a:xfrm>
              <a:custGeom>
                <a:rect b="b" l="l" r="r" t="t"/>
                <a:pathLst>
                  <a:path extrusionOk="0" h="2872" w="11664">
                    <a:moveTo>
                      <a:pt x="11664" y="0"/>
                    </a:moveTo>
                    <a:lnTo>
                      <a:pt x="11664" y="0"/>
                    </a:lnTo>
                    <a:cubicBezTo>
                      <a:pt x="11574" y="43"/>
                      <a:pt x="11484" y="83"/>
                      <a:pt x="11390" y="127"/>
                    </a:cubicBezTo>
                    <a:cubicBezTo>
                      <a:pt x="11368" y="140"/>
                      <a:pt x="11344" y="152"/>
                      <a:pt x="11319" y="161"/>
                    </a:cubicBezTo>
                    <a:cubicBezTo>
                      <a:pt x="11265" y="186"/>
                      <a:pt x="11205" y="213"/>
                      <a:pt x="11148" y="235"/>
                    </a:cubicBezTo>
                    <a:cubicBezTo>
                      <a:pt x="11148" y="235"/>
                      <a:pt x="11148" y="238"/>
                      <a:pt x="11145" y="238"/>
                    </a:cubicBezTo>
                    <a:cubicBezTo>
                      <a:pt x="11126" y="246"/>
                      <a:pt x="11105" y="255"/>
                      <a:pt x="11084" y="261"/>
                    </a:cubicBezTo>
                    <a:cubicBezTo>
                      <a:pt x="11076" y="269"/>
                      <a:pt x="11068" y="271"/>
                      <a:pt x="11061" y="271"/>
                    </a:cubicBezTo>
                    <a:cubicBezTo>
                      <a:pt x="11058" y="274"/>
                      <a:pt x="11058" y="274"/>
                      <a:pt x="11055" y="274"/>
                    </a:cubicBezTo>
                    <a:cubicBezTo>
                      <a:pt x="11055" y="274"/>
                      <a:pt x="11055" y="276"/>
                      <a:pt x="11053" y="276"/>
                    </a:cubicBezTo>
                    <a:lnTo>
                      <a:pt x="11050" y="276"/>
                    </a:lnTo>
                    <a:cubicBezTo>
                      <a:pt x="11040" y="283"/>
                      <a:pt x="11028" y="286"/>
                      <a:pt x="11019" y="289"/>
                    </a:cubicBezTo>
                    <a:lnTo>
                      <a:pt x="11016" y="289"/>
                    </a:lnTo>
                    <a:cubicBezTo>
                      <a:pt x="11009" y="295"/>
                      <a:pt x="11007" y="295"/>
                      <a:pt x="11001" y="299"/>
                    </a:cubicBezTo>
                    <a:cubicBezTo>
                      <a:pt x="10994" y="301"/>
                      <a:pt x="10986" y="305"/>
                      <a:pt x="10978" y="307"/>
                    </a:cubicBezTo>
                    <a:lnTo>
                      <a:pt x="10976" y="307"/>
                    </a:lnTo>
                    <a:cubicBezTo>
                      <a:pt x="10971" y="311"/>
                      <a:pt x="10965" y="314"/>
                      <a:pt x="10958" y="314"/>
                    </a:cubicBezTo>
                    <a:lnTo>
                      <a:pt x="10958" y="316"/>
                    </a:lnTo>
                    <a:cubicBezTo>
                      <a:pt x="10945" y="322"/>
                      <a:pt x="10931" y="330"/>
                      <a:pt x="10918" y="332"/>
                    </a:cubicBezTo>
                    <a:cubicBezTo>
                      <a:pt x="10913" y="335"/>
                      <a:pt x="10906" y="338"/>
                      <a:pt x="10900" y="341"/>
                    </a:cubicBezTo>
                    <a:cubicBezTo>
                      <a:pt x="10887" y="347"/>
                      <a:pt x="10875" y="350"/>
                      <a:pt x="10863" y="356"/>
                    </a:cubicBezTo>
                    <a:lnTo>
                      <a:pt x="10860" y="356"/>
                    </a:lnTo>
                    <a:cubicBezTo>
                      <a:pt x="10805" y="381"/>
                      <a:pt x="10750" y="403"/>
                      <a:pt x="10698" y="420"/>
                    </a:cubicBezTo>
                    <a:cubicBezTo>
                      <a:pt x="10695" y="424"/>
                      <a:pt x="10691" y="428"/>
                      <a:pt x="10688" y="428"/>
                    </a:cubicBezTo>
                    <a:cubicBezTo>
                      <a:pt x="8765" y="1190"/>
                      <a:pt x="6758" y="1558"/>
                      <a:pt x="4770" y="1558"/>
                    </a:cubicBezTo>
                    <a:cubicBezTo>
                      <a:pt x="3149" y="1558"/>
                      <a:pt x="1541" y="1314"/>
                      <a:pt x="1" y="838"/>
                    </a:cubicBezTo>
                    <a:lnTo>
                      <a:pt x="1" y="838"/>
                    </a:lnTo>
                    <a:cubicBezTo>
                      <a:pt x="29" y="1477"/>
                      <a:pt x="109" y="2105"/>
                      <a:pt x="240" y="2713"/>
                    </a:cubicBezTo>
                    <a:cubicBezTo>
                      <a:pt x="986" y="2818"/>
                      <a:pt x="1740" y="2872"/>
                      <a:pt x="2497" y="2872"/>
                    </a:cubicBezTo>
                    <a:cubicBezTo>
                      <a:pt x="5236" y="2872"/>
                      <a:pt x="8013" y="2174"/>
                      <a:pt x="10555" y="706"/>
                    </a:cubicBezTo>
                    <a:cubicBezTo>
                      <a:pt x="10599" y="681"/>
                      <a:pt x="10645" y="653"/>
                      <a:pt x="10687" y="629"/>
                    </a:cubicBezTo>
                    <a:cubicBezTo>
                      <a:pt x="10714" y="613"/>
                      <a:pt x="10740" y="598"/>
                      <a:pt x="10767" y="582"/>
                    </a:cubicBezTo>
                    <a:cubicBezTo>
                      <a:pt x="10822" y="548"/>
                      <a:pt x="10880" y="515"/>
                      <a:pt x="10936" y="477"/>
                    </a:cubicBezTo>
                    <a:cubicBezTo>
                      <a:pt x="10942" y="475"/>
                      <a:pt x="10945" y="471"/>
                      <a:pt x="10951" y="469"/>
                    </a:cubicBezTo>
                    <a:cubicBezTo>
                      <a:pt x="10961" y="465"/>
                      <a:pt x="10967" y="459"/>
                      <a:pt x="10973" y="455"/>
                    </a:cubicBezTo>
                    <a:cubicBezTo>
                      <a:pt x="10980" y="453"/>
                      <a:pt x="10983" y="449"/>
                      <a:pt x="10987" y="446"/>
                    </a:cubicBezTo>
                    <a:cubicBezTo>
                      <a:pt x="10996" y="443"/>
                      <a:pt x="11002" y="436"/>
                      <a:pt x="11008" y="434"/>
                    </a:cubicBezTo>
                    <a:cubicBezTo>
                      <a:pt x="11013" y="428"/>
                      <a:pt x="11020" y="423"/>
                      <a:pt x="11027" y="420"/>
                    </a:cubicBezTo>
                    <a:cubicBezTo>
                      <a:pt x="11033" y="418"/>
                      <a:pt x="11037" y="414"/>
                      <a:pt x="11039" y="412"/>
                    </a:cubicBezTo>
                    <a:cubicBezTo>
                      <a:pt x="11042" y="412"/>
                      <a:pt x="11045" y="409"/>
                      <a:pt x="11048" y="409"/>
                    </a:cubicBezTo>
                    <a:cubicBezTo>
                      <a:pt x="11055" y="403"/>
                      <a:pt x="11061" y="399"/>
                      <a:pt x="11064" y="397"/>
                    </a:cubicBezTo>
                    <a:cubicBezTo>
                      <a:pt x="11068" y="397"/>
                      <a:pt x="11070" y="397"/>
                      <a:pt x="11070" y="394"/>
                    </a:cubicBezTo>
                    <a:cubicBezTo>
                      <a:pt x="11076" y="389"/>
                      <a:pt x="11080" y="387"/>
                      <a:pt x="11084" y="387"/>
                    </a:cubicBezTo>
                    <a:cubicBezTo>
                      <a:pt x="11092" y="381"/>
                      <a:pt x="11099" y="378"/>
                      <a:pt x="11105" y="372"/>
                    </a:cubicBezTo>
                    <a:cubicBezTo>
                      <a:pt x="11115" y="366"/>
                      <a:pt x="11123" y="363"/>
                      <a:pt x="11130" y="356"/>
                    </a:cubicBezTo>
                    <a:cubicBezTo>
                      <a:pt x="11135" y="352"/>
                      <a:pt x="11141" y="346"/>
                      <a:pt x="11148" y="343"/>
                    </a:cubicBezTo>
                    <a:cubicBezTo>
                      <a:pt x="11152" y="343"/>
                      <a:pt x="11154" y="341"/>
                      <a:pt x="11154" y="341"/>
                    </a:cubicBezTo>
                    <a:cubicBezTo>
                      <a:pt x="11172" y="330"/>
                      <a:pt x="11188" y="320"/>
                      <a:pt x="11203" y="307"/>
                    </a:cubicBezTo>
                    <a:lnTo>
                      <a:pt x="11205" y="307"/>
                    </a:lnTo>
                    <a:cubicBezTo>
                      <a:pt x="11359" y="207"/>
                      <a:pt x="11513" y="105"/>
                      <a:pt x="116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11"/>
              <p:cNvSpPr/>
              <p:nvPr/>
            </p:nvSpPr>
            <p:spPr>
              <a:xfrm>
                <a:off x="3232513" y="408575"/>
                <a:ext cx="291575" cy="71875"/>
              </a:xfrm>
              <a:custGeom>
                <a:rect b="b" l="l" r="r" t="t"/>
                <a:pathLst>
                  <a:path extrusionOk="0" h="2875" w="11663">
                    <a:moveTo>
                      <a:pt x="9164" y="0"/>
                    </a:moveTo>
                    <a:cubicBezTo>
                      <a:pt x="6426" y="0"/>
                      <a:pt x="3649" y="697"/>
                      <a:pt x="1106" y="2166"/>
                    </a:cubicBezTo>
                    <a:cubicBezTo>
                      <a:pt x="1062" y="2191"/>
                      <a:pt x="1022" y="2216"/>
                      <a:pt x="979" y="2243"/>
                    </a:cubicBezTo>
                    <a:cubicBezTo>
                      <a:pt x="948" y="2259"/>
                      <a:pt x="921" y="2277"/>
                      <a:pt x="890" y="2299"/>
                    </a:cubicBezTo>
                    <a:cubicBezTo>
                      <a:pt x="835" y="2328"/>
                      <a:pt x="783" y="2361"/>
                      <a:pt x="728" y="2401"/>
                    </a:cubicBezTo>
                    <a:cubicBezTo>
                      <a:pt x="727" y="2400"/>
                      <a:pt x="725" y="2400"/>
                      <a:pt x="723" y="2400"/>
                    </a:cubicBezTo>
                    <a:cubicBezTo>
                      <a:pt x="717" y="2400"/>
                      <a:pt x="711" y="2405"/>
                      <a:pt x="706" y="2410"/>
                    </a:cubicBezTo>
                    <a:cubicBezTo>
                      <a:pt x="704" y="2410"/>
                      <a:pt x="699" y="2410"/>
                      <a:pt x="697" y="2416"/>
                    </a:cubicBezTo>
                    <a:cubicBezTo>
                      <a:pt x="696" y="2416"/>
                      <a:pt x="695" y="2415"/>
                      <a:pt x="695" y="2415"/>
                    </a:cubicBezTo>
                    <a:cubicBezTo>
                      <a:pt x="693" y="2415"/>
                      <a:pt x="692" y="2418"/>
                      <a:pt x="690" y="2423"/>
                    </a:cubicBezTo>
                    <a:cubicBezTo>
                      <a:pt x="690" y="2421"/>
                      <a:pt x="689" y="2421"/>
                      <a:pt x="688" y="2421"/>
                    </a:cubicBezTo>
                    <a:cubicBezTo>
                      <a:pt x="686" y="2421"/>
                      <a:pt x="683" y="2424"/>
                      <a:pt x="682" y="2426"/>
                    </a:cubicBezTo>
                    <a:cubicBezTo>
                      <a:pt x="673" y="2428"/>
                      <a:pt x="663" y="2434"/>
                      <a:pt x="654" y="2443"/>
                    </a:cubicBezTo>
                    <a:cubicBezTo>
                      <a:pt x="649" y="2443"/>
                      <a:pt x="643" y="2449"/>
                      <a:pt x="636" y="2457"/>
                    </a:cubicBezTo>
                    <a:cubicBezTo>
                      <a:pt x="636" y="2455"/>
                      <a:pt x="635" y="2455"/>
                      <a:pt x="634" y="2455"/>
                    </a:cubicBezTo>
                    <a:cubicBezTo>
                      <a:pt x="631" y="2455"/>
                      <a:pt x="629" y="2457"/>
                      <a:pt x="627" y="2459"/>
                    </a:cubicBezTo>
                    <a:cubicBezTo>
                      <a:pt x="625" y="2459"/>
                      <a:pt x="621" y="2463"/>
                      <a:pt x="618" y="2465"/>
                    </a:cubicBezTo>
                    <a:cubicBezTo>
                      <a:pt x="613" y="2469"/>
                      <a:pt x="607" y="2472"/>
                      <a:pt x="600" y="2478"/>
                    </a:cubicBezTo>
                    <a:cubicBezTo>
                      <a:pt x="596" y="2478"/>
                      <a:pt x="594" y="2478"/>
                      <a:pt x="594" y="2480"/>
                    </a:cubicBezTo>
                    <a:cubicBezTo>
                      <a:pt x="587" y="2480"/>
                      <a:pt x="584" y="2485"/>
                      <a:pt x="581" y="2488"/>
                    </a:cubicBezTo>
                    <a:cubicBezTo>
                      <a:pt x="576" y="2491"/>
                      <a:pt x="569" y="2498"/>
                      <a:pt x="563" y="2500"/>
                    </a:cubicBezTo>
                    <a:cubicBezTo>
                      <a:pt x="554" y="2506"/>
                      <a:pt x="548" y="2509"/>
                      <a:pt x="538" y="2516"/>
                    </a:cubicBezTo>
                    <a:lnTo>
                      <a:pt x="538" y="2519"/>
                    </a:lnTo>
                    <a:lnTo>
                      <a:pt x="535" y="2519"/>
                    </a:lnTo>
                    <a:cubicBezTo>
                      <a:pt x="529" y="2521"/>
                      <a:pt x="527" y="2525"/>
                      <a:pt x="520" y="2527"/>
                    </a:cubicBezTo>
                    <a:cubicBezTo>
                      <a:pt x="518" y="2527"/>
                      <a:pt x="514" y="2531"/>
                      <a:pt x="512" y="2534"/>
                    </a:cubicBezTo>
                    <a:cubicBezTo>
                      <a:pt x="496" y="2542"/>
                      <a:pt x="481" y="2552"/>
                      <a:pt x="465" y="2567"/>
                    </a:cubicBezTo>
                    <a:cubicBezTo>
                      <a:pt x="463" y="2566"/>
                      <a:pt x="461" y="2566"/>
                      <a:pt x="460" y="2566"/>
                    </a:cubicBezTo>
                    <a:cubicBezTo>
                      <a:pt x="459" y="2566"/>
                      <a:pt x="458" y="2566"/>
                      <a:pt x="458" y="2567"/>
                    </a:cubicBezTo>
                    <a:cubicBezTo>
                      <a:pt x="302" y="2668"/>
                      <a:pt x="151" y="2769"/>
                      <a:pt x="1" y="2875"/>
                    </a:cubicBezTo>
                    <a:cubicBezTo>
                      <a:pt x="92" y="2830"/>
                      <a:pt x="184" y="2788"/>
                      <a:pt x="276" y="2748"/>
                    </a:cubicBezTo>
                    <a:cubicBezTo>
                      <a:pt x="297" y="2735"/>
                      <a:pt x="319" y="2726"/>
                      <a:pt x="343" y="2717"/>
                    </a:cubicBezTo>
                    <a:cubicBezTo>
                      <a:pt x="398" y="2690"/>
                      <a:pt x="457" y="2665"/>
                      <a:pt x="515" y="2643"/>
                    </a:cubicBezTo>
                    <a:cubicBezTo>
                      <a:pt x="515" y="2643"/>
                      <a:pt x="515" y="2640"/>
                      <a:pt x="518" y="2640"/>
                    </a:cubicBezTo>
                    <a:cubicBezTo>
                      <a:pt x="535" y="2632"/>
                      <a:pt x="554" y="2623"/>
                      <a:pt x="576" y="2617"/>
                    </a:cubicBezTo>
                    <a:cubicBezTo>
                      <a:pt x="582" y="2609"/>
                      <a:pt x="591" y="2607"/>
                      <a:pt x="597" y="2607"/>
                    </a:cubicBezTo>
                    <a:cubicBezTo>
                      <a:pt x="601" y="2604"/>
                      <a:pt x="601" y="2604"/>
                      <a:pt x="604" y="2604"/>
                    </a:cubicBezTo>
                    <a:cubicBezTo>
                      <a:pt x="607" y="2602"/>
                      <a:pt x="611" y="2602"/>
                      <a:pt x="613" y="2602"/>
                    </a:cubicBezTo>
                    <a:cubicBezTo>
                      <a:pt x="622" y="2596"/>
                      <a:pt x="635" y="2589"/>
                      <a:pt x="644" y="2589"/>
                    </a:cubicBezTo>
                    <a:lnTo>
                      <a:pt x="647" y="2587"/>
                    </a:lnTo>
                    <a:cubicBezTo>
                      <a:pt x="651" y="2583"/>
                      <a:pt x="657" y="2581"/>
                      <a:pt x="659" y="2581"/>
                    </a:cubicBezTo>
                    <a:cubicBezTo>
                      <a:pt x="666" y="2577"/>
                      <a:pt x="675" y="2573"/>
                      <a:pt x="682" y="2571"/>
                    </a:cubicBezTo>
                    <a:cubicBezTo>
                      <a:pt x="684" y="2568"/>
                      <a:pt x="688" y="2568"/>
                      <a:pt x="690" y="2568"/>
                    </a:cubicBezTo>
                    <a:cubicBezTo>
                      <a:pt x="694" y="2565"/>
                      <a:pt x="700" y="2562"/>
                      <a:pt x="704" y="2562"/>
                    </a:cubicBezTo>
                    <a:lnTo>
                      <a:pt x="706" y="2562"/>
                    </a:lnTo>
                    <a:cubicBezTo>
                      <a:pt x="719" y="2556"/>
                      <a:pt x="730" y="2550"/>
                      <a:pt x="744" y="2546"/>
                    </a:cubicBezTo>
                    <a:cubicBezTo>
                      <a:pt x="752" y="2540"/>
                      <a:pt x="761" y="2536"/>
                      <a:pt x="768" y="2534"/>
                    </a:cubicBezTo>
                    <a:cubicBezTo>
                      <a:pt x="781" y="2530"/>
                      <a:pt x="790" y="2524"/>
                      <a:pt x="799" y="2521"/>
                    </a:cubicBezTo>
                    <a:cubicBezTo>
                      <a:pt x="803" y="2521"/>
                      <a:pt x="806" y="2519"/>
                      <a:pt x="806" y="2519"/>
                    </a:cubicBezTo>
                    <a:cubicBezTo>
                      <a:pt x="860" y="2496"/>
                      <a:pt x="912" y="2474"/>
                      <a:pt x="966" y="2457"/>
                    </a:cubicBezTo>
                    <a:cubicBezTo>
                      <a:pt x="972" y="2454"/>
                      <a:pt x="974" y="2449"/>
                      <a:pt x="981" y="2447"/>
                    </a:cubicBezTo>
                    <a:cubicBezTo>
                      <a:pt x="2904" y="1686"/>
                      <a:pt x="4911" y="1318"/>
                      <a:pt x="6898" y="1318"/>
                    </a:cubicBezTo>
                    <a:cubicBezTo>
                      <a:pt x="8518" y="1318"/>
                      <a:pt x="10125" y="1562"/>
                      <a:pt x="11662" y="2036"/>
                    </a:cubicBezTo>
                    <a:cubicBezTo>
                      <a:pt x="11633" y="1397"/>
                      <a:pt x="11554" y="770"/>
                      <a:pt x="11421" y="158"/>
                    </a:cubicBezTo>
                    <a:cubicBezTo>
                      <a:pt x="10675" y="53"/>
                      <a:pt x="9921" y="0"/>
                      <a:pt x="91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11"/>
              <p:cNvSpPr/>
              <p:nvPr/>
            </p:nvSpPr>
            <p:spPr>
              <a:xfrm>
                <a:off x="3177613" y="195250"/>
                <a:ext cx="79900" cy="291450"/>
              </a:xfrm>
              <a:custGeom>
                <a:rect b="b" l="l" r="r" t="t"/>
                <a:pathLst>
                  <a:path extrusionOk="0" h="11658" w="3196">
                    <a:moveTo>
                      <a:pt x="2358" y="1"/>
                    </a:moveTo>
                    <a:lnTo>
                      <a:pt x="2358" y="1"/>
                    </a:lnTo>
                    <a:cubicBezTo>
                      <a:pt x="1718" y="26"/>
                      <a:pt x="1095" y="105"/>
                      <a:pt x="486" y="237"/>
                    </a:cubicBezTo>
                    <a:cubicBezTo>
                      <a:pt x="1" y="3679"/>
                      <a:pt x="619" y="7306"/>
                      <a:pt x="2493" y="10552"/>
                    </a:cubicBezTo>
                    <a:cubicBezTo>
                      <a:pt x="2518" y="10595"/>
                      <a:pt x="2542" y="10638"/>
                      <a:pt x="2566" y="10678"/>
                    </a:cubicBezTo>
                    <a:cubicBezTo>
                      <a:pt x="2582" y="10707"/>
                      <a:pt x="2597" y="10734"/>
                      <a:pt x="2613" y="10759"/>
                    </a:cubicBezTo>
                    <a:cubicBezTo>
                      <a:pt x="2649" y="10816"/>
                      <a:pt x="2683" y="10874"/>
                      <a:pt x="2720" y="10930"/>
                    </a:cubicBezTo>
                    <a:cubicBezTo>
                      <a:pt x="2723" y="10936"/>
                      <a:pt x="2726" y="10942"/>
                      <a:pt x="2729" y="10945"/>
                    </a:cubicBezTo>
                    <a:cubicBezTo>
                      <a:pt x="2733" y="10955"/>
                      <a:pt x="2740" y="10961"/>
                      <a:pt x="2742" y="10967"/>
                    </a:cubicBezTo>
                    <a:lnTo>
                      <a:pt x="2742" y="10970"/>
                    </a:lnTo>
                    <a:cubicBezTo>
                      <a:pt x="2746" y="10972"/>
                      <a:pt x="2749" y="10976"/>
                      <a:pt x="2749" y="10978"/>
                    </a:cubicBezTo>
                    <a:cubicBezTo>
                      <a:pt x="2755" y="10988"/>
                      <a:pt x="2761" y="10997"/>
                      <a:pt x="2764" y="11003"/>
                    </a:cubicBezTo>
                    <a:cubicBezTo>
                      <a:pt x="2771" y="11008"/>
                      <a:pt x="2775" y="11014"/>
                      <a:pt x="2777" y="11022"/>
                    </a:cubicBezTo>
                    <a:cubicBezTo>
                      <a:pt x="2780" y="11028"/>
                      <a:pt x="2783" y="11032"/>
                      <a:pt x="2786" y="11034"/>
                    </a:cubicBezTo>
                    <a:cubicBezTo>
                      <a:pt x="2786" y="11038"/>
                      <a:pt x="2788" y="11040"/>
                      <a:pt x="2788" y="11040"/>
                    </a:cubicBezTo>
                    <a:cubicBezTo>
                      <a:pt x="2791" y="11047"/>
                      <a:pt x="2795" y="11054"/>
                      <a:pt x="2797" y="11056"/>
                    </a:cubicBezTo>
                    <a:cubicBezTo>
                      <a:pt x="2802" y="11059"/>
                      <a:pt x="2802" y="11063"/>
                      <a:pt x="2804" y="11065"/>
                    </a:cubicBezTo>
                    <a:cubicBezTo>
                      <a:pt x="2808" y="11069"/>
                      <a:pt x="2811" y="11075"/>
                      <a:pt x="2811" y="11078"/>
                    </a:cubicBezTo>
                    <a:cubicBezTo>
                      <a:pt x="2817" y="11084"/>
                      <a:pt x="2819" y="11090"/>
                      <a:pt x="2826" y="11096"/>
                    </a:cubicBezTo>
                    <a:cubicBezTo>
                      <a:pt x="2829" y="11105"/>
                      <a:pt x="2837" y="11111"/>
                      <a:pt x="2839" y="11121"/>
                    </a:cubicBezTo>
                    <a:cubicBezTo>
                      <a:pt x="2842" y="11121"/>
                      <a:pt x="2842" y="11124"/>
                      <a:pt x="2842" y="11124"/>
                    </a:cubicBezTo>
                    <a:cubicBezTo>
                      <a:pt x="2845" y="11129"/>
                      <a:pt x="2852" y="11135"/>
                      <a:pt x="2854" y="11141"/>
                    </a:cubicBezTo>
                    <a:cubicBezTo>
                      <a:pt x="2854" y="11146"/>
                      <a:pt x="2857" y="11146"/>
                      <a:pt x="2857" y="11148"/>
                    </a:cubicBezTo>
                    <a:cubicBezTo>
                      <a:pt x="2866" y="11163"/>
                      <a:pt x="2875" y="11178"/>
                      <a:pt x="2888" y="11191"/>
                    </a:cubicBezTo>
                    <a:cubicBezTo>
                      <a:pt x="2888" y="11194"/>
                      <a:pt x="2890" y="11197"/>
                      <a:pt x="2890" y="11197"/>
                    </a:cubicBezTo>
                    <a:lnTo>
                      <a:pt x="2890" y="11199"/>
                    </a:lnTo>
                    <a:cubicBezTo>
                      <a:pt x="2992" y="11356"/>
                      <a:pt x="3094" y="11507"/>
                      <a:pt x="3196" y="11657"/>
                    </a:cubicBezTo>
                    <a:cubicBezTo>
                      <a:pt x="3150" y="11561"/>
                      <a:pt x="3107" y="11466"/>
                      <a:pt x="3065" y="11368"/>
                    </a:cubicBezTo>
                    <a:cubicBezTo>
                      <a:pt x="3055" y="11350"/>
                      <a:pt x="3046" y="11332"/>
                      <a:pt x="3040" y="11311"/>
                    </a:cubicBezTo>
                    <a:cubicBezTo>
                      <a:pt x="3012" y="11255"/>
                      <a:pt x="2987" y="11199"/>
                      <a:pt x="2963" y="11141"/>
                    </a:cubicBezTo>
                    <a:lnTo>
                      <a:pt x="2963" y="11138"/>
                    </a:lnTo>
                    <a:cubicBezTo>
                      <a:pt x="2953" y="11121"/>
                      <a:pt x="2945" y="11102"/>
                      <a:pt x="2938" y="11081"/>
                    </a:cubicBezTo>
                    <a:cubicBezTo>
                      <a:pt x="2932" y="11074"/>
                      <a:pt x="2929" y="11065"/>
                      <a:pt x="2929" y="11059"/>
                    </a:cubicBezTo>
                    <a:cubicBezTo>
                      <a:pt x="2925" y="11056"/>
                      <a:pt x="2922" y="11053"/>
                      <a:pt x="2922" y="11050"/>
                    </a:cubicBezTo>
                    <a:lnTo>
                      <a:pt x="2922" y="11047"/>
                    </a:lnTo>
                    <a:cubicBezTo>
                      <a:pt x="2916" y="11038"/>
                      <a:pt x="2912" y="11025"/>
                      <a:pt x="2910" y="11017"/>
                    </a:cubicBezTo>
                    <a:lnTo>
                      <a:pt x="2910" y="11013"/>
                    </a:lnTo>
                    <a:cubicBezTo>
                      <a:pt x="2904" y="11007"/>
                      <a:pt x="2904" y="11004"/>
                      <a:pt x="2901" y="10998"/>
                    </a:cubicBezTo>
                    <a:cubicBezTo>
                      <a:pt x="2899" y="10989"/>
                      <a:pt x="2894" y="10982"/>
                      <a:pt x="2891" y="10973"/>
                    </a:cubicBezTo>
                    <a:cubicBezTo>
                      <a:pt x="2889" y="10973"/>
                      <a:pt x="2889" y="10973"/>
                      <a:pt x="2889" y="10971"/>
                    </a:cubicBezTo>
                    <a:cubicBezTo>
                      <a:pt x="2886" y="10967"/>
                      <a:pt x="2886" y="10961"/>
                      <a:pt x="2886" y="10958"/>
                    </a:cubicBezTo>
                    <a:cubicBezTo>
                      <a:pt x="2884" y="10955"/>
                      <a:pt x="2884" y="10955"/>
                      <a:pt x="2884" y="10952"/>
                    </a:cubicBezTo>
                    <a:cubicBezTo>
                      <a:pt x="2878" y="10939"/>
                      <a:pt x="2871" y="10927"/>
                      <a:pt x="2869" y="10914"/>
                    </a:cubicBezTo>
                    <a:cubicBezTo>
                      <a:pt x="2866" y="10905"/>
                      <a:pt x="2862" y="10899"/>
                      <a:pt x="2859" y="10893"/>
                    </a:cubicBezTo>
                    <a:cubicBezTo>
                      <a:pt x="2853" y="10880"/>
                      <a:pt x="2850" y="10868"/>
                      <a:pt x="2844" y="10859"/>
                    </a:cubicBezTo>
                    <a:lnTo>
                      <a:pt x="2844" y="10857"/>
                    </a:lnTo>
                    <a:cubicBezTo>
                      <a:pt x="2819" y="10801"/>
                      <a:pt x="2797" y="10746"/>
                      <a:pt x="2780" y="10694"/>
                    </a:cubicBezTo>
                    <a:cubicBezTo>
                      <a:pt x="2776" y="10691"/>
                      <a:pt x="2773" y="10687"/>
                      <a:pt x="2773" y="10684"/>
                    </a:cubicBezTo>
                    <a:cubicBezTo>
                      <a:pt x="1389" y="7194"/>
                      <a:pt x="1304" y="3424"/>
                      <a:pt x="2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11"/>
              <p:cNvSpPr/>
              <p:nvPr/>
            </p:nvSpPr>
            <p:spPr>
              <a:xfrm>
                <a:off x="3238738" y="455425"/>
                <a:ext cx="80000" cy="291550"/>
              </a:xfrm>
              <a:custGeom>
                <a:rect b="b" l="l" r="r" t="t"/>
                <a:pathLst>
                  <a:path extrusionOk="0" h="11662" w="3200">
                    <a:moveTo>
                      <a:pt x="0" y="1"/>
                    </a:moveTo>
                    <a:lnTo>
                      <a:pt x="0" y="1"/>
                    </a:lnTo>
                    <a:cubicBezTo>
                      <a:pt x="43" y="89"/>
                      <a:pt x="83" y="179"/>
                      <a:pt x="123" y="271"/>
                    </a:cubicBezTo>
                    <a:cubicBezTo>
                      <a:pt x="136" y="292"/>
                      <a:pt x="145" y="313"/>
                      <a:pt x="154" y="338"/>
                    </a:cubicBezTo>
                    <a:cubicBezTo>
                      <a:pt x="182" y="393"/>
                      <a:pt x="207" y="452"/>
                      <a:pt x="232" y="509"/>
                    </a:cubicBezTo>
                    <a:cubicBezTo>
                      <a:pt x="232" y="509"/>
                      <a:pt x="234" y="514"/>
                      <a:pt x="234" y="517"/>
                    </a:cubicBezTo>
                    <a:cubicBezTo>
                      <a:pt x="243" y="535"/>
                      <a:pt x="252" y="556"/>
                      <a:pt x="258" y="579"/>
                    </a:cubicBezTo>
                    <a:cubicBezTo>
                      <a:pt x="265" y="585"/>
                      <a:pt x="268" y="594"/>
                      <a:pt x="268" y="600"/>
                    </a:cubicBezTo>
                    <a:lnTo>
                      <a:pt x="270" y="602"/>
                    </a:lnTo>
                    <a:cubicBezTo>
                      <a:pt x="273" y="605"/>
                      <a:pt x="273" y="610"/>
                      <a:pt x="273" y="612"/>
                    </a:cubicBezTo>
                    <a:cubicBezTo>
                      <a:pt x="279" y="623"/>
                      <a:pt x="283" y="632"/>
                      <a:pt x="285" y="646"/>
                    </a:cubicBezTo>
                    <a:lnTo>
                      <a:pt x="288" y="646"/>
                    </a:lnTo>
                    <a:cubicBezTo>
                      <a:pt x="292" y="652"/>
                      <a:pt x="292" y="654"/>
                      <a:pt x="295" y="661"/>
                    </a:cubicBezTo>
                    <a:cubicBezTo>
                      <a:pt x="299" y="666"/>
                      <a:pt x="301" y="672"/>
                      <a:pt x="301" y="679"/>
                    </a:cubicBezTo>
                    <a:cubicBezTo>
                      <a:pt x="305" y="682"/>
                      <a:pt x="307" y="686"/>
                      <a:pt x="307" y="688"/>
                    </a:cubicBezTo>
                    <a:cubicBezTo>
                      <a:pt x="311" y="694"/>
                      <a:pt x="311" y="697"/>
                      <a:pt x="314" y="703"/>
                    </a:cubicBezTo>
                    <a:cubicBezTo>
                      <a:pt x="320" y="717"/>
                      <a:pt x="327" y="730"/>
                      <a:pt x="330" y="744"/>
                    </a:cubicBezTo>
                    <a:cubicBezTo>
                      <a:pt x="332" y="750"/>
                      <a:pt x="336" y="759"/>
                      <a:pt x="338" y="765"/>
                    </a:cubicBezTo>
                    <a:cubicBezTo>
                      <a:pt x="345" y="777"/>
                      <a:pt x="347" y="790"/>
                      <a:pt x="353" y="798"/>
                    </a:cubicBezTo>
                    <a:lnTo>
                      <a:pt x="353" y="801"/>
                    </a:lnTo>
                    <a:cubicBezTo>
                      <a:pt x="378" y="857"/>
                      <a:pt x="400" y="912"/>
                      <a:pt x="418" y="963"/>
                    </a:cubicBezTo>
                    <a:cubicBezTo>
                      <a:pt x="421" y="971"/>
                      <a:pt x="425" y="973"/>
                      <a:pt x="428" y="979"/>
                    </a:cubicBezTo>
                    <a:cubicBezTo>
                      <a:pt x="1810" y="4471"/>
                      <a:pt x="1894" y="8237"/>
                      <a:pt x="836" y="11661"/>
                    </a:cubicBezTo>
                    <a:cubicBezTo>
                      <a:pt x="1478" y="11632"/>
                      <a:pt x="2106" y="11553"/>
                      <a:pt x="2715" y="11421"/>
                    </a:cubicBezTo>
                    <a:cubicBezTo>
                      <a:pt x="3200" y="7979"/>
                      <a:pt x="2582" y="4352"/>
                      <a:pt x="709" y="1107"/>
                    </a:cubicBezTo>
                    <a:cubicBezTo>
                      <a:pt x="682" y="1058"/>
                      <a:pt x="655" y="1012"/>
                      <a:pt x="624" y="962"/>
                    </a:cubicBezTo>
                    <a:cubicBezTo>
                      <a:pt x="610" y="939"/>
                      <a:pt x="596" y="916"/>
                      <a:pt x="584" y="892"/>
                    </a:cubicBezTo>
                    <a:cubicBezTo>
                      <a:pt x="550" y="837"/>
                      <a:pt x="516" y="781"/>
                      <a:pt x="479" y="725"/>
                    </a:cubicBezTo>
                    <a:cubicBezTo>
                      <a:pt x="475" y="720"/>
                      <a:pt x="472" y="714"/>
                      <a:pt x="466" y="708"/>
                    </a:cubicBezTo>
                    <a:cubicBezTo>
                      <a:pt x="466" y="701"/>
                      <a:pt x="462" y="697"/>
                      <a:pt x="460" y="694"/>
                    </a:cubicBezTo>
                    <a:cubicBezTo>
                      <a:pt x="460" y="691"/>
                      <a:pt x="460" y="688"/>
                      <a:pt x="457" y="688"/>
                    </a:cubicBezTo>
                    <a:cubicBezTo>
                      <a:pt x="457" y="686"/>
                      <a:pt x="454" y="682"/>
                      <a:pt x="450" y="679"/>
                    </a:cubicBezTo>
                    <a:cubicBezTo>
                      <a:pt x="448" y="670"/>
                      <a:pt x="441" y="661"/>
                      <a:pt x="435" y="655"/>
                    </a:cubicBezTo>
                    <a:cubicBezTo>
                      <a:pt x="431" y="650"/>
                      <a:pt x="429" y="643"/>
                      <a:pt x="423" y="636"/>
                    </a:cubicBezTo>
                    <a:cubicBezTo>
                      <a:pt x="423" y="630"/>
                      <a:pt x="418" y="626"/>
                      <a:pt x="415" y="624"/>
                    </a:cubicBezTo>
                    <a:cubicBezTo>
                      <a:pt x="412" y="621"/>
                      <a:pt x="412" y="617"/>
                      <a:pt x="409" y="615"/>
                    </a:cubicBezTo>
                    <a:cubicBezTo>
                      <a:pt x="405" y="610"/>
                      <a:pt x="399" y="602"/>
                      <a:pt x="397" y="596"/>
                    </a:cubicBezTo>
                    <a:cubicBezTo>
                      <a:pt x="394" y="596"/>
                      <a:pt x="394" y="594"/>
                      <a:pt x="394" y="594"/>
                    </a:cubicBezTo>
                    <a:cubicBezTo>
                      <a:pt x="394" y="591"/>
                      <a:pt x="390" y="587"/>
                      <a:pt x="387" y="585"/>
                    </a:cubicBezTo>
                    <a:cubicBezTo>
                      <a:pt x="383" y="575"/>
                      <a:pt x="381" y="569"/>
                      <a:pt x="374" y="563"/>
                    </a:cubicBezTo>
                    <a:cubicBezTo>
                      <a:pt x="369" y="554"/>
                      <a:pt x="363" y="545"/>
                      <a:pt x="357" y="535"/>
                    </a:cubicBezTo>
                    <a:cubicBezTo>
                      <a:pt x="353" y="529"/>
                      <a:pt x="350" y="523"/>
                      <a:pt x="347" y="520"/>
                    </a:cubicBezTo>
                    <a:cubicBezTo>
                      <a:pt x="347" y="518"/>
                      <a:pt x="343" y="514"/>
                      <a:pt x="341" y="511"/>
                    </a:cubicBezTo>
                    <a:cubicBezTo>
                      <a:pt x="332" y="493"/>
                      <a:pt x="322" y="477"/>
                      <a:pt x="307" y="462"/>
                    </a:cubicBezTo>
                    <a:cubicBezTo>
                      <a:pt x="311" y="458"/>
                      <a:pt x="307" y="458"/>
                      <a:pt x="305" y="456"/>
                    </a:cubicBezTo>
                    <a:cubicBezTo>
                      <a:pt x="207" y="302"/>
                      <a:pt x="105" y="15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11"/>
              <p:cNvSpPr/>
              <p:nvPr/>
            </p:nvSpPr>
            <p:spPr>
              <a:xfrm>
                <a:off x="3014913" y="455025"/>
                <a:ext cx="242150" cy="201650"/>
              </a:xfrm>
              <a:custGeom>
                <a:rect b="b" l="l" r="r" t="t"/>
                <a:pathLst>
                  <a:path extrusionOk="0" h="8066" w="9686">
                    <a:moveTo>
                      <a:pt x="9685" y="0"/>
                    </a:moveTo>
                    <a:lnTo>
                      <a:pt x="9685" y="0"/>
                    </a:lnTo>
                    <a:cubicBezTo>
                      <a:pt x="9626" y="86"/>
                      <a:pt x="9568" y="168"/>
                      <a:pt x="9503" y="253"/>
                    </a:cubicBezTo>
                    <a:cubicBezTo>
                      <a:pt x="9492" y="271"/>
                      <a:pt x="9478" y="290"/>
                      <a:pt x="9465" y="308"/>
                    </a:cubicBezTo>
                    <a:cubicBezTo>
                      <a:pt x="9429" y="361"/>
                      <a:pt x="9389" y="414"/>
                      <a:pt x="9352" y="466"/>
                    </a:cubicBezTo>
                    <a:cubicBezTo>
                      <a:pt x="9338" y="481"/>
                      <a:pt x="9327" y="499"/>
                      <a:pt x="9315" y="514"/>
                    </a:cubicBezTo>
                    <a:cubicBezTo>
                      <a:pt x="9307" y="523"/>
                      <a:pt x="9301" y="530"/>
                      <a:pt x="9299" y="537"/>
                    </a:cubicBezTo>
                    <a:cubicBezTo>
                      <a:pt x="9295" y="540"/>
                      <a:pt x="9295" y="543"/>
                      <a:pt x="9292" y="543"/>
                    </a:cubicBezTo>
                    <a:cubicBezTo>
                      <a:pt x="9292" y="547"/>
                      <a:pt x="9286" y="549"/>
                      <a:pt x="9286" y="549"/>
                    </a:cubicBezTo>
                    <a:cubicBezTo>
                      <a:pt x="9284" y="558"/>
                      <a:pt x="9277" y="565"/>
                      <a:pt x="9270" y="571"/>
                    </a:cubicBezTo>
                    <a:lnTo>
                      <a:pt x="9268" y="571"/>
                    </a:lnTo>
                    <a:lnTo>
                      <a:pt x="9268" y="574"/>
                    </a:lnTo>
                    <a:cubicBezTo>
                      <a:pt x="9264" y="580"/>
                      <a:pt x="9261" y="586"/>
                      <a:pt x="9255" y="589"/>
                    </a:cubicBezTo>
                    <a:cubicBezTo>
                      <a:pt x="9255" y="596"/>
                      <a:pt x="9253" y="600"/>
                      <a:pt x="9246" y="602"/>
                    </a:cubicBezTo>
                    <a:cubicBezTo>
                      <a:pt x="9246" y="609"/>
                      <a:pt x="9243" y="612"/>
                      <a:pt x="9237" y="615"/>
                    </a:cubicBezTo>
                    <a:cubicBezTo>
                      <a:pt x="9237" y="621"/>
                      <a:pt x="9234" y="626"/>
                      <a:pt x="9228" y="628"/>
                    </a:cubicBezTo>
                    <a:cubicBezTo>
                      <a:pt x="9228" y="631"/>
                      <a:pt x="9226" y="631"/>
                      <a:pt x="9226" y="631"/>
                    </a:cubicBezTo>
                    <a:cubicBezTo>
                      <a:pt x="9219" y="640"/>
                      <a:pt x="9213" y="648"/>
                      <a:pt x="9203" y="658"/>
                    </a:cubicBezTo>
                    <a:cubicBezTo>
                      <a:pt x="9201" y="667"/>
                      <a:pt x="9195" y="676"/>
                      <a:pt x="9188" y="682"/>
                    </a:cubicBezTo>
                    <a:cubicBezTo>
                      <a:pt x="9179" y="692"/>
                      <a:pt x="9172" y="700"/>
                      <a:pt x="9164" y="709"/>
                    </a:cubicBezTo>
                    <a:cubicBezTo>
                      <a:pt x="9167" y="712"/>
                      <a:pt x="9161" y="712"/>
                      <a:pt x="9161" y="712"/>
                    </a:cubicBezTo>
                    <a:cubicBezTo>
                      <a:pt x="9130" y="759"/>
                      <a:pt x="9093" y="805"/>
                      <a:pt x="9059" y="847"/>
                    </a:cubicBezTo>
                    <a:cubicBezTo>
                      <a:pt x="9056" y="854"/>
                      <a:pt x="9048" y="857"/>
                      <a:pt x="9046" y="863"/>
                    </a:cubicBezTo>
                    <a:cubicBezTo>
                      <a:pt x="6716" y="3806"/>
                      <a:pt x="3495" y="5759"/>
                      <a:pt x="1" y="6558"/>
                    </a:cubicBezTo>
                    <a:cubicBezTo>
                      <a:pt x="338" y="7093"/>
                      <a:pt x="725" y="7598"/>
                      <a:pt x="1151" y="8065"/>
                    </a:cubicBezTo>
                    <a:cubicBezTo>
                      <a:pt x="4374" y="6762"/>
                      <a:pt x="7205" y="4413"/>
                      <a:pt x="9077" y="1167"/>
                    </a:cubicBezTo>
                    <a:cubicBezTo>
                      <a:pt x="9104" y="1121"/>
                      <a:pt x="9130" y="1075"/>
                      <a:pt x="9157" y="1029"/>
                    </a:cubicBezTo>
                    <a:cubicBezTo>
                      <a:pt x="9170" y="1003"/>
                      <a:pt x="9185" y="978"/>
                      <a:pt x="9197" y="952"/>
                    </a:cubicBezTo>
                    <a:cubicBezTo>
                      <a:pt x="9231" y="896"/>
                      <a:pt x="9262" y="841"/>
                      <a:pt x="9289" y="782"/>
                    </a:cubicBezTo>
                    <a:cubicBezTo>
                      <a:pt x="9293" y="777"/>
                      <a:pt x="9295" y="771"/>
                      <a:pt x="9301" y="765"/>
                    </a:cubicBezTo>
                    <a:cubicBezTo>
                      <a:pt x="9301" y="762"/>
                      <a:pt x="9305" y="756"/>
                      <a:pt x="9308" y="749"/>
                    </a:cubicBezTo>
                    <a:cubicBezTo>
                      <a:pt x="9312" y="749"/>
                      <a:pt x="9312" y="745"/>
                      <a:pt x="9315" y="743"/>
                    </a:cubicBezTo>
                    <a:cubicBezTo>
                      <a:pt x="9315" y="740"/>
                      <a:pt x="9319" y="734"/>
                      <a:pt x="9321" y="728"/>
                    </a:cubicBezTo>
                    <a:cubicBezTo>
                      <a:pt x="9325" y="720"/>
                      <a:pt x="9327" y="714"/>
                      <a:pt x="9334" y="705"/>
                    </a:cubicBezTo>
                    <a:cubicBezTo>
                      <a:pt x="9336" y="699"/>
                      <a:pt x="9340" y="693"/>
                      <a:pt x="9343" y="683"/>
                    </a:cubicBezTo>
                    <a:cubicBezTo>
                      <a:pt x="9347" y="681"/>
                      <a:pt x="9347" y="677"/>
                      <a:pt x="9350" y="674"/>
                    </a:cubicBezTo>
                    <a:cubicBezTo>
                      <a:pt x="9353" y="671"/>
                      <a:pt x="9353" y="668"/>
                      <a:pt x="9356" y="662"/>
                    </a:cubicBezTo>
                    <a:cubicBezTo>
                      <a:pt x="9360" y="659"/>
                      <a:pt x="9360" y="655"/>
                      <a:pt x="9362" y="652"/>
                    </a:cubicBezTo>
                    <a:cubicBezTo>
                      <a:pt x="9362" y="648"/>
                      <a:pt x="9366" y="642"/>
                      <a:pt x="9368" y="640"/>
                    </a:cubicBezTo>
                    <a:cubicBezTo>
                      <a:pt x="9368" y="636"/>
                      <a:pt x="9372" y="630"/>
                      <a:pt x="9376" y="627"/>
                    </a:cubicBezTo>
                    <a:cubicBezTo>
                      <a:pt x="9379" y="620"/>
                      <a:pt x="9382" y="611"/>
                      <a:pt x="9388" y="605"/>
                    </a:cubicBezTo>
                    <a:cubicBezTo>
                      <a:pt x="9392" y="596"/>
                      <a:pt x="9398" y="586"/>
                      <a:pt x="9401" y="578"/>
                    </a:cubicBezTo>
                    <a:cubicBezTo>
                      <a:pt x="9403" y="573"/>
                      <a:pt x="9408" y="566"/>
                      <a:pt x="9410" y="559"/>
                    </a:cubicBezTo>
                    <a:cubicBezTo>
                      <a:pt x="9413" y="555"/>
                      <a:pt x="9413" y="555"/>
                      <a:pt x="9413" y="553"/>
                    </a:cubicBezTo>
                    <a:cubicBezTo>
                      <a:pt x="9422" y="538"/>
                      <a:pt x="9428" y="522"/>
                      <a:pt x="9437" y="507"/>
                    </a:cubicBezTo>
                    <a:cubicBezTo>
                      <a:pt x="9437" y="504"/>
                      <a:pt x="9440" y="501"/>
                      <a:pt x="9440" y="498"/>
                    </a:cubicBezTo>
                    <a:cubicBezTo>
                      <a:pt x="9443" y="498"/>
                      <a:pt x="9443" y="495"/>
                      <a:pt x="9443" y="495"/>
                    </a:cubicBezTo>
                    <a:cubicBezTo>
                      <a:pt x="9525" y="331"/>
                      <a:pt x="9605" y="166"/>
                      <a:pt x="96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11"/>
              <p:cNvSpPr/>
              <p:nvPr/>
            </p:nvSpPr>
            <p:spPr>
              <a:xfrm>
                <a:off x="3239313" y="285400"/>
                <a:ext cx="242025" cy="201625"/>
              </a:xfrm>
              <a:custGeom>
                <a:rect b="b" l="l" r="r" t="t"/>
                <a:pathLst>
                  <a:path extrusionOk="0" h="8065" w="9681">
                    <a:moveTo>
                      <a:pt x="8535" y="1"/>
                    </a:moveTo>
                    <a:cubicBezTo>
                      <a:pt x="5311" y="1303"/>
                      <a:pt x="2480" y="3653"/>
                      <a:pt x="608" y="6899"/>
                    </a:cubicBezTo>
                    <a:cubicBezTo>
                      <a:pt x="579" y="6945"/>
                      <a:pt x="555" y="6989"/>
                      <a:pt x="528" y="7036"/>
                    </a:cubicBezTo>
                    <a:cubicBezTo>
                      <a:pt x="515" y="7061"/>
                      <a:pt x="501" y="7090"/>
                      <a:pt x="488" y="7113"/>
                    </a:cubicBezTo>
                    <a:cubicBezTo>
                      <a:pt x="454" y="7172"/>
                      <a:pt x="423" y="7227"/>
                      <a:pt x="392" y="7286"/>
                    </a:cubicBezTo>
                    <a:cubicBezTo>
                      <a:pt x="388" y="7292"/>
                      <a:pt x="382" y="7301"/>
                      <a:pt x="380" y="7307"/>
                    </a:cubicBezTo>
                    <a:cubicBezTo>
                      <a:pt x="376" y="7311"/>
                      <a:pt x="376" y="7318"/>
                      <a:pt x="373" y="7320"/>
                    </a:cubicBezTo>
                    <a:cubicBezTo>
                      <a:pt x="373" y="7320"/>
                      <a:pt x="373" y="7323"/>
                      <a:pt x="371" y="7323"/>
                    </a:cubicBezTo>
                    <a:cubicBezTo>
                      <a:pt x="371" y="7329"/>
                      <a:pt x="367" y="7332"/>
                      <a:pt x="364" y="7338"/>
                    </a:cubicBezTo>
                    <a:cubicBezTo>
                      <a:pt x="357" y="7348"/>
                      <a:pt x="354" y="7354"/>
                      <a:pt x="351" y="7363"/>
                    </a:cubicBezTo>
                    <a:cubicBezTo>
                      <a:pt x="345" y="7368"/>
                      <a:pt x="342" y="7374"/>
                      <a:pt x="342" y="7381"/>
                    </a:cubicBezTo>
                    <a:cubicBezTo>
                      <a:pt x="340" y="7387"/>
                      <a:pt x="336" y="7391"/>
                      <a:pt x="334" y="7394"/>
                    </a:cubicBezTo>
                    <a:cubicBezTo>
                      <a:pt x="329" y="7400"/>
                      <a:pt x="329" y="7404"/>
                      <a:pt x="327" y="7406"/>
                    </a:cubicBezTo>
                    <a:cubicBezTo>
                      <a:pt x="323" y="7413"/>
                      <a:pt x="323" y="7417"/>
                      <a:pt x="320" y="7420"/>
                    </a:cubicBezTo>
                    <a:cubicBezTo>
                      <a:pt x="318" y="7422"/>
                      <a:pt x="318" y="7426"/>
                      <a:pt x="318" y="7428"/>
                    </a:cubicBezTo>
                    <a:cubicBezTo>
                      <a:pt x="314" y="7431"/>
                      <a:pt x="312" y="7435"/>
                      <a:pt x="312" y="7437"/>
                    </a:cubicBezTo>
                    <a:cubicBezTo>
                      <a:pt x="305" y="7447"/>
                      <a:pt x="302" y="7456"/>
                      <a:pt x="298" y="7462"/>
                    </a:cubicBezTo>
                    <a:cubicBezTo>
                      <a:pt x="292" y="7471"/>
                      <a:pt x="288" y="7480"/>
                      <a:pt x="286" y="7487"/>
                    </a:cubicBezTo>
                    <a:lnTo>
                      <a:pt x="283" y="7489"/>
                    </a:lnTo>
                    <a:cubicBezTo>
                      <a:pt x="279" y="7495"/>
                      <a:pt x="277" y="7502"/>
                      <a:pt x="277" y="7504"/>
                    </a:cubicBezTo>
                    <a:cubicBezTo>
                      <a:pt x="274" y="7511"/>
                      <a:pt x="271" y="7515"/>
                      <a:pt x="267" y="7518"/>
                    </a:cubicBezTo>
                    <a:cubicBezTo>
                      <a:pt x="262" y="7533"/>
                      <a:pt x="256" y="7545"/>
                      <a:pt x="250" y="7557"/>
                    </a:cubicBezTo>
                    <a:cubicBezTo>
                      <a:pt x="246" y="7564"/>
                      <a:pt x="243" y="7570"/>
                      <a:pt x="243" y="7573"/>
                    </a:cubicBezTo>
                    <a:cubicBezTo>
                      <a:pt x="158" y="7736"/>
                      <a:pt x="78" y="7898"/>
                      <a:pt x="0" y="8065"/>
                    </a:cubicBezTo>
                    <a:cubicBezTo>
                      <a:pt x="60" y="7979"/>
                      <a:pt x="118" y="7896"/>
                      <a:pt x="183" y="7813"/>
                    </a:cubicBezTo>
                    <a:cubicBezTo>
                      <a:pt x="191" y="7792"/>
                      <a:pt x="207" y="7773"/>
                      <a:pt x="222" y="7755"/>
                    </a:cubicBezTo>
                    <a:cubicBezTo>
                      <a:pt x="256" y="7706"/>
                      <a:pt x="292" y="7657"/>
                      <a:pt x="329" y="7608"/>
                    </a:cubicBezTo>
                    <a:lnTo>
                      <a:pt x="329" y="7606"/>
                    </a:lnTo>
                    <a:cubicBezTo>
                      <a:pt x="345" y="7586"/>
                      <a:pt x="356" y="7570"/>
                      <a:pt x="370" y="7552"/>
                    </a:cubicBezTo>
                    <a:cubicBezTo>
                      <a:pt x="372" y="7546"/>
                      <a:pt x="379" y="7544"/>
                      <a:pt x="385" y="7536"/>
                    </a:cubicBezTo>
                    <a:cubicBezTo>
                      <a:pt x="385" y="7534"/>
                      <a:pt x="385" y="7530"/>
                      <a:pt x="387" y="7528"/>
                    </a:cubicBezTo>
                    <a:lnTo>
                      <a:pt x="396" y="7519"/>
                    </a:lnTo>
                    <a:cubicBezTo>
                      <a:pt x="401" y="7514"/>
                      <a:pt x="407" y="7508"/>
                      <a:pt x="410" y="7500"/>
                    </a:cubicBezTo>
                    <a:cubicBezTo>
                      <a:pt x="413" y="7497"/>
                      <a:pt x="413" y="7494"/>
                      <a:pt x="416" y="7494"/>
                    </a:cubicBezTo>
                    <a:cubicBezTo>
                      <a:pt x="418" y="7488"/>
                      <a:pt x="422" y="7484"/>
                      <a:pt x="425" y="7482"/>
                    </a:cubicBezTo>
                    <a:cubicBezTo>
                      <a:pt x="428" y="7475"/>
                      <a:pt x="432" y="7468"/>
                      <a:pt x="438" y="7466"/>
                    </a:cubicBezTo>
                    <a:cubicBezTo>
                      <a:pt x="438" y="7463"/>
                      <a:pt x="442" y="7459"/>
                      <a:pt x="444" y="7457"/>
                    </a:cubicBezTo>
                    <a:cubicBezTo>
                      <a:pt x="448" y="7451"/>
                      <a:pt x="451" y="7447"/>
                      <a:pt x="457" y="7444"/>
                    </a:cubicBezTo>
                    <a:lnTo>
                      <a:pt x="457" y="7441"/>
                    </a:lnTo>
                    <a:cubicBezTo>
                      <a:pt x="464" y="7428"/>
                      <a:pt x="473" y="7420"/>
                      <a:pt x="482" y="7411"/>
                    </a:cubicBezTo>
                    <a:cubicBezTo>
                      <a:pt x="484" y="7401"/>
                      <a:pt x="490" y="7395"/>
                      <a:pt x="498" y="7389"/>
                    </a:cubicBezTo>
                    <a:cubicBezTo>
                      <a:pt x="504" y="7375"/>
                      <a:pt x="513" y="7366"/>
                      <a:pt x="519" y="7358"/>
                    </a:cubicBezTo>
                    <a:lnTo>
                      <a:pt x="521" y="7358"/>
                    </a:lnTo>
                    <a:cubicBezTo>
                      <a:pt x="552" y="7315"/>
                      <a:pt x="586" y="7271"/>
                      <a:pt x="619" y="7229"/>
                    </a:cubicBezTo>
                    <a:cubicBezTo>
                      <a:pt x="625" y="7222"/>
                      <a:pt x="629" y="7213"/>
                      <a:pt x="638" y="7206"/>
                    </a:cubicBezTo>
                    <a:cubicBezTo>
                      <a:pt x="2967" y="4262"/>
                      <a:pt x="6189" y="2306"/>
                      <a:pt x="9680" y="1508"/>
                    </a:cubicBezTo>
                    <a:cubicBezTo>
                      <a:pt x="9343" y="972"/>
                      <a:pt x="8958" y="469"/>
                      <a:pt x="85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11"/>
              <p:cNvSpPr/>
              <p:nvPr/>
            </p:nvSpPr>
            <p:spPr>
              <a:xfrm>
                <a:off x="3062638" y="237825"/>
                <a:ext cx="201600" cy="242025"/>
              </a:xfrm>
              <a:custGeom>
                <a:rect b="b" l="l" r="r" t="t"/>
                <a:pathLst>
                  <a:path extrusionOk="0" h="9681" w="8064">
                    <a:moveTo>
                      <a:pt x="1507" y="1"/>
                    </a:moveTo>
                    <a:cubicBezTo>
                      <a:pt x="971" y="339"/>
                      <a:pt x="467" y="723"/>
                      <a:pt x="0" y="1147"/>
                    </a:cubicBezTo>
                    <a:cubicBezTo>
                      <a:pt x="1302" y="4372"/>
                      <a:pt x="3650" y="7203"/>
                      <a:pt x="6895" y="9072"/>
                    </a:cubicBezTo>
                    <a:cubicBezTo>
                      <a:pt x="6941" y="9100"/>
                      <a:pt x="6987" y="9125"/>
                      <a:pt x="7033" y="9152"/>
                    </a:cubicBezTo>
                    <a:cubicBezTo>
                      <a:pt x="7059" y="9165"/>
                      <a:pt x="7083" y="9179"/>
                      <a:pt x="7111" y="9192"/>
                    </a:cubicBezTo>
                    <a:cubicBezTo>
                      <a:pt x="7164" y="9226"/>
                      <a:pt x="7224" y="9257"/>
                      <a:pt x="7282" y="9288"/>
                    </a:cubicBezTo>
                    <a:cubicBezTo>
                      <a:pt x="7288" y="9291"/>
                      <a:pt x="7294" y="9298"/>
                      <a:pt x="7304" y="9300"/>
                    </a:cubicBezTo>
                    <a:cubicBezTo>
                      <a:pt x="7307" y="9300"/>
                      <a:pt x="7310" y="9303"/>
                      <a:pt x="7313" y="9303"/>
                    </a:cubicBezTo>
                    <a:cubicBezTo>
                      <a:pt x="7313" y="9306"/>
                      <a:pt x="7317" y="9306"/>
                      <a:pt x="7319" y="9309"/>
                    </a:cubicBezTo>
                    <a:cubicBezTo>
                      <a:pt x="7322" y="9309"/>
                      <a:pt x="7328" y="9314"/>
                      <a:pt x="7334" y="9316"/>
                    </a:cubicBezTo>
                    <a:cubicBezTo>
                      <a:pt x="7341" y="9320"/>
                      <a:pt x="7348" y="9326"/>
                      <a:pt x="7356" y="9329"/>
                    </a:cubicBezTo>
                    <a:cubicBezTo>
                      <a:pt x="7363" y="9331"/>
                      <a:pt x="7370" y="9335"/>
                      <a:pt x="7379" y="9337"/>
                    </a:cubicBezTo>
                    <a:cubicBezTo>
                      <a:pt x="7381" y="9341"/>
                      <a:pt x="7385" y="9344"/>
                      <a:pt x="7387" y="9344"/>
                    </a:cubicBezTo>
                    <a:cubicBezTo>
                      <a:pt x="7390" y="9348"/>
                      <a:pt x="7394" y="9348"/>
                      <a:pt x="7396" y="9351"/>
                    </a:cubicBezTo>
                    <a:cubicBezTo>
                      <a:pt x="7402" y="9353"/>
                      <a:pt x="7408" y="9357"/>
                      <a:pt x="7415" y="9360"/>
                    </a:cubicBezTo>
                    <a:cubicBezTo>
                      <a:pt x="7418" y="9360"/>
                      <a:pt x="7418" y="9362"/>
                      <a:pt x="7421" y="9362"/>
                    </a:cubicBezTo>
                    <a:cubicBezTo>
                      <a:pt x="7425" y="9366"/>
                      <a:pt x="7431" y="9366"/>
                      <a:pt x="7434" y="9368"/>
                    </a:cubicBezTo>
                    <a:cubicBezTo>
                      <a:pt x="7441" y="9372"/>
                      <a:pt x="7449" y="9379"/>
                      <a:pt x="7456" y="9382"/>
                    </a:cubicBezTo>
                    <a:cubicBezTo>
                      <a:pt x="7465" y="9386"/>
                      <a:pt x="7474" y="9392"/>
                      <a:pt x="7483" y="9394"/>
                    </a:cubicBezTo>
                    <a:lnTo>
                      <a:pt x="7485" y="9397"/>
                    </a:lnTo>
                    <a:cubicBezTo>
                      <a:pt x="7492" y="9401"/>
                      <a:pt x="7494" y="9403"/>
                      <a:pt x="7501" y="9403"/>
                    </a:cubicBezTo>
                    <a:lnTo>
                      <a:pt x="7508" y="9410"/>
                    </a:lnTo>
                    <a:cubicBezTo>
                      <a:pt x="7523" y="9417"/>
                      <a:pt x="7539" y="9425"/>
                      <a:pt x="7554" y="9432"/>
                    </a:cubicBezTo>
                    <a:cubicBezTo>
                      <a:pt x="7556" y="9434"/>
                      <a:pt x="7560" y="9434"/>
                      <a:pt x="7563" y="9434"/>
                    </a:cubicBezTo>
                    <a:lnTo>
                      <a:pt x="7563" y="9437"/>
                    </a:lnTo>
                    <a:cubicBezTo>
                      <a:pt x="7730" y="9521"/>
                      <a:pt x="7896" y="9604"/>
                      <a:pt x="8063" y="9681"/>
                    </a:cubicBezTo>
                    <a:cubicBezTo>
                      <a:pt x="7978" y="9622"/>
                      <a:pt x="7894" y="9563"/>
                      <a:pt x="7811" y="9499"/>
                    </a:cubicBezTo>
                    <a:cubicBezTo>
                      <a:pt x="7794" y="9489"/>
                      <a:pt x="7774" y="9475"/>
                      <a:pt x="7757" y="9462"/>
                    </a:cubicBezTo>
                    <a:cubicBezTo>
                      <a:pt x="7704" y="9424"/>
                      <a:pt x="7654" y="9388"/>
                      <a:pt x="7605" y="9351"/>
                    </a:cubicBezTo>
                    <a:lnTo>
                      <a:pt x="7603" y="9349"/>
                    </a:lnTo>
                    <a:cubicBezTo>
                      <a:pt x="7583" y="9335"/>
                      <a:pt x="7566" y="9324"/>
                      <a:pt x="7550" y="9310"/>
                    </a:cubicBezTo>
                    <a:cubicBezTo>
                      <a:pt x="7545" y="9304"/>
                      <a:pt x="7538" y="9302"/>
                      <a:pt x="7532" y="9295"/>
                    </a:cubicBezTo>
                    <a:cubicBezTo>
                      <a:pt x="7527" y="9295"/>
                      <a:pt x="7525" y="9293"/>
                      <a:pt x="7525" y="9293"/>
                    </a:cubicBezTo>
                    <a:lnTo>
                      <a:pt x="7516" y="9284"/>
                    </a:lnTo>
                    <a:cubicBezTo>
                      <a:pt x="7508" y="9282"/>
                      <a:pt x="7501" y="9274"/>
                      <a:pt x="7494" y="9268"/>
                    </a:cubicBezTo>
                    <a:cubicBezTo>
                      <a:pt x="7492" y="9268"/>
                      <a:pt x="7492" y="9268"/>
                      <a:pt x="7492" y="9266"/>
                    </a:cubicBezTo>
                    <a:cubicBezTo>
                      <a:pt x="7485" y="9263"/>
                      <a:pt x="7482" y="9259"/>
                      <a:pt x="7479" y="9257"/>
                    </a:cubicBezTo>
                    <a:cubicBezTo>
                      <a:pt x="7473" y="9253"/>
                      <a:pt x="7467" y="9251"/>
                      <a:pt x="7463" y="9243"/>
                    </a:cubicBezTo>
                    <a:cubicBezTo>
                      <a:pt x="7457" y="9243"/>
                      <a:pt x="7453" y="9241"/>
                      <a:pt x="7451" y="9235"/>
                    </a:cubicBezTo>
                    <a:cubicBezTo>
                      <a:pt x="7444" y="9235"/>
                      <a:pt x="7441" y="9232"/>
                      <a:pt x="7438" y="9226"/>
                    </a:cubicBezTo>
                    <a:lnTo>
                      <a:pt x="7436" y="9226"/>
                    </a:lnTo>
                    <a:cubicBezTo>
                      <a:pt x="7426" y="9217"/>
                      <a:pt x="7417" y="9210"/>
                      <a:pt x="7408" y="9201"/>
                    </a:cubicBezTo>
                    <a:cubicBezTo>
                      <a:pt x="7399" y="9199"/>
                      <a:pt x="7390" y="9192"/>
                      <a:pt x="7384" y="9186"/>
                    </a:cubicBezTo>
                    <a:cubicBezTo>
                      <a:pt x="7375" y="9176"/>
                      <a:pt x="7365" y="9170"/>
                      <a:pt x="7356" y="9161"/>
                    </a:cubicBezTo>
                    <a:cubicBezTo>
                      <a:pt x="7353" y="9161"/>
                      <a:pt x="7350" y="9161"/>
                      <a:pt x="7350" y="9159"/>
                    </a:cubicBezTo>
                    <a:cubicBezTo>
                      <a:pt x="7304" y="9125"/>
                      <a:pt x="7257" y="9092"/>
                      <a:pt x="7215" y="9054"/>
                    </a:cubicBezTo>
                    <a:cubicBezTo>
                      <a:pt x="7209" y="9050"/>
                      <a:pt x="7205" y="9044"/>
                      <a:pt x="7199" y="9041"/>
                    </a:cubicBezTo>
                    <a:cubicBezTo>
                      <a:pt x="4258" y="6712"/>
                      <a:pt x="2307" y="3493"/>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11"/>
              <p:cNvSpPr/>
              <p:nvPr/>
            </p:nvSpPr>
            <p:spPr>
              <a:xfrm>
                <a:off x="3232213" y="462000"/>
                <a:ext cx="201575" cy="242225"/>
              </a:xfrm>
              <a:custGeom>
                <a:rect b="b" l="l" r="r" t="t"/>
                <a:pathLst>
                  <a:path extrusionOk="0" h="9689" w="8063">
                    <a:moveTo>
                      <a:pt x="0" y="1"/>
                    </a:moveTo>
                    <a:lnTo>
                      <a:pt x="0" y="1"/>
                    </a:lnTo>
                    <a:cubicBezTo>
                      <a:pt x="86" y="60"/>
                      <a:pt x="170" y="117"/>
                      <a:pt x="252" y="182"/>
                    </a:cubicBezTo>
                    <a:cubicBezTo>
                      <a:pt x="273" y="192"/>
                      <a:pt x="292" y="207"/>
                      <a:pt x="310" y="223"/>
                    </a:cubicBezTo>
                    <a:cubicBezTo>
                      <a:pt x="364" y="256"/>
                      <a:pt x="412" y="293"/>
                      <a:pt x="462" y="333"/>
                    </a:cubicBezTo>
                    <a:lnTo>
                      <a:pt x="464" y="333"/>
                    </a:lnTo>
                    <a:cubicBezTo>
                      <a:pt x="479" y="347"/>
                      <a:pt x="498" y="358"/>
                      <a:pt x="513" y="370"/>
                    </a:cubicBezTo>
                    <a:cubicBezTo>
                      <a:pt x="518" y="377"/>
                      <a:pt x="525" y="380"/>
                      <a:pt x="531" y="386"/>
                    </a:cubicBezTo>
                    <a:cubicBezTo>
                      <a:pt x="534" y="386"/>
                      <a:pt x="537" y="390"/>
                      <a:pt x="540" y="393"/>
                    </a:cubicBezTo>
                    <a:cubicBezTo>
                      <a:pt x="544" y="393"/>
                      <a:pt x="546" y="399"/>
                      <a:pt x="546" y="399"/>
                    </a:cubicBezTo>
                    <a:cubicBezTo>
                      <a:pt x="553" y="403"/>
                      <a:pt x="560" y="405"/>
                      <a:pt x="562" y="412"/>
                    </a:cubicBezTo>
                    <a:cubicBezTo>
                      <a:pt x="565" y="412"/>
                      <a:pt x="568" y="416"/>
                      <a:pt x="571" y="419"/>
                    </a:cubicBezTo>
                    <a:cubicBezTo>
                      <a:pt x="577" y="421"/>
                      <a:pt x="583" y="425"/>
                      <a:pt x="587" y="427"/>
                    </a:cubicBezTo>
                    <a:cubicBezTo>
                      <a:pt x="593" y="431"/>
                      <a:pt x="597" y="434"/>
                      <a:pt x="599" y="440"/>
                    </a:cubicBezTo>
                    <a:cubicBezTo>
                      <a:pt x="602" y="440"/>
                      <a:pt x="606" y="445"/>
                      <a:pt x="608" y="447"/>
                    </a:cubicBezTo>
                    <a:cubicBezTo>
                      <a:pt x="614" y="451"/>
                      <a:pt x="622" y="453"/>
                      <a:pt x="624" y="460"/>
                    </a:cubicBezTo>
                    <a:cubicBezTo>
                      <a:pt x="626" y="460"/>
                      <a:pt x="626" y="462"/>
                      <a:pt x="626" y="462"/>
                    </a:cubicBezTo>
                    <a:cubicBezTo>
                      <a:pt x="635" y="468"/>
                      <a:pt x="644" y="476"/>
                      <a:pt x="654" y="484"/>
                    </a:cubicBezTo>
                    <a:cubicBezTo>
                      <a:pt x="663" y="487"/>
                      <a:pt x="669" y="493"/>
                      <a:pt x="675" y="499"/>
                    </a:cubicBezTo>
                    <a:cubicBezTo>
                      <a:pt x="685" y="504"/>
                      <a:pt x="694" y="512"/>
                      <a:pt x="702" y="518"/>
                    </a:cubicBezTo>
                    <a:cubicBezTo>
                      <a:pt x="702" y="522"/>
                      <a:pt x="705" y="524"/>
                      <a:pt x="705" y="524"/>
                    </a:cubicBezTo>
                    <a:cubicBezTo>
                      <a:pt x="752" y="555"/>
                      <a:pt x="794" y="593"/>
                      <a:pt x="840" y="626"/>
                    </a:cubicBezTo>
                    <a:cubicBezTo>
                      <a:pt x="847" y="632"/>
                      <a:pt x="850" y="637"/>
                      <a:pt x="856" y="639"/>
                    </a:cubicBezTo>
                    <a:cubicBezTo>
                      <a:pt x="3801" y="2973"/>
                      <a:pt x="5756" y="6194"/>
                      <a:pt x="6556" y="9688"/>
                    </a:cubicBezTo>
                    <a:cubicBezTo>
                      <a:pt x="7090" y="9351"/>
                      <a:pt x="7595" y="8964"/>
                      <a:pt x="8062" y="8540"/>
                    </a:cubicBezTo>
                    <a:cubicBezTo>
                      <a:pt x="6759" y="5316"/>
                      <a:pt x="4410" y="2484"/>
                      <a:pt x="1168" y="607"/>
                    </a:cubicBezTo>
                    <a:cubicBezTo>
                      <a:pt x="1122" y="580"/>
                      <a:pt x="1077" y="554"/>
                      <a:pt x="1030" y="527"/>
                    </a:cubicBezTo>
                    <a:cubicBezTo>
                      <a:pt x="1006" y="514"/>
                      <a:pt x="977" y="500"/>
                      <a:pt x="953" y="487"/>
                    </a:cubicBezTo>
                    <a:cubicBezTo>
                      <a:pt x="897" y="454"/>
                      <a:pt x="839" y="423"/>
                      <a:pt x="784" y="392"/>
                    </a:cubicBezTo>
                    <a:cubicBezTo>
                      <a:pt x="779" y="392"/>
                      <a:pt x="772" y="389"/>
                      <a:pt x="766" y="383"/>
                    </a:cubicBezTo>
                    <a:cubicBezTo>
                      <a:pt x="759" y="380"/>
                      <a:pt x="751" y="376"/>
                      <a:pt x="743" y="373"/>
                    </a:cubicBezTo>
                    <a:lnTo>
                      <a:pt x="743" y="371"/>
                    </a:lnTo>
                    <a:cubicBezTo>
                      <a:pt x="737" y="371"/>
                      <a:pt x="735" y="367"/>
                      <a:pt x="728" y="364"/>
                    </a:cubicBezTo>
                    <a:cubicBezTo>
                      <a:pt x="722" y="361"/>
                      <a:pt x="712" y="358"/>
                      <a:pt x="706" y="352"/>
                    </a:cubicBezTo>
                    <a:cubicBezTo>
                      <a:pt x="700" y="349"/>
                      <a:pt x="691" y="345"/>
                      <a:pt x="685" y="342"/>
                    </a:cubicBezTo>
                    <a:cubicBezTo>
                      <a:pt x="678" y="339"/>
                      <a:pt x="674" y="336"/>
                      <a:pt x="671" y="333"/>
                    </a:cubicBezTo>
                    <a:cubicBezTo>
                      <a:pt x="665" y="333"/>
                      <a:pt x="661" y="329"/>
                      <a:pt x="659" y="327"/>
                    </a:cubicBezTo>
                    <a:cubicBezTo>
                      <a:pt x="656" y="327"/>
                      <a:pt x="656" y="324"/>
                      <a:pt x="656" y="324"/>
                    </a:cubicBezTo>
                    <a:cubicBezTo>
                      <a:pt x="655" y="325"/>
                      <a:pt x="654" y="325"/>
                      <a:pt x="653" y="325"/>
                    </a:cubicBezTo>
                    <a:cubicBezTo>
                      <a:pt x="651" y="325"/>
                      <a:pt x="650" y="324"/>
                      <a:pt x="650" y="324"/>
                    </a:cubicBezTo>
                    <a:cubicBezTo>
                      <a:pt x="647" y="321"/>
                      <a:pt x="643" y="321"/>
                      <a:pt x="640" y="318"/>
                    </a:cubicBezTo>
                    <a:cubicBezTo>
                      <a:pt x="634" y="318"/>
                      <a:pt x="630" y="314"/>
                      <a:pt x="628" y="311"/>
                    </a:cubicBezTo>
                    <a:cubicBezTo>
                      <a:pt x="619" y="307"/>
                      <a:pt x="609" y="301"/>
                      <a:pt x="603" y="298"/>
                    </a:cubicBezTo>
                    <a:cubicBezTo>
                      <a:pt x="594" y="295"/>
                      <a:pt x="586" y="288"/>
                      <a:pt x="578" y="286"/>
                    </a:cubicBezTo>
                    <a:lnTo>
                      <a:pt x="578" y="283"/>
                    </a:lnTo>
                    <a:cubicBezTo>
                      <a:pt x="573" y="283"/>
                      <a:pt x="567" y="279"/>
                      <a:pt x="561" y="276"/>
                    </a:cubicBezTo>
                    <a:cubicBezTo>
                      <a:pt x="555" y="274"/>
                      <a:pt x="550" y="270"/>
                      <a:pt x="547" y="267"/>
                    </a:cubicBezTo>
                    <a:cubicBezTo>
                      <a:pt x="532" y="262"/>
                      <a:pt x="521" y="256"/>
                      <a:pt x="508" y="250"/>
                    </a:cubicBezTo>
                    <a:cubicBezTo>
                      <a:pt x="501" y="246"/>
                      <a:pt x="495" y="243"/>
                      <a:pt x="493" y="240"/>
                    </a:cubicBezTo>
                    <a:cubicBezTo>
                      <a:pt x="330" y="161"/>
                      <a:pt x="168" y="80"/>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11"/>
              <p:cNvSpPr/>
              <p:nvPr/>
            </p:nvSpPr>
            <p:spPr>
              <a:xfrm>
                <a:off x="2973913" y="343175"/>
                <a:ext cx="556700" cy="267225"/>
              </a:xfrm>
              <a:custGeom>
                <a:rect b="b" l="l" r="r" t="t"/>
                <a:pathLst>
                  <a:path extrusionOk="0" h="10689" w="22268">
                    <a:moveTo>
                      <a:pt x="11134" y="0"/>
                    </a:moveTo>
                    <a:cubicBezTo>
                      <a:pt x="4985" y="0"/>
                      <a:pt x="0" y="5344"/>
                      <a:pt x="0" y="5344"/>
                    </a:cubicBezTo>
                    <a:cubicBezTo>
                      <a:pt x="0" y="5344"/>
                      <a:pt x="4985" y="10689"/>
                      <a:pt x="11134" y="10689"/>
                    </a:cubicBezTo>
                    <a:cubicBezTo>
                      <a:pt x="17283" y="10689"/>
                      <a:pt x="22267" y="5344"/>
                      <a:pt x="22267" y="5344"/>
                    </a:cubicBezTo>
                    <a:cubicBezTo>
                      <a:pt x="22267" y="5344"/>
                      <a:pt x="17283" y="0"/>
                      <a:pt x="111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11"/>
              <p:cNvSpPr/>
              <p:nvPr/>
            </p:nvSpPr>
            <p:spPr>
              <a:xfrm>
                <a:off x="3135338" y="359875"/>
                <a:ext cx="233850" cy="233850"/>
              </a:xfrm>
              <a:custGeom>
                <a:rect b="b" l="l" r="r" t="t"/>
                <a:pathLst>
                  <a:path extrusionOk="0" h="9354" w="9354">
                    <a:moveTo>
                      <a:pt x="4677" y="0"/>
                    </a:moveTo>
                    <a:cubicBezTo>
                      <a:pt x="2094" y="0"/>
                      <a:pt x="0" y="2094"/>
                      <a:pt x="0" y="4676"/>
                    </a:cubicBezTo>
                    <a:cubicBezTo>
                      <a:pt x="0" y="7259"/>
                      <a:pt x="2094" y="9353"/>
                      <a:pt x="4677" y="9353"/>
                    </a:cubicBezTo>
                    <a:cubicBezTo>
                      <a:pt x="7259" y="9353"/>
                      <a:pt x="9353" y="7259"/>
                      <a:pt x="9353" y="4676"/>
                    </a:cubicBezTo>
                    <a:cubicBezTo>
                      <a:pt x="9353" y="2094"/>
                      <a:pt x="7259" y="0"/>
                      <a:pt x="4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11"/>
              <p:cNvSpPr/>
              <p:nvPr/>
            </p:nvSpPr>
            <p:spPr>
              <a:xfrm>
                <a:off x="3148238" y="377900"/>
                <a:ext cx="208075" cy="197850"/>
              </a:xfrm>
              <a:custGeom>
                <a:rect b="b" l="l" r="r" t="t"/>
                <a:pathLst>
                  <a:path extrusionOk="0" h="7914" w="8323">
                    <a:moveTo>
                      <a:pt x="5073" y="0"/>
                    </a:moveTo>
                    <a:cubicBezTo>
                      <a:pt x="4899" y="0"/>
                      <a:pt x="4724" y="84"/>
                      <a:pt x="4620" y="271"/>
                    </a:cubicBezTo>
                    <a:cubicBezTo>
                      <a:pt x="4520" y="451"/>
                      <a:pt x="4341" y="541"/>
                      <a:pt x="4161" y="541"/>
                    </a:cubicBezTo>
                    <a:cubicBezTo>
                      <a:pt x="3981" y="541"/>
                      <a:pt x="3802" y="451"/>
                      <a:pt x="3702" y="271"/>
                    </a:cubicBezTo>
                    <a:cubicBezTo>
                      <a:pt x="3598" y="84"/>
                      <a:pt x="3423" y="1"/>
                      <a:pt x="3249" y="1"/>
                    </a:cubicBezTo>
                    <a:cubicBezTo>
                      <a:pt x="2979" y="1"/>
                      <a:pt x="2711" y="203"/>
                      <a:pt x="2716" y="536"/>
                    </a:cubicBezTo>
                    <a:cubicBezTo>
                      <a:pt x="2721" y="846"/>
                      <a:pt x="2466" y="1071"/>
                      <a:pt x="2189" y="1071"/>
                    </a:cubicBezTo>
                    <a:cubicBezTo>
                      <a:pt x="2099" y="1071"/>
                      <a:pt x="2006" y="1047"/>
                      <a:pt x="1920" y="995"/>
                    </a:cubicBezTo>
                    <a:cubicBezTo>
                      <a:pt x="1829" y="941"/>
                      <a:pt x="1736" y="917"/>
                      <a:pt x="1647" y="917"/>
                    </a:cubicBezTo>
                    <a:cubicBezTo>
                      <a:pt x="1275" y="917"/>
                      <a:pt x="972" y="1337"/>
                      <a:pt x="1199" y="1716"/>
                    </a:cubicBezTo>
                    <a:cubicBezTo>
                      <a:pt x="1411" y="2067"/>
                      <a:pt x="1157" y="2512"/>
                      <a:pt x="749" y="2512"/>
                    </a:cubicBezTo>
                    <a:cubicBezTo>
                      <a:pt x="746" y="2512"/>
                      <a:pt x="743" y="2512"/>
                      <a:pt x="740" y="2512"/>
                    </a:cubicBezTo>
                    <a:cubicBezTo>
                      <a:pt x="737" y="2512"/>
                      <a:pt x="733" y="2512"/>
                      <a:pt x="730" y="2512"/>
                    </a:cubicBezTo>
                    <a:cubicBezTo>
                      <a:pt x="191" y="2512"/>
                      <a:pt x="0" y="3233"/>
                      <a:pt x="475" y="3498"/>
                    </a:cubicBezTo>
                    <a:cubicBezTo>
                      <a:pt x="835" y="3697"/>
                      <a:pt x="835" y="4216"/>
                      <a:pt x="475" y="4416"/>
                    </a:cubicBezTo>
                    <a:cubicBezTo>
                      <a:pt x="1" y="4680"/>
                      <a:pt x="191" y="5402"/>
                      <a:pt x="731" y="5402"/>
                    </a:cubicBezTo>
                    <a:cubicBezTo>
                      <a:pt x="734" y="5402"/>
                      <a:pt x="737" y="5402"/>
                      <a:pt x="740" y="5402"/>
                    </a:cubicBezTo>
                    <a:cubicBezTo>
                      <a:pt x="743" y="5402"/>
                      <a:pt x="747" y="5402"/>
                      <a:pt x="750" y="5402"/>
                    </a:cubicBezTo>
                    <a:cubicBezTo>
                      <a:pt x="1155" y="5402"/>
                      <a:pt x="1409" y="5846"/>
                      <a:pt x="1199" y="6198"/>
                    </a:cubicBezTo>
                    <a:cubicBezTo>
                      <a:pt x="972" y="6577"/>
                      <a:pt x="1275" y="6997"/>
                      <a:pt x="1648" y="6997"/>
                    </a:cubicBezTo>
                    <a:cubicBezTo>
                      <a:pt x="1737" y="6997"/>
                      <a:pt x="1829" y="6973"/>
                      <a:pt x="1920" y="6919"/>
                    </a:cubicBezTo>
                    <a:cubicBezTo>
                      <a:pt x="2007" y="6866"/>
                      <a:pt x="2100" y="6843"/>
                      <a:pt x="2190" y="6843"/>
                    </a:cubicBezTo>
                    <a:cubicBezTo>
                      <a:pt x="2467" y="6843"/>
                      <a:pt x="2721" y="7067"/>
                      <a:pt x="2716" y="7378"/>
                    </a:cubicBezTo>
                    <a:cubicBezTo>
                      <a:pt x="2711" y="7711"/>
                      <a:pt x="2978" y="7914"/>
                      <a:pt x="3249" y="7914"/>
                    </a:cubicBezTo>
                    <a:cubicBezTo>
                      <a:pt x="3423" y="7914"/>
                      <a:pt x="3598" y="7830"/>
                      <a:pt x="3702" y="7642"/>
                    </a:cubicBezTo>
                    <a:cubicBezTo>
                      <a:pt x="3802" y="7462"/>
                      <a:pt x="3981" y="7372"/>
                      <a:pt x="4161" y="7372"/>
                    </a:cubicBezTo>
                    <a:cubicBezTo>
                      <a:pt x="4341" y="7372"/>
                      <a:pt x="4520" y="7462"/>
                      <a:pt x="4620" y="7642"/>
                    </a:cubicBezTo>
                    <a:cubicBezTo>
                      <a:pt x="4724" y="7829"/>
                      <a:pt x="4899" y="7913"/>
                      <a:pt x="5073" y="7913"/>
                    </a:cubicBezTo>
                    <a:cubicBezTo>
                      <a:pt x="5343" y="7913"/>
                      <a:pt x="5611" y="7711"/>
                      <a:pt x="5606" y="7378"/>
                    </a:cubicBezTo>
                    <a:cubicBezTo>
                      <a:pt x="5601" y="7067"/>
                      <a:pt x="5855" y="6844"/>
                      <a:pt x="6132" y="6844"/>
                    </a:cubicBezTo>
                    <a:cubicBezTo>
                      <a:pt x="6223" y="6844"/>
                      <a:pt x="6315" y="6867"/>
                      <a:pt x="6402" y="6919"/>
                    </a:cubicBezTo>
                    <a:cubicBezTo>
                      <a:pt x="6492" y="6973"/>
                      <a:pt x="6585" y="6997"/>
                      <a:pt x="6674" y="6997"/>
                    </a:cubicBezTo>
                    <a:cubicBezTo>
                      <a:pt x="7046" y="6997"/>
                      <a:pt x="7350" y="6577"/>
                      <a:pt x="7122" y="6198"/>
                    </a:cubicBezTo>
                    <a:cubicBezTo>
                      <a:pt x="6911" y="5846"/>
                      <a:pt x="7165" y="5402"/>
                      <a:pt x="7572" y="5402"/>
                    </a:cubicBezTo>
                    <a:cubicBezTo>
                      <a:pt x="7576" y="5402"/>
                      <a:pt x="7579" y="5402"/>
                      <a:pt x="7582" y="5402"/>
                    </a:cubicBezTo>
                    <a:cubicBezTo>
                      <a:pt x="7585" y="5402"/>
                      <a:pt x="7588" y="5402"/>
                      <a:pt x="7592" y="5402"/>
                    </a:cubicBezTo>
                    <a:cubicBezTo>
                      <a:pt x="8130" y="5402"/>
                      <a:pt x="8323" y="4680"/>
                      <a:pt x="7847" y="4416"/>
                    </a:cubicBezTo>
                    <a:cubicBezTo>
                      <a:pt x="7486" y="4216"/>
                      <a:pt x="7486" y="3697"/>
                      <a:pt x="7847" y="3498"/>
                    </a:cubicBezTo>
                    <a:cubicBezTo>
                      <a:pt x="8320" y="3233"/>
                      <a:pt x="8131" y="2512"/>
                      <a:pt x="7593" y="2512"/>
                    </a:cubicBezTo>
                    <a:cubicBezTo>
                      <a:pt x="7589" y="2512"/>
                      <a:pt x="7586" y="2512"/>
                      <a:pt x="7582" y="2512"/>
                    </a:cubicBezTo>
                    <a:cubicBezTo>
                      <a:pt x="7580" y="2512"/>
                      <a:pt x="7577" y="2512"/>
                      <a:pt x="7574" y="2512"/>
                    </a:cubicBezTo>
                    <a:cubicBezTo>
                      <a:pt x="7167" y="2512"/>
                      <a:pt x="6913" y="2067"/>
                      <a:pt x="7122" y="1716"/>
                    </a:cubicBezTo>
                    <a:cubicBezTo>
                      <a:pt x="7349" y="1337"/>
                      <a:pt x="7047" y="917"/>
                      <a:pt x="6674" y="917"/>
                    </a:cubicBezTo>
                    <a:cubicBezTo>
                      <a:pt x="6585" y="917"/>
                      <a:pt x="6492" y="941"/>
                      <a:pt x="6402" y="995"/>
                    </a:cubicBezTo>
                    <a:cubicBezTo>
                      <a:pt x="6315" y="1048"/>
                      <a:pt x="6222" y="1071"/>
                      <a:pt x="6132" y="1071"/>
                    </a:cubicBezTo>
                    <a:cubicBezTo>
                      <a:pt x="5855" y="1071"/>
                      <a:pt x="5601" y="847"/>
                      <a:pt x="5606" y="536"/>
                    </a:cubicBezTo>
                    <a:cubicBezTo>
                      <a:pt x="5611" y="203"/>
                      <a:pt x="5343" y="0"/>
                      <a:pt x="50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11"/>
              <p:cNvSpPr/>
              <p:nvPr/>
            </p:nvSpPr>
            <p:spPr>
              <a:xfrm>
                <a:off x="3187513" y="412050"/>
                <a:ext cx="129475" cy="129475"/>
              </a:xfrm>
              <a:custGeom>
                <a:rect b="b" l="l" r="r" t="t"/>
                <a:pathLst>
                  <a:path extrusionOk="0" h="5179" w="5179">
                    <a:moveTo>
                      <a:pt x="2590" y="1"/>
                    </a:moveTo>
                    <a:cubicBezTo>
                      <a:pt x="1160" y="1"/>
                      <a:pt x="1" y="1160"/>
                      <a:pt x="1" y="2589"/>
                    </a:cubicBezTo>
                    <a:cubicBezTo>
                      <a:pt x="1" y="4019"/>
                      <a:pt x="1160" y="5178"/>
                      <a:pt x="2590" y="5178"/>
                    </a:cubicBezTo>
                    <a:cubicBezTo>
                      <a:pt x="4020" y="5178"/>
                      <a:pt x="5178" y="4019"/>
                      <a:pt x="5178" y="2589"/>
                    </a:cubicBezTo>
                    <a:cubicBezTo>
                      <a:pt x="5178" y="1160"/>
                      <a:pt x="4020" y="1"/>
                      <a:pt x="25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11"/>
              <p:cNvSpPr/>
              <p:nvPr/>
            </p:nvSpPr>
            <p:spPr>
              <a:xfrm>
                <a:off x="3217888" y="442425"/>
                <a:ext cx="68725" cy="68725"/>
              </a:xfrm>
              <a:custGeom>
                <a:rect b="b" l="l" r="r" t="t"/>
                <a:pathLst>
                  <a:path extrusionOk="0" h="2749" w="2749">
                    <a:moveTo>
                      <a:pt x="1375" y="1"/>
                    </a:moveTo>
                    <a:cubicBezTo>
                      <a:pt x="616" y="1"/>
                      <a:pt x="1" y="616"/>
                      <a:pt x="1" y="1374"/>
                    </a:cubicBezTo>
                    <a:cubicBezTo>
                      <a:pt x="1" y="2133"/>
                      <a:pt x="616" y="2749"/>
                      <a:pt x="1375" y="2749"/>
                    </a:cubicBezTo>
                    <a:cubicBezTo>
                      <a:pt x="2134" y="2749"/>
                      <a:pt x="2749" y="2133"/>
                      <a:pt x="2749" y="1374"/>
                    </a:cubicBezTo>
                    <a:cubicBezTo>
                      <a:pt x="2749" y="616"/>
                      <a:pt x="2134" y="1"/>
                      <a:pt x="13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 name="Google Shape;886;p11"/>
            <p:cNvGrpSpPr/>
            <p:nvPr/>
          </p:nvGrpSpPr>
          <p:grpSpPr>
            <a:xfrm>
              <a:off x="311200" y="506200"/>
              <a:ext cx="402025" cy="804000"/>
              <a:chOff x="2882200" y="374525"/>
              <a:chExt cx="402025" cy="804000"/>
            </a:xfrm>
          </p:grpSpPr>
          <p:sp>
            <p:nvSpPr>
              <p:cNvPr id="887" name="Google Shape;887;p11"/>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11"/>
              <p:cNvSpPr/>
              <p:nvPr/>
            </p:nvSpPr>
            <p:spPr>
              <a:xfrm>
                <a:off x="2882200" y="374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11"/>
              <p:cNvSpPr/>
              <p:nvPr/>
            </p:nvSpPr>
            <p:spPr>
              <a:xfrm>
                <a:off x="3083200" y="374525"/>
                <a:ext cx="201000" cy="201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11"/>
              <p:cNvSpPr/>
              <p:nvPr/>
            </p:nvSpPr>
            <p:spPr>
              <a:xfrm flipH="1">
                <a:off x="3083200" y="575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11"/>
              <p:cNvSpPr/>
              <p:nvPr/>
            </p:nvSpPr>
            <p:spPr>
              <a:xfrm flipH="1">
                <a:off x="2882200" y="575525"/>
                <a:ext cx="201000" cy="201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11"/>
              <p:cNvSpPr/>
              <p:nvPr/>
            </p:nvSpPr>
            <p:spPr>
              <a:xfrm>
                <a:off x="2882200" y="776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11"/>
              <p:cNvSpPr/>
              <p:nvPr/>
            </p:nvSpPr>
            <p:spPr>
              <a:xfrm>
                <a:off x="3083200" y="776525"/>
                <a:ext cx="201000" cy="201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11"/>
              <p:cNvSpPr/>
              <p:nvPr/>
            </p:nvSpPr>
            <p:spPr>
              <a:xfrm flipH="1">
                <a:off x="3083200" y="977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11"/>
              <p:cNvSpPr/>
              <p:nvPr/>
            </p:nvSpPr>
            <p:spPr>
              <a:xfrm flipH="1">
                <a:off x="2882200" y="977525"/>
                <a:ext cx="201000" cy="201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 name="Google Shape;896;p11"/>
            <p:cNvGrpSpPr/>
            <p:nvPr/>
          </p:nvGrpSpPr>
          <p:grpSpPr>
            <a:xfrm rot="-716816">
              <a:off x="551178" y="196556"/>
              <a:ext cx="1002072" cy="904912"/>
              <a:chOff x="1288334" y="649138"/>
              <a:chExt cx="511300" cy="461725"/>
            </a:xfrm>
          </p:grpSpPr>
          <p:sp>
            <p:nvSpPr>
              <p:cNvPr id="897" name="Google Shape;897;p11"/>
              <p:cNvSpPr/>
              <p:nvPr/>
            </p:nvSpPr>
            <p:spPr>
              <a:xfrm>
                <a:off x="1288334" y="649575"/>
                <a:ext cx="511300" cy="457500"/>
              </a:xfrm>
              <a:custGeom>
                <a:rect b="b" l="l" r="r" t="t"/>
                <a:pathLst>
                  <a:path extrusionOk="0" h="18300" w="20452">
                    <a:moveTo>
                      <a:pt x="10584" y="1"/>
                    </a:moveTo>
                    <a:cubicBezTo>
                      <a:pt x="8686" y="1"/>
                      <a:pt x="6787" y="1083"/>
                      <a:pt x="6305" y="3244"/>
                    </a:cubicBezTo>
                    <a:cubicBezTo>
                      <a:pt x="6179" y="3722"/>
                      <a:pt x="6156" y="4251"/>
                      <a:pt x="6167" y="4748"/>
                    </a:cubicBezTo>
                    <a:cubicBezTo>
                      <a:pt x="6042" y="4740"/>
                      <a:pt x="5919" y="4737"/>
                      <a:pt x="5800" y="4737"/>
                    </a:cubicBezTo>
                    <a:cubicBezTo>
                      <a:pt x="1" y="4737"/>
                      <a:pt x="2" y="13593"/>
                      <a:pt x="5801" y="13593"/>
                    </a:cubicBezTo>
                    <a:cubicBezTo>
                      <a:pt x="5920" y="13593"/>
                      <a:pt x="6042" y="13590"/>
                      <a:pt x="6167" y="13582"/>
                    </a:cubicBezTo>
                    <a:lnTo>
                      <a:pt x="6167" y="13582"/>
                    </a:lnTo>
                    <a:cubicBezTo>
                      <a:pt x="5974" y="16727"/>
                      <a:pt x="8278" y="18299"/>
                      <a:pt x="10583" y="18299"/>
                    </a:cubicBezTo>
                    <a:cubicBezTo>
                      <a:pt x="12887" y="18299"/>
                      <a:pt x="15191" y="16727"/>
                      <a:pt x="14998" y="13582"/>
                    </a:cubicBezTo>
                    <a:lnTo>
                      <a:pt x="14998" y="13582"/>
                    </a:lnTo>
                    <a:cubicBezTo>
                      <a:pt x="15072" y="13584"/>
                      <a:pt x="15146" y="13585"/>
                      <a:pt x="15220" y="13585"/>
                    </a:cubicBezTo>
                    <a:cubicBezTo>
                      <a:pt x="15650" y="13585"/>
                      <a:pt x="16093" y="13553"/>
                      <a:pt x="16502" y="13444"/>
                    </a:cubicBezTo>
                    <a:cubicBezTo>
                      <a:pt x="18936" y="12872"/>
                      <a:pt x="20451" y="10063"/>
                      <a:pt x="19570" y="7720"/>
                    </a:cubicBezTo>
                    <a:cubicBezTo>
                      <a:pt x="18978" y="5917"/>
                      <a:pt x="17197" y="4735"/>
                      <a:pt x="15332" y="4735"/>
                    </a:cubicBezTo>
                    <a:cubicBezTo>
                      <a:pt x="15221" y="4735"/>
                      <a:pt x="15109" y="4739"/>
                      <a:pt x="14997" y="4748"/>
                    </a:cubicBezTo>
                    <a:cubicBezTo>
                      <a:pt x="15006" y="4250"/>
                      <a:pt x="14987" y="3723"/>
                      <a:pt x="14859" y="3244"/>
                    </a:cubicBezTo>
                    <a:cubicBezTo>
                      <a:pt x="14377" y="1081"/>
                      <a:pt x="12481" y="1"/>
                      <a:pt x="10584"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11"/>
              <p:cNvSpPr/>
              <p:nvPr/>
            </p:nvSpPr>
            <p:spPr>
              <a:xfrm>
                <a:off x="1323400" y="649138"/>
                <a:ext cx="461700" cy="461725"/>
              </a:xfrm>
              <a:custGeom>
                <a:rect b="b" l="l" r="r" t="t"/>
                <a:pathLst>
                  <a:path extrusionOk="0" h="18469" w="18468">
                    <a:moveTo>
                      <a:pt x="9234" y="0"/>
                    </a:moveTo>
                    <a:cubicBezTo>
                      <a:pt x="8924" y="0"/>
                      <a:pt x="8620" y="33"/>
                      <a:pt x="8324" y="91"/>
                    </a:cubicBezTo>
                    <a:cubicBezTo>
                      <a:pt x="7469" y="274"/>
                      <a:pt x="6707" y="698"/>
                      <a:pt x="6110" y="1293"/>
                    </a:cubicBezTo>
                    <a:cubicBezTo>
                      <a:pt x="6002" y="1401"/>
                      <a:pt x="5902" y="1514"/>
                      <a:pt x="5806" y="1632"/>
                    </a:cubicBezTo>
                    <a:cubicBezTo>
                      <a:pt x="5552" y="1946"/>
                      <a:pt x="5339" y="2292"/>
                      <a:pt x="5176" y="2668"/>
                    </a:cubicBezTo>
                    <a:cubicBezTo>
                      <a:pt x="5130" y="2779"/>
                      <a:pt x="5087" y="2890"/>
                      <a:pt x="5050" y="3004"/>
                    </a:cubicBezTo>
                    <a:cubicBezTo>
                      <a:pt x="5013" y="3105"/>
                      <a:pt x="4982" y="3210"/>
                      <a:pt x="4954" y="3314"/>
                    </a:cubicBezTo>
                    <a:lnTo>
                      <a:pt x="4954" y="3316"/>
                    </a:lnTo>
                    <a:cubicBezTo>
                      <a:pt x="4896" y="3550"/>
                      <a:pt x="4853" y="3793"/>
                      <a:pt x="4834" y="4042"/>
                    </a:cubicBezTo>
                    <a:cubicBezTo>
                      <a:pt x="4823" y="4166"/>
                      <a:pt x="4817" y="4290"/>
                      <a:pt x="4817" y="4417"/>
                    </a:cubicBezTo>
                    <a:lnTo>
                      <a:pt x="4817" y="4817"/>
                    </a:lnTo>
                    <a:lnTo>
                      <a:pt x="4417" y="4817"/>
                    </a:lnTo>
                    <a:cubicBezTo>
                      <a:pt x="4188" y="4817"/>
                      <a:pt x="3961" y="4835"/>
                      <a:pt x="3744" y="4872"/>
                    </a:cubicBezTo>
                    <a:cubicBezTo>
                      <a:pt x="3596" y="4890"/>
                      <a:pt x="3452" y="4918"/>
                      <a:pt x="3310" y="4955"/>
                    </a:cubicBezTo>
                    <a:cubicBezTo>
                      <a:pt x="3305" y="4959"/>
                      <a:pt x="3298" y="4959"/>
                      <a:pt x="3292" y="4961"/>
                    </a:cubicBezTo>
                    <a:lnTo>
                      <a:pt x="3290" y="4961"/>
                    </a:lnTo>
                    <a:cubicBezTo>
                      <a:pt x="2853" y="5076"/>
                      <a:pt x="2444" y="5256"/>
                      <a:pt x="2069" y="5497"/>
                    </a:cubicBezTo>
                    <a:cubicBezTo>
                      <a:pt x="1984" y="5548"/>
                      <a:pt x="1897" y="5607"/>
                      <a:pt x="1817" y="5666"/>
                    </a:cubicBezTo>
                    <a:cubicBezTo>
                      <a:pt x="1753" y="5712"/>
                      <a:pt x="1692" y="5761"/>
                      <a:pt x="1630" y="5811"/>
                    </a:cubicBezTo>
                    <a:cubicBezTo>
                      <a:pt x="861" y="6437"/>
                      <a:pt x="305" y="7315"/>
                      <a:pt x="97" y="8324"/>
                    </a:cubicBezTo>
                    <a:cubicBezTo>
                      <a:pt x="35" y="8615"/>
                      <a:pt x="1" y="8923"/>
                      <a:pt x="1" y="9234"/>
                    </a:cubicBezTo>
                    <a:cubicBezTo>
                      <a:pt x="1" y="9543"/>
                      <a:pt x="35" y="9852"/>
                      <a:pt x="97" y="10143"/>
                    </a:cubicBezTo>
                    <a:cubicBezTo>
                      <a:pt x="274" y="10998"/>
                      <a:pt x="701" y="11763"/>
                      <a:pt x="1295" y="12356"/>
                    </a:cubicBezTo>
                    <a:cubicBezTo>
                      <a:pt x="1403" y="12465"/>
                      <a:pt x="1513" y="12563"/>
                      <a:pt x="1630" y="12659"/>
                    </a:cubicBezTo>
                    <a:cubicBezTo>
                      <a:pt x="1701" y="12717"/>
                      <a:pt x="1775" y="12772"/>
                      <a:pt x="1852" y="12828"/>
                    </a:cubicBezTo>
                    <a:cubicBezTo>
                      <a:pt x="1981" y="12921"/>
                      <a:pt x="2114" y="13006"/>
                      <a:pt x="2252" y="13083"/>
                    </a:cubicBezTo>
                    <a:cubicBezTo>
                      <a:pt x="2579" y="13268"/>
                      <a:pt x="2929" y="13412"/>
                      <a:pt x="3301" y="13510"/>
                    </a:cubicBezTo>
                    <a:cubicBezTo>
                      <a:pt x="3305" y="13510"/>
                      <a:pt x="3311" y="13512"/>
                      <a:pt x="3313" y="13512"/>
                    </a:cubicBezTo>
                    <a:lnTo>
                      <a:pt x="3316" y="13512"/>
                    </a:lnTo>
                    <a:cubicBezTo>
                      <a:pt x="3458" y="13551"/>
                      <a:pt x="3602" y="13577"/>
                      <a:pt x="3750" y="13599"/>
                    </a:cubicBezTo>
                    <a:cubicBezTo>
                      <a:pt x="3968" y="13634"/>
                      <a:pt x="4193" y="13652"/>
                      <a:pt x="4420" y="13652"/>
                    </a:cubicBezTo>
                    <a:lnTo>
                      <a:pt x="4819" y="13652"/>
                    </a:lnTo>
                    <a:lnTo>
                      <a:pt x="4819" y="14052"/>
                    </a:lnTo>
                    <a:cubicBezTo>
                      <a:pt x="4819" y="14105"/>
                      <a:pt x="4819" y="14154"/>
                      <a:pt x="4825" y="14203"/>
                    </a:cubicBezTo>
                    <a:cubicBezTo>
                      <a:pt x="4825" y="14336"/>
                      <a:pt x="4838" y="14465"/>
                      <a:pt x="4853" y="14594"/>
                    </a:cubicBezTo>
                    <a:cubicBezTo>
                      <a:pt x="4875" y="14785"/>
                      <a:pt x="4911" y="14972"/>
                      <a:pt x="4957" y="15156"/>
                    </a:cubicBezTo>
                    <a:cubicBezTo>
                      <a:pt x="5119" y="15780"/>
                      <a:pt x="5412" y="16352"/>
                      <a:pt x="5809" y="16837"/>
                    </a:cubicBezTo>
                    <a:cubicBezTo>
                      <a:pt x="6435" y="17608"/>
                      <a:pt x="7316" y="18166"/>
                      <a:pt x="8326" y="18377"/>
                    </a:cubicBezTo>
                    <a:cubicBezTo>
                      <a:pt x="8620" y="18435"/>
                      <a:pt x="8925" y="18469"/>
                      <a:pt x="9235" y="18469"/>
                    </a:cubicBezTo>
                    <a:cubicBezTo>
                      <a:pt x="9545" y="18469"/>
                      <a:pt x="9849" y="18435"/>
                      <a:pt x="10144" y="18377"/>
                    </a:cubicBezTo>
                    <a:cubicBezTo>
                      <a:pt x="10995" y="18196"/>
                      <a:pt x="11758" y="17771"/>
                      <a:pt x="12354" y="17175"/>
                    </a:cubicBezTo>
                    <a:cubicBezTo>
                      <a:pt x="12462" y="17068"/>
                      <a:pt x="12563" y="16954"/>
                      <a:pt x="12658" y="16837"/>
                    </a:cubicBezTo>
                    <a:cubicBezTo>
                      <a:pt x="13054" y="16352"/>
                      <a:pt x="13347" y="15781"/>
                      <a:pt x="13509" y="15156"/>
                    </a:cubicBezTo>
                    <a:cubicBezTo>
                      <a:pt x="13554" y="14981"/>
                      <a:pt x="13590" y="14800"/>
                      <a:pt x="13612" y="14619"/>
                    </a:cubicBezTo>
                    <a:cubicBezTo>
                      <a:pt x="13632" y="14461"/>
                      <a:pt x="13646" y="14305"/>
                      <a:pt x="13646" y="14145"/>
                    </a:cubicBezTo>
                    <a:cubicBezTo>
                      <a:pt x="13648" y="14115"/>
                      <a:pt x="13648" y="14084"/>
                      <a:pt x="13648" y="14053"/>
                    </a:cubicBezTo>
                    <a:lnTo>
                      <a:pt x="13648" y="13654"/>
                    </a:lnTo>
                    <a:lnTo>
                      <a:pt x="14050" y="13654"/>
                    </a:lnTo>
                    <a:cubicBezTo>
                      <a:pt x="14333" y="13654"/>
                      <a:pt x="14609" y="13626"/>
                      <a:pt x="14880" y="13573"/>
                    </a:cubicBezTo>
                    <a:cubicBezTo>
                      <a:pt x="14972" y="13558"/>
                      <a:pt x="15065" y="13537"/>
                      <a:pt x="15153" y="13515"/>
                    </a:cubicBezTo>
                    <a:cubicBezTo>
                      <a:pt x="15200" y="13502"/>
                      <a:pt x="15245" y="13491"/>
                      <a:pt x="15292" y="13475"/>
                    </a:cubicBezTo>
                    <a:cubicBezTo>
                      <a:pt x="15676" y="13365"/>
                      <a:pt x="16036" y="13202"/>
                      <a:pt x="16367" y="12995"/>
                    </a:cubicBezTo>
                    <a:cubicBezTo>
                      <a:pt x="16505" y="12913"/>
                      <a:pt x="16638" y="12820"/>
                      <a:pt x="16760" y="12722"/>
                    </a:cubicBezTo>
                    <a:cubicBezTo>
                      <a:pt x="16789" y="12704"/>
                      <a:pt x="16814" y="12686"/>
                      <a:pt x="16838" y="12664"/>
                    </a:cubicBezTo>
                    <a:cubicBezTo>
                      <a:pt x="17409" y="12194"/>
                      <a:pt x="17864" y="11589"/>
                      <a:pt x="18147" y="10894"/>
                    </a:cubicBezTo>
                    <a:lnTo>
                      <a:pt x="18147" y="10892"/>
                    </a:lnTo>
                    <a:lnTo>
                      <a:pt x="18249" y="10603"/>
                    </a:lnTo>
                    <a:lnTo>
                      <a:pt x="18249" y="10600"/>
                    </a:lnTo>
                    <a:cubicBezTo>
                      <a:pt x="18298" y="10453"/>
                      <a:pt x="18341" y="10302"/>
                      <a:pt x="18372" y="10149"/>
                    </a:cubicBezTo>
                    <a:cubicBezTo>
                      <a:pt x="18434" y="9857"/>
                      <a:pt x="18467" y="9550"/>
                      <a:pt x="18467" y="9239"/>
                    </a:cubicBezTo>
                    <a:cubicBezTo>
                      <a:pt x="18467" y="8928"/>
                      <a:pt x="18434" y="8622"/>
                      <a:pt x="18370" y="8321"/>
                    </a:cubicBezTo>
                    <a:cubicBezTo>
                      <a:pt x="18346" y="8211"/>
                      <a:pt x="18322" y="8100"/>
                      <a:pt x="18291" y="7993"/>
                    </a:cubicBezTo>
                    <a:lnTo>
                      <a:pt x="18291" y="7986"/>
                    </a:lnTo>
                    <a:lnTo>
                      <a:pt x="18224" y="7790"/>
                    </a:lnTo>
                    <a:cubicBezTo>
                      <a:pt x="18224" y="7788"/>
                      <a:pt x="18224" y="7788"/>
                      <a:pt x="18220" y="7788"/>
                    </a:cubicBezTo>
                    <a:cubicBezTo>
                      <a:pt x="18002" y="7148"/>
                      <a:pt x="17639" y="6576"/>
                      <a:pt x="17172" y="6110"/>
                    </a:cubicBezTo>
                    <a:cubicBezTo>
                      <a:pt x="17064" y="6001"/>
                      <a:pt x="16954" y="5903"/>
                      <a:pt x="16837" y="5805"/>
                    </a:cubicBezTo>
                    <a:cubicBezTo>
                      <a:pt x="16825" y="5796"/>
                      <a:pt x="16816" y="5787"/>
                      <a:pt x="16804" y="5781"/>
                    </a:cubicBezTo>
                    <a:cubicBezTo>
                      <a:pt x="16690" y="5689"/>
                      <a:pt x="16569" y="5602"/>
                      <a:pt x="16448" y="5523"/>
                    </a:cubicBezTo>
                    <a:cubicBezTo>
                      <a:pt x="16120" y="5313"/>
                      <a:pt x="15764" y="5145"/>
                      <a:pt x="15387" y="5022"/>
                    </a:cubicBezTo>
                    <a:cubicBezTo>
                      <a:pt x="15310" y="4997"/>
                      <a:pt x="15233" y="4977"/>
                      <a:pt x="15153" y="4955"/>
                    </a:cubicBezTo>
                    <a:cubicBezTo>
                      <a:pt x="15077" y="4935"/>
                      <a:pt x="14998" y="4918"/>
                      <a:pt x="14917" y="4902"/>
                    </a:cubicBezTo>
                    <a:cubicBezTo>
                      <a:pt x="14637" y="4847"/>
                      <a:pt x="14348" y="4816"/>
                      <a:pt x="14050" y="4816"/>
                    </a:cubicBezTo>
                    <a:lnTo>
                      <a:pt x="13648" y="4816"/>
                    </a:lnTo>
                    <a:lnTo>
                      <a:pt x="13648" y="4415"/>
                    </a:lnTo>
                    <a:cubicBezTo>
                      <a:pt x="13648" y="4280"/>
                      <a:pt x="13642" y="4145"/>
                      <a:pt x="13626" y="4013"/>
                    </a:cubicBezTo>
                    <a:cubicBezTo>
                      <a:pt x="13606" y="3773"/>
                      <a:pt x="13566" y="3540"/>
                      <a:pt x="13508" y="3315"/>
                    </a:cubicBezTo>
                    <a:lnTo>
                      <a:pt x="13508" y="3313"/>
                    </a:lnTo>
                    <a:cubicBezTo>
                      <a:pt x="13346" y="2690"/>
                      <a:pt x="13053" y="2117"/>
                      <a:pt x="12657" y="1632"/>
                    </a:cubicBezTo>
                    <a:cubicBezTo>
                      <a:pt x="12033" y="860"/>
                      <a:pt x="11151" y="303"/>
                      <a:pt x="10143" y="91"/>
                    </a:cubicBezTo>
                    <a:cubicBezTo>
                      <a:pt x="9849" y="33"/>
                      <a:pt x="9543" y="0"/>
                      <a:pt x="9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11"/>
              <p:cNvSpPr/>
              <p:nvPr/>
            </p:nvSpPr>
            <p:spPr>
              <a:xfrm>
                <a:off x="1731350" y="787313"/>
                <a:ext cx="12175" cy="11600"/>
              </a:xfrm>
              <a:custGeom>
                <a:rect b="b" l="l" r="r" t="t"/>
                <a:pathLst>
                  <a:path extrusionOk="0" h="464" w="487">
                    <a:moveTo>
                      <a:pt x="130" y="1"/>
                    </a:moveTo>
                    <a:cubicBezTo>
                      <a:pt x="53" y="41"/>
                      <a:pt x="1" y="125"/>
                      <a:pt x="1" y="216"/>
                    </a:cubicBezTo>
                    <a:cubicBezTo>
                      <a:pt x="1" y="352"/>
                      <a:pt x="111" y="463"/>
                      <a:pt x="246" y="463"/>
                    </a:cubicBezTo>
                    <a:cubicBezTo>
                      <a:pt x="369" y="463"/>
                      <a:pt x="468" y="373"/>
                      <a:pt x="487" y="260"/>
                    </a:cubicBezTo>
                    <a:cubicBezTo>
                      <a:pt x="373" y="169"/>
                      <a:pt x="253" y="82"/>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11"/>
              <p:cNvSpPr/>
              <p:nvPr/>
            </p:nvSpPr>
            <p:spPr>
              <a:xfrm>
                <a:off x="1731375" y="823613"/>
                <a:ext cx="12325" cy="12375"/>
              </a:xfrm>
              <a:custGeom>
                <a:rect b="b" l="l" r="r" t="t"/>
                <a:pathLst>
                  <a:path extrusionOk="0" h="495" w="493">
                    <a:moveTo>
                      <a:pt x="247" y="1"/>
                    </a:moveTo>
                    <a:cubicBezTo>
                      <a:pt x="111" y="1"/>
                      <a:pt x="1" y="111"/>
                      <a:pt x="1" y="247"/>
                    </a:cubicBezTo>
                    <a:cubicBezTo>
                      <a:pt x="1" y="384"/>
                      <a:pt x="111" y="494"/>
                      <a:pt x="247" y="494"/>
                    </a:cubicBezTo>
                    <a:cubicBezTo>
                      <a:pt x="382" y="494"/>
                      <a:pt x="493" y="384"/>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11"/>
              <p:cNvSpPr/>
              <p:nvPr/>
            </p:nvSpPr>
            <p:spPr>
              <a:xfrm>
                <a:off x="1731375" y="860688"/>
                <a:ext cx="12325" cy="12350"/>
              </a:xfrm>
              <a:custGeom>
                <a:rect b="b" l="l" r="r" t="t"/>
                <a:pathLst>
                  <a:path extrusionOk="0" h="494" w="493">
                    <a:moveTo>
                      <a:pt x="247" y="1"/>
                    </a:moveTo>
                    <a:cubicBezTo>
                      <a:pt x="111" y="1"/>
                      <a:pt x="1" y="111"/>
                      <a:pt x="1" y="247"/>
                    </a:cubicBezTo>
                    <a:cubicBezTo>
                      <a:pt x="1" y="383"/>
                      <a:pt x="111" y="493"/>
                      <a:pt x="247" y="493"/>
                    </a:cubicBezTo>
                    <a:cubicBezTo>
                      <a:pt x="382" y="493"/>
                      <a:pt x="493" y="383"/>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11"/>
              <p:cNvSpPr/>
              <p:nvPr/>
            </p:nvSpPr>
            <p:spPr>
              <a:xfrm>
                <a:off x="1768375" y="842138"/>
                <a:ext cx="12325" cy="12425"/>
              </a:xfrm>
              <a:custGeom>
                <a:rect b="b" l="l" r="r" t="t"/>
                <a:pathLst>
                  <a:path extrusionOk="0" h="497" w="493">
                    <a:moveTo>
                      <a:pt x="246" y="1"/>
                    </a:moveTo>
                    <a:cubicBezTo>
                      <a:pt x="111" y="1"/>
                      <a:pt x="0" y="112"/>
                      <a:pt x="0" y="247"/>
                    </a:cubicBezTo>
                    <a:cubicBezTo>
                      <a:pt x="0" y="386"/>
                      <a:pt x="111" y="496"/>
                      <a:pt x="246" y="496"/>
                    </a:cubicBezTo>
                    <a:cubicBezTo>
                      <a:pt x="373" y="496"/>
                      <a:pt x="477" y="403"/>
                      <a:pt x="493" y="280"/>
                    </a:cubicBezTo>
                    <a:lnTo>
                      <a:pt x="493" y="274"/>
                    </a:lnTo>
                    <a:lnTo>
                      <a:pt x="425" y="77"/>
                    </a:lnTo>
                    <a:cubicBezTo>
                      <a:pt x="425" y="74"/>
                      <a:pt x="425" y="74"/>
                      <a:pt x="421" y="74"/>
                    </a:cubicBezTo>
                    <a:cubicBezTo>
                      <a:pt x="378" y="28"/>
                      <a:pt x="317"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11"/>
              <p:cNvSpPr/>
              <p:nvPr/>
            </p:nvSpPr>
            <p:spPr>
              <a:xfrm>
                <a:off x="1768400" y="879188"/>
                <a:ext cx="12325" cy="12350"/>
              </a:xfrm>
              <a:custGeom>
                <a:rect b="b" l="l" r="r" t="t"/>
                <a:pathLst>
                  <a:path extrusionOk="0" h="494"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11"/>
              <p:cNvSpPr/>
              <p:nvPr/>
            </p:nvSpPr>
            <p:spPr>
              <a:xfrm>
                <a:off x="1658750" y="749638"/>
                <a:ext cx="5850" cy="12150"/>
              </a:xfrm>
              <a:custGeom>
                <a:rect b="b" l="l" r="r" t="t"/>
                <a:pathLst>
                  <a:path extrusionOk="0" h="486" w="234">
                    <a:moveTo>
                      <a:pt x="212" y="0"/>
                    </a:moveTo>
                    <a:cubicBezTo>
                      <a:pt x="92" y="18"/>
                      <a:pt x="0" y="120"/>
                      <a:pt x="0" y="243"/>
                    </a:cubicBezTo>
                    <a:cubicBezTo>
                      <a:pt x="0" y="372"/>
                      <a:pt x="103" y="479"/>
                      <a:pt x="234" y="485"/>
                    </a:cubicBezTo>
                    <a:lnTo>
                      <a:pt x="234" y="402"/>
                    </a:lnTo>
                    <a:cubicBezTo>
                      <a:pt x="234" y="268"/>
                      <a:pt x="228" y="133"/>
                      <a:pt x="2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11"/>
              <p:cNvSpPr/>
              <p:nvPr/>
            </p:nvSpPr>
            <p:spPr>
              <a:xfrm>
                <a:off x="16587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11"/>
              <p:cNvSpPr/>
              <p:nvPr/>
            </p:nvSpPr>
            <p:spPr>
              <a:xfrm>
                <a:off x="16587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11"/>
              <p:cNvSpPr/>
              <p:nvPr/>
            </p:nvSpPr>
            <p:spPr>
              <a:xfrm>
                <a:off x="1695875" y="771838"/>
                <a:ext cx="12225" cy="8575"/>
              </a:xfrm>
              <a:custGeom>
                <a:rect b="b" l="l" r="r" t="t"/>
                <a:pathLst>
                  <a:path extrusionOk="0" h="343" w="489">
                    <a:moveTo>
                      <a:pt x="18" y="1"/>
                    </a:moveTo>
                    <a:cubicBezTo>
                      <a:pt x="7" y="29"/>
                      <a:pt x="1" y="62"/>
                      <a:pt x="1" y="97"/>
                    </a:cubicBezTo>
                    <a:cubicBezTo>
                      <a:pt x="1" y="232"/>
                      <a:pt x="111" y="342"/>
                      <a:pt x="246" y="342"/>
                    </a:cubicBezTo>
                    <a:cubicBezTo>
                      <a:pt x="372" y="342"/>
                      <a:pt x="476" y="243"/>
                      <a:pt x="489" y="120"/>
                    </a:cubicBezTo>
                    <a:cubicBezTo>
                      <a:pt x="411" y="97"/>
                      <a:pt x="334" y="74"/>
                      <a:pt x="254" y="53"/>
                    </a:cubicBezTo>
                    <a:cubicBezTo>
                      <a:pt x="178" y="35"/>
                      <a:pt x="99" y="16"/>
                      <a:pt x="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11"/>
              <p:cNvSpPr/>
              <p:nvPr/>
            </p:nvSpPr>
            <p:spPr>
              <a:xfrm>
                <a:off x="1695825" y="805088"/>
                <a:ext cx="12350" cy="12350"/>
              </a:xfrm>
              <a:custGeom>
                <a:rect b="b" l="l" r="r" t="t"/>
                <a:pathLst>
                  <a:path extrusionOk="0" h="494" w="494">
                    <a:moveTo>
                      <a:pt x="247" y="1"/>
                    </a:moveTo>
                    <a:cubicBezTo>
                      <a:pt x="111" y="1"/>
                      <a:pt x="0" y="111"/>
                      <a:pt x="0" y="246"/>
                    </a:cubicBezTo>
                    <a:cubicBezTo>
                      <a:pt x="0"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11"/>
              <p:cNvSpPr/>
              <p:nvPr/>
            </p:nvSpPr>
            <p:spPr>
              <a:xfrm>
                <a:off x="1695825" y="842138"/>
                <a:ext cx="12350" cy="12375"/>
              </a:xfrm>
              <a:custGeom>
                <a:rect b="b" l="l" r="r" t="t"/>
                <a:pathLst>
                  <a:path extrusionOk="0" h="495"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11"/>
              <p:cNvSpPr/>
              <p:nvPr/>
            </p:nvSpPr>
            <p:spPr>
              <a:xfrm>
                <a:off x="1695825" y="879188"/>
                <a:ext cx="12350" cy="12350"/>
              </a:xfrm>
              <a:custGeom>
                <a:rect b="b" l="l" r="r" t="t"/>
                <a:pathLst>
                  <a:path extrusionOk="0" h="494"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11"/>
              <p:cNvSpPr/>
              <p:nvPr/>
            </p:nvSpPr>
            <p:spPr>
              <a:xfrm>
                <a:off x="158620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11"/>
              <p:cNvSpPr/>
              <p:nvPr/>
            </p:nvSpPr>
            <p:spPr>
              <a:xfrm>
                <a:off x="158620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11"/>
              <p:cNvSpPr/>
              <p:nvPr/>
            </p:nvSpPr>
            <p:spPr>
              <a:xfrm>
                <a:off x="1623275" y="69393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11"/>
              <p:cNvSpPr/>
              <p:nvPr/>
            </p:nvSpPr>
            <p:spPr>
              <a:xfrm>
                <a:off x="158620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11"/>
              <p:cNvSpPr/>
              <p:nvPr/>
            </p:nvSpPr>
            <p:spPr>
              <a:xfrm>
                <a:off x="158620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11"/>
              <p:cNvSpPr/>
              <p:nvPr/>
            </p:nvSpPr>
            <p:spPr>
              <a:xfrm>
                <a:off x="158620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11"/>
              <p:cNvSpPr/>
              <p:nvPr/>
            </p:nvSpPr>
            <p:spPr>
              <a:xfrm>
                <a:off x="1623275" y="73098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11"/>
              <p:cNvSpPr/>
              <p:nvPr/>
            </p:nvSpPr>
            <p:spPr>
              <a:xfrm>
                <a:off x="1623275" y="768063"/>
                <a:ext cx="12325" cy="12350"/>
              </a:xfrm>
              <a:custGeom>
                <a:rect b="b" l="l" r="r" t="t"/>
                <a:pathLst>
                  <a:path extrusionOk="0" h="494" w="493">
                    <a:moveTo>
                      <a:pt x="246" y="1"/>
                    </a:moveTo>
                    <a:cubicBezTo>
                      <a:pt x="111" y="1"/>
                      <a:pt x="0" y="111"/>
                      <a:pt x="0" y="248"/>
                    </a:cubicBezTo>
                    <a:cubicBezTo>
                      <a:pt x="0"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11"/>
              <p:cNvSpPr/>
              <p:nvPr/>
            </p:nvSpPr>
            <p:spPr>
              <a:xfrm>
                <a:off x="1623275" y="805088"/>
                <a:ext cx="12325" cy="12350"/>
              </a:xfrm>
              <a:custGeom>
                <a:rect b="b" l="l" r="r" t="t"/>
                <a:pathLst>
                  <a:path extrusionOk="0" h="494" w="493">
                    <a:moveTo>
                      <a:pt x="246" y="1"/>
                    </a:moveTo>
                    <a:cubicBezTo>
                      <a:pt x="111" y="1"/>
                      <a:pt x="0" y="111"/>
                      <a:pt x="0" y="246"/>
                    </a:cubicBezTo>
                    <a:cubicBezTo>
                      <a:pt x="0"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11"/>
              <p:cNvSpPr/>
              <p:nvPr/>
            </p:nvSpPr>
            <p:spPr>
              <a:xfrm>
                <a:off x="1623275" y="842138"/>
                <a:ext cx="12325" cy="12375"/>
              </a:xfrm>
              <a:custGeom>
                <a:rect b="b" l="l" r="r" t="t"/>
                <a:pathLst>
                  <a:path extrusionOk="0" h="495"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11"/>
              <p:cNvSpPr/>
              <p:nvPr/>
            </p:nvSpPr>
            <p:spPr>
              <a:xfrm>
                <a:off x="151365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11"/>
              <p:cNvSpPr/>
              <p:nvPr/>
            </p:nvSpPr>
            <p:spPr>
              <a:xfrm>
                <a:off x="151365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11"/>
              <p:cNvSpPr/>
              <p:nvPr/>
            </p:nvSpPr>
            <p:spPr>
              <a:xfrm>
                <a:off x="1550700" y="693938"/>
                <a:ext cx="12350" cy="12375"/>
              </a:xfrm>
              <a:custGeom>
                <a:rect b="b" l="l" r="r" t="t"/>
                <a:pathLst>
                  <a:path extrusionOk="0" h="495" w="494">
                    <a:moveTo>
                      <a:pt x="247" y="1"/>
                    </a:moveTo>
                    <a:cubicBezTo>
                      <a:pt x="111" y="1"/>
                      <a:pt x="0" y="111"/>
                      <a:pt x="0" y="248"/>
                    </a:cubicBezTo>
                    <a:cubicBezTo>
                      <a:pt x="0"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11"/>
              <p:cNvSpPr/>
              <p:nvPr/>
            </p:nvSpPr>
            <p:spPr>
              <a:xfrm>
                <a:off x="151365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11"/>
              <p:cNvSpPr/>
              <p:nvPr/>
            </p:nvSpPr>
            <p:spPr>
              <a:xfrm>
                <a:off x="151365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11"/>
              <p:cNvSpPr/>
              <p:nvPr/>
            </p:nvSpPr>
            <p:spPr>
              <a:xfrm>
                <a:off x="151365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11"/>
              <p:cNvSpPr/>
              <p:nvPr/>
            </p:nvSpPr>
            <p:spPr>
              <a:xfrm>
                <a:off x="1550700" y="656913"/>
                <a:ext cx="12350" cy="12325"/>
              </a:xfrm>
              <a:custGeom>
                <a:rect b="b" l="l" r="r" t="t"/>
                <a:pathLst>
                  <a:path extrusionOk="0" h="493" w="494">
                    <a:moveTo>
                      <a:pt x="247" y="0"/>
                    </a:moveTo>
                    <a:cubicBezTo>
                      <a:pt x="111" y="0"/>
                      <a:pt x="0" y="110"/>
                      <a:pt x="0" y="247"/>
                    </a:cubicBezTo>
                    <a:cubicBezTo>
                      <a:pt x="0" y="383"/>
                      <a:pt x="111" y="492"/>
                      <a:pt x="247" y="492"/>
                    </a:cubicBezTo>
                    <a:cubicBezTo>
                      <a:pt x="383" y="492"/>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11"/>
              <p:cNvSpPr/>
              <p:nvPr/>
            </p:nvSpPr>
            <p:spPr>
              <a:xfrm>
                <a:off x="1449650" y="715963"/>
                <a:ext cx="3775" cy="8400"/>
              </a:xfrm>
              <a:custGeom>
                <a:rect b="b" l="l" r="r" t="t"/>
                <a:pathLst>
                  <a:path extrusionOk="0" h="336" w="151">
                    <a:moveTo>
                      <a:pt x="126" y="0"/>
                    </a:moveTo>
                    <a:cubicBezTo>
                      <a:pt x="80" y="111"/>
                      <a:pt x="37" y="222"/>
                      <a:pt x="0" y="336"/>
                    </a:cubicBezTo>
                    <a:cubicBezTo>
                      <a:pt x="89" y="295"/>
                      <a:pt x="151" y="211"/>
                      <a:pt x="151" y="109"/>
                    </a:cubicBezTo>
                    <a:cubicBezTo>
                      <a:pt x="151" y="68"/>
                      <a:pt x="142" y="35"/>
                      <a:pt x="1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11"/>
              <p:cNvSpPr/>
              <p:nvPr/>
            </p:nvSpPr>
            <p:spPr>
              <a:xfrm>
                <a:off x="1478150" y="6939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11"/>
              <p:cNvSpPr/>
              <p:nvPr/>
            </p:nvSpPr>
            <p:spPr>
              <a:xfrm>
                <a:off x="1443800" y="749563"/>
                <a:ext cx="9625" cy="12350"/>
              </a:xfrm>
              <a:custGeom>
                <a:rect b="b" l="l" r="r" t="t"/>
                <a:pathLst>
                  <a:path extrusionOk="0" h="494" w="385">
                    <a:moveTo>
                      <a:pt x="140" y="1"/>
                    </a:moveTo>
                    <a:cubicBezTo>
                      <a:pt x="139" y="1"/>
                      <a:pt x="139" y="1"/>
                      <a:pt x="138" y="1"/>
                    </a:cubicBezTo>
                    <a:cubicBezTo>
                      <a:pt x="96" y="1"/>
                      <a:pt x="53" y="14"/>
                      <a:pt x="18" y="32"/>
                    </a:cubicBezTo>
                    <a:cubicBezTo>
                      <a:pt x="7" y="156"/>
                      <a:pt x="1" y="282"/>
                      <a:pt x="1" y="408"/>
                    </a:cubicBezTo>
                    <a:lnTo>
                      <a:pt x="1" y="450"/>
                    </a:lnTo>
                    <a:cubicBezTo>
                      <a:pt x="40" y="478"/>
                      <a:pt x="86" y="493"/>
                      <a:pt x="138" y="493"/>
                    </a:cubicBezTo>
                    <a:cubicBezTo>
                      <a:pt x="274" y="493"/>
                      <a:pt x="385" y="382"/>
                      <a:pt x="385" y="247"/>
                    </a:cubicBezTo>
                    <a:cubicBezTo>
                      <a:pt x="385" y="112"/>
                      <a:pt x="276" y="1"/>
                      <a:pt x="1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11"/>
              <p:cNvSpPr/>
              <p:nvPr/>
            </p:nvSpPr>
            <p:spPr>
              <a:xfrm>
                <a:off x="14410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11"/>
              <p:cNvSpPr/>
              <p:nvPr/>
            </p:nvSpPr>
            <p:spPr>
              <a:xfrm>
                <a:off x="14410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11"/>
              <p:cNvSpPr/>
              <p:nvPr/>
            </p:nvSpPr>
            <p:spPr>
              <a:xfrm>
                <a:off x="1478150" y="73098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11"/>
              <p:cNvSpPr/>
              <p:nvPr/>
            </p:nvSpPr>
            <p:spPr>
              <a:xfrm>
                <a:off x="1478150" y="76806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11"/>
              <p:cNvSpPr/>
              <p:nvPr/>
            </p:nvSpPr>
            <p:spPr>
              <a:xfrm>
                <a:off x="1478150" y="805088"/>
                <a:ext cx="12325" cy="12350"/>
              </a:xfrm>
              <a:custGeom>
                <a:rect b="b" l="l" r="r" t="t"/>
                <a:pathLst>
                  <a:path extrusionOk="0" h="494" w="493">
                    <a:moveTo>
                      <a:pt x="246" y="1"/>
                    </a:moveTo>
                    <a:cubicBezTo>
                      <a:pt x="111" y="1"/>
                      <a:pt x="1" y="111"/>
                      <a:pt x="1" y="246"/>
                    </a:cubicBezTo>
                    <a:cubicBezTo>
                      <a:pt x="1"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11"/>
              <p:cNvSpPr/>
              <p:nvPr/>
            </p:nvSpPr>
            <p:spPr>
              <a:xfrm>
                <a:off x="1478150"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11"/>
              <p:cNvSpPr/>
              <p:nvPr/>
            </p:nvSpPr>
            <p:spPr>
              <a:xfrm>
                <a:off x="1368500" y="786663"/>
                <a:ext cx="12400" cy="12275"/>
              </a:xfrm>
              <a:custGeom>
                <a:rect b="b" l="l" r="r" t="t"/>
                <a:pathLst>
                  <a:path extrusionOk="0" h="491" w="496">
                    <a:moveTo>
                      <a:pt x="265" y="1"/>
                    </a:moveTo>
                    <a:cubicBezTo>
                      <a:pt x="179" y="53"/>
                      <a:pt x="93" y="112"/>
                      <a:pt x="13" y="170"/>
                    </a:cubicBezTo>
                    <a:cubicBezTo>
                      <a:pt x="3" y="191"/>
                      <a:pt x="1" y="219"/>
                      <a:pt x="1" y="243"/>
                    </a:cubicBezTo>
                    <a:cubicBezTo>
                      <a:pt x="1" y="379"/>
                      <a:pt x="111" y="490"/>
                      <a:pt x="246" y="490"/>
                    </a:cubicBezTo>
                    <a:cubicBezTo>
                      <a:pt x="384" y="490"/>
                      <a:pt x="496" y="379"/>
                      <a:pt x="496" y="243"/>
                    </a:cubicBezTo>
                    <a:cubicBezTo>
                      <a:pt x="496" y="114"/>
                      <a:pt x="394" y="7"/>
                      <a:pt x="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11"/>
              <p:cNvSpPr/>
              <p:nvPr/>
            </p:nvSpPr>
            <p:spPr>
              <a:xfrm>
                <a:off x="136852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11"/>
              <p:cNvSpPr/>
              <p:nvPr/>
            </p:nvSpPr>
            <p:spPr>
              <a:xfrm>
                <a:off x="1368525" y="86068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11"/>
              <p:cNvSpPr/>
              <p:nvPr/>
            </p:nvSpPr>
            <p:spPr>
              <a:xfrm>
                <a:off x="1405525" y="771063"/>
                <a:ext cx="12400" cy="9350"/>
              </a:xfrm>
              <a:custGeom>
                <a:rect b="b" l="l" r="r" t="t"/>
                <a:pathLst>
                  <a:path extrusionOk="0" h="374" w="496">
                    <a:moveTo>
                      <a:pt x="457" y="1"/>
                    </a:moveTo>
                    <a:cubicBezTo>
                      <a:pt x="310" y="19"/>
                      <a:pt x="166" y="46"/>
                      <a:pt x="23" y="83"/>
                    </a:cubicBezTo>
                    <a:cubicBezTo>
                      <a:pt x="18" y="87"/>
                      <a:pt x="12" y="87"/>
                      <a:pt x="6" y="89"/>
                    </a:cubicBezTo>
                    <a:lnTo>
                      <a:pt x="3" y="89"/>
                    </a:lnTo>
                    <a:cubicBezTo>
                      <a:pt x="0" y="103"/>
                      <a:pt x="0" y="114"/>
                      <a:pt x="0" y="128"/>
                    </a:cubicBezTo>
                    <a:cubicBezTo>
                      <a:pt x="0" y="263"/>
                      <a:pt x="111" y="373"/>
                      <a:pt x="249" y="373"/>
                    </a:cubicBezTo>
                    <a:cubicBezTo>
                      <a:pt x="384" y="373"/>
                      <a:pt x="496" y="263"/>
                      <a:pt x="496" y="128"/>
                    </a:cubicBezTo>
                    <a:cubicBezTo>
                      <a:pt x="496" y="81"/>
                      <a:pt x="484" y="38"/>
                      <a:pt x="4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11"/>
              <p:cNvSpPr/>
              <p:nvPr/>
            </p:nvSpPr>
            <p:spPr>
              <a:xfrm>
                <a:off x="1405575" y="805088"/>
                <a:ext cx="12350" cy="12350"/>
              </a:xfrm>
              <a:custGeom>
                <a:rect b="b" l="l" r="r" t="t"/>
                <a:pathLst>
                  <a:path extrusionOk="0" h="494" w="494">
                    <a:moveTo>
                      <a:pt x="247" y="1"/>
                    </a:moveTo>
                    <a:cubicBezTo>
                      <a:pt x="111" y="1"/>
                      <a:pt x="1" y="111"/>
                      <a:pt x="1" y="246"/>
                    </a:cubicBezTo>
                    <a:cubicBezTo>
                      <a:pt x="1"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11"/>
              <p:cNvSpPr/>
              <p:nvPr/>
            </p:nvSpPr>
            <p:spPr>
              <a:xfrm>
                <a:off x="1405575" y="8421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11"/>
              <p:cNvSpPr/>
              <p:nvPr/>
            </p:nvSpPr>
            <p:spPr>
              <a:xfrm>
                <a:off x="1333025"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11"/>
              <p:cNvSpPr/>
              <p:nvPr/>
            </p:nvSpPr>
            <p:spPr>
              <a:xfrm>
                <a:off x="1333025" y="879188"/>
                <a:ext cx="12325" cy="12350"/>
              </a:xfrm>
              <a:custGeom>
                <a:rect b="b" l="l" r="r" t="t"/>
                <a:pathLst>
                  <a:path extrusionOk="0" h="494"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11"/>
              <p:cNvSpPr/>
              <p:nvPr/>
            </p:nvSpPr>
            <p:spPr>
              <a:xfrm>
                <a:off x="1767675" y="910013"/>
                <a:ext cx="11975" cy="12375"/>
              </a:xfrm>
              <a:custGeom>
                <a:rect b="b" l="l" r="r" t="t"/>
                <a:pathLst>
                  <a:path extrusionOk="0" h="495" w="479">
                    <a:moveTo>
                      <a:pt x="247" y="1"/>
                    </a:moveTo>
                    <a:cubicBezTo>
                      <a:pt x="112" y="1"/>
                      <a:pt x="1" y="112"/>
                      <a:pt x="1" y="248"/>
                    </a:cubicBezTo>
                    <a:cubicBezTo>
                      <a:pt x="1" y="387"/>
                      <a:pt x="112" y="494"/>
                      <a:pt x="247" y="494"/>
                    </a:cubicBezTo>
                    <a:cubicBezTo>
                      <a:pt x="294" y="494"/>
                      <a:pt x="339" y="482"/>
                      <a:pt x="376" y="460"/>
                    </a:cubicBezTo>
                    <a:lnTo>
                      <a:pt x="376" y="458"/>
                    </a:lnTo>
                    <a:lnTo>
                      <a:pt x="478" y="166"/>
                    </a:lnTo>
                    <a:lnTo>
                      <a:pt x="478" y="164"/>
                    </a:lnTo>
                    <a:cubicBezTo>
                      <a:pt x="443" y="68"/>
                      <a:pt x="351"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11"/>
              <p:cNvSpPr/>
              <p:nvPr/>
            </p:nvSpPr>
            <p:spPr>
              <a:xfrm>
                <a:off x="1695125" y="9100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11"/>
              <p:cNvSpPr/>
              <p:nvPr/>
            </p:nvSpPr>
            <p:spPr>
              <a:xfrm>
                <a:off x="1695125" y="94711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11"/>
              <p:cNvSpPr/>
              <p:nvPr/>
            </p:nvSpPr>
            <p:spPr>
              <a:xfrm>
                <a:off x="173217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11"/>
              <p:cNvSpPr/>
              <p:nvPr/>
            </p:nvSpPr>
            <p:spPr>
              <a:xfrm>
                <a:off x="1695400" y="984138"/>
                <a:ext cx="10325" cy="4425"/>
              </a:xfrm>
              <a:custGeom>
                <a:rect b="b" l="l" r="r" t="t"/>
                <a:pathLst>
                  <a:path extrusionOk="0" h="177" w="413">
                    <a:moveTo>
                      <a:pt x="237" y="1"/>
                    </a:moveTo>
                    <a:cubicBezTo>
                      <a:pt x="124" y="1"/>
                      <a:pt x="32" y="74"/>
                      <a:pt x="1" y="176"/>
                    </a:cubicBezTo>
                    <a:cubicBezTo>
                      <a:pt x="93" y="161"/>
                      <a:pt x="186" y="140"/>
                      <a:pt x="274" y="119"/>
                    </a:cubicBezTo>
                    <a:cubicBezTo>
                      <a:pt x="321" y="105"/>
                      <a:pt x="366" y="94"/>
                      <a:pt x="413" y="78"/>
                    </a:cubicBezTo>
                    <a:cubicBezTo>
                      <a:pt x="368" y="32"/>
                      <a:pt x="308" y="1"/>
                      <a:pt x="2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11"/>
              <p:cNvSpPr/>
              <p:nvPr/>
            </p:nvSpPr>
            <p:spPr>
              <a:xfrm>
                <a:off x="1732150" y="965613"/>
                <a:ext cx="10325" cy="8500"/>
              </a:xfrm>
              <a:custGeom>
                <a:rect b="b" l="l" r="r" t="t"/>
                <a:pathLst>
                  <a:path extrusionOk="0" h="340" w="413">
                    <a:moveTo>
                      <a:pt x="249" y="1"/>
                    </a:moveTo>
                    <a:cubicBezTo>
                      <a:pt x="111" y="1"/>
                      <a:pt x="1" y="112"/>
                      <a:pt x="1" y="248"/>
                    </a:cubicBezTo>
                    <a:cubicBezTo>
                      <a:pt x="1" y="282"/>
                      <a:pt x="6" y="313"/>
                      <a:pt x="18" y="339"/>
                    </a:cubicBezTo>
                    <a:cubicBezTo>
                      <a:pt x="156" y="257"/>
                      <a:pt x="289" y="164"/>
                      <a:pt x="412" y="66"/>
                    </a:cubicBezTo>
                    <a:cubicBezTo>
                      <a:pt x="368" y="26"/>
                      <a:pt x="310" y="1"/>
                      <a:pt x="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11"/>
              <p:cNvSpPr/>
              <p:nvPr/>
            </p:nvSpPr>
            <p:spPr>
              <a:xfrm>
                <a:off x="173217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11"/>
              <p:cNvSpPr/>
              <p:nvPr/>
            </p:nvSpPr>
            <p:spPr>
              <a:xfrm>
                <a:off x="1622550" y="91003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11"/>
              <p:cNvSpPr/>
              <p:nvPr/>
            </p:nvSpPr>
            <p:spPr>
              <a:xfrm>
                <a:off x="1622550" y="947113"/>
                <a:ext cx="12350" cy="12350"/>
              </a:xfrm>
              <a:custGeom>
                <a:rect b="b" l="l" r="r" t="t"/>
                <a:pathLst>
                  <a:path extrusionOk="0" h="494" w="494">
                    <a:moveTo>
                      <a:pt x="247" y="1"/>
                    </a:moveTo>
                    <a:cubicBezTo>
                      <a:pt x="111" y="1"/>
                      <a:pt x="1" y="111"/>
                      <a:pt x="1" y="248"/>
                    </a:cubicBezTo>
                    <a:cubicBezTo>
                      <a:pt x="1" y="383"/>
                      <a:pt x="111" y="493"/>
                      <a:pt x="247" y="493"/>
                    </a:cubicBezTo>
                    <a:cubicBezTo>
                      <a:pt x="383" y="493"/>
                      <a:pt x="494" y="383"/>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11"/>
              <p:cNvSpPr/>
              <p:nvPr/>
            </p:nvSpPr>
            <p:spPr>
              <a:xfrm>
                <a:off x="1659625"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11"/>
              <p:cNvSpPr/>
              <p:nvPr/>
            </p:nvSpPr>
            <p:spPr>
              <a:xfrm>
                <a:off x="1622550" y="984163"/>
                <a:ext cx="12350" cy="12350"/>
              </a:xfrm>
              <a:custGeom>
                <a:rect b="b" l="l" r="r" t="t"/>
                <a:pathLst>
                  <a:path extrusionOk="0" h="494" w="494">
                    <a:moveTo>
                      <a:pt x="247" y="1"/>
                    </a:moveTo>
                    <a:cubicBezTo>
                      <a:pt x="111" y="1"/>
                      <a:pt x="1" y="111"/>
                      <a:pt x="1" y="248"/>
                    </a:cubicBezTo>
                    <a:cubicBezTo>
                      <a:pt x="1" y="384"/>
                      <a:pt x="111" y="493"/>
                      <a:pt x="247" y="493"/>
                    </a:cubicBezTo>
                    <a:cubicBezTo>
                      <a:pt x="383" y="493"/>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11"/>
              <p:cNvSpPr/>
              <p:nvPr/>
            </p:nvSpPr>
            <p:spPr>
              <a:xfrm>
                <a:off x="1622550" y="10212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11"/>
              <p:cNvSpPr/>
              <p:nvPr/>
            </p:nvSpPr>
            <p:spPr>
              <a:xfrm>
                <a:off x="1622550" y="10582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11"/>
              <p:cNvSpPr/>
              <p:nvPr/>
            </p:nvSpPr>
            <p:spPr>
              <a:xfrm>
                <a:off x="1659625"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11"/>
              <p:cNvSpPr/>
              <p:nvPr/>
            </p:nvSpPr>
            <p:spPr>
              <a:xfrm>
                <a:off x="1659575" y="1002838"/>
                <a:ext cx="4975" cy="11825"/>
              </a:xfrm>
              <a:custGeom>
                <a:rect b="b" l="l" r="r" t="t"/>
                <a:pathLst>
                  <a:path extrusionOk="0" h="473" w="199">
                    <a:moveTo>
                      <a:pt x="199" y="0"/>
                    </a:moveTo>
                    <a:lnTo>
                      <a:pt x="199" y="0"/>
                    </a:lnTo>
                    <a:cubicBezTo>
                      <a:pt x="87" y="22"/>
                      <a:pt x="1" y="120"/>
                      <a:pt x="3" y="239"/>
                    </a:cubicBezTo>
                    <a:cubicBezTo>
                      <a:pt x="3" y="347"/>
                      <a:pt x="70" y="440"/>
                      <a:pt x="165" y="473"/>
                    </a:cubicBezTo>
                    <a:cubicBezTo>
                      <a:pt x="185" y="316"/>
                      <a:pt x="199" y="160"/>
                      <a:pt x="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11"/>
              <p:cNvSpPr/>
              <p:nvPr/>
            </p:nvSpPr>
            <p:spPr>
              <a:xfrm>
                <a:off x="1587050"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11"/>
              <p:cNvSpPr/>
              <p:nvPr/>
            </p:nvSpPr>
            <p:spPr>
              <a:xfrm>
                <a:off x="1550000" y="1021213"/>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11"/>
              <p:cNvSpPr/>
              <p:nvPr/>
            </p:nvSpPr>
            <p:spPr>
              <a:xfrm>
                <a:off x="1550000" y="10582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11"/>
              <p:cNvSpPr/>
              <p:nvPr/>
            </p:nvSpPr>
            <p:spPr>
              <a:xfrm>
                <a:off x="1550000" y="1095313"/>
                <a:ext cx="12325" cy="12325"/>
              </a:xfrm>
              <a:custGeom>
                <a:rect b="b" l="l" r="r" t="t"/>
                <a:pathLst>
                  <a:path extrusionOk="0" h="493" w="493">
                    <a:moveTo>
                      <a:pt x="246" y="1"/>
                    </a:moveTo>
                    <a:cubicBezTo>
                      <a:pt x="111" y="1"/>
                      <a:pt x="1" y="110"/>
                      <a:pt x="1" y="246"/>
                    </a:cubicBezTo>
                    <a:cubicBezTo>
                      <a:pt x="1" y="383"/>
                      <a:pt x="111"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11"/>
              <p:cNvSpPr/>
              <p:nvPr/>
            </p:nvSpPr>
            <p:spPr>
              <a:xfrm>
                <a:off x="1587050"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11"/>
              <p:cNvSpPr/>
              <p:nvPr/>
            </p:nvSpPr>
            <p:spPr>
              <a:xfrm>
                <a:off x="1587050" y="1002688"/>
                <a:ext cx="12350" cy="12350"/>
              </a:xfrm>
              <a:custGeom>
                <a:rect b="b" l="l" r="r" t="t"/>
                <a:pathLst>
                  <a:path extrusionOk="0" h="494" w="494">
                    <a:moveTo>
                      <a:pt x="247" y="1"/>
                    </a:moveTo>
                    <a:cubicBezTo>
                      <a:pt x="111" y="1"/>
                      <a:pt x="1" y="110"/>
                      <a:pt x="1" y="246"/>
                    </a:cubicBezTo>
                    <a:cubicBezTo>
                      <a:pt x="1" y="383"/>
                      <a:pt x="111" y="493"/>
                      <a:pt x="247" y="493"/>
                    </a:cubicBezTo>
                    <a:cubicBezTo>
                      <a:pt x="383" y="493"/>
                      <a:pt x="494" y="383"/>
                      <a:pt x="494" y="246"/>
                    </a:cubicBezTo>
                    <a:cubicBezTo>
                      <a:pt x="494" y="110"/>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11"/>
              <p:cNvSpPr/>
              <p:nvPr/>
            </p:nvSpPr>
            <p:spPr>
              <a:xfrm>
                <a:off x="1587050" y="103973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11"/>
              <p:cNvSpPr/>
              <p:nvPr/>
            </p:nvSpPr>
            <p:spPr>
              <a:xfrm>
                <a:off x="1587050" y="1076788"/>
                <a:ext cx="12350" cy="12350"/>
              </a:xfrm>
              <a:custGeom>
                <a:rect b="b" l="l" r="r" t="t"/>
                <a:pathLst>
                  <a:path extrusionOk="0" h="494" w="494">
                    <a:moveTo>
                      <a:pt x="247" y="1"/>
                    </a:moveTo>
                    <a:cubicBezTo>
                      <a:pt x="111" y="1"/>
                      <a:pt x="1" y="111"/>
                      <a:pt x="1" y="247"/>
                    </a:cubicBezTo>
                    <a:cubicBezTo>
                      <a:pt x="1" y="384"/>
                      <a:pt x="111" y="493"/>
                      <a:pt x="247" y="493"/>
                    </a:cubicBezTo>
                    <a:cubicBezTo>
                      <a:pt x="383" y="493"/>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11"/>
              <p:cNvSpPr/>
              <p:nvPr/>
            </p:nvSpPr>
            <p:spPr>
              <a:xfrm>
                <a:off x="1477425"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11"/>
              <p:cNvSpPr/>
              <p:nvPr/>
            </p:nvSpPr>
            <p:spPr>
              <a:xfrm>
                <a:off x="1477425" y="947113"/>
                <a:ext cx="12350" cy="12350"/>
              </a:xfrm>
              <a:custGeom>
                <a:rect b="b" l="l" r="r" t="t"/>
                <a:pathLst>
                  <a:path extrusionOk="0" h="494" w="494">
                    <a:moveTo>
                      <a:pt x="247" y="1"/>
                    </a:moveTo>
                    <a:cubicBezTo>
                      <a:pt x="111" y="1"/>
                      <a:pt x="1" y="111"/>
                      <a:pt x="1" y="248"/>
                    </a:cubicBezTo>
                    <a:cubicBezTo>
                      <a:pt x="1" y="383"/>
                      <a:pt x="111" y="493"/>
                      <a:pt x="247" y="493"/>
                    </a:cubicBezTo>
                    <a:cubicBezTo>
                      <a:pt x="384" y="493"/>
                      <a:pt x="494" y="383"/>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11"/>
              <p:cNvSpPr/>
              <p:nvPr/>
            </p:nvSpPr>
            <p:spPr>
              <a:xfrm>
                <a:off x="1514500"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11"/>
              <p:cNvSpPr/>
              <p:nvPr/>
            </p:nvSpPr>
            <p:spPr>
              <a:xfrm>
                <a:off x="1477425" y="984163"/>
                <a:ext cx="12350" cy="12350"/>
              </a:xfrm>
              <a:custGeom>
                <a:rect b="b" l="l" r="r" t="t"/>
                <a:pathLst>
                  <a:path extrusionOk="0" h="494" w="494">
                    <a:moveTo>
                      <a:pt x="247" y="1"/>
                    </a:moveTo>
                    <a:cubicBezTo>
                      <a:pt x="111" y="1"/>
                      <a:pt x="1" y="111"/>
                      <a:pt x="1" y="248"/>
                    </a:cubicBezTo>
                    <a:cubicBezTo>
                      <a:pt x="1" y="384"/>
                      <a:pt x="111" y="493"/>
                      <a:pt x="247" y="493"/>
                    </a:cubicBezTo>
                    <a:cubicBezTo>
                      <a:pt x="384" y="493"/>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11"/>
              <p:cNvSpPr/>
              <p:nvPr/>
            </p:nvSpPr>
            <p:spPr>
              <a:xfrm>
                <a:off x="1477425" y="1021213"/>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11"/>
              <p:cNvSpPr/>
              <p:nvPr/>
            </p:nvSpPr>
            <p:spPr>
              <a:xfrm>
                <a:off x="1477425" y="1058238"/>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11"/>
              <p:cNvSpPr/>
              <p:nvPr/>
            </p:nvSpPr>
            <p:spPr>
              <a:xfrm>
                <a:off x="1514500"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11"/>
              <p:cNvSpPr/>
              <p:nvPr/>
            </p:nvSpPr>
            <p:spPr>
              <a:xfrm>
                <a:off x="1514500" y="1002688"/>
                <a:ext cx="12325" cy="12350"/>
              </a:xfrm>
              <a:custGeom>
                <a:rect b="b" l="l" r="r" t="t"/>
                <a:pathLst>
                  <a:path extrusionOk="0" h="494" w="493">
                    <a:moveTo>
                      <a:pt x="246" y="1"/>
                    </a:moveTo>
                    <a:cubicBezTo>
                      <a:pt x="110" y="1"/>
                      <a:pt x="1" y="110"/>
                      <a:pt x="1" y="246"/>
                    </a:cubicBezTo>
                    <a:cubicBezTo>
                      <a:pt x="1" y="383"/>
                      <a:pt x="110"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11"/>
              <p:cNvSpPr/>
              <p:nvPr/>
            </p:nvSpPr>
            <p:spPr>
              <a:xfrm>
                <a:off x="1514500" y="1039738"/>
                <a:ext cx="12325" cy="12350"/>
              </a:xfrm>
              <a:custGeom>
                <a:rect b="b" l="l" r="r" t="t"/>
                <a:pathLst>
                  <a:path extrusionOk="0" h="494" w="493">
                    <a:moveTo>
                      <a:pt x="246" y="1"/>
                    </a:moveTo>
                    <a:cubicBezTo>
                      <a:pt x="110" y="1"/>
                      <a:pt x="1" y="111"/>
                      <a:pt x="1" y="247"/>
                    </a:cubicBezTo>
                    <a:cubicBezTo>
                      <a:pt x="1" y="383"/>
                      <a:pt x="110" y="493"/>
                      <a:pt x="246" y="493"/>
                    </a:cubicBezTo>
                    <a:cubicBezTo>
                      <a:pt x="382" y="493"/>
                      <a:pt x="493" y="383"/>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11"/>
              <p:cNvSpPr/>
              <p:nvPr/>
            </p:nvSpPr>
            <p:spPr>
              <a:xfrm>
                <a:off x="1514500" y="1076788"/>
                <a:ext cx="12325" cy="12350"/>
              </a:xfrm>
              <a:custGeom>
                <a:rect b="b" l="l" r="r" t="t"/>
                <a:pathLst>
                  <a:path extrusionOk="0" h="494" w="493">
                    <a:moveTo>
                      <a:pt x="246" y="1"/>
                    </a:moveTo>
                    <a:cubicBezTo>
                      <a:pt x="110" y="1"/>
                      <a:pt x="1" y="111"/>
                      <a:pt x="1" y="247"/>
                    </a:cubicBezTo>
                    <a:cubicBezTo>
                      <a:pt x="1" y="384"/>
                      <a:pt x="110" y="493"/>
                      <a:pt x="246" y="493"/>
                    </a:cubicBezTo>
                    <a:cubicBezTo>
                      <a:pt x="382" y="493"/>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11"/>
              <p:cNvSpPr/>
              <p:nvPr/>
            </p:nvSpPr>
            <p:spPr>
              <a:xfrm>
                <a:off x="1404875" y="910038"/>
                <a:ext cx="12325" cy="12375"/>
              </a:xfrm>
              <a:custGeom>
                <a:rect b="b" l="l" r="r" t="t"/>
                <a:pathLst>
                  <a:path extrusionOk="0" h="495" w="493">
                    <a:moveTo>
                      <a:pt x="246" y="1"/>
                    </a:moveTo>
                    <a:cubicBezTo>
                      <a:pt x="111" y="1"/>
                      <a:pt x="1" y="111"/>
                      <a:pt x="1" y="248"/>
                    </a:cubicBezTo>
                    <a:cubicBezTo>
                      <a:pt x="1" y="384"/>
                      <a:pt x="111" y="494"/>
                      <a:pt x="246" y="494"/>
                    </a:cubicBezTo>
                    <a:cubicBezTo>
                      <a:pt x="383" y="494"/>
                      <a:pt x="493" y="384"/>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11"/>
              <p:cNvSpPr/>
              <p:nvPr/>
            </p:nvSpPr>
            <p:spPr>
              <a:xfrm>
                <a:off x="1404875" y="947113"/>
                <a:ext cx="12325" cy="12350"/>
              </a:xfrm>
              <a:custGeom>
                <a:rect b="b" l="l" r="r" t="t"/>
                <a:pathLst>
                  <a:path extrusionOk="0" h="494" w="493">
                    <a:moveTo>
                      <a:pt x="246" y="1"/>
                    </a:moveTo>
                    <a:cubicBezTo>
                      <a:pt x="111" y="1"/>
                      <a:pt x="1" y="111"/>
                      <a:pt x="1" y="248"/>
                    </a:cubicBezTo>
                    <a:cubicBezTo>
                      <a:pt x="1" y="383"/>
                      <a:pt x="111" y="493"/>
                      <a:pt x="246" y="493"/>
                    </a:cubicBezTo>
                    <a:cubicBezTo>
                      <a:pt x="383" y="493"/>
                      <a:pt x="493" y="383"/>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11"/>
              <p:cNvSpPr/>
              <p:nvPr/>
            </p:nvSpPr>
            <p:spPr>
              <a:xfrm>
                <a:off x="14419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11"/>
              <p:cNvSpPr/>
              <p:nvPr/>
            </p:nvSpPr>
            <p:spPr>
              <a:xfrm>
                <a:off x="1405825" y="984163"/>
                <a:ext cx="11250" cy="5100"/>
              </a:xfrm>
              <a:custGeom>
                <a:rect b="b" l="l" r="r" t="t"/>
                <a:pathLst>
                  <a:path extrusionOk="0" h="204" w="450">
                    <a:moveTo>
                      <a:pt x="209" y="1"/>
                    </a:moveTo>
                    <a:cubicBezTo>
                      <a:pt x="209" y="1"/>
                      <a:pt x="208" y="1"/>
                      <a:pt x="207" y="1"/>
                    </a:cubicBezTo>
                    <a:cubicBezTo>
                      <a:pt x="122" y="1"/>
                      <a:pt x="44" y="47"/>
                      <a:pt x="1" y="114"/>
                    </a:cubicBezTo>
                    <a:cubicBezTo>
                      <a:pt x="5" y="114"/>
                      <a:pt x="11" y="118"/>
                      <a:pt x="14" y="118"/>
                    </a:cubicBezTo>
                    <a:lnTo>
                      <a:pt x="16" y="118"/>
                    </a:lnTo>
                    <a:cubicBezTo>
                      <a:pt x="159" y="155"/>
                      <a:pt x="303" y="181"/>
                      <a:pt x="450" y="203"/>
                    </a:cubicBezTo>
                    <a:cubicBezTo>
                      <a:pt x="432" y="89"/>
                      <a:pt x="331" y="1"/>
                      <a:pt x="2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11"/>
              <p:cNvSpPr/>
              <p:nvPr/>
            </p:nvSpPr>
            <p:spPr>
              <a:xfrm>
                <a:off x="1441925"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11"/>
              <p:cNvSpPr/>
              <p:nvPr/>
            </p:nvSpPr>
            <p:spPr>
              <a:xfrm>
                <a:off x="1443975" y="1002638"/>
                <a:ext cx="10275" cy="12425"/>
              </a:xfrm>
              <a:custGeom>
                <a:rect b="b" l="l" r="r" t="t"/>
                <a:pathLst>
                  <a:path extrusionOk="0" h="497" w="411">
                    <a:moveTo>
                      <a:pt x="162" y="1"/>
                    </a:moveTo>
                    <a:cubicBezTo>
                      <a:pt x="101" y="1"/>
                      <a:pt x="42" y="26"/>
                      <a:pt x="0" y="66"/>
                    </a:cubicBezTo>
                    <a:cubicBezTo>
                      <a:pt x="0" y="199"/>
                      <a:pt x="11" y="328"/>
                      <a:pt x="27" y="457"/>
                    </a:cubicBezTo>
                    <a:cubicBezTo>
                      <a:pt x="67" y="481"/>
                      <a:pt x="114" y="496"/>
                      <a:pt x="162" y="496"/>
                    </a:cubicBezTo>
                    <a:cubicBezTo>
                      <a:pt x="300" y="496"/>
                      <a:pt x="411" y="386"/>
                      <a:pt x="411" y="247"/>
                    </a:cubicBezTo>
                    <a:cubicBezTo>
                      <a:pt x="411" y="112"/>
                      <a:pt x="301" y="3"/>
                      <a:pt x="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11"/>
              <p:cNvSpPr/>
              <p:nvPr/>
            </p:nvSpPr>
            <p:spPr>
              <a:xfrm>
                <a:off x="1332300"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11"/>
              <p:cNvSpPr/>
              <p:nvPr/>
            </p:nvSpPr>
            <p:spPr>
              <a:xfrm>
                <a:off x="13693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11"/>
              <p:cNvSpPr/>
              <p:nvPr/>
            </p:nvSpPr>
            <p:spPr>
              <a:xfrm>
                <a:off x="1369650" y="965638"/>
                <a:ext cx="12025" cy="10725"/>
              </a:xfrm>
              <a:custGeom>
                <a:rect b="b" l="l" r="r" t="t"/>
                <a:pathLst>
                  <a:path extrusionOk="0" h="429" w="481">
                    <a:moveTo>
                      <a:pt x="236" y="1"/>
                    </a:moveTo>
                    <a:cubicBezTo>
                      <a:pt x="235" y="1"/>
                      <a:pt x="235" y="1"/>
                      <a:pt x="234" y="1"/>
                    </a:cubicBezTo>
                    <a:cubicBezTo>
                      <a:pt x="124" y="1"/>
                      <a:pt x="32" y="75"/>
                      <a:pt x="1" y="173"/>
                    </a:cubicBezTo>
                    <a:cubicBezTo>
                      <a:pt x="130" y="266"/>
                      <a:pt x="263" y="351"/>
                      <a:pt x="400" y="428"/>
                    </a:cubicBezTo>
                    <a:cubicBezTo>
                      <a:pt x="450" y="385"/>
                      <a:pt x="481" y="320"/>
                      <a:pt x="481" y="247"/>
                    </a:cubicBezTo>
                    <a:cubicBezTo>
                      <a:pt x="481" y="112"/>
                      <a:pt x="370" y="1"/>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11"/>
              <p:cNvSpPr/>
              <p:nvPr/>
            </p:nvSpPr>
            <p:spPr>
              <a:xfrm>
                <a:off x="136932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11"/>
              <p:cNvSpPr/>
              <p:nvPr/>
            </p:nvSpPr>
            <p:spPr>
              <a:xfrm>
                <a:off x="1404400" y="730388"/>
                <a:ext cx="299650" cy="299550"/>
              </a:xfrm>
              <a:custGeom>
                <a:rect b="b" l="l" r="r" t="t"/>
                <a:pathLst>
                  <a:path extrusionOk="0" h="11982" w="11986">
                    <a:moveTo>
                      <a:pt x="5994" y="0"/>
                    </a:moveTo>
                    <a:cubicBezTo>
                      <a:pt x="5346" y="0"/>
                      <a:pt x="4818" y="526"/>
                      <a:pt x="4818" y="1174"/>
                    </a:cubicBezTo>
                    <a:lnTo>
                      <a:pt x="4818" y="4816"/>
                    </a:lnTo>
                    <a:lnTo>
                      <a:pt x="1176" y="4816"/>
                    </a:lnTo>
                    <a:cubicBezTo>
                      <a:pt x="526" y="4816"/>
                      <a:pt x="0" y="5343"/>
                      <a:pt x="0" y="5991"/>
                    </a:cubicBezTo>
                    <a:cubicBezTo>
                      <a:pt x="0" y="6638"/>
                      <a:pt x="527" y="7164"/>
                      <a:pt x="1176" y="7164"/>
                    </a:cubicBezTo>
                    <a:lnTo>
                      <a:pt x="4818" y="7164"/>
                    </a:lnTo>
                    <a:lnTo>
                      <a:pt x="4818" y="10807"/>
                    </a:lnTo>
                    <a:cubicBezTo>
                      <a:pt x="4818" y="11455"/>
                      <a:pt x="5346" y="11982"/>
                      <a:pt x="5994" y="11982"/>
                    </a:cubicBezTo>
                    <a:cubicBezTo>
                      <a:pt x="6641" y="11982"/>
                      <a:pt x="7167" y="11453"/>
                      <a:pt x="7167" y="10807"/>
                    </a:cubicBezTo>
                    <a:lnTo>
                      <a:pt x="7167" y="7164"/>
                    </a:lnTo>
                    <a:lnTo>
                      <a:pt x="10810" y="7164"/>
                    </a:lnTo>
                    <a:cubicBezTo>
                      <a:pt x="11459" y="7164"/>
                      <a:pt x="11986" y="6638"/>
                      <a:pt x="11986" y="5991"/>
                    </a:cubicBezTo>
                    <a:cubicBezTo>
                      <a:pt x="11986" y="5343"/>
                      <a:pt x="11458" y="4816"/>
                      <a:pt x="10810" y="4816"/>
                    </a:cubicBezTo>
                    <a:lnTo>
                      <a:pt x="7167" y="4816"/>
                    </a:lnTo>
                    <a:lnTo>
                      <a:pt x="7167" y="1174"/>
                    </a:lnTo>
                    <a:cubicBezTo>
                      <a:pt x="7167" y="526"/>
                      <a:pt x="6641"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 name="Google Shape;989;p11"/>
            <p:cNvGrpSpPr/>
            <p:nvPr/>
          </p:nvGrpSpPr>
          <p:grpSpPr>
            <a:xfrm rot="-980920">
              <a:off x="8514758" y="1086406"/>
              <a:ext cx="337175" cy="1085911"/>
              <a:chOff x="-507662" y="283925"/>
              <a:chExt cx="249300" cy="802900"/>
            </a:xfrm>
          </p:grpSpPr>
          <p:sp>
            <p:nvSpPr>
              <p:cNvPr id="990" name="Google Shape;990;p11"/>
              <p:cNvSpPr/>
              <p:nvPr/>
            </p:nvSpPr>
            <p:spPr>
              <a:xfrm>
                <a:off x="-507662" y="283925"/>
                <a:ext cx="249300" cy="802900"/>
              </a:xfrm>
              <a:custGeom>
                <a:rect b="b" l="l" r="r" t="t"/>
                <a:pathLst>
                  <a:path extrusionOk="0" h="32116" w="9972">
                    <a:moveTo>
                      <a:pt x="4820" y="1"/>
                    </a:moveTo>
                    <a:cubicBezTo>
                      <a:pt x="1333" y="1"/>
                      <a:pt x="220" y="2879"/>
                      <a:pt x="127" y="5466"/>
                    </a:cubicBezTo>
                    <a:cubicBezTo>
                      <a:pt x="45" y="5448"/>
                      <a:pt x="1" y="5439"/>
                      <a:pt x="1" y="5439"/>
                    </a:cubicBezTo>
                    <a:lnTo>
                      <a:pt x="0" y="6146"/>
                    </a:lnTo>
                    <a:cubicBezTo>
                      <a:pt x="0" y="6146"/>
                      <a:pt x="45" y="6157"/>
                      <a:pt x="135" y="6178"/>
                    </a:cubicBezTo>
                    <a:cubicBezTo>
                      <a:pt x="212" y="7236"/>
                      <a:pt x="628" y="8201"/>
                      <a:pt x="1276" y="8965"/>
                    </a:cubicBezTo>
                    <a:cubicBezTo>
                      <a:pt x="1273" y="8964"/>
                      <a:pt x="1272" y="8964"/>
                      <a:pt x="1272" y="8964"/>
                    </a:cubicBezTo>
                    <a:lnTo>
                      <a:pt x="1272" y="8964"/>
                    </a:lnTo>
                    <a:lnTo>
                      <a:pt x="1972" y="9757"/>
                    </a:lnTo>
                    <a:cubicBezTo>
                      <a:pt x="1985" y="9759"/>
                      <a:pt x="1998" y="9763"/>
                      <a:pt x="2013" y="9765"/>
                    </a:cubicBezTo>
                    <a:lnTo>
                      <a:pt x="1987" y="9765"/>
                    </a:lnTo>
                    <a:lnTo>
                      <a:pt x="2989" y="31481"/>
                    </a:lnTo>
                    <a:cubicBezTo>
                      <a:pt x="2989" y="31481"/>
                      <a:pt x="3673" y="32115"/>
                      <a:pt x="5032" y="32116"/>
                    </a:cubicBezTo>
                    <a:cubicBezTo>
                      <a:pt x="5034" y="32116"/>
                      <a:pt x="5035" y="32116"/>
                      <a:pt x="5036" y="32116"/>
                    </a:cubicBezTo>
                    <a:cubicBezTo>
                      <a:pt x="6471" y="32116"/>
                      <a:pt x="7092" y="31486"/>
                      <a:pt x="7092" y="31486"/>
                    </a:cubicBezTo>
                    <a:lnTo>
                      <a:pt x="8145" y="9772"/>
                    </a:lnTo>
                    <a:lnTo>
                      <a:pt x="8084" y="9772"/>
                    </a:lnTo>
                    <a:cubicBezTo>
                      <a:pt x="8114" y="9762"/>
                      <a:pt x="8129" y="9755"/>
                      <a:pt x="8129" y="9755"/>
                    </a:cubicBezTo>
                    <a:lnTo>
                      <a:pt x="8643" y="9035"/>
                    </a:lnTo>
                    <a:cubicBezTo>
                      <a:pt x="9322" y="8263"/>
                      <a:pt x="9763" y="7276"/>
                      <a:pt x="9844" y="6187"/>
                    </a:cubicBezTo>
                    <a:cubicBezTo>
                      <a:pt x="9928" y="6168"/>
                      <a:pt x="9971" y="6157"/>
                      <a:pt x="9971" y="6157"/>
                    </a:cubicBezTo>
                    <a:lnTo>
                      <a:pt x="9972" y="5450"/>
                    </a:lnTo>
                    <a:lnTo>
                      <a:pt x="9972" y="5450"/>
                    </a:lnTo>
                    <a:cubicBezTo>
                      <a:pt x="9972" y="5450"/>
                      <a:pt x="9930" y="5461"/>
                      <a:pt x="9851" y="5480"/>
                    </a:cubicBezTo>
                    <a:cubicBezTo>
                      <a:pt x="9738" y="2878"/>
                      <a:pt x="8299" y="43"/>
                      <a:pt x="4902" y="1"/>
                    </a:cubicBezTo>
                    <a:cubicBezTo>
                      <a:pt x="4875" y="1"/>
                      <a:pt x="4848" y="1"/>
                      <a:pt x="482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 name="Google Shape;991;p11"/>
              <p:cNvGrpSpPr/>
              <p:nvPr/>
            </p:nvGrpSpPr>
            <p:grpSpPr>
              <a:xfrm>
                <a:off x="-507662" y="283950"/>
                <a:ext cx="249300" cy="802850"/>
                <a:chOff x="-4628300" y="394775"/>
                <a:chExt cx="249300" cy="802850"/>
              </a:xfrm>
            </p:grpSpPr>
            <p:sp>
              <p:nvSpPr>
                <p:cNvPr id="992" name="Google Shape;992;p11"/>
                <p:cNvSpPr/>
                <p:nvPr/>
              </p:nvSpPr>
              <p:spPr>
                <a:xfrm>
                  <a:off x="-4625325" y="394775"/>
                  <a:ext cx="243575" cy="267125"/>
                </a:xfrm>
                <a:custGeom>
                  <a:rect b="b" l="l" r="r" t="t"/>
                  <a:pathLst>
                    <a:path extrusionOk="0" h="10685" w="9743">
                      <a:moveTo>
                        <a:pt x="4703" y="1"/>
                      </a:moveTo>
                      <a:cubicBezTo>
                        <a:pt x="1059" y="1"/>
                        <a:pt x="5" y="3143"/>
                        <a:pt x="2" y="5811"/>
                      </a:cubicBezTo>
                      <a:cubicBezTo>
                        <a:pt x="0" y="8499"/>
                        <a:pt x="2178" y="10682"/>
                        <a:pt x="4866" y="10685"/>
                      </a:cubicBezTo>
                      <a:cubicBezTo>
                        <a:pt x="4868" y="10685"/>
                        <a:pt x="4870" y="10685"/>
                        <a:pt x="4872" y="10685"/>
                      </a:cubicBezTo>
                      <a:cubicBezTo>
                        <a:pt x="7557" y="10685"/>
                        <a:pt x="9737" y="8508"/>
                        <a:pt x="9739" y="5822"/>
                      </a:cubicBezTo>
                      <a:cubicBezTo>
                        <a:pt x="9742" y="3133"/>
                        <a:pt x="8329" y="45"/>
                        <a:pt x="4783" y="1"/>
                      </a:cubicBezTo>
                      <a:cubicBezTo>
                        <a:pt x="4757" y="1"/>
                        <a:pt x="4730" y="1"/>
                        <a:pt x="4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11"/>
                <p:cNvSpPr/>
                <p:nvPr/>
              </p:nvSpPr>
              <p:spPr>
                <a:xfrm>
                  <a:off x="-4578650" y="638800"/>
                  <a:ext cx="153925" cy="558825"/>
                </a:xfrm>
                <a:custGeom>
                  <a:rect b="b" l="l" r="r" t="t"/>
                  <a:pathLst>
                    <a:path extrusionOk="0" h="22353" w="6157">
                      <a:moveTo>
                        <a:pt x="0" y="1"/>
                      </a:moveTo>
                      <a:lnTo>
                        <a:pt x="1002" y="21718"/>
                      </a:lnTo>
                      <a:cubicBezTo>
                        <a:pt x="1002" y="21718"/>
                        <a:pt x="1685" y="22352"/>
                        <a:pt x="3045" y="22353"/>
                      </a:cubicBezTo>
                      <a:cubicBezTo>
                        <a:pt x="3049" y="22353"/>
                        <a:pt x="3052" y="22353"/>
                        <a:pt x="3056" y="22353"/>
                      </a:cubicBezTo>
                      <a:cubicBezTo>
                        <a:pt x="4485" y="22353"/>
                        <a:pt x="5105" y="21723"/>
                        <a:pt x="5105" y="21723"/>
                      </a:cubicBezTo>
                      <a:lnTo>
                        <a:pt x="6157" y="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11"/>
                <p:cNvSpPr/>
                <p:nvPr/>
              </p:nvSpPr>
              <p:spPr>
                <a:xfrm>
                  <a:off x="-4596525" y="618825"/>
                  <a:ext cx="184925" cy="29825"/>
                </a:xfrm>
                <a:custGeom>
                  <a:rect b="b" l="l" r="r" t="t"/>
                  <a:pathLst>
                    <a:path extrusionOk="0" h="1193" w="7397">
                      <a:moveTo>
                        <a:pt x="1" y="0"/>
                      </a:moveTo>
                      <a:lnTo>
                        <a:pt x="701" y="793"/>
                      </a:lnTo>
                      <a:cubicBezTo>
                        <a:pt x="1992" y="1092"/>
                        <a:pt x="3106" y="1192"/>
                        <a:pt x="4019" y="1192"/>
                      </a:cubicBezTo>
                      <a:cubicBezTo>
                        <a:pt x="5843" y="1192"/>
                        <a:pt x="6857" y="793"/>
                        <a:pt x="6857" y="793"/>
                      </a:cubicBezTo>
                      <a:lnTo>
                        <a:pt x="7396" y="38"/>
                      </a:lnTo>
                      <a:lnTo>
                        <a:pt x="7396" y="38"/>
                      </a:lnTo>
                      <a:cubicBezTo>
                        <a:pt x="5867" y="370"/>
                        <a:pt x="4550" y="482"/>
                        <a:pt x="3469" y="482"/>
                      </a:cubicBezTo>
                      <a:cubicBezTo>
                        <a:pt x="1227" y="482"/>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11"/>
                <p:cNvSpPr/>
                <p:nvPr/>
              </p:nvSpPr>
              <p:spPr>
                <a:xfrm>
                  <a:off x="-4628300" y="530675"/>
                  <a:ext cx="249300" cy="29925"/>
                </a:xfrm>
                <a:custGeom>
                  <a:rect b="b" l="l" r="r" t="t"/>
                  <a:pathLst>
                    <a:path extrusionOk="0" h="1197" w="9972">
                      <a:moveTo>
                        <a:pt x="1" y="1"/>
                      </a:moveTo>
                      <a:lnTo>
                        <a:pt x="0" y="708"/>
                      </a:lnTo>
                      <a:cubicBezTo>
                        <a:pt x="0" y="708"/>
                        <a:pt x="1837" y="1193"/>
                        <a:pt x="4994" y="1197"/>
                      </a:cubicBezTo>
                      <a:cubicBezTo>
                        <a:pt x="5001" y="1197"/>
                        <a:pt x="5007" y="1197"/>
                        <a:pt x="5014" y="1197"/>
                      </a:cubicBezTo>
                      <a:cubicBezTo>
                        <a:pt x="8066" y="1197"/>
                        <a:pt x="9971" y="719"/>
                        <a:pt x="9971" y="719"/>
                      </a:cubicBezTo>
                      <a:lnTo>
                        <a:pt x="9972" y="12"/>
                      </a:lnTo>
                      <a:lnTo>
                        <a:pt x="9972" y="12"/>
                      </a:lnTo>
                      <a:cubicBezTo>
                        <a:pt x="9971" y="12"/>
                        <a:pt x="8240" y="490"/>
                        <a:pt x="5054" y="490"/>
                      </a:cubicBezTo>
                      <a:cubicBezTo>
                        <a:pt x="5040" y="490"/>
                        <a:pt x="5027" y="490"/>
                        <a:pt x="5013" y="490"/>
                      </a:cubicBezTo>
                      <a:cubicBezTo>
                        <a:pt x="2056" y="48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11"/>
                <p:cNvSpPr/>
                <p:nvPr/>
              </p:nvSpPr>
              <p:spPr>
                <a:xfrm>
                  <a:off x="-4517700" y="824050"/>
                  <a:ext cx="33375" cy="120300"/>
                </a:xfrm>
                <a:custGeom>
                  <a:rect b="b" l="l" r="r" t="t"/>
                  <a:pathLst>
                    <a:path extrusionOk="0" h="4812" w="1335">
                      <a:moveTo>
                        <a:pt x="630" y="0"/>
                      </a:moveTo>
                      <a:cubicBezTo>
                        <a:pt x="283" y="0"/>
                        <a:pt x="1" y="285"/>
                        <a:pt x="8" y="632"/>
                      </a:cubicBezTo>
                      <a:lnTo>
                        <a:pt x="76" y="4201"/>
                      </a:lnTo>
                      <a:cubicBezTo>
                        <a:pt x="82" y="4515"/>
                        <a:pt x="321" y="4776"/>
                        <a:pt x="633" y="4808"/>
                      </a:cubicBezTo>
                      <a:cubicBezTo>
                        <a:pt x="655" y="4810"/>
                        <a:pt x="677" y="4811"/>
                        <a:pt x="699" y="4811"/>
                      </a:cubicBezTo>
                      <a:cubicBezTo>
                        <a:pt x="1037" y="4811"/>
                        <a:pt x="1319" y="4538"/>
                        <a:pt x="1319" y="4193"/>
                      </a:cubicBezTo>
                      <a:lnTo>
                        <a:pt x="1334" y="627"/>
                      </a:lnTo>
                      <a:cubicBezTo>
                        <a:pt x="1335" y="292"/>
                        <a:pt x="1069" y="15"/>
                        <a:pt x="733" y="4"/>
                      </a:cubicBezTo>
                      <a:lnTo>
                        <a:pt x="651" y="1"/>
                      </a:lnTo>
                      <a:cubicBezTo>
                        <a:pt x="644" y="0"/>
                        <a:pt x="637"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11"/>
                <p:cNvSpPr/>
                <p:nvPr/>
              </p:nvSpPr>
              <p:spPr>
                <a:xfrm>
                  <a:off x="-4512225" y="910675"/>
                  <a:ext cx="23325" cy="18250"/>
                </a:xfrm>
                <a:custGeom>
                  <a:rect b="b" l="l" r="r" t="t"/>
                  <a:pathLst>
                    <a:path extrusionOk="0" h="730" w="933">
                      <a:moveTo>
                        <a:pt x="0" y="0"/>
                      </a:moveTo>
                      <a:lnTo>
                        <a:pt x="28" y="693"/>
                      </a:lnTo>
                      <a:lnTo>
                        <a:pt x="922" y="730"/>
                      </a:lnTo>
                      <a:lnTo>
                        <a:pt x="932"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8" name="Google Shape;998;p11"/>
            <p:cNvGrpSpPr/>
            <p:nvPr/>
          </p:nvGrpSpPr>
          <p:grpSpPr>
            <a:xfrm>
              <a:off x="213847" y="3456960"/>
              <a:ext cx="1274024" cy="1517669"/>
              <a:chOff x="-2294600" y="1951375"/>
              <a:chExt cx="438125" cy="521913"/>
            </a:xfrm>
          </p:grpSpPr>
          <p:sp>
            <p:nvSpPr>
              <p:cNvPr id="999" name="Google Shape;999;p11"/>
              <p:cNvSpPr/>
              <p:nvPr/>
            </p:nvSpPr>
            <p:spPr>
              <a:xfrm>
                <a:off x="-2294600" y="1951375"/>
                <a:ext cx="438100" cy="521900"/>
              </a:xfrm>
              <a:custGeom>
                <a:rect b="b" l="l" r="r" t="t"/>
                <a:pathLst>
                  <a:path extrusionOk="0" h="20876" w="17524">
                    <a:moveTo>
                      <a:pt x="5361" y="0"/>
                    </a:moveTo>
                    <a:lnTo>
                      <a:pt x="0" y="13683"/>
                    </a:lnTo>
                    <a:lnTo>
                      <a:pt x="965" y="16487"/>
                    </a:lnTo>
                    <a:lnTo>
                      <a:pt x="12161" y="20875"/>
                    </a:lnTo>
                    <a:lnTo>
                      <a:pt x="17524" y="7192"/>
                    </a:lnTo>
                    <a:lnTo>
                      <a:pt x="16559" y="4387"/>
                    </a:lnTo>
                    <a:lnTo>
                      <a:pt x="5361"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 name="Google Shape;1000;p11"/>
              <p:cNvGrpSpPr/>
              <p:nvPr/>
            </p:nvGrpSpPr>
            <p:grpSpPr>
              <a:xfrm>
                <a:off x="-2294575" y="1951463"/>
                <a:ext cx="438100" cy="521825"/>
                <a:chOff x="-2294575" y="1951463"/>
                <a:chExt cx="438100" cy="521825"/>
              </a:xfrm>
            </p:grpSpPr>
            <p:sp>
              <p:nvSpPr>
                <p:cNvPr id="1001" name="Google Shape;1001;p11"/>
                <p:cNvSpPr/>
                <p:nvPr/>
              </p:nvSpPr>
              <p:spPr>
                <a:xfrm>
                  <a:off x="-2294550" y="1951463"/>
                  <a:ext cx="413950" cy="451750"/>
                </a:xfrm>
                <a:custGeom>
                  <a:rect b="b" l="l" r="r" t="t"/>
                  <a:pathLst>
                    <a:path extrusionOk="0" h="18070" w="16558">
                      <a:moveTo>
                        <a:pt x="5361" y="0"/>
                      </a:moveTo>
                      <a:lnTo>
                        <a:pt x="0" y="13684"/>
                      </a:lnTo>
                      <a:lnTo>
                        <a:pt x="11196" y="18070"/>
                      </a:lnTo>
                      <a:lnTo>
                        <a:pt x="16558" y="4387"/>
                      </a:lnTo>
                      <a:lnTo>
                        <a:pt x="53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11"/>
                <p:cNvSpPr/>
                <p:nvPr/>
              </p:nvSpPr>
              <p:spPr>
                <a:xfrm>
                  <a:off x="-1933525" y="2073913"/>
                  <a:ext cx="20450" cy="14275"/>
                </a:xfrm>
                <a:custGeom>
                  <a:rect b="b" l="l" r="r" t="t"/>
                  <a:pathLst>
                    <a:path extrusionOk="0" h="571" w="818">
                      <a:moveTo>
                        <a:pt x="0" y="0"/>
                      </a:moveTo>
                      <a:lnTo>
                        <a:pt x="0" y="159"/>
                      </a:lnTo>
                      <a:lnTo>
                        <a:pt x="2" y="159"/>
                      </a:lnTo>
                      <a:cubicBezTo>
                        <a:pt x="2" y="322"/>
                        <a:pt x="99" y="477"/>
                        <a:pt x="261" y="542"/>
                      </a:cubicBezTo>
                      <a:cubicBezTo>
                        <a:pt x="310" y="561"/>
                        <a:pt x="361" y="570"/>
                        <a:pt x="411" y="570"/>
                      </a:cubicBezTo>
                      <a:cubicBezTo>
                        <a:pt x="576" y="570"/>
                        <a:pt x="731" y="471"/>
                        <a:pt x="795" y="310"/>
                      </a:cubicBezTo>
                      <a:cubicBezTo>
                        <a:pt x="812" y="259"/>
                        <a:pt x="817" y="209"/>
                        <a:pt x="817" y="159"/>
                      </a:cubicBezTo>
                      <a:lnTo>
                        <a:pt x="817" y="0"/>
                      </a:lnTo>
                      <a:close/>
                    </a:path>
                  </a:pathLst>
                </a:custGeom>
                <a:solidFill>
                  <a:srgbClr val="11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11"/>
                <p:cNvSpPr/>
                <p:nvPr/>
              </p:nvSpPr>
              <p:spPr>
                <a:xfrm>
                  <a:off x="-1934925" y="2064938"/>
                  <a:ext cx="23300" cy="20575"/>
                </a:xfrm>
                <a:custGeom>
                  <a:rect b="b" l="l" r="r" t="t"/>
                  <a:pathLst>
                    <a:path extrusionOk="0" h="823" w="932">
                      <a:moveTo>
                        <a:pt x="466" y="0"/>
                      </a:moveTo>
                      <a:cubicBezTo>
                        <a:pt x="302" y="0"/>
                        <a:pt x="147" y="99"/>
                        <a:pt x="84" y="261"/>
                      </a:cubicBezTo>
                      <a:cubicBezTo>
                        <a:pt x="0" y="473"/>
                        <a:pt x="105" y="711"/>
                        <a:pt x="316" y="794"/>
                      </a:cubicBezTo>
                      <a:cubicBezTo>
                        <a:pt x="366" y="813"/>
                        <a:pt x="417" y="823"/>
                        <a:pt x="467" y="823"/>
                      </a:cubicBezTo>
                      <a:cubicBezTo>
                        <a:pt x="631" y="823"/>
                        <a:pt x="785" y="723"/>
                        <a:pt x="849" y="561"/>
                      </a:cubicBezTo>
                      <a:cubicBezTo>
                        <a:pt x="931" y="351"/>
                        <a:pt x="828" y="113"/>
                        <a:pt x="616" y="29"/>
                      </a:cubicBezTo>
                      <a:cubicBezTo>
                        <a:pt x="567" y="9"/>
                        <a:pt x="516" y="0"/>
                        <a:pt x="4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11"/>
                <p:cNvSpPr/>
                <p:nvPr/>
              </p:nvSpPr>
              <p:spPr>
                <a:xfrm>
                  <a:off x="-2100450" y="2284813"/>
                  <a:ext cx="39275" cy="38750"/>
                </a:xfrm>
                <a:custGeom>
                  <a:rect b="b" l="l" r="r" t="t"/>
                  <a:pathLst>
                    <a:path extrusionOk="0" h="1550" w="1571">
                      <a:moveTo>
                        <a:pt x="1488" y="944"/>
                      </a:moveTo>
                      <a:cubicBezTo>
                        <a:pt x="1482" y="967"/>
                        <a:pt x="1474" y="988"/>
                        <a:pt x="1465" y="1012"/>
                      </a:cubicBezTo>
                      <a:cubicBezTo>
                        <a:pt x="1474" y="988"/>
                        <a:pt x="1482" y="966"/>
                        <a:pt x="1488" y="944"/>
                      </a:cubicBezTo>
                      <a:close/>
                      <a:moveTo>
                        <a:pt x="379" y="1369"/>
                      </a:moveTo>
                      <a:cubicBezTo>
                        <a:pt x="383" y="1370"/>
                        <a:pt x="387" y="1373"/>
                        <a:pt x="390" y="1375"/>
                      </a:cubicBezTo>
                      <a:cubicBezTo>
                        <a:pt x="387" y="1373"/>
                        <a:pt x="383" y="1372"/>
                        <a:pt x="379" y="1369"/>
                      </a:cubicBezTo>
                      <a:close/>
                      <a:moveTo>
                        <a:pt x="439" y="1403"/>
                      </a:moveTo>
                      <a:cubicBezTo>
                        <a:pt x="459" y="1413"/>
                        <a:pt x="480" y="1422"/>
                        <a:pt x="502" y="1431"/>
                      </a:cubicBezTo>
                      <a:cubicBezTo>
                        <a:pt x="479" y="1422"/>
                        <a:pt x="459" y="1413"/>
                        <a:pt x="439" y="1403"/>
                      </a:cubicBezTo>
                      <a:close/>
                      <a:moveTo>
                        <a:pt x="775" y="1"/>
                      </a:moveTo>
                      <a:cubicBezTo>
                        <a:pt x="480" y="1"/>
                        <a:pt x="199" y="179"/>
                        <a:pt x="85" y="471"/>
                      </a:cubicBezTo>
                      <a:cubicBezTo>
                        <a:pt x="0" y="688"/>
                        <a:pt x="24" y="919"/>
                        <a:pt x="130" y="1107"/>
                      </a:cubicBezTo>
                      <a:cubicBezTo>
                        <a:pt x="206" y="1279"/>
                        <a:pt x="346" y="1424"/>
                        <a:pt x="534" y="1498"/>
                      </a:cubicBezTo>
                      <a:cubicBezTo>
                        <a:pt x="622" y="1533"/>
                        <a:pt x="714" y="1550"/>
                        <a:pt x="804" y="1550"/>
                      </a:cubicBezTo>
                      <a:cubicBezTo>
                        <a:pt x="1100" y="1550"/>
                        <a:pt x="1380" y="1371"/>
                        <a:pt x="1494" y="1079"/>
                      </a:cubicBezTo>
                      <a:cubicBezTo>
                        <a:pt x="1571" y="883"/>
                        <a:pt x="1555" y="677"/>
                        <a:pt x="1476" y="501"/>
                      </a:cubicBezTo>
                      <a:cubicBezTo>
                        <a:pt x="1407" y="302"/>
                        <a:pt x="1256" y="135"/>
                        <a:pt x="1045" y="52"/>
                      </a:cubicBezTo>
                      <a:cubicBezTo>
                        <a:pt x="957" y="17"/>
                        <a:pt x="865" y="1"/>
                        <a:pt x="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11"/>
                <p:cNvSpPr/>
                <p:nvPr/>
              </p:nvSpPr>
              <p:spPr>
                <a:xfrm>
                  <a:off x="-2193050" y="2258163"/>
                  <a:ext cx="13675" cy="12050"/>
                </a:xfrm>
                <a:custGeom>
                  <a:rect b="b" l="l" r="r" t="t"/>
                  <a:pathLst>
                    <a:path extrusionOk="0" h="482" w="547">
                      <a:moveTo>
                        <a:pt x="273" y="0"/>
                      </a:moveTo>
                      <a:cubicBezTo>
                        <a:pt x="177" y="0"/>
                        <a:pt x="86" y="58"/>
                        <a:pt x="48" y="153"/>
                      </a:cubicBezTo>
                      <a:cubicBezTo>
                        <a:pt x="0" y="277"/>
                        <a:pt x="61" y="417"/>
                        <a:pt x="185" y="465"/>
                      </a:cubicBezTo>
                      <a:cubicBezTo>
                        <a:pt x="214" y="476"/>
                        <a:pt x="243" y="482"/>
                        <a:pt x="272" y="482"/>
                      </a:cubicBezTo>
                      <a:cubicBezTo>
                        <a:pt x="368" y="482"/>
                        <a:pt x="459" y="424"/>
                        <a:pt x="497" y="329"/>
                      </a:cubicBezTo>
                      <a:cubicBezTo>
                        <a:pt x="546" y="205"/>
                        <a:pt x="485" y="66"/>
                        <a:pt x="359" y="16"/>
                      </a:cubicBezTo>
                      <a:cubicBezTo>
                        <a:pt x="331" y="5"/>
                        <a:pt x="302"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11"/>
                <p:cNvSpPr/>
                <p:nvPr/>
              </p:nvSpPr>
              <p:spPr>
                <a:xfrm>
                  <a:off x="-2031325" y="2321538"/>
                  <a:ext cx="13650" cy="12050"/>
                </a:xfrm>
                <a:custGeom>
                  <a:rect b="b" l="l" r="r" t="t"/>
                  <a:pathLst>
                    <a:path extrusionOk="0" h="482" w="546">
                      <a:moveTo>
                        <a:pt x="272" y="0"/>
                      </a:moveTo>
                      <a:cubicBezTo>
                        <a:pt x="176" y="0"/>
                        <a:pt x="85" y="58"/>
                        <a:pt x="48" y="153"/>
                      </a:cubicBezTo>
                      <a:cubicBezTo>
                        <a:pt x="1" y="277"/>
                        <a:pt x="61" y="416"/>
                        <a:pt x="184" y="466"/>
                      </a:cubicBezTo>
                      <a:cubicBezTo>
                        <a:pt x="213" y="477"/>
                        <a:pt x="242" y="482"/>
                        <a:pt x="271" y="482"/>
                      </a:cubicBezTo>
                      <a:cubicBezTo>
                        <a:pt x="368" y="482"/>
                        <a:pt x="459" y="424"/>
                        <a:pt x="497" y="328"/>
                      </a:cubicBezTo>
                      <a:cubicBezTo>
                        <a:pt x="546" y="205"/>
                        <a:pt x="486" y="65"/>
                        <a:pt x="360" y="17"/>
                      </a:cubicBezTo>
                      <a:cubicBezTo>
                        <a:pt x="331" y="6"/>
                        <a:pt x="301"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11"/>
                <p:cNvSpPr/>
                <p:nvPr/>
              </p:nvSpPr>
              <p:spPr>
                <a:xfrm>
                  <a:off x="-2294575" y="2061113"/>
                  <a:ext cx="438100" cy="412175"/>
                </a:xfrm>
                <a:custGeom>
                  <a:rect b="b" l="l" r="r" t="t"/>
                  <a:pathLst>
                    <a:path extrusionOk="0" h="16487" w="17524">
                      <a:moveTo>
                        <a:pt x="16558" y="0"/>
                      </a:moveTo>
                      <a:lnTo>
                        <a:pt x="11197" y="13682"/>
                      </a:lnTo>
                      <a:lnTo>
                        <a:pt x="0" y="9296"/>
                      </a:lnTo>
                      <a:lnTo>
                        <a:pt x="965" y="12098"/>
                      </a:lnTo>
                      <a:lnTo>
                        <a:pt x="12162" y="16486"/>
                      </a:lnTo>
                      <a:lnTo>
                        <a:pt x="17524" y="2803"/>
                      </a:lnTo>
                      <a:lnTo>
                        <a:pt x="165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11"/>
                <p:cNvSpPr/>
                <p:nvPr/>
              </p:nvSpPr>
              <p:spPr>
                <a:xfrm>
                  <a:off x="-2087625" y="2056038"/>
                  <a:ext cx="184150" cy="187625"/>
                </a:xfrm>
                <a:custGeom>
                  <a:rect b="b" l="l" r="r" t="t"/>
                  <a:pathLst>
                    <a:path extrusionOk="0" h="7505" w="7366">
                      <a:moveTo>
                        <a:pt x="6207" y="0"/>
                      </a:moveTo>
                      <a:lnTo>
                        <a:pt x="5783" y="1083"/>
                      </a:lnTo>
                      <a:lnTo>
                        <a:pt x="5783" y="1189"/>
                      </a:lnTo>
                      <a:lnTo>
                        <a:pt x="5979" y="1266"/>
                      </a:lnTo>
                      <a:lnTo>
                        <a:pt x="1434" y="6904"/>
                      </a:lnTo>
                      <a:lnTo>
                        <a:pt x="713" y="6108"/>
                      </a:lnTo>
                      <a:lnTo>
                        <a:pt x="29" y="6546"/>
                      </a:lnTo>
                      <a:lnTo>
                        <a:pt x="1" y="6634"/>
                      </a:lnTo>
                      <a:lnTo>
                        <a:pt x="1004" y="7439"/>
                      </a:lnTo>
                      <a:lnTo>
                        <a:pt x="1057" y="7373"/>
                      </a:lnTo>
                      <a:lnTo>
                        <a:pt x="1435" y="6906"/>
                      </a:lnTo>
                      <a:lnTo>
                        <a:pt x="1058" y="7374"/>
                      </a:lnTo>
                      <a:lnTo>
                        <a:pt x="1004" y="7441"/>
                      </a:lnTo>
                      <a:cubicBezTo>
                        <a:pt x="1012" y="7449"/>
                        <a:pt x="1023" y="7455"/>
                        <a:pt x="1032" y="7461"/>
                      </a:cubicBezTo>
                      <a:lnTo>
                        <a:pt x="1040" y="7466"/>
                      </a:lnTo>
                      <a:cubicBezTo>
                        <a:pt x="1048" y="7471"/>
                        <a:pt x="1057" y="7475"/>
                        <a:pt x="1066" y="7479"/>
                      </a:cubicBezTo>
                      <a:cubicBezTo>
                        <a:pt x="1067" y="7480"/>
                        <a:pt x="1069" y="7480"/>
                        <a:pt x="1071" y="7481"/>
                      </a:cubicBezTo>
                      <a:cubicBezTo>
                        <a:pt x="1107" y="7497"/>
                        <a:pt x="1145" y="7504"/>
                        <a:pt x="1183" y="7504"/>
                      </a:cubicBezTo>
                      <a:cubicBezTo>
                        <a:pt x="1266" y="7504"/>
                        <a:pt x="1348" y="7468"/>
                        <a:pt x="1404" y="7397"/>
                      </a:cubicBezTo>
                      <a:lnTo>
                        <a:pt x="6259" y="1375"/>
                      </a:lnTo>
                      <a:lnTo>
                        <a:pt x="6941" y="1641"/>
                      </a:lnTo>
                      <a:lnTo>
                        <a:pt x="7365" y="559"/>
                      </a:lnTo>
                      <a:lnTo>
                        <a:pt x="7365" y="453"/>
                      </a:lnTo>
                      <a:lnTo>
                        <a:pt x="62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11"/>
                <p:cNvSpPr/>
                <p:nvPr/>
              </p:nvSpPr>
              <p:spPr>
                <a:xfrm>
                  <a:off x="-2153650" y="2264638"/>
                  <a:ext cx="39300" cy="38750"/>
                </a:xfrm>
                <a:custGeom>
                  <a:rect b="b" l="l" r="r" t="t"/>
                  <a:pathLst>
                    <a:path extrusionOk="0" h="1550" w="1572">
                      <a:moveTo>
                        <a:pt x="1505" y="876"/>
                      </a:moveTo>
                      <a:lnTo>
                        <a:pt x="1505" y="876"/>
                      </a:lnTo>
                      <a:cubicBezTo>
                        <a:pt x="1504" y="880"/>
                        <a:pt x="1504" y="884"/>
                        <a:pt x="1502" y="887"/>
                      </a:cubicBezTo>
                      <a:cubicBezTo>
                        <a:pt x="1502" y="882"/>
                        <a:pt x="1504" y="880"/>
                        <a:pt x="1505" y="876"/>
                      </a:cubicBezTo>
                      <a:close/>
                      <a:moveTo>
                        <a:pt x="380" y="1370"/>
                      </a:moveTo>
                      <a:lnTo>
                        <a:pt x="380" y="1370"/>
                      </a:lnTo>
                      <a:cubicBezTo>
                        <a:pt x="384" y="1371"/>
                        <a:pt x="387" y="1374"/>
                        <a:pt x="391" y="1376"/>
                      </a:cubicBezTo>
                      <a:cubicBezTo>
                        <a:pt x="387" y="1374"/>
                        <a:pt x="383" y="1372"/>
                        <a:pt x="380" y="1370"/>
                      </a:cubicBezTo>
                      <a:close/>
                      <a:moveTo>
                        <a:pt x="777" y="0"/>
                      </a:moveTo>
                      <a:cubicBezTo>
                        <a:pt x="481" y="0"/>
                        <a:pt x="201" y="179"/>
                        <a:pt x="86" y="471"/>
                      </a:cubicBezTo>
                      <a:cubicBezTo>
                        <a:pt x="0" y="688"/>
                        <a:pt x="25" y="918"/>
                        <a:pt x="131" y="1107"/>
                      </a:cubicBezTo>
                      <a:cubicBezTo>
                        <a:pt x="206" y="1278"/>
                        <a:pt x="346" y="1423"/>
                        <a:pt x="535" y="1498"/>
                      </a:cubicBezTo>
                      <a:cubicBezTo>
                        <a:pt x="623" y="1533"/>
                        <a:pt x="715" y="1550"/>
                        <a:pt x="804" y="1550"/>
                      </a:cubicBezTo>
                      <a:cubicBezTo>
                        <a:pt x="1101" y="1550"/>
                        <a:pt x="1381" y="1370"/>
                        <a:pt x="1495" y="1078"/>
                      </a:cubicBezTo>
                      <a:cubicBezTo>
                        <a:pt x="1572" y="884"/>
                        <a:pt x="1556" y="678"/>
                        <a:pt x="1476" y="500"/>
                      </a:cubicBezTo>
                      <a:cubicBezTo>
                        <a:pt x="1408" y="302"/>
                        <a:pt x="1257" y="134"/>
                        <a:pt x="1046" y="51"/>
                      </a:cubicBezTo>
                      <a:cubicBezTo>
                        <a:pt x="958" y="17"/>
                        <a:pt x="86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11"/>
                <p:cNvSpPr/>
                <p:nvPr/>
              </p:nvSpPr>
              <p:spPr>
                <a:xfrm>
                  <a:off x="-2259050" y="2223338"/>
                  <a:ext cx="39325" cy="38775"/>
                </a:xfrm>
                <a:custGeom>
                  <a:rect b="b" l="l" r="r" t="t"/>
                  <a:pathLst>
                    <a:path extrusionOk="0" h="1551" w="1573">
                      <a:moveTo>
                        <a:pt x="1505" y="877"/>
                      </a:moveTo>
                      <a:cubicBezTo>
                        <a:pt x="1505" y="881"/>
                        <a:pt x="1503" y="885"/>
                        <a:pt x="1502" y="887"/>
                      </a:cubicBezTo>
                      <a:cubicBezTo>
                        <a:pt x="1504" y="883"/>
                        <a:pt x="1505" y="879"/>
                        <a:pt x="1505" y="877"/>
                      </a:cubicBezTo>
                      <a:close/>
                      <a:moveTo>
                        <a:pt x="439" y="1404"/>
                      </a:moveTo>
                      <a:cubicBezTo>
                        <a:pt x="460" y="1413"/>
                        <a:pt x="482" y="1424"/>
                        <a:pt x="504" y="1433"/>
                      </a:cubicBezTo>
                      <a:cubicBezTo>
                        <a:pt x="482" y="1424"/>
                        <a:pt x="460" y="1414"/>
                        <a:pt x="439" y="1404"/>
                      </a:cubicBezTo>
                      <a:close/>
                      <a:moveTo>
                        <a:pt x="777" y="1"/>
                      </a:moveTo>
                      <a:cubicBezTo>
                        <a:pt x="481" y="1"/>
                        <a:pt x="201" y="180"/>
                        <a:pt x="86" y="472"/>
                      </a:cubicBezTo>
                      <a:cubicBezTo>
                        <a:pt x="0" y="689"/>
                        <a:pt x="25" y="919"/>
                        <a:pt x="131" y="1108"/>
                      </a:cubicBezTo>
                      <a:cubicBezTo>
                        <a:pt x="207" y="1279"/>
                        <a:pt x="346" y="1424"/>
                        <a:pt x="535" y="1499"/>
                      </a:cubicBezTo>
                      <a:cubicBezTo>
                        <a:pt x="624" y="1534"/>
                        <a:pt x="715" y="1550"/>
                        <a:pt x="805" y="1550"/>
                      </a:cubicBezTo>
                      <a:cubicBezTo>
                        <a:pt x="1101" y="1550"/>
                        <a:pt x="1381" y="1371"/>
                        <a:pt x="1496" y="1079"/>
                      </a:cubicBezTo>
                      <a:cubicBezTo>
                        <a:pt x="1572" y="883"/>
                        <a:pt x="1558" y="679"/>
                        <a:pt x="1476" y="501"/>
                      </a:cubicBezTo>
                      <a:cubicBezTo>
                        <a:pt x="1408" y="303"/>
                        <a:pt x="1257" y="135"/>
                        <a:pt x="1047" y="52"/>
                      </a:cubicBezTo>
                      <a:cubicBezTo>
                        <a:pt x="958" y="17"/>
                        <a:pt x="867"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11"/>
                <p:cNvSpPr/>
                <p:nvPr/>
              </p:nvSpPr>
              <p:spPr>
                <a:xfrm>
                  <a:off x="-2252275" y="2229838"/>
                  <a:ext cx="24300" cy="23125"/>
                </a:xfrm>
                <a:custGeom>
                  <a:rect b="b" l="l" r="r" t="t"/>
                  <a:pathLst>
                    <a:path extrusionOk="0" h="925" w="972">
                      <a:moveTo>
                        <a:pt x="468" y="1"/>
                      </a:moveTo>
                      <a:cubicBezTo>
                        <a:pt x="236" y="1"/>
                        <a:pt x="40" y="178"/>
                        <a:pt x="18" y="414"/>
                      </a:cubicBezTo>
                      <a:cubicBezTo>
                        <a:pt x="1" y="611"/>
                        <a:pt x="111" y="788"/>
                        <a:pt x="279" y="866"/>
                      </a:cubicBezTo>
                      <a:lnTo>
                        <a:pt x="279" y="869"/>
                      </a:lnTo>
                      <a:cubicBezTo>
                        <a:pt x="333" y="896"/>
                        <a:pt x="393" y="916"/>
                        <a:pt x="456" y="922"/>
                      </a:cubicBezTo>
                      <a:cubicBezTo>
                        <a:pt x="473" y="924"/>
                        <a:pt x="490" y="925"/>
                        <a:pt x="506" y="925"/>
                      </a:cubicBezTo>
                      <a:cubicBezTo>
                        <a:pt x="743" y="925"/>
                        <a:pt x="941" y="751"/>
                        <a:pt x="957" y="516"/>
                      </a:cubicBezTo>
                      <a:cubicBezTo>
                        <a:pt x="972" y="329"/>
                        <a:pt x="870" y="158"/>
                        <a:pt x="714" y="71"/>
                      </a:cubicBezTo>
                      <a:cubicBezTo>
                        <a:pt x="655" y="34"/>
                        <a:pt x="586" y="9"/>
                        <a:pt x="512" y="3"/>
                      </a:cubicBezTo>
                      <a:cubicBezTo>
                        <a:pt x="497" y="1"/>
                        <a:pt x="483"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11"/>
                <p:cNvSpPr/>
                <p:nvPr/>
              </p:nvSpPr>
              <p:spPr>
                <a:xfrm>
                  <a:off x="-1975575" y="2193263"/>
                  <a:ext cx="23375" cy="52875"/>
                </a:xfrm>
                <a:custGeom>
                  <a:rect b="b" l="l" r="r" t="t"/>
                  <a:pathLst>
                    <a:path extrusionOk="0" h="2115" w="935">
                      <a:moveTo>
                        <a:pt x="683" y="0"/>
                      </a:moveTo>
                      <a:lnTo>
                        <a:pt x="1" y="1743"/>
                      </a:lnTo>
                      <a:lnTo>
                        <a:pt x="1" y="2022"/>
                      </a:lnTo>
                      <a:lnTo>
                        <a:pt x="251" y="2115"/>
                      </a:lnTo>
                      <a:lnTo>
                        <a:pt x="935" y="372"/>
                      </a:lnTo>
                      <a:lnTo>
                        <a:pt x="935" y="93"/>
                      </a:lnTo>
                      <a:lnTo>
                        <a:pt x="6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11"/>
                <p:cNvSpPr/>
                <p:nvPr/>
              </p:nvSpPr>
              <p:spPr>
                <a:xfrm>
                  <a:off x="-2167200" y="1989363"/>
                  <a:ext cx="134500" cy="203875"/>
                </a:xfrm>
                <a:custGeom>
                  <a:rect b="b" l="l" r="r" t="t"/>
                  <a:pathLst>
                    <a:path extrusionOk="0" h="8155" w="5380">
                      <a:moveTo>
                        <a:pt x="2881" y="0"/>
                      </a:moveTo>
                      <a:cubicBezTo>
                        <a:pt x="1808" y="0"/>
                        <a:pt x="775" y="428"/>
                        <a:pt x="15" y="1179"/>
                      </a:cubicBezTo>
                      <a:cubicBezTo>
                        <a:pt x="0" y="1485"/>
                        <a:pt x="155" y="1740"/>
                        <a:pt x="660" y="1803"/>
                      </a:cubicBezTo>
                      <a:cubicBezTo>
                        <a:pt x="2133" y="1988"/>
                        <a:pt x="3800" y="2316"/>
                        <a:pt x="2089" y="4028"/>
                      </a:cubicBezTo>
                      <a:cubicBezTo>
                        <a:pt x="595" y="5525"/>
                        <a:pt x="2520" y="5619"/>
                        <a:pt x="3030" y="5619"/>
                      </a:cubicBezTo>
                      <a:cubicBezTo>
                        <a:pt x="3104" y="5619"/>
                        <a:pt x="3148" y="5618"/>
                        <a:pt x="3148" y="5618"/>
                      </a:cubicBezTo>
                      <a:lnTo>
                        <a:pt x="3148" y="5618"/>
                      </a:lnTo>
                      <a:cubicBezTo>
                        <a:pt x="3148" y="5618"/>
                        <a:pt x="4018" y="6541"/>
                        <a:pt x="2706" y="6726"/>
                      </a:cubicBezTo>
                      <a:cubicBezTo>
                        <a:pt x="1948" y="6831"/>
                        <a:pt x="1688" y="7465"/>
                        <a:pt x="1857" y="8022"/>
                      </a:cubicBezTo>
                      <a:cubicBezTo>
                        <a:pt x="2198" y="8112"/>
                        <a:pt x="2542" y="8155"/>
                        <a:pt x="2883" y="8155"/>
                      </a:cubicBezTo>
                      <a:cubicBezTo>
                        <a:pt x="3587" y="8155"/>
                        <a:pt x="4275" y="7970"/>
                        <a:pt x="4881" y="7630"/>
                      </a:cubicBezTo>
                      <a:cubicBezTo>
                        <a:pt x="4438" y="7437"/>
                        <a:pt x="4058" y="7138"/>
                        <a:pt x="4365" y="6727"/>
                      </a:cubicBezTo>
                      <a:cubicBezTo>
                        <a:pt x="4934" y="5963"/>
                        <a:pt x="5380" y="4346"/>
                        <a:pt x="4348" y="4346"/>
                      </a:cubicBezTo>
                      <a:cubicBezTo>
                        <a:pt x="4298" y="4346"/>
                        <a:pt x="4244" y="4350"/>
                        <a:pt x="4187" y="4357"/>
                      </a:cubicBezTo>
                      <a:cubicBezTo>
                        <a:pt x="4143" y="4363"/>
                        <a:pt x="4102" y="4366"/>
                        <a:pt x="4064" y="4366"/>
                      </a:cubicBezTo>
                      <a:cubicBezTo>
                        <a:pt x="3007" y="4366"/>
                        <a:pt x="3753" y="2192"/>
                        <a:pt x="2957" y="1834"/>
                      </a:cubicBezTo>
                      <a:cubicBezTo>
                        <a:pt x="2333" y="1556"/>
                        <a:pt x="2444" y="467"/>
                        <a:pt x="3109" y="7"/>
                      </a:cubicBezTo>
                      <a:cubicBezTo>
                        <a:pt x="3033" y="2"/>
                        <a:pt x="2957" y="0"/>
                        <a:pt x="2881"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11"/>
                <p:cNvSpPr/>
                <p:nvPr/>
              </p:nvSpPr>
              <p:spPr>
                <a:xfrm>
                  <a:off x="-2197600" y="1989338"/>
                  <a:ext cx="205850" cy="207900"/>
                </a:xfrm>
                <a:custGeom>
                  <a:rect b="b" l="l" r="r" t="t"/>
                  <a:pathLst>
                    <a:path extrusionOk="0" h="8316" w="8234">
                      <a:moveTo>
                        <a:pt x="8150" y="4500"/>
                      </a:moveTo>
                      <a:cubicBezTo>
                        <a:pt x="8150" y="4505"/>
                        <a:pt x="8150" y="4512"/>
                        <a:pt x="8149" y="4517"/>
                      </a:cubicBezTo>
                      <a:cubicBezTo>
                        <a:pt x="8149" y="4511"/>
                        <a:pt x="8150" y="4505"/>
                        <a:pt x="8150" y="4500"/>
                      </a:cubicBezTo>
                      <a:close/>
                      <a:moveTo>
                        <a:pt x="8136" y="4636"/>
                      </a:moveTo>
                      <a:cubicBezTo>
                        <a:pt x="8136" y="4637"/>
                        <a:pt x="8135" y="4638"/>
                        <a:pt x="8135" y="4639"/>
                      </a:cubicBezTo>
                      <a:lnTo>
                        <a:pt x="8135" y="4639"/>
                      </a:lnTo>
                      <a:cubicBezTo>
                        <a:pt x="8135" y="4638"/>
                        <a:pt x="8136" y="4637"/>
                        <a:pt x="8136" y="4636"/>
                      </a:cubicBezTo>
                      <a:close/>
                      <a:moveTo>
                        <a:pt x="1080" y="6817"/>
                      </a:moveTo>
                      <a:lnTo>
                        <a:pt x="1080" y="6817"/>
                      </a:lnTo>
                      <a:cubicBezTo>
                        <a:pt x="1081" y="6819"/>
                        <a:pt x="1082" y="6820"/>
                        <a:pt x="1084" y="6822"/>
                      </a:cubicBezTo>
                      <a:cubicBezTo>
                        <a:pt x="1082" y="6821"/>
                        <a:pt x="1081" y="6820"/>
                        <a:pt x="1080" y="6817"/>
                      </a:cubicBezTo>
                      <a:close/>
                      <a:moveTo>
                        <a:pt x="1469" y="7194"/>
                      </a:moveTo>
                      <a:cubicBezTo>
                        <a:pt x="1490" y="7212"/>
                        <a:pt x="1510" y="7229"/>
                        <a:pt x="1531" y="7246"/>
                      </a:cubicBezTo>
                      <a:cubicBezTo>
                        <a:pt x="1509" y="7229"/>
                        <a:pt x="1489" y="7212"/>
                        <a:pt x="1469" y="7194"/>
                      </a:cubicBezTo>
                      <a:close/>
                      <a:moveTo>
                        <a:pt x="1595" y="7297"/>
                      </a:moveTo>
                      <a:lnTo>
                        <a:pt x="1595" y="7297"/>
                      </a:lnTo>
                      <a:cubicBezTo>
                        <a:pt x="1623" y="7318"/>
                        <a:pt x="1651" y="7340"/>
                        <a:pt x="1680" y="7362"/>
                      </a:cubicBezTo>
                      <a:cubicBezTo>
                        <a:pt x="1650" y="7341"/>
                        <a:pt x="1622" y="7319"/>
                        <a:pt x="1595" y="7297"/>
                      </a:cubicBezTo>
                      <a:close/>
                      <a:moveTo>
                        <a:pt x="5632" y="7855"/>
                      </a:moveTo>
                      <a:cubicBezTo>
                        <a:pt x="5566" y="7883"/>
                        <a:pt x="5501" y="7908"/>
                        <a:pt x="5435" y="7930"/>
                      </a:cubicBezTo>
                      <a:cubicBezTo>
                        <a:pt x="5501" y="7906"/>
                        <a:pt x="5566" y="7883"/>
                        <a:pt x="5632" y="7855"/>
                      </a:cubicBezTo>
                      <a:close/>
                      <a:moveTo>
                        <a:pt x="5233" y="7993"/>
                      </a:moveTo>
                      <a:cubicBezTo>
                        <a:pt x="5132" y="8024"/>
                        <a:pt x="5029" y="8049"/>
                        <a:pt x="4925" y="8071"/>
                      </a:cubicBezTo>
                      <a:cubicBezTo>
                        <a:pt x="5028" y="8049"/>
                        <a:pt x="5132" y="8023"/>
                        <a:pt x="5233" y="7993"/>
                      </a:cubicBezTo>
                      <a:close/>
                      <a:moveTo>
                        <a:pt x="4822" y="8091"/>
                      </a:moveTo>
                      <a:cubicBezTo>
                        <a:pt x="4753" y="8105"/>
                        <a:pt x="4683" y="8115"/>
                        <a:pt x="4612" y="8123"/>
                      </a:cubicBezTo>
                      <a:cubicBezTo>
                        <a:pt x="4682" y="8115"/>
                        <a:pt x="4752" y="8105"/>
                        <a:pt x="4822" y="8091"/>
                      </a:cubicBezTo>
                      <a:close/>
                      <a:moveTo>
                        <a:pt x="4097" y="1"/>
                      </a:moveTo>
                      <a:cubicBezTo>
                        <a:pt x="2386" y="1"/>
                        <a:pt x="774" y="1086"/>
                        <a:pt x="212" y="2841"/>
                      </a:cubicBezTo>
                      <a:cubicBezTo>
                        <a:pt x="71" y="3280"/>
                        <a:pt x="11" y="3729"/>
                        <a:pt x="22" y="4170"/>
                      </a:cubicBezTo>
                      <a:cubicBezTo>
                        <a:pt x="1" y="5736"/>
                        <a:pt x="890" y="7240"/>
                        <a:pt x="2366" y="7929"/>
                      </a:cubicBezTo>
                      <a:cubicBezTo>
                        <a:pt x="2930" y="8192"/>
                        <a:pt x="3518" y="8316"/>
                        <a:pt x="4096" y="8316"/>
                      </a:cubicBezTo>
                      <a:cubicBezTo>
                        <a:pt x="5807" y="8316"/>
                        <a:pt x="7419" y="7231"/>
                        <a:pt x="7981" y="5475"/>
                      </a:cubicBezTo>
                      <a:cubicBezTo>
                        <a:pt x="8110" y="5073"/>
                        <a:pt x="8169" y="4663"/>
                        <a:pt x="8169" y="4256"/>
                      </a:cubicBezTo>
                      <a:cubicBezTo>
                        <a:pt x="8234" y="2650"/>
                        <a:pt x="7336" y="1091"/>
                        <a:pt x="5827" y="387"/>
                      </a:cubicBezTo>
                      <a:cubicBezTo>
                        <a:pt x="5264" y="124"/>
                        <a:pt x="4675" y="1"/>
                        <a:pt x="4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11"/>
                <p:cNvSpPr/>
                <p:nvPr/>
              </p:nvSpPr>
              <p:spPr>
                <a:xfrm>
                  <a:off x="-2149900" y="2043388"/>
                  <a:ext cx="109250" cy="95825"/>
                </a:xfrm>
                <a:custGeom>
                  <a:rect b="b" l="l" r="r" t="t"/>
                  <a:pathLst>
                    <a:path extrusionOk="0" h="3833" w="4370">
                      <a:moveTo>
                        <a:pt x="2190" y="0"/>
                      </a:moveTo>
                      <a:cubicBezTo>
                        <a:pt x="1932" y="0"/>
                        <a:pt x="1670" y="52"/>
                        <a:pt x="1419" y="162"/>
                      </a:cubicBezTo>
                      <a:cubicBezTo>
                        <a:pt x="446" y="588"/>
                        <a:pt x="1" y="1718"/>
                        <a:pt x="424" y="2686"/>
                      </a:cubicBezTo>
                      <a:cubicBezTo>
                        <a:pt x="738" y="3404"/>
                        <a:pt x="1441" y="3832"/>
                        <a:pt x="2180" y="3832"/>
                      </a:cubicBezTo>
                      <a:cubicBezTo>
                        <a:pt x="2438" y="3832"/>
                        <a:pt x="2700" y="3780"/>
                        <a:pt x="2951" y="3670"/>
                      </a:cubicBezTo>
                      <a:cubicBezTo>
                        <a:pt x="3924" y="3245"/>
                        <a:pt x="4369" y="2116"/>
                        <a:pt x="3946" y="1147"/>
                      </a:cubicBezTo>
                      <a:cubicBezTo>
                        <a:pt x="3632" y="428"/>
                        <a:pt x="2929" y="0"/>
                        <a:pt x="2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11"/>
                <p:cNvSpPr/>
                <p:nvPr/>
              </p:nvSpPr>
              <p:spPr>
                <a:xfrm>
                  <a:off x="-2107125" y="2079913"/>
                  <a:ext cx="23875" cy="22775"/>
                </a:xfrm>
                <a:custGeom>
                  <a:rect b="b" l="l" r="r" t="t"/>
                  <a:pathLst>
                    <a:path extrusionOk="0" h="911" w="955">
                      <a:moveTo>
                        <a:pt x="478" y="1"/>
                      </a:moveTo>
                      <a:cubicBezTo>
                        <a:pt x="264" y="1"/>
                        <a:pt x="63" y="153"/>
                        <a:pt x="27" y="391"/>
                      </a:cubicBezTo>
                      <a:cubicBezTo>
                        <a:pt x="1" y="560"/>
                        <a:pt x="77" y="735"/>
                        <a:pt x="219" y="830"/>
                      </a:cubicBezTo>
                      <a:cubicBezTo>
                        <a:pt x="300" y="885"/>
                        <a:pt x="390" y="911"/>
                        <a:pt x="477" y="911"/>
                      </a:cubicBezTo>
                      <a:cubicBezTo>
                        <a:pt x="691" y="911"/>
                        <a:pt x="892" y="759"/>
                        <a:pt x="929" y="521"/>
                      </a:cubicBezTo>
                      <a:cubicBezTo>
                        <a:pt x="954" y="351"/>
                        <a:pt x="878" y="177"/>
                        <a:pt x="737" y="81"/>
                      </a:cubicBezTo>
                      <a:cubicBezTo>
                        <a:pt x="655" y="26"/>
                        <a:pt x="565" y="1"/>
                        <a:pt x="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11"/>
                <p:cNvSpPr/>
                <p:nvPr/>
              </p:nvSpPr>
              <p:spPr>
                <a:xfrm>
                  <a:off x="-2146875" y="2271113"/>
                  <a:ext cx="24300" cy="23125"/>
                </a:xfrm>
                <a:custGeom>
                  <a:rect b="b" l="l" r="r" t="t"/>
                  <a:pathLst>
                    <a:path extrusionOk="0" h="925" w="972">
                      <a:moveTo>
                        <a:pt x="468" y="1"/>
                      </a:moveTo>
                      <a:cubicBezTo>
                        <a:pt x="236" y="1"/>
                        <a:pt x="39" y="178"/>
                        <a:pt x="18" y="415"/>
                      </a:cubicBezTo>
                      <a:cubicBezTo>
                        <a:pt x="0" y="611"/>
                        <a:pt x="111" y="788"/>
                        <a:pt x="279" y="867"/>
                      </a:cubicBezTo>
                      <a:lnTo>
                        <a:pt x="279" y="869"/>
                      </a:lnTo>
                      <a:cubicBezTo>
                        <a:pt x="333" y="897"/>
                        <a:pt x="393" y="916"/>
                        <a:pt x="456" y="922"/>
                      </a:cubicBezTo>
                      <a:cubicBezTo>
                        <a:pt x="473" y="924"/>
                        <a:pt x="489" y="925"/>
                        <a:pt x="506" y="925"/>
                      </a:cubicBezTo>
                      <a:cubicBezTo>
                        <a:pt x="742" y="925"/>
                        <a:pt x="941" y="751"/>
                        <a:pt x="957" y="516"/>
                      </a:cubicBezTo>
                      <a:cubicBezTo>
                        <a:pt x="972" y="331"/>
                        <a:pt x="869" y="161"/>
                        <a:pt x="714" y="71"/>
                      </a:cubicBezTo>
                      <a:cubicBezTo>
                        <a:pt x="654" y="34"/>
                        <a:pt x="586" y="9"/>
                        <a:pt x="511" y="3"/>
                      </a:cubicBezTo>
                      <a:cubicBezTo>
                        <a:pt x="497" y="1"/>
                        <a:pt x="482"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11"/>
                <p:cNvSpPr/>
                <p:nvPr/>
              </p:nvSpPr>
              <p:spPr>
                <a:xfrm>
                  <a:off x="-2093700" y="2291263"/>
                  <a:ext cx="24300" cy="23150"/>
                </a:xfrm>
                <a:custGeom>
                  <a:rect b="b" l="l" r="r" t="t"/>
                  <a:pathLst>
                    <a:path extrusionOk="0" h="926" w="972">
                      <a:moveTo>
                        <a:pt x="469" y="1"/>
                      </a:moveTo>
                      <a:cubicBezTo>
                        <a:pt x="236" y="1"/>
                        <a:pt x="39" y="178"/>
                        <a:pt x="18" y="415"/>
                      </a:cubicBezTo>
                      <a:cubicBezTo>
                        <a:pt x="0" y="611"/>
                        <a:pt x="111" y="788"/>
                        <a:pt x="279" y="868"/>
                      </a:cubicBezTo>
                      <a:lnTo>
                        <a:pt x="279" y="869"/>
                      </a:lnTo>
                      <a:cubicBezTo>
                        <a:pt x="333" y="897"/>
                        <a:pt x="393" y="916"/>
                        <a:pt x="456" y="922"/>
                      </a:cubicBezTo>
                      <a:cubicBezTo>
                        <a:pt x="473" y="924"/>
                        <a:pt x="490" y="925"/>
                        <a:pt x="507" y="925"/>
                      </a:cubicBezTo>
                      <a:cubicBezTo>
                        <a:pt x="743" y="925"/>
                        <a:pt x="941" y="751"/>
                        <a:pt x="957" y="517"/>
                      </a:cubicBezTo>
                      <a:cubicBezTo>
                        <a:pt x="972" y="331"/>
                        <a:pt x="870" y="161"/>
                        <a:pt x="714" y="71"/>
                      </a:cubicBezTo>
                      <a:cubicBezTo>
                        <a:pt x="655" y="34"/>
                        <a:pt x="587" y="9"/>
                        <a:pt x="511" y="3"/>
                      </a:cubicBezTo>
                      <a:cubicBezTo>
                        <a:pt x="497" y="2"/>
                        <a:pt x="483"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11"/>
                <p:cNvSpPr/>
                <p:nvPr/>
              </p:nvSpPr>
              <p:spPr>
                <a:xfrm>
                  <a:off x="-2222725" y="2179463"/>
                  <a:ext cx="114350" cy="64025"/>
                </a:xfrm>
                <a:custGeom>
                  <a:rect b="b" l="l" r="r" t="t"/>
                  <a:pathLst>
                    <a:path extrusionOk="0" h="2561" w="4574">
                      <a:moveTo>
                        <a:pt x="355" y="0"/>
                      </a:moveTo>
                      <a:lnTo>
                        <a:pt x="0" y="908"/>
                      </a:lnTo>
                      <a:lnTo>
                        <a:pt x="3360" y="2224"/>
                      </a:lnTo>
                      <a:lnTo>
                        <a:pt x="4010" y="2479"/>
                      </a:lnTo>
                      <a:lnTo>
                        <a:pt x="4217" y="2560"/>
                      </a:lnTo>
                      <a:lnTo>
                        <a:pt x="4573" y="1652"/>
                      </a:lnTo>
                      <a:lnTo>
                        <a:pt x="3807" y="1352"/>
                      </a:lnTo>
                      <a:lnTo>
                        <a:pt x="3596" y="1269"/>
                      </a:lnTo>
                      <a:lnTo>
                        <a:pt x="1863" y="591"/>
                      </a:lnTo>
                      <a:lnTo>
                        <a:pt x="1545" y="466"/>
                      </a:lnTo>
                      <a:lnTo>
                        <a:pt x="3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0" name="Google Shape;1020;p11"/>
            <p:cNvGrpSpPr/>
            <p:nvPr/>
          </p:nvGrpSpPr>
          <p:grpSpPr>
            <a:xfrm>
              <a:off x="7080470" y="160872"/>
              <a:ext cx="500560" cy="472885"/>
              <a:chOff x="-1174275" y="581450"/>
              <a:chExt cx="370100" cy="349638"/>
            </a:xfrm>
          </p:grpSpPr>
          <p:sp>
            <p:nvSpPr>
              <p:cNvPr id="1021" name="Google Shape;1021;p11"/>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11"/>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 name="Google Shape;1023;p11"/>
            <p:cNvGrpSpPr/>
            <p:nvPr/>
          </p:nvGrpSpPr>
          <p:grpSpPr>
            <a:xfrm>
              <a:off x="8482325" y="3813800"/>
              <a:ext cx="402025" cy="804000"/>
              <a:chOff x="2882200" y="374525"/>
              <a:chExt cx="402025" cy="804000"/>
            </a:xfrm>
          </p:grpSpPr>
          <p:sp>
            <p:nvSpPr>
              <p:cNvPr id="1024" name="Google Shape;1024;p11"/>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11"/>
              <p:cNvSpPr/>
              <p:nvPr/>
            </p:nvSpPr>
            <p:spPr>
              <a:xfrm>
                <a:off x="2882200" y="374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11"/>
              <p:cNvSpPr/>
              <p:nvPr/>
            </p:nvSpPr>
            <p:spPr>
              <a:xfrm>
                <a:off x="3083200" y="374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11"/>
              <p:cNvSpPr/>
              <p:nvPr/>
            </p:nvSpPr>
            <p:spPr>
              <a:xfrm flipH="1">
                <a:off x="3083200" y="575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11"/>
              <p:cNvSpPr/>
              <p:nvPr/>
            </p:nvSpPr>
            <p:spPr>
              <a:xfrm flipH="1">
                <a:off x="2882200" y="575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11"/>
              <p:cNvSpPr/>
              <p:nvPr/>
            </p:nvSpPr>
            <p:spPr>
              <a:xfrm>
                <a:off x="2882200" y="776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11"/>
              <p:cNvSpPr/>
              <p:nvPr/>
            </p:nvSpPr>
            <p:spPr>
              <a:xfrm>
                <a:off x="3083200" y="776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11"/>
              <p:cNvSpPr/>
              <p:nvPr/>
            </p:nvSpPr>
            <p:spPr>
              <a:xfrm flipH="1">
                <a:off x="3083200" y="977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11"/>
              <p:cNvSpPr/>
              <p:nvPr/>
            </p:nvSpPr>
            <p:spPr>
              <a:xfrm flipH="1">
                <a:off x="2882200" y="977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11"/>
            <p:cNvGrpSpPr/>
            <p:nvPr/>
          </p:nvGrpSpPr>
          <p:grpSpPr>
            <a:xfrm>
              <a:off x="1420895" y="4421322"/>
              <a:ext cx="500560" cy="472885"/>
              <a:chOff x="-1174275" y="581450"/>
              <a:chExt cx="370100" cy="349638"/>
            </a:xfrm>
          </p:grpSpPr>
          <p:sp>
            <p:nvSpPr>
              <p:cNvPr id="1034" name="Google Shape;1034;p11"/>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11"/>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 name="Google Shape;1036;p11"/>
            <p:cNvGrpSpPr/>
            <p:nvPr/>
          </p:nvGrpSpPr>
          <p:grpSpPr>
            <a:xfrm>
              <a:off x="8686928" y="3679070"/>
              <a:ext cx="311019" cy="311110"/>
              <a:chOff x="5038846" y="235350"/>
              <a:chExt cx="158691" cy="158738"/>
            </a:xfrm>
          </p:grpSpPr>
          <p:sp>
            <p:nvSpPr>
              <p:cNvPr id="1037" name="Google Shape;1037;p11"/>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11"/>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 name="Google Shape;1039;p11"/>
            <p:cNvGrpSpPr/>
            <p:nvPr/>
          </p:nvGrpSpPr>
          <p:grpSpPr>
            <a:xfrm>
              <a:off x="311203" y="3076995"/>
              <a:ext cx="311019" cy="311110"/>
              <a:chOff x="5038846" y="235350"/>
              <a:chExt cx="158691" cy="158738"/>
            </a:xfrm>
          </p:grpSpPr>
          <p:sp>
            <p:nvSpPr>
              <p:cNvPr id="1040" name="Google Shape;1040;p11"/>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11"/>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042" name="Shape 1042"/>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043" name="Shape 1043"/>
        <p:cNvGrpSpPr/>
        <p:nvPr/>
      </p:nvGrpSpPr>
      <p:grpSpPr>
        <a:xfrm>
          <a:off x="0" y="0"/>
          <a:ext cx="0" cy="0"/>
          <a:chOff x="0" y="0"/>
          <a:chExt cx="0" cy="0"/>
        </a:xfrm>
      </p:grpSpPr>
      <p:sp>
        <p:nvSpPr>
          <p:cNvPr id="1044" name="Google Shape;1044;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045" name="Google Shape;1045;p13"/>
          <p:cNvSpPr txBox="1"/>
          <p:nvPr>
            <p:ph idx="1" type="subTitle"/>
          </p:nvPr>
        </p:nvSpPr>
        <p:spPr>
          <a:xfrm>
            <a:off x="3005088" y="1918974"/>
            <a:ext cx="4305300" cy="45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46" name="Google Shape;1046;p13"/>
          <p:cNvSpPr txBox="1"/>
          <p:nvPr>
            <p:ph idx="2" type="subTitle"/>
          </p:nvPr>
        </p:nvSpPr>
        <p:spPr>
          <a:xfrm>
            <a:off x="3005123" y="2866781"/>
            <a:ext cx="4305300" cy="45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47" name="Google Shape;1047;p13"/>
          <p:cNvSpPr txBox="1"/>
          <p:nvPr>
            <p:ph idx="3" type="subTitle"/>
          </p:nvPr>
        </p:nvSpPr>
        <p:spPr>
          <a:xfrm>
            <a:off x="3005125" y="3874125"/>
            <a:ext cx="4305300" cy="45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48" name="Google Shape;1048;p13"/>
          <p:cNvSpPr txBox="1"/>
          <p:nvPr>
            <p:ph hasCustomPrompt="1" idx="4" type="title"/>
          </p:nvPr>
        </p:nvSpPr>
        <p:spPr>
          <a:xfrm>
            <a:off x="1989700" y="1730875"/>
            <a:ext cx="731400" cy="4482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49" name="Google Shape;1049;p13"/>
          <p:cNvSpPr txBox="1"/>
          <p:nvPr>
            <p:ph hasCustomPrompt="1" idx="5" type="title"/>
          </p:nvPr>
        </p:nvSpPr>
        <p:spPr>
          <a:xfrm>
            <a:off x="1988060" y="2719183"/>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50" name="Google Shape;1050;p13"/>
          <p:cNvSpPr txBox="1"/>
          <p:nvPr>
            <p:ph hasCustomPrompt="1" idx="6" type="title"/>
          </p:nvPr>
        </p:nvSpPr>
        <p:spPr>
          <a:xfrm>
            <a:off x="1988060" y="3726533"/>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51" name="Google Shape;1051;p13"/>
          <p:cNvSpPr txBox="1"/>
          <p:nvPr>
            <p:ph idx="7" type="subTitle"/>
          </p:nvPr>
        </p:nvSpPr>
        <p:spPr>
          <a:xfrm>
            <a:off x="3005088" y="1614175"/>
            <a:ext cx="4305300" cy="457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52" name="Google Shape;1052;p13"/>
          <p:cNvSpPr txBox="1"/>
          <p:nvPr>
            <p:ph idx="8" type="subTitle"/>
          </p:nvPr>
        </p:nvSpPr>
        <p:spPr>
          <a:xfrm>
            <a:off x="3005134" y="2561981"/>
            <a:ext cx="4305300" cy="457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53" name="Google Shape;1053;p13"/>
          <p:cNvSpPr txBox="1"/>
          <p:nvPr>
            <p:ph idx="9" type="subTitle"/>
          </p:nvPr>
        </p:nvSpPr>
        <p:spPr>
          <a:xfrm>
            <a:off x="3005134" y="3569326"/>
            <a:ext cx="4305300" cy="457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1054" name="Google Shape;1054;p13"/>
          <p:cNvGrpSpPr/>
          <p:nvPr/>
        </p:nvGrpSpPr>
        <p:grpSpPr>
          <a:xfrm>
            <a:off x="47035" y="160020"/>
            <a:ext cx="8865383" cy="4920073"/>
            <a:chOff x="47035" y="160020"/>
            <a:chExt cx="8865383" cy="4920073"/>
          </a:xfrm>
        </p:grpSpPr>
        <p:grpSp>
          <p:nvGrpSpPr>
            <p:cNvPr id="1055" name="Google Shape;1055;p13"/>
            <p:cNvGrpSpPr/>
            <p:nvPr/>
          </p:nvGrpSpPr>
          <p:grpSpPr>
            <a:xfrm>
              <a:off x="8304933" y="226208"/>
              <a:ext cx="554593" cy="1109118"/>
              <a:chOff x="2882200" y="374525"/>
              <a:chExt cx="402025" cy="804000"/>
            </a:xfrm>
          </p:grpSpPr>
          <p:sp>
            <p:nvSpPr>
              <p:cNvPr id="1056" name="Google Shape;1056;p13"/>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13"/>
              <p:cNvSpPr/>
              <p:nvPr/>
            </p:nvSpPr>
            <p:spPr>
              <a:xfrm>
                <a:off x="2882200" y="374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13"/>
              <p:cNvSpPr/>
              <p:nvPr/>
            </p:nvSpPr>
            <p:spPr>
              <a:xfrm>
                <a:off x="3083200" y="374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13"/>
              <p:cNvSpPr/>
              <p:nvPr/>
            </p:nvSpPr>
            <p:spPr>
              <a:xfrm flipH="1">
                <a:off x="3083200" y="575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13"/>
              <p:cNvSpPr/>
              <p:nvPr/>
            </p:nvSpPr>
            <p:spPr>
              <a:xfrm flipH="1">
                <a:off x="2882200" y="575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13"/>
              <p:cNvSpPr/>
              <p:nvPr/>
            </p:nvSpPr>
            <p:spPr>
              <a:xfrm>
                <a:off x="2882200" y="776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13"/>
              <p:cNvSpPr/>
              <p:nvPr/>
            </p:nvSpPr>
            <p:spPr>
              <a:xfrm>
                <a:off x="3083200" y="776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13"/>
              <p:cNvSpPr/>
              <p:nvPr/>
            </p:nvSpPr>
            <p:spPr>
              <a:xfrm flipH="1">
                <a:off x="3083200" y="977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13"/>
              <p:cNvSpPr/>
              <p:nvPr/>
            </p:nvSpPr>
            <p:spPr>
              <a:xfrm flipH="1">
                <a:off x="2882200" y="977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 name="Google Shape;1065;p13"/>
            <p:cNvGrpSpPr/>
            <p:nvPr/>
          </p:nvGrpSpPr>
          <p:grpSpPr>
            <a:xfrm>
              <a:off x="7854428" y="201920"/>
              <a:ext cx="311019" cy="311110"/>
              <a:chOff x="5038846" y="235350"/>
              <a:chExt cx="158691" cy="158738"/>
            </a:xfrm>
          </p:grpSpPr>
          <p:sp>
            <p:nvSpPr>
              <p:cNvPr id="1066" name="Google Shape;1066;p13"/>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13"/>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 name="Google Shape;1068;p13"/>
            <p:cNvGrpSpPr/>
            <p:nvPr/>
          </p:nvGrpSpPr>
          <p:grpSpPr>
            <a:xfrm>
              <a:off x="922878" y="4680195"/>
              <a:ext cx="311019" cy="311110"/>
              <a:chOff x="5038846" y="235350"/>
              <a:chExt cx="158691" cy="158738"/>
            </a:xfrm>
          </p:grpSpPr>
          <p:sp>
            <p:nvSpPr>
              <p:cNvPr id="1069" name="Google Shape;1069;p13"/>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13"/>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 name="Google Shape;1071;p13"/>
            <p:cNvGrpSpPr/>
            <p:nvPr/>
          </p:nvGrpSpPr>
          <p:grpSpPr>
            <a:xfrm>
              <a:off x="1131728" y="160020"/>
              <a:ext cx="311019" cy="311110"/>
              <a:chOff x="5038846" y="235350"/>
              <a:chExt cx="158691" cy="158738"/>
            </a:xfrm>
          </p:grpSpPr>
          <p:sp>
            <p:nvSpPr>
              <p:cNvPr id="1072" name="Google Shape;1072;p13"/>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13"/>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 name="Google Shape;1074;p13"/>
            <p:cNvGrpSpPr/>
            <p:nvPr/>
          </p:nvGrpSpPr>
          <p:grpSpPr>
            <a:xfrm>
              <a:off x="278642" y="1854331"/>
              <a:ext cx="8633777" cy="2207272"/>
              <a:chOff x="278642" y="1854331"/>
              <a:chExt cx="8633777" cy="2207272"/>
            </a:xfrm>
          </p:grpSpPr>
          <p:grpSp>
            <p:nvGrpSpPr>
              <p:cNvPr id="1075" name="Google Shape;1075;p13"/>
              <p:cNvGrpSpPr/>
              <p:nvPr/>
            </p:nvGrpSpPr>
            <p:grpSpPr>
              <a:xfrm>
                <a:off x="8471067" y="1854331"/>
                <a:ext cx="441352" cy="419672"/>
                <a:chOff x="5164484" y="526738"/>
                <a:chExt cx="133266" cy="126713"/>
              </a:xfrm>
            </p:grpSpPr>
            <p:sp>
              <p:nvSpPr>
                <p:cNvPr id="1076" name="Google Shape;1076;p13"/>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13"/>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 name="Google Shape;1078;p13"/>
              <p:cNvGrpSpPr/>
              <p:nvPr/>
            </p:nvGrpSpPr>
            <p:grpSpPr>
              <a:xfrm>
                <a:off x="278642" y="3641931"/>
                <a:ext cx="441352" cy="419672"/>
                <a:chOff x="5164484" y="526738"/>
                <a:chExt cx="133266" cy="126713"/>
              </a:xfrm>
            </p:grpSpPr>
            <p:sp>
              <p:nvSpPr>
                <p:cNvPr id="1079" name="Google Shape;1079;p13"/>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13"/>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1" name="Google Shape;1081;p13"/>
            <p:cNvGrpSpPr/>
            <p:nvPr/>
          </p:nvGrpSpPr>
          <p:grpSpPr>
            <a:xfrm rot="-674593">
              <a:off x="110368" y="4308005"/>
              <a:ext cx="659930" cy="714610"/>
              <a:chOff x="-2686850" y="3696525"/>
              <a:chExt cx="332050" cy="359563"/>
            </a:xfrm>
          </p:grpSpPr>
          <p:sp>
            <p:nvSpPr>
              <p:cNvPr id="1082" name="Google Shape;1082;p13"/>
              <p:cNvSpPr/>
              <p:nvPr/>
            </p:nvSpPr>
            <p:spPr>
              <a:xfrm>
                <a:off x="-2686850" y="3696525"/>
                <a:ext cx="332050" cy="359525"/>
              </a:xfrm>
              <a:custGeom>
                <a:rect b="b" l="l" r="r" t="t"/>
                <a:pathLst>
                  <a:path extrusionOk="0" h="14381" w="13282">
                    <a:moveTo>
                      <a:pt x="12504" y="10802"/>
                    </a:moveTo>
                    <a:lnTo>
                      <a:pt x="12497" y="10829"/>
                    </a:lnTo>
                    <a:lnTo>
                      <a:pt x="12497" y="10806"/>
                    </a:lnTo>
                    <a:lnTo>
                      <a:pt x="12504" y="10802"/>
                    </a:lnTo>
                    <a:close/>
                    <a:moveTo>
                      <a:pt x="6678" y="1"/>
                    </a:moveTo>
                    <a:cubicBezTo>
                      <a:pt x="4442" y="1"/>
                      <a:pt x="2280" y="1136"/>
                      <a:pt x="1036" y="2962"/>
                    </a:cubicBezTo>
                    <a:cubicBezTo>
                      <a:pt x="902" y="3158"/>
                      <a:pt x="912" y="3410"/>
                      <a:pt x="1042" y="3594"/>
                    </a:cubicBezTo>
                    <a:cubicBezTo>
                      <a:pt x="505" y="4550"/>
                      <a:pt x="247" y="5625"/>
                      <a:pt x="300" y="6729"/>
                    </a:cubicBezTo>
                    <a:cubicBezTo>
                      <a:pt x="352" y="7770"/>
                      <a:pt x="675" y="10117"/>
                      <a:pt x="739" y="10573"/>
                    </a:cubicBezTo>
                    <a:lnTo>
                      <a:pt x="739" y="10663"/>
                    </a:lnTo>
                    <a:lnTo>
                      <a:pt x="256" y="8957"/>
                    </a:lnTo>
                    <a:cubicBezTo>
                      <a:pt x="241" y="8903"/>
                      <a:pt x="192" y="8868"/>
                      <a:pt x="138" y="8868"/>
                    </a:cubicBezTo>
                    <a:cubicBezTo>
                      <a:pt x="126" y="8868"/>
                      <a:pt x="115" y="8869"/>
                      <a:pt x="103" y="8873"/>
                    </a:cubicBezTo>
                    <a:cubicBezTo>
                      <a:pt x="37" y="8890"/>
                      <a:pt x="0" y="8958"/>
                      <a:pt x="19" y="9024"/>
                    </a:cubicBezTo>
                    <a:lnTo>
                      <a:pt x="738" y="11566"/>
                    </a:lnTo>
                    <a:lnTo>
                      <a:pt x="738" y="12528"/>
                    </a:lnTo>
                    <a:lnTo>
                      <a:pt x="738" y="13556"/>
                    </a:lnTo>
                    <a:lnTo>
                      <a:pt x="738" y="13808"/>
                    </a:lnTo>
                    <a:lnTo>
                      <a:pt x="1665" y="13808"/>
                    </a:lnTo>
                    <a:lnTo>
                      <a:pt x="1665" y="14373"/>
                    </a:lnTo>
                    <a:lnTo>
                      <a:pt x="1947" y="14373"/>
                    </a:lnTo>
                    <a:lnTo>
                      <a:pt x="1947" y="14380"/>
                    </a:lnTo>
                    <a:lnTo>
                      <a:pt x="2635" y="14380"/>
                    </a:lnTo>
                    <a:lnTo>
                      <a:pt x="2635" y="14369"/>
                    </a:lnTo>
                    <a:cubicBezTo>
                      <a:pt x="3018" y="14307"/>
                      <a:pt x="3314" y="13987"/>
                      <a:pt x="3411" y="13555"/>
                    </a:cubicBezTo>
                    <a:cubicBezTo>
                      <a:pt x="3433" y="13457"/>
                      <a:pt x="3446" y="13353"/>
                      <a:pt x="3446" y="13245"/>
                    </a:cubicBezTo>
                    <a:lnTo>
                      <a:pt x="3446" y="12527"/>
                    </a:lnTo>
                    <a:lnTo>
                      <a:pt x="3446" y="11097"/>
                    </a:lnTo>
                    <a:cubicBezTo>
                      <a:pt x="3446" y="10515"/>
                      <a:pt x="3105" y="10039"/>
                      <a:pt x="2635" y="9961"/>
                    </a:cubicBezTo>
                    <a:lnTo>
                      <a:pt x="2635" y="9948"/>
                    </a:lnTo>
                    <a:lnTo>
                      <a:pt x="1985" y="9948"/>
                    </a:lnTo>
                    <a:lnTo>
                      <a:pt x="1985" y="9942"/>
                    </a:lnTo>
                    <a:lnTo>
                      <a:pt x="1665" y="9942"/>
                    </a:lnTo>
                    <a:lnTo>
                      <a:pt x="1665" y="10506"/>
                    </a:lnTo>
                    <a:lnTo>
                      <a:pt x="1165" y="10506"/>
                    </a:lnTo>
                    <a:cubicBezTo>
                      <a:pt x="1100" y="10047"/>
                      <a:pt x="780" y="7711"/>
                      <a:pt x="731" y="6704"/>
                    </a:cubicBezTo>
                    <a:cubicBezTo>
                      <a:pt x="680" y="5690"/>
                      <a:pt x="918" y="4700"/>
                      <a:pt x="1409" y="3819"/>
                    </a:cubicBezTo>
                    <a:cubicBezTo>
                      <a:pt x="1438" y="3823"/>
                      <a:pt x="1466" y="3825"/>
                      <a:pt x="1494" y="3825"/>
                    </a:cubicBezTo>
                    <a:cubicBezTo>
                      <a:pt x="1671" y="3825"/>
                      <a:pt x="1845" y="3741"/>
                      <a:pt x="1952" y="3583"/>
                    </a:cubicBezTo>
                    <a:cubicBezTo>
                      <a:pt x="2992" y="2056"/>
                      <a:pt x="4803" y="1106"/>
                      <a:pt x="6678" y="1106"/>
                    </a:cubicBezTo>
                    <a:cubicBezTo>
                      <a:pt x="8431" y="1106"/>
                      <a:pt x="10117" y="1922"/>
                      <a:pt x="11187" y="3286"/>
                    </a:cubicBezTo>
                    <a:cubicBezTo>
                      <a:pt x="11297" y="3426"/>
                      <a:pt x="11458" y="3497"/>
                      <a:pt x="11621" y="3497"/>
                    </a:cubicBezTo>
                    <a:cubicBezTo>
                      <a:pt x="11663" y="3497"/>
                      <a:pt x="11704" y="3493"/>
                      <a:pt x="11744" y="3484"/>
                    </a:cubicBezTo>
                    <a:cubicBezTo>
                      <a:pt x="12373" y="4446"/>
                      <a:pt x="12682" y="5559"/>
                      <a:pt x="12626" y="6704"/>
                    </a:cubicBezTo>
                    <a:cubicBezTo>
                      <a:pt x="12576" y="7711"/>
                      <a:pt x="12255" y="10047"/>
                      <a:pt x="12191" y="10506"/>
                    </a:cubicBezTo>
                    <a:lnTo>
                      <a:pt x="11569" y="10506"/>
                    </a:lnTo>
                    <a:lnTo>
                      <a:pt x="11569" y="9942"/>
                    </a:lnTo>
                    <a:lnTo>
                      <a:pt x="11249" y="9942"/>
                    </a:lnTo>
                    <a:lnTo>
                      <a:pt x="11249" y="9948"/>
                    </a:lnTo>
                    <a:lnTo>
                      <a:pt x="10602" y="9948"/>
                    </a:lnTo>
                    <a:lnTo>
                      <a:pt x="10602" y="9961"/>
                    </a:lnTo>
                    <a:cubicBezTo>
                      <a:pt x="10130" y="10039"/>
                      <a:pt x="9790" y="10515"/>
                      <a:pt x="9790" y="11097"/>
                    </a:cubicBezTo>
                    <a:lnTo>
                      <a:pt x="9790" y="12526"/>
                    </a:lnTo>
                    <a:lnTo>
                      <a:pt x="9790" y="13244"/>
                    </a:lnTo>
                    <a:cubicBezTo>
                      <a:pt x="9790" y="13353"/>
                      <a:pt x="9803" y="13456"/>
                      <a:pt x="9825" y="13554"/>
                    </a:cubicBezTo>
                    <a:cubicBezTo>
                      <a:pt x="9922" y="13984"/>
                      <a:pt x="10218" y="14306"/>
                      <a:pt x="10602" y="14368"/>
                    </a:cubicBezTo>
                    <a:lnTo>
                      <a:pt x="10602" y="14379"/>
                    </a:lnTo>
                    <a:lnTo>
                      <a:pt x="11289" y="14379"/>
                    </a:lnTo>
                    <a:lnTo>
                      <a:pt x="11289" y="14371"/>
                    </a:lnTo>
                    <a:lnTo>
                      <a:pt x="11572" y="14371"/>
                    </a:lnTo>
                    <a:lnTo>
                      <a:pt x="11572" y="13807"/>
                    </a:lnTo>
                    <a:lnTo>
                      <a:pt x="12498" y="13807"/>
                    </a:lnTo>
                    <a:lnTo>
                      <a:pt x="12498" y="13555"/>
                    </a:lnTo>
                    <a:lnTo>
                      <a:pt x="12498" y="12527"/>
                    </a:lnTo>
                    <a:lnTo>
                      <a:pt x="12498" y="11733"/>
                    </a:lnTo>
                    <a:lnTo>
                      <a:pt x="13265" y="9024"/>
                    </a:lnTo>
                    <a:cubicBezTo>
                      <a:pt x="13282" y="8957"/>
                      <a:pt x="13245" y="8889"/>
                      <a:pt x="13179" y="8871"/>
                    </a:cubicBezTo>
                    <a:cubicBezTo>
                      <a:pt x="13168" y="8868"/>
                      <a:pt x="13157" y="8866"/>
                      <a:pt x="13146" y="8866"/>
                    </a:cubicBezTo>
                    <a:cubicBezTo>
                      <a:pt x="13092" y="8866"/>
                      <a:pt x="13042" y="8901"/>
                      <a:pt x="13027" y="8956"/>
                    </a:cubicBezTo>
                    <a:lnTo>
                      <a:pt x="12664" y="10236"/>
                    </a:lnTo>
                    <a:cubicBezTo>
                      <a:pt x="12775" y="9420"/>
                      <a:pt x="13013" y="7608"/>
                      <a:pt x="13056" y="6728"/>
                    </a:cubicBezTo>
                    <a:cubicBezTo>
                      <a:pt x="13118" y="5484"/>
                      <a:pt x="12780" y="4275"/>
                      <a:pt x="12095" y="3234"/>
                    </a:cubicBezTo>
                    <a:cubicBezTo>
                      <a:pt x="12211" y="3042"/>
                      <a:pt x="12205" y="2791"/>
                      <a:pt x="12058" y="2604"/>
                    </a:cubicBezTo>
                    <a:cubicBezTo>
                      <a:pt x="10778" y="974"/>
                      <a:pt x="8767" y="1"/>
                      <a:pt x="6678"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 name="Google Shape;1083;p13"/>
              <p:cNvGrpSpPr/>
              <p:nvPr/>
            </p:nvGrpSpPr>
            <p:grpSpPr>
              <a:xfrm>
                <a:off x="-2686850" y="3696563"/>
                <a:ext cx="332050" cy="359525"/>
                <a:chOff x="-2348725" y="2237525"/>
                <a:chExt cx="332050" cy="359525"/>
              </a:xfrm>
            </p:grpSpPr>
            <p:sp>
              <p:nvSpPr>
                <p:cNvPr id="1084" name="Google Shape;1084;p13"/>
                <p:cNvSpPr/>
                <p:nvPr/>
              </p:nvSpPr>
              <p:spPr>
                <a:xfrm>
                  <a:off x="-2343200" y="2245975"/>
                  <a:ext cx="322925" cy="262375"/>
                </a:xfrm>
                <a:custGeom>
                  <a:rect b="b" l="l" r="r" t="t"/>
                  <a:pathLst>
                    <a:path extrusionOk="0" h="10495" w="12917">
                      <a:moveTo>
                        <a:pt x="6459" y="0"/>
                      </a:moveTo>
                      <a:cubicBezTo>
                        <a:pt x="4680" y="0"/>
                        <a:pt x="2959" y="736"/>
                        <a:pt x="1736" y="2022"/>
                      </a:cubicBezTo>
                      <a:cubicBezTo>
                        <a:pt x="588" y="3226"/>
                        <a:pt x="0" y="4778"/>
                        <a:pt x="79" y="6389"/>
                      </a:cubicBezTo>
                      <a:cubicBezTo>
                        <a:pt x="135" y="7520"/>
                        <a:pt x="513" y="10195"/>
                        <a:pt x="528" y="10309"/>
                      </a:cubicBezTo>
                      <a:cubicBezTo>
                        <a:pt x="544" y="10417"/>
                        <a:pt x="636" y="10494"/>
                        <a:pt x="742" y="10494"/>
                      </a:cubicBezTo>
                      <a:cubicBezTo>
                        <a:pt x="752" y="10494"/>
                        <a:pt x="761" y="10494"/>
                        <a:pt x="773" y="10491"/>
                      </a:cubicBezTo>
                      <a:cubicBezTo>
                        <a:pt x="890" y="10475"/>
                        <a:pt x="972" y="10365"/>
                        <a:pt x="956" y="10248"/>
                      </a:cubicBezTo>
                      <a:cubicBezTo>
                        <a:pt x="952" y="10221"/>
                        <a:pt x="567" y="7479"/>
                        <a:pt x="511" y="6368"/>
                      </a:cubicBezTo>
                      <a:cubicBezTo>
                        <a:pt x="438" y="4875"/>
                        <a:pt x="982" y="3437"/>
                        <a:pt x="2049" y="2318"/>
                      </a:cubicBezTo>
                      <a:cubicBezTo>
                        <a:pt x="3190" y="1119"/>
                        <a:pt x="4798" y="430"/>
                        <a:pt x="6459" y="430"/>
                      </a:cubicBezTo>
                      <a:cubicBezTo>
                        <a:pt x="8120" y="430"/>
                        <a:pt x="9728" y="1119"/>
                        <a:pt x="10869" y="2318"/>
                      </a:cubicBezTo>
                      <a:cubicBezTo>
                        <a:pt x="11935" y="3437"/>
                        <a:pt x="12481" y="4875"/>
                        <a:pt x="12407" y="6368"/>
                      </a:cubicBezTo>
                      <a:cubicBezTo>
                        <a:pt x="12353" y="7479"/>
                        <a:pt x="11966" y="10221"/>
                        <a:pt x="11962" y="10248"/>
                      </a:cubicBezTo>
                      <a:cubicBezTo>
                        <a:pt x="11945" y="10367"/>
                        <a:pt x="12028" y="10475"/>
                        <a:pt x="12146" y="10491"/>
                      </a:cubicBezTo>
                      <a:cubicBezTo>
                        <a:pt x="12156" y="10493"/>
                        <a:pt x="12166" y="10493"/>
                        <a:pt x="12176" y="10493"/>
                      </a:cubicBezTo>
                      <a:cubicBezTo>
                        <a:pt x="12282" y="10493"/>
                        <a:pt x="12374" y="10415"/>
                        <a:pt x="12389" y="10309"/>
                      </a:cubicBezTo>
                      <a:cubicBezTo>
                        <a:pt x="12405" y="10195"/>
                        <a:pt x="12782" y="7520"/>
                        <a:pt x="12838" y="6389"/>
                      </a:cubicBezTo>
                      <a:cubicBezTo>
                        <a:pt x="12916" y="4778"/>
                        <a:pt x="12328" y="3226"/>
                        <a:pt x="11182" y="2022"/>
                      </a:cubicBezTo>
                      <a:cubicBezTo>
                        <a:pt x="9959" y="737"/>
                        <a:pt x="8237"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13"/>
                <p:cNvSpPr/>
                <p:nvPr/>
              </p:nvSpPr>
              <p:spPr>
                <a:xfrm>
                  <a:off x="-2327125" y="2237525"/>
                  <a:ext cx="284600" cy="95700"/>
                </a:xfrm>
                <a:custGeom>
                  <a:rect b="b" l="l" r="r" t="t"/>
                  <a:pathLst>
                    <a:path extrusionOk="0" h="3828" w="11384">
                      <a:moveTo>
                        <a:pt x="5815" y="1"/>
                      </a:moveTo>
                      <a:cubicBezTo>
                        <a:pt x="3578" y="1"/>
                        <a:pt x="1417" y="1136"/>
                        <a:pt x="173" y="2964"/>
                      </a:cubicBezTo>
                      <a:cubicBezTo>
                        <a:pt x="1" y="3216"/>
                        <a:pt x="66" y="3560"/>
                        <a:pt x="319" y="3732"/>
                      </a:cubicBezTo>
                      <a:cubicBezTo>
                        <a:pt x="415" y="3796"/>
                        <a:pt x="523" y="3827"/>
                        <a:pt x="630" y="3827"/>
                      </a:cubicBezTo>
                      <a:cubicBezTo>
                        <a:pt x="807" y="3827"/>
                        <a:pt x="981" y="3743"/>
                        <a:pt x="1088" y="3585"/>
                      </a:cubicBezTo>
                      <a:cubicBezTo>
                        <a:pt x="2128" y="2057"/>
                        <a:pt x="3939" y="1108"/>
                        <a:pt x="5814" y="1108"/>
                      </a:cubicBezTo>
                      <a:cubicBezTo>
                        <a:pt x="7567" y="1108"/>
                        <a:pt x="9251" y="1923"/>
                        <a:pt x="10323" y="3289"/>
                      </a:cubicBezTo>
                      <a:cubicBezTo>
                        <a:pt x="10433" y="3428"/>
                        <a:pt x="10595" y="3500"/>
                        <a:pt x="10760" y="3500"/>
                      </a:cubicBezTo>
                      <a:cubicBezTo>
                        <a:pt x="10879" y="3500"/>
                        <a:pt x="11000" y="3462"/>
                        <a:pt x="11101" y="3382"/>
                      </a:cubicBezTo>
                      <a:cubicBezTo>
                        <a:pt x="11343" y="3193"/>
                        <a:pt x="11384" y="2845"/>
                        <a:pt x="11195" y="2604"/>
                      </a:cubicBezTo>
                      <a:cubicBezTo>
                        <a:pt x="9915" y="974"/>
                        <a:pt x="7904" y="1"/>
                        <a:pt x="58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13"/>
                <p:cNvSpPr/>
                <p:nvPr/>
              </p:nvSpPr>
              <p:spPr>
                <a:xfrm>
                  <a:off x="-2083125" y="2486225"/>
                  <a:ext cx="4050" cy="450"/>
                </a:xfrm>
                <a:custGeom>
                  <a:rect b="b" l="l" r="r" t="t"/>
                  <a:pathLst>
                    <a:path extrusionOk="0" h="18" w="162">
                      <a:moveTo>
                        <a:pt x="1" y="0"/>
                      </a:moveTo>
                      <a:lnTo>
                        <a:pt x="1" y="18"/>
                      </a:lnTo>
                      <a:cubicBezTo>
                        <a:pt x="53" y="7"/>
                        <a:pt x="107" y="0"/>
                        <a:pt x="162" y="0"/>
                      </a:cubicBezTo>
                      <a:close/>
                    </a:path>
                  </a:pathLst>
                </a:custGeom>
                <a:solidFill>
                  <a:srgbClr val="E61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13"/>
                <p:cNvSpPr/>
                <p:nvPr/>
              </p:nvSpPr>
              <p:spPr>
                <a:xfrm>
                  <a:off x="-2330250" y="2550650"/>
                  <a:ext cx="23150" cy="32050"/>
                </a:xfrm>
                <a:custGeom>
                  <a:rect b="b" l="l" r="r" t="t"/>
                  <a:pathLst>
                    <a:path extrusionOk="0" h="1282" w="926">
                      <a:moveTo>
                        <a:pt x="0" y="1"/>
                      </a:moveTo>
                      <a:lnTo>
                        <a:pt x="0" y="1030"/>
                      </a:lnTo>
                      <a:lnTo>
                        <a:pt x="0"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13"/>
                <p:cNvSpPr/>
                <p:nvPr/>
              </p:nvSpPr>
              <p:spPr>
                <a:xfrm>
                  <a:off x="-2307125" y="2550650"/>
                  <a:ext cx="7075" cy="46200"/>
                </a:xfrm>
                <a:custGeom>
                  <a:rect b="b" l="l" r="r" t="t"/>
                  <a:pathLst>
                    <a:path extrusionOk="0" h="1848" w="283">
                      <a:moveTo>
                        <a:pt x="1" y="1"/>
                      </a:moveTo>
                      <a:lnTo>
                        <a:pt x="1" y="1030"/>
                      </a:lnTo>
                      <a:lnTo>
                        <a:pt x="1" y="1282"/>
                      </a:lnTo>
                      <a:lnTo>
                        <a:pt x="1" y="1847"/>
                      </a:lnTo>
                      <a:lnTo>
                        <a:pt x="283" y="1847"/>
                      </a:lnTo>
                      <a:lnTo>
                        <a:pt x="283" y="1030"/>
                      </a:lnTo>
                      <a:lnTo>
                        <a:pt x="283" y="1"/>
                      </a:lnTo>
                      <a:close/>
                    </a:path>
                  </a:pathLst>
                </a:custGeom>
                <a:solidFill>
                  <a:srgbClr val="B20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13"/>
                <p:cNvSpPr/>
                <p:nvPr/>
              </p:nvSpPr>
              <p:spPr>
                <a:xfrm>
                  <a:off x="-2282875" y="2486550"/>
                  <a:ext cx="20300" cy="110225"/>
                </a:xfrm>
                <a:custGeom>
                  <a:rect b="b" l="l" r="r" t="t"/>
                  <a:pathLst>
                    <a:path extrusionOk="0" h="4409" w="812">
                      <a:moveTo>
                        <a:pt x="1" y="0"/>
                      </a:moveTo>
                      <a:lnTo>
                        <a:pt x="1" y="2566"/>
                      </a:lnTo>
                      <a:lnTo>
                        <a:pt x="1" y="3594"/>
                      </a:lnTo>
                      <a:lnTo>
                        <a:pt x="1" y="4408"/>
                      </a:lnTo>
                      <a:cubicBezTo>
                        <a:pt x="384" y="4346"/>
                        <a:pt x="680" y="4026"/>
                        <a:pt x="777" y="3594"/>
                      </a:cubicBezTo>
                      <a:cubicBezTo>
                        <a:pt x="799" y="3496"/>
                        <a:pt x="812" y="3392"/>
                        <a:pt x="812" y="3284"/>
                      </a:cubicBezTo>
                      <a:lnTo>
                        <a:pt x="812" y="2566"/>
                      </a:lnTo>
                      <a:lnTo>
                        <a:pt x="812" y="1137"/>
                      </a:lnTo>
                      <a:cubicBezTo>
                        <a:pt x="812" y="554"/>
                        <a:pt x="471" y="7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13"/>
                <p:cNvSpPr/>
                <p:nvPr/>
              </p:nvSpPr>
              <p:spPr>
                <a:xfrm>
                  <a:off x="-2330250" y="2500225"/>
                  <a:ext cx="23150" cy="82475"/>
                </a:xfrm>
                <a:custGeom>
                  <a:rect b="b" l="l" r="r" t="t"/>
                  <a:pathLst>
                    <a:path extrusionOk="0" h="3299" w="926">
                      <a:moveTo>
                        <a:pt x="0" y="0"/>
                      </a:moveTo>
                      <a:lnTo>
                        <a:pt x="0" y="2018"/>
                      </a:lnTo>
                      <a:lnTo>
                        <a:pt x="0" y="3047"/>
                      </a:lnTo>
                      <a:lnTo>
                        <a:pt x="0"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13"/>
                <p:cNvSpPr/>
                <p:nvPr/>
              </p:nvSpPr>
              <p:spPr>
                <a:xfrm>
                  <a:off x="-2307125" y="2486050"/>
                  <a:ext cx="8025" cy="110800"/>
                </a:xfrm>
                <a:custGeom>
                  <a:rect b="b" l="l" r="r" t="t"/>
                  <a:pathLst>
                    <a:path extrusionOk="0" h="4432" w="321">
                      <a:moveTo>
                        <a:pt x="1" y="1"/>
                      </a:moveTo>
                      <a:lnTo>
                        <a:pt x="1" y="567"/>
                      </a:lnTo>
                      <a:lnTo>
                        <a:pt x="1" y="2585"/>
                      </a:lnTo>
                      <a:lnTo>
                        <a:pt x="1" y="3614"/>
                      </a:lnTo>
                      <a:lnTo>
                        <a:pt x="1" y="3866"/>
                      </a:lnTo>
                      <a:lnTo>
                        <a:pt x="1" y="4431"/>
                      </a:lnTo>
                      <a:lnTo>
                        <a:pt x="283" y="4431"/>
                      </a:lnTo>
                      <a:lnTo>
                        <a:pt x="283" y="3614"/>
                      </a:lnTo>
                      <a:lnTo>
                        <a:pt x="283" y="2585"/>
                      </a:lnTo>
                      <a:lnTo>
                        <a:pt x="283" y="7"/>
                      </a:lnTo>
                      <a:lnTo>
                        <a:pt x="321" y="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13"/>
                <p:cNvSpPr/>
                <p:nvPr/>
              </p:nvSpPr>
              <p:spPr>
                <a:xfrm>
                  <a:off x="-2300075" y="2486225"/>
                  <a:ext cx="17225" cy="110825"/>
                </a:xfrm>
                <a:custGeom>
                  <a:rect b="b" l="l" r="r" t="t"/>
                  <a:pathLst>
                    <a:path extrusionOk="0" h="4433" w="689">
                      <a:moveTo>
                        <a:pt x="1" y="0"/>
                      </a:moveTo>
                      <a:lnTo>
                        <a:pt x="1" y="2578"/>
                      </a:lnTo>
                      <a:lnTo>
                        <a:pt x="1" y="3607"/>
                      </a:lnTo>
                      <a:lnTo>
                        <a:pt x="1" y="4424"/>
                      </a:lnTo>
                      <a:lnTo>
                        <a:pt x="1" y="4432"/>
                      </a:lnTo>
                      <a:lnTo>
                        <a:pt x="689" y="4432"/>
                      </a:lnTo>
                      <a:lnTo>
                        <a:pt x="689" y="4420"/>
                      </a:lnTo>
                      <a:lnTo>
                        <a:pt x="689" y="3607"/>
                      </a:lnTo>
                      <a:lnTo>
                        <a:pt x="689" y="2578"/>
                      </a:lnTo>
                      <a:lnTo>
                        <a:pt x="689" y="13"/>
                      </a:lnTo>
                      <a:lnTo>
                        <a:pt x="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13"/>
                <p:cNvSpPr/>
                <p:nvPr/>
              </p:nvSpPr>
              <p:spPr>
                <a:xfrm>
                  <a:off x="-2059450" y="2550650"/>
                  <a:ext cx="23150" cy="32050"/>
                </a:xfrm>
                <a:custGeom>
                  <a:rect b="b" l="l" r="r" t="t"/>
                  <a:pathLst>
                    <a:path extrusionOk="0" h="1282" w="926">
                      <a:moveTo>
                        <a:pt x="1" y="1"/>
                      </a:moveTo>
                      <a:lnTo>
                        <a:pt x="1" y="1030"/>
                      </a:lnTo>
                      <a:lnTo>
                        <a:pt x="1"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13"/>
                <p:cNvSpPr/>
                <p:nvPr/>
              </p:nvSpPr>
              <p:spPr>
                <a:xfrm>
                  <a:off x="-2104000" y="2486525"/>
                  <a:ext cx="20325" cy="110225"/>
                </a:xfrm>
                <a:custGeom>
                  <a:rect b="b" l="l" r="r" t="t"/>
                  <a:pathLst>
                    <a:path extrusionOk="0" h="4409" w="813">
                      <a:moveTo>
                        <a:pt x="813" y="0"/>
                      </a:moveTo>
                      <a:cubicBezTo>
                        <a:pt x="341" y="79"/>
                        <a:pt x="1" y="555"/>
                        <a:pt x="1" y="1137"/>
                      </a:cubicBezTo>
                      <a:lnTo>
                        <a:pt x="1" y="2566"/>
                      </a:lnTo>
                      <a:lnTo>
                        <a:pt x="1" y="3284"/>
                      </a:lnTo>
                      <a:cubicBezTo>
                        <a:pt x="1" y="3393"/>
                        <a:pt x="14" y="3496"/>
                        <a:pt x="36" y="3594"/>
                      </a:cubicBezTo>
                      <a:cubicBezTo>
                        <a:pt x="133" y="4024"/>
                        <a:pt x="429" y="4346"/>
                        <a:pt x="813" y="4408"/>
                      </a:cubicBezTo>
                      <a:lnTo>
                        <a:pt x="813" y="3594"/>
                      </a:lnTo>
                      <a:lnTo>
                        <a:pt x="813" y="2566"/>
                      </a:lnTo>
                      <a:lnTo>
                        <a:pt x="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13"/>
                <p:cNvSpPr/>
                <p:nvPr/>
              </p:nvSpPr>
              <p:spPr>
                <a:xfrm>
                  <a:off x="-2059450" y="2500225"/>
                  <a:ext cx="23150" cy="82475"/>
                </a:xfrm>
                <a:custGeom>
                  <a:rect b="b" l="l" r="r" t="t"/>
                  <a:pathLst>
                    <a:path extrusionOk="0" h="3299" w="926">
                      <a:moveTo>
                        <a:pt x="1" y="0"/>
                      </a:moveTo>
                      <a:lnTo>
                        <a:pt x="1" y="2018"/>
                      </a:lnTo>
                      <a:lnTo>
                        <a:pt x="1" y="3047"/>
                      </a:lnTo>
                      <a:lnTo>
                        <a:pt x="1"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13"/>
                <p:cNvSpPr/>
                <p:nvPr/>
              </p:nvSpPr>
              <p:spPr>
                <a:xfrm>
                  <a:off x="-2067450" y="2486050"/>
                  <a:ext cx="8025" cy="110800"/>
                </a:xfrm>
                <a:custGeom>
                  <a:rect b="b" l="l" r="r" t="t"/>
                  <a:pathLst>
                    <a:path extrusionOk="0" h="4432" w="321">
                      <a:moveTo>
                        <a:pt x="1" y="1"/>
                      </a:moveTo>
                      <a:lnTo>
                        <a:pt x="1" y="7"/>
                      </a:lnTo>
                      <a:lnTo>
                        <a:pt x="37" y="7"/>
                      </a:lnTo>
                      <a:lnTo>
                        <a:pt x="37" y="2585"/>
                      </a:lnTo>
                      <a:lnTo>
                        <a:pt x="37" y="3614"/>
                      </a:lnTo>
                      <a:lnTo>
                        <a:pt x="37" y="4431"/>
                      </a:lnTo>
                      <a:lnTo>
                        <a:pt x="321" y="4431"/>
                      </a:lnTo>
                      <a:lnTo>
                        <a:pt x="321" y="3866"/>
                      </a:lnTo>
                      <a:lnTo>
                        <a:pt x="321" y="3614"/>
                      </a:lnTo>
                      <a:lnTo>
                        <a:pt x="321" y="2585"/>
                      </a:lnTo>
                      <a:lnTo>
                        <a:pt x="321" y="56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13"/>
                <p:cNvSpPr/>
                <p:nvPr/>
              </p:nvSpPr>
              <p:spPr>
                <a:xfrm>
                  <a:off x="-2083700" y="2486225"/>
                  <a:ext cx="17200" cy="110825"/>
                </a:xfrm>
                <a:custGeom>
                  <a:rect b="b" l="l" r="r" t="t"/>
                  <a:pathLst>
                    <a:path extrusionOk="0" h="4433" w="688">
                      <a:moveTo>
                        <a:pt x="1" y="0"/>
                      </a:moveTo>
                      <a:lnTo>
                        <a:pt x="1" y="13"/>
                      </a:lnTo>
                      <a:lnTo>
                        <a:pt x="1" y="2578"/>
                      </a:lnTo>
                      <a:lnTo>
                        <a:pt x="1" y="3607"/>
                      </a:lnTo>
                      <a:lnTo>
                        <a:pt x="1" y="4420"/>
                      </a:lnTo>
                      <a:lnTo>
                        <a:pt x="1" y="4432"/>
                      </a:lnTo>
                      <a:lnTo>
                        <a:pt x="687" y="4432"/>
                      </a:lnTo>
                      <a:lnTo>
                        <a:pt x="687" y="4424"/>
                      </a:lnTo>
                      <a:lnTo>
                        <a:pt x="687" y="3607"/>
                      </a:lnTo>
                      <a:lnTo>
                        <a:pt x="687" y="2578"/>
                      </a:lnTo>
                      <a:lnTo>
                        <a:pt x="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13"/>
                <p:cNvSpPr/>
                <p:nvPr/>
              </p:nvSpPr>
              <p:spPr>
                <a:xfrm>
                  <a:off x="-2047700" y="2459150"/>
                  <a:ext cx="31025" cy="91650"/>
                </a:xfrm>
                <a:custGeom>
                  <a:rect b="b" l="l" r="r" t="t"/>
                  <a:pathLst>
                    <a:path extrusionOk="0" h="3666" w="1241">
                      <a:moveTo>
                        <a:pt x="1105" y="0"/>
                      </a:moveTo>
                      <a:cubicBezTo>
                        <a:pt x="1050" y="0"/>
                        <a:pt x="1001" y="35"/>
                        <a:pt x="986" y="90"/>
                      </a:cubicBezTo>
                      <a:lnTo>
                        <a:pt x="18" y="3507"/>
                      </a:lnTo>
                      <a:cubicBezTo>
                        <a:pt x="0" y="3573"/>
                        <a:pt x="38" y="3641"/>
                        <a:pt x="104" y="3660"/>
                      </a:cubicBezTo>
                      <a:cubicBezTo>
                        <a:pt x="115" y="3663"/>
                        <a:pt x="125" y="3665"/>
                        <a:pt x="137" y="3665"/>
                      </a:cubicBezTo>
                      <a:cubicBezTo>
                        <a:pt x="191" y="3665"/>
                        <a:pt x="240" y="3629"/>
                        <a:pt x="255" y="3574"/>
                      </a:cubicBezTo>
                      <a:lnTo>
                        <a:pt x="1223" y="157"/>
                      </a:lnTo>
                      <a:cubicBezTo>
                        <a:pt x="1241" y="91"/>
                        <a:pt x="1204" y="23"/>
                        <a:pt x="1138" y="5"/>
                      </a:cubicBezTo>
                      <a:cubicBezTo>
                        <a:pt x="1127" y="2"/>
                        <a:pt x="1116" y="0"/>
                        <a:pt x="1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13"/>
                <p:cNvSpPr/>
                <p:nvPr/>
              </p:nvSpPr>
              <p:spPr>
                <a:xfrm>
                  <a:off x="-2348725" y="2459175"/>
                  <a:ext cx="31050" cy="91625"/>
                </a:xfrm>
                <a:custGeom>
                  <a:rect b="b" l="l" r="r" t="t"/>
                  <a:pathLst>
                    <a:path extrusionOk="0" h="3665" w="1242">
                      <a:moveTo>
                        <a:pt x="138" y="1"/>
                      </a:moveTo>
                      <a:cubicBezTo>
                        <a:pt x="126" y="1"/>
                        <a:pt x="115" y="2"/>
                        <a:pt x="103" y="6"/>
                      </a:cubicBezTo>
                      <a:cubicBezTo>
                        <a:pt x="37" y="24"/>
                        <a:pt x="0" y="91"/>
                        <a:pt x="19" y="157"/>
                      </a:cubicBezTo>
                      <a:lnTo>
                        <a:pt x="986" y="3574"/>
                      </a:lnTo>
                      <a:cubicBezTo>
                        <a:pt x="1001" y="3629"/>
                        <a:pt x="1051" y="3664"/>
                        <a:pt x="1104" y="3664"/>
                      </a:cubicBezTo>
                      <a:cubicBezTo>
                        <a:pt x="1116" y="3664"/>
                        <a:pt x="1128" y="3661"/>
                        <a:pt x="1138" y="3660"/>
                      </a:cubicBezTo>
                      <a:cubicBezTo>
                        <a:pt x="1203" y="3640"/>
                        <a:pt x="1242" y="3573"/>
                        <a:pt x="1223" y="3507"/>
                      </a:cubicBezTo>
                      <a:lnTo>
                        <a:pt x="256" y="90"/>
                      </a:lnTo>
                      <a:cubicBezTo>
                        <a:pt x="240" y="36"/>
                        <a:pt x="191" y="1"/>
                        <a:pt x="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100" name="Shape 1100"/>
        <p:cNvGrpSpPr/>
        <p:nvPr/>
      </p:nvGrpSpPr>
      <p:grpSpPr>
        <a:xfrm>
          <a:off x="0" y="0"/>
          <a:ext cx="0" cy="0"/>
          <a:chOff x="0" y="0"/>
          <a:chExt cx="0" cy="0"/>
        </a:xfrm>
      </p:grpSpPr>
      <p:sp>
        <p:nvSpPr>
          <p:cNvPr id="1101" name="Google Shape;1101;p14"/>
          <p:cNvSpPr txBox="1"/>
          <p:nvPr>
            <p:ph type="title"/>
          </p:nvPr>
        </p:nvSpPr>
        <p:spPr>
          <a:xfrm>
            <a:off x="2132100" y="3045000"/>
            <a:ext cx="4879800" cy="531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102" name="Google Shape;1102;p14"/>
          <p:cNvSpPr txBox="1"/>
          <p:nvPr>
            <p:ph idx="1" type="subTitle"/>
          </p:nvPr>
        </p:nvSpPr>
        <p:spPr>
          <a:xfrm>
            <a:off x="914400" y="1566600"/>
            <a:ext cx="7315200" cy="1478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3000"/>
              <a:buNone/>
              <a:defRPr sz="24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grpSp>
        <p:nvGrpSpPr>
          <p:cNvPr id="1103" name="Google Shape;1103;p14"/>
          <p:cNvGrpSpPr/>
          <p:nvPr/>
        </p:nvGrpSpPr>
        <p:grpSpPr>
          <a:xfrm rot="635817">
            <a:off x="7679450" y="3881664"/>
            <a:ext cx="1232366" cy="1066715"/>
            <a:chOff x="3725309" y="381575"/>
            <a:chExt cx="533375" cy="461700"/>
          </a:xfrm>
        </p:grpSpPr>
        <p:sp>
          <p:nvSpPr>
            <p:cNvPr id="1104" name="Google Shape;1104;p14"/>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14"/>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14"/>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14"/>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14"/>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14"/>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14"/>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14"/>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14"/>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14"/>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14"/>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14"/>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14"/>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14"/>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14"/>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 name="Google Shape;1119;p14"/>
          <p:cNvGrpSpPr/>
          <p:nvPr/>
        </p:nvGrpSpPr>
        <p:grpSpPr>
          <a:xfrm>
            <a:off x="4212491" y="361790"/>
            <a:ext cx="719021" cy="355403"/>
            <a:chOff x="3442209" y="513788"/>
            <a:chExt cx="366866" cy="181338"/>
          </a:xfrm>
        </p:grpSpPr>
        <p:sp>
          <p:nvSpPr>
            <p:cNvPr id="1120" name="Google Shape;1120;p14"/>
            <p:cNvSpPr/>
            <p:nvPr/>
          </p:nvSpPr>
          <p:spPr>
            <a:xfrm>
              <a:off x="3442209" y="513788"/>
              <a:ext cx="365475" cy="179900"/>
            </a:xfrm>
            <a:custGeom>
              <a:rect b="b" l="l" r="r" t="t"/>
              <a:pathLst>
                <a:path extrusionOk="0" h="7196" w="14619">
                  <a:moveTo>
                    <a:pt x="7310" y="1"/>
                  </a:moveTo>
                  <a:cubicBezTo>
                    <a:pt x="3273" y="2"/>
                    <a:pt x="1" y="3510"/>
                    <a:pt x="1" y="3510"/>
                  </a:cubicBezTo>
                  <a:cubicBezTo>
                    <a:pt x="82" y="3487"/>
                    <a:pt x="164" y="3466"/>
                    <a:pt x="244" y="3443"/>
                  </a:cubicBezTo>
                  <a:lnTo>
                    <a:pt x="244" y="3443"/>
                  </a:lnTo>
                  <a:cubicBezTo>
                    <a:pt x="85" y="3595"/>
                    <a:pt x="1" y="3687"/>
                    <a:pt x="1" y="3687"/>
                  </a:cubicBezTo>
                  <a:cubicBezTo>
                    <a:pt x="1" y="3687"/>
                    <a:pt x="3273" y="7196"/>
                    <a:pt x="7310" y="7196"/>
                  </a:cubicBezTo>
                  <a:cubicBezTo>
                    <a:pt x="11346" y="7196"/>
                    <a:pt x="14619" y="3687"/>
                    <a:pt x="14619" y="3687"/>
                  </a:cubicBezTo>
                  <a:cubicBezTo>
                    <a:pt x="14619" y="3687"/>
                    <a:pt x="14532" y="3594"/>
                    <a:pt x="14371" y="3440"/>
                  </a:cubicBezTo>
                  <a:lnTo>
                    <a:pt x="14371" y="3440"/>
                  </a:lnTo>
                  <a:cubicBezTo>
                    <a:pt x="14454" y="3463"/>
                    <a:pt x="14536" y="3486"/>
                    <a:pt x="14619" y="3509"/>
                  </a:cubicBezTo>
                  <a:cubicBezTo>
                    <a:pt x="14619" y="3509"/>
                    <a:pt x="11346" y="1"/>
                    <a:pt x="731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14"/>
            <p:cNvSpPr/>
            <p:nvPr/>
          </p:nvSpPr>
          <p:spPr>
            <a:xfrm>
              <a:off x="3443600" y="519675"/>
              <a:ext cx="365475" cy="175450"/>
            </a:xfrm>
            <a:custGeom>
              <a:rect b="b" l="l" r="r" t="t"/>
              <a:pathLst>
                <a:path extrusionOk="0" h="7018" w="14619">
                  <a:moveTo>
                    <a:pt x="7309" y="0"/>
                  </a:moveTo>
                  <a:cubicBezTo>
                    <a:pt x="3273" y="0"/>
                    <a:pt x="0" y="3509"/>
                    <a:pt x="0" y="3509"/>
                  </a:cubicBezTo>
                  <a:cubicBezTo>
                    <a:pt x="0" y="3509"/>
                    <a:pt x="3273" y="7018"/>
                    <a:pt x="7309" y="7018"/>
                  </a:cubicBezTo>
                  <a:cubicBezTo>
                    <a:pt x="11346" y="7018"/>
                    <a:pt x="14618" y="3509"/>
                    <a:pt x="14618" y="3509"/>
                  </a:cubicBezTo>
                  <a:cubicBezTo>
                    <a:pt x="14618" y="3509"/>
                    <a:pt x="11346"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14"/>
            <p:cNvSpPr/>
            <p:nvPr/>
          </p:nvSpPr>
          <p:spPr>
            <a:xfrm>
              <a:off x="3549550" y="530625"/>
              <a:ext cx="153525" cy="153550"/>
            </a:xfrm>
            <a:custGeom>
              <a:rect b="b" l="l" r="r" t="t"/>
              <a:pathLst>
                <a:path extrusionOk="0" h="6142" w="6141">
                  <a:moveTo>
                    <a:pt x="3071" y="1"/>
                  </a:moveTo>
                  <a:cubicBezTo>
                    <a:pt x="1375" y="1"/>
                    <a:pt x="1" y="1374"/>
                    <a:pt x="1" y="3071"/>
                  </a:cubicBezTo>
                  <a:cubicBezTo>
                    <a:pt x="1" y="4766"/>
                    <a:pt x="1375" y="6141"/>
                    <a:pt x="3071" y="6141"/>
                  </a:cubicBezTo>
                  <a:cubicBezTo>
                    <a:pt x="4766" y="6141"/>
                    <a:pt x="6141" y="4766"/>
                    <a:pt x="6141" y="3071"/>
                  </a:cubicBezTo>
                  <a:cubicBezTo>
                    <a:pt x="6141" y="1374"/>
                    <a:pt x="4766"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14"/>
            <p:cNvSpPr/>
            <p:nvPr/>
          </p:nvSpPr>
          <p:spPr>
            <a:xfrm>
              <a:off x="3562700" y="547025"/>
              <a:ext cx="127200" cy="120775"/>
            </a:xfrm>
            <a:custGeom>
              <a:rect b="b" l="l" r="r" t="t"/>
              <a:pathLst>
                <a:path extrusionOk="0" h="4831" w="5088">
                  <a:moveTo>
                    <a:pt x="2545" y="1"/>
                  </a:moveTo>
                  <a:cubicBezTo>
                    <a:pt x="2345" y="1"/>
                    <a:pt x="2144" y="128"/>
                    <a:pt x="2113" y="383"/>
                  </a:cubicBezTo>
                  <a:cubicBezTo>
                    <a:pt x="2085" y="616"/>
                    <a:pt x="1887" y="766"/>
                    <a:pt x="1680" y="766"/>
                  </a:cubicBezTo>
                  <a:cubicBezTo>
                    <a:pt x="1588" y="766"/>
                    <a:pt x="1494" y="737"/>
                    <a:pt x="1413" y="673"/>
                  </a:cubicBezTo>
                  <a:cubicBezTo>
                    <a:pt x="1326" y="604"/>
                    <a:pt x="1233" y="575"/>
                    <a:pt x="1145" y="575"/>
                  </a:cubicBezTo>
                  <a:cubicBezTo>
                    <a:pt x="822" y="575"/>
                    <a:pt x="553" y="966"/>
                    <a:pt x="803" y="1283"/>
                  </a:cubicBezTo>
                  <a:cubicBezTo>
                    <a:pt x="1011" y="1550"/>
                    <a:pt x="849" y="1943"/>
                    <a:pt x="512" y="1983"/>
                  </a:cubicBezTo>
                  <a:cubicBezTo>
                    <a:pt x="1" y="2045"/>
                    <a:pt x="1" y="2786"/>
                    <a:pt x="512" y="2846"/>
                  </a:cubicBezTo>
                  <a:cubicBezTo>
                    <a:pt x="849" y="2888"/>
                    <a:pt x="1011" y="3280"/>
                    <a:pt x="803" y="3547"/>
                  </a:cubicBezTo>
                  <a:cubicBezTo>
                    <a:pt x="553" y="3864"/>
                    <a:pt x="822" y="4255"/>
                    <a:pt x="1145" y="4255"/>
                  </a:cubicBezTo>
                  <a:cubicBezTo>
                    <a:pt x="1233" y="4255"/>
                    <a:pt x="1326" y="4225"/>
                    <a:pt x="1413" y="4157"/>
                  </a:cubicBezTo>
                  <a:cubicBezTo>
                    <a:pt x="1494" y="4093"/>
                    <a:pt x="1588" y="4064"/>
                    <a:pt x="1680" y="4064"/>
                  </a:cubicBezTo>
                  <a:cubicBezTo>
                    <a:pt x="1887" y="4064"/>
                    <a:pt x="2085" y="4214"/>
                    <a:pt x="2113" y="4448"/>
                  </a:cubicBezTo>
                  <a:cubicBezTo>
                    <a:pt x="2144" y="4703"/>
                    <a:pt x="2344" y="4830"/>
                    <a:pt x="2545" y="4830"/>
                  </a:cubicBezTo>
                  <a:cubicBezTo>
                    <a:pt x="2745" y="4830"/>
                    <a:pt x="2946" y="4703"/>
                    <a:pt x="2976" y="4448"/>
                  </a:cubicBezTo>
                  <a:cubicBezTo>
                    <a:pt x="3005" y="4214"/>
                    <a:pt x="3202" y="4064"/>
                    <a:pt x="3410" y="4064"/>
                  </a:cubicBezTo>
                  <a:cubicBezTo>
                    <a:pt x="3502" y="4064"/>
                    <a:pt x="3595" y="4093"/>
                    <a:pt x="3677" y="4157"/>
                  </a:cubicBezTo>
                  <a:cubicBezTo>
                    <a:pt x="3764" y="4225"/>
                    <a:pt x="3856" y="4255"/>
                    <a:pt x="3944" y="4255"/>
                  </a:cubicBezTo>
                  <a:cubicBezTo>
                    <a:pt x="4267" y="4255"/>
                    <a:pt x="4535" y="3864"/>
                    <a:pt x="4287" y="3547"/>
                  </a:cubicBezTo>
                  <a:cubicBezTo>
                    <a:pt x="4077" y="3280"/>
                    <a:pt x="4240" y="2886"/>
                    <a:pt x="4577" y="2846"/>
                  </a:cubicBezTo>
                  <a:cubicBezTo>
                    <a:pt x="5088" y="2784"/>
                    <a:pt x="5088" y="2044"/>
                    <a:pt x="4577" y="1983"/>
                  </a:cubicBezTo>
                  <a:cubicBezTo>
                    <a:pt x="4240" y="1942"/>
                    <a:pt x="4077" y="1550"/>
                    <a:pt x="4287" y="1283"/>
                  </a:cubicBezTo>
                  <a:cubicBezTo>
                    <a:pt x="4535" y="966"/>
                    <a:pt x="4266" y="575"/>
                    <a:pt x="3944" y="575"/>
                  </a:cubicBezTo>
                  <a:cubicBezTo>
                    <a:pt x="3856" y="575"/>
                    <a:pt x="3764" y="605"/>
                    <a:pt x="3677" y="673"/>
                  </a:cubicBezTo>
                  <a:cubicBezTo>
                    <a:pt x="3595" y="737"/>
                    <a:pt x="3501" y="766"/>
                    <a:pt x="3410" y="766"/>
                  </a:cubicBezTo>
                  <a:cubicBezTo>
                    <a:pt x="3202" y="766"/>
                    <a:pt x="3004" y="616"/>
                    <a:pt x="2976" y="383"/>
                  </a:cubicBezTo>
                  <a:cubicBezTo>
                    <a:pt x="2946" y="128"/>
                    <a:pt x="2745" y="1"/>
                    <a:pt x="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14"/>
            <p:cNvSpPr/>
            <p:nvPr/>
          </p:nvSpPr>
          <p:spPr>
            <a:xfrm>
              <a:off x="3600975" y="582025"/>
              <a:ext cx="50725" cy="50725"/>
            </a:xfrm>
            <a:custGeom>
              <a:rect b="b" l="l" r="r" t="t"/>
              <a:pathLst>
                <a:path extrusionOk="0" h="2029" w="2029">
                  <a:moveTo>
                    <a:pt x="1014" y="0"/>
                  </a:moveTo>
                  <a:cubicBezTo>
                    <a:pt x="454" y="0"/>
                    <a:pt x="0" y="454"/>
                    <a:pt x="0" y="1015"/>
                  </a:cubicBezTo>
                  <a:cubicBezTo>
                    <a:pt x="0" y="1574"/>
                    <a:pt x="454" y="2028"/>
                    <a:pt x="1014" y="2028"/>
                  </a:cubicBezTo>
                  <a:cubicBezTo>
                    <a:pt x="1574" y="2028"/>
                    <a:pt x="2028" y="1574"/>
                    <a:pt x="2028" y="1015"/>
                  </a:cubicBezTo>
                  <a:cubicBezTo>
                    <a:pt x="2028" y="454"/>
                    <a:pt x="1574" y="0"/>
                    <a:pt x="1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14"/>
            <p:cNvSpPr/>
            <p:nvPr/>
          </p:nvSpPr>
          <p:spPr>
            <a:xfrm>
              <a:off x="3443600" y="515225"/>
              <a:ext cx="365475" cy="87750"/>
            </a:xfrm>
            <a:custGeom>
              <a:rect b="b" l="l" r="r" t="t"/>
              <a:pathLst>
                <a:path extrusionOk="0" h="3510" w="14619">
                  <a:moveTo>
                    <a:pt x="7309" y="1"/>
                  </a:moveTo>
                  <a:cubicBezTo>
                    <a:pt x="3273" y="1"/>
                    <a:pt x="0" y="3509"/>
                    <a:pt x="0" y="3509"/>
                  </a:cubicBezTo>
                  <a:cubicBezTo>
                    <a:pt x="2504" y="2781"/>
                    <a:pt x="4955" y="2431"/>
                    <a:pt x="7357" y="2431"/>
                  </a:cubicBezTo>
                  <a:cubicBezTo>
                    <a:pt x="9828" y="2431"/>
                    <a:pt x="12247" y="2801"/>
                    <a:pt x="14618" y="3509"/>
                  </a:cubicBezTo>
                  <a:cubicBezTo>
                    <a:pt x="14618" y="3509"/>
                    <a:pt x="11346" y="1"/>
                    <a:pt x="7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 name="Google Shape;1126;p14"/>
          <p:cNvGrpSpPr/>
          <p:nvPr/>
        </p:nvGrpSpPr>
        <p:grpSpPr>
          <a:xfrm>
            <a:off x="151400" y="3899596"/>
            <a:ext cx="1371801" cy="1105170"/>
            <a:chOff x="-1208112" y="2710525"/>
            <a:chExt cx="531150" cy="427913"/>
          </a:xfrm>
        </p:grpSpPr>
        <p:sp>
          <p:nvSpPr>
            <p:cNvPr id="1127" name="Google Shape;1127;p14"/>
            <p:cNvSpPr/>
            <p:nvPr/>
          </p:nvSpPr>
          <p:spPr>
            <a:xfrm>
              <a:off x="-1208087" y="2710525"/>
              <a:ext cx="531125" cy="427850"/>
            </a:xfrm>
            <a:custGeom>
              <a:rect b="b" l="l" r="r" t="t"/>
              <a:pathLst>
                <a:path extrusionOk="0" h="17114" w="21245">
                  <a:moveTo>
                    <a:pt x="16464" y="1"/>
                  </a:moveTo>
                  <a:cubicBezTo>
                    <a:pt x="16305" y="1"/>
                    <a:pt x="16145" y="26"/>
                    <a:pt x="15987" y="80"/>
                  </a:cubicBezTo>
                  <a:lnTo>
                    <a:pt x="1181" y="5168"/>
                  </a:lnTo>
                  <a:cubicBezTo>
                    <a:pt x="412" y="5433"/>
                    <a:pt x="0" y="6277"/>
                    <a:pt x="264" y="7043"/>
                  </a:cubicBezTo>
                  <a:lnTo>
                    <a:pt x="3381" y="16117"/>
                  </a:lnTo>
                  <a:cubicBezTo>
                    <a:pt x="3592" y="16728"/>
                    <a:pt x="4168" y="17114"/>
                    <a:pt x="4782" y="17114"/>
                  </a:cubicBezTo>
                  <a:cubicBezTo>
                    <a:pt x="4940" y="17114"/>
                    <a:pt x="5101" y="17088"/>
                    <a:pt x="5258" y="17034"/>
                  </a:cubicBezTo>
                  <a:lnTo>
                    <a:pt x="7426" y="16290"/>
                  </a:lnTo>
                  <a:lnTo>
                    <a:pt x="16069" y="13320"/>
                  </a:lnTo>
                  <a:lnTo>
                    <a:pt x="16622" y="13130"/>
                  </a:lnTo>
                  <a:lnTo>
                    <a:pt x="17896" y="12692"/>
                  </a:lnTo>
                  <a:lnTo>
                    <a:pt x="20065" y="11947"/>
                  </a:lnTo>
                  <a:cubicBezTo>
                    <a:pt x="20832" y="11682"/>
                    <a:pt x="21245" y="10837"/>
                    <a:pt x="20981" y="10069"/>
                  </a:cubicBezTo>
                  <a:lnTo>
                    <a:pt x="17863" y="996"/>
                  </a:lnTo>
                  <a:cubicBezTo>
                    <a:pt x="17654" y="386"/>
                    <a:pt x="17077" y="1"/>
                    <a:pt x="16464"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 name="Google Shape;1128;p14"/>
            <p:cNvGrpSpPr/>
            <p:nvPr/>
          </p:nvGrpSpPr>
          <p:grpSpPr>
            <a:xfrm>
              <a:off x="-1208112" y="2710563"/>
              <a:ext cx="531150" cy="427875"/>
              <a:chOff x="-1651000" y="1758875"/>
              <a:chExt cx="531150" cy="427875"/>
            </a:xfrm>
          </p:grpSpPr>
          <p:sp>
            <p:nvSpPr>
              <p:cNvPr id="1129" name="Google Shape;1129;p14"/>
              <p:cNvSpPr/>
              <p:nvPr/>
            </p:nvSpPr>
            <p:spPr>
              <a:xfrm>
                <a:off x="-1651000" y="1758875"/>
                <a:ext cx="531150" cy="427875"/>
              </a:xfrm>
              <a:custGeom>
                <a:rect b="b" l="l" r="r" t="t"/>
                <a:pathLst>
                  <a:path extrusionOk="0" h="17115" w="21246">
                    <a:moveTo>
                      <a:pt x="16465" y="1"/>
                    </a:moveTo>
                    <a:cubicBezTo>
                      <a:pt x="16306" y="1"/>
                      <a:pt x="16145" y="26"/>
                      <a:pt x="15987" y="81"/>
                    </a:cubicBezTo>
                    <a:lnTo>
                      <a:pt x="1181" y="5168"/>
                    </a:lnTo>
                    <a:cubicBezTo>
                      <a:pt x="413" y="5433"/>
                      <a:pt x="0" y="6277"/>
                      <a:pt x="264" y="7043"/>
                    </a:cubicBezTo>
                    <a:lnTo>
                      <a:pt x="3381" y="16117"/>
                    </a:lnTo>
                    <a:cubicBezTo>
                      <a:pt x="3591" y="16728"/>
                      <a:pt x="4168" y="17114"/>
                      <a:pt x="4781" y="17114"/>
                    </a:cubicBezTo>
                    <a:cubicBezTo>
                      <a:pt x="4940" y="17114"/>
                      <a:pt x="5101" y="17088"/>
                      <a:pt x="5258" y="17034"/>
                    </a:cubicBezTo>
                    <a:lnTo>
                      <a:pt x="20064" y="11946"/>
                    </a:lnTo>
                    <a:cubicBezTo>
                      <a:pt x="20833" y="11682"/>
                      <a:pt x="21246" y="10838"/>
                      <a:pt x="20982" y="10069"/>
                    </a:cubicBezTo>
                    <a:lnTo>
                      <a:pt x="17864" y="996"/>
                    </a:lnTo>
                    <a:cubicBezTo>
                      <a:pt x="17655" y="386"/>
                      <a:pt x="17079" y="1"/>
                      <a:pt x="16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14"/>
              <p:cNvSpPr/>
              <p:nvPr/>
            </p:nvSpPr>
            <p:spPr>
              <a:xfrm>
                <a:off x="-1627375" y="1911950"/>
                <a:ext cx="20650" cy="19975"/>
              </a:xfrm>
              <a:custGeom>
                <a:rect b="b" l="l" r="r" t="t"/>
                <a:pathLst>
                  <a:path extrusionOk="0" h="799" w="826">
                    <a:moveTo>
                      <a:pt x="413" y="1"/>
                    </a:moveTo>
                    <a:cubicBezTo>
                      <a:pt x="370" y="1"/>
                      <a:pt x="326" y="8"/>
                      <a:pt x="283" y="23"/>
                    </a:cubicBezTo>
                    <a:cubicBezTo>
                      <a:pt x="182" y="58"/>
                      <a:pt x="101" y="130"/>
                      <a:pt x="54" y="225"/>
                    </a:cubicBezTo>
                    <a:cubicBezTo>
                      <a:pt x="7" y="321"/>
                      <a:pt x="1" y="429"/>
                      <a:pt x="36" y="529"/>
                    </a:cubicBezTo>
                    <a:cubicBezTo>
                      <a:pt x="91" y="690"/>
                      <a:pt x="242" y="799"/>
                      <a:pt x="412" y="799"/>
                    </a:cubicBezTo>
                    <a:cubicBezTo>
                      <a:pt x="456" y="799"/>
                      <a:pt x="500" y="791"/>
                      <a:pt x="542" y="777"/>
                    </a:cubicBezTo>
                    <a:cubicBezTo>
                      <a:pt x="644" y="742"/>
                      <a:pt x="724" y="670"/>
                      <a:pt x="771" y="575"/>
                    </a:cubicBezTo>
                    <a:cubicBezTo>
                      <a:pt x="819" y="479"/>
                      <a:pt x="825" y="370"/>
                      <a:pt x="790" y="270"/>
                    </a:cubicBezTo>
                    <a:cubicBezTo>
                      <a:pt x="734" y="109"/>
                      <a:pt x="584"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14"/>
              <p:cNvSpPr/>
              <p:nvPr/>
            </p:nvSpPr>
            <p:spPr>
              <a:xfrm>
                <a:off x="-1243900" y="1780175"/>
                <a:ext cx="21500" cy="20000"/>
              </a:xfrm>
              <a:custGeom>
                <a:rect b="b" l="l" r="r" t="t"/>
                <a:pathLst>
                  <a:path extrusionOk="0" h="800" w="860">
                    <a:moveTo>
                      <a:pt x="413" y="0"/>
                    </a:moveTo>
                    <a:cubicBezTo>
                      <a:pt x="369" y="0"/>
                      <a:pt x="325" y="9"/>
                      <a:pt x="282" y="22"/>
                    </a:cubicBezTo>
                    <a:cubicBezTo>
                      <a:pt x="182" y="57"/>
                      <a:pt x="100" y="129"/>
                      <a:pt x="54" y="225"/>
                    </a:cubicBezTo>
                    <a:cubicBezTo>
                      <a:pt x="6" y="320"/>
                      <a:pt x="0" y="429"/>
                      <a:pt x="34" y="530"/>
                    </a:cubicBezTo>
                    <a:cubicBezTo>
                      <a:pt x="90" y="691"/>
                      <a:pt x="243" y="799"/>
                      <a:pt x="413" y="799"/>
                    </a:cubicBezTo>
                    <a:cubicBezTo>
                      <a:pt x="456" y="799"/>
                      <a:pt x="501" y="791"/>
                      <a:pt x="542" y="778"/>
                    </a:cubicBezTo>
                    <a:cubicBezTo>
                      <a:pt x="749" y="706"/>
                      <a:pt x="860" y="478"/>
                      <a:pt x="790" y="270"/>
                    </a:cubicBezTo>
                    <a:cubicBezTo>
                      <a:pt x="735" y="109"/>
                      <a:pt x="583" y="0"/>
                      <a:pt x="4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14"/>
              <p:cNvSpPr/>
              <p:nvPr/>
            </p:nvSpPr>
            <p:spPr>
              <a:xfrm>
                <a:off x="-1547425" y="2147300"/>
                <a:ext cx="22450" cy="20000"/>
              </a:xfrm>
              <a:custGeom>
                <a:rect b="b" l="l" r="r" t="t"/>
                <a:pathLst>
                  <a:path extrusionOk="0" h="800" w="898">
                    <a:moveTo>
                      <a:pt x="450" y="1"/>
                    </a:moveTo>
                    <a:cubicBezTo>
                      <a:pt x="405" y="1"/>
                      <a:pt x="362" y="9"/>
                      <a:pt x="320" y="22"/>
                    </a:cubicBezTo>
                    <a:cubicBezTo>
                      <a:pt x="111" y="94"/>
                      <a:pt x="1" y="322"/>
                      <a:pt x="72" y="530"/>
                    </a:cubicBezTo>
                    <a:cubicBezTo>
                      <a:pt x="127" y="691"/>
                      <a:pt x="279" y="800"/>
                      <a:pt x="450" y="800"/>
                    </a:cubicBezTo>
                    <a:cubicBezTo>
                      <a:pt x="493" y="800"/>
                      <a:pt x="537" y="791"/>
                      <a:pt x="579" y="778"/>
                    </a:cubicBezTo>
                    <a:cubicBezTo>
                      <a:pt x="786" y="707"/>
                      <a:pt x="898" y="479"/>
                      <a:pt x="826" y="270"/>
                    </a:cubicBezTo>
                    <a:cubicBezTo>
                      <a:pt x="772" y="109"/>
                      <a:pt x="620" y="1"/>
                      <a:pt x="4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14"/>
              <p:cNvSpPr/>
              <p:nvPr/>
            </p:nvSpPr>
            <p:spPr>
              <a:xfrm>
                <a:off x="-1163000" y="2015550"/>
                <a:ext cx="21550" cy="19975"/>
              </a:xfrm>
              <a:custGeom>
                <a:rect b="b" l="l" r="r" t="t"/>
                <a:pathLst>
                  <a:path extrusionOk="0" h="799" w="862">
                    <a:moveTo>
                      <a:pt x="413" y="0"/>
                    </a:moveTo>
                    <a:cubicBezTo>
                      <a:pt x="369" y="0"/>
                      <a:pt x="326" y="8"/>
                      <a:pt x="283" y="22"/>
                    </a:cubicBezTo>
                    <a:cubicBezTo>
                      <a:pt x="182" y="57"/>
                      <a:pt x="101" y="129"/>
                      <a:pt x="54" y="224"/>
                    </a:cubicBezTo>
                    <a:cubicBezTo>
                      <a:pt x="7" y="320"/>
                      <a:pt x="0" y="429"/>
                      <a:pt x="35" y="529"/>
                    </a:cubicBezTo>
                    <a:cubicBezTo>
                      <a:pt x="89" y="690"/>
                      <a:pt x="241" y="798"/>
                      <a:pt x="412" y="798"/>
                    </a:cubicBezTo>
                    <a:cubicBezTo>
                      <a:pt x="456" y="798"/>
                      <a:pt x="500" y="791"/>
                      <a:pt x="542" y="776"/>
                    </a:cubicBezTo>
                    <a:cubicBezTo>
                      <a:pt x="750" y="705"/>
                      <a:pt x="861" y="477"/>
                      <a:pt x="790" y="270"/>
                    </a:cubicBezTo>
                    <a:cubicBezTo>
                      <a:pt x="735" y="109"/>
                      <a:pt x="584" y="0"/>
                      <a:pt x="4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14"/>
              <p:cNvSpPr/>
              <p:nvPr/>
            </p:nvSpPr>
            <p:spPr>
              <a:xfrm>
                <a:off x="-1550125" y="1984975"/>
                <a:ext cx="386425" cy="140200"/>
              </a:xfrm>
              <a:custGeom>
                <a:rect b="b" l="l" r="r" t="t"/>
                <a:pathLst>
                  <a:path extrusionOk="0" h="5608" w="15457">
                    <a:moveTo>
                      <a:pt x="15341" y="0"/>
                    </a:moveTo>
                    <a:lnTo>
                      <a:pt x="0" y="5273"/>
                    </a:lnTo>
                    <a:lnTo>
                      <a:pt x="115" y="5607"/>
                    </a:lnTo>
                    <a:lnTo>
                      <a:pt x="15457" y="335"/>
                    </a:lnTo>
                    <a:lnTo>
                      <a:pt x="153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14"/>
              <p:cNvSpPr/>
              <p:nvPr/>
            </p:nvSpPr>
            <p:spPr>
              <a:xfrm>
                <a:off x="-1604400" y="1802800"/>
                <a:ext cx="437850" cy="314175"/>
              </a:xfrm>
              <a:custGeom>
                <a:rect b="b" l="l" r="r" t="t"/>
                <a:pathLst>
                  <a:path extrusionOk="0" h="12567" w="17514">
                    <a:moveTo>
                      <a:pt x="13353" y="1"/>
                    </a:moveTo>
                    <a:lnTo>
                      <a:pt x="8687" y="1604"/>
                    </a:lnTo>
                    <a:lnTo>
                      <a:pt x="8187" y="1776"/>
                    </a:lnTo>
                    <a:lnTo>
                      <a:pt x="7581" y="1984"/>
                    </a:lnTo>
                    <a:lnTo>
                      <a:pt x="6742" y="2273"/>
                    </a:lnTo>
                    <a:lnTo>
                      <a:pt x="6136" y="2480"/>
                    </a:lnTo>
                    <a:lnTo>
                      <a:pt x="5636" y="2652"/>
                    </a:lnTo>
                    <a:lnTo>
                      <a:pt x="969" y="4255"/>
                    </a:lnTo>
                    <a:cubicBezTo>
                      <a:pt x="1250" y="5072"/>
                      <a:pt x="814" y="5963"/>
                      <a:pt x="1" y="6242"/>
                    </a:cubicBezTo>
                    <a:lnTo>
                      <a:pt x="0" y="6243"/>
                    </a:lnTo>
                    <a:lnTo>
                      <a:pt x="2171" y="12566"/>
                    </a:lnTo>
                    <a:lnTo>
                      <a:pt x="8317" y="10454"/>
                    </a:lnTo>
                    <a:lnTo>
                      <a:pt x="8817" y="10282"/>
                    </a:lnTo>
                    <a:lnTo>
                      <a:pt x="9422" y="10075"/>
                    </a:lnTo>
                    <a:lnTo>
                      <a:pt x="10262" y="9786"/>
                    </a:lnTo>
                    <a:lnTo>
                      <a:pt x="10867" y="9578"/>
                    </a:lnTo>
                    <a:lnTo>
                      <a:pt x="11368" y="9406"/>
                    </a:lnTo>
                    <a:lnTo>
                      <a:pt x="17513" y="7295"/>
                    </a:lnTo>
                    <a:lnTo>
                      <a:pt x="15340" y="973"/>
                    </a:lnTo>
                    <a:cubicBezTo>
                      <a:pt x="15173" y="1030"/>
                      <a:pt x="15003" y="1057"/>
                      <a:pt x="14835" y="1057"/>
                    </a:cubicBezTo>
                    <a:cubicBezTo>
                      <a:pt x="14185" y="1057"/>
                      <a:pt x="13576" y="648"/>
                      <a:pt x="133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14"/>
              <p:cNvSpPr/>
              <p:nvPr/>
            </p:nvSpPr>
            <p:spPr>
              <a:xfrm>
                <a:off x="-1463475" y="1842900"/>
                <a:ext cx="143275" cy="221250"/>
              </a:xfrm>
              <a:custGeom>
                <a:rect b="b" l="l" r="r" t="t"/>
                <a:pathLst>
                  <a:path extrusionOk="0" h="8850" w="5731">
                    <a:moveTo>
                      <a:pt x="3051" y="0"/>
                    </a:moveTo>
                    <a:lnTo>
                      <a:pt x="2551" y="174"/>
                    </a:lnTo>
                    <a:lnTo>
                      <a:pt x="1946" y="380"/>
                    </a:lnTo>
                    <a:lnTo>
                      <a:pt x="1106" y="669"/>
                    </a:lnTo>
                    <a:lnTo>
                      <a:pt x="501" y="876"/>
                    </a:lnTo>
                    <a:lnTo>
                      <a:pt x="1" y="1048"/>
                    </a:lnTo>
                    <a:lnTo>
                      <a:pt x="2681" y="8850"/>
                    </a:lnTo>
                    <a:lnTo>
                      <a:pt x="3180" y="8678"/>
                    </a:lnTo>
                    <a:lnTo>
                      <a:pt x="3785" y="8471"/>
                    </a:lnTo>
                    <a:lnTo>
                      <a:pt x="4626" y="8182"/>
                    </a:lnTo>
                    <a:lnTo>
                      <a:pt x="5231" y="7974"/>
                    </a:lnTo>
                    <a:lnTo>
                      <a:pt x="5731" y="7802"/>
                    </a:lnTo>
                    <a:lnTo>
                      <a:pt x="30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14"/>
              <p:cNvSpPr/>
              <p:nvPr/>
            </p:nvSpPr>
            <p:spPr>
              <a:xfrm>
                <a:off x="-1450950" y="1847225"/>
                <a:ext cx="118275" cy="212650"/>
              </a:xfrm>
              <a:custGeom>
                <a:rect b="b" l="l" r="r" t="t"/>
                <a:pathLst>
                  <a:path extrusionOk="0" h="8506" w="4731">
                    <a:moveTo>
                      <a:pt x="2050" y="1"/>
                    </a:moveTo>
                    <a:lnTo>
                      <a:pt x="1445" y="207"/>
                    </a:lnTo>
                    <a:lnTo>
                      <a:pt x="605" y="496"/>
                    </a:lnTo>
                    <a:lnTo>
                      <a:pt x="0" y="703"/>
                    </a:lnTo>
                    <a:lnTo>
                      <a:pt x="2679" y="8505"/>
                    </a:lnTo>
                    <a:lnTo>
                      <a:pt x="3284" y="8298"/>
                    </a:lnTo>
                    <a:lnTo>
                      <a:pt x="4125" y="8009"/>
                    </a:lnTo>
                    <a:lnTo>
                      <a:pt x="4730" y="7801"/>
                    </a:lnTo>
                    <a:lnTo>
                      <a:pt x="20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14"/>
              <p:cNvSpPr/>
              <p:nvPr/>
            </p:nvSpPr>
            <p:spPr>
              <a:xfrm>
                <a:off x="-1435800" y="1852475"/>
                <a:ext cx="88125" cy="202250"/>
              </a:xfrm>
              <a:custGeom>
                <a:rect b="b" l="l" r="r" t="t"/>
                <a:pathLst>
                  <a:path extrusionOk="0" h="8090" w="3525">
                    <a:moveTo>
                      <a:pt x="840" y="0"/>
                    </a:moveTo>
                    <a:lnTo>
                      <a:pt x="0" y="289"/>
                    </a:lnTo>
                    <a:lnTo>
                      <a:pt x="2684" y="8090"/>
                    </a:lnTo>
                    <a:lnTo>
                      <a:pt x="3524" y="7801"/>
                    </a:lnTo>
                    <a:lnTo>
                      <a:pt x="84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14"/>
              <p:cNvSpPr/>
              <p:nvPr/>
            </p:nvSpPr>
            <p:spPr>
              <a:xfrm>
                <a:off x="-1465375" y="2039125"/>
                <a:ext cx="261800" cy="127000"/>
              </a:xfrm>
              <a:custGeom>
                <a:rect b="b" l="l" r="r" t="t"/>
                <a:pathLst>
                  <a:path extrusionOk="0" h="5080" w="10472">
                    <a:moveTo>
                      <a:pt x="8573" y="1"/>
                    </a:moveTo>
                    <a:cubicBezTo>
                      <a:pt x="8454" y="1"/>
                      <a:pt x="8334" y="20"/>
                      <a:pt x="8217" y="60"/>
                    </a:cubicBezTo>
                    <a:lnTo>
                      <a:pt x="905" y="2573"/>
                    </a:lnTo>
                    <a:cubicBezTo>
                      <a:pt x="502" y="2712"/>
                      <a:pt x="218" y="3068"/>
                      <a:pt x="172" y="3491"/>
                    </a:cubicBezTo>
                    <a:lnTo>
                      <a:pt x="1" y="5079"/>
                    </a:lnTo>
                    <a:lnTo>
                      <a:pt x="1" y="5079"/>
                    </a:lnTo>
                    <a:lnTo>
                      <a:pt x="10471" y="1480"/>
                    </a:lnTo>
                    <a:lnTo>
                      <a:pt x="9358" y="334"/>
                    </a:lnTo>
                    <a:cubicBezTo>
                      <a:pt x="9149" y="117"/>
                      <a:pt x="8864" y="1"/>
                      <a:pt x="8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14"/>
              <p:cNvSpPr/>
              <p:nvPr/>
            </p:nvSpPr>
            <p:spPr>
              <a:xfrm>
                <a:off x="-1437200" y="2136150"/>
                <a:ext cx="19575" cy="18825"/>
              </a:xfrm>
              <a:custGeom>
                <a:rect b="b" l="l" r="r" t="t"/>
                <a:pathLst>
                  <a:path extrusionOk="0" h="753" w="783">
                    <a:moveTo>
                      <a:pt x="365" y="1"/>
                    </a:moveTo>
                    <a:cubicBezTo>
                      <a:pt x="330" y="1"/>
                      <a:pt x="295" y="7"/>
                      <a:pt x="261" y="18"/>
                    </a:cubicBezTo>
                    <a:cubicBezTo>
                      <a:pt x="91" y="76"/>
                      <a:pt x="0" y="261"/>
                      <a:pt x="59" y="430"/>
                    </a:cubicBezTo>
                    <a:lnTo>
                      <a:pt x="170" y="752"/>
                    </a:lnTo>
                    <a:lnTo>
                      <a:pt x="783" y="543"/>
                    </a:lnTo>
                    <a:lnTo>
                      <a:pt x="671" y="220"/>
                    </a:lnTo>
                    <a:cubicBezTo>
                      <a:pt x="625" y="85"/>
                      <a:pt x="499" y="1"/>
                      <a:pt x="3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14"/>
              <p:cNvSpPr/>
              <p:nvPr/>
            </p:nvSpPr>
            <p:spPr>
              <a:xfrm>
                <a:off x="-1254975" y="2073575"/>
                <a:ext cx="19550" cy="18800"/>
              </a:xfrm>
              <a:custGeom>
                <a:rect b="b" l="l" r="r" t="t"/>
                <a:pathLst>
                  <a:path extrusionOk="0" h="752" w="782">
                    <a:moveTo>
                      <a:pt x="365" y="0"/>
                    </a:moveTo>
                    <a:cubicBezTo>
                      <a:pt x="330" y="0"/>
                      <a:pt x="294" y="6"/>
                      <a:pt x="259" y="18"/>
                    </a:cubicBezTo>
                    <a:cubicBezTo>
                      <a:pt x="90" y="76"/>
                      <a:pt x="0" y="260"/>
                      <a:pt x="58" y="430"/>
                    </a:cubicBezTo>
                    <a:lnTo>
                      <a:pt x="170" y="752"/>
                    </a:lnTo>
                    <a:lnTo>
                      <a:pt x="782" y="541"/>
                    </a:lnTo>
                    <a:lnTo>
                      <a:pt x="671" y="219"/>
                    </a:lnTo>
                    <a:cubicBezTo>
                      <a:pt x="625" y="85"/>
                      <a:pt x="499" y="0"/>
                      <a:pt x="3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14"/>
              <p:cNvSpPr/>
              <p:nvPr/>
            </p:nvSpPr>
            <p:spPr>
              <a:xfrm>
                <a:off x="-1538675" y="1874725"/>
                <a:ext cx="295375" cy="162550"/>
              </a:xfrm>
              <a:custGeom>
                <a:rect b="b" l="l" r="r" t="t"/>
                <a:pathLst>
                  <a:path extrusionOk="0" h="6502" w="11815">
                    <a:moveTo>
                      <a:pt x="10085" y="0"/>
                    </a:moveTo>
                    <a:cubicBezTo>
                      <a:pt x="9955" y="0"/>
                      <a:pt x="9824" y="21"/>
                      <a:pt x="9694" y="66"/>
                    </a:cubicBezTo>
                    <a:lnTo>
                      <a:pt x="962" y="3066"/>
                    </a:lnTo>
                    <a:cubicBezTo>
                      <a:pt x="334" y="3281"/>
                      <a:pt x="1" y="3965"/>
                      <a:pt x="217" y="4593"/>
                    </a:cubicBezTo>
                    <a:lnTo>
                      <a:pt x="594" y="5690"/>
                    </a:lnTo>
                    <a:cubicBezTo>
                      <a:pt x="764" y="6188"/>
                      <a:pt x="1230" y="6501"/>
                      <a:pt x="1729" y="6501"/>
                    </a:cubicBezTo>
                    <a:cubicBezTo>
                      <a:pt x="1859" y="6501"/>
                      <a:pt x="1992" y="6480"/>
                      <a:pt x="2121" y="6435"/>
                    </a:cubicBezTo>
                    <a:lnTo>
                      <a:pt x="10853" y="3435"/>
                    </a:lnTo>
                    <a:cubicBezTo>
                      <a:pt x="11482" y="3220"/>
                      <a:pt x="11815" y="2535"/>
                      <a:pt x="11598" y="1908"/>
                    </a:cubicBezTo>
                    <a:lnTo>
                      <a:pt x="11222" y="811"/>
                    </a:lnTo>
                    <a:cubicBezTo>
                      <a:pt x="11051" y="313"/>
                      <a:pt x="10585" y="0"/>
                      <a:pt x="100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14"/>
              <p:cNvSpPr/>
              <p:nvPr/>
            </p:nvSpPr>
            <p:spPr>
              <a:xfrm>
                <a:off x="-1440250" y="1938275"/>
                <a:ext cx="66350" cy="46475"/>
              </a:xfrm>
              <a:custGeom>
                <a:rect b="b" l="l" r="r" t="t"/>
                <a:pathLst>
                  <a:path extrusionOk="0" h="1859" w="2654">
                    <a:moveTo>
                      <a:pt x="1786" y="1"/>
                    </a:moveTo>
                    <a:cubicBezTo>
                      <a:pt x="1704" y="1"/>
                      <a:pt x="1619" y="14"/>
                      <a:pt x="1536" y="43"/>
                    </a:cubicBezTo>
                    <a:lnTo>
                      <a:pt x="617" y="359"/>
                    </a:lnTo>
                    <a:cubicBezTo>
                      <a:pt x="214" y="497"/>
                      <a:pt x="1" y="936"/>
                      <a:pt x="138" y="1338"/>
                    </a:cubicBezTo>
                    <a:cubicBezTo>
                      <a:pt x="248" y="1658"/>
                      <a:pt x="547" y="1858"/>
                      <a:pt x="868" y="1858"/>
                    </a:cubicBezTo>
                    <a:cubicBezTo>
                      <a:pt x="951" y="1858"/>
                      <a:pt x="1035" y="1845"/>
                      <a:pt x="1117" y="1817"/>
                    </a:cubicBezTo>
                    <a:lnTo>
                      <a:pt x="2037" y="1500"/>
                    </a:lnTo>
                    <a:cubicBezTo>
                      <a:pt x="2439" y="1363"/>
                      <a:pt x="2654" y="924"/>
                      <a:pt x="2516" y="522"/>
                    </a:cubicBezTo>
                    <a:cubicBezTo>
                      <a:pt x="2406" y="202"/>
                      <a:pt x="2107" y="1"/>
                      <a:pt x="1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14"/>
              <p:cNvSpPr/>
              <p:nvPr/>
            </p:nvSpPr>
            <p:spPr>
              <a:xfrm>
                <a:off x="-1365625" y="1924225"/>
                <a:ext cx="25500" cy="37300"/>
              </a:xfrm>
              <a:custGeom>
                <a:rect b="b" l="l" r="r" t="t"/>
                <a:pathLst>
                  <a:path extrusionOk="0" h="1492" w="1020">
                    <a:moveTo>
                      <a:pt x="365" y="0"/>
                    </a:moveTo>
                    <a:cubicBezTo>
                      <a:pt x="330" y="0"/>
                      <a:pt x="294" y="6"/>
                      <a:pt x="259" y="18"/>
                    </a:cubicBezTo>
                    <a:cubicBezTo>
                      <a:pt x="91" y="75"/>
                      <a:pt x="0" y="260"/>
                      <a:pt x="58" y="429"/>
                    </a:cubicBezTo>
                    <a:lnTo>
                      <a:pt x="349" y="1273"/>
                    </a:lnTo>
                    <a:cubicBezTo>
                      <a:pt x="395" y="1407"/>
                      <a:pt x="521" y="1491"/>
                      <a:pt x="655" y="1491"/>
                    </a:cubicBezTo>
                    <a:cubicBezTo>
                      <a:pt x="690" y="1491"/>
                      <a:pt x="725" y="1486"/>
                      <a:pt x="760" y="1474"/>
                    </a:cubicBezTo>
                    <a:cubicBezTo>
                      <a:pt x="929" y="1416"/>
                      <a:pt x="1020" y="1231"/>
                      <a:pt x="961" y="1063"/>
                    </a:cubicBezTo>
                    <a:lnTo>
                      <a:pt x="671" y="219"/>
                    </a:lnTo>
                    <a:cubicBezTo>
                      <a:pt x="625" y="84"/>
                      <a:pt x="500"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14"/>
              <p:cNvSpPr/>
              <p:nvPr/>
            </p:nvSpPr>
            <p:spPr>
              <a:xfrm>
                <a:off x="-1523650" y="1955000"/>
                <a:ext cx="73850" cy="67300"/>
              </a:xfrm>
              <a:custGeom>
                <a:rect b="b" l="l" r="r" t="t"/>
                <a:pathLst>
                  <a:path extrusionOk="0" h="2692" w="2954">
                    <a:moveTo>
                      <a:pt x="1477" y="1"/>
                    </a:moveTo>
                    <a:cubicBezTo>
                      <a:pt x="1133" y="1"/>
                      <a:pt x="788" y="132"/>
                      <a:pt x="526" y="394"/>
                    </a:cubicBezTo>
                    <a:cubicBezTo>
                      <a:pt x="0" y="921"/>
                      <a:pt x="0" y="1772"/>
                      <a:pt x="526" y="2297"/>
                    </a:cubicBezTo>
                    <a:cubicBezTo>
                      <a:pt x="788" y="2560"/>
                      <a:pt x="1133" y="2691"/>
                      <a:pt x="1477" y="2691"/>
                    </a:cubicBezTo>
                    <a:cubicBezTo>
                      <a:pt x="1821" y="2691"/>
                      <a:pt x="2166" y="2560"/>
                      <a:pt x="2429" y="2297"/>
                    </a:cubicBezTo>
                    <a:cubicBezTo>
                      <a:pt x="2954" y="1772"/>
                      <a:pt x="2954" y="921"/>
                      <a:pt x="2429" y="394"/>
                    </a:cubicBezTo>
                    <a:cubicBezTo>
                      <a:pt x="2166" y="132"/>
                      <a:pt x="1821" y="1"/>
                      <a:pt x="1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14"/>
              <p:cNvSpPr/>
              <p:nvPr/>
            </p:nvSpPr>
            <p:spPr>
              <a:xfrm>
                <a:off x="-1518675" y="1959550"/>
                <a:ext cx="63900" cy="58225"/>
              </a:xfrm>
              <a:custGeom>
                <a:rect b="b" l="l" r="r" t="t"/>
                <a:pathLst>
                  <a:path extrusionOk="0" h="2329" w="2556">
                    <a:moveTo>
                      <a:pt x="1278" y="1"/>
                    </a:moveTo>
                    <a:cubicBezTo>
                      <a:pt x="980" y="1"/>
                      <a:pt x="683" y="114"/>
                      <a:pt x="456" y="341"/>
                    </a:cubicBezTo>
                    <a:cubicBezTo>
                      <a:pt x="0" y="796"/>
                      <a:pt x="0" y="1532"/>
                      <a:pt x="456" y="1988"/>
                    </a:cubicBezTo>
                    <a:cubicBezTo>
                      <a:pt x="683" y="2215"/>
                      <a:pt x="980" y="2328"/>
                      <a:pt x="1278" y="2328"/>
                    </a:cubicBezTo>
                    <a:cubicBezTo>
                      <a:pt x="1576" y="2328"/>
                      <a:pt x="1874" y="2215"/>
                      <a:pt x="2101" y="1988"/>
                    </a:cubicBezTo>
                    <a:cubicBezTo>
                      <a:pt x="2556" y="1532"/>
                      <a:pt x="2556"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14"/>
              <p:cNvSpPr/>
              <p:nvPr/>
            </p:nvSpPr>
            <p:spPr>
              <a:xfrm>
                <a:off x="-1499175" y="1976525"/>
                <a:ext cx="26100" cy="24225"/>
              </a:xfrm>
              <a:custGeom>
                <a:rect b="b" l="l" r="r" t="t"/>
                <a:pathLst>
                  <a:path extrusionOk="0" h="969" w="1044">
                    <a:moveTo>
                      <a:pt x="501" y="1"/>
                    </a:moveTo>
                    <a:cubicBezTo>
                      <a:pt x="449" y="1"/>
                      <a:pt x="395" y="10"/>
                      <a:pt x="343" y="29"/>
                    </a:cubicBezTo>
                    <a:cubicBezTo>
                      <a:pt x="221" y="71"/>
                      <a:pt x="123" y="158"/>
                      <a:pt x="67" y="273"/>
                    </a:cubicBezTo>
                    <a:cubicBezTo>
                      <a:pt x="10" y="390"/>
                      <a:pt x="1" y="520"/>
                      <a:pt x="43" y="643"/>
                    </a:cubicBezTo>
                    <a:cubicBezTo>
                      <a:pt x="110" y="837"/>
                      <a:pt x="294" y="969"/>
                      <a:pt x="500" y="969"/>
                    </a:cubicBezTo>
                    <a:cubicBezTo>
                      <a:pt x="553" y="969"/>
                      <a:pt x="605" y="960"/>
                      <a:pt x="657" y="942"/>
                    </a:cubicBezTo>
                    <a:cubicBezTo>
                      <a:pt x="910" y="855"/>
                      <a:pt x="1044" y="579"/>
                      <a:pt x="957" y="327"/>
                    </a:cubicBezTo>
                    <a:cubicBezTo>
                      <a:pt x="890" y="133"/>
                      <a:pt x="708" y="1"/>
                      <a:pt x="5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14"/>
              <p:cNvSpPr/>
              <p:nvPr/>
            </p:nvSpPr>
            <p:spPr>
              <a:xfrm>
                <a:off x="-1333200" y="1889600"/>
                <a:ext cx="73850" cy="67300"/>
              </a:xfrm>
              <a:custGeom>
                <a:rect b="b" l="l" r="r" t="t"/>
                <a:pathLst>
                  <a:path extrusionOk="0" h="2692" w="2954">
                    <a:moveTo>
                      <a:pt x="1477" y="0"/>
                    </a:moveTo>
                    <a:cubicBezTo>
                      <a:pt x="1133" y="0"/>
                      <a:pt x="788" y="132"/>
                      <a:pt x="526" y="394"/>
                    </a:cubicBezTo>
                    <a:cubicBezTo>
                      <a:pt x="0" y="920"/>
                      <a:pt x="0" y="1771"/>
                      <a:pt x="526" y="2296"/>
                    </a:cubicBezTo>
                    <a:cubicBezTo>
                      <a:pt x="788" y="2559"/>
                      <a:pt x="1133" y="2691"/>
                      <a:pt x="1477" y="2691"/>
                    </a:cubicBezTo>
                    <a:cubicBezTo>
                      <a:pt x="1821" y="2691"/>
                      <a:pt x="2166" y="2559"/>
                      <a:pt x="2429" y="2296"/>
                    </a:cubicBezTo>
                    <a:cubicBezTo>
                      <a:pt x="2954" y="1771"/>
                      <a:pt x="2954" y="920"/>
                      <a:pt x="2429" y="394"/>
                    </a:cubicBezTo>
                    <a:cubicBezTo>
                      <a:pt x="2166" y="132"/>
                      <a:pt x="1821" y="0"/>
                      <a:pt x="14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14"/>
              <p:cNvSpPr/>
              <p:nvPr/>
            </p:nvSpPr>
            <p:spPr>
              <a:xfrm>
                <a:off x="-1328225" y="1894125"/>
                <a:ext cx="63875" cy="58200"/>
              </a:xfrm>
              <a:custGeom>
                <a:rect b="b" l="l" r="r" t="t"/>
                <a:pathLst>
                  <a:path extrusionOk="0" h="2328" w="2555">
                    <a:moveTo>
                      <a:pt x="1278" y="1"/>
                    </a:moveTo>
                    <a:cubicBezTo>
                      <a:pt x="980" y="1"/>
                      <a:pt x="682" y="114"/>
                      <a:pt x="455" y="341"/>
                    </a:cubicBezTo>
                    <a:cubicBezTo>
                      <a:pt x="1" y="796"/>
                      <a:pt x="1" y="1533"/>
                      <a:pt x="455" y="1987"/>
                    </a:cubicBezTo>
                    <a:cubicBezTo>
                      <a:pt x="682" y="2214"/>
                      <a:pt x="980" y="2328"/>
                      <a:pt x="1278" y="2328"/>
                    </a:cubicBezTo>
                    <a:cubicBezTo>
                      <a:pt x="1576" y="2328"/>
                      <a:pt x="1874" y="2214"/>
                      <a:pt x="2101" y="1987"/>
                    </a:cubicBezTo>
                    <a:cubicBezTo>
                      <a:pt x="2555" y="1533"/>
                      <a:pt x="2555"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14"/>
              <p:cNvSpPr/>
              <p:nvPr/>
            </p:nvSpPr>
            <p:spPr>
              <a:xfrm>
                <a:off x="-1309825" y="1911100"/>
                <a:ext cx="27250" cy="24225"/>
              </a:xfrm>
              <a:custGeom>
                <a:rect b="b" l="l" r="r" t="t"/>
                <a:pathLst>
                  <a:path extrusionOk="0" h="969" w="1090">
                    <a:moveTo>
                      <a:pt x="544" y="1"/>
                    </a:moveTo>
                    <a:cubicBezTo>
                      <a:pt x="492" y="1"/>
                      <a:pt x="439" y="10"/>
                      <a:pt x="387" y="28"/>
                    </a:cubicBezTo>
                    <a:cubicBezTo>
                      <a:pt x="135" y="114"/>
                      <a:pt x="0" y="391"/>
                      <a:pt x="86" y="642"/>
                    </a:cubicBezTo>
                    <a:cubicBezTo>
                      <a:pt x="153" y="837"/>
                      <a:pt x="337" y="969"/>
                      <a:pt x="543" y="969"/>
                    </a:cubicBezTo>
                    <a:cubicBezTo>
                      <a:pt x="597" y="969"/>
                      <a:pt x="651" y="960"/>
                      <a:pt x="702" y="941"/>
                    </a:cubicBezTo>
                    <a:cubicBezTo>
                      <a:pt x="955" y="854"/>
                      <a:pt x="1089" y="579"/>
                      <a:pt x="1002" y="327"/>
                    </a:cubicBezTo>
                    <a:cubicBezTo>
                      <a:pt x="935" y="132"/>
                      <a:pt x="751" y="1"/>
                      <a:pt x="5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14"/>
              <p:cNvSpPr/>
              <p:nvPr/>
            </p:nvSpPr>
            <p:spPr>
              <a:xfrm>
                <a:off x="-1508450" y="1967225"/>
                <a:ext cx="275125" cy="94550"/>
              </a:xfrm>
              <a:custGeom>
                <a:rect b="b" l="l" r="r" t="t"/>
                <a:pathLst>
                  <a:path extrusionOk="0" fill="none" h="3782" w="11005">
                    <a:moveTo>
                      <a:pt x="0" y="3782"/>
                    </a:moveTo>
                    <a:lnTo>
                      <a:pt x="11004" y="0"/>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14"/>
              <p:cNvSpPr/>
              <p:nvPr/>
            </p:nvSpPr>
            <p:spPr>
              <a:xfrm>
                <a:off x="-1504425" y="1979000"/>
                <a:ext cx="275175" cy="94550"/>
              </a:xfrm>
              <a:custGeom>
                <a:rect b="b" l="l" r="r" t="t"/>
                <a:pathLst>
                  <a:path extrusionOk="0" fill="none" h="3782" w="11007">
                    <a:moveTo>
                      <a:pt x="0" y="3781"/>
                    </a:moveTo>
                    <a:lnTo>
                      <a:pt x="11006" y="0"/>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14"/>
              <p:cNvSpPr/>
              <p:nvPr/>
            </p:nvSpPr>
            <p:spPr>
              <a:xfrm>
                <a:off x="-1500375" y="1990775"/>
                <a:ext cx="275200" cy="94550"/>
              </a:xfrm>
              <a:custGeom>
                <a:rect b="b" l="l" r="r" t="t"/>
                <a:pathLst>
                  <a:path extrusionOk="0" fill="none" h="3782" w="11008">
                    <a:moveTo>
                      <a:pt x="0" y="3782"/>
                    </a:moveTo>
                    <a:lnTo>
                      <a:pt x="11007" y="1"/>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4" name="Google Shape;1154;p14"/>
          <p:cNvGrpSpPr/>
          <p:nvPr/>
        </p:nvGrpSpPr>
        <p:grpSpPr>
          <a:xfrm>
            <a:off x="263399" y="361811"/>
            <a:ext cx="807432" cy="773251"/>
            <a:chOff x="-2758050" y="2287950"/>
            <a:chExt cx="370875" cy="355175"/>
          </a:xfrm>
        </p:grpSpPr>
        <p:sp>
          <p:nvSpPr>
            <p:cNvPr id="1155" name="Google Shape;1155;p14"/>
            <p:cNvSpPr/>
            <p:nvPr/>
          </p:nvSpPr>
          <p:spPr>
            <a:xfrm>
              <a:off x="-2758050" y="2287950"/>
              <a:ext cx="370875" cy="355175"/>
            </a:xfrm>
            <a:custGeom>
              <a:rect b="b" l="l" r="r" t="t"/>
              <a:pathLst>
                <a:path extrusionOk="0" h="14207" w="14835">
                  <a:moveTo>
                    <a:pt x="7426" y="0"/>
                  </a:moveTo>
                  <a:cubicBezTo>
                    <a:pt x="5114" y="0"/>
                    <a:pt x="2833" y="1125"/>
                    <a:pt x="1456" y="3245"/>
                  </a:cubicBezTo>
                  <a:cubicBezTo>
                    <a:pt x="150" y="5257"/>
                    <a:pt x="1" y="7746"/>
                    <a:pt x="879" y="9854"/>
                  </a:cubicBezTo>
                  <a:cubicBezTo>
                    <a:pt x="881" y="9869"/>
                    <a:pt x="884" y="9880"/>
                    <a:pt x="889" y="9891"/>
                  </a:cubicBezTo>
                  <a:cubicBezTo>
                    <a:pt x="913" y="9946"/>
                    <a:pt x="936" y="9999"/>
                    <a:pt x="959" y="10051"/>
                  </a:cubicBezTo>
                  <a:cubicBezTo>
                    <a:pt x="961" y="10056"/>
                    <a:pt x="963" y="10061"/>
                    <a:pt x="966" y="10066"/>
                  </a:cubicBezTo>
                  <a:cubicBezTo>
                    <a:pt x="977" y="10092"/>
                    <a:pt x="990" y="10118"/>
                    <a:pt x="1002" y="10144"/>
                  </a:cubicBezTo>
                  <a:cubicBezTo>
                    <a:pt x="1008" y="10158"/>
                    <a:pt x="1013" y="10169"/>
                    <a:pt x="1019" y="10181"/>
                  </a:cubicBezTo>
                  <a:cubicBezTo>
                    <a:pt x="1042" y="10228"/>
                    <a:pt x="1065" y="10274"/>
                    <a:pt x="1088" y="10321"/>
                  </a:cubicBezTo>
                  <a:lnTo>
                    <a:pt x="1104" y="10352"/>
                  </a:lnTo>
                  <a:lnTo>
                    <a:pt x="1142" y="10426"/>
                  </a:lnTo>
                  <a:cubicBezTo>
                    <a:pt x="1150" y="10439"/>
                    <a:pt x="1157" y="10455"/>
                    <a:pt x="1166" y="10469"/>
                  </a:cubicBezTo>
                  <a:cubicBezTo>
                    <a:pt x="1186" y="10508"/>
                    <a:pt x="1207" y="10546"/>
                    <a:pt x="1229" y="10584"/>
                  </a:cubicBezTo>
                  <a:cubicBezTo>
                    <a:pt x="1238" y="10600"/>
                    <a:pt x="1246" y="10618"/>
                    <a:pt x="1256" y="10633"/>
                  </a:cubicBezTo>
                  <a:lnTo>
                    <a:pt x="1295" y="10698"/>
                  </a:lnTo>
                  <a:cubicBezTo>
                    <a:pt x="1305" y="10716"/>
                    <a:pt x="1315" y="10733"/>
                    <a:pt x="1326" y="10750"/>
                  </a:cubicBezTo>
                  <a:cubicBezTo>
                    <a:pt x="1343" y="10781"/>
                    <a:pt x="1362" y="10811"/>
                    <a:pt x="1380" y="10842"/>
                  </a:cubicBezTo>
                  <a:cubicBezTo>
                    <a:pt x="1395" y="10864"/>
                    <a:pt x="1408" y="10886"/>
                    <a:pt x="1422" y="10908"/>
                  </a:cubicBezTo>
                  <a:cubicBezTo>
                    <a:pt x="1435" y="10927"/>
                    <a:pt x="1446" y="10947"/>
                    <a:pt x="1460" y="10966"/>
                  </a:cubicBezTo>
                  <a:cubicBezTo>
                    <a:pt x="1472" y="10986"/>
                    <a:pt x="1487" y="11007"/>
                    <a:pt x="1499" y="11028"/>
                  </a:cubicBezTo>
                  <a:lnTo>
                    <a:pt x="1545" y="11098"/>
                  </a:lnTo>
                  <a:cubicBezTo>
                    <a:pt x="1564" y="11125"/>
                    <a:pt x="1583" y="11150"/>
                    <a:pt x="1600" y="11177"/>
                  </a:cubicBezTo>
                  <a:cubicBezTo>
                    <a:pt x="1612" y="11194"/>
                    <a:pt x="1623" y="11211"/>
                    <a:pt x="1636" y="11228"/>
                  </a:cubicBezTo>
                  <a:cubicBezTo>
                    <a:pt x="1653" y="11250"/>
                    <a:pt x="1670" y="11275"/>
                    <a:pt x="1687" y="11299"/>
                  </a:cubicBezTo>
                  <a:cubicBezTo>
                    <a:pt x="1698" y="11315"/>
                    <a:pt x="1711" y="11332"/>
                    <a:pt x="1724" y="11348"/>
                  </a:cubicBezTo>
                  <a:cubicBezTo>
                    <a:pt x="1746" y="11378"/>
                    <a:pt x="1769" y="11409"/>
                    <a:pt x="1792" y="11439"/>
                  </a:cubicBezTo>
                  <a:cubicBezTo>
                    <a:pt x="1803" y="11454"/>
                    <a:pt x="1814" y="11467"/>
                    <a:pt x="1826" y="11483"/>
                  </a:cubicBezTo>
                  <a:cubicBezTo>
                    <a:pt x="1847" y="11510"/>
                    <a:pt x="1867" y="11536"/>
                    <a:pt x="1889" y="11563"/>
                  </a:cubicBezTo>
                  <a:cubicBezTo>
                    <a:pt x="1898" y="11574"/>
                    <a:pt x="1907" y="11585"/>
                    <a:pt x="1916" y="11596"/>
                  </a:cubicBezTo>
                  <a:cubicBezTo>
                    <a:pt x="1944" y="11629"/>
                    <a:pt x="1971" y="11662"/>
                    <a:pt x="1998" y="11695"/>
                  </a:cubicBezTo>
                  <a:cubicBezTo>
                    <a:pt x="2008" y="11707"/>
                    <a:pt x="2018" y="11719"/>
                    <a:pt x="2028" y="11730"/>
                  </a:cubicBezTo>
                  <a:cubicBezTo>
                    <a:pt x="2053" y="11760"/>
                    <a:pt x="2079" y="11789"/>
                    <a:pt x="2105" y="11818"/>
                  </a:cubicBezTo>
                  <a:cubicBezTo>
                    <a:pt x="2110" y="11825"/>
                    <a:pt x="2116" y="11831"/>
                    <a:pt x="2121" y="11838"/>
                  </a:cubicBezTo>
                  <a:cubicBezTo>
                    <a:pt x="2152" y="11872"/>
                    <a:pt x="2182" y="11905"/>
                    <a:pt x="2214" y="11939"/>
                  </a:cubicBezTo>
                  <a:cubicBezTo>
                    <a:pt x="2225" y="11949"/>
                    <a:pt x="2234" y="11959"/>
                    <a:pt x="2244" y="11970"/>
                  </a:cubicBezTo>
                  <a:cubicBezTo>
                    <a:pt x="2273" y="12001"/>
                    <a:pt x="2302" y="12032"/>
                    <a:pt x="2332" y="12063"/>
                  </a:cubicBezTo>
                  <a:cubicBezTo>
                    <a:pt x="2335" y="12066"/>
                    <a:pt x="2339" y="12070"/>
                    <a:pt x="2342" y="12074"/>
                  </a:cubicBezTo>
                  <a:lnTo>
                    <a:pt x="2442" y="12174"/>
                  </a:lnTo>
                  <a:cubicBezTo>
                    <a:pt x="2452" y="12183"/>
                    <a:pt x="2461" y="12193"/>
                    <a:pt x="2471" y="12202"/>
                  </a:cubicBezTo>
                  <a:cubicBezTo>
                    <a:pt x="2504" y="12234"/>
                    <a:pt x="2538" y="12266"/>
                    <a:pt x="2571" y="12297"/>
                  </a:cubicBezTo>
                  <a:cubicBezTo>
                    <a:pt x="2573" y="12298"/>
                    <a:pt x="2575" y="12300"/>
                    <a:pt x="2576" y="12302"/>
                  </a:cubicBezTo>
                  <a:cubicBezTo>
                    <a:pt x="2612" y="12334"/>
                    <a:pt x="2648" y="12368"/>
                    <a:pt x="2684" y="12400"/>
                  </a:cubicBezTo>
                  <a:cubicBezTo>
                    <a:pt x="2693" y="12408"/>
                    <a:pt x="2701" y="12417"/>
                    <a:pt x="2712" y="12425"/>
                  </a:cubicBezTo>
                  <a:cubicBezTo>
                    <a:pt x="2748" y="12457"/>
                    <a:pt x="2786" y="12489"/>
                    <a:pt x="2822" y="12520"/>
                  </a:cubicBezTo>
                  <a:lnTo>
                    <a:pt x="2823" y="12522"/>
                  </a:lnTo>
                  <a:lnTo>
                    <a:pt x="2824" y="12522"/>
                  </a:lnTo>
                  <a:cubicBezTo>
                    <a:pt x="2870" y="12560"/>
                    <a:pt x="2916" y="12597"/>
                    <a:pt x="2961" y="12633"/>
                  </a:cubicBezTo>
                  <a:lnTo>
                    <a:pt x="3000" y="12664"/>
                  </a:lnTo>
                  <a:cubicBezTo>
                    <a:pt x="3038" y="12694"/>
                    <a:pt x="3076" y="12724"/>
                    <a:pt x="3113" y="12754"/>
                  </a:cubicBezTo>
                  <a:cubicBezTo>
                    <a:pt x="3123" y="12761"/>
                    <a:pt x="3133" y="12770"/>
                    <a:pt x="3143" y="12776"/>
                  </a:cubicBezTo>
                  <a:cubicBezTo>
                    <a:pt x="3189" y="12811"/>
                    <a:pt x="3236" y="12844"/>
                    <a:pt x="3282" y="12878"/>
                  </a:cubicBezTo>
                  <a:lnTo>
                    <a:pt x="3322" y="12905"/>
                  </a:lnTo>
                  <a:cubicBezTo>
                    <a:pt x="3358" y="12931"/>
                    <a:pt x="3394" y="12955"/>
                    <a:pt x="3430" y="12979"/>
                  </a:cubicBezTo>
                  <a:cubicBezTo>
                    <a:pt x="3443" y="12989"/>
                    <a:pt x="3458" y="12999"/>
                    <a:pt x="3472" y="13009"/>
                  </a:cubicBezTo>
                  <a:cubicBezTo>
                    <a:pt x="3519" y="13040"/>
                    <a:pt x="3565" y="13071"/>
                    <a:pt x="3612" y="13101"/>
                  </a:cubicBezTo>
                  <a:cubicBezTo>
                    <a:pt x="3623" y="13108"/>
                    <a:pt x="3634" y="13115"/>
                    <a:pt x="3647" y="13122"/>
                  </a:cubicBezTo>
                  <a:cubicBezTo>
                    <a:pt x="3683" y="13146"/>
                    <a:pt x="3720" y="13168"/>
                    <a:pt x="3757" y="13191"/>
                  </a:cubicBezTo>
                  <a:cubicBezTo>
                    <a:pt x="3776" y="13201"/>
                    <a:pt x="3793" y="13213"/>
                    <a:pt x="3810" y="13224"/>
                  </a:cubicBezTo>
                  <a:cubicBezTo>
                    <a:pt x="3846" y="13245"/>
                    <a:pt x="3884" y="13266"/>
                    <a:pt x="3920" y="13287"/>
                  </a:cubicBezTo>
                  <a:cubicBezTo>
                    <a:pt x="3937" y="13296"/>
                    <a:pt x="3952" y="13304"/>
                    <a:pt x="3969" y="13313"/>
                  </a:cubicBezTo>
                  <a:lnTo>
                    <a:pt x="4097" y="13384"/>
                  </a:lnTo>
                  <a:cubicBezTo>
                    <a:pt x="4117" y="13395"/>
                    <a:pt x="4138" y="13405"/>
                    <a:pt x="4160" y="13416"/>
                  </a:cubicBezTo>
                  <a:cubicBezTo>
                    <a:pt x="4189" y="13431"/>
                    <a:pt x="4219" y="13445"/>
                    <a:pt x="4248" y="13461"/>
                  </a:cubicBezTo>
                  <a:cubicBezTo>
                    <a:pt x="4271" y="13471"/>
                    <a:pt x="4292" y="13483"/>
                    <a:pt x="4313" y="13493"/>
                  </a:cubicBezTo>
                  <a:cubicBezTo>
                    <a:pt x="4357" y="13515"/>
                    <a:pt x="4401" y="13535"/>
                    <a:pt x="4444" y="13556"/>
                  </a:cubicBezTo>
                  <a:cubicBezTo>
                    <a:pt x="4469" y="13567"/>
                    <a:pt x="4494" y="13578"/>
                    <a:pt x="4519" y="13590"/>
                  </a:cubicBezTo>
                  <a:cubicBezTo>
                    <a:pt x="4542" y="13601"/>
                    <a:pt x="4568" y="13612"/>
                    <a:pt x="4593" y="13623"/>
                  </a:cubicBezTo>
                  <a:cubicBezTo>
                    <a:pt x="4620" y="13634"/>
                    <a:pt x="4646" y="13647"/>
                    <a:pt x="4673" y="13658"/>
                  </a:cubicBezTo>
                  <a:cubicBezTo>
                    <a:pt x="4697" y="13668"/>
                    <a:pt x="4721" y="13678"/>
                    <a:pt x="4746" y="13688"/>
                  </a:cubicBezTo>
                  <a:cubicBezTo>
                    <a:pt x="4793" y="13707"/>
                    <a:pt x="4841" y="13726"/>
                    <a:pt x="4890" y="13745"/>
                  </a:cubicBezTo>
                  <a:cubicBezTo>
                    <a:pt x="4909" y="13752"/>
                    <a:pt x="4928" y="13760"/>
                    <a:pt x="4948" y="13766"/>
                  </a:cubicBezTo>
                  <a:cubicBezTo>
                    <a:pt x="4979" y="13778"/>
                    <a:pt x="5010" y="13789"/>
                    <a:pt x="5042" y="13799"/>
                  </a:cubicBezTo>
                  <a:cubicBezTo>
                    <a:pt x="5058" y="13807"/>
                    <a:pt x="5076" y="13812"/>
                    <a:pt x="5092" y="13817"/>
                  </a:cubicBezTo>
                  <a:cubicBezTo>
                    <a:pt x="5162" y="13841"/>
                    <a:pt x="5233" y="13864"/>
                    <a:pt x="5304" y="13886"/>
                  </a:cubicBezTo>
                  <a:cubicBezTo>
                    <a:pt x="5306" y="13887"/>
                    <a:pt x="5308" y="13887"/>
                    <a:pt x="5310" y="13889"/>
                  </a:cubicBezTo>
                  <a:cubicBezTo>
                    <a:pt x="5346" y="13901"/>
                    <a:pt x="5382" y="13911"/>
                    <a:pt x="5419" y="13921"/>
                  </a:cubicBezTo>
                  <a:cubicBezTo>
                    <a:pt x="5430" y="13925"/>
                    <a:pt x="5441" y="13927"/>
                    <a:pt x="5454" y="13932"/>
                  </a:cubicBezTo>
                  <a:cubicBezTo>
                    <a:pt x="5569" y="13965"/>
                    <a:pt x="5687" y="13996"/>
                    <a:pt x="5806" y="14023"/>
                  </a:cubicBezTo>
                  <a:cubicBezTo>
                    <a:pt x="5812" y="14024"/>
                    <a:pt x="5817" y="14025"/>
                    <a:pt x="5823" y="14027"/>
                  </a:cubicBezTo>
                  <a:cubicBezTo>
                    <a:pt x="5991" y="14066"/>
                    <a:pt x="6161" y="14098"/>
                    <a:pt x="6331" y="14124"/>
                  </a:cubicBezTo>
                  <a:cubicBezTo>
                    <a:pt x="6691" y="14179"/>
                    <a:pt x="7054" y="14207"/>
                    <a:pt x="7417" y="14207"/>
                  </a:cubicBezTo>
                  <a:cubicBezTo>
                    <a:pt x="9727" y="14207"/>
                    <a:pt x="12007" y="13082"/>
                    <a:pt x="13385" y="10961"/>
                  </a:cubicBezTo>
                  <a:cubicBezTo>
                    <a:pt x="14666" y="8985"/>
                    <a:pt x="14834" y="6550"/>
                    <a:pt x="14006" y="4467"/>
                  </a:cubicBezTo>
                  <a:cubicBezTo>
                    <a:pt x="14006" y="4465"/>
                    <a:pt x="14005" y="4464"/>
                    <a:pt x="14005" y="4464"/>
                  </a:cubicBezTo>
                  <a:cubicBezTo>
                    <a:pt x="13947" y="4317"/>
                    <a:pt x="13883" y="4173"/>
                    <a:pt x="13815" y="4030"/>
                  </a:cubicBezTo>
                  <a:cubicBezTo>
                    <a:pt x="13814" y="4025"/>
                    <a:pt x="13811" y="4021"/>
                    <a:pt x="13810" y="4018"/>
                  </a:cubicBezTo>
                  <a:cubicBezTo>
                    <a:pt x="13794" y="3985"/>
                    <a:pt x="13778" y="3952"/>
                    <a:pt x="13762" y="3920"/>
                  </a:cubicBezTo>
                  <a:cubicBezTo>
                    <a:pt x="13758" y="3913"/>
                    <a:pt x="13756" y="3907"/>
                    <a:pt x="13752" y="3901"/>
                  </a:cubicBezTo>
                  <a:cubicBezTo>
                    <a:pt x="13702" y="3803"/>
                    <a:pt x="13651" y="3706"/>
                    <a:pt x="13597" y="3608"/>
                  </a:cubicBezTo>
                  <a:cubicBezTo>
                    <a:pt x="13593" y="3601"/>
                    <a:pt x="13588" y="3593"/>
                    <a:pt x="13584" y="3585"/>
                  </a:cubicBezTo>
                  <a:cubicBezTo>
                    <a:pt x="13568" y="3556"/>
                    <a:pt x="13552" y="3529"/>
                    <a:pt x="13536" y="3502"/>
                  </a:cubicBezTo>
                  <a:cubicBezTo>
                    <a:pt x="13529" y="3489"/>
                    <a:pt x="13522" y="3477"/>
                    <a:pt x="13515" y="3464"/>
                  </a:cubicBezTo>
                  <a:cubicBezTo>
                    <a:pt x="13499" y="3437"/>
                    <a:pt x="13483" y="3411"/>
                    <a:pt x="13467" y="3385"/>
                  </a:cubicBezTo>
                  <a:cubicBezTo>
                    <a:pt x="13461" y="3374"/>
                    <a:pt x="13454" y="3364"/>
                    <a:pt x="13447" y="3353"/>
                  </a:cubicBezTo>
                  <a:cubicBezTo>
                    <a:pt x="13418" y="3304"/>
                    <a:pt x="13388" y="3257"/>
                    <a:pt x="13358" y="3209"/>
                  </a:cubicBezTo>
                  <a:cubicBezTo>
                    <a:pt x="13348" y="3195"/>
                    <a:pt x="13338" y="3179"/>
                    <a:pt x="13329" y="3165"/>
                  </a:cubicBezTo>
                  <a:cubicBezTo>
                    <a:pt x="13313" y="3143"/>
                    <a:pt x="13299" y="3120"/>
                    <a:pt x="13283" y="3098"/>
                  </a:cubicBezTo>
                  <a:cubicBezTo>
                    <a:pt x="13272" y="3081"/>
                    <a:pt x="13261" y="3064"/>
                    <a:pt x="13249" y="3046"/>
                  </a:cubicBezTo>
                  <a:cubicBezTo>
                    <a:pt x="13235" y="3025"/>
                    <a:pt x="13219" y="3004"/>
                    <a:pt x="13205" y="2983"/>
                  </a:cubicBezTo>
                  <a:cubicBezTo>
                    <a:pt x="13191" y="2964"/>
                    <a:pt x="13177" y="2945"/>
                    <a:pt x="13163" y="2924"/>
                  </a:cubicBezTo>
                  <a:cubicBezTo>
                    <a:pt x="13144" y="2898"/>
                    <a:pt x="13127" y="2874"/>
                    <a:pt x="13107" y="2849"/>
                  </a:cubicBezTo>
                  <a:cubicBezTo>
                    <a:pt x="13086" y="2821"/>
                    <a:pt x="13066" y="2793"/>
                    <a:pt x="13044" y="2765"/>
                  </a:cubicBezTo>
                  <a:cubicBezTo>
                    <a:pt x="13031" y="2749"/>
                    <a:pt x="13018" y="2731"/>
                    <a:pt x="13004" y="2715"/>
                  </a:cubicBezTo>
                  <a:cubicBezTo>
                    <a:pt x="12987" y="2693"/>
                    <a:pt x="12971" y="2672"/>
                    <a:pt x="12952" y="2651"/>
                  </a:cubicBezTo>
                  <a:cubicBezTo>
                    <a:pt x="12940" y="2633"/>
                    <a:pt x="12925" y="2617"/>
                    <a:pt x="12912" y="2601"/>
                  </a:cubicBezTo>
                  <a:lnTo>
                    <a:pt x="12854" y="2532"/>
                  </a:lnTo>
                  <a:cubicBezTo>
                    <a:pt x="12843" y="2519"/>
                    <a:pt x="12832" y="2504"/>
                    <a:pt x="12820" y="2492"/>
                  </a:cubicBezTo>
                  <a:cubicBezTo>
                    <a:pt x="12791" y="2457"/>
                    <a:pt x="12760" y="2422"/>
                    <a:pt x="12729" y="2388"/>
                  </a:cubicBezTo>
                  <a:lnTo>
                    <a:pt x="12698" y="2353"/>
                  </a:lnTo>
                  <a:cubicBezTo>
                    <a:pt x="12677" y="2328"/>
                    <a:pt x="12653" y="2302"/>
                    <a:pt x="12629" y="2277"/>
                  </a:cubicBezTo>
                  <a:cubicBezTo>
                    <a:pt x="12617" y="2265"/>
                    <a:pt x="12605" y="2251"/>
                    <a:pt x="12592" y="2238"/>
                  </a:cubicBezTo>
                  <a:cubicBezTo>
                    <a:pt x="12569" y="2213"/>
                    <a:pt x="12546" y="2188"/>
                    <a:pt x="12522" y="2164"/>
                  </a:cubicBezTo>
                  <a:cubicBezTo>
                    <a:pt x="12510" y="2152"/>
                    <a:pt x="12500" y="2142"/>
                    <a:pt x="12489" y="2131"/>
                  </a:cubicBezTo>
                  <a:cubicBezTo>
                    <a:pt x="12456" y="2096"/>
                    <a:pt x="12421" y="2063"/>
                    <a:pt x="12386" y="2027"/>
                  </a:cubicBezTo>
                  <a:cubicBezTo>
                    <a:pt x="12379" y="2021"/>
                    <a:pt x="12373" y="2014"/>
                    <a:pt x="12367" y="2009"/>
                  </a:cubicBezTo>
                  <a:lnTo>
                    <a:pt x="12277" y="1924"/>
                  </a:lnTo>
                  <a:cubicBezTo>
                    <a:pt x="12266" y="1914"/>
                    <a:pt x="12254" y="1903"/>
                    <a:pt x="12243" y="1892"/>
                  </a:cubicBezTo>
                  <a:cubicBezTo>
                    <a:pt x="12215" y="1868"/>
                    <a:pt x="12189" y="1843"/>
                    <a:pt x="12163" y="1820"/>
                  </a:cubicBezTo>
                  <a:cubicBezTo>
                    <a:pt x="12151" y="1810"/>
                    <a:pt x="12141" y="1800"/>
                    <a:pt x="12130" y="1790"/>
                  </a:cubicBezTo>
                  <a:cubicBezTo>
                    <a:pt x="12091" y="1756"/>
                    <a:pt x="12054" y="1724"/>
                    <a:pt x="12016" y="1692"/>
                  </a:cubicBezTo>
                  <a:cubicBezTo>
                    <a:pt x="11969" y="1652"/>
                    <a:pt x="11921" y="1614"/>
                    <a:pt x="11874" y="1574"/>
                  </a:cubicBezTo>
                  <a:cubicBezTo>
                    <a:pt x="11858" y="1563"/>
                    <a:pt x="11844" y="1552"/>
                    <a:pt x="11828" y="1538"/>
                  </a:cubicBezTo>
                  <a:cubicBezTo>
                    <a:pt x="11795" y="1513"/>
                    <a:pt x="11761" y="1486"/>
                    <a:pt x="11728" y="1460"/>
                  </a:cubicBezTo>
                  <a:cubicBezTo>
                    <a:pt x="11711" y="1446"/>
                    <a:pt x="11693" y="1434"/>
                    <a:pt x="11677" y="1421"/>
                  </a:cubicBezTo>
                  <a:cubicBezTo>
                    <a:pt x="11643" y="1397"/>
                    <a:pt x="11611" y="1372"/>
                    <a:pt x="11577" y="1347"/>
                  </a:cubicBezTo>
                  <a:cubicBezTo>
                    <a:pt x="11560" y="1336"/>
                    <a:pt x="11544" y="1325"/>
                    <a:pt x="11528" y="1311"/>
                  </a:cubicBezTo>
                  <a:cubicBezTo>
                    <a:pt x="11487" y="1281"/>
                    <a:pt x="11445" y="1253"/>
                    <a:pt x="11403" y="1225"/>
                  </a:cubicBezTo>
                  <a:cubicBezTo>
                    <a:pt x="11395" y="1219"/>
                    <a:pt x="11388" y="1213"/>
                    <a:pt x="11379" y="1208"/>
                  </a:cubicBezTo>
                  <a:cubicBezTo>
                    <a:pt x="11331" y="1175"/>
                    <a:pt x="11281" y="1142"/>
                    <a:pt x="11232" y="1111"/>
                  </a:cubicBezTo>
                  <a:cubicBezTo>
                    <a:pt x="11214" y="1101"/>
                    <a:pt x="11199" y="1090"/>
                    <a:pt x="11182" y="1080"/>
                  </a:cubicBezTo>
                  <a:cubicBezTo>
                    <a:pt x="11147" y="1058"/>
                    <a:pt x="11114" y="1038"/>
                    <a:pt x="11079" y="1017"/>
                  </a:cubicBezTo>
                  <a:lnTo>
                    <a:pt x="11021" y="982"/>
                  </a:lnTo>
                  <a:cubicBezTo>
                    <a:pt x="10988" y="963"/>
                    <a:pt x="10956" y="945"/>
                    <a:pt x="10924" y="925"/>
                  </a:cubicBezTo>
                  <a:cubicBezTo>
                    <a:pt x="10905" y="914"/>
                    <a:pt x="10885" y="904"/>
                    <a:pt x="10864" y="892"/>
                  </a:cubicBezTo>
                  <a:cubicBezTo>
                    <a:pt x="10828" y="872"/>
                    <a:pt x="10792" y="852"/>
                    <a:pt x="10755" y="832"/>
                  </a:cubicBezTo>
                  <a:cubicBezTo>
                    <a:pt x="10740" y="825"/>
                    <a:pt x="10724" y="816"/>
                    <a:pt x="10709" y="809"/>
                  </a:cubicBezTo>
                  <a:cubicBezTo>
                    <a:pt x="10658" y="783"/>
                    <a:pt x="10608" y="757"/>
                    <a:pt x="10558" y="732"/>
                  </a:cubicBezTo>
                  <a:cubicBezTo>
                    <a:pt x="10538" y="723"/>
                    <a:pt x="10519" y="714"/>
                    <a:pt x="10500" y="703"/>
                  </a:cubicBezTo>
                  <a:cubicBezTo>
                    <a:pt x="10466" y="688"/>
                    <a:pt x="10434" y="671"/>
                    <a:pt x="10400" y="657"/>
                  </a:cubicBezTo>
                  <a:cubicBezTo>
                    <a:pt x="10377" y="647"/>
                    <a:pt x="10354" y="636"/>
                    <a:pt x="10332" y="626"/>
                  </a:cubicBezTo>
                  <a:cubicBezTo>
                    <a:pt x="10302" y="614"/>
                    <a:pt x="10271" y="599"/>
                    <a:pt x="10242" y="587"/>
                  </a:cubicBezTo>
                  <a:cubicBezTo>
                    <a:pt x="10218" y="576"/>
                    <a:pt x="10194" y="566"/>
                    <a:pt x="10171" y="556"/>
                  </a:cubicBezTo>
                  <a:lnTo>
                    <a:pt x="10078" y="517"/>
                  </a:lnTo>
                  <a:cubicBezTo>
                    <a:pt x="10054" y="507"/>
                    <a:pt x="10033" y="499"/>
                    <a:pt x="10010" y="490"/>
                  </a:cubicBezTo>
                  <a:cubicBezTo>
                    <a:pt x="9960" y="470"/>
                    <a:pt x="9910" y="451"/>
                    <a:pt x="9860" y="433"/>
                  </a:cubicBezTo>
                  <a:cubicBezTo>
                    <a:pt x="9835" y="424"/>
                    <a:pt x="9811" y="417"/>
                    <a:pt x="9786" y="407"/>
                  </a:cubicBezTo>
                  <a:cubicBezTo>
                    <a:pt x="9758" y="397"/>
                    <a:pt x="9728" y="387"/>
                    <a:pt x="9700" y="377"/>
                  </a:cubicBezTo>
                  <a:cubicBezTo>
                    <a:pt x="9672" y="368"/>
                    <a:pt x="9646" y="360"/>
                    <a:pt x="9618" y="350"/>
                  </a:cubicBezTo>
                  <a:cubicBezTo>
                    <a:pt x="9592" y="341"/>
                    <a:pt x="9564" y="334"/>
                    <a:pt x="9538" y="325"/>
                  </a:cubicBezTo>
                  <a:cubicBezTo>
                    <a:pt x="9510" y="315"/>
                    <a:pt x="9482" y="306"/>
                    <a:pt x="9454" y="299"/>
                  </a:cubicBezTo>
                  <a:cubicBezTo>
                    <a:pt x="9428" y="291"/>
                    <a:pt x="9402" y="283"/>
                    <a:pt x="9377" y="277"/>
                  </a:cubicBezTo>
                  <a:cubicBezTo>
                    <a:pt x="9347" y="269"/>
                    <a:pt x="9319" y="260"/>
                    <a:pt x="9290" y="252"/>
                  </a:cubicBezTo>
                  <a:cubicBezTo>
                    <a:pt x="9265" y="246"/>
                    <a:pt x="9242" y="239"/>
                    <a:pt x="9217" y="233"/>
                  </a:cubicBezTo>
                  <a:cubicBezTo>
                    <a:pt x="9161" y="218"/>
                    <a:pt x="9104" y="205"/>
                    <a:pt x="9048" y="191"/>
                  </a:cubicBezTo>
                  <a:cubicBezTo>
                    <a:pt x="9026" y="185"/>
                    <a:pt x="9005" y="180"/>
                    <a:pt x="8981" y="175"/>
                  </a:cubicBezTo>
                  <a:cubicBezTo>
                    <a:pt x="8949" y="167"/>
                    <a:pt x="8917" y="161"/>
                    <a:pt x="8885" y="154"/>
                  </a:cubicBezTo>
                  <a:cubicBezTo>
                    <a:pt x="8862" y="149"/>
                    <a:pt x="8841" y="145"/>
                    <a:pt x="8819" y="140"/>
                  </a:cubicBezTo>
                  <a:cubicBezTo>
                    <a:pt x="8787" y="134"/>
                    <a:pt x="8753" y="128"/>
                    <a:pt x="8721" y="120"/>
                  </a:cubicBezTo>
                  <a:cubicBezTo>
                    <a:pt x="8700" y="117"/>
                    <a:pt x="8680" y="113"/>
                    <a:pt x="8658" y="109"/>
                  </a:cubicBezTo>
                  <a:cubicBezTo>
                    <a:pt x="8624" y="103"/>
                    <a:pt x="8589" y="98"/>
                    <a:pt x="8556" y="91"/>
                  </a:cubicBezTo>
                  <a:cubicBezTo>
                    <a:pt x="8541" y="88"/>
                    <a:pt x="8527" y="87"/>
                    <a:pt x="8514" y="84"/>
                  </a:cubicBezTo>
                  <a:cubicBezTo>
                    <a:pt x="8438" y="73"/>
                    <a:pt x="8364" y="63"/>
                    <a:pt x="8289" y="53"/>
                  </a:cubicBezTo>
                  <a:cubicBezTo>
                    <a:pt x="8276" y="52"/>
                    <a:pt x="8263" y="50"/>
                    <a:pt x="8250" y="48"/>
                  </a:cubicBezTo>
                  <a:lnTo>
                    <a:pt x="8142" y="37"/>
                  </a:lnTo>
                  <a:cubicBezTo>
                    <a:pt x="8123" y="36"/>
                    <a:pt x="8106" y="33"/>
                    <a:pt x="8086" y="32"/>
                  </a:cubicBezTo>
                  <a:cubicBezTo>
                    <a:pt x="8050" y="27"/>
                    <a:pt x="8015" y="25"/>
                    <a:pt x="7979" y="22"/>
                  </a:cubicBezTo>
                  <a:lnTo>
                    <a:pt x="7925" y="19"/>
                  </a:lnTo>
                  <a:cubicBezTo>
                    <a:pt x="7887" y="16"/>
                    <a:pt x="7851" y="14"/>
                    <a:pt x="7814" y="11"/>
                  </a:cubicBezTo>
                  <a:cubicBezTo>
                    <a:pt x="7802" y="11"/>
                    <a:pt x="7791" y="10"/>
                    <a:pt x="7778" y="10"/>
                  </a:cubicBezTo>
                  <a:cubicBezTo>
                    <a:pt x="7689" y="6"/>
                    <a:pt x="7601" y="2"/>
                    <a:pt x="7512" y="1"/>
                  </a:cubicBezTo>
                  <a:lnTo>
                    <a:pt x="7510" y="1"/>
                  </a:lnTo>
                  <a:cubicBezTo>
                    <a:pt x="7482" y="0"/>
                    <a:pt x="7454" y="0"/>
                    <a:pt x="742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 name="Google Shape;1156;p14"/>
            <p:cNvGrpSpPr/>
            <p:nvPr/>
          </p:nvGrpSpPr>
          <p:grpSpPr>
            <a:xfrm>
              <a:off x="-2755275" y="2288138"/>
              <a:ext cx="365275" cy="354875"/>
              <a:chOff x="-2755275" y="1020175"/>
              <a:chExt cx="365275" cy="354875"/>
            </a:xfrm>
          </p:grpSpPr>
          <p:sp>
            <p:nvSpPr>
              <p:cNvPr id="1157" name="Google Shape;1157;p14"/>
              <p:cNvSpPr/>
              <p:nvPr/>
            </p:nvSpPr>
            <p:spPr>
              <a:xfrm>
                <a:off x="-2755275" y="1020300"/>
                <a:ext cx="365275" cy="354750"/>
              </a:xfrm>
              <a:custGeom>
                <a:rect b="b" l="l" r="r" t="t"/>
                <a:pathLst>
                  <a:path extrusionOk="0" h="14190" w="14611">
                    <a:moveTo>
                      <a:pt x="7309" y="1"/>
                    </a:moveTo>
                    <a:cubicBezTo>
                      <a:pt x="6963" y="1"/>
                      <a:pt x="6616" y="26"/>
                      <a:pt x="6269" y="77"/>
                    </a:cubicBezTo>
                    <a:cubicBezTo>
                      <a:pt x="4405" y="353"/>
                      <a:pt x="2726" y="1356"/>
                      <a:pt x="1602" y="2867"/>
                    </a:cubicBezTo>
                    <a:cubicBezTo>
                      <a:pt x="477" y="4378"/>
                      <a:pt x="0" y="6273"/>
                      <a:pt x="275" y="8134"/>
                    </a:cubicBezTo>
                    <a:cubicBezTo>
                      <a:pt x="550" y="9995"/>
                      <a:pt x="1554" y="11671"/>
                      <a:pt x="3067" y="12792"/>
                    </a:cubicBezTo>
                    <a:cubicBezTo>
                      <a:pt x="4299" y="13705"/>
                      <a:pt x="5786" y="14190"/>
                      <a:pt x="7303" y="14190"/>
                    </a:cubicBezTo>
                    <a:cubicBezTo>
                      <a:pt x="7649" y="14190"/>
                      <a:pt x="7996" y="14165"/>
                      <a:pt x="8342" y="14114"/>
                    </a:cubicBezTo>
                    <a:cubicBezTo>
                      <a:pt x="10206" y="13838"/>
                      <a:pt x="11885" y="12834"/>
                      <a:pt x="13009" y="11323"/>
                    </a:cubicBezTo>
                    <a:cubicBezTo>
                      <a:pt x="14134" y="9813"/>
                      <a:pt x="14611" y="7919"/>
                      <a:pt x="14336" y="6057"/>
                    </a:cubicBezTo>
                    <a:cubicBezTo>
                      <a:pt x="14061" y="4196"/>
                      <a:pt x="13057" y="2520"/>
                      <a:pt x="11544" y="1399"/>
                    </a:cubicBezTo>
                    <a:cubicBezTo>
                      <a:pt x="10312" y="486"/>
                      <a:pt x="8826" y="1"/>
                      <a:pt x="7309" y="1"/>
                    </a:cubicBezTo>
                    <a:close/>
                  </a:path>
                </a:pathLst>
              </a:custGeom>
              <a:solidFill>
                <a:srgbClr val="020001">
                  <a:alpha val="8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14"/>
              <p:cNvSpPr/>
              <p:nvPr/>
            </p:nvSpPr>
            <p:spPr>
              <a:xfrm>
                <a:off x="-2737000" y="1020175"/>
                <a:ext cx="333050" cy="354175"/>
              </a:xfrm>
              <a:custGeom>
                <a:rect b="b" l="l" r="r" t="t"/>
                <a:pathLst>
                  <a:path extrusionOk="0" h="14167" w="13322">
                    <a:moveTo>
                      <a:pt x="6666" y="1"/>
                    </a:moveTo>
                    <a:cubicBezTo>
                      <a:pt x="7261" y="1957"/>
                      <a:pt x="9045" y="4031"/>
                      <a:pt x="8004" y="5732"/>
                    </a:cubicBezTo>
                    <a:cubicBezTo>
                      <a:pt x="7455" y="6679"/>
                      <a:pt x="5887" y="6312"/>
                      <a:pt x="4707" y="6870"/>
                    </a:cubicBezTo>
                    <a:cubicBezTo>
                      <a:pt x="3864" y="7282"/>
                      <a:pt x="2917" y="7215"/>
                      <a:pt x="1977" y="7552"/>
                    </a:cubicBezTo>
                    <a:cubicBezTo>
                      <a:pt x="1852" y="7618"/>
                      <a:pt x="1688" y="7736"/>
                      <a:pt x="1661" y="7875"/>
                    </a:cubicBezTo>
                    <a:cubicBezTo>
                      <a:pt x="1485" y="8790"/>
                      <a:pt x="998" y="9759"/>
                      <a:pt x="1" y="9771"/>
                    </a:cubicBezTo>
                    <a:cubicBezTo>
                      <a:pt x="418" y="10808"/>
                      <a:pt x="1082" y="11755"/>
                      <a:pt x="1978" y="12514"/>
                    </a:cubicBezTo>
                    <a:cubicBezTo>
                      <a:pt x="3132" y="13489"/>
                      <a:pt x="4491" y="14031"/>
                      <a:pt x="5871" y="14166"/>
                    </a:cubicBezTo>
                    <a:cubicBezTo>
                      <a:pt x="5795" y="13857"/>
                      <a:pt x="5741" y="13544"/>
                      <a:pt x="5707" y="13228"/>
                    </a:cubicBezTo>
                    <a:cubicBezTo>
                      <a:pt x="5686" y="13035"/>
                      <a:pt x="5674" y="12840"/>
                      <a:pt x="5666" y="12644"/>
                    </a:cubicBezTo>
                    <a:cubicBezTo>
                      <a:pt x="5454" y="11329"/>
                      <a:pt x="4520" y="10317"/>
                      <a:pt x="3963" y="9106"/>
                    </a:cubicBezTo>
                    <a:cubicBezTo>
                      <a:pt x="3466" y="8021"/>
                      <a:pt x="5191" y="7867"/>
                      <a:pt x="5960" y="7847"/>
                    </a:cubicBezTo>
                    <a:cubicBezTo>
                      <a:pt x="6062" y="7842"/>
                      <a:pt x="6159" y="7839"/>
                      <a:pt x="6250" y="7839"/>
                    </a:cubicBezTo>
                    <a:cubicBezTo>
                      <a:pt x="6432" y="7839"/>
                      <a:pt x="6594" y="7849"/>
                      <a:pt x="6737" y="7868"/>
                    </a:cubicBezTo>
                    <a:cubicBezTo>
                      <a:pt x="7110" y="8043"/>
                      <a:pt x="7463" y="8121"/>
                      <a:pt x="7797" y="8121"/>
                    </a:cubicBezTo>
                    <a:cubicBezTo>
                      <a:pt x="9183" y="8121"/>
                      <a:pt x="10232" y="6778"/>
                      <a:pt x="10965" y="5460"/>
                    </a:cubicBezTo>
                    <a:cubicBezTo>
                      <a:pt x="11079" y="5306"/>
                      <a:pt x="11280" y="5137"/>
                      <a:pt x="11530" y="5112"/>
                    </a:cubicBezTo>
                    <a:cubicBezTo>
                      <a:pt x="11739" y="5045"/>
                      <a:pt x="11958" y="5004"/>
                      <a:pt x="12180" y="4975"/>
                    </a:cubicBezTo>
                    <a:cubicBezTo>
                      <a:pt x="12499" y="4932"/>
                      <a:pt x="12819" y="4911"/>
                      <a:pt x="13140" y="4911"/>
                    </a:cubicBezTo>
                    <a:cubicBezTo>
                      <a:pt x="13200" y="4911"/>
                      <a:pt x="13261" y="4912"/>
                      <a:pt x="13322" y="4913"/>
                    </a:cubicBezTo>
                    <a:cubicBezTo>
                      <a:pt x="12928" y="3688"/>
                      <a:pt x="12203" y="2562"/>
                      <a:pt x="11170" y="1688"/>
                    </a:cubicBezTo>
                    <a:cubicBezTo>
                      <a:pt x="9846" y="569"/>
                      <a:pt x="8251" y="19"/>
                      <a:pt x="66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14"/>
              <p:cNvSpPr/>
              <p:nvPr/>
            </p:nvSpPr>
            <p:spPr>
              <a:xfrm>
                <a:off x="-2664450" y="1114125"/>
                <a:ext cx="175325" cy="167025"/>
              </a:xfrm>
              <a:custGeom>
                <a:rect b="b" l="l" r="r" t="t"/>
                <a:pathLst>
                  <a:path extrusionOk="0" h="6681" w="7013">
                    <a:moveTo>
                      <a:pt x="3684" y="0"/>
                    </a:moveTo>
                    <a:cubicBezTo>
                      <a:pt x="2827" y="0"/>
                      <a:pt x="1968" y="328"/>
                      <a:pt x="1312" y="984"/>
                    </a:cubicBezTo>
                    <a:cubicBezTo>
                      <a:pt x="5" y="2290"/>
                      <a:pt x="1" y="4406"/>
                      <a:pt x="1302" y="5707"/>
                    </a:cubicBezTo>
                    <a:cubicBezTo>
                      <a:pt x="1926" y="6331"/>
                      <a:pt x="2772" y="6681"/>
                      <a:pt x="3654" y="6681"/>
                    </a:cubicBezTo>
                    <a:cubicBezTo>
                      <a:pt x="3657" y="6681"/>
                      <a:pt x="3660" y="6681"/>
                      <a:pt x="3662" y="6681"/>
                    </a:cubicBezTo>
                    <a:cubicBezTo>
                      <a:pt x="4549" y="6679"/>
                      <a:pt x="5399" y="6326"/>
                      <a:pt x="6026" y="5697"/>
                    </a:cubicBezTo>
                    <a:cubicBezTo>
                      <a:pt x="6654" y="5070"/>
                      <a:pt x="7008" y="4219"/>
                      <a:pt x="7010" y="3334"/>
                    </a:cubicBezTo>
                    <a:cubicBezTo>
                      <a:pt x="7012" y="2447"/>
                      <a:pt x="6661" y="1599"/>
                      <a:pt x="6037" y="974"/>
                    </a:cubicBezTo>
                    <a:cubicBezTo>
                      <a:pt x="5388" y="324"/>
                      <a:pt x="4536" y="0"/>
                      <a:pt x="36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14"/>
              <p:cNvSpPr/>
              <p:nvPr/>
            </p:nvSpPr>
            <p:spPr>
              <a:xfrm>
                <a:off x="-2591150" y="1181150"/>
                <a:ext cx="36925" cy="32975"/>
              </a:xfrm>
              <a:custGeom>
                <a:rect b="b" l="l" r="r" t="t"/>
                <a:pathLst>
                  <a:path extrusionOk="0" h="1319" w="1477">
                    <a:moveTo>
                      <a:pt x="738" y="0"/>
                    </a:moveTo>
                    <a:cubicBezTo>
                      <a:pt x="326" y="0"/>
                      <a:pt x="1" y="381"/>
                      <a:pt x="96" y="810"/>
                    </a:cubicBezTo>
                    <a:cubicBezTo>
                      <a:pt x="150" y="1052"/>
                      <a:pt x="345" y="1247"/>
                      <a:pt x="588" y="1302"/>
                    </a:cubicBezTo>
                    <a:cubicBezTo>
                      <a:pt x="639" y="1313"/>
                      <a:pt x="689" y="1319"/>
                      <a:pt x="738" y="1319"/>
                    </a:cubicBezTo>
                    <a:cubicBezTo>
                      <a:pt x="1151" y="1319"/>
                      <a:pt x="1476" y="937"/>
                      <a:pt x="1380" y="508"/>
                    </a:cubicBezTo>
                    <a:cubicBezTo>
                      <a:pt x="1327" y="266"/>
                      <a:pt x="1132" y="71"/>
                      <a:pt x="889" y="17"/>
                    </a:cubicBezTo>
                    <a:cubicBezTo>
                      <a:pt x="838" y="6"/>
                      <a:pt x="787" y="0"/>
                      <a:pt x="7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1" name="Google Shape;1161;p14"/>
          <p:cNvGrpSpPr/>
          <p:nvPr/>
        </p:nvGrpSpPr>
        <p:grpSpPr>
          <a:xfrm rot="462642">
            <a:off x="7356193" y="232561"/>
            <a:ext cx="1264572" cy="903121"/>
            <a:chOff x="-3697515" y="4955078"/>
            <a:chExt cx="799195" cy="570763"/>
          </a:xfrm>
        </p:grpSpPr>
        <p:sp>
          <p:nvSpPr>
            <p:cNvPr id="1162" name="Google Shape;1162;p14"/>
            <p:cNvSpPr/>
            <p:nvPr/>
          </p:nvSpPr>
          <p:spPr>
            <a:xfrm>
              <a:off x="-3697312" y="4955078"/>
              <a:ext cx="798992" cy="570607"/>
            </a:xfrm>
            <a:custGeom>
              <a:rect b="b" l="l" r="r" t="t"/>
              <a:pathLst>
                <a:path extrusionOk="0" h="5614" w="7861">
                  <a:moveTo>
                    <a:pt x="1176" y="0"/>
                  </a:moveTo>
                  <a:cubicBezTo>
                    <a:pt x="1091" y="0"/>
                    <a:pt x="1022" y="70"/>
                    <a:pt x="1022" y="155"/>
                  </a:cubicBezTo>
                  <a:lnTo>
                    <a:pt x="1022" y="268"/>
                  </a:lnTo>
                  <a:lnTo>
                    <a:pt x="325" y="268"/>
                  </a:lnTo>
                  <a:cubicBezTo>
                    <a:pt x="145" y="268"/>
                    <a:pt x="1" y="413"/>
                    <a:pt x="1" y="593"/>
                  </a:cubicBezTo>
                  <a:lnTo>
                    <a:pt x="1" y="2816"/>
                  </a:lnTo>
                  <a:lnTo>
                    <a:pt x="1" y="5289"/>
                  </a:lnTo>
                  <a:cubicBezTo>
                    <a:pt x="1" y="5469"/>
                    <a:pt x="146" y="5613"/>
                    <a:pt x="325" y="5613"/>
                  </a:cubicBezTo>
                  <a:lnTo>
                    <a:pt x="7537" y="5613"/>
                  </a:lnTo>
                  <a:cubicBezTo>
                    <a:pt x="7716" y="5613"/>
                    <a:pt x="7861" y="5469"/>
                    <a:pt x="7861" y="5289"/>
                  </a:cubicBezTo>
                  <a:lnTo>
                    <a:pt x="7861" y="2816"/>
                  </a:lnTo>
                  <a:lnTo>
                    <a:pt x="7861" y="593"/>
                  </a:lnTo>
                  <a:cubicBezTo>
                    <a:pt x="7860" y="414"/>
                    <a:pt x="7715" y="268"/>
                    <a:pt x="7536" y="268"/>
                  </a:cubicBezTo>
                  <a:lnTo>
                    <a:pt x="6870" y="268"/>
                  </a:lnTo>
                  <a:lnTo>
                    <a:pt x="6870" y="155"/>
                  </a:lnTo>
                  <a:cubicBezTo>
                    <a:pt x="6870" y="70"/>
                    <a:pt x="6801" y="0"/>
                    <a:pt x="6715" y="0"/>
                  </a:cubicBezTo>
                  <a:lnTo>
                    <a:pt x="6355" y="0"/>
                  </a:lnTo>
                  <a:cubicBezTo>
                    <a:pt x="6270" y="0"/>
                    <a:pt x="6200" y="70"/>
                    <a:pt x="6200" y="155"/>
                  </a:cubicBezTo>
                  <a:lnTo>
                    <a:pt x="6200" y="268"/>
                  </a:lnTo>
                  <a:lnTo>
                    <a:pt x="1690" y="268"/>
                  </a:lnTo>
                  <a:lnTo>
                    <a:pt x="1690" y="155"/>
                  </a:lnTo>
                  <a:cubicBezTo>
                    <a:pt x="1690" y="70"/>
                    <a:pt x="1621" y="0"/>
                    <a:pt x="153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14"/>
            <p:cNvSpPr/>
            <p:nvPr/>
          </p:nvSpPr>
          <p:spPr>
            <a:xfrm>
              <a:off x="-3697515" y="4982572"/>
              <a:ext cx="799094" cy="543266"/>
            </a:xfrm>
            <a:custGeom>
              <a:rect b="b" l="l" r="r" t="t"/>
              <a:pathLst>
                <a:path extrusionOk="0" h="5345" w="7862">
                  <a:moveTo>
                    <a:pt x="7539" y="1"/>
                  </a:moveTo>
                  <a:cubicBezTo>
                    <a:pt x="7539" y="1"/>
                    <a:pt x="7538" y="1"/>
                    <a:pt x="7538" y="1"/>
                  </a:cubicBezTo>
                  <a:lnTo>
                    <a:pt x="325" y="1"/>
                  </a:lnTo>
                  <a:cubicBezTo>
                    <a:pt x="147" y="1"/>
                    <a:pt x="1" y="146"/>
                    <a:pt x="1" y="325"/>
                  </a:cubicBezTo>
                  <a:lnTo>
                    <a:pt x="1" y="5020"/>
                  </a:lnTo>
                  <a:cubicBezTo>
                    <a:pt x="1" y="5200"/>
                    <a:pt x="146" y="5344"/>
                    <a:pt x="325" y="5344"/>
                  </a:cubicBezTo>
                  <a:lnTo>
                    <a:pt x="7538" y="5344"/>
                  </a:lnTo>
                  <a:cubicBezTo>
                    <a:pt x="7716" y="5344"/>
                    <a:pt x="7862" y="5200"/>
                    <a:pt x="7862" y="5020"/>
                  </a:cubicBezTo>
                  <a:lnTo>
                    <a:pt x="7862" y="325"/>
                  </a:lnTo>
                  <a:cubicBezTo>
                    <a:pt x="7862" y="147"/>
                    <a:pt x="7718" y="1"/>
                    <a:pt x="75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14"/>
            <p:cNvSpPr/>
            <p:nvPr/>
          </p:nvSpPr>
          <p:spPr>
            <a:xfrm>
              <a:off x="-3697515" y="5241452"/>
              <a:ext cx="799094" cy="284389"/>
            </a:xfrm>
            <a:custGeom>
              <a:rect b="b" l="l" r="r" t="t"/>
              <a:pathLst>
                <a:path extrusionOk="0" h="2798" w="7862">
                  <a:moveTo>
                    <a:pt x="1" y="1"/>
                  </a:moveTo>
                  <a:lnTo>
                    <a:pt x="1" y="2473"/>
                  </a:lnTo>
                  <a:cubicBezTo>
                    <a:pt x="1" y="2653"/>
                    <a:pt x="146" y="2797"/>
                    <a:pt x="325" y="2797"/>
                  </a:cubicBezTo>
                  <a:lnTo>
                    <a:pt x="7538" y="2797"/>
                  </a:lnTo>
                  <a:cubicBezTo>
                    <a:pt x="7716" y="2797"/>
                    <a:pt x="7862" y="2653"/>
                    <a:pt x="7862" y="2473"/>
                  </a:cubicBezTo>
                  <a:lnTo>
                    <a:pt x="786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14"/>
            <p:cNvSpPr/>
            <p:nvPr/>
          </p:nvSpPr>
          <p:spPr>
            <a:xfrm>
              <a:off x="-3097235" y="5017028"/>
              <a:ext cx="128168" cy="128066"/>
            </a:xfrm>
            <a:custGeom>
              <a:rect b="b" l="l" r="r" t="t"/>
              <a:pathLst>
                <a:path extrusionOk="0" h="1260" w="1261">
                  <a:moveTo>
                    <a:pt x="631" y="0"/>
                  </a:moveTo>
                  <a:cubicBezTo>
                    <a:pt x="283" y="0"/>
                    <a:pt x="1" y="282"/>
                    <a:pt x="1" y="630"/>
                  </a:cubicBezTo>
                  <a:cubicBezTo>
                    <a:pt x="1" y="977"/>
                    <a:pt x="283" y="1259"/>
                    <a:pt x="631" y="1259"/>
                  </a:cubicBezTo>
                  <a:cubicBezTo>
                    <a:pt x="978" y="1259"/>
                    <a:pt x="1260" y="977"/>
                    <a:pt x="1260" y="630"/>
                  </a:cubicBezTo>
                  <a:cubicBezTo>
                    <a:pt x="1260" y="282"/>
                    <a:pt x="978"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14"/>
            <p:cNvSpPr/>
            <p:nvPr/>
          </p:nvSpPr>
          <p:spPr>
            <a:xfrm>
              <a:off x="-3079753" y="5034409"/>
              <a:ext cx="93204" cy="93204"/>
            </a:xfrm>
            <a:custGeom>
              <a:rect b="b" l="l" r="r" t="t"/>
              <a:pathLst>
                <a:path extrusionOk="0" h="917" w="917">
                  <a:moveTo>
                    <a:pt x="459" y="0"/>
                  </a:moveTo>
                  <a:cubicBezTo>
                    <a:pt x="206" y="0"/>
                    <a:pt x="0" y="206"/>
                    <a:pt x="0" y="459"/>
                  </a:cubicBezTo>
                  <a:cubicBezTo>
                    <a:pt x="0" y="711"/>
                    <a:pt x="206" y="917"/>
                    <a:pt x="459" y="917"/>
                  </a:cubicBezTo>
                  <a:cubicBezTo>
                    <a:pt x="711" y="917"/>
                    <a:pt x="917" y="711"/>
                    <a:pt x="917" y="459"/>
                  </a:cubicBezTo>
                  <a:cubicBezTo>
                    <a:pt x="917" y="206"/>
                    <a:pt x="711" y="0"/>
                    <a:pt x="4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14"/>
            <p:cNvSpPr/>
            <p:nvPr/>
          </p:nvSpPr>
          <p:spPr>
            <a:xfrm>
              <a:off x="-3045704" y="4982470"/>
              <a:ext cx="25207" cy="419468"/>
            </a:xfrm>
            <a:custGeom>
              <a:rect b="b" l="l" r="r" t="t"/>
              <a:pathLst>
                <a:path extrusionOk="0" h="4127" w="248">
                  <a:moveTo>
                    <a:pt x="1" y="1"/>
                  </a:moveTo>
                  <a:lnTo>
                    <a:pt x="1" y="4127"/>
                  </a:lnTo>
                  <a:lnTo>
                    <a:pt x="247" y="4127"/>
                  </a:lnTo>
                  <a:lnTo>
                    <a:pt x="2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14"/>
            <p:cNvSpPr/>
            <p:nvPr/>
          </p:nvSpPr>
          <p:spPr>
            <a:xfrm>
              <a:off x="-3067252" y="5057888"/>
              <a:ext cx="68200" cy="46449"/>
            </a:xfrm>
            <a:custGeom>
              <a:rect b="b" l="l" r="r" t="t"/>
              <a:pathLst>
                <a:path extrusionOk="0" h="457" w="671">
                  <a:moveTo>
                    <a:pt x="190" y="1"/>
                  </a:moveTo>
                  <a:cubicBezTo>
                    <a:pt x="86" y="1"/>
                    <a:pt x="0" y="86"/>
                    <a:pt x="0" y="190"/>
                  </a:cubicBezTo>
                  <a:lnTo>
                    <a:pt x="0" y="268"/>
                  </a:lnTo>
                  <a:cubicBezTo>
                    <a:pt x="0" y="372"/>
                    <a:pt x="86" y="457"/>
                    <a:pt x="190" y="457"/>
                  </a:cubicBezTo>
                  <a:lnTo>
                    <a:pt x="481" y="457"/>
                  </a:lnTo>
                  <a:cubicBezTo>
                    <a:pt x="586" y="457"/>
                    <a:pt x="671" y="372"/>
                    <a:pt x="671" y="268"/>
                  </a:cubicBezTo>
                  <a:lnTo>
                    <a:pt x="671" y="190"/>
                  </a:lnTo>
                  <a:cubicBezTo>
                    <a:pt x="671" y="84"/>
                    <a:pt x="586" y="1"/>
                    <a:pt x="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14"/>
            <p:cNvSpPr/>
            <p:nvPr/>
          </p:nvSpPr>
          <p:spPr>
            <a:xfrm>
              <a:off x="-3067150" y="4955434"/>
              <a:ext cx="68099" cy="27341"/>
            </a:xfrm>
            <a:custGeom>
              <a:rect b="b" l="l" r="r" t="t"/>
              <a:pathLst>
                <a:path extrusionOk="0" h="269" w="670">
                  <a:moveTo>
                    <a:pt x="519" y="0"/>
                  </a:moveTo>
                  <a:cubicBezTo>
                    <a:pt x="518" y="0"/>
                    <a:pt x="516" y="0"/>
                    <a:pt x="515" y="0"/>
                  </a:cubicBezTo>
                  <a:lnTo>
                    <a:pt x="155" y="0"/>
                  </a:lnTo>
                  <a:cubicBezTo>
                    <a:pt x="70" y="0"/>
                    <a:pt x="0" y="69"/>
                    <a:pt x="0" y="155"/>
                  </a:cubicBezTo>
                  <a:lnTo>
                    <a:pt x="0" y="269"/>
                  </a:lnTo>
                  <a:lnTo>
                    <a:pt x="670" y="269"/>
                  </a:lnTo>
                  <a:lnTo>
                    <a:pt x="670" y="155"/>
                  </a:lnTo>
                  <a:cubicBezTo>
                    <a:pt x="670" y="70"/>
                    <a:pt x="603" y="0"/>
                    <a:pt x="5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14"/>
            <p:cNvSpPr/>
            <p:nvPr/>
          </p:nvSpPr>
          <p:spPr>
            <a:xfrm>
              <a:off x="-3593742" y="4955434"/>
              <a:ext cx="68200" cy="27341"/>
            </a:xfrm>
            <a:custGeom>
              <a:rect b="b" l="l" r="r" t="t"/>
              <a:pathLst>
                <a:path extrusionOk="0" h="269" w="671">
                  <a:moveTo>
                    <a:pt x="152" y="0"/>
                  </a:moveTo>
                  <a:cubicBezTo>
                    <a:pt x="68" y="0"/>
                    <a:pt x="1" y="70"/>
                    <a:pt x="1" y="155"/>
                  </a:cubicBezTo>
                  <a:lnTo>
                    <a:pt x="1" y="269"/>
                  </a:lnTo>
                  <a:lnTo>
                    <a:pt x="670" y="269"/>
                  </a:lnTo>
                  <a:lnTo>
                    <a:pt x="670" y="155"/>
                  </a:lnTo>
                  <a:cubicBezTo>
                    <a:pt x="670" y="69"/>
                    <a:pt x="601" y="0"/>
                    <a:pt x="516" y="0"/>
                  </a:cubicBezTo>
                  <a:lnTo>
                    <a:pt x="155" y="0"/>
                  </a:lnTo>
                  <a:cubicBezTo>
                    <a:pt x="154" y="0"/>
                    <a:pt x="153" y="0"/>
                    <a:pt x="1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14"/>
            <p:cNvSpPr/>
            <p:nvPr/>
          </p:nvSpPr>
          <p:spPr>
            <a:xfrm>
              <a:off x="-3053225" y="4962447"/>
              <a:ext cx="40148" cy="40249"/>
            </a:xfrm>
            <a:custGeom>
              <a:rect b="b" l="l" r="r" t="t"/>
              <a:pathLst>
                <a:path extrusionOk="0" h="396" w="395">
                  <a:moveTo>
                    <a:pt x="198" y="0"/>
                  </a:moveTo>
                  <a:cubicBezTo>
                    <a:pt x="88" y="0"/>
                    <a:pt x="0" y="89"/>
                    <a:pt x="0" y="198"/>
                  </a:cubicBezTo>
                  <a:cubicBezTo>
                    <a:pt x="0" y="307"/>
                    <a:pt x="88" y="396"/>
                    <a:pt x="198" y="396"/>
                  </a:cubicBezTo>
                  <a:cubicBezTo>
                    <a:pt x="307" y="396"/>
                    <a:pt x="395" y="307"/>
                    <a:pt x="395" y="198"/>
                  </a:cubicBezTo>
                  <a:cubicBezTo>
                    <a:pt x="395" y="89"/>
                    <a:pt x="307" y="0"/>
                    <a:pt x="1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14"/>
            <p:cNvSpPr/>
            <p:nvPr/>
          </p:nvSpPr>
          <p:spPr>
            <a:xfrm>
              <a:off x="-3044078" y="4971595"/>
              <a:ext cx="21853" cy="21853"/>
            </a:xfrm>
            <a:custGeom>
              <a:rect b="b" l="l" r="r" t="t"/>
              <a:pathLst>
                <a:path extrusionOk="0" h="215" w="215">
                  <a:moveTo>
                    <a:pt x="108" y="0"/>
                  </a:moveTo>
                  <a:cubicBezTo>
                    <a:pt x="49" y="0"/>
                    <a:pt x="0" y="49"/>
                    <a:pt x="0" y="108"/>
                  </a:cubicBezTo>
                  <a:cubicBezTo>
                    <a:pt x="0" y="167"/>
                    <a:pt x="49" y="215"/>
                    <a:pt x="108" y="215"/>
                  </a:cubicBezTo>
                  <a:cubicBezTo>
                    <a:pt x="166" y="215"/>
                    <a:pt x="215" y="167"/>
                    <a:pt x="215" y="108"/>
                  </a:cubicBezTo>
                  <a:cubicBezTo>
                    <a:pt x="215" y="49"/>
                    <a:pt x="166" y="0"/>
                    <a:pt x="1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14"/>
            <p:cNvSpPr/>
            <p:nvPr/>
          </p:nvSpPr>
          <p:spPr>
            <a:xfrm>
              <a:off x="-3050977" y="5384004"/>
              <a:ext cx="35676" cy="35676"/>
            </a:xfrm>
            <a:custGeom>
              <a:rect b="b" l="l" r="r" t="t"/>
              <a:pathLst>
                <a:path extrusionOk="0" h="351" w="351">
                  <a:moveTo>
                    <a:pt x="176" y="0"/>
                  </a:moveTo>
                  <a:cubicBezTo>
                    <a:pt x="79" y="0"/>
                    <a:pt x="0" y="78"/>
                    <a:pt x="0" y="176"/>
                  </a:cubicBezTo>
                  <a:cubicBezTo>
                    <a:pt x="0" y="273"/>
                    <a:pt x="79" y="351"/>
                    <a:pt x="176" y="351"/>
                  </a:cubicBezTo>
                  <a:cubicBezTo>
                    <a:pt x="273" y="351"/>
                    <a:pt x="351" y="273"/>
                    <a:pt x="351" y="176"/>
                  </a:cubicBezTo>
                  <a:cubicBezTo>
                    <a:pt x="351" y="78"/>
                    <a:pt x="273" y="0"/>
                    <a:pt x="1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14"/>
            <p:cNvSpPr/>
            <p:nvPr/>
          </p:nvSpPr>
          <p:spPr>
            <a:xfrm>
              <a:off x="-3042045" y="5392999"/>
              <a:ext cx="17787" cy="17685"/>
            </a:xfrm>
            <a:custGeom>
              <a:rect b="b" l="l" r="r" t="t"/>
              <a:pathLst>
                <a:path extrusionOk="0" h="174" w="175">
                  <a:moveTo>
                    <a:pt x="88" y="1"/>
                  </a:moveTo>
                  <a:cubicBezTo>
                    <a:pt x="40" y="1"/>
                    <a:pt x="1" y="39"/>
                    <a:pt x="1" y="88"/>
                  </a:cubicBezTo>
                  <a:cubicBezTo>
                    <a:pt x="1" y="135"/>
                    <a:pt x="40" y="173"/>
                    <a:pt x="88" y="173"/>
                  </a:cubicBezTo>
                  <a:cubicBezTo>
                    <a:pt x="135" y="173"/>
                    <a:pt x="174" y="135"/>
                    <a:pt x="174" y="88"/>
                  </a:cubicBezTo>
                  <a:cubicBezTo>
                    <a:pt x="174" y="39"/>
                    <a:pt x="135" y="1"/>
                    <a:pt x="8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14"/>
            <p:cNvSpPr/>
            <p:nvPr/>
          </p:nvSpPr>
          <p:spPr>
            <a:xfrm>
              <a:off x="-3098048" y="5389340"/>
              <a:ext cx="77551" cy="75823"/>
            </a:xfrm>
            <a:custGeom>
              <a:rect b="b" l="l" r="r" t="t"/>
              <a:pathLst>
                <a:path extrusionOk="0" h="746" w="763">
                  <a:moveTo>
                    <a:pt x="515" y="1"/>
                  </a:moveTo>
                  <a:lnTo>
                    <a:pt x="68" y="334"/>
                  </a:lnTo>
                  <a:cubicBezTo>
                    <a:pt x="8" y="378"/>
                    <a:pt x="1" y="468"/>
                    <a:pt x="54" y="522"/>
                  </a:cubicBezTo>
                  <a:lnTo>
                    <a:pt x="241" y="709"/>
                  </a:lnTo>
                  <a:cubicBezTo>
                    <a:pt x="266" y="734"/>
                    <a:pt x="298" y="746"/>
                    <a:pt x="329" y="746"/>
                  </a:cubicBezTo>
                  <a:cubicBezTo>
                    <a:pt x="367" y="746"/>
                    <a:pt x="404" y="729"/>
                    <a:pt x="429" y="695"/>
                  </a:cubicBezTo>
                  <a:lnTo>
                    <a:pt x="762" y="248"/>
                  </a:lnTo>
                  <a:lnTo>
                    <a:pt x="5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14"/>
            <p:cNvSpPr/>
            <p:nvPr/>
          </p:nvSpPr>
          <p:spPr>
            <a:xfrm>
              <a:off x="-3042045" y="5392999"/>
              <a:ext cx="17787" cy="17685"/>
            </a:xfrm>
            <a:custGeom>
              <a:rect b="b" l="l" r="r" t="t"/>
              <a:pathLst>
                <a:path extrusionOk="0" h="174" w="175">
                  <a:moveTo>
                    <a:pt x="88" y="1"/>
                  </a:moveTo>
                  <a:cubicBezTo>
                    <a:pt x="40" y="1"/>
                    <a:pt x="1" y="39"/>
                    <a:pt x="1" y="88"/>
                  </a:cubicBezTo>
                  <a:cubicBezTo>
                    <a:pt x="1" y="135"/>
                    <a:pt x="40" y="173"/>
                    <a:pt x="88" y="173"/>
                  </a:cubicBezTo>
                  <a:cubicBezTo>
                    <a:pt x="135" y="173"/>
                    <a:pt x="174" y="135"/>
                    <a:pt x="174" y="88"/>
                  </a:cubicBezTo>
                  <a:cubicBezTo>
                    <a:pt x="174" y="39"/>
                    <a:pt x="135" y="1"/>
                    <a:pt x="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14"/>
            <p:cNvSpPr/>
            <p:nvPr/>
          </p:nvSpPr>
          <p:spPr>
            <a:xfrm>
              <a:off x="-3643748" y="5451646"/>
              <a:ext cx="46449" cy="46449"/>
            </a:xfrm>
            <a:custGeom>
              <a:rect b="b" l="l" r="r" t="t"/>
              <a:pathLst>
                <a:path extrusionOk="0" h="457" w="457">
                  <a:moveTo>
                    <a:pt x="228" y="1"/>
                  </a:moveTo>
                  <a:cubicBezTo>
                    <a:pt x="102" y="1"/>
                    <a:pt x="0" y="103"/>
                    <a:pt x="0" y="229"/>
                  </a:cubicBezTo>
                  <a:cubicBezTo>
                    <a:pt x="0" y="355"/>
                    <a:pt x="102" y="457"/>
                    <a:pt x="228" y="457"/>
                  </a:cubicBezTo>
                  <a:cubicBezTo>
                    <a:pt x="354" y="457"/>
                    <a:pt x="456" y="355"/>
                    <a:pt x="456" y="229"/>
                  </a:cubicBezTo>
                  <a:cubicBezTo>
                    <a:pt x="456" y="103"/>
                    <a:pt x="354" y="1"/>
                    <a:pt x="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14"/>
            <p:cNvSpPr/>
            <p:nvPr/>
          </p:nvSpPr>
          <p:spPr>
            <a:xfrm>
              <a:off x="-3638870" y="5458761"/>
              <a:ext cx="35676" cy="32830"/>
            </a:xfrm>
            <a:custGeom>
              <a:rect b="b" l="l" r="r" t="t"/>
              <a:pathLst>
                <a:path extrusionOk="0" h="323" w="351">
                  <a:moveTo>
                    <a:pt x="176" y="0"/>
                  </a:moveTo>
                  <a:cubicBezTo>
                    <a:pt x="100" y="0"/>
                    <a:pt x="32" y="54"/>
                    <a:pt x="17" y="132"/>
                  </a:cubicBezTo>
                  <a:cubicBezTo>
                    <a:pt x="1" y="219"/>
                    <a:pt x="58" y="303"/>
                    <a:pt x="145" y="320"/>
                  </a:cubicBezTo>
                  <a:cubicBezTo>
                    <a:pt x="155" y="322"/>
                    <a:pt x="166" y="323"/>
                    <a:pt x="176" y="323"/>
                  </a:cubicBezTo>
                  <a:cubicBezTo>
                    <a:pt x="252" y="323"/>
                    <a:pt x="320" y="269"/>
                    <a:pt x="334" y="192"/>
                  </a:cubicBezTo>
                  <a:cubicBezTo>
                    <a:pt x="351" y="104"/>
                    <a:pt x="293" y="19"/>
                    <a:pt x="206" y="3"/>
                  </a:cubicBezTo>
                  <a:cubicBezTo>
                    <a:pt x="196" y="1"/>
                    <a:pt x="186" y="0"/>
                    <a:pt x="1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14"/>
            <p:cNvSpPr/>
            <p:nvPr/>
          </p:nvSpPr>
          <p:spPr>
            <a:xfrm>
              <a:off x="-3628807" y="5466790"/>
              <a:ext cx="16364" cy="16262"/>
            </a:xfrm>
            <a:custGeom>
              <a:rect b="b" l="l" r="r" t="t"/>
              <a:pathLst>
                <a:path extrusionOk="0" h="160" w="161">
                  <a:moveTo>
                    <a:pt x="81" y="0"/>
                  </a:moveTo>
                  <a:cubicBezTo>
                    <a:pt x="37" y="0"/>
                    <a:pt x="1" y="35"/>
                    <a:pt x="1" y="80"/>
                  </a:cubicBezTo>
                  <a:cubicBezTo>
                    <a:pt x="1" y="124"/>
                    <a:pt x="37" y="159"/>
                    <a:pt x="81" y="159"/>
                  </a:cubicBezTo>
                  <a:cubicBezTo>
                    <a:pt x="126" y="159"/>
                    <a:pt x="161" y="124"/>
                    <a:pt x="161" y="80"/>
                  </a:cubicBezTo>
                  <a:cubicBezTo>
                    <a:pt x="161" y="35"/>
                    <a:pt x="126" y="0"/>
                    <a:pt x="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14"/>
            <p:cNvSpPr/>
            <p:nvPr/>
          </p:nvSpPr>
          <p:spPr>
            <a:xfrm>
              <a:off x="-3655640" y="5014284"/>
              <a:ext cx="489905" cy="454636"/>
            </a:xfrm>
            <a:custGeom>
              <a:rect b="b" l="l" r="r" t="t"/>
              <a:pathLst>
                <a:path extrusionOk="0" h="4473" w="4820">
                  <a:moveTo>
                    <a:pt x="2412" y="1"/>
                  </a:moveTo>
                  <a:cubicBezTo>
                    <a:pt x="2096" y="1"/>
                    <a:pt x="1780" y="67"/>
                    <a:pt x="1487" y="200"/>
                  </a:cubicBezTo>
                  <a:cubicBezTo>
                    <a:pt x="1249" y="309"/>
                    <a:pt x="1026" y="460"/>
                    <a:pt x="830" y="656"/>
                  </a:cubicBezTo>
                  <a:cubicBezTo>
                    <a:pt x="634" y="850"/>
                    <a:pt x="484" y="1074"/>
                    <a:pt x="375" y="1312"/>
                  </a:cubicBezTo>
                  <a:cubicBezTo>
                    <a:pt x="1" y="2135"/>
                    <a:pt x="153" y="3140"/>
                    <a:pt x="830" y="3818"/>
                  </a:cubicBezTo>
                  <a:cubicBezTo>
                    <a:pt x="1267" y="4254"/>
                    <a:pt x="1839" y="4473"/>
                    <a:pt x="2411" y="4473"/>
                  </a:cubicBezTo>
                  <a:cubicBezTo>
                    <a:pt x="2720" y="4473"/>
                    <a:pt x="3030" y="4408"/>
                    <a:pt x="3319" y="4280"/>
                  </a:cubicBezTo>
                  <a:cubicBezTo>
                    <a:pt x="3563" y="4172"/>
                    <a:pt x="3791" y="4019"/>
                    <a:pt x="3992" y="3818"/>
                  </a:cubicBezTo>
                  <a:cubicBezTo>
                    <a:pt x="4194" y="3617"/>
                    <a:pt x="4347" y="3387"/>
                    <a:pt x="4456" y="3144"/>
                  </a:cubicBezTo>
                  <a:cubicBezTo>
                    <a:pt x="4819" y="2322"/>
                    <a:pt x="4665" y="1327"/>
                    <a:pt x="3992" y="656"/>
                  </a:cubicBezTo>
                  <a:cubicBezTo>
                    <a:pt x="3556" y="219"/>
                    <a:pt x="2984" y="1"/>
                    <a:pt x="24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14"/>
            <p:cNvSpPr/>
            <p:nvPr/>
          </p:nvSpPr>
          <p:spPr>
            <a:xfrm>
              <a:off x="-3612240" y="5044065"/>
              <a:ext cx="414488" cy="394973"/>
            </a:xfrm>
            <a:custGeom>
              <a:rect b="b" l="l" r="r" t="t"/>
              <a:pathLst>
                <a:path extrusionOk="0" h="3886" w="4078">
                  <a:moveTo>
                    <a:pt x="1984" y="0"/>
                  </a:moveTo>
                  <a:cubicBezTo>
                    <a:pt x="1710" y="0"/>
                    <a:pt x="1436" y="58"/>
                    <a:pt x="1182" y="174"/>
                  </a:cubicBezTo>
                  <a:cubicBezTo>
                    <a:pt x="975" y="269"/>
                    <a:pt x="781" y="400"/>
                    <a:pt x="611" y="570"/>
                  </a:cubicBezTo>
                  <a:cubicBezTo>
                    <a:pt x="441" y="739"/>
                    <a:pt x="309" y="934"/>
                    <a:pt x="216" y="1141"/>
                  </a:cubicBezTo>
                  <a:cubicBezTo>
                    <a:pt x="130" y="1326"/>
                    <a:pt x="77" y="1524"/>
                    <a:pt x="54" y="1724"/>
                  </a:cubicBezTo>
                  <a:cubicBezTo>
                    <a:pt x="1" y="2189"/>
                    <a:pt x="118" y="2670"/>
                    <a:pt x="401" y="3068"/>
                  </a:cubicBezTo>
                  <a:cubicBezTo>
                    <a:pt x="461" y="3156"/>
                    <a:pt x="532" y="3239"/>
                    <a:pt x="610" y="3316"/>
                  </a:cubicBezTo>
                  <a:cubicBezTo>
                    <a:pt x="989" y="3696"/>
                    <a:pt x="1486" y="3886"/>
                    <a:pt x="1983" y="3886"/>
                  </a:cubicBezTo>
                  <a:cubicBezTo>
                    <a:pt x="2252" y="3886"/>
                    <a:pt x="2521" y="3830"/>
                    <a:pt x="2772" y="3719"/>
                  </a:cubicBezTo>
                  <a:cubicBezTo>
                    <a:pt x="2984" y="3625"/>
                    <a:pt x="3184" y="3491"/>
                    <a:pt x="3358" y="3316"/>
                  </a:cubicBezTo>
                  <a:cubicBezTo>
                    <a:pt x="3531" y="3143"/>
                    <a:pt x="3666" y="2944"/>
                    <a:pt x="3760" y="2731"/>
                  </a:cubicBezTo>
                  <a:cubicBezTo>
                    <a:pt x="4077" y="2019"/>
                    <a:pt x="3943" y="1154"/>
                    <a:pt x="3358" y="570"/>
                  </a:cubicBezTo>
                  <a:cubicBezTo>
                    <a:pt x="2978" y="190"/>
                    <a:pt x="2481" y="0"/>
                    <a:pt x="19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14"/>
            <p:cNvSpPr/>
            <p:nvPr/>
          </p:nvSpPr>
          <p:spPr>
            <a:xfrm>
              <a:off x="-3515378" y="5148755"/>
              <a:ext cx="210192" cy="185086"/>
            </a:xfrm>
            <a:custGeom>
              <a:rect b="b" l="l" r="r" t="t"/>
              <a:pathLst>
                <a:path extrusionOk="0" h="1821" w="2068">
                  <a:moveTo>
                    <a:pt x="1034" y="1"/>
                  </a:moveTo>
                  <a:cubicBezTo>
                    <a:pt x="916" y="1"/>
                    <a:pt x="796" y="24"/>
                    <a:pt x="681" y="73"/>
                  </a:cubicBezTo>
                  <a:cubicBezTo>
                    <a:pt x="218" y="268"/>
                    <a:pt x="0" y="800"/>
                    <a:pt x="195" y="1263"/>
                  </a:cubicBezTo>
                  <a:cubicBezTo>
                    <a:pt x="342" y="1611"/>
                    <a:pt x="679" y="1820"/>
                    <a:pt x="1034" y="1820"/>
                  </a:cubicBezTo>
                  <a:cubicBezTo>
                    <a:pt x="1152" y="1820"/>
                    <a:pt x="1272" y="1797"/>
                    <a:pt x="1387" y="1748"/>
                  </a:cubicBezTo>
                  <a:cubicBezTo>
                    <a:pt x="1850" y="1553"/>
                    <a:pt x="2068" y="1020"/>
                    <a:pt x="1872" y="558"/>
                  </a:cubicBezTo>
                  <a:cubicBezTo>
                    <a:pt x="1726" y="210"/>
                    <a:pt x="1389" y="1"/>
                    <a:pt x="10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14"/>
            <p:cNvSpPr/>
            <p:nvPr/>
          </p:nvSpPr>
          <p:spPr>
            <a:xfrm>
              <a:off x="-3503588" y="5156988"/>
              <a:ext cx="185696" cy="169231"/>
            </a:xfrm>
            <a:custGeom>
              <a:rect b="b" l="l" r="r" t="t"/>
              <a:pathLst>
                <a:path extrusionOk="0" h="1665" w="1827">
                  <a:moveTo>
                    <a:pt x="913" y="1"/>
                  </a:moveTo>
                  <a:cubicBezTo>
                    <a:pt x="700" y="1"/>
                    <a:pt x="488" y="82"/>
                    <a:pt x="325" y="244"/>
                  </a:cubicBezTo>
                  <a:cubicBezTo>
                    <a:pt x="0" y="568"/>
                    <a:pt x="0" y="1096"/>
                    <a:pt x="325" y="1421"/>
                  </a:cubicBezTo>
                  <a:cubicBezTo>
                    <a:pt x="488" y="1583"/>
                    <a:pt x="700" y="1665"/>
                    <a:pt x="913" y="1665"/>
                  </a:cubicBezTo>
                  <a:cubicBezTo>
                    <a:pt x="1126" y="1665"/>
                    <a:pt x="1339" y="1583"/>
                    <a:pt x="1502" y="1421"/>
                  </a:cubicBezTo>
                  <a:cubicBezTo>
                    <a:pt x="1827" y="1096"/>
                    <a:pt x="1827" y="568"/>
                    <a:pt x="1502" y="244"/>
                  </a:cubicBezTo>
                  <a:cubicBezTo>
                    <a:pt x="1339" y="82"/>
                    <a:pt x="1126" y="1"/>
                    <a:pt x="9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14"/>
            <p:cNvSpPr/>
            <p:nvPr/>
          </p:nvSpPr>
          <p:spPr>
            <a:xfrm>
              <a:off x="-3482752" y="5169388"/>
              <a:ext cx="151240" cy="144329"/>
            </a:xfrm>
            <a:custGeom>
              <a:rect b="b" l="l" r="r" t="t"/>
              <a:pathLst>
                <a:path extrusionOk="0" h="1420" w="1488">
                  <a:moveTo>
                    <a:pt x="709" y="112"/>
                  </a:moveTo>
                  <a:cubicBezTo>
                    <a:pt x="863" y="112"/>
                    <a:pt x="1017" y="171"/>
                    <a:pt x="1132" y="285"/>
                  </a:cubicBezTo>
                  <a:cubicBezTo>
                    <a:pt x="1366" y="519"/>
                    <a:pt x="1366" y="896"/>
                    <a:pt x="1132" y="1130"/>
                  </a:cubicBezTo>
                  <a:cubicBezTo>
                    <a:pt x="1016" y="1247"/>
                    <a:pt x="863" y="1305"/>
                    <a:pt x="710" y="1305"/>
                  </a:cubicBezTo>
                  <a:cubicBezTo>
                    <a:pt x="558" y="1305"/>
                    <a:pt x="405" y="1247"/>
                    <a:pt x="288" y="1130"/>
                  </a:cubicBezTo>
                  <a:cubicBezTo>
                    <a:pt x="175" y="1018"/>
                    <a:pt x="113" y="869"/>
                    <a:pt x="113" y="709"/>
                  </a:cubicBezTo>
                  <a:cubicBezTo>
                    <a:pt x="113" y="550"/>
                    <a:pt x="176" y="399"/>
                    <a:pt x="288" y="286"/>
                  </a:cubicBezTo>
                  <a:cubicBezTo>
                    <a:pt x="404" y="171"/>
                    <a:pt x="557" y="112"/>
                    <a:pt x="709" y="112"/>
                  </a:cubicBezTo>
                  <a:close/>
                  <a:moveTo>
                    <a:pt x="709" y="1"/>
                  </a:moveTo>
                  <a:cubicBezTo>
                    <a:pt x="521" y="1"/>
                    <a:pt x="342" y="74"/>
                    <a:pt x="208" y="208"/>
                  </a:cubicBezTo>
                  <a:cubicBezTo>
                    <a:pt x="74" y="342"/>
                    <a:pt x="0" y="520"/>
                    <a:pt x="0" y="710"/>
                  </a:cubicBezTo>
                  <a:cubicBezTo>
                    <a:pt x="0" y="899"/>
                    <a:pt x="74" y="1077"/>
                    <a:pt x="208" y="1211"/>
                  </a:cubicBezTo>
                  <a:cubicBezTo>
                    <a:pt x="342" y="1345"/>
                    <a:pt x="521" y="1420"/>
                    <a:pt x="709" y="1420"/>
                  </a:cubicBezTo>
                  <a:cubicBezTo>
                    <a:pt x="899" y="1420"/>
                    <a:pt x="1078" y="1344"/>
                    <a:pt x="1211" y="1210"/>
                  </a:cubicBezTo>
                  <a:cubicBezTo>
                    <a:pt x="1487" y="935"/>
                    <a:pt x="1487" y="484"/>
                    <a:pt x="1211" y="208"/>
                  </a:cubicBezTo>
                  <a:cubicBezTo>
                    <a:pt x="1078" y="74"/>
                    <a:pt x="899" y="1"/>
                    <a:pt x="7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14"/>
            <p:cNvSpPr/>
            <p:nvPr/>
          </p:nvSpPr>
          <p:spPr>
            <a:xfrm>
              <a:off x="-3463034" y="5194799"/>
              <a:ext cx="106214" cy="93204"/>
            </a:xfrm>
            <a:custGeom>
              <a:rect b="b" l="l" r="r" t="t"/>
              <a:pathLst>
                <a:path extrusionOk="0" h="917" w="1045">
                  <a:moveTo>
                    <a:pt x="522" y="0"/>
                  </a:moveTo>
                  <a:cubicBezTo>
                    <a:pt x="457" y="0"/>
                    <a:pt x="391" y="14"/>
                    <a:pt x="328" y="44"/>
                  </a:cubicBezTo>
                  <a:cubicBezTo>
                    <a:pt x="99" y="151"/>
                    <a:pt x="0" y="423"/>
                    <a:pt x="108" y="653"/>
                  </a:cubicBezTo>
                  <a:cubicBezTo>
                    <a:pt x="186" y="819"/>
                    <a:pt x="351" y="916"/>
                    <a:pt x="523" y="916"/>
                  </a:cubicBezTo>
                  <a:cubicBezTo>
                    <a:pt x="588" y="916"/>
                    <a:pt x="655" y="902"/>
                    <a:pt x="718" y="872"/>
                  </a:cubicBezTo>
                  <a:cubicBezTo>
                    <a:pt x="946" y="765"/>
                    <a:pt x="1045" y="493"/>
                    <a:pt x="937" y="264"/>
                  </a:cubicBezTo>
                  <a:cubicBezTo>
                    <a:pt x="860" y="97"/>
                    <a:pt x="694" y="0"/>
                    <a:pt x="5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14"/>
            <p:cNvSpPr/>
            <p:nvPr/>
          </p:nvSpPr>
          <p:spPr>
            <a:xfrm>
              <a:off x="-3430306" y="5221835"/>
              <a:ext cx="39436" cy="39436"/>
            </a:xfrm>
            <a:custGeom>
              <a:rect b="b" l="l" r="r" t="t"/>
              <a:pathLst>
                <a:path extrusionOk="0" h="388" w="388">
                  <a:moveTo>
                    <a:pt x="193" y="1"/>
                  </a:moveTo>
                  <a:cubicBezTo>
                    <a:pt x="87" y="1"/>
                    <a:pt x="0" y="86"/>
                    <a:pt x="0" y="194"/>
                  </a:cubicBezTo>
                  <a:cubicBezTo>
                    <a:pt x="0" y="301"/>
                    <a:pt x="87" y="388"/>
                    <a:pt x="193" y="388"/>
                  </a:cubicBezTo>
                  <a:cubicBezTo>
                    <a:pt x="301" y="388"/>
                    <a:pt x="387" y="301"/>
                    <a:pt x="387" y="194"/>
                  </a:cubicBezTo>
                  <a:cubicBezTo>
                    <a:pt x="387" y="86"/>
                    <a:pt x="301" y="1"/>
                    <a:pt x="1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14"/>
            <p:cNvSpPr/>
            <p:nvPr/>
          </p:nvSpPr>
          <p:spPr>
            <a:xfrm>
              <a:off x="-3179664" y="5451646"/>
              <a:ext cx="46449" cy="46449"/>
            </a:xfrm>
            <a:custGeom>
              <a:rect b="b" l="l" r="r" t="t"/>
              <a:pathLst>
                <a:path extrusionOk="0" h="457" w="457">
                  <a:moveTo>
                    <a:pt x="229" y="1"/>
                  </a:moveTo>
                  <a:cubicBezTo>
                    <a:pt x="103" y="1"/>
                    <a:pt x="1" y="103"/>
                    <a:pt x="1" y="229"/>
                  </a:cubicBezTo>
                  <a:cubicBezTo>
                    <a:pt x="1" y="355"/>
                    <a:pt x="103" y="457"/>
                    <a:pt x="229" y="457"/>
                  </a:cubicBezTo>
                  <a:cubicBezTo>
                    <a:pt x="355" y="457"/>
                    <a:pt x="457" y="355"/>
                    <a:pt x="457" y="229"/>
                  </a:cubicBezTo>
                  <a:cubicBezTo>
                    <a:pt x="457" y="103"/>
                    <a:pt x="355" y="1"/>
                    <a:pt x="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14"/>
            <p:cNvSpPr/>
            <p:nvPr/>
          </p:nvSpPr>
          <p:spPr>
            <a:xfrm>
              <a:off x="-3174786" y="5458761"/>
              <a:ext cx="35676" cy="32830"/>
            </a:xfrm>
            <a:custGeom>
              <a:rect b="b" l="l" r="r" t="t"/>
              <a:pathLst>
                <a:path extrusionOk="0" h="323" w="351">
                  <a:moveTo>
                    <a:pt x="175" y="0"/>
                  </a:moveTo>
                  <a:cubicBezTo>
                    <a:pt x="99" y="0"/>
                    <a:pt x="31" y="53"/>
                    <a:pt x="17" y="131"/>
                  </a:cubicBezTo>
                  <a:cubicBezTo>
                    <a:pt x="0" y="219"/>
                    <a:pt x="58" y="303"/>
                    <a:pt x="146" y="320"/>
                  </a:cubicBezTo>
                  <a:cubicBezTo>
                    <a:pt x="156" y="322"/>
                    <a:pt x="166" y="323"/>
                    <a:pt x="176" y="323"/>
                  </a:cubicBezTo>
                  <a:cubicBezTo>
                    <a:pt x="251" y="323"/>
                    <a:pt x="319" y="268"/>
                    <a:pt x="334" y="191"/>
                  </a:cubicBezTo>
                  <a:cubicBezTo>
                    <a:pt x="350" y="104"/>
                    <a:pt x="293" y="19"/>
                    <a:pt x="206" y="3"/>
                  </a:cubicBezTo>
                  <a:cubicBezTo>
                    <a:pt x="195" y="1"/>
                    <a:pt x="185" y="0"/>
                    <a:pt x="1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14"/>
            <p:cNvSpPr/>
            <p:nvPr/>
          </p:nvSpPr>
          <p:spPr>
            <a:xfrm>
              <a:off x="-3164622" y="5466790"/>
              <a:ext cx="16364" cy="16262"/>
            </a:xfrm>
            <a:custGeom>
              <a:rect b="b" l="l" r="r" t="t"/>
              <a:pathLst>
                <a:path extrusionOk="0" h="160" w="161">
                  <a:moveTo>
                    <a:pt x="81" y="0"/>
                  </a:moveTo>
                  <a:cubicBezTo>
                    <a:pt x="37" y="0"/>
                    <a:pt x="0" y="35"/>
                    <a:pt x="0" y="80"/>
                  </a:cubicBezTo>
                  <a:cubicBezTo>
                    <a:pt x="0" y="124"/>
                    <a:pt x="37" y="159"/>
                    <a:pt x="81" y="159"/>
                  </a:cubicBezTo>
                  <a:cubicBezTo>
                    <a:pt x="125" y="159"/>
                    <a:pt x="160" y="124"/>
                    <a:pt x="160" y="80"/>
                  </a:cubicBezTo>
                  <a:cubicBezTo>
                    <a:pt x="160" y="35"/>
                    <a:pt x="125" y="0"/>
                    <a:pt x="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14"/>
            <p:cNvSpPr/>
            <p:nvPr/>
          </p:nvSpPr>
          <p:spPr>
            <a:xfrm>
              <a:off x="-3040012" y="5074151"/>
              <a:ext cx="13721" cy="13721"/>
            </a:xfrm>
            <a:custGeom>
              <a:rect b="b" l="l" r="r" t="t"/>
              <a:pathLst>
                <a:path extrusionOk="0" h="135" w="135">
                  <a:moveTo>
                    <a:pt x="68" y="1"/>
                  </a:moveTo>
                  <a:cubicBezTo>
                    <a:pt x="30" y="1"/>
                    <a:pt x="0" y="30"/>
                    <a:pt x="0" y="68"/>
                  </a:cubicBezTo>
                  <a:cubicBezTo>
                    <a:pt x="0" y="105"/>
                    <a:pt x="30" y="135"/>
                    <a:pt x="68" y="135"/>
                  </a:cubicBezTo>
                  <a:cubicBezTo>
                    <a:pt x="105" y="135"/>
                    <a:pt x="135" y="105"/>
                    <a:pt x="135" y="68"/>
                  </a:cubicBezTo>
                  <a:cubicBezTo>
                    <a:pt x="135" y="30"/>
                    <a:pt x="105" y="1"/>
                    <a:pt x="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 name="Google Shape;1191;p14"/>
          <p:cNvGrpSpPr/>
          <p:nvPr/>
        </p:nvGrpSpPr>
        <p:grpSpPr>
          <a:xfrm>
            <a:off x="1583315" y="4756435"/>
            <a:ext cx="261189" cy="248344"/>
            <a:chOff x="5164484" y="526738"/>
            <a:chExt cx="133266" cy="126713"/>
          </a:xfrm>
        </p:grpSpPr>
        <p:sp>
          <p:nvSpPr>
            <p:cNvPr id="1192" name="Google Shape;1192;p14"/>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14"/>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 name="Google Shape;1194;p14"/>
          <p:cNvGrpSpPr/>
          <p:nvPr/>
        </p:nvGrpSpPr>
        <p:grpSpPr>
          <a:xfrm>
            <a:off x="7203078" y="89520"/>
            <a:ext cx="311019" cy="311110"/>
            <a:chOff x="5038846" y="235350"/>
            <a:chExt cx="158691" cy="158738"/>
          </a:xfrm>
        </p:grpSpPr>
        <p:sp>
          <p:nvSpPr>
            <p:cNvPr id="1195" name="Google Shape;1195;p14"/>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14"/>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 name="Google Shape;1197;p14"/>
          <p:cNvGrpSpPr/>
          <p:nvPr/>
        </p:nvGrpSpPr>
        <p:grpSpPr>
          <a:xfrm>
            <a:off x="8675624" y="3899608"/>
            <a:ext cx="185799" cy="185799"/>
            <a:chOff x="5035425" y="2779450"/>
            <a:chExt cx="94800" cy="94800"/>
          </a:xfrm>
        </p:grpSpPr>
        <p:sp>
          <p:nvSpPr>
            <p:cNvPr id="1198" name="Google Shape;1198;p14"/>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14"/>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 name="Google Shape;1200;p14"/>
          <p:cNvGrpSpPr/>
          <p:nvPr/>
        </p:nvGrpSpPr>
        <p:grpSpPr>
          <a:xfrm>
            <a:off x="177301" y="3490152"/>
            <a:ext cx="606934" cy="489723"/>
            <a:chOff x="-1636175" y="409550"/>
            <a:chExt cx="448750" cy="362088"/>
          </a:xfrm>
        </p:grpSpPr>
        <p:sp>
          <p:nvSpPr>
            <p:cNvPr id="1201" name="Google Shape;1201;p14"/>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14"/>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 name="Google Shape;1203;p14"/>
          <p:cNvGrpSpPr/>
          <p:nvPr/>
        </p:nvGrpSpPr>
        <p:grpSpPr>
          <a:xfrm>
            <a:off x="1260345" y="201022"/>
            <a:ext cx="500560" cy="472885"/>
            <a:chOff x="-1174275" y="581450"/>
            <a:chExt cx="370100" cy="349638"/>
          </a:xfrm>
        </p:grpSpPr>
        <p:sp>
          <p:nvSpPr>
            <p:cNvPr id="1204" name="Google Shape;1204;p14"/>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14"/>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 name="Google Shape;1206;p14"/>
          <p:cNvGrpSpPr/>
          <p:nvPr/>
        </p:nvGrpSpPr>
        <p:grpSpPr>
          <a:xfrm>
            <a:off x="8744449" y="1061233"/>
            <a:ext cx="185799" cy="185799"/>
            <a:chOff x="5035425" y="2779450"/>
            <a:chExt cx="94800" cy="94800"/>
          </a:xfrm>
        </p:grpSpPr>
        <p:sp>
          <p:nvSpPr>
            <p:cNvPr id="1207" name="Google Shape;1207;p14"/>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14"/>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 name="Google Shape;1209;p14"/>
          <p:cNvGrpSpPr/>
          <p:nvPr/>
        </p:nvGrpSpPr>
        <p:grpSpPr>
          <a:xfrm rot="-1018503">
            <a:off x="115615" y="998348"/>
            <a:ext cx="311017" cy="311108"/>
            <a:chOff x="5038846" y="235350"/>
            <a:chExt cx="158691" cy="158738"/>
          </a:xfrm>
        </p:grpSpPr>
        <p:sp>
          <p:nvSpPr>
            <p:cNvPr id="1210" name="Google Shape;1210;p14"/>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14"/>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212" name="Shape 1212"/>
        <p:cNvGrpSpPr/>
        <p:nvPr/>
      </p:nvGrpSpPr>
      <p:grpSpPr>
        <a:xfrm>
          <a:off x="0" y="0"/>
          <a:ext cx="0" cy="0"/>
          <a:chOff x="0" y="0"/>
          <a:chExt cx="0" cy="0"/>
        </a:xfrm>
      </p:grpSpPr>
      <p:sp>
        <p:nvSpPr>
          <p:cNvPr id="1213" name="Google Shape;1213;p15"/>
          <p:cNvSpPr txBox="1"/>
          <p:nvPr>
            <p:ph type="title"/>
          </p:nvPr>
        </p:nvSpPr>
        <p:spPr>
          <a:xfrm>
            <a:off x="720000" y="2947100"/>
            <a:ext cx="6193800" cy="10593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14" name="Google Shape;1214;p15"/>
          <p:cNvSpPr txBox="1"/>
          <p:nvPr>
            <p:ph idx="1" type="subTitle"/>
          </p:nvPr>
        </p:nvSpPr>
        <p:spPr>
          <a:xfrm>
            <a:off x="720000" y="4006400"/>
            <a:ext cx="6193800" cy="59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15" name="Google Shape;1215;p15"/>
          <p:cNvSpPr/>
          <p:nvPr>
            <p:ph idx="2" type="pic"/>
          </p:nvPr>
        </p:nvSpPr>
        <p:spPr>
          <a:xfrm rot="479771">
            <a:off x="4739114" y="616870"/>
            <a:ext cx="3793483" cy="2243303"/>
          </a:xfrm>
          <a:prstGeom prst="roundRect">
            <a:avLst>
              <a:gd fmla="val 16667" name="adj"/>
            </a:avLst>
          </a:prstGeom>
          <a:noFill/>
          <a:ln>
            <a:noFill/>
          </a:ln>
        </p:spPr>
      </p:sp>
      <p:grpSp>
        <p:nvGrpSpPr>
          <p:cNvPr id="1216" name="Google Shape;1216;p15"/>
          <p:cNvGrpSpPr/>
          <p:nvPr/>
        </p:nvGrpSpPr>
        <p:grpSpPr>
          <a:xfrm>
            <a:off x="115405" y="3725187"/>
            <a:ext cx="9128817" cy="1366445"/>
            <a:chOff x="115405" y="3725187"/>
            <a:chExt cx="9128817" cy="1366445"/>
          </a:xfrm>
        </p:grpSpPr>
        <p:grpSp>
          <p:nvGrpSpPr>
            <p:cNvPr id="1217" name="Google Shape;1217;p15"/>
            <p:cNvGrpSpPr/>
            <p:nvPr/>
          </p:nvGrpSpPr>
          <p:grpSpPr>
            <a:xfrm>
              <a:off x="8319007" y="3725187"/>
              <a:ext cx="925215" cy="1366445"/>
              <a:chOff x="1886004" y="3062663"/>
              <a:chExt cx="262450" cy="387600"/>
            </a:xfrm>
          </p:grpSpPr>
          <p:sp>
            <p:nvSpPr>
              <p:cNvPr id="1218" name="Google Shape;1218;p15"/>
              <p:cNvSpPr/>
              <p:nvPr/>
            </p:nvSpPr>
            <p:spPr>
              <a:xfrm>
                <a:off x="1886029" y="3062663"/>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 name="Google Shape;1219;p15"/>
              <p:cNvGrpSpPr/>
              <p:nvPr/>
            </p:nvGrpSpPr>
            <p:grpSpPr>
              <a:xfrm>
                <a:off x="1886004" y="3062688"/>
                <a:ext cx="262450" cy="387550"/>
                <a:chOff x="2433900" y="2829400"/>
                <a:chExt cx="262450" cy="387550"/>
              </a:xfrm>
            </p:grpSpPr>
            <p:sp>
              <p:nvSpPr>
                <p:cNvPr id="1220" name="Google Shape;1220;p15"/>
                <p:cNvSpPr/>
                <p:nvPr/>
              </p:nvSpPr>
              <p:spPr>
                <a:xfrm>
                  <a:off x="2433900" y="2829400"/>
                  <a:ext cx="262450" cy="387550"/>
                </a:xfrm>
                <a:custGeom>
                  <a:rect b="b" l="l" r="r" t="t"/>
                  <a:pathLst>
                    <a:path extrusionOk="0" h="15502" w="10498">
                      <a:moveTo>
                        <a:pt x="0" y="1"/>
                      </a:moveTo>
                      <a:lnTo>
                        <a:pt x="0" y="10257"/>
                      </a:lnTo>
                      <a:cubicBezTo>
                        <a:pt x="0" y="10417"/>
                        <a:pt x="7" y="10575"/>
                        <a:pt x="22" y="10733"/>
                      </a:cubicBezTo>
                      <a:cubicBezTo>
                        <a:pt x="26" y="10779"/>
                        <a:pt x="31" y="10826"/>
                        <a:pt x="36" y="10871"/>
                      </a:cubicBezTo>
                      <a:cubicBezTo>
                        <a:pt x="56" y="11038"/>
                        <a:pt x="84" y="11204"/>
                        <a:pt x="119" y="11367"/>
                      </a:cubicBezTo>
                      <a:cubicBezTo>
                        <a:pt x="133" y="11431"/>
                        <a:pt x="147" y="11495"/>
                        <a:pt x="164" y="11558"/>
                      </a:cubicBezTo>
                      <a:cubicBezTo>
                        <a:pt x="224" y="11795"/>
                        <a:pt x="300" y="12024"/>
                        <a:pt x="392" y="12246"/>
                      </a:cubicBezTo>
                      <a:cubicBezTo>
                        <a:pt x="490" y="12484"/>
                        <a:pt x="605" y="12714"/>
                        <a:pt x="735" y="12933"/>
                      </a:cubicBezTo>
                      <a:cubicBezTo>
                        <a:pt x="846" y="13119"/>
                        <a:pt x="967" y="13298"/>
                        <a:pt x="1100" y="13468"/>
                      </a:cubicBezTo>
                      <a:cubicBezTo>
                        <a:pt x="1140" y="13520"/>
                        <a:pt x="1182" y="13571"/>
                        <a:pt x="1223" y="13621"/>
                      </a:cubicBezTo>
                      <a:cubicBezTo>
                        <a:pt x="1317" y="13733"/>
                        <a:pt x="1416" y="13843"/>
                        <a:pt x="1521" y="13947"/>
                      </a:cubicBezTo>
                      <a:lnTo>
                        <a:pt x="1539" y="13965"/>
                      </a:lnTo>
                      <a:cubicBezTo>
                        <a:pt x="1658" y="14086"/>
                        <a:pt x="1785" y="14200"/>
                        <a:pt x="1916" y="14309"/>
                      </a:cubicBezTo>
                      <a:cubicBezTo>
                        <a:pt x="2028" y="14400"/>
                        <a:pt x="2142" y="14486"/>
                        <a:pt x="2261" y="14569"/>
                      </a:cubicBezTo>
                      <a:cubicBezTo>
                        <a:pt x="2425" y="14682"/>
                        <a:pt x="2596" y="14788"/>
                        <a:pt x="2772" y="14882"/>
                      </a:cubicBezTo>
                      <a:cubicBezTo>
                        <a:pt x="2847" y="14922"/>
                        <a:pt x="2922" y="14960"/>
                        <a:pt x="2998" y="14996"/>
                      </a:cubicBezTo>
                      <a:cubicBezTo>
                        <a:pt x="3200" y="15093"/>
                        <a:pt x="3411" y="15176"/>
                        <a:pt x="3628" y="15247"/>
                      </a:cubicBezTo>
                      <a:cubicBezTo>
                        <a:pt x="3774" y="15294"/>
                        <a:pt x="3923" y="15335"/>
                        <a:pt x="4075" y="15370"/>
                      </a:cubicBezTo>
                      <a:cubicBezTo>
                        <a:pt x="4452" y="15456"/>
                        <a:pt x="4845" y="15501"/>
                        <a:pt x="5249" y="15501"/>
                      </a:cubicBezTo>
                      <a:cubicBezTo>
                        <a:pt x="5501" y="15501"/>
                        <a:pt x="5748" y="15485"/>
                        <a:pt x="5991" y="15450"/>
                      </a:cubicBezTo>
                      <a:cubicBezTo>
                        <a:pt x="6186" y="15422"/>
                        <a:pt x="6378" y="15384"/>
                        <a:pt x="6565" y="15335"/>
                      </a:cubicBezTo>
                      <a:cubicBezTo>
                        <a:pt x="6890" y="15252"/>
                        <a:pt x="7202" y="15138"/>
                        <a:pt x="7500" y="14996"/>
                      </a:cubicBezTo>
                      <a:cubicBezTo>
                        <a:pt x="7533" y="14980"/>
                        <a:pt x="7565" y="14964"/>
                        <a:pt x="7597" y="14948"/>
                      </a:cubicBezTo>
                      <a:cubicBezTo>
                        <a:pt x="7689" y="14902"/>
                        <a:pt x="7778" y="14854"/>
                        <a:pt x="7868" y="14803"/>
                      </a:cubicBezTo>
                      <a:cubicBezTo>
                        <a:pt x="8121" y="14656"/>
                        <a:pt x="8359" y="14490"/>
                        <a:pt x="8582" y="14307"/>
                      </a:cubicBezTo>
                      <a:cubicBezTo>
                        <a:pt x="8683" y="14223"/>
                        <a:pt x="8780" y="14137"/>
                        <a:pt x="8875" y="14046"/>
                      </a:cubicBezTo>
                      <a:cubicBezTo>
                        <a:pt x="8963" y="13963"/>
                        <a:pt x="9048" y="13875"/>
                        <a:pt x="9130" y="13784"/>
                      </a:cubicBezTo>
                      <a:cubicBezTo>
                        <a:pt x="9180" y="13730"/>
                        <a:pt x="9228" y="13675"/>
                        <a:pt x="9275" y="13618"/>
                      </a:cubicBezTo>
                      <a:cubicBezTo>
                        <a:pt x="9455" y="13402"/>
                        <a:pt x="9618" y="13173"/>
                        <a:pt x="9763" y="12931"/>
                      </a:cubicBezTo>
                      <a:cubicBezTo>
                        <a:pt x="9772" y="12914"/>
                        <a:pt x="9782" y="12899"/>
                        <a:pt x="9791" y="12881"/>
                      </a:cubicBezTo>
                      <a:cubicBezTo>
                        <a:pt x="9855" y="12772"/>
                        <a:pt x="9913" y="12661"/>
                        <a:pt x="9969" y="12548"/>
                      </a:cubicBezTo>
                      <a:cubicBezTo>
                        <a:pt x="10018" y="12447"/>
                        <a:pt x="10063" y="12345"/>
                        <a:pt x="10105" y="12241"/>
                      </a:cubicBezTo>
                      <a:cubicBezTo>
                        <a:pt x="10197" y="12020"/>
                        <a:pt x="10274" y="11790"/>
                        <a:pt x="10334" y="11554"/>
                      </a:cubicBezTo>
                      <a:cubicBezTo>
                        <a:pt x="10392" y="11331"/>
                        <a:pt x="10435" y="11101"/>
                        <a:pt x="10461" y="10867"/>
                      </a:cubicBezTo>
                      <a:cubicBezTo>
                        <a:pt x="10486" y="10666"/>
                        <a:pt x="10498" y="10460"/>
                        <a:pt x="10498" y="10253"/>
                      </a:cubicBezTo>
                      <a:lnTo>
                        <a:pt x="10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15"/>
                <p:cNvSpPr/>
                <p:nvPr/>
              </p:nvSpPr>
              <p:spPr>
                <a:xfrm>
                  <a:off x="2433925" y="28430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15"/>
                <p:cNvSpPr/>
                <p:nvPr/>
              </p:nvSpPr>
              <p:spPr>
                <a:xfrm>
                  <a:off x="2433925" y="2877500"/>
                  <a:ext cx="262425" cy="17200"/>
                </a:xfrm>
                <a:custGeom>
                  <a:rect b="b" l="l" r="r" t="t"/>
                  <a:pathLst>
                    <a:path extrusionOk="0" h="688"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15"/>
                <p:cNvSpPr/>
                <p:nvPr/>
              </p:nvSpPr>
              <p:spPr>
                <a:xfrm>
                  <a:off x="2433925" y="2911875"/>
                  <a:ext cx="262425" cy="17225"/>
                </a:xfrm>
                <a:custGeom>
                  <a:rect b="b" l="l" r="r" t="t"/>
                  <a:pathLst>
                    <a:path extrusionOk="0" h="689" w="10497">
                      <a:moveTo>
                        <a:pt x="0" y="0"/>
                      </a:moveTo>
                      <a:lnTo>
                        <a:pt x="0" y="689"/>
                      </a:lnTo>
                      <a:lnTo>
                        <a:pt x="10497" y="689"/>
                      </a:lnTo>
                      <a:lnTo>
                        <a:pt x="104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15"/>
                <p:cNvSpPr/>
                <p:nvPr/>
              </p:nvSpPr>
              <p:spPr>
                <a:xfrm>
                  <a:off x="2433925" y="29462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15"/>
                <p:cNvSpPr/>
                <p:nvPr/>
              </p:nvSpPr>
              <p:spPr>
                <a:xfrm>
                  <a:off x="2433925" y="2980700"/>
                  <a:ext cx="262425" cy="17200"/>
                </a:xfrm>
                <a:custGeom>
                  <a:rect b="b" l="l" r="r" t="t"/>
                  <a:pathLst>
                    <a:path extrusionOk="0" h="688"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15"/>
                <p:cNvSpPr/>
                <p:nvPr/>
              </p:nvSpPr>
              <p:spPr>
                <a:xfrm>
                  <a:off x="2433925" y="3015075"/>
                  <a:ext cx="262425" cy="17225"/>
                </a:xfrm>
                <a:custGeom>
                  <a:rect b="b" l="l" r="r" t="t"/>
                  <a:pathLst>
                    <a:path extrusionOk="0" h="689" w="10497">
                      <a:moveTo>
                        <a:pt x="0" y="0"/>
                      </a:moveTo>
                      <a:lnTo>
                        <a:pt x="0" y="688"/>
                      </a:lnTo>
                      <a:lnTo>
                        <a:pt x="10497" y="688"/>
                      </a:lnTo>
                      <a:lnTo>
                        <a:pt x="104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15"/>
                <p:cNvSpPr/>
                <p:nvPr/>
              </p:nvSpPr>
              <p:spPr>
                <a:xfrm>
                  <a:off x="2433925" y="30494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15"/>
                <p:cNvSpPr/>
                <p:nvPr/>
              </p:nvSpPr>
              <p:spPr>
                <a:xfrm>
                  <a:off x="2433900" y="3083900"/>
                  <a:ext cx="262450" cy="17200"/>
                </a:xfrm>
                <a:custGeom>
                  <a:rect b="b" l="l" r="r" t="t"/>
                  <a:pathLst>
                    <a:path extrusionOk="0" h="688" w="10498">
                      <a:moveTo>
                        <a:pt x="0" y="1"/>
                      </a:moveTo>
                      <a:lnTo>
                        <a:pt x="0" y="74"/>
                      </a:lnTo>
                      <a:cubicBezTo>
                        <a:pt x="0" y="234"/>
                        <a:pt x="7" y="393"/>
                        <a:pt x="22" y="550"/>
                      </a:cubicBezTo>
                      <a:cubicBezTo>
                        <a:pt x="26" y="596"/>
                        <a:pt x="31" y="642"/>
                        <a:pt x="36" y="688"/>
                      </a:cubicBezTo>
                      <a:lnTo>
                        <a:pt x="10461" y="688"/>
                      </a:lnTo>
                      <a:cubicBezTo>
                        <a:pt x="10486" y="487"/>
                        <a:pt x="10498" y="281"/>
                        <a:pt x="10498" y="74"/>
                      </a:cubicBezTo>
                      <a:lnTo>
                        <a:pt x="104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15"/>
                <p:cNvSpPr/>
                <p:nvPr/>
              </p:nvSpPr>
              <p:spPr>
                <a:xfrm>
                  <a:off x="2438000" y="3118275"/>
                  <a:ext cx="254300" cy="17225"/>
                </a:xfrm>
                <a:custGeom>
                  <a:rect b="b" l="l" r="r" t="t"/>
                  <a:pathLst>
                    <a:path extrusionOk="0" h="689" w="10172">
                      <a:moveTo>
                        <a:pt x="0" y="0"/>
                      </a:moveTo>
                      <a:cubicBezTo>
                        <a:pt x="60" y="236"/>
                        <a:pt x="136" y="467"/>
                        <a:pt x="228" y="688"/>
                      </a:cubicBezTo>
                      <a:lnTo>
                        <a:pt x="9943" y="688"/>
                      </a:lnTo>
                      <a:cubicBezTo>
                        <a:pt x="10034" y="467"/>
                        <a:pt x="10111" y="236"/>
                        <a:pt x="101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15"/>
                <p:cNvSpPr/>
                <p:nvPr/>
              </p:nvSpPr>
              <p:spPr>
                <a:xfrm>
                  <a:off x="2452250" y="3152675"/>
                  <a:ext cx="225750" cy="17225"/>
                </a:xfrm>
                <a:custGeom>
                  <a:rect b="b" l="l" r="r" t="t"/>
                  <a:pathLst>
                    <a:path extrusionOk="0" h="689" w="9030">
                      <a:moveTo>
                        <a:pt x="1" y="1"/>
                      </a:moveTo>
                      <a:cubicBezTo>
                        <a:pt x="112" y="187"/>
                        <a:pt x="233" y="366"/>
                        <a:pt x="366" y="536"/>
                      </a:cubicBezTo>
                      <a:cubicBezTo>
                        <a:pt x="406" y="588"/>
                        <a:pt x="448" y="639"/>
                        <a:pt x="489" y="688"/>
                      </a:cubicBezTo>
                      <a:lnTo>
                        <a:pt x="8543" y="688"/>
                      </a:lnTo>
                      <a:cubicBezTo>
                        <a:pt x="8723" y="473"/>
                        <a:pt x="8885" y="243"/>
                        <a:pt x="90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15"/>
                <p:cNvSpPr/>
                <p:nvPr/>
              </p:nvSpPr>
              <p:spPr>
                <a:xfrm>
                  <a:off x="2481800" y="3187100"/>
                  <a:ext cx="166675" cy="17225"/>
                </a:xfrm>
                <a:custGeom>
                  <a:rect b="b" l="l" r="r" t="t"/>
                  <a:pathLst>
                    <a:path extrusionOk="0" h="689" w="6667">
                      <a:moveTo>
                        <a:pt x="6666" y="1"/>
                      </a:moveTo>
                      <a:cubicBezTo>
                        <a:pt x="6666" y="1"/>
                        <a:pt x="6665" y="1"/>
                        <a:pt x="6665" y="2"/>
                      </a:cubicBezTo>
                      <a:lnTo>
                        <a:pt x="6666" y="2"/>
                      </a:lnTo>
                      <a:lnTo>
                        <a:pt x="6666" y="1"/>
                      </a:lnTo>
                      <a:close/>
                      <a:moveTo>
                        <a:pt x="0" y="2"/>
                      </a:moveTo>
                      <a:cubicBezTo>
                        <a:pt x="112" y="93"/>
                        <a:pt x="226" y="180"/>
                        <a:pt x="345" y="263"/>
                      </a:cubicBezTo>
                      <a:cubicBezTo>
                        <a:pt x="509" y="376"/>
                        <a:pt x="680" y="481"/>
                        <a:pt x="856" y="575"/>
                      </a:cubicBezTo>
                      <a:cubicBezTo>
                        <a:pt x="931" y="615"/>
                        <a:pt x="1006" y="653"/>
                        <a:pt x="1082" y="689"/>
                      </a:cubicBezTo>
                      <a:lnTo>
                        <a:pt x="5584" y="689"/>
                      </a:lnTo>
                      <a:cubicBezTo>
                        <a:pt x="5617" y="673"/>
                        <a:pt x="5649" y="657"/>
                        <a:pt x="5681" y="641"/>
                      </a:cubicBezTo>
                      <a:cubicBezTo>
                        <a:pt x="5773" y="595"/>
                        <a:pt x="5862" y="547"/>
                        <a:pt x="5952" y="496"/>
                      </a:cubicBezTo>
                      <a:cubicBezTo>
                        <a:pt x="6204" y="351"/>
                        <a:pt x="6442" y="184"/>
                        <a:pt x="6665"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2" name="Google Shape;1232;p15"/>
            <p:cNvGrpSpPr/>
            <p:nvPr/>
          </p:nvGrpSpPr>
          <p:grpSpPr>
            <a:xfrm>
              <a:off x="115405" y="4207971"/>
              <a:ext cx="530160" cy="504126"/>
              <a:chOff x="5164484" y="526738"/>
              <a:chExt cx="133266" cy="126713"/>
            </a:xfrm>
          </p:grpSpPr>
          <p:sp>
            <p:nvSpPr>
              <p:cNvPr id="1233" name="Google Shape;1233;p15"/>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15"/>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15"/>
            <p:cNvGrpSpPr/>
            <p:nvPr/>
          </p:nvGrpSpPr>
          <p:grpSpPr>
            <a:xfrm>
              <a:off x="547399" y="4735483"/>
              <a:ext cx="185799" cy="185799"/>
              <a:chOff x="5035425" y="2779450"/>
              <a:chExt cx="94800" cy="94800"/>
            </a:xfrm>
          </p:grpSpPr>
          <p:sp>
            <p:nvSpPr>
              <p:cNvPr id="1236" name="Google Shape;1236;p15"/>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15"/>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1238" name="Shape 1238"/>
        <p:cNvGrpSpPr/>
        <p:nvPr/>
      </p:nvGrpSpPr>
      <p:grpSpPr>
        <a:xfrm>
          <a:off x="0" y="0"/>
          <a:ext cx="0" cy="0"/>
          <a:chOff x="0" y="0"/>
          <a:chExt cx="0" cy="0"/>
        </a:xfrm>
      </p:grpSpPr>
      <p:sp>
        <p:nvSpPr>
          <p:cNvPr id="1239" name="Google Shape;1239;p16"/>
          <p:cNvSpPr txBox="1"/>
          <p:nvPr>
            <p:ph type="title"/>
          </p:nvPr>
        </p:nvSpPr>
        <p:spPr>
          <a:xfrm>
            <a:off x="720000" y="657425"/>
            <a:ext cx="44805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40" name="Google Shape;1240;p16"/>
          <p:cNvSpPr txBox="1"/>
          <p:nvPr>
            <p:ph idx="1" type="subTitle"/>
          </p:nvPr>
        </p:nvSpPr>
        <p:spPr>
          <a:xfrm>
            <a:off x="720000" y="1153925"/>
            <a:ext cx="4480500" cy="8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241" name="Google Shape;1241;p16"/>
          <p:cNvGrpSpPr/>
          <p:nvPr/>
        </p:nvGrpSpPr>
        <p:grpSpPr>
          <a:xfrm>
            <a:off x="168951" y="137791"/>
            <a:ext cx="8768448" cy="4868867"/>
            <a:chOff x="168951" y="137791"/>
            <a:chExt cx="8768448" cy="4868867"/>
          </a:xfrm>
        </p:grpSpPr>
        <p:grpSp>
          <p:nvGrpSpPr>
            <p:cNvPr id="1242" name="Google Shape;1242;p16"/>
            <p:cNvGrpSpPr/>
            <p:nvPr/>
          </p:nvGrpSpPr>
          <p:grpSpPr>
            <a:xfrm>
              <a:off x="8189762" y="137791"/>
              <a:ext cx="747636" cy="747873"/>
              <a:chOff x="3026409" y="2027588"/>
              <a:chExt cx="381466" cy="381588"/>
            </a:xfrm>
          </p:grpSpPr>
          <p:sp>
            <p:nvSpPr>
              <p:cNvPr id="1243" name="Google Shape;1243;p16"/>
              <p:cNvSpPr/>
              <p:nvPr/>
            </p:nvSpPr>
            <p:spPr>
              <a:xfrm>
                <a:off x="3026409" y="2027588"/>
                <a:ext cx="380100" cy="380100"/>
              </a:xfrm>
              <a:custGeom>
                <a:rect b="b" l="l" r="r" t="t"/>
                <a:pathLst>
                  <a:path extrusionOk="0" h="15204" w="15204">
                    <a:moveTo>
                      <a:pt x="7601" y="0"/>
                    </a:moveTo>
                    <a:cubicBezTo>
                      <a:pt x="7494" y="0"/>
                      <a:pt x="7388" y="4"/>
                      <a:pt x="7282" y="8"/>
                    </a:cubicBezTo>
                    <a:lnTo>
                      <a:pt x="7282" y="6"/>
                    </a:lnTo>
                    <a:cubicBezTo>
                      <a:pt x="7272" y="6"/>
                      <a:pt x="7263" y="9"/>
                      <a:pt x="7252" y="9"/>
                    </a:cubicBezTo>
                    <a:cubicBezTo>
                      <a:pt x="7060" y="19"/>
                      <a:pt x="6869" y="35"/>
                      <a:pt x="6681" y="58"/>
                    </a:cubicBezTo>
                    <a:cubicBezTo>
                      <a:pt x="6649" y="62"/>
                      <a:pt x="6617" y="66"/>
                      <a:pt x="6586" y="70"/>
                    </a:cubicBezTo>
                    <a:cubicBezTo>
                      <a:pt x="5471" y="218"/>
                      <a:pt x="4434" y="608"/>
                      <a:pt x="3527" y="1186"/>
                    </a:cubicBezTo>
                    <a:lnTo>
                      <a:pt x="3527" y="1185"/>
                    </a:lnTo>
                    <a:cubicBezTo>
                      <a:pt x="3517" y="1191"/>
                      <a:pt x="3507" y="1198"/>
                      <a:pt x="3497" y="1206"/>
                    </a:cubicBezTo>
                    <a:cubicBezTo>
                      <a:pt x="3336" y="1310"/>
                      <a:pt x="3177" y="1418"/>
                      <a:pt x="3024" y="1534"/>
                    </a:cubicBezTo>
                    <a:cubicBezTo>
                      <a:pt x="2994" y="1556"/>
                      <a:pt x="2965" y="1579"/>
                      <a:pt x="2938" y="1603"/>
                    </a:cubicBezTo>
                    <a:cubicBezTo>
                      <a:pt x="2789" y="1718"/>
                      <a:pt x="2643" y="1838"/>
                      <a:pt x="2504" y="1965"/>
                    </a:cubicBezTo>
                    <a:cubicBezTo>
                      <a:pt x="2501" y="1967"/>
                      <a:pt x="2499" y="1969"/>
                      <a:pt x="2496" y="1971"/>
                    </a:cubicBezTo>
                    <a:cubicBezTo>
                      <a:pt x="1835" y="2570"/>
                      <a:pt x="1283" y="3285"/>
                      <a:pt x="865" y="4082"/>
                    </a:cubicBezTo>
                    <a:lnTo>
                      <a:pt x="864" y="4081"/>
                    </a:lnTo>
                    <a:cubicBezTo>
                      <a:pt x="853" y="4101"/>
                      <a:pt x="845" y="4124"/>
                      <a:pt x="833" y="4145"/>
                    </a:cubicBezTo>
                    <a:cubicBezTo>
                      <a:pt x="749" y="4312"/>
                      <a:pt x="667" y="4482"/>
                      <a:pt x="594" y="4654"/>
                    </a:cubicBezTo>
                    <a:cubicBezTo>
                      <a:pt x="587" y="4670"/>
                      <a:pt x="582" y="4684"/>
                      <a:pt x="575" y="4700"/>
                    </a:cubicBezTo>
                    <a:cubicBezTo>
                      <a:pt x="497" y="4890"/>
                      <a:pt x="427" y="5082"/>
                      <a:pt x="364" y="5279"/>
                    </a:cubicBezTo>
                    <a:cubicBezTo>
                      <a:pt x="364" y="5280"/>
                      <a:pt x="363" y="5282"/>
                      <a:pt x="363" y="5282"/>
                    </a:cubicBezTo>
                    <a:cubicBezTo>
                      <a:pt x="127" y="6013"/>
                      <a:pt x="1" y="6794"/>
                      <a:pt x="1" y="7602"/>
                    </a:cubicBezTo>
                    <a:cubicBezTo>
                      <a:pt x="1" y="7708"/>
                      <a:pt x="4" y="7813"/>
                      <a:pt x="8" y="7920"/>
                    </a:cubicBezTo>
                    <a:cubicBezTo>
                      <a:pt x="7" y="7920"/>
                      <a:pt x="7" y="7920"/>
                      <a:pt x="6" y="7919"/>
                    </a:cubicBezTo>
                    <a:lnTo>
                      <a:pt x="6" y="7919"/>
                    </a:lnTo>
                    <a:cubicBezTo>
                      <a:pt x="6" y="7932"/>
                      <a:pt x="8" y="7945"/>
                      <a:pt x="9" y="7958"/>
                    </a:cubicBezTo>
                    <a:cubicBezTo>
                      <a:pt x="18" y="8143"/>
                      <a:pt x="34" y="8323"/>
                      <a:pt x="55" y="8504"/>
                    </a:cubicBezTo>
                    <a:cubicBezTo>
                      <a:pt x="60" y="8548"/>
                      <a:pt x="66" y="8592"/>
                      <a:pt x="73" y="8634"/>
                    </a:cubicBezTo>
                    <a:cubicBezTo>
                      <a:pt x="99" y="8827"/>
                      <a:pt x="132" y="9018"/>
                      <a:pt x="172" y="9205"/>
                    </a:cubicBezTo>
                    <a:lnTo>
                      <a:pt x="172" y="9209"/>
                    </a:lnTo>
                    <a:cubicBezTo>
                      <a:pt x="408" y="10306"/>
                      <a:pt x="881" y="11316"/>
                      <a:pt x="1536" y="12182"/>
                    </a:cubicBezTo>
                    <a:cubicBezTo>
                      <a:pt x="1557" y="12209"/>
                      <a:pt x="1577" y="12234"/>
                      <a:pt x="1598" y="12261"/>
                    </a:cubicBezTo>
                    <a:cubicBezTo>
                      <a:pt x="1699" y="12392"/>
                      <a:pt x="1804" y="12518"/>
                      <a:pt x="1913" y="12642"/>
                    </a:cubicBezTo>
                    <a:cubicBezTo>
                      <a:pt x="1932" y="12664"/>
                      <a:pt x="1949" y="12688"/>
                      <a:pt x="1969" y="12709"/>
                    </a:cubicBezTo>
                    <a:cubicBezTo>
                      <a:pt x="1969" y="12709"/>
                      <a:pt x="1970" y="12709"/>
                      <a:pt x="1970" y="12708"/>
                    </a:cubicBezTo>
                    <a:cubicBezTo>
                      <a:pt x="2568" y="13368"/>
                      <a:pt x="3282" y="13920"/>
                      <a:pt x="4078" y="14338"/>
                    </a:cubicBezTo>
                    <a:lnTo>
                      <a:pt x="4077" y="14339"/>
                    </a:lnTo>
                    <a:cubicBezTo>
                      <a:pt x="4090" y="14346"/>
                      <a:pt x="4106" y="14351"/>
                      <a:pt x="4120" y="14359"/>
                    </a:cubicBezTo>
                    <a:cubicBezTo>
                      <a:pt x="4296" y="14449"/>
                      <a:pt x="4474" y="14535"/>
                      <a:pt x="4656" y="14612"/>
                    </a:cubicBezTo>
                    <a:cubicBezTo>
                      <a:pt x="4663" y="14616"/>
                      <a:pt x="4671" y="14618"/>
                      <a:pt x="4681" y="14621"/>
                    </a:cubicBezTo>
                    <a:cubicBezTo>
                      <a:pt x="4874" y="14702"/>
                      <a:pt x="5073" y="14774"/>
                      <a:pt x="5274" y="14839"/>
                    </a:cubicBezTo>
                    <a:lnTo>
                      <a:pt x="5275" y="14839"/>
                    </a:lnTo>
                    <a:cubicBezTo>
                      <a:pt x="6008" y="15075"/>
                      <a:pt x="6788" y="15204"/>
                      <a:pt x="7599" y="15204"/>
                    </a:cubicBezTo>
                    <a:cubicBezTo>
                      <a:pt x="7705" y="15204"/>
                      <a:pt x="7811" y="15199"/>
                      <a:pt x="7916" y="15195"/>
                    </a:cubicBezTo>
                    <a:lnTo>
                      <a:pt x="7916" y="15196"/>
                    </a:lnTo>
                    <a:cubicBezTo>
                      <a:pt x="7922" y="15196"/>
                      <a:pt x="7927" y="15195"/>
                      <a:pt x="7933" y="15195"/>
                    </a:cubicBezTo>
                    <a:cubicBezTo>
                      <a:pt x="8136" y="15186"/>
                      <a:pt x="8336" y="15168"/>
                      <a:pt x="8533" y="15145"/>
                    </a:cubicBezTo>
                    <a:cubicBezTo>
                      <a:pt x="8557" y="15143"/>
                      <a:pt x="8579" y="15140"/>
                      <a:pt x="8603" y="15135"/>
                    </a:cubicBezTo>
                    <a:cubicBezTo>
                      <a:pt x="10166" y="14929"/>
                      <a:pt x="11577" y="14251"/>
                      <a:pt x="12691" y="13246"/>
                    </a:cubicBezTo>
                    <a:cubicBezTo>
                      <a:pt x="12696" y="13241"/>
                      <a:pt x="12701" y="13237"/>
                      <a:pt x="12706" y="13233"/>
                    </a:cubicBezTo>
                    <a:cubicBezTo>
                      <a:pt x="13366" y="12635"/>
                      <a:pt x="13918" y="11921"/>
                      <a:pt x="14336" y="11125"/>
                    </a:cubicBezTo>
                    <a:cubicBezTo>
                      <a:pt x="14338" y="11122"/>
                      <a:pt x="14340" y="11116"/>
                      <a:pt x="14342" y="11113"/>
                    </a:cubicBezTo>
                    <a:cubicBezTo>
                      <a:pt x="14889" y="10062"/>
                      <a:pt x="15202" y="8869"/>
                      <a:pt x="15202" y="7604"/>
                    </a:cubicBezTo>
                    <a:cubicBezTo>
                      <a:pt x="15204" y="7498"/>
                      <a:pt x="15201" y="7392"/>
                      <a:pt x="15197" y="7286"/>
                    </a:cubicBezTo>
                    <a:lnTo>
                      <a:pt x="15197" y="7278"/>
                    </a:lnTo>
                    <a:cubicBezTo>
                      <a:pt x="15187" y="7068"/>
                      <a:pt x="15169" y="6862"/>
                      <a:pt x="15143" y="6659"/>
                    </a:cubicBezTo>
                    <a:cubicBezTo>
                      <a:pt x="15141" y="6641"/>
                      <a:pt x="15140" y="6625"/>
                      <a:pt x="15137" y="6608"/>
                    </a:cubicBezTo>
                    <a:cubicBezTo>
                      <a:pt x="14961" y="5266"/>
                      <a:pt x="14436" y="4034"/>
                      <a:pt x="13656" y="3007"/>
                    </a:cubicBezTo>
                    <a:lnTo>
                      <a:pt x="13629" y="2972"/>
                    </a:lnTo>
                    <a:cubicBezTo>
                      <a:pt x="13510" y="2820"/>
                      <a:pt x="13388" y="2670"/>
                      <a:pt x="13258" y="2524"/>
                    </a:cubicBezTo>
                    <a:cubicBezTo>
                      <a:pt x="13248" y="2515"/>
                      <a:pt x="13241" y="2504"/>
                      <a:pt x="13232" y="2493"/>
                    </a:cubicBezTo>
                    <a:lnTo>
                      <a:pt x="13231" y="2493"/>
                    </a:lnTo>
                    <a:cubicBezTo>
                      <a:pt x="12489" y="1677"/>
                      <a:pt x="11571" y="1022"/>
                      <a:pt x="10538" y="589"/>
                    </a:cubicBezTo>
                    <a:cubicBezTo>
                      <a:pt x="10537" y="589"/>
                      <a:pt x="10537" y="589"/>
                      <a:pt x="10535" y="588"/>
                    </a:cubicBezTo>
                    <a:cubicBezTo>
                      <a:pt x="10337" y="505"/>
                      <a:pt x="10133" y="432"/>
                      <a:pt x="9925" y="364"/>
                    </a:cubicBezTo>
                    <a:cubicBezTo>
                      <a:pt x="9925" y="364"/>
                      <a:pt x="9924" y="364"/>
                      <a:pt x="9924" y="362"/>
                    </a:cubicBezTo>
                    <a:cubicBezTo>
                      <a:pt x="9191" y="128"/>
                      <a:pt x="8412" y="0"/>
                      <a:pt x="7601"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16"/>
              <p:cNvSpPr/>
              <p:nvPr/>
            </p:nvSpPr>
            <p:spPr>
              <a:xfrm>
                <a:off x="3027725" y="2029050"/>
                <a:ext cx="380150" cy="380125"/>
              </a:xfrm>
              <a:custGeom>
                <a:rect b="b" l="l" r="r" t="t"/>
                <a:pathLst>
                  <a:path extrusionOk="0" h="15205" w="15206">
                    <a:moveTo>
                      <a:pt x="7603" y="0"/>
                    </a:moveTo>
                    <a:cubicBezTo>
                      <a:pt x="5587" y="0"/>
                      <a:pt x="3653" y="801"/>
                      <a:pt x="2228" y="2227"/>
                    </a:cubicBezTo>
                    <a:cubicBezTo>
                      <a:pt x="802" y="3652"/>
                      <a:pt x="1" y="5586"/>
                      <a:pt x="1" y="7603"/>
                    </a:cubicBezTo>
                    <a:cubicBezTo>
                      <a:pt x="1" y="9618"/>
                      <a:pt x="802" y="11552"/>
                      <a:pt x="2228" y="12977"/>
                    </a:cubicBezTo>
                    <a:cubicBezTo>
                      <a:pt x="3653" y="14404"/>
                      <a:pt x="5587" y="15204"/>
                      <a:pt x="7603" y="15204"/>
                    </a:cubicBezTo>
                    <a:cubicBezTo>
                      <a:pt x="9619" y="15204"/>
                      <a:pt x="11553" y="14404"/>
                      <a:pt x="12978" y="12977"/>
                    </a:cubicBezTo>
                    <a:cubicBezTo>
                      <a:pt x="14405" y="11552"/>
                      <a:pt x="15205" y="9618"/>
                      <a:pt x="15205" y="7603"/>
                    </a:cubicBezTo>
                    <a:cubicBezTo>
                      <a:pt x="15205" y="5586"/>
                      <a:pt x="14405" y="3652"/>
                      <a:pt x="12978" y="2227"/>
                    </a:cubicBezTo>
                    <a:cubicBezTo>
                      <a:pt x="11553" y="801"/>
                      <a:pt x="9619" y="0"/>
                      <a:pt x="76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16"/>
              <p:cNvSpPr/>
              <p:nvPr/>
            </p:nvSpPr>
            <p:spPr>
              <a:xfrm>
                <a:off x="3036775" y="2130950"/>
                <a:ext cx="193625" cy="88875"/>
              </a:xfrm>
              <a:custGeom>
                <a:rect b="b" l="l" r="r" t="t"/>
                <a:pathLst>
                  <a:path extrusionOk="0" h="3555" w="7745">
                    <a:moveTo>
                      <a:pt x="501" y="0"/>
                    </a:moveTo>
                    <a:cubicBezTo>
                      <a:pt x="303" y="382"/>
                      <a:pt x="132" y="785"/>
                      <a:pt x="0" y="1203"/>
                    </a:cubicBezTo>
                    <a:cubicBezTo>
                      <a:pt x="1886" y="2676"/>
                      <a:pt x="4261" y="3555"/>
                      <a:pt x="6840" y="3555"/>
                    </a:cubicBezTo>
                    <a:cubicBezTo>
                      <a:pt x="6875" y="3555"/>
                      <a:pt x="6908" y="3555"/>
                      <a:pt x="6942" y="3552"/>
                    </a:cubicBezTo>
                    <a:cubicBezTo>
                      <a:pt x="6955" y="3553"/>
                      <a:pt x="6967" y="3554"/>
                      <a:pt x="6979" y="3554"/>
                    </a:cubicBezTo>
                    <a:cubicBezTo>
                      <a:pt x="6993" y="3554"/>
                      <a:pt x="7007" y="3553"/>
                      <a:pt x="7022" y="3550"/>
                    </a:cubicBezTo>
                    <a:cubicBezTo>
                      <a:pt x="7041" y="3551"/>
                      <a:pt x="7059" y="3552"/>
                      <a:pt x="7077" y="3552"/>
                    </a:cubicBezTo>
                    <a:cubicBezTo>
                      <a:pt x="7101" y="3552"/>
                      <a:pt x="7124" y="3551"/>
                      <a:pt x="7149" y="3546"/>
                    </a:cubicBezTo>
                    <a:cubicBezTo>
                      <a:pt x="7151" y="3548"/>
                      <a:pt x="7154" y="3549"/>
                      <a:pt x="7157" y="3549"/>
                    </a:cubicBezTo>
                    <a:cubicBezTo>
                      <a:pt x="7160" y="3549"/>
                      <a:pt x="7163" y="3548"/>
                      <a:pt x="7166" y="3546"/>
                    </a:cubicBezTo>
                    <a:cubicBezTo>
                      <a:pt x="7168" y="3548"/>
                      <a:pt x="7169" y="3549"/>
                      <a:pt x="7171" y="3549"/>
                    </a:cubicBezTo>
                    <a:cubicBezTo>
                      <a:pt x="7173" y="3549"/>
                      <a:pt x="7174" y="3548"/>
                      <a:pt x="7176" y="3546"/>
                    </a:cubicBezTo>
                    <a:cubicBezTo>
                      <a:pt x="7177" y="3548"/>
                      <a:pt x="7178" y="3549"/>
                      <a:pt x="7180" y="3549"/>
                    </a:cubicBezTo>
                    <a:cubicBezTo>
                      <a:pt x="7182" y="3549"/>
                      <a:pt x="7183" y="3548"/>
                      <a:pt x="7185" y="3546"/>
                    </a:cubicBezTo>
                    <a:cubicBezTo>
                      <a:pt x="7188" y="3548"/>
                      <a:pt x="7192" y="3549"/>
                      <a:pt x="7196" y="3549"/>
                    </a:cubicBezTo>
                    <a:cubicBezTo>
                      <a:pt x="7200" y="3549"/>
                      <a:pt x="7203" y="3548"/>
                      <a:pt x="7207" y="3546"/>
                    </a:cubicBezTo>
                    <a:cubicBezTo>
                      <a:pt x="7208" y="3548"/>
                      <a:pt x="7210" y="3549"/>
                      <a:pt x="7212" y="3549"/>
                    </a:cubicBezTo>
                    <a:cubicBezTo>
                      <a:pt x="7215" y="3549"/>
                      <a:pt x="7217" y="3548"/>
                      <a:pt x="7218" y="3546"/>
                    </a:cubicBezTo>
                    <a:cubicBezTo>
                      <a:pt x="7219" y="3547"/>
                      <a:pt x="7220" y="3548"/>
                      <a:pt x="7221" y="3548"/>
                    </a:cubicBezTo>
                    <a:cubicBezTo>
                      <a:pt x="7223" y="3548"/>
                      <a:pt x="7225" y="3546"/>
                      <a:pt x="7227" y="3546"/>
                    </a:cubicBezTo>
                    <a:lnTo>
                      <a:pt x="7233" y="3546"/>
                    </a:lnTo>
                    <a:cubicBezTo>
                      <a:pt x="7240" y="3546"/>
                      <a:pt x="7243" y="3546"/>
                      <a:pt x="7249" y="3544"/>
                    </a:cubicBezTo>
                    <a:cubicBezTo>
                      <a:pt x="7251" y="3545"/>
                      <a:pt x="7252" y="3546"/>
                      <a:pt x="7253" y="3546"/>
                    </a:cubicBezTo>
                    <a:cubicBezTo>
                      <a:pt x="7254" y="3546"/>
                      <a:pt x="7254" y="3545"/>
                      <a:pt x="7255" y="3544"/>
                    </a:cubicBezTo>
                    <a:cubicBezTo>
                      <a:pt x="7255" y="3544"/>
                      <a:pt x="7257" y="3545"/>
                      <a:pt x="7259" y="3545"/>
                    </a:cubicBezTo>
                    <a:cubicBezTo>
                      <a:pt x="7260" y="3545"/>
                      <a:pt x="7261" y="3545"/>
                      <a:pt x="7262" y="3544"/>
                    </a:cubicBezTo>
                    <a:cubicBezTo>
                      <a:pt x="7263" y="3545"/>
                      <a:pt x="7265" y="3546"/>
                      <a:pt x="7268" y="3546"/>
                    </a:cubicBezTo>
                    <a:cubicBezTo>
                      <a:pt x="7271" y="3546"/>
                      <a:pt x="7274" y="3545"/>
                      <a:pt x="7278" y="3544"/>
                    </a:cubicBezTo>
                    <a:cubicBezTo>
                      <a:pt x="7281" y="3545"/>
                      <a:pt x="7284" y="3546"/>
                      <a:pt x="7287" y="3546"/>
                    </a:cubicBezTo>
                    <a:cubicBezTo>
                      <a:pt x="7291" y="3546"/>
                      <a:pt x="7295" y="3545"/>
                      <a:pt x="7299" y="3544"/>
                    </a:cubicBezTo>
                    <a:lnTo>
                      <a:pt x="7315" y="3544"/>
                    </a:lnTo>
                    <a:cubicBezTo>
                      <a:pt x="7330" y="3544"/>
                      <a:pt x="7346" y="3544"/>
                      <a:pt x="7361" y="3541"/>
                    </a:cubicBezTo>
                    <a:lnTo>
                      <a:pt x="7363" y="3541"/>
                    </a:lnTo>
                    <a:cubicBezTo>
                      <a:pt x="7364" y="3541"/>
                      <a:pt x="7365" y="3540"/>
                      <a:pt x="7366" y="3540"/>
                    </a:cubicBezTo>
                    <a:cubicBezTo>
                      <a:pt x="7367" y="3540"/>
                      <a:pt x="7367" y="3541"/>
                      <a:pt x="7367" y="3541"/>
                    </a:cubicBezTo>
                    <a:cubicBezTo>
                      <a:pt x="7492" y="3535"/>
                      <a:pt x="7618" y="3527"/>
                      <a:pt x="7744" y="3518"/>
                    </a:cubicBezTo>
                    <a:cubicBezTo>
                      <a:pt x="7677" y="3511"/>
                      <a:pt x="7609" y="3504"/>
                      <a:pt x="7539" y="3492"/>
                    </a:cubicBezTo>
                    <a:cubicBezTo>
                      <a:pt x="7521" y="3488"/>
                      <a:pt x="7502" y="3488"/>
                      <a:pt x="7484" y="3484"/>
                    </a:cubicBezTo>
                    <a:cubicBezTo>
                      <a:pt x="7441" y="3482"/>
                      <a:pt x="7397" y="3476"/>
                      <a:pt x="7355" y="3469"/>
                    </a:cubicBezTo>
                    <a:lnTo>
                      <a:pt x="7352" y="3469"/>
                    </a:lnTo>
                    <a:cubicBezTo>
                      <a:pt x="7337" y="3469"/>
                      <a:pt x="7321" y="3467"/>
                      <a:pt x="7306" y="3467"/>
                    </a:cubicBezTo>
                    <a:cubicBezTo>
                      <a:pt x="7302" y="3467"/>
                      <a:pt x="7295" y="3464"/>
                      <a:pt x="7293" y="3464"/>
                    </a:cubicBezTo>
                    <a:lnTo>
                      <a:pt x="7280" y="3464"/>
                    </a:lnTo>
                    <a:cubicBezTo>
                      <a:pt x="7275" y="3464"/>
                      <a:pt x="7268" y="3462"/>
                      <a:pt x="7262" y="3462"/>
                    </a:cubicBezTo>
                    <a:lnTo>
                      <a:pt x="7259" y="3462"/>
                    </a:lnTo>
                    <a:cubicBezTo>
                      <a:pt x="7253" y="3462"/>
                      <a:pt x="7249" y="3462"/>
                      <a:pt x="7247" y="3459"/>
                    </a:cubicBezTo>
                    <a:lnTo>
                      <a:pt x="7231" y="3459"/>
                    </a:lnTo>
                    <a:cubicBezTo>
                      <a:pt x="7229" y="3459"/>
                      <a:pt x="7227" y="3458"/>
                      <a:pt x="7225" y="3458"/>
                    </a:cubicBezTo>
                    <a:cubicBezTo>
                      <a:pt x="7224" y="3458"/>
                      <a:pt x="7223" y="3458"/>
                      <a:pt x="7222" y="3459"/>
                    </a:cubicBezTo>
                    <a:cubicBezTo>
                      <a:pt x="7219" y="3457"/>
                      <a:pt x="7216" y="3457"/>
                      <a:pt x="7213" y="3457"/>
                    </a:cubicBezTo>
                    <a:lnTo>
                      <a:pt x="7211" y="3457"/>
                    </a:lnTo>
                    <a:cubicBezTo>
                      <a:pt x="7201" y="3457"/>
                      <a:pt x="7192" y="3454"/>
                      <a:pt x="7186" y="3454"/>
                    </a:cubicBezTo>
                    <a:cubicBezTo>
                      <a:pt x="7180" y="3454"/>
                      <a:pt x="7173" y="3451"/>
                      <a:pt x="7170" y="3451"/>
                    </a:cubicBezTo>
                    <a:cubicBezTo>
                      <a:pt x="7161" y="3451"/>
                      <a:pt x="7152" y="3448"/>
                      <a:pt x="7144" y="3448"/>
                    </a:cubicBezTo>
                    <a:lnTo>
                      <a:pt x="7141" y="3448"/>
                    </a:lnTo>
                    <a:cubicBezTo>
                      <a:pt x="7103" y="3442"/>
                      <a:pt x="7067" y="3440"/>
                      <a:pt x="7030" y="3433"/>
                    </a:cubicBezTo>
                    <a:cubicBezTo>
                      <a:pt x="7025" y="3431"/>
                      <a:pt x="7018" y="3431"/>
                      <a:pt x="7012" y="3431"/>
                    </a:cubicBezTo>
                    <a:cubicBezTo>
                      <a:pt x="4453" y="3053"/>
                      <a:pt x="2180" y="1807"/>
                      <a:pt x="5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16"/>
              <p:cNvSpPr/>
              <p:nvPr/>
            </p:nvSpPr>
            <p:spPr>
              <a:xfrm>
                <a:off x="3205325" y="2218525"/>
                <a:ext cx="193450" cy="88650"/>
              </a:xfrm>
              <a:custGeom>
                <a:rect b="b" l="l" r="r" t="t"/>
                <a:pathLst>
                  <a:path extrusionOk="0" h="3546" w="7738">
                    <a:moveTo>
                      <a:pt x="935" y="0"/>
                    </a:moveTo>
                    <a:cubicBezTo>
                      <a:pt x="924" y="0"/>
                      <a:pt x="914" y="0"/>
                      <a:pt x="903" y="0"/>
                    </a:cubicBezTo>
                    <a:cubicBezTo>
                      <a:pt x="868" y="0"/>
                      <a:pt x="835" y="0"/>
                      <a:pt x="801" y="3"/>
                    </a:cubicBezTo>
                    <a:cubicBezTo>
                      <a:pt x="790" y="1"/>
                      <a:pt x="779" y="0"/>
                      <a:pt x="768" y="0"/>
                    </a:cubicBezTo>
                    <a:cubicBezTo>
                      <a:pt x="755" y="0"/>
                      <a:pt x="741" y="2"/>
                      <a:pt x="728" y="5"/>
                    </a:cubicBezTo>
                    <a:cubicBezTo>
                      <a:pt x="710" y="3"/>
                      <a:pt x="691" y="2"/>
                      <a:pt x="671" y="2"/>
                    </a:cubicBezTo>
                    <a:cubicBezTo>
                      <a:pt x="646" y="2"/>
                      <a:pt x="620" y="4"/>
                      <a:pt x="596" y="8"/>
                    </a:cubicBezTo>
                    <a:cubicBezTo>
                      <a:pt x="593" y="7"/>
                      <a:pt x="589" y="6"/>
                      <a:pt x="585" y="6"/>
                    </a:cubicBezTo>
                    <a:cubicBezTo>
                      <a:pt x="581" y="6"/>
                      <a:pt x="577" y="7"/>
                      <a:pt x="574" y="8"/>
                    </a:cubicBezTo>
                    <a:cubicBezTo>
                      <a:pt x="573" y="7"/>
                      <a:pt x="571" y="6"/>
                      <a:pt x="570" y="6"/>
                    </a:cubicBezTo>
                    <a:cubicBezTo>
                      <a:pt x="568" y="6"/>
                      <a:pt x="566" y="7"/>
                      <a:pt x="565" y="8"/>
                    </a:cubicBezTo>
                    <a:cubicBezTo>
                      <a:pt x="563" y="7"/>
                      <a:pt x="562" y="6"/>
                      <a:pt x="562" y="6"/>
                    </a:cubicBezTo>
                    <a:cubicBezTo>
                      <a:pt x="561" y="6"/>
                      <a:pt x="560" y="7"/>
                      <a:pt x="558" y="8"/>
                    </a:cubicBezTo>
                    <a:cubicBezTo>
                      <a:pt x="555" y="7"/>
                      <a:pt x="552" y="6"/>
                      <a:pt x="548" y="6"/>
                    </a:cubicBezTo>
                    <a:cubicBezTo>
                      <a:pt x="544" y="6"/>
                      <a:pt x="540" y="7"/>
                      <a:pt x="537" y="8"/>
                    </a:cubicBezTo>
                    <a:cubicBezTo>
                      <a:pt x="534" y="7"/>
                      <a:pt x="531" y="6"/>
                      <a:pt x="529" y="6"/>
                    </a:cubicBezTo>
                    <a:cubicBezTo>
                      <a:pt x="527" y="6"/>
                      <a:pt x="524" y="7"/>
                      <a:pt x="521" y="8"/>
                    </a:cubicBezTo>
                    <a:lnTo>
                      <a:pt x="506" y="8"/>
                    </a:lnTo>
                    <a:cubicBezTo>
                      <a:pt x="500" y="8"/>
                      <a:pt x="497" y="8"/>
                      <a:pt x="490" y="10"/>
                    </a:cubicBezTo>
                    <a:lnTo>
                      <a:pt x="487" y="10"/>
                    </a:lnTo>
                    <a:cubicBezTo>
                      <a:pt x="486" y="9"/>
                      <a:pt x="485" y="9"/>
                      <a:pt x="483" y="9"/>
                    </a:cubicBezTo>
                    <a:cubicBezTo>
                      <a:pt x="482" y="9"/>
                      <a:pt x="480" y="9"/>
                      <a:pt x="479" y="10"/>
                    </a:cubicBezTo>
                    <a:cubicBezTo>
                      <a:pt x="477" y="9"/>
                      <a:pt x="475" y="9"/>
                      <a:pt x="472" y="9"/>
                    </a:cubicBezTo>
                    <a:cubicBezTo>
                      <a:pt x="470" y="9"/>
                      <a:pt x="467" y="9"/>
                      <a:pt x="464" y="10"/>
                    </a:cubicBezTo>
                    <a:cubicBezTo>
                      <a:pt x="460" y="9"/>
                      <a:pt x="457" y="9"/>
                      <a:pt x="453" y="9"/>
                    </a:cubicBezTo>
                    <a:cubicBezTo>
                      <a:pt x="449" y="9"/>
                      <a:pt x="445" y="9"/>
                      <a:pt x="441" y="10"/>
                    </a:cubicBezTo>
                    <a:lnTo>
                      <a:pt x="425" y="10"/>
                    </a:lnTo>
                    <a:cubicBezTo>
                      <a:pt x="414" y="10"/>
                      <a:pt x="399" y="10"/>
                      <a:pt x="383" y="13"/>
                    </a:cubicBezTo>
                    <a:lnTo>
                      <a:pt x="381" y="13"/>
                    </a:lnTo>
                    <a:cubicBezTo>
                      <a:pt x="255" y="20"/>
                      <a:pt x="126" y="29"/>
                      <a:pt x="0" y="37"/>
                    </a:cubicBezTo>
                    <a:cubicBezTo>
                      <a:pt x="67" y="42"/>
                      <a:pt x="135" y="50"/>
                      <a:pt x="202" y="56"/>
                    </a:cubicBezTo>
                    <a:cubicBezTo>
                      <a:pt x="224" y="60"/>
                      <a:pt x="243" y="60"/>
                      <a:pt x="264" y="62"/>
                    </a:cubicBezTo>
                    <a:cubicBezTo>
                      <a:pt x="305" y="65"/>
                      <a:pt x="347" y="71"/>
                      <a:pt x="387" y="77"/>
                    </a:cubicBezTo>
                    <a:lnTo>
                      <a:pt x="389" y="77"/>
                    </a:lnTo>
                    <a:cubicBezTo>
                      <a:pt x="405" y="77"/>
                      <a:pt x="417" y="81"/>
                      <a:pt x="433" y="81"/>
                    </a:cubicBezTo>
                    <a:cubicBezTo>
                      <a:pt x="439" y="81"/>
                      <a:pt x="441" y="83"/>
                      <a:pt x="448" y="83"/>
                    </a:cubicBezTo>
                    <a:lnTo>
                      <a:pt x="460" y="83"/>
                    </a:lnTo>
                    <a:cubicBezTo>
                      <a:pt x="467" y="83"/>
                      <a:pt x="470" y="86"/>
                      <a:pt x="476" y="86"/>
                    </a:cubicBezTo>
                    <a:lnTo>
                      <a:pt x="479" y="86"/>
                    </a:lnTo>
                    <a:cubicBezTo>
                      <a:pt x="485" y="86"/>
                      <a:pt x="491" y="86"/>
                      <a:pt x="495" y="88"/>
                    </a:cubicBezTo>
                    <a:lnTo>
                      <a:pt x="515" y="88"/>
                    </a:lnTo>
                    <a:cubicBezTo>
                      <a:pt x="517" y="91"/>
                      <a:pt x="521" y="91"/>
                      <a:pt x="523" y="91"/>
                    </a:cubicBezTo>
                    <a:lnTo>
                      <a:pt x="529" y="91"/>
                    </a:lnTo>
                    <a:cubicBezTo>
                      <a:pt x="538" y="91"/>
                      <a:pt x="544" y="93"/>
                      <a:pt x="551" y="93"/>
                    </a:cubicBezTo>
                    <a:cubicBezTo>
                      <a:pt x="557" y="93"/>
                      <a:pt x="560" y="93"/>
                      <a:pt x="567" y="96"/>
                    </a:cubicBezTo>
                    <a:cubicBezTo>
                      <a:pt x="575" y="96"/>
                      <a:pt x="588" y="98"/>
                      <a:pt x="598" y="98"/>
                    </a:cubicBezTo>
                    <a:cubicBezTo>
                      <a:pt x="634" y="104"/>
                      <a:pt x="667" y="107"/>
                      <a:pt x="704" y="114"/>
                    </a:cubicBezTo>
                    <a:cubicBezTo>
                      <a:pt x="711" y="114"/>
                      <a:pt x="719" y="117"/>
                      <a:pt x="727" y="117"/>
                    </a:cubicBezTo>
                    <a:cubicBezTo>
                      <a:pt x="3284" y="491"/>
                      <a:pt x="5559" y="1739"/>
                      <a:pt x="7237" y="3546"/>
                    </a:cubicBezTo>
                    <a:cubicBezTo>
                      <a:pt x="7436" y="3164"/>
                      <a:pt x="7606" y="2762"/>
                      <a:pt x="7737" y="2344"/>
                    </a:cubicBezTo>
                    <a:cubicBezTo>
                      <a:pt x="5860" y="877"/>
                      <a:pt x="3496" y="0"/>
                      <a:pt x="9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16"/>
              <p:cNvSpPr/>
              <p:nvPr/>
            </p:nvSpPr>
            <p:spPr>
              <a:xfrm>
                <a:off x="3217175" y="2038100"/>
                <a:ext cx="88675" cy="193600"/>
              </a:xfrm>
              <a:custGeom>
                <a:rect b="b" l="l" r="r" t="t"/>
                <a:pathLst>
                  <a:path extrusionOk="0" h="7744" w="3547">
                    <a:moveTo>
                      <a:pt x="2355" y="0"/>
                    </a:moveTo>
                    <a:cubicBezTo>
                      <a:pt x="879" y="1888"/>
                      <a:pt x="1" y="4261"/>
                      <a:pt x="1" y="6840"/>
                    </a:cubicBezTo>
                    <a:cubicBezTo>
                      <a:pt x="1" y="6877"/>
                      <a:pt x="1" y="6910"/>
                      <a:pt x="3" y="6948"/>
                    </a:cubicBezTo>
                    <a:cubicBezTo>
                      <a:pt x="1" y="6969"/>
                      <a:pt x="1" y="6987"/>
                      <a:pt x="3" y="7010"/>
                    </a:cubicBezTo>
                    <a:cubicBezTo>
                      <a:pt x="3" y="7056"/>
                      <a:pt x="3" y="7098"/>
                      <a:pt x="6" y="7145"/>
                    </a:cubicBezTo>
                    <a:lnTo>
                      <a:pt x="6" y="7203"/>
                    </a:lnTo>
                    <a:cubicBezTo>
                      <a:pt x="6" y="7208"/>
                      <a:pt x="6" y="7214"/>
                      <a:pt x="8" y="7221"/>
                    </a:cubicBezTo>
                    <a:lnTo>
                      <a:pt x="8" y="7299"/>
                    </a:lnTo>
                    <a:cubicBezTo>
                      <a:pt x="8" y="7299"/>
                      <a:pt x="11" y="7299"/>
                      <a:pt x="8" y="7301"/>
                    </a:cubicBezTo>
                    <a:cubicBezTo>
                      <a:pt x="11" y="7305"/>
                      <a:pt x="11" y="7307"/>
                      <a:pt x="8" y="7314"/>
                    </a:cubicBezTo>
                    <a:cubicBezTo>
                      <a:pt x="11" y="7316"/>
                      <a:pt x="11" y="7320"/>
                      <a:pt x="11" y="7322"/>
                    </a:cubicBezTo>
                    <a:lnTo>
                      <a:pt x="11" y="7350"/>
                    </a:lnTo>
                    <a:cubicBezTo>
                      <a:pt x="11" y="7353"/>
                      <a:pt x="13" y="7361"/>
                      <a:pt x="13" y="7363"/>
                    </a:cubicBezTo>
                    <a:cubicBezTo>
                      <a:pt x="21" y="7487"/>
                      <a:pt x="29" y="7616"/>
                      <a:pt x="38" y="7743"/>
                    </a:cubicBezTo>
                    <a:cubicBezTo>
                      <a:pt x="43" y="7672"/>
                      <a:pt x="49" y="7605"/>
                      <a:pt x="57" y="7534"/>
                    </a:cubicBezTo>
                    <a:cubicBezTo>
                      <a:pt x="60" y="7516"/>
                      <a:pt x="60" y="7497"/>
                      <a:pt x="63" y="7479"/>
                    </a:cubicBezTo>
                    <a:lnTo>
                      <a:pt x="63" y="7476"/>
                    </a:lnTo>
                    <a:cubicBezTo>
                      <a:pt x="65" y="7436"/>
                      <a:pt x="72" y="7397"/>
                      <a:pt x="78" y="7356"/>
                    </a:cubicBezTo>
                    <a:lnTo>
                      <a:pt x="78" y="7353"/>
                    </a:lnTo>
                    <a:cubicBezTo>
                      <a:pt x="78" y="7338"/>
                      <a:pt x="80" y="7322"/>
                      <a:pt x="80" y="7307"/>
                    </a:cubicBezTo>
                    <a:cubicBezTo>
                      <a:pt x="80" y="7301"/>
                      <a:pt x="83" y="7299"/>
                      <a:pt x="83" y="7291"/>
                    </a:cubicBezTo>
                    <a:cubicBezTo>
                      <a:pt x="86" y="7291"/>
                      <a:pt x="83" y="7289"/>
                      <a:pt x="83" y="7289"/>
                    </a:cubicBezTo>
                    <a:lnTo>
                      <a:pt x="83" y="7283"/>
                    </a:lnTo>
                    <a:cubicBezTo>
                      <a:pt x="83" y="7278"/>
                      <a:pt x="86" y="7271"/>
                      <a:pt x="86" y="7265"/>
                    </a:cubicBezTo>
                    <a:lnTo>
                      <a:pt x="86" y="7258"/>
                    </a:lnTo>
                    <a:cubicBezTo>
                      <a:pt x="86" y="7255"/>
                      <a:pt x="86" y="7252"/>
                      <a:pt x="89" y="7249"/>
                    </a:cubicBezTo>
                    <a:lnTo>
                      <a:pt x="89" y="7227"/>
                    </a:lnTo>
                    <a:lnTo>
                      <a:pt x="89" y="7224"/>
                    </a:lnTo>
                    <a:cubicBezTo>
                      <a:pt x="91" y="7221"/>
                      <a:pt x="91" y="7218"/>
                      <a:pt x="91" y="7218"/>
                    </a:cubicBezTo>
                    <a:lnTo>
                      <a:pt x="91" y="7212"/>
                    </a:lnTo>
                    <a:cubicBezTo>
                      <a:pt x="91" y="7203"/>
                      <a:pt x="94" y="7193"/>
                      <a:pt x="94" y="7187"/>
                    </a:cubicBezTo>
                    <a:cubicBezTo>
                      <a:pt x="94" y="7181"/>
                      <a:pt x="96" y="7178"/>
                      <a:pt x="96" y="7172"/>
                    </a:cubicBezTo>
                    <a:cubicBezTo>
                      <a:pt x="96" y="7163"/>
                      <a:pt x="99" y="7156"/>
                      <a:pt x="99" y="7148"/>
                    </a:cubicBezTo>
                    <a:lnTo>
                      <a:pt x="99" y="7145"/>
                    </a:lnTo>
                    <a:cubicBezTo>
                      <a:pt x="105" y="7109"/>
                      <a:pt x="108" y="7068"/>
                      <a:pt x="114" y="7031"/>
                    </a:cubicBezTo>
                    <a:cubicBezTo>
                      <a:pt x="114" y="7027"/>
                      <a:pt x="116" y="7021"/>
                      <a:pt x="116" y="7019"/>
                    </a:cubicBezTo>
                    <a:cubicBezTo>
                      <a:pt x="492" y="4458"/>
                      <a:pt x="1740" y="2184"/>
                      <a:pt x="3547" y="505"/>
                    </a:cubicBezTo>
                    <a:cubicBezTo>
                      <a:pt x="3166" y="303"/>
                      <a:pt x="2767" y="133"/>
                      <a:pt x="235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16"/>
              <p:cNvSpPr/>
              <p:nvPr/>
            </p:nvSpPr>
            <p:spPr>
              <a:xfrm>
                <a:off x="3129725" y="2206625"/>
                <a:ext cx="88825" cy="193500"/>
              </a:xfrm>
              <a:custGeom>
                <a:rect b="b" l="l" r="r" t="t"/>
                <a:pathLst>
                  <a:path extrusionOk="0" h="7740" w="3553">
                    <a:moveTo>
                      <a:pt x="3509" y="0"/>
                    </a:moveTo>
                    <a:cubicBezTo>
                      <a:pt x="3502" y="72"/>
                      <a:pt x="3497" y="139"/>
                      <a:pt x="3491" y="209"/>
                    </a:cubicBezTo>
                    <a:cubicBezTo>
                      <a:pt x="3487" y="224"/>
                      <a:pt x="3487" y="240"/>
                      <a:pt x="3484" y="255"/>
                    </a:cubicBezTo>
                    <a:cubicBezTo>
                      <a:pt x="3481" y="299"/>
                      <a:pt x="3475" y="345"/>
                      <a:pt x="3469" y="387"/>
                    </a:cubicBezTo>
                    <a:cubicBezTo>
                      <a:pt x="3469" y="403"/>
                      <a:pt x="3469" y="418"/>
                      <a:pt x="3466" y="434"/>
                    </a:cubicBezTo>
                    <a:cubicBezTo>
                      <a:pt x="3466" y="440"/>
                      <a:pt x="3466" y="443"/>
                      <a:pt x="3464" y="449"/>
                    </a:cubicBezTo>
                    <a:lnTo>
                      <a:pt x="3464" y="462"/>
                    </a:lnTo>
                    <a:cubicBezTo>
                      <a:pt x="3464" y="467"/>
                      <a:pt x="3461" y="474"/>
                      <a:pt x="3461" y="480"/>
                    </a:cubicBezTo>
                    <a:lnTo>
                      <a:pt x="3461" y="482"/>
                    </a:lnTo>
                    <a:lnTo>
                      <a:pt x="3461" y="492"/>
                    </a:lnTo>
                    <a:cubicBezTo>
                      <a:pt x="3459" y="498"/>
                      <a:pt x="3459" y="501"/>
                      <a:pt x="3459" y="507"/>
                    </a:cubicBezTo>
                    <a:lnTo>
                      <a:pt x="3459" y="516"/>
                    </a:lnTo>
                    <a:cubicBezTo>
                      <a:pt x="3459" y="520"/>
                      <a:pt x="3457" y="520"/>
                      <a:pt x="3457" y="523"/>
                    </a:cubicBezTo>
                    <a:lnTo>
                      <a:pt x="3457" y="529"/>
                    </a:lnTo>
                    <a:lnTo>
                      <a:pt x="3457" y="532"/>
                    </a:lnTo>
                    <a:cubicBezTo>
                      <a:pt x="3457" y="538"/>
                      <a:pt x="3453" y="547"/>
                      <a:pt x="3453" y="553"/>
                    </a:cubicBezTo>
                    <a:cubicBezTo>
                      <a:pt x="3453" y="560"/>
                      <a:pt x="3453" y="563"/>
                      <a:pt x="3451" y="569"/>
                    </a:cubicBezTo>
                    <a:cubicBezTo>
                      <a:pt x="3451" y="578"/>
                      <a:pt x="3451" y="588"/>
                      <a:pt x="3448" y="596"/>
                    </a:cubicBezTo>
                    <a:lnTo>
                      <a:pt x="3448" y="599"/>
                    </a:lnTo>
                    <a:cubicBezTo>
                      <a:pt x="3442" y="635"/>
                      <a:pt x="3439" y="675"/>
                      <a:pt x="3433" y="712"/>
                    </a:cubicBezTo>
                    <a:cubicBezTo>
                      <a:pt x="3433" y="714"/>
                      <a:pt x="3433" y="722"/>
                      <a:pt x="3431" y="728"/>
                    </a:cubicBezTo>
                    <a:cubicBezTo>
                      <a:pt x="3055" y="3282"/>
                      <a:pt x="1807" y="5560"/>
                      <a:pt x="0" y="7239"/>
                    </a:cubicBezTo>
                    <a:cubicBezTo>
                      <a:pt x="381" y="7437"/>
                      <a:pt x="781" y="7607"/>
                      <a:pt x="1199" y="7739"/>
                    </a:cubicBezTo>
                    <a:cubicBezTo>
                      <a:pt x="2674" y="5852"/>
                      <a:pt x="3553" y="3478"/>
                      <a:pt x="3553" y="899"/>
                    </a:cubicBezTo>
                    <a:cubicBezTo>
                      <a:pt x="3553" y="864"/>
                      <a:pt x="3553" y="828"/>
                      <a:pt x="3543" y="796"/>
                    </a:cubicBezTo>
                    <a:cubicBezTo>
                      <a:pt x="3546" y="771"/>
                      <a:pt x="3546" y="747"/>
                      <a:pt x="3543" y="723"/>
                    </a:cubicBezTo>
                    <a:cubicBezTo>
                      <a:pt x="3543" y="678"/>
                      <a:pt x="3543" y="636"/>
                      <a:pt x="3541" y="596"/>
                    </a:cubicBezTo>
                    <a:lnTo>
                      <a:pt x="3541" y="578"/>
                    </a:lnTo>
                    <a:lnTo>
                      <a:pt x="3541" y="572"/>
                    </a:lnTo>
                    <a:lnTo>
                      <a:pt x="3541" y="565"/>
                    </a:lnTo>
                    <a:lnTo>
                      <a:pt x="3541" y="538"/>
                    </a:lnTo>
                    <a:cubicBezTo>
                      <a:pt x="3541" y="533"/>
                      <a:pt x="3541" y="527"/>
                      <a:pt x="3538" y="520"/>
                    </a:cubicBezTo>
                    <a:lnTo>
                      <a:pt x="3538" y="513"/>
                    </a:lnTo>
                    <a:lnTo>
                      <a:pt x="3538" y="507"/>
                    </a:lnTo>
                    <a:lnTo>
                      <a:pt x="3538" y="443"/>
                    </a:lnTo>
                    <a:cubicBezTo>
                      <a:pt x="3536" y="440"/>
                      <a:pt x="3538" y="440"/>
                      <a:pt x="3538" y="440"/>
                    </a:cubicBezTo>
                    <a:cubicBezTo>
                      <a:pt x="3536" y="434"/>
                      <a:pt x="3536" y="430"/>
                      <a:pt x="3538" y="428"/>
                    </a:cubicBezTo>
                    <a:cubicBezTo>
                      <a:pt x="3536" y="423"/>
                      <a:pt x="3536" y="420"/>
                      <a:pt x="3536" y="420"/>
                    </a:cubicBezTo>
                    <a:lnTo>
                      <a:pt x="3536" y="381"/>
                    </a:lnTo>
                    <a:lnTo>
                      <a:pt x="3533" y="381"/>
                    </a:lnTo>
                    <a:cubicBezTo>
                      <a:pt x="3527" y="252"/>
                      <a:pt x="3517" y="126"/>
                      <a:pt x="35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16"/>
              <p:cNvSpPr/>
              <p:nvPr/>
            </p:nvSpPr>
            <p:spPr>
              <a:xfrm>
                <a:off x="3027925" y="2212650"/>
                <a:ext cx="200625" cy="49375"/>
              </a:xfrm>
              <a:custGeom>
                <a:rect b="b" l="l" r="r" t="t"/>
                <a:pathLst>
                  <a:path extrusionOk="0" h="1975" w="8025">
                    <a:moveTo>
                      <a:pt x="8025" y="1"/>
                    </a:moveTo>
                    <a:cubicBezTo>
                      <a:pt x="7960" y="30"/>
                      <a:pt x="7893" y="61"/>
                      <a:pt x="7828" y="95"/>
                    </a:cubicBezTo>
                    <a:cubicBezTo>
                      <a:pt x="7812" y="100"/>
                      <a:pt x="7800" y="106"/>
                      <a:pt x="7788" y="112"/>
                    </a:cubicBezTo>
                    <a:cubicBezTo>
                      <a:pt x="7747" y="128"/>
                      <a:pt x="7707" y="146"/>
                      <a:pt x="7670" y="162"/>
                    </a:cubicBezTo>
                    <a:cubicBezTo>
                      <a:pt x="7670" y="164"/>
                      <a:pt x="7670" y="164"/>
                      <a:pt x="7668" y="164"/>
                    </a:cubicBezTo>
                    <a:cubicBezTo>
                      <a:pt x="7652" y="171"/>
                      <a:pt x="7640" y="177"/>
                      <a:pt x="7628" y="179"/>
                    </a:cubicBezTo>
                    <a:cubicBezTo>
                      <a:pt x="7621" y="183"/>
                      <a:pt x="7617" y="187"/>
                      <a:pt x="7614" y="187"/>
                    </a:cubicBezTo>
                    <a:cubicBezTo>
                      <a:pt x="7611" y="187"/>
                      <a:pt x="7608" y="189"/>
                      <a:pt x="7608" y="189"/>
                    </a:cubicBezTo>
                    <a:lnTo>
                      <a:pt x="7606" y="189"/>
                    </a:lnTo>
                    <a:lnTo>
                      <a:pt x="7606" y="192"/>
                    </a:lnTo>
                    <a:cubicBezTo>
                      <a:pt x="7601" y="192"/>
                      <a:pt x="7594" y="195"/>
                      <a:pt x="7587" y="198"/>
                    </a:cubicBezTo>
                    <a:cubicBezTo>
                      <a:pt x="7583" y="198"/>
                      <a:pt x="7581" y="200"/>
                      <a:pt x="7581" y="200"/>
                    </a:cubicBezTo>
                    <a:cubicBezTo>
                      <a:pt x="7575" y="200"/>
                      <a:pt x="7571" y="203"/>
                      <a:pt x="7568" y="203"/>
                    </a:cubicBezTo>
                    <a:cubicBezTo>
                      <a:pt x="7562" y="207"/>
                      <a:pt x="7557" y="209"/>
                      <a:pt x="7555" y="209"/>
                    </a:cubicBezTo>
                    <a:cubicBezTo>
                      <a:pt x="7555" y="212"/>
                      <a:pt x="7555" y="212"/>
                      <a:pt x="7552" y="212"/>
                    </a:cubicBezTo>
                    <a:lnTo>
                      <a:pt x="7550" y="212"/>
                    </a:lnTo>
                    <a:cubicBezTo>
                      <a:pt x="7546" y="212"/>
                      <a:pt x="7544" y="214"/>
                      <a:pt x="7544" y="214"/>
                    </a:cubicBezTo>
                    <a:cubicBezTo>
                      <a:pt x="7540" y="214"/>
                      <a:pt x="7537" y="214"/>
                      <a:pt x="7537" y="218"/>
                    </a:cubicBezTo>
                    <a:cubicBezTo>
                      <a:pt x="7529" y="220"/>
                      <a:pt x="7521" y="224"/>
                      <a:pt x="7515" y="226"/>
                    </a:cubicBezTo>
                    <a:cubicBezTo>
                      <a:pt x="7510" y="226"/>
                      <a:pt x="7506" y="230"/>
                      <a:pt x="7504" y="233"/>
                    </a:cubicBezTo>
                    <a:cubicBezTo>
                      <a:pt x="7495" y="235"/>
                      <a:pt x="7485" y="239"/>
                      <a:pt x="7477" y="241"/>
                    </a:cubicBezTo>
                    <a:lnTo>
                      <a:pt x="7474" y="241"/>
                    </a:lnTo>
                    <a:lnTo>
                      <a:pt x="7474" y="244"/>
                    </a:lnTo>
                    <a:cubicBezTo>
                      <a:pt x="7441" y="257"/>
                      <a:pt x="7407" y="269"/>
                      <a:pt x="7376" y="282"/>
                    </a:cubicBezTo>
                    <a:cubicBezTo>
                      <a:pt x="7371" y="285"/>
                      <a:pt x="7364" y="288"/>
                      <a:pt x="7358" y="291"/>
                    </a:cubicBezTo>
                    <a:cubicBezTo>
                      <a:pt x="6034" y="815"/>
                      <a:pt x="4652" y="1069"/>
                      <a:pt x="3283" y="1069"/>
                    </a:cubicBezTo>
                    <a:cubicBezTo>
                      <a:pt x="2167" y="1069"/>
                      <a:pt x="1060" y="900"/>
                      <a:pt x="0" y="573"/>
                    </a:cubicBezTo>
                    <a:lnTo>
                      <a:pt x="0" y="573"/>
                    </a:lnTo>
                    <a:cubicBezTo>
                      <a:pt x="19" y="1015"/>
                      <a:pt x="74" y="1447"/>
                      <a:pt x="166" y="1865"/>
                    </a:cubicBezTo>
                    <a:cubicBezTo>
                      <a:pt x="680" y="1937"/>
                      <a:pt x="1199" y="1974"/>
                      <a:pt x="1720" y="1974"/>
                    </a:cubicBezTo>
                    <a:cubicBezTo>
                      <a:pt x="3605" y="1974"/>
                      <a:pt x="5516" y="1493"/>
                      <a:pt x="7266" y="484"/>
                    </a:cubicBezTo>
                    <a:cubicBezTo>
                      <a:pt x="7299" y="462"/>
                      <a:pt x="7338" y="444"/>
                      <a:pt x="7371" y="420"/>
                    </a:cubicBezTo>
                    <a:cubicBezTo>
                      <a:pt x="7386" y="415"/>
                      <a:pt x="7402" y="405"/>
                      <a:pt x="7417" y="392"/>
                    </a:cubicBezTo>
                    <a:cubicBezTo>
                      <a:pt x="7453" y="374"/>
                      <a:pt x="7487" y="350"/>
                      <a:pt x="7524" y="325"/>
                    </a:cubicBezTo>
                    <a:cubicBezTo>
                      <a:pt x="7530" y="325"/>
                      <a:pt x="7536" y="323"/>
                      <a:pt x="7542" y="317"/>
                    </a:cubicBezTo>
                    <a:lnTo>
                      <a:pt x="7542" y="313"/>
                    </a:lnTo>
                    <a:lnTo>
                      <a:pt x="7545" y="313"/>
                    </a:lnTo>
                    <a:cubicBezTo>
                      <a:pt x="7549" y="313"/>
                      <a:pt x="7549" y="313"/>
                      <a:pt x="7551" y="311"/>
                    </a:cubicBezTo>
                    <a:cubicBezTo>
                      <a:pt x="7555" y="311"/>
                      <a:pt x="7555" y="311"/>
                      <a:pt x="7557" y="308"/>
                    </a:cubicBezTo>
                    <a:cubicBezTo>
                      <a:pt x="7565" y="305"/>
                      <a:pt x="7567" y="302"/>
                      <a:pt x="7573" y="296"/>
                    </a:cubicBezTo>
                    <a:cubicBezTo>
                      <a:pt x="7580" y="296"/>
                      <a:pt x="7582" y="293"/>
                      <a:pt x="7588" y="287"/>
                    </a:cubicBezTo>
                    <a:cubicBezTo>
                      <a:pt x="7592" y="287"/>
                      <a:pt x="7596" y="287"/>
                      <a:pt x="7598" y="285"/>
                    </a:cubicBezTo>
                    <a:cubicBezTo>
                      <a:pt x="7602" y="285"/>
                      <a:pt x="7602" y="280"/>
                      <a:pt x="7604" y="277"/>
                    </a:cubicBezTo>
                    <a:cubicBezTo>
                      <a:pt x="7607" y="277"/>
                      <a:pt x="7611" y="274"/>
                      <a:pt x="7613" y="271"/>
                    </a:cubicBezTo>
                    <a:lnTo>
                      <a:pt x="7616" y="271"/>
                    </a:lnTo>
                    <a:cubicBezTo>
                      <a:pt x="7619" y="271"/>
                      <a:pt x="7622" y="265"/>
                      <a:pt x="7622" y="265"/>
                    </a:cubicBezTo>
                    <a:cubicBezTo>
                      <a:pt x="7629" y="265"/>
                      <a:pt x="7635" y="259"/>
                      <a:pt x="7638" y="259"/>
                    </a:cubicBezTo>
                    <a:cubicBezTo>
                      <a:pt x="7644" y="252"/>
                      <a:pt x="7649" y="248"/>
                      <a:pt x="7656" y="245"/>
                    </a:cubicBezTo>
                    <a:lnTo>
                      <a:pt x="7656" y="243"/>
                    </a:lnTo>
                    <a:cubicBezTo>
                      <a:pt x="7663" y="243"/>
                      <a:pt x="7666" y="239"/>
                      <a:pt x="7669" y="236"/>
                    </a:cubicBezTo>
                    <a:cubicBezTo>
                      <a:pt x="7684" y="228"/>
                      <a:pt x="7696" y="223"/>
                      <a:pt x="7709" y="209"/>
                    </a:cubicBezTo>
                    <a:lnTo>
                      <a:pt x="7711" y="209"/>
                    </a:lnTo>
                    <a:cubicBezTo>
                      <a:pt x="7815" y="142"/>
                      <a:pt x="7921" y="71"/>
                      <a:pt x="80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16"/>
              <p:cNvSpPr/>
              <p:nvPr/>
            </p:nvSpPr>
            <p:spPr>
              <a:xfrm>
                <a:off x="3207125" y="2176175"/>
                <a:ext cx="200550" cy="49350"/>
              </a:xfrm>
              <a:custGeom>
                <a:rect b="b" l="l" r="r" t="t"/>
                <a:pathLst>
                  <a:path extrusionOk="0" h="1974" w="8022">
                    <a:moveTo>
                      <a:pt x="6304" y="0"/>
                    </a:moveTo>
                    <a:cubicBezTo>
                      <a:pt x="4419" y="0"/>
                      <a:pt x="2510" y="482"/>
                      <a:pt x="760" y="1491"/>
                    </a:cubicBezTo>
                    <a:cubicBezTo>
                      <a:pt x="727" y="1509"/>
                      <a:pt x="696" y="1530"/>
                      <a:pt x="662" y="1553"/>
                    </a:cubicBezTo>
                    <a:cubicBezTo>
                      <a:pt x="646" y="1559"/>
                      <a:pt x="629" y="1568"/>
                      <a:pt x="613" y="1584"/>
                    </a:cubicBezTo>
                    <a:cubicBezTo>
                      <a:pt x="577" y="1601"/>
                      <a:pt x="537" y="1626"/>
                      <a:pt x="500" y="1651"/>
                    </a:cubicBezTo>
                    <a:cubicBezTo>
                      <a:pt x="497" y="1651"/>
                      <a:pt x="491" y="1653"/>
                      <a:pt x="488" y="1659"/>
                    </a:cubicBezTo>
                    <a:cubicBezTo>
                      <a:pt x="487" y="1658"/>
                      <a:pt x="486" y="1658"/>
                      <a:pt x="485" y="1658"/>
                    </a:cubicBezTo>
                    <a:cubicBezTo>
                      <a:pt x="483" y="1658"/>
                      <a:pt x="481" y="1660"/>
                      <a:pt x="479" y="1662"/>
                    </a:cubicBezTo>
                    <a:lnTo>
                      <a:pt x="476" y="1664"/>
                    </a:lnTo>
                    <a:cubicBezTo>
                      <a:pt x="472" y="1664"/>
                      <a:pt x="472" y="1664"/>
                      <a:pt x="470" y="1667"/>
                    </a:cubicBezTo>
                    <a:cubicBezTo>
                      <a:pt x="465" y="1671"/>
                      <a:pt x="459" y="1673"/>
                      <a:pt x="451" y="1680"/>
                    </a:cubicBezTo>
                    <a:cubicBezTo>
                      <a:pt x="445" y="1680"/>
                      <a:pt x="443" y="1683"/>
                      <a:pt x="436" y="1689"/>
                    </a:cubicBezTo>
                    <a:cubicBezTo>
                      <a:pt x="433" y="1689"/>
                      <a:pt x="433" y="1689"/>
                      <a:pt x="430" y="1692"/>
                    </a:cubicBezTo>
                    <a:cubicBezTo>
                      <a:pt x="428" y="1692"/>
                      <a:pt x="424" y="1695"/>
                      <a:pt x="420" y="1698"/>
                    </a:cubicBezTo>
                    <a:lnTo>
                      <a:pt x="418" y="1698"/>
                    </a:lnTo>
                    <a:cubicBezTo>
                      <a:pt x="418" y="1698"/>
                      <a:pt x="415" y="1698"/>
                      <a:pt x="415" y="1700"/>
                    </a:cubicBezTo>
                    <a:cubicBezTo>
                      <a:pt x="412" y="1700"/>
                      <a:pt x="409" y="1706"/>
                      <a:pt x="409" y="1706"/>
                    </a:cubicBezTo>
                    <a:cubicBezTo>
                      <a:pt x="405" y="1706"/>
                      <a:pt x="403" y="1710"/>
                      <a:pt x="403" y="1710"/>
                    </a:cubicBezTo>
                    <a:cubicBezTo>
                      <a:pt x="397" y="1710"/>
                      <a:pt x="393" y="1714"/>
                      <a:pt x="389" y="1716"/>
                    </a:cubicBezTo>
                    <a:cubicBezTo>
                      <a:pt x="384" y="1720"/>
                      <a:pt x="378" y="1726"/>
                      <a:pt x="372" y="1729"/>
                    </a:cubicBezTo>
                    <a:cubicBezTo>
                      <a:pt x="369" y="1729"/>
                      <a:pt x="369" y="1731"/>
                      <a:pt x="369" y="1731"/>
                    </a:cubicBezTo>
                    <a:cubicBezTo>
                      <a:pt x="363" y="1731"/>
                      <a:pt x="359" y="1735"/>
                      <a:pt x="356" y="1737"/>
                    </a:cubicBezTo>
                    <a:cubicBezTo>
                      <a:pt x="343" y="1747"/>
                      <a:pt x="331" y="1753"/>
                      <a:pt x="319" y="1762"/>
                    </a:cubicBezTo>
                    <a:cubicBezTo>
                      <a:pt x="316" y="1762"/>
                      <a:pt x="316" y="1765"/>
                      <a:pt x="316" y="1765"/>
                    </a:cubicBezTo>
                    <a:cubicBezTo>
                      <a:pt x="209" y="1832"/>
                      <a:pt x="105" y="1903"/>
                      <a:pt x="0" y="1974"/>
                    </a:cubicBezTo>
                    <a:cubicBezTo>
                      <a:pt x="69" y="1941"/>
                      <a:pt x="140" y="1910"/>
                      <a:pt x="207" y="1879"/>
                    </a:cubicBezTo>
                    <a:cubicBezTo>
                      <a:pt x="219" y="1872"/>
                      <a:pt x="232" y="1865"/>
                      <a:pt x="244" y="1863"/>
                    </a:cubicBezTo>
                    <a:cubicBezTo>
                      <a:pt x="284" y="1845"/>
                      <a:pt x="320" y="1829"/>
                      <a:pt x="357" y="1814"/>
                    </a:cubicBezTo>
                    <a:lnTo>
                      <a:pt x="357" y="1812"/>
                    </a:lnTo>
                    <a:cubicBezTo>
                      <a:pt x="373" y="1804"/>
                      <a:pt x="387" y="1798"/>
                      <a:pt x="400" y="1796"/>
                    </a:cubicBezTo>
                    <a:cubicBezTo>
                      <a:pt x="403" y="1792"/>
                      <a:pt x="407" y="1792"/>
                      <a:pt x="409" y="1789"/>
                    </a:cubicBezTo>
                    <a:cubicBezTo>
                      <a:pt x="412" y="1789"/>
                      <a:pt x="415" y="1787"/>
                      <a:pt x="418" y="1787"/>
                    </a:cubicBezTo>
                    <a:cubicBezTo>
                      <a:pt x="419" y="1785"/>
                      <a:pt x="420" y="1785"/>
                      <a:pt x="420" y="1785"/>
                    </a:cubicBezTo>
                    <a:cubicBezTo>
                      <a:pt x="420" y="1785"/>
                      <a:pt x="420" y="1785"/>
                      <a:pt x="420" y="1787"/>
                    </a:cubicBezTo>
                    <a:cubicBezTo>
                      <a:pt x="426" y="1784"/>
                      <a:pt x="433" y="1781"/>
                      <a:pt x="439" y="1778"/>
                    </a:cubicBezTo>
                    <a:lnTo>
                      <a:pt x="444" y="1778"/>
                    </a:lnTo>
                    <a:cubicBezTo>
                      <a:pt x="446" y="1774"/>
                      <a:pt x="450" y="1771"/>
                      <a:pt x="453" y="1771"/>
                    </a:cubicBezTo>
                    <a:cubicBezTo>
                      <a:pt x="460" y="1767"/>
                      <a:pt x="466" y="1765"/>
                      <a:pt x="469" y="1765"/>
                    </a:cubicBezTo>
                    <a:cubicBezTo>
                      <a:pt x="469" y="1765"/>
                      <a:pt x="469" y="1762"/>
                      <a:pt x="471" y="1762"/>
                    </a:cubicBezTo>
                    <a:lnTo>
                      <a:pt x="480" y="1762"/>
                    </a:lnTo>
                    <a:lnTo>
                      <a:pt x="482" y="1760"/>
                    </a:lnTo>
                    <a:cubicBezTo>
                      <a:pt x="492" y="1754"/>
                      <a:pt x="501" y="1751"/>
                      <a:pt x="507" y="1751"/>
                    </a:cubicBezTo>
                    <a:cubicBezTo>
                      <a:pt x="513" y="1747"/>
                      <a:pt x="517" y="1745"/>
                      <a:pt x="521" y="1745"/>
                    </a:cubicBezTo>
                    <a:cubicBezTo>
                      <a:pt x="529" y="1738"/>
                      <a:pt x="538" y="1734"/>
                      <a:pt x="547" y="1731"/>
                    </a:cubicBezTo>
                    <a:lnTo>
                      <a:pt x="549" y="1731"/>
                    </a:lnTo>
                    <a:cubicBezTo>
                      <a:pt x="550" y="1731"/>
                      <a:pt x="551" y="1730"/>
                      <a:pt x="552" y="1730"/>
                    </a:cubicBezTo>
                    <a:cubicBezTo>
                      <a:pt x="553" y="1730"/>
                      <a:pt x="553" y="1731"/>
                      <a:pt x="553" y="1731"/>
                    </a:cubicBezTo>
                    <a:cubicBezTo>
                      <a:pt x="588" y="1716"/>
                      <a:pt x="621" y="1700"/>
                      <a:pt x="655" y="1692"/>
                    </a:cubicBezTo>
                    <a:cubicBezTo>
                      <a:pt x="660" y="1685"/>
                      <a:pt x="666" y="1683"/>
                      <a:pt x="672" y="1683"/>
                    </a:cubicBezTo>
                    <a:cubicBezTo>
                      <a:pt x="1996" y="1158"/>
                      <a:pt x="3378" y="904"/>
                      <a:pt x="4745" y="904"/>
                    </a:cubicBezTo>
                    <a:cubicBezTo>
                      <a:pt x="5859" y="904"/>
                      <a:pt x="6964" y="1073"/>
                      <a:pt x="8021" y="1400"/>
                    </a:cubicBezTo>
                    <a:cubicBezTo>
                      <a:pt x="8004" y="957"/>
                      <a:pt x="7948" y="528"/>
                      <a:pt x="7858" y="110"/>
                    </a:cubicBezTo>
                    <a:cubicBezTo>
                      <a:pt x="7344" y="37"/>
                      <a:pt x="6825" y="0"/>
                      <a:pt x="63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16"/>
              <p:cNvSpPr/>
              <p:nvPr/>
            </p:nvSpPr>
            <p:spPr>
              <a:xfrm>
                <a:off x="3169350" y="2029175"/>
                <a:ext cx="54950" cy="200625"/>
              </a:xfrm>
              <a:custGeom>
                <a:rect b="b" l="l" r="r" t="t"/>
                <a:pathLst>
                  <a:path extrusionOk="0" h="8025" w="2198">
                    <a:moveTo>
                      <a:pt x="1624" y="0"/>
                    </a:moveTo>
                    <a:lnTo>
                      <a:pt x="1624" y="0"/>
                    </a:lnTo>
                    <a:cubicBezTo>
                      <a:pt x="1185" y="20"/>
                      <a:pt x="754" y="76"/>
                      <a:pt x="336" y="167"/>
                    </a:cubicBezTo>
                    <a:cubicBezTo>
                      <a:pt x="1" y="2537"/>
                      <a:pt x="425" y="5030"/>
                      <a:pt x="1717" y="7264"/>
                    </a:cubicBezTo>
                    <a:cubicBezTo>
                      <a:pt x="1732" y="7291"/>
                      <a:pt x="1748" y="7320"/>
                      <a:pt x="1765" y="7347"/>
                    </a:cubicBezTo>
                    <a:cubicBezTo>
                      <a:pt x="1777" y="7368"/>
                      <a:pt x="1790" y="7392"/>
                      <a:pt x="1808" y="7414"/>
                    </a:cubicBezTo>
                    <a:cubicBezTo>
                      <a:pt x="1826" y="7451"/>
                      <a:pt x="1848" y="7487"/>
                      <a:pt x="1873" y="7526"/>
                    </a:cubicBezTo>
                    <a:cubicBezTo>
                      <a:pt x="1877" y="7531"/>
                      <a:pt x="1879" y="7537"/>
                      <a:pt x="1885" y="7543"/>
                    </a:cubicBezTo>
                    <a:cubicBezTo>
                      <a:pt x="1885" y="7546"/>
                      <a:pt x="1885" y="7549"/>
                      <a:pt x="1892" y="7552"/>
                    </a:cubicBezTo>
                    <a:cubicBezTo>
                      <a:pt x="1888" y="7557"/>
                      <a:pt x="1892" y="7557"/>
                      <a:pt x="1894" y="7559"/>
                    </a:cubicBezTo>
                    <a:cubicBezTo>
                      <a:pt x="1897" y="7564"/>
                      <a:pt x="1900" y="7570"/>
                      <a:pt x="1904" y="7577"/>
                    </a:cubicBezTo>
                    <a:cubicBezTo>
                      <a:pt x="1906" y="7580"/>
                      <a:pt x="1910" y="7587"/>
                      <a:pt x="1913" y="7590"/>
                    </a:cubicBezTo>
                    <a:cubicBezTo>
                      <a:pt x="1913" y="7594"/>
                      <a:pt x="1913" y="7594"/>
                      <a:pt x="1915" y="7596"/>
                    </a:cubicBezTo>
                    <a:lnTo>
                      <a:pt x="1918" y="7599"/>
                    </a:lnTo>
                    <a:cubicBezTo>
                      <a:pt x="1918" y="7603"/>
                      <a:pt x="1921" y="7609"/>
                      <a:pt x="1924" y="7611"/>
                    </a:cubicBezTo>
                    <a:cubicBezTo>
                      <a:pt x="1926" y="7615"/>
                      <a:pt x="1926" y="7618"/>
                      <a:pt x="1926" y="7618"/>
                    </a:cubicBezTo>
                    <a:cubicBezTo>
                      <a:pt x="1930" y="7622"/>
                      <a:pt x="1930" y="7625"/>
                      <a:pt x="1934" y="7625"/>
                    </a:cubicBezTo>
                    <a:cubicBezTo>
                      <a:pt x="1936" y="7631"/>
                      <a:pt x="1940" y="7637"/>
                      <a:pt x="1942" y="7640"/>
                    </a:cubicBezTo>
                    <a:cubicBezTo>
                      <a:pt x="1945" y="7645"/>
                      <a:pt x="1949" y="7651"/>
                      <a:pt x="1951" y="7658"/>
                    </a:cubicBezTo>
                    <a:lnTo>
                      <a:pt x="1954" y="7658"/>
                    </a:lnTo>
                    <a:cubicBezTo>
                      <a:pt x="1957" y="7665"/>
                      <a:pt x="1957" y="7668"/>
                      <a:pt x="1960" y="7671"/>
                    </a:cubicBezTo>
                    <a:cubicBezTo>
                      <a:pt x="1960" y="7673"/>
                      <a:pt x="1962" y="7673"/>
                      <a:pt x="1962" y="7673"/>
                    </a:cubicBezTo>
                    <a:cubicBezTo>
                      <a:pt x="1972" y="7687"/>
                      <a:pt x="1978" y="7698"/>
                      <a:pt x="1987" y="7711"/>
                    </a:cubicBezTo>
                    <a:lnTo>
                      <a:pt x="1987" y="7713"/>
                    </a:lnTo>
                    <a:cubicBezTo>
                      <a:pt x="2057" y="7822"/>
                      <a:pt x="2128" y="7926"/>
                      <a:pt x="2198" y="8024"/>
                    </a:cubicBezTo>
                    <a:cubicBezTo>
                      <a:pt x="2171" y="7966"/>
                      <a:pt x="2142" y="7904"/>
                      <a:pt x="2115" y="7847"/>
                    </a:cubicBezTo>
                    <a:cubicBezTo>
                      <a:pt x="2106" y="7828"/>
                      <a:pt x="2100" y="7809"/>
                      <a:pt x="2090" y="7791"/>
                    </a:cubicBezTo>
                    <a:cubicBezTo>
                      <a:pt x="2073" y="7748"/>
                      <a:pt x="2053" y="7708"/>
                      <a:pt x="2035" y="7668"/>
                    </a:cubicBezTo>
                    <a:cubicBezTo>
                      <a:pt x="2029" y="7652"/>
                      <a:pt x="2023" y="7641"/>
                      <a:pt x="2017" y="7629"/>
                    </a:cubicBezTo>
                    <a:cubicBezTo>
                      <a:pt x="2017" y="7622"/>
                      <a:pt x="2013" y="7615"/>
                      <a:pt x="2011" y="7613"/>
                    </a:cubicBezTo>
                    <a:cubicBezTo>
                      <a:pt x="2011" y="7610"/>
                      <a:pt x="2011" y="7606"/>
                      <a:pt x="2008" y="7604"/>
                    </a:cubicBezTo>
                    <a:cubicBezTo>
                      <a:pt x="2006" y="7595"/>
                      <a:pt x="2002" y="7589"/>
                      <a:pt x="1999" y="7582"/>
                    </a:cubicBezTo>
                    <a:lnTo>
                      <a:pt x="1999" y="7579"/>
                    </a:lnTo>
                    <a:cubicBezTo>
                      <a:pt x="1996" y="7575"/>
                      <a:pt x="1996" y="7573"/>
                      <a:pt x="1996" y="7573"/>
                    </a:cubicBezTo>
                    <a:cubicBezTo>
                      <a:pt x="1992" y="7568"/>
                      <a:pt x="1990" y="7562"/>
                      <a:pt x="1990" y="7554"/>
                    </a:cubicBezTo>
                    <a:lnTo>
                      <a:pt x="1987" y="7554"/>
                    </a:lnTo>
                    <a:cubicBezTo>
                      <a:pt x="1987" y="7554"/>
                      <a:pt x="1985" y="7554"/>
                      <a:pt x="1987" y="7552"/>
                    </a:cubicBezTo>
                    <a:cubicBezTo>
                      <a:pt x="1987" y="7549"/>
                      <a:pt x="1985" y="7546"/>
                      <a:pt x="1985" y="7543"/>
                    </a:cubicBezTo>
                    <a:cubicBezTo>
                      <a:pt x="1985" y="7541"/>
                      <a:pt x="1982" y="7541"/>
                      <a:pt x="1982" y="7541"/>
                    </a:cubicBezTo>
                    <a:cubicBezTo>
                      <a:pt x="1980" y="7532"/>
                      <a:pt x="1976" y="7522"/>
                      <a:pt x="1973" y="7516"/>
                    </a:cubicBezTo>
                    <a:cubicBezTo>
                      <a:pt x="1970" y="7510"/>
                      <a:pt x="1970" y="7503"/>
                      <a:pt x="1967" y="7501"/>
                    </a:cubicBezTo>
                    <a:cubicBezTo>
                      <a:pt x="1964" y="7492"/>
                      <a:pt x="1960" y="7482"/>
                      <a:pt x="1957" y="7476"/>
                    </a:cubicBezTo>
                    <a:lnTo>
                      <a:pt x="1955" y="7476"/>
                    </a:lnTo>
                    <a:cubicBezTo>
                      <a:pt x="1944" y="7439"/>
                      <a:pt x="1928" y="7403"/>
                      <a:pt x="1913" y="7366"/>
                    </a:cubicBezTo>
                    <a:cubicBezTo>
                      <a:pt x="1909" y="7358"/>
                      <a:pt x="1909" y="7352"/>
                      <a:pt x="1906" y="7350"/>
                    </a:cubicBezTo>
                    <a:cubicBezTo>
                      <a:pt x="954" y="4947"/>
                      <a:pt x="898" y="2355"/>
                      <a:pt x="16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16"/>
              <p:cNvSpPr/>
              <p:nvPr/>
            </p:nvSpPr>
            <p:spPr>
              <a:xfrm>
                <a:off x="3211400" y="2208325"/>
                <a:ext cx="54950" cy="200700"/>
              </a:xfrm>
              <a:custGeom>
                <a:rect b="b" l="l" r="r" t="t"/>
                <a:pathLst>
                  <a:path extrusionOk="0" h="8028" w="2198">
                    <a:moveTo>
                      <a:pt x="1" y="0"/>
                    </a:moveTo>
                    <a:lnTo>
                      <a:pt x="1" y="0"/>
                    </a:lnTo>
                    <a:cubicBezTo>
                      <a:pt x="28" y="62"/>
                      <a:pt x="59" y="120"/>
                      <a:pt x="83" y="182"/>
                    </a:cubicBezTo>
                    <a:cubicBezTo>
                      <a:pt x="93" y="201"/>
                      <a:pt x="102" y="220"/>
                      <a:pt x="110" y="238"/>
                    </a:cubicBezTo>
                    <a:cubicBezTo>
                      <a:pt x="126" y="278"/>
                      <a:pt x="145" y="318"/>
                      <a:pt x="164" y="357"/>
                    </a:cubicBezTo>
                    <a:cubicBezTo>
                      <a:pt x="170" y="373"/>
                      <a:pt x="175" y="387"/>
                      <a:pt x="181" y="401"/>
                    </a:cubicBezTo>
                    <a:cubicBezTo>
                      <a:pt x="181" y="407"/>
                      <a:pt x="184" y="411"/>
                      <a:pt x="184" y="413"/>
                    </a:cubicBezTo>
                    <a:lnTo>
                      <a:pt x="186" y="413"/>
                    </a:lnTo>
                    <a:lnTo>
                      <a:pt x="186" y="416"/>
                    </a:lnTo>
                    <a:cubicBezTo>
                      <a:pt x="186" y="419"/>
                      <a:pt x="190" y="423"/>
                      <a:pt x="190" y="423"/>
                    </a:cubicBezTo>
                    <a:cubicBezTo>
                      <a:pt x="193" y="429"/>
                      <a:pt x="193" y="435"/>
                      <a:pt x="196" y="438"/>
                    </a:cubicBezTo>
                    <a:cubicBezTo>
                      <a:pt x="196" y="442"/>
                      <a:pt x="198" y="444"/>
                      <a:pt x="198" y="444"/>
                    </a:cubicBezTo>
                    <a:cubicBezTo>
                      <a:pt x="198" y="447"/>
                      <a:pt x="201" y="450"/>
                      <a:pt x="201" y="453"/>
                    </a:cubicBezTo>
                    <a:cubicBezTo>
                      <a:pt x="203" y="463"/>
                      <a:pt x="207" y="469"/>
                      <a:pt x="210" y="475"/>
                    </a:cubicBezTo>
                    <a:cubicBezTo>
                      <a:pt x="210" y="478"/>
                      <a:pt x="212" y="481"/>
                      <a:pt x="212" y="484"/>
                    </a:cubicBezTo>
                    <a:cubicBezTo>
                      <a:pt x="212" y="486"/>
                      <a:pt x="215" y="486"/>
                      <a:pt x="215" y="486"/>
                    </a:cubicBezTo>
                    <a:cubicBezTo>
                      <a:pt x="217" y="496"/>
                      <a:pt x="222" y="505"/>
                      <a:pt x="224" y="511"/>
                    </a:cubicBezTo>
                    <a:cubicBezTo>
                      <a:pt x="228" y="517"/>
                      <a:pt x="228" y="522"/>
                      <a:pt x="230" y="525"/>
                    </a:cubicBezTo>
                    <a:cubicBezTo>
                      <a:pt x="234" y="530"/>
                      <a:pt x="234" y="536"/>
                      <a:pt x="237" y="542"/>
                    </a:cubicBezTo>
                    <a:cubicBezTo>
                      <a:pt x="241" y="545"/>
                      <a:pt x="241" y="548"/>
                      <a:pt x="243" y="552"/>
                    </a:cubicBezTo>
                    <a:cubicBezTo>
                      <a:pt x="256" y="587"/>
                      <a:pt x="268" y="620"/>
                      <a:pt x="283" y="654"/>
                    </a:cubicBezTo>
                    <a:cubicBezTo>
                      <a:pt x="283" y="660"/>
                      <a:pt x="288" y="666"/>
                      <a:pt x="290" y="669"/>
                    </a:cubicBezTo>
                    <a:lnTo>
                      <a:pt x="290" y="671"/>
                    </a:lnTo>
                    <a:cubicBezTo>
                      <a:pt x="1241" y="3075"/>
                      <a:pt x="1301" y="5669"/>
                      <a:pt x="572" y="8027"/>
                    </a:cubicBezTo>
                    <a:cubicBezTo>
                      <a:pt x="1015" y="8008"/>
                      <a:pt x="1446" y="7952"/>
                      <a:pt x="1863" y="7860"/>
                    </a:cubicBezTo>
                    <a:cubicBezTo>
                      <a:pt x="2198" y="5491"/>
                      <a:pt x="1775" y="2994"/>
                      <a:pt x="482" y="763"/>
                    </a:cubicBezTo>
                    <a:cubicBezTo>
                      <a:pt x="466" y="736"/>
                      <a:pt x="451" y="707"/>
                      <a:pt x="433" y="683"/>
                    </a:cubicBezTo>
                    <a:cubicBezTo>
                      <a:pt x="421" y="659"/>
                      <a:pt x="408" y="638"/>
                      <a:pt x="390" y="615"/>
                    </a:cubicBezTo>
                    <a:cubicBezTo>
                      <a:pt x="372" y="579"/>
                      <a:pt x="351" y="539"/>
                      <a:pt x="323" y="502"/>
                    </a:cubicBezTo>
                    <a:cubicBezTo>
                      <a:pt x="323" y="497"/>
                      <a:pt x="321" y="491"/>
                      <a:pt x="314" y="484"/>
                    </a:cubicBezTo>
                    <a:lnTo>
                      <a:pt x="311" y="484"/>
                    </a:lnTo>
                    <a:cubicBezTo>
                      <a:pt x="314" y="484"/>
                      <a:pt x="311" y="481"/>
                      <a:pt x="311" y="481"/>
                    </a:cubicBezTo>
                    <a:cubicBezTo>
                      <a:pt x="311" y="481"/>
                      <a:pt x="315" y="479"/>
                      <a:pt x="309" y="479"/>
                    </a:cubicBezTo>
                    <a:cubicBezTo>
                      <a:pt x="312" y="475"/>
                      <a:pt x="309" y="475"/>
                      <a:pt x="306" y="473"/>
                    </a:cubicBezTo>
                    <a:cubicBezTo>
                      <a:pt x="306" y="466"/>
                      <a:pt x="300" y="458"/>
                      <a:pt x="294" y="450"/>
                    </a:cubicBezTo>
                    <a:cubicBezTo>
                      <a:pt x="294" y="447"/>
                      <a:pt x="291" y="440"/>
                      <a:pt x="285" y="438"/>
                    </a:cubicBezTo>
                    <a:cubicBezTo>
                      <a:pt x="289" y="434"/>
                      <a:pt x="285" y="434"/>
                      <a:pt x="281" y="432"/>
                    </a:cubicBezTo>
                    <a:lnTo>
                      <a:pt x="279" y="429"/>
                    </a:lnTo>
                    <a:cubicBezTo>
                      <a:pt x="279" y="425"/>
                      <a:pt x="275" y="418"/>
                      <a:pt x="273" y="416"/>
                    </a:cubicBezTo>
                    <a:cubicBezTo>
                      <a:pt x="273" y="412"/>
                      <a:pt x="273" y="409"/>
                      <a:pt x="270" y="409"/>
                    </a:cubicBezTo>
                    <a:cubicBezTo>
                      <a:pt x="270" y="406"/>
                      <a:pt x="264" y="403"/>
                      <a:pt x="264" y="403"/>
                    </a:cubicBezTo>
                    <a:cubicBezTo>
                      <a:pt x="264" y="397"/>
                      <a:pt x="260" y="391"/>
                      <a:pt x="258" y="387"/>
                    </a:cubicBezTo>
                    <a:cubicBezTo>
                      <a:pt x="255" y="381"/>
                      <a:pt x="253" y="375"/>
                      <a:pt x="246" y="372"/>
                    </a:cubicBezTo>
                    <a:cubicBezTo>
                      <a:pt x="246" y="370"/>
                      <a:pt x="243" y="370"/>
                      <a:pt x="243" y="370"/>
                    </a:cubicBezTo>
                    <a:cubicBezTo>
                      <a:pt x="243" y="367"/>
                      <a:pt x="243" y="363"/>
                      <a:pt x="241" y="361"/>
                    </a:cubicBezTo>
                    <a:cubicBezTo>
                      <a:pt x="241" y="356"/>
                      <a:pt x="234" y="354"/>
                      <a:pt x="234" y="354"/>
                    </a:cubicBezTo>
                    <a:cubicBezTo>
                      <a:pt x="228" y="341"/>
                      <a:pt x="218" y="330"/>
                      <a:pt x="210" y="316"/>
                    </a:cubicBezTo>
                    <a:lnTo>
                      <a:pt x="210" y="314"/>
                    </a:lnTo>
                    <a:cubicBezTo>
                      <a:pt x="143" y="207"/>
                      <a:pt x="72" y="10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16"/>
              <p:cNvSpPr/>
              <p:nvPr/>
            </p:nvSpPr>
            <p:spPr>
              <a:xfrm>
                <a:off x="3057325" y="2208100"/>
                <a:ext cx="166625" cy="138700"/>
              </a:xfrm>
              <a:custGeom>
                <a:rect b="b" l="l" r="r" t="t"/>
                <a:pathLst>
                  <a:path extrusionOk="0" h="5548" w="6665">
                    <a:moveTo>
                      <a:pt x="6664" y="0"/>
                    </a:moveTo>
                    <a:lnTo>
                      <a:pt x="6664" y="0"/>
                    </a:lnTo>
                    <a:cubicBezTo>
                      <a:pt x="6622" y="62"/>
                      <a:pt x="6578" y="123"/>
                      <a:pt x="6531" y="183"/>
                    </a:cubicBezTo>
                    <a:cubicBezTo>
                      <a:pt x="6522" y="195"/>
                      <a:pt x="6516" y="207"/>
                      <a:pt x="6506" y="220"/>
                    </a:cubicBezTo>
                    <a:cubicBezTo>
                      <a:pt x="6483" y="255"/>
                      <a:pt x="6458" y="288"/>
                      <a:pt x="6433" y="322"/>
                    </a:cubicBezTo>
                    <a:lnTo>
                      <a:pt x="6431" y="322"/>
                    </a:lnTo>
                    <a:cubicBezTo>
                      <a:pt x="6424" y="333"/>
                      <a:pt x="6416" y="343"/>
                      <a:pt x="6406" y="355"/>
                    </a:cubicBezTo>
                    <a:cubicBezTo>
                      <a:pt x="6403" y="361"/>
                      <a:pt x="6400" y="364"/>
                      <a:pt x="6397" y="371"/>
                    </a:cubicBezTo>
                    <a:lnTo>
                      <a:pt x="6391" y="374"/>
                    </a:lnTo>
                    <a:lnTo>
                      <a:pt x="6391" y="376"/>
                    </a:lnTo>
                    <a:lnTo>
                      <a:pt x="6388" y="376"/>
                    </a:lnTo>
                    <a:cubicBezTo>
                      <a:pt x="6388" y="382"/>
                      <a:pt x="6381" y="389"/>
                      <a:pt x="6379" y="391"/>
                    </a:cubicBezTo>
                    <a:cubicBezTo>
                      <a:pt x="6379" y="394"/>
                      <a:pt x="6379" y="394"/>
                      <a:pt x="6376" y="394"/>
                    </a:cubicBezTo>
                    <a:cubicBezTo>
                      <a:pt x="6376" y="396"/>
                      <a:pt x="6372" y="401"/>
                      <a:pt x="6370" y="403"/>
                    </a:cubicBezTo>
                    <a:cubicBezTo>
                      <a:pt x="6366" y="410"/>
                      <a:pt x="6364" y="416"/>
                      <a:pt x="6357" y="418"/>
                    </a:cubicBezTo>
                    <a:lnTo>
                      <a:pt x="6357" y="421"/>
                    </a:lnTo>
                    <a:lnTo>
                      <a:pt x="6355" y="421"/>
                    </a:lnTo>
                    <a:cubicBezTo>
                      <a:pt x="6355" y="425"/>
                      <a:pt x="6353" y="427"/>
                      <a:pt x="6353" y="427"/>
                    </a:cubicBezTo>
                    <a:cubicBezTo>
                      <a:pt x="6353" y="429"/>
                      <a:pt x="6349" y="429"/>
                      <a:pt x="6349" y="429"/>
                    </a:cubicBezTo>
                    <a:cubicBezTo>
                      <a:pt x="6344" y="439"/>
                      <a:pt x="6340" y="445"/>
                      <a:pt x="6332" y="452"/>
                    </a:cubicBezTo>
                    <a:cubicBezTo>
                      <a:pt x="6332" y="454"/>
                      <a:pt x="6328" y="458"/>
                      <a:pt x="6325" y="460"/>
                    </a:cubicBezTo>
                    <a:cubicBezTo>
                      <a:pt x="6319" y="470"/>
                      <a:pt x="6313" y="479"/>
                      <a:pt x="6307" y="485"/>
                    </a:cubicBezTo>
                    <a:lnTo>
                      <a:pt x="6307" y="488"/>
                    </a:lnTo>
                    <a:lnTo>
                      <a:pt x="6304" y="488"/>
                    </a:lnTo>
                    <a:cubicBezTo>
                      <a:pt x="6282" y="519"/>
                      <a:pt x="6262" y="547"/>
                      <a:pt x="6240" y="574"/>
                    </a:cubicBezTo>
                    <a:cubicBezTo>
                      <a:pt x="6237" y="578"/>
                      <a:pt x="6234" y="584"/>
                      <a:pt x="6231" y="587"/>
                    </a:cubicBezTo>
                    <a:cubicBezTo>
                      <a:pt x="4624" y="2615"/>
                      <a:pt x="2407" y="3962"/>
                      <a:pt x="1" y="4509"/>
                    </a:cubicBezTo>
                    <a:cubicBezTo>
                      <a:pt x="231" y="4877"/>
                      <a:pt x="496" y="5225"/>
                      <a:pt x="787" y="5547"/>
                    </a:cubicBezTo>
                    <a:cubicBezTo>
                      <a:pt x="3007" y="4653"/>
                      <a:pt x="4955" y="3035"/>
                      <a:pt x="6246" y="801"/>
                    </a:cubicBezTo>
                    <a:cubicBezTo>
                      <a:pt x="6265" y="768"/>
                      <a:pt x="6283" y="737"/>
                      <a:pt x="6302" y="703"/>
                    </a:cubicBezTo>
                    <a:cubicBezTo>
                      <a:pt x="6311" y="687"/>
                      <a:pt x="6320" y="669"/>
                      <a:pt x="6329" y="650"/>
                    </a:cubicBezTo>
                    <a:cubicBezTo>
                      <a:pt x="6351" y="610"/>
                      <a:pt x="6371" y="571"/>
                      <a:pt x="6394" y="531"/>
                    </a:cubicBezTo>
                    <a:cubicBezTo>
                      <a:pt x="6397" y="527"/>
                      <a:pt x="6397" y="524"/>
                      <a:pt x="6400" y="521"/>
                    </a:cubicBezTo>
                    <a:cubicBezTo>
                      <a:pt x="6404" y="517"/>
                      <a:pt x="6404" y="515"/>
                      <a:pt x="6406" y="509"/>
                    </a:cubicBezTo>
                    <a:lnTo>
                      <a:pt x="6406" y="506"/>
                    </a:lnTo>
                    <a:lnTo>
                      <a:pt x="6412" y="500"/>
                    </a:lnTo>
                    <a:cubicBezTo>
                      <a:pt x="6416" y="494"/>
                      <a:pt x="6420" y="488"/>
                      <a:pt x="6422" y="481"/>
                    </a:cubicBezTo>
                    <a:cubicBezTo>
                      <a:pt x="6426" y="479"/>
                      <a:pt x="6428" y="473"/>
                      <a:pt x="6428" y="466"/>
                    </a:cubicBezTo>
                    <a:cubicBezTo>
                      <a:pt x="6432" y="464"/>
                      <a:pt x="6435" y="459"/>
                      <a:pt x="6435" y="457"/>
                    </a:cubicBezTo>
                    <a:cubicBezTo>
                      <a:pt x="6437" y="457"/>
                      <a:pt x="6437" y="453"/>
                      <a:pt x="6437" y="450"/>
                    </a:cubicBezTo>
                    <a:lnTo>
                      <a:pt x="6440" y="450"/>
                    </a:lnTo>
                    <a:lnTo>
                      <a:pt x="6440" y="444"/>
                    </a:lnTo>
                    <a:cubicBezTo>
                      <a:pt x="6442" y="444"/>
                      <a:pt x="6442" y="440"/>
                      <a:pt x="6442" y="438"/>
                    </a:cubicBezTo>
                    <a:cubicBezTo>
                      <a:pt x="6446" y="438"/>
                      <a:pt x="6446" y="434"/>
                      <a:pt x="6449" y="432"/>
                    </a:cubicBezTo>
                    <a:cubicBezTo>
                      <a:pt x="6449" y="428"/>
                      <a:pt x="6453" y="422"/>
                      <a:pt x="6456" y="416"/>
                    </a:cubicBezTo>
                    <a:cubicBezTo>
                      <a:pt x="6459" y="411"/>
                      <a:pt x="6462" y="404"/>
                      <a:pt x="6468" y="397"/>
                    </a:cubicBezTo>
                    <a:cubicBezTo>
                      <a:pt x="6468" y="397"/>
                      <a:pt x="6466" y="397"/>
                      <a:pt x="6468" y="395"/>
                    </a:cubicBezTo>
                    <a:cubicBezTo>
                      <a:pt x="6468" y="391"/>
                      <a:pt x="6472" y="389"/>
                      <a:pt x="6474" y="382"/>
                    </a:cubicBezTo>
                    <a:lnTo>
                      <a:pt x="6477" y="380"/>
                    </a:lnTo>
                    <a:cubicBezTo>
                      <a:pt x="6480" y="371"/>
                      <a:pt x="6487" y="359"/>
                      <a:pt x="6493" y="346"/>
                    </a:cubicBezTo>
                    <a:lnTo>
                      <a:pt x="6493" y="344"/>
                    </a:lnTo>
                    <a:cubicBezTo>
                      <a:pt x="6495" y="344"/>
                      <a:pt x="6495" y="344"/>
                      <a:pt x="6495" y="341"/>
                    </a:cubicBezTo>
                    <a:cubicBezTo>
                      <a:pt x="6554" y="227"/>
                      <a:pt x="6609" y="114"/>
                      <a:pt x="66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16"/>
              <p:cNvSpPr/>
              <p:nvPr/>
            </p:nvSpPr>
            <p:spPr>
              <a:xfrm>
                <a:off x="3211825" y="2091425"/>
                <a:ext cx="166425" cy="138700"/>
              </a:xfrm>
              <a:custGeom>
                <a:rect b="b" l="l" r="r" t="t"/>
                <a:pathLst>
                  <a:path extrusionOk="0" h="5548" w="6657">
                    <a:moveTo>
                      <a:pt x="5871" y="0"/>
                    </a:moveTo>
                    <a:cubicBezTo>
                      <a:pt x="3652" y="898"/>
                      <a:pt x="1703" y="2512"/>
                      <a:pt x="416" y="4747"/>
                    </a:cubicBezTo>
                    <a:cubicBezTo>
                      <a:pt x="395" y="4780"/>
                      <a:pt x="376" y="4817"/>
                      <a:pt x="358" y="4851"/>
                    </a:cubicBezTo>
                    <a:cubicBezTo>
                      <a:pt x="349" y="4866"/>
                      <a:pt x="340" y="4882"/>
                      <a:pt x="330" y="4899"/>
                    </a:cubicBezTo>
                    <a:cubicBezTo>
                      <a:pt x="309" y="4935"/>
                      <a:pt x="287" y="4974"/>
                      <a:pt x="269" y="5013"/>
                    </a:cubicBezTo>
                    <a:cubicBezTo>
                      <a:pt x="266" y="5016"/>
                      <a:pt x="262" y="5022"/>
                      <a:pt x="260" y="5028"/>
                    </a:cubicBezTo>
                    <a:cubicBezTo>
                      <a:pt x="257" y="5031"/>
                      <a:pt x="257" y="5036"/>
                      <a:pt x="257" y="5038"/>
                    </a:cubicBezTo>
                    <a:cubicBezTo>
                      <a:pt x="257" y="5038"/>
                      <a:pt x="255" y="5038"/>
                      <a:pt x="255" y="5041"/>
                    </a:cubicBezTo>
                    <a:cubicBezTo>
                      <a:pt x="255" y="5041"/>
                      <a:pt x="252" y="5044"/>
                      <a:pt x="252" y="5047"/>
                    </a:cubicBezTo>
                    <a:cubicBezTo>
                      <a:pt x="250" y="5052"/>
                      <a:pt x="246" y="5058"/>
                      <a:pt x="243" y="5064"/>
                    </a:cubicBezTo>
                    <a:cubicBezTo>
                      <a:pt x="241" y="5068"/>
                      <a:pt x="237" y="5074"/>
                      <a:pt x="235" y="5080"/>
                    </a:cubicBezTo>
                    <a:cubicBezTo>
                      <a:pt x="231" y="5083"/>
                      <a:pt x="231" y="5087"/>
                      <a:pt x="231" y="5089"/>
                    </a:cubicBezTo>
                    <a:cubicBezTo>
                      <a:pt x="231" y="5089"/>
                      <a:pt x="229" y="5089"/>
                      <a:pt x="229" y="5092"/>
                    </a:cubicBezTo>
                    <a:cubicBezTo>
                      <a:pt x="225" y="5094"/>
                      <a:pt x="222" y="5101"/>
                      <a:pt x="222" y="5108"/>
                    </a:cubicBezTo>
                    <a:lnTo>
                      <a:pt x="220" y="5108"/>
                    </a:lnTo>
                    <a:cubicBezTo>
                      <a:pt x="220" y="5110"/>
                      <a:pt x="217" y="5114"/>
                      <a:pt x="217" y="5116"/>
                    </a:cubicBezTo>
                    <a:cubicBezTo>
                      <a:pt x="214" y="5120"/>
                      <a:pt x="211" y="5123"/>
                      <a:pt x="211" y="5129"/>
                    </a:cubicBezTo>
                    <a:cubicBezTo>
                      <a:pt x="205" y="5136"/>
                      <a:pt x="200" y="5142"/>
                      <a:pt x="198" y="5151"/>
                    </a:cubicBezTo>
                    <a:cubicBezTo>
                      <a:pt x="194" y="5155"/>
                      <a:pt x="194" y="5157"/>
                      <a:pt x="191" y="5165"/>
                    </a:cubicBezTo>
                    <a:lnTo>
                      <a:pt x="191" y="5167"/>
                    </a:lnTo>
                    <a:cubicBezTo>
                      <a:pt x="183" y="5180"/>
                      <a:pt x="176" y="5191"/>
                      <a:pt x="169" y="5204"/>
                    </a:cubicBezTo>
                    <a:lnTo>
                      <a:pt x="169" y="5207"/>
                    </a:lnTo>
                    <a:cubicBezTo>
                      <a:pt x="112" y="5320"/>
                      <a:pt x="56" y="5434"/>
                      <a:pt x="0" y="5547"/>
                    </a:cubicBezTo>
                    <a:cubicBezTo>
                      <a:pt x="40" y="5490"/>
                      <a:pt x="85" y="5430"/>
                      <a:pt x="127" y="5372"/>
                    </a:cubicBezTo>
                    <a:cubicBezTo>
                      <a:pt x="133" y="5359"/>
                      <a:pt x="143" y="5347"/>
                      <a:pt x="152" y="5335"/>
                    </a:cubicBezTo>
                    <a:cubicBezTo>
                      <a:pt x="178" y="5301"/>
                      <a:pt x="201" y="5264"/>
                      <a:pt x="229" y="5230"/>
                    </a:cubicBezTo>
                    <a:lnTo>
                      <a:pt x="231" y="5228"/>
                    </a:lnTo>
                    <a:cubicBezTo>
                      <a:pt x="238" y="5215"/>
                      <a:pt x="247" y="5207"/>
                      <a:pt x="256" y="5193"/>
                    </a:cubicBezTo>
                    <a:cubicBezTo>
                      <a:pt x="258" y="5189"/>
                      <a:pt x="262" y="5183"/>
                      <a:pt x="265" y="5181"/>
                    </a:cubicBezTo>
                    <a:lnTo>
                      <a:pt x="268" y="5178"/>
                    </a:lnTo>
                    <a:cubicBezTo>
                      <a:pt x="268" y="5174"/>
                      <a:pt x="268" y="5174"/>
                      <a:pt x="271" y="5172"/>
                    </a:cubicBezTo>
                    <a:lnTo>
                      <a:pt x="273" y="5172"/>
                    </a:lnTo>
                    <a:cubicBezTo>
                      <a:pt x="273" y="5166"/>
                      <a:pt x="279" y="5162"/>
                      <a:pt x="282" y="5156"/>
                    </a:cubicBezTo>
                    <a:cubicBezTo>
                      <a:pt x="282" y="5156"/>
                      <a:pt x="282" y="5154"/>
                      <a:pt x="284" y="5154"/>
                    </a:cubicBezTo>
                    <a:cubicBezTo>
                      <a:pt x="284" y="5150"/>
                      <a:pt x="288" y="5150"/>
                      <a:pt x="291" y="5147"/>
                    </a:cubicBezTo>
                    <a:cubicBezTo>
                      <a:pt x="291" y="5141"/>
                      <a:pt x="297" y="5139"/>
                      <a:pt x="300" y="5132"/>
                    </a:cubicBezTo>
                    <a:cubicBezTo>
                      <a:pt x="300" y="5128"/>
                      <a:pt x="304" y="5128"/>
                      <a:pt x="307" y="5125"/>
                    </a:cubicBezTo>
                    <a:cubicBezTo>
                      <a:pt x="307" y="5121"/>
                      <a:pt x="307" y="5121"/>
                      <a:pt x="309" y="5119"/>
                    </a:cubicBezTo>
                    <a:cubicBezTo>
                      <a:pt x="309" y="5119"/>
                      <a:pt x="309" y="5116"/>
                      <a:pt x="312" y="5116"/>
                    </a:cubicBezTo>
                    <a:cubicBezTo>
                      <a:pt x="314" y="5110"/>
                      <a:pt x="320" y="5101"/>
                      <a:pt x="327" y="5094"/>
                    </a:cubicBezTo>
                    <a:lnTo>
                      <a:pt x="336" y="5085"/>
                    </a:lnTo>
                    <a:cubicBezTo>
                      <a:pt x="341" y="5077"/>
                      <a:pt x="348" y="5068"/>
                      <a:pt x="354" y="5058"/>
                    </a:cubicBezTo>
                    <a:lnTo>
                      <a:pt x="356" y="5058"/>
                    </a:lnTo>
                    <a:cubicBezTo>
                      <a:pt x="375" y="5030"/>
                      <a:pt x="400" y="4999"/>
                      <a:pt x="423" y="4972"/>
                    </a:cubicBezTo>
                    <a:cubicBezTo>
                      <a:pt x="423" y="4968"/>
                      <a:pt x="426" y="4961"/>
                      <a:pt x="433" y="4959"/>
                    </a:cubicBezTo>
                    <a:cubicBezTo>
                      <a:pt x="2033" y="2933"/>
                      <a:pt x="4250" y="1589"/>
                      <a:pt x="6657" y="1038"/>
                    </a:cubicBezTo>
                    <a:cubicBezTo>
                      <a:pt x="6426" y="668"/>
                      <a:pt x="6161" y="321"/>
                      <a:pt x="58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16"/>
              <p:cNvSpPr/>
              <p:nvPr/>
            </p:nvSpPr>
            <p:spPr>
              <a:xfrm>
                <a:off x="3090175" y="2058675"/>
                <a:ext cx="138625" cy="166525"/>
              </a:xfrm>
              <a:custGeom>
                <a:rect b="b" l="l" r="r" t="t"/>
                <a:pathLst>
                  <a:path extrusionOk="0" h="6661" w="5545">
                    <a:moveTo>
                      <a:pt x="1034" y="1"/>
                    </a:moveTo>
                    <a:cubicBezTo>
                      <a:pt x="668" y="232"/>
                      <a:pt x="320" y="496"/>
                      <a:pt x="0" y="788"/>
                    </a:cubicBezTo>
                    <a:cubicBezTo>
                      <a:pt x="895" y="3008"/>
                      <a:pt x="2512" y="4955"/>
                      <a:pt x="4747" y="6248"/>
                    </a:cubicBezTo>
                    <a:cubicBezTo>
                      <a:pt x="4773" y="6263"/>
                      <a:pt x="4802" y="6278"/>
                      <a:pt x="4829" y="6294"/>
                    </a:cubicBezTo>
                    <a:cubicBezTo>
                      <a:pt x="4850" y="6306"/>
                      <a:pt x="4871" y="6318"/>
                      <a:pt x="4896" y="6331"/>
                    </a:cubicBezTo>
                    <a:cubicBezTo>
                      <a:pt x="4936" y="6356"/>
                      <a:pt x="4977" y="6378"/>
                      <a:pt x="5016" y="6395"/>
                    </a:cubicBezTo>
                    <a:cubicBezTo>
                      <a:pt x="5018" y="6401"/>
                      <a:pt x="5022" y="6403"/>
                      <a:pt x="5027" y="6403"/>
                    </a:cubicBezTo>
                    <a:cubicBezTo>
                      <a:pt x="5028" y="6403"/>
                      <a:pt x="5030" y="6403"/>
                      <a:pt x="5031" y="6402"/>
                    </a:cubicBezTo>
                    <a:cubicBezTo>
                      <a:pt x="5031" y="6405"/>
                      <a:pt x="5031" y="6406"/>
                      <a:pt x="5032" y="6406"/>
                    </a:cubicBezTo>
                    <a:cubicBezTo>
                      <a:pt x="5032" y="6406"/>
                      <a:pt x="5033" y="6406"/>
                      <a:pt x="5034" y="6404"/>
                    </a:cubicBezTo>
                    <a:cubicBezTo>
                      <a:pt x="5034" y="6404"/>
                      <a:pt x="5037" y="6408"/>
                      <a:pt x="5039" y="6408"/>
                    </a:cubicBezTo>
                    <a:cubicBezTo>
                      <a:pt x="5040" y="6408"/>
                      <a:pt x="5040" y="6408"/>
                      <a:pt x="5041" y="6407"/>
                    </a:cubicBezTo>
                    <a:cubicBezTo>
                      <a:pt x="5041" y="6407"/>
                      <a:pt x="5043" y="6411"/>
                      <a:pt x="5045" y="6411"/>
                    </a:cubicBezTo>
                    <a:cubicBezTo>
                      <a:pt x="5046" y="6411"/>
                      <a:pt x="5046" y="6410"/>
                      <a:pt x="5047" y="6410"/>
                    </a:cubicBezTo>
                    <a:cubicBezTo>
                      <a:pt x="5052" y="6416"/>
                      <a:pt x="5059" y="6419"/>
                      <a:pt x="5065" y="6419"/>
                    </a:cubicBezTo>
                    <a:cubicBezTo>
                      <a:pt x="5070" y="6425"/>
                      <a:pt x="5072" y="6428"/>
                      <a:pt x="5078" y="6428"/>
                    </a:cubicBezTo>
                    <a:cubicBezTo>
                      <a:pt x="5078" y="6430"/>
                      <a:pt x="5082" y="6430"/>
                      <a:pt x="5085" y="6430"/>
                    </a:cubicBezTo>
                    <a:cubicBezTo>
                      <a:pt x="5085" y="6433"/>
                      <a:pt x="5088" y="6433"/>
                      <a:pt x="5091" y="6433"/>
                    </a:cubicBezTo>
                    <a:cubicBezTo>
                      <a:pt x="5093" y="6436"/>
                      <a:pt x="5097" y="6439"/>
                      <a:pt x="5101" y="6439"/>
                    </a:cubicBezTo>
                    <a:cubicBezTo>
                      <a:pt x="5103" y="6442"/>
                      <a:pt x="5107" y="6442"/>
                      <a:pt x="5109" y="6442"/>
                    </a:cubicBezTo>
                    <a:cubicBezTo>
                      <a:pt x="5109" y="6442"/>
                      <a:pt x="5113" y="6445"/>
                      <a:pt x="5116" y="6445"/>
                    </a:cubicBezTo>
                    <a:cubicBezTo>
                      <a:pt x="5118" y="6451"/>
                      <a:pt x="5124" y="6454"/>
                      <a:pt x="5131" y="6454"/>
                    </a:cubicBezTo>
                    <a:cubicBezTo>
                      <a:pt x="5137" y="6456"/>
                      <a:pt x="5143" y="6460"/>
                      <a:pt x="5149" y="6462"/>
                    </a:cubicBezTo>
                    <a:lnTo>
                      <a:pt x="5152" y="6462"/>
                    </a:lnTo>
                    <a:cubicBezTo>
                      <a:pt x="5154" y="6469"/>
                      <a:pt x="5158" y="6469"/>
                      <a:pt x="5160" y="6469"/>
                    </a:cubicBezTo>
                    <a:lnTo>
                      <a:pt x="5163" y="6469"/>
                    </a:lnTo>
                    <a:cubicBezTo>
                      <a:pt x="5176" y="6478"/>
                      <a:pt x="5188" y="6488"/>
                      <a:pt x="5204" y="6491"/>
                    </a:cubicBezTo>
                    <a:cubicBezTo>
                      <a:pt x="5317" y="6553"/>
                      <a:pt x="5431" y="6607"/>
                      <a:pt x="5544" y="6660"/>
                    </a:cubicBezTo>
                    <a:cubicBezTo>
                      <a:pt x="5489" y="6622"/>
                      <a:pt x="5437" y="6586"/>
                      <a:pt x="5386" y="6548"/>
                    </a:cubicBezTo>
                    <a:cubicBezTo>
                      <a:pt x="5367" y="6534"/>
                      <a:pt x="5351" y="6523"/>
                      <a:pt x="5334" y="6511"/>
                    </a:cubicBezTo>
                    <a:cubicBezTo>
                      <a:pt x="5300" y="6485"/>
                      <a:pt x="5263" y="6460"/>
                      <a:pt x="5230" y="6433"/>
                    </a:cubicBezTo>
                    <a:lnTo>
                      <a:pt x="5226" y="6433"/>
                    </a:lnTo>
                    <a:cubicBezTo>
                      <a:pt x="5215" y="6424"/>
                      <a:pt x="5206" y="6415"/>
                      <a:pt x="5193" y="6405"/>
                    </a:cubicBezTo>
                    <a:cubicBezTo>
                      <a:pt x="5189" y="6403"/>
                      <a:pt x="5183" y="6399"/>
                      <a:pt x="5180" y="6397"/>
                    </a:cubicBezTo>
                    <a:cubicBezTo>
                      <a:pt x="5178" y="6397"/>
                      <a:pt x="5174" y="6393"/>
                      <a:pt x="5171" y="6390"/>
                    </a:cubicBezTo>
                    <a:cubicBezTo>
                      <a:pt x="5168" y="6387"/>
                      <a:pt x="5160" y="6384"/>
                      <a:pt x="5158" y="6378"/>
                    </a:cubicBezTo>
                    <a:lnTo>
                      <a:pt x="5155" y="6378"/>
                    </a:lnTo>
                    <a:cubicBezTo>
                      <a:pt x="5153" y="6374"/>
                      <a:pt x="5149" y="6374"/>
                      <a:pt x="5147" y="6368"/>
                    </a:cubicBezTo>
                    <a:cubicBezTo>
                      <a:pt x="5140" y="6368"/>
                      <a:pt x="5138" y="6362"/>
                      <a:pt x="5131" y="6359"/>
                    </a:cubicBezTo>
                    <a:cubicBezTo>
                      <a:pt x="5131" y="6359"/>
                      <a:pt x="5128" y="6359"/>
                      <a:pt x="5128" y="6357"/>
                    </a:cubicBezTo>
                    <a:cubicBezTo>
                      <a:pt x="5126" y="6357"/>
                      <a:pt x="5122" y="6353"/>
                      <a:pt x="5119" y="6351"/>
                    </a:cubicBezTo>
                    <a:lnTo>
                      <a:pt x="5119" y="6348"/>
                    </a:lnTo>
                    <a:cubicBezTo>
                      <a:pt x="5113" y="6346"/>
                      <a:pt x="5104" y="6341"/>
                      <a:pt x="5097" y="6332"/>
                    </a:cubicBezTo>
                    <a:cubicBezTo>
                      <a:pt x="5091" y="6330"/>
                      <a:pt x="5088" y="6326"/>
                      <a:pt x="5082" y="6323"/>
                    </a:cubicBezTo>
                    <a:cubicBezTo>
                      <a:pt x="5073" y="6318"/>
                      <a:pt x="5066" y="6312"/>
                      <a:pt x="5057" y="6305"/>
                    </a:cubicBezTo>
                    <a:lnTo>
                      <a:pt x="5057" y="6302"/>
                    </a:lnTo>
                    <a:cubicBezTo>
                      <a:pt x="5030" y="6285"/>
                      <a:pt x="5002" y="6263"/>
                      <a:pt x="4975" y="6238"/>
                    </a:cubicBezTo>
                    <a:cubicBezTo>
                      <a:pt x="4968" y="6234"/>
                      <a:pt x="4966" y="6232"/>
                      <a:pt x="4959" y="6225"/>
                    </a:cubicBezTo>
                    <a:cubicBezTo>
                      <a:pt x="2934" y="4624"/>
                      <a:pt x="1585" y="2408"/>
                      <a:pt x="10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16"/>
              <p:cNvSpPr/>
              <p:nvPr/>
            </p:nvSpPr>
            <p:spPr>
              <a:xfrm>
                <a:off x="3206850" y="2213075"/>
                <a:ext cx="138700" cy="166425"/>
              </a:xfrm>
              <a:custGeom>
                <a:rect b="b" l="l" r="r" t="t"/>
                <a:pathLst>
                  <a:path extrusionOk="0" h="6657" w="5548">
                    <a:moveTo>
                      <a:pt x="0" y="0"/>
                    </a:moveTo>
                    <a:lnTo>
                      <a:pt x="0" y="0"/>
                    </a:lnTo>
                    <a:cubicBezTo>
                      <a:pt x="55" y="37"/>
                      <a:pt x="109" y="78"/>
                      <a:pt x="162" y="118"/>
                    </a:cubicBezTo>
                    <a:cubicBezTo>
                      <a:pt x="181" y="126"/>
                      <a:pt x="196" y="139"/>
                      <a:pt x="212" y="151"/>
                    </a:cubicBezTo>
                    <a:cubicBezTo>
                      <a:pt x="248" y="177"/>
                      <a:pt x="281" y="204"/>
                      <a:pt x="318" y="228"/>
                    </a:cubicBezTo>
                    <a:lnTo>
                      <a:pt x="318" y="231"/>
                    </a:lnTo>
                    <a:cubicBezTo>
                      <a:pt x="330" y="238"/>
                      <a:pt x="339" y="247"/>
                      <a:pt x="352" y="255"/>
                    </a:cubicBezTo>
                    <a:cubicBezTo>
                      <a:pt x="356" y="258"/>
                      <a:pt x="362" y="262"/>
                      <a:pt x="364" y="265"/>
                    </a:cubicBezTo>
                    <a:cubicBezTo>
                      <a:pt x="367" y="265"/>
                      <a:pt x="372" y="269"/>
                      <a:pt x="374" y="271"/>
                    </a:cubicBezTo>
                    <a:lnTo>
                      <a:pt x="374" y="274"/>
                    </a:lnTo>
                    <a:cubicBezTo>
                      <a:pt x="379" y="274"/>
                      <a:pt x="385" y="280"/>
                      <a:pt x="392" y="286"/>
                    </a:cubicBezTo>
                    <a:cubicBezTo>
                      <a:pt x="394" y="286"/>
                      <a:pt x="398" y="290"/>
                      <a:pt x="400" y="293"/>
                    </a:cubicBezTo>
                    <a:cubicBezTo>
                      <a:pt x="408" y="295"/>
                      <a:pt x="411" y="300"/>
                      <a:pt x="414" y="302"/>
                    </a:cubicBezTo>
                    <a:cubicBezTo>
                      <a:pt x="416" y="302"/>
                      <a:pt x="416" y="302"/>
                      <a:pt x="416" y="305"/>
                    </a:cubicBezTo>
                    <a:cubicBezTo>
                      <a:pt x="419" y="305"/>
                      <a:pt x="423" y="309"/>
                      <a:pt x="425" y="311"/>
                    </a:cubicBezTo>
                    <a:lnTo>
                      <a:pt x="425" y="314"/>
                    </a:lnTo>
                    <a:cubicBezTo>
                      <a:pt x="427" y="312"/>
                      <a:pt x="428" y="312"/>
                      <a:pt x="428" y="312"/>
                    </a:cubicBezTo>
                    <a:cubicBezTo>
                      <a:pt x="428" y="312"/>
                      <a:pt x="428" y="312"/>
                      <a:pt x="428" y="314"/>
                    </a:cubicBezTo>
                    <a:cubicBezTo>
                      <a:pt x="437" y="316"/>
                      <a:pt x="444" y="322"/>
                      <a:pt x="450" y="330"/>
                    </a:cubicBezTo>
                    <a:cubicBezTo>
                      <a:pt x="456" y="332"/>
                      <a:pt x="460" y="336"/>
                      <a:pt x="462" y="338"/>
                    </a:cubicBezTo>
                    <a:cubicBezTo>
                      <a:pt x="472" y="343"/>
                      <a:pt x="481" y="350"/>
                      <a:pt x="487" y="356"/>
                    </a:cubicBezTo>
                    <a:lnTo>
                      <a:pt x="487" y="358"/>
                    </a:lnTo>
                    <a:cubicBezTo>
                      <a:pt x="518" y="377"/>
                      <a:pt x="547" y="402"/>
                      <a:pt x="574" y="425"/>
                    </a:cubicBezTo>
                    <a:cubicBezTo>
                      <a:pt x="580" y="430"/>
                      <a:pt x="585" y="433"/>
                      <a:pt x="591" y="439"/>
                    </a:cubicBezTo>
                    <a:cubicBezTo>
                      <a:pt x="2617" y="2040"/>
                      <a:pt x="3961" y="4256"/>
                      <a:pt x="4511" y="6657"/>
                    </a:cubicBezTo>
                    <a:cubicBezTo>
                      <a:pt x="4879" y="6426"/>
                      <a:pt x="5224" y="6161"/>
                      <a:pt x="5547" y="5872"/>
                    </a:cubicBezTo>
                    <a:cubicBezTo>
                      <a:pt x="4651" y="3654"/>
                      <a:pt x="3035" y="1707"/>
                      <a:pt x="801" y="418"/>
                    </a:cubicBezTo>
                    <a:cubicBezTo>
                      <a:pt x="773" y="403"/>
                      <a:pt x="745" y="387"/>
                      <a:pt x="718" y="372"/>
                    </a:cubicBezTo>
                    <a:cubicBezTo>
                      <a:pt x="694" y="356"/>
                      <a:pt x="669" y="345"/>
                      <a:pt x="644" y="332"/>
                    </a:cubicBezTo>
                    <a:cubicBezTo>
                      <a:pt x="608" y="307"/>
                      <a:pt x="571" y="288"/>
                      <a:pt x="531" y="270"/>
                    </a:cubicBezTo>
                    <a:cubicBezTo>
                      <a:pt x="526" y="263"/>
                      <a:pt x="519" y="260"/>
                      <a:pt x="513" y="260"/>
                    </a:cubicBezTo>
                    <a:cubicBezTo>
                      <a:pt x="513" y="260"/>
                      <a:pt x="509" y="254"/>
                      <a:pt x="507" y="254"/>
                    </a:cubicBezTo>
                    <a:cubicBezTo>
                      <a:pt x="507" y="254"/>
                      <a:pt x="503" y="252"/>
                      <a:pt x="501" y="252"/>
                    </a:cubicBezTo>
                    <a:cubicBezTo>
                      <a:pt x="493" y="249"/>
                      <a:pt x="488" y="245"/>
                      <a:pt x="482" y="243"/>
                    </a:cubicBezTo>
                    <a:cubicBezTo>
                      <a:pt x="478" y="239"/>
                      <a:pt x="476" y="237"/>
                      <a:pt x="470" y="237"/>
                    </a:cubicBezTo>
                    <a:cubicBezTo>
                      <a:pt x="467" y="233"/>
                      <a:pt x="462" y="229"/>
                      <a:pt x="460" y="229"/>
                    </a:cubicBezTo>
                    <a:cubicBezTo>
                      <a:pt x="460" y="229"/>
                      <a:pt x="456" y="227"/>
                      <a:pt x="454" y="227"/>
                    </a:cubicBezTo>
                    <a:cubicBezTo>
                      <a:pt x="451" y="223"/>
                      <a:pt x="447" y="223"/>
                      <a:pt x="445" y="221"/>
                    </a:cubicBezTo>
                    <a:cubicBezTo>
                      <a:pt x="445" y="221"/>
                      <a:pt x="441" y="221"/>
                      <a:pt x="439" y="218"/>
                    </a:cubicBezTo>
                    <a:cubicBezTo>
                      <a:pt x="436" y="218"/>
                      <a:pt x="431" y="216"/>
                      <a:pt x="429" y="216"/>
                    </a:cubicBezTo>
                    <a:cubicBezTo>
                      <a:pt x="426" y="213"/>
                      <a:pt x="420" y="209"/>
                      <a:pt x="414" y="207"/>
                    </a:cubicBezTo>
                    <a:cubicBezTo>
                      <a:pt x="411" y="204"/>
                      <a:pt x="405" y="201"/>
                      <a:pt x="398" y="197"/>
                    </a:cubicBezTo>
                    <a:lnTo>
                      <a:pt x="395" y="197"/>
                    </a:lnTo>
                    <a:cubicBezTo>
                      <a:pt x="392" y="193"/>
                      <a:pt x="389" y="193"/>
                      <a:pt x="383" y="191"/>
                    </a:cubicBezTo>
                    <a:cubicBezTo>
                      <a:pt x="370" y="185"/>
                      <a:pt x="358" y="176"/>
                      <a:pt x="343" y="170"/>
                    </a:cubicBezTo>
                    <a:lnTo>
                      <a:pt x="341" y="170"/>
                    </a:lnTo>
                    <a:cubicBezTo>
                      <a:pt x="227" y="111"/>
                      <a:pt x="114" y="5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 name="Google Shape;1257;p16"/>
            <p:cNvGrpSpPr/>
            <p:nvPr/>
          </p:nvGrpSpPr>
          <p:grpSpPr>
            <a:xfrm>
              <a:off x="844169" y="4443634"/>
              <a:ext cx="587911" cy="563023"/>
              <a:chOff x="-2758050" y="2287950"/>
              <a:chExt cx="370875" cy="355175"/>
            </a:xfrm>
          </p:grpSpPr>
          <p:sp>
            <p:nvSpPr>
              <p:cNvPr id="1258" name="Google Shape;1258;p16"/>
              <p:cNvSpPr/>
              <p:nvPr/>
            </p:nvSpPr>
            <p:spPr>
              <a:xfrm>
                <a:off x="-2758050" y="2287950"/>
                <a:ext cx="370875" cy="355175"/>
              </a:xfrm>
              <a:custGeom>
                <a:rect b="b" l="l" r="r" t="t"/>
                <a:pathLst>
                  <a:path extrusionOk="0" h="14207" w="14835">
                    <a:moveTo>
                      <a:pt x="7426" y="0"/>
                    </a:moveTo>
                    <a:cubicBezTo>
                      <a:pt x="5114" y="0"/>
                      <a:pt x="2833" y="1125"/>
                      <a:pt x="1456" y="3245"/>
                    </a:cubicBezTo>
                    <a:cubicBezTo>
                      <a:pt x="150" y="5257"/>
                      <a:pt x="1" y="7746"/>
                      <a:pt x="879" y="9854"/>
                    </a:cubicBezTo>
                    <a:cubicBezTo>
                      <a:pt x="881" y="9869"/>
                      <a:pt x="884" y="9880"/>
                      <a:pt x="889" y="9891"/>
                    </a:cubicBezTo>
                    <a:cubicBezTo>
                      <a:pt x="913" y="9946"/>
                      <a:pt x="936" y="9999"/>
                      <a:pt x="959" y="10051"/>
                    </a:cubicBezTo>
                    <a:cubicBezTo>
                      <a:pt x="961" y="10056"/>
                      <a:pt x="963" y="10061"/>
                      <a:pt x="966" y="10066"/>
                    </a:cubicBezTo>
                    <a:cubicBezTo>
                      <a:pt x="977" y="10092"/>
                      <a:pt x="990" y="10118"/>
                      <a:pt x="1002" y="10144"/>
                    </a:cubicBezTo>
                    <a:cubicBezTo>
                      <a:pt x="1008" y="10158"/>
                      <a:pt x="1013" y="10169"/>
                      <a:pt x="1019" y="10181"/>
                    </a:cubicBezTo>
                    <a:cubicBezTo>
                      <a:pt x="1042" y="10228"/>
                      <a:pt x="1065" y="10274"/>
                      <a:pt x="1088" y="10321"/>
                    </a:cubicBezTo>
                    <a:lnTo>
                      <a:pt x="1104" y="10352"/>
                    </a:lnTo>
                    <a:lnTo>
                      <a:pt x="1142" y="10426"/>
                    </a:lnTo>
                    <a:cubicBezTo>
                      <a:pt x="1150" y="10439"/>
                      <a:pt x="1157" y="10455"/>
                      <a:pt x="1166" y="10469"/>
                    </a:cubicBezTo>
                    <a:cubicBezTo>
                      <a:pt x="1186" y="10508"/>
                      <a:pt x="1207" y="10546"/>
                      <a:pt x="1229" y="10584"/>
                    </a:cubicBezTo>
                    <a:cubicBezTo>
                      <a:pt x="1238" y="10600"/>
                      <a:pt x="1246" y="10618"/>
                      <a:pt x="1256" y="10633"/>
                    </a:cubicBezTo>
                    <a:lnTo>
                      <a:pt x="1295" y="10698"/>
                    </a:lnTo>
                    <a:cubicBezTo>
                      <a:pt x="1305" y="10716"/>
                      <a:pt x="1315" y="10733"/>
                      <a:pt x="1326" y="10750"/>
                    </a:cubicBezTo>
                    <a:cubicBezTo>
                      <a:pt x="1343" y="10781"/>
                      <a:pt x="1362" y="10811"/>
                      <a:pt x="1380" y="10842"/>
                    </a:cubicBezTo>
                    <a:cubicBezTo>
                      <a:pt x="1395" y="10864"/>
                      <a:pt x="1408" y="10886"/>
                      <a:pt x="1422" y="10908"/>
                    </a:cubicBezTo>
                    <a:cubicBezTo>
                      <a:pt x="1435" y="10927"/>
                      <a:pt x="1446" y="10947"/>
                      <a:pt x="1460" y="10966"/>
                    </a:cubicBezTo>
                    <a:cubicBezTo>
                      <a:pt x="1472" y="10986"/>
                      <a:pt x="1487" y="11007"/>
                      <a:pt x="1499" y="11028"/>
                    </a:cubicBezTo>
                    <a:lnTo>
                      <a:pt x="1545" y="11098"/>
                    </a:lnTo>
                    <a:cubicBezTo>
                      <a:pt x="1564" y="11125"/>
                      <a:pt x="1583" y="11150"/>
                      <a:pt x="1600" y="11177"/>
                    </a:cubicBezTo>
                    <a:cubicBezTo>
                      <a:pt x="1612" y="11194"/>
                      <a:pt x="1623" y="11211"/>
                      <a:pt x="1636" y="11228"/>
                    </a:cubicBezTo>
                    <a:cubicBezTo>
                      <a:pt x="1653" y="11250"/>
                      <a:pt x="1670" y="11275"/>
                      <a:pt x="1687" y="11299"/>
                    </a:cubicBezTo>
                    <a:cubicBezTo>
                      <a:pt x="1698" y="11315"/>
                      <a:pt x="1711" y="11332"/>
                      <a:pt x="1724" y="11348"/>
                    </a:cubicBezTo>
                    <a:cubicBezTo>
                      <a:pt x="1746" y="11378"/>
                      <a:pt x="1769" y="11409"/>
                      <a:pt x="1792" y="11439"/>
                    </a:cubicBezTo>
                    <a:cubicBezTo>
                      <a:pt x="1803" y="11454"/>
                      <a:pt x="1814" y="11467"/>
                      <a:pt x="1826" y="11483"/>
                    </a:cubicBezTo>
                    <a:cubicBezTo>
                      <a:pt x="1847" y="11510"/>
                      <a:pt x="1867" y="11536"/>
                      <a:pt x="1889" y="11563"/>
                    </a:cubicBezTo>
                    <a:cubicBezTo>
                      <a:pt x="1898" y="11574"/>
                      <a:pt x="1907" y="11585"/>
                      <a:pt x="1916" y="11596"/>
                    </a:cubicBezTo>
                    <a:cubicBezTo>
                      <a:pt x="1944" y="11629"/>
                      <a:pt x="1971" y="11662"/>
                      <a:pt x="1998" y="11695"/>
                    </a:cubicBezTo>
                    <a:cubicBezTo>
                      <a:pt x="2008" y="11707"/>
                      <a:pt x="2018" y="11719"/>
                      <a:pt x="2028" y="11730"/>
                    </a:cubicBezTo>
                    <a:cubicBezTo>
                      <a:pt x="2053" y="11760"/>
                      <a:pt x="2079" y="11789"/>
                      <a:pt x="2105" y="11818"/>
                    </a:cubicBezTo>
                    <a:cubicBezTo>
                      <a:pt x="2110" y="11825"/>
                      <a:pt x="2116" y="11831"/>
                      <a:pt x="2121" y="11838"/>
                    </a:cubicBezTo>
                    <a:cubicBezTo>
                      <a:pt x="2152" y="11872"/>
                      <a:pt x="2182" y="11905"/>
                      <a:pt x="2214" y="11939"/>
                    </a:cubicBezTo>
                    <a:cubicBezTo>
                      <a:pt x="2225" y="11949"/>
                      <a:pt x="2234" y="11959"/>
                      <a:pt x="2244" y="11970"/>
                    </a:cubicBezTo>
                    <a:cubicBezTo>
                      <a:pt x="2273" y="12001"/>
                      <a:pt x="2302" y="12032"/>
                      <a:pt x="2332" y="12063"/>
                    </a:cubicBezTo>
                    <a:cubicBezTo>
                      <a:pt x="2335" y="12066"/>
                      <a:pt x="2339" y="12070"/>
                      <a:pt x="2342" y="12074"/>
                    </a:cubicBezTo>
                    <a:lnTo>
                      <a:pt x="2442" y="12174"/>
                    </a:lnTo>
                    <a:cubicBezTo>
                      <a:pt x="2452" y="12183"/>
                      <a:pt x="2461" y="12193"/>
                      <a:pt x="2471" y="12202"/>
                    </a:cubicBezTo>
                    <a:cubicBezTo>
                      <a:pt x="2504" y="12234"/>
                      <a:pt x="2538" y="12266"/>
                      <a:pt x="2571" y="12297"/>
                    </a:cubicBezTo>
                    <a:cubicBezTo>
                      <a:pt x="2573" y="12298"/>
                      <a:pt x="2575" y="12300"/>
                      <a:pt x="2576" y="12302"/>
                    </a:cubicBezTo>
                    <a:cubicBezTo>
                      <a:pt x="2612" y="12334"/>
                      <a:pt x="2648" y="12368"/>
                      <a:pt x="2684" y="12400"/>
                    </a:cubicBezTo>
                    <a:cubicBezTo>
                      <a:pt x="2693" y="12408"/>
                      <a:pt x="2701" y="12417"/>
                      <a:pt x="2712" y="12425"/>
                    </a:cubicBezTo>
                    <a:cubicBezTo>
                      <a:pt x="2748" y="12457"/>
                      <a:pt x="2786" y="12489"/>
                      <a:pt x="2822" y="12520"/>
                    </a:cubicBezTo>
                    <a:lnTo>
                      <a:pt x="2823" y="12522"/>
                    </a:lnTo>
                    <a:lnTo>
                      <a:pt x="2824" y="12522"/>
                    </a:lnTo>
                    <a:cubicBezTo>
                      <a:pt x="2870" y="12560"/>
                      <a:pt x="2916" y="12597"/>
                      <a:pt x="2961" y="12633"/>
                    </a:cubicBezTo>
                    <a:lnTo>
                      <a:pt x="3000" y="12664"/>
                    </a:lnTo>
                    <a:cubicBezTo>
                      <a:pt x="3038" y="12694"/>
                      <a:pt x="3076" y="12724"/>
                      <a:pt x="3113" y="12754"/>
                    </a:cubicBezTo>
                    <a:cubicBezTo>
                      <a:pt x="3123" y="12761"/>
                      <a:pt x="3133" y="12770"/>
                      <a:pt x="3143" y="12776"/>
                    </a:cubicBezTo>
                    <a:cubicBezTo>
                      <a:pt x="3189" y="12811"/>
                      <a:pt x="3236" y="12844"/>
                      <a:pt x="3282" y="12878"/>
                    </a:cubicBezTo>
                    <a:lnTo>
                      <a:pt x="3322" y="12905"/>
                    </a:lnTo>
                    <a:cubicBezTo>
                      <a:pt x="3358" y="12931"/>
                      <a:pt x="3394" y="12955"/>
                      <a:pt x="3430" y="12979"/>
                    </a:cubicBezTo>
                    <a:cubicBezTo>
                      <a:pt x="3443" y="12989"/>
                      <a:pt x="3458" y="12999"/>
                      <a:pt x="3472" y="13009"/>
                    </a:cubicBezTo>
                    <a:cubicBezTo>
                      <a:pt x="3519" y="13040"/>
                      <a:pt x="3565" y="13071"/>
                      <a:pt x="3612" y="13101"/>
                    </a:cubicBezTo>
                    <a:cubicBezTo>
                      <a:pt x="3623" y="13108"/>
                      <a:pt x="3634" y="13115"/>
                      <a:pt x="3647" y="13122"/>
                    </a:cubicBezTo>
                    <a:cubicBezTo>
                      <a:pt x="3683" y="13146"/>
                      <a:pt x="3720" y="13168"/>
                      <a:pt x="3757" y="13191"/>
                    </a:cubicBezTo>
                    <a:cubicBezTo>
                      <a:pt x="3776" y="13201"/>
                      <a:pt x="3793" y="13213"/>
                      <a:pt x="3810" y="13224"/>
                    </a:cubicBezTo>
                    <a:cubicBezTo>
                      <a:pt x="3846" y="13245"/>
                      <a:pt x="3884" y="13266"/>
                      <a:pt x="3920" y="13287"/>
                    </a:cubicBezTo>
                    <a:cubicBezTo>
                      <a:pt x="3937" y="13296"/>
                      <a:pt x="3952" y="13304"/>
                      <a:pt x="3969" y="13313"/>
                    </a:cubicBezTo>
                    <a:lnTo>
                      <a:pt x="4097" y="13384"/>
                    </a:lnTo>
                    <a:cubicBezTo>
                      <a:pt x="4117" y="13395"/>
                      <a:pt x="4138" y="13405"/>
                      <a:pt x="4160" y="13416"/>
                    </a:cubicBezTo>
                    <a:cubicBezTo>
                      <a:pt x="4189" y="13431"/>
                      <a:pt x="4219" y="13445"/>
                      <a:pt x="4248" y="13461"/>
                    </a:cubicBezTo>
                    <a:cubicBezTo>
                      <a:pt x="4271" y="13471"/>
                      <a:pt x="4292" y="13483"/>
                      <a:pt x="4313" y="13493"/>
                    </a:cubicBezTo>
                    <a:cubicBezTo>
                      <a:pt x="4357" y="13515"/>
                      <a:pt x="4401" y="13535"/>
                      <a:pt x="4444" y="13556"/>
                    </a:cubicBezTo>
                    <a:cubicBezTo>
                      <a:pt x="4469" y="13567"/>
                      <a:pt x="4494" y="13578"/>
                      <a:pt x="4519" y="13590"/>
                    </a:cubicBezTo>
                    <a:cubicBezTo>
                      <a:pt x="4542" y="13601"/>
                      <a:pt x="4568" y="13612"/>
                      <a:pt x="4593" y="13623"/>
                    </a:cubicBezTo>
                    <a:cubicBezTo>
                      <a:pt x="4620" y="13634"/>
                      <a:pt x="4646" y="13647"/>
                      <a:pt x="4673" y="13658"/>
                    </a:cubicBezTo>
                    <a:cubicBezTo>
                      <a:pt x="4697" y="13668"/>
                      <a:pt x="4721" y="13678"/>
                      <a:pt x="4746" y="13688"/>
                    </a:cubicBezTo>
                    <a:cubicBezTo>
                      <a:pt x="4793" y="13707"/>
                      <a:pt x="4841" y="13726"/>
                      <a:pt x="4890" y="13745"/>
                    </a:cubicBezTo>
                    <a:cubicBezTo>
                      <a:pt x="4909" y="13752"/>
                      <a:pt x="4928" y="13760"/>
                      <a:pt x="4948" y="13766"/>
                    </a:cubicBezTo>
                    <a:cubicBezTo>
                      <a:pt x="4979" y="13778"/>
                      <a:pt x="5010" y="13789"/>
                      <a:pt x="5042" y="13799"/>
                    </a:cubicBezTo>
                    <a:cubicBezTo>
                      <a:pt x="5058" y="13807"/>
                      <a:pt x="5076" y="13812"/>
                      <a:pt x="5092" y="13817"/>
                    </a:cubicBezTo>
                    <a:cubicBezTo>
                      <a:pt x="5162" y="13841"/>
                      <a:pt x="5233" y="13864"/>
                      <a:pt x="5304" y="13886"/>
                    </a:cubicBezTo>
                    <a:cubicBezTo>
                      <a:pt x="5306" y="13887"/>
                      <a:pt x="5308" y="13887"/>
                      <a:pt x="5310" y="13889"/>
                    </a:cubicBezTo>
                    <a:cubicBezTo>
                      <a:pt x="5346" y="13901"/>
                      <a:pt x="5382" y="13911"/>
                      <a:pt x="5419" y="13921"/>
                    </a:cubicBezTo>
                    <a:cubicBezTo>
                      <a:pt x="5430" y="13925"/>
                      <a:pt x="5441" y="13927"/>
                      <a:pt x="5454" y="13932"/>
                    </a:cubicBezTo>
                    <a:cubicBezTo>
                      <a:pt x="5569" y="13965"/>
                      <a:pt x="5687" y="13996"/>
                      <a:pt x="5806" y="14023"/>
                    </a:cubicBezTo>
                    <a:cubicBezTo>
                      <a:pt x="5812" y="14024"/>
                      <a:pt x="5817" y="14025"/>
                      <a:pt x="5823" y="14027"/>
                    </a:cubicBezTo>
                    <a:cubicBezTo>
                      <a:pt x="5991" y="14066"/>
                      <a:pt x="6161" y="14098"/>
                      <a:pt x="6331" y="14124"/>
                    </a:cubicBezTo>
                    <a:cubicBezTo>
                      <a:pt x="6691" y="14179"/>
                      <a:pt x="7054" y="14207"/>
                      <a:pt x="7417" y="14207"/>
                    </a:cubicBezTo>
                    <a:cubicBezTo>
                      <a:pt x="9727" y="14207"/>
                      <a:pt x="12007" y="13082"/>
                      <a:pt x="13385" y="10961"/>
                    </a:cubicBezTo>
                    <a:cubicBezTo>
                      <a:pt x="14666" y="8985"/>
                      <a:pt x="14834" y="6550"/>
                      <a:pt x="14006" y="4467"/>
                    </a:cubicBezTo>
                    <a:cubicBezTo>
                      <a:pt x="14006" y="4465"/>
                      <a:pt x="14005" y="4464"/>
                      <a:pt x="14005" y="4464"/>
                    </a:cubicBezTo>
                    <a:cubicBezTo>
                      <a:pt x="13947" y="4317"/>
                      <a:pt x="13883" y="4173"/>
                      <a:pt x="13815" y="4030"/>
                    </a:cubicBezTo>
                    <a:cubicBezTo>
                      <a:pt x="13814" y="4025"/>
                      <a:pt x="13811" y="4021"/>
                      <a:pt x="13810" y="4018"/>
                    </a:cubicBezTo>
                    <a:cubicBezTo>
                      <a:pt x="13794" y="3985"/>
                      <a:pt x="13778" y="3952"/>
                      <a:pt x="13762" y="3920"/>
                    </a:cubicBezTo>
                    <a:cubicBezTo>
                      <a:pt x="13758" y="3913"/>
                      <a:pt x="13756" y="3907"/>
                      <a:pt x="13752" y="3901"/>
                    </a:cubicBezTo>
                    <a:cubicBezTo>
                      <a:pt x="13702" y="3803"/>
                      <a:pt x="13651" y="3706"/>
                      <a:pt x="13597" y="3608"/>
                    </a:cubicBezTo>
                    <a:cubicBezTo>
                      <a:pt x="13593" y="3601"/>
                      <a:pt x="13588" y="3593"/>
                      <a:pt x="13584" y="3585"/>
                    </a:cubicBezTo>
                    <a:cubicBezTo>
                      <a:pt x="13568" y="3556"/>
                      <a:pt x="13552" y="3529"/>
                      <a:pt x="13536" y="3502"/>
                    </a:cubicBezTo>
                    <a:cubicBezTo>
                      <a:pt x="13529" y="3489"/>
                      <a:pt x="13522" y="3477"/>
                      <a:pt x="13515" y="3464"/>
                    </a:cubicBezTo>
                    <a:cubicBezTo>
                      <a:pt x="13499" y="3437"/>
                      <a:pt x="13483" y="3411"/>
                      <a:pt x="13467" y="3385"/>
                    </a:cubicBezTo>
                    <a:cubicBezTo>
                      <a:pt x="13461" y="3374"/>
                      <a:pt x="13454" y="3364"/>
                      <a:pt x="13447" y="3353"/>
                    </a:cubicBezTo>
                    <a:cubicBezTo>
                      <a:pt x="13418" y="3304"/>
                      <a:pt x="13388" y="3257"/>
                      <a:pt x="13358" y="3209"/>
                    </a:cubicBezTo>
                    <a:cubicBezTo>
                      <a:pt x="13348" y="3195"/>
                      <a:pt x="13338" y="3179"/>
                      <a:pt x="13329" y="3165"/>
                    </a:cubicBezTo>
                    <a:cubicBezTo>
                      <a:pt x="13313" y="3143"/>
                      <a:pt x="13299" y="3120"/>
                      <a:pt x="13283" y="3098"/>
                    </a:cubicBezTo>
                    <a:cubicBezTo>
                      <a:pt x="13272" y="3081"/>
                      <a:pt x="13261" y="3064"/>
                      <a:pt x="13249" y="3046"/>
                    </a:cubicBezTo>
                    <a:cubicBezTo>
                      <a:pt x="13235" y="3025"/>
                      <a:pt x="13219" y="3004"/>
                      <a:pt x="13205" y="2983"/>
                    </a:cubicBezTo>
                    <a:cubicBezTo>
                      <a:pt x="13191" y="2964"/>
                      <a:pt x="13177" y="2945"/>
                      <a:pt x="13163" y="2924"/>
                    </a:cubicBezTo>
                    <a:cubicBezTo>
                      <a:pt x="13144" y="2898"/>
                      <a:pt x="13127" y="2874"/>
                      <a:pt x="13107" y="2849"/>
                    </a:cubicBezTo>
                    <a:cubicBezTo>
                      <a:pt x="13086" y="2821"/>
                      <a:pt x="13066" y="2793"/>
                      <a:pt x="13044" y="2765"/>
                    </a:cubicBezTo>
                    <a:cubicBezTo>
                      <a:pt x="13031" y="2749"/>
                      <a:pt x="13018" y="2731"/>
                      <a:pt x="13004" y="2715"/>
                    </a:cubicBezTo>
                    <a:cubicBezTo>
                      <a:pt x="12987" y="2693"/>
                      <a:pt x="12971" y="2672"/>
                      <a:pt x="12952" y="2651"/>
                    </a:cubicBezTo>
                    <a:cubicBezTo>
                      <a:pt x="12940" y="2633"/>
                      <a:pt x="12925" y="2617"/>
                      <a:pt x="12912" y="2601"/>
                    </a:cubicBezTo>
                    <a:lnTo>
                      <a:pt x="12854" y="2532"/>
                    </a:lnTo>
                    <a:cubicBezTo>
                      <a:pt x="12843" y="2519"/>
                      <a:pt x="12832" y="2504"/>
                      <a:pt x="12820" y="2492"/>
                    </a:cubicBezTo>
                    <a:cubicBezTo>
                      <a:pt x="12791" y="2457"/>
                      <a:pt x="12760" y="2422"/>
                      <a:pt x="12729" y="2388"/>
                    </a:cubicBezTo>
                    <a:lnTo>
                      <a:pt x="12698" y="2353"/>
                    </a:lnTo>
                    <a:cubicBezTo>
                      <a:pt x="12677" y="2328"/>
                      <a:pt x="12653" y="2302"/>
                      <a:pt x="12629" y="2277"/>
                    </a:cubicBezTo>
                    <a:cubicBezTo>
                      <a:pt x="12617" y="2265"/>
                      <a:pt x="12605" y="2251"/>
                      <a:pt x="12592" y="2238"/>
                    </a:cubicBezTo>
                    <a:cubicBezTo>
                      <a:pt x="12569" y="2213"/>
                      <a:pt x="12546" y="2188"/>
                      <a:pt x="12522" y="2164"/>
                    </a:cubicBezTo>
                    <a:cubicBezTo>
                      <a:pt x="12510" y="2152"/>
                      <a:pt x="12500" y="2142"/>
                      <a:pt x="12489" y="2131"/>
                    </a:cubicBezTo>
                    <a:cubicBezTo>
                      <a:pt x="12456" y="2096"/>
                      <a:pt x="12421" y="2063"/>
                      <a:pt x="12386" y="2027"/>
                    </a:cubicBezTo>
                    <a:cubicBezTo>
                      <a:pt x="12379" y="2021"/>
                      <a:pt x="12373" y="2014"/>
                      <a:pt x="12367" y="2009"/>
                    </a:cubicBezTo>
                    <a:lnTo>
                      <a:pt x="12277" y="1924"/>
                    </a:lnTo>
                    <a:cubicBezTo>
                      <a:pt x="12266" y="1914"/>
                      <a:pt x="12254" y="1903"/>
                      <a:pt x="12243" y="1892"/>
                    </a:cubicBezTo>
                    <a:cubicBezTo>
                      <a:pt x="12215" y="1868"/>
                      <a:pt x="12189" y="1843"/>
                      <a:pt x="12163" y="1820"/>
                    </a:cubicBezTo>
                    <a:cubicBezTo>
                      <a:pt x="12151" y="1810"/>
                      <a:pt x="12141" y="1800"/>
                      <a:pt x="12130" y="1790"/>
                    </a:cubicBezTo>
                    <a:cubicBezTo>
                      <a:pt x="12091" y="1756"/>
                      <a:pt x="12054" y="1724"/>
                      <a:pt x="12016" y="1692"/>
                    </a:cubicBezTo>
                    <a:cubicBezTo>
                      <a:pt x="11969" y="1652"/>
                      <a:pt x="11921" y="1614"/>
                      <a:pt x="11874" y="1574"/>
                    </a:cubicBezTo>
                    <a:cubicBezTo>
                      <a:pt x="11858" y="1563"/>
                      <a:pt x="11844" y="1552"/>
                      <a:pt x="11828" y="1538"/>
                    </a:cubicBezTo>
                    <a:cubicBezTo>
                      <a:pt x="11795" y="1513"/>
                      <a:pt x="11761" y="1486"/>
                      <a:pt x="11728" y="1460"/>
                    </a:cubicBezTo>
                    <a:cubicBezTo>
                      <a:pt x="11711" y="1446"/>
                      <a:pt x="11693" y="1434"/>
                      <a:pt x="11677" y="1421"/>
                    </a:cubicBezTo>
                    <a:cubicBezTo>
                      <a:pt x="11643" y="1397"/>
                      <a:pt x="11611" y="1372"/>
                      <a:pt x="11577" y="1347"/>
                    </a:cubicBezTo>
                    <a:cubicBezTo>
                      <a:pt x="11560" y="1336"/>
                      <a:pt x="11544" y="1325"/>
                      <a:pt x="11528" y="1311"/>
                    </a:cubicBezTo>
                    <a:cubicBezTo>
                      <a:pt x="11487" y="1281"/>
                      <a:pt x="11445" y="1253"/>
                      <a:pt x="11403" y="1225"/>
                    </a:cubicBezTo>
                    <a:cubicBezTo>
                      <a:pt x="11395" y="1219"/>
                      <a:pt x="11388" y="1213"/>
                      <a:pt x="11379" y="1208"/>
                    </a:cubicBezTo>
                    <a:cubicBezTo>
                      <a:pt x="11331" y="1175"/>
                      <a:pt x="11281" y="1142"/>
                      <a:pt x="11232" y="1111"/>
                    </a:cubicBezTo>
                    <a:cubicBezTo>
                      <a:pt x="11214" y="1101"/>
                      <a:pt x="11199" y="1090"/>
                      <a:pt x="11182" y="1080"/>
                    </a:cubicBezTo>
                    <a:cubicBezTo>
                      <a:pt x="11147" y="1058"/>
                      <a:pt x="11114" y="1038"/>
                      <a:pt x="11079" y="1017"/>
                    </a:cubicBezTo>
                    <a:lnTo>
                      <a:pt x="11021" y="982"/>
                    </a:lnTo>
                    <a:cubicBezTo>
                      <a:pt x="10988" y="963"/>
                      <a:pt x="10956" y="945"/>
                      <a:pt x="10924" y="925"/>
                    </a:cubicBezTo>
                    <a:cubicBezTo>
                      <a:pt x="10905" y="914"/>
                      <a:pt x="10885" y="904"/>
                      <a:pt x="10864" y="892"/>
                    </a:cubicBezTo>
                    <a:cubicBezTo>
                      <a:pt x="10828" y="872"/>
                      <a:pt x="10792" y="852"/>
                      <a:pt x="10755" y="832"/>
                    </a:cubicBezTo>
                    <a:cubicBezTo>
                      <a:pt x="10740" y="825"/>
                      <a:pt x="10724" y="816"/>
                      <a:pt x="10709" y="809"/>
                    </a:cubicBezTo>
                    <a:cubicBezTo>
                      <a:pt x="10658" y="783"/>
                      <a:pt x="10608" y="757"/>
                      <a:pt x="10558" y="732"/>
                    </a:cubicBezTo>
                    <a:cubicBezTo>
                      <a:pt x="10538" y="723"/>
                      <a:pt x="10519" y="714"/>
                      <a:pt x="10500" y="703"/>
                    </a:cubicBezTo>
                    <a:cubicBezTo>
                      <a:pt x="10466" y="688"/>
                      <a:pt x="10434" y="671"/>
                      <a:pt x="10400" y="657"/>
                    </a:cubicBezTo>
                    <a:cubicBezTo>
                      <a:pt x="10377" y="647"/>
                      <a:pt x="10354" y="636"/>
                      <a:pt x="10332" y="626"/>
                    </a:cubicBezTo>
                    <a:cubicBezTo>
                      <a:pt x="10302" y="614"/>
                      <a:pt x="10271" y="599"/>
                      <a:pt x="10242" y="587"/>
                    </a:cubicBezTo>
                    <a:cubicBezTo>
                      <a:pt x="10218" y="576"/>
                      <a:pt x="10194" y="566"/>
                      <a:pt x="10171" y="556"/>
                    </a:cubicBezTo>
                    <a:lnTo>
                      <a:pt x="10078" y="517"/>
                    </a:lnTo>
                    <a:cubicBezTo>
                      <a:pt x="10054" y="507"/>
                      <a:pt x="10033" y="499"/>
                      <a:pt x="10010" y="490"/>
                    </a:cubicBezTo>
                    <a:cubicBezTo>
                      <a:pt x="9960" y="470"/>
                      <a:pt x="9910" y="451"/>
                      <a:pt x="9860" y="433"/>
                    </a:cubicBezTo>
                    <a:cubicBezTo>
                      <a:pt x="9835" y="424"/>
                      <a:pt x="9811" y="417"/>
                      <a:pt x="9786" y="407"/>
                    </a:cubicBezTo>
                    <a:cubicBezTo>
                      <a:pt x="9758" y="397"/>
                      <a:pt x="9728" y="387"/>
                      <a:pt x="9700" y="377"/>
                    </a:cubicBezTo>
                    <a:cubicBezTo>
                      <a:pt x="9672" y="368"/>
                      <a:pt x="9646" y="360"/>
                      <a:pt x="9618" y="350"/>
                    </a:cubicBezTo>
                    <a:cubicBezTo>
                      <a:pt x="9592" y="341"/>
                      <a:pt x="9564" y="334"/>
                      <a:pt x="9538" y="325"/>
                    </a:cubicBezTo>
                    <a:cubicBezTo>
                      <a:pt x="9510" y="315"/>
                      <a:pt x="9482" y="306"/>
                      <a:pt x="9454" y="299"/>
                    </a:cubicBezTo>
                    <a:cubicBezTo>
                      <a:pt x="9428" y="291"/>
                      <a:pt x="9402" y="283"/>
                      <a:pt x="9377" y="277"/>
                    </a:cubicBezTo>
                    <a:cubicBezTo>
                      <a:pt x="9347" y="269"/>
                      <a:pt x="9319" y="260"/>
                      <a:pt x="9290" y="252"/>
                    </a:cubicBezTo>
                    <a:cubicBezTo>
                      <a:pt x="9265" y="246"/>
                      <a:pt x="9242" y="239"/>
                      <a:pt x="9217" y="233"/>
                    </a:cubicBezTo>
                    <a:cubicBezTo>
                      <a:pt x="9161" y="218"/>
                      <a:pt x="9104" y="205"/>
                      <a:pt x="9048" y="191"/>
                    </a:cubicBezTo>
                    <a:cubicBezTo>
                      <a:pt x="9026" y="185"/>
                      <a:pt x="9005" y="180"/>
                      <a:pt x="8981" y="175"/>
                    </a:cubicBezTo>
                    <a:cubicBezTo>
                      <a:pt x="8949" y="167"/>
                      <a:pt x="8917" y="161"/>
                      <a:pt x="8885" y="154"/>
                    </a:cubicBezTo>
                    <a:cubicBezTo>
                      <a:pt x="8862" y="149"/>
                      <a:pt x="8841" y="145"/>
                      <a:pt x="8819" y="140"/>
                    </a:cubicBezTo>
                    <a:cubicBezTo>
                      <a:pt x="8787" y="134"/>
                      <a:pt x="8753" y="128"/>
                      <a:pt x="8721" y="120"/>
                    </a:cubicBezTo>
                    <a:cubicBezTo>
                      <a:pt x="8700" y="117"/>
                      <a:pt x="8680" y="113"/>
                      <a:pt x="8658" y="109"/>
                    </a:cubicBezTo>
                    <a:cubicBezTo>
                      <a:pt x="8624" y="103"/>
                      <a:pt x="8589" y="98"/>
                      <a:pt x="8556" y="91"/>
                    </a:cubicBezTo>
                    <a:cubicBezTo>
                      <a:pt x="8541" y="88"/>
                      <a:pt x="8527" y="87"/>
                      <a:pt x="8514" y="84"/>
                    </a:cubicBezTo>
                    <a:cubicBezTo>
                      <a:pt x="8438" y="73"/>
                      <a:pt x="8364" y="63"/>
                      <a:pt x="8289" y="53"/>
                    </a:cubicBezTo>
                    <a:cubicBezTo>
                      <a:pt x="8276" y="52"/>
                      <a:pt x="8263" y="50"/>
                      <a:pt x="8250" y="48"/>
                    </a:cubicBezTo>
                    <a:lnTo>
                      <a:pt x="8142" y="37"/>
                    </a:lnTo>
                    <a:cubicBezTo>
                      <a:pt x="8123" y="36"/>
                      <a:pt x="8106" y="33"/>
                      <a:pt x="8086" y="32"/>
                    </a:cubicBezTo>
                    <a:cubicBezTo>
                      <a:pt x="8050" y="27"/>
                      <a:pt x="8015" y="25"/>
                      <a:pt x="7979" y="22"/>
                    </a:cubicBezTo>
                    <a:lnTo>
                      <a:pt x="7925" y="19"/>
                    </a:lnTo>
                    <a:cubicBezTo>
                      <a:pt x="7887" y="16"/>
                      <a:pt x="7851" y="14"/>
                      <a:pt x="7814" y="11"/>
                    </a:cubicBezTo>
                    <a:cubicBezTo>
                      <a:pt x="7802" y="11"/>
                      <a:pt x="7791" y="10"/>
                      <a:pt x="7778" y="10"/>
                    </a:cubicBezTo>
                    <a:cubicBezTo>
                      <a:pt x="7689" y="6"/>
                      <a:pt x="7601" y="2"/>
                      <a:pt x="7512" y="1"/>
                    </a:cubicBezTo>
                    <a:lnTo>
                      <a:pt x="7510" y="1"/>
                    </a:lnTo>
                    <a:cubicBezTo>
                      <a:pt x="7482" y="0"/>
                      <a:pt x="7454" y="0"/>
                      <a:pt x="742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 name="Google Shape;1259;p16"/>
              <p:cNvGrpSpPr/>
              <p:nvPr/>
            </p:nvGrpSpPr>
            <p:grpSpPr>
              <a:xfrm>
                <a:off x="-2755275" y="2288138"/>
                <a:ext cx="365275" cy="354875"/>
                <a:chOff x="-2755275" y="1020175"/>
                <a:chExt cx="365275" cy="354875"/>
              </a:xfrm>
            </p:grpSpPr>
            <p:sp>
              <p:nvSpPr>
                <p:cNvPr id="1260" name="Google Shape;1260;p16"/>
                <p:cNvSpPr/>
                <p:nvPr/>
              </p:nvSpPr>
              <p:spPr>
                <a:xfrm>
                  <a:off x="-2755275" y="1020300"/>
                  <a:ext cx="365275" cy="354750"/>
                </a:xfrm>
                <a:custGeom>
                  <a:rect b="b" l="l" r="r" t="t"/>
                  <a:pathLst>
                    <a:path extrusionOk="0" h="14190" w="14611">
                      <a:moveTo>
                        <a:pt x="7309" y="1"/>
                      </a:moveTo>
                      <a:cubicBezTo>
                        <a:pt x="6963" y="1"/>
                        <a:pt x="6616" y="26"/>
                        <a:pt x="6269" y="77"/>
                      </a:cubicBezTo>
                      <a:cubicBezTo>
                        <a:pt x="4405" y="353"/>
                        <a:pt x="2726" y="1356"/>
                        <a:pt x="1602" y="2867"/>
                      </a:cubicBezTo>
                      <a:cubicBezTo>
                        <a:pt x="477" y="4378"/>
                        <a:pt x="0" y="6273"/>
                        <a:pt x="275" y="8134"/>
                      </a:cubicBezTo>
                      <a:cubicBezTo>
                        <a:pt x="550" y="9995"/>
                        <a:pt x="1554" y="11671"/>
                        <a:pt x="3067" y="12792"/>
                      </a:cubicBezTo>
                      <a:cubicBezTo>
                        <a:pt x="4299" y="13705"/>
                        <a:pt x="5786" y="14190"/>
                        <a:pt x="7303" y="14190"/>
                      </a:cubicBezTo>
                      <a:cubicBezTo>
                        <a:pt x="7649" y="14190"/>
                        <a:pt x="7996" y="14165"/>
                        <a:pt x="8342" y="14114"/>
                      </a:cubicBezTo>
                      <a:cubicBezTo>
                        <a:pt x="10206" y="13838"/>
                        <a:pt x="11885" y="12834"/>
                        <a:pt x="13009" y="11323"/>
                      </a:cubicBezTo>
                      <a:cubicBezTo>
                        <a:pt x="14134" y="9813"/>
                        <a:pt x="14611" y="7919"/>
                        <a:pt x="14336" y="6057"/>
                      </a:cubicBezTo>
                      <a:cubicBezTo>
                        <a:pt x="14061" y="4196"/>
                        <a:pt x="13057" y="2520"/>
                        <a:pt x="11544" y="1399"/>
                      </a:cubicBezTo>
                      <a:cubicBezTo>
                        <a:pt x="10312" y="486"/>
                        <a:pt x="8826" y="1"/>
                        <a:pt x="7309" y="1"/>
                      </a:cubicBezTo>
                      <a:close/>
                    </a:path>
                  </a:pathLst>
                </a:custGeom>
                <a:solidFill>
                  <a:srgbClr val="020001">
                    <a:alpha val="8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16"/>
                <p:cNvSpPr/>
                <p:nvPr/>
              </p:nvSpPr>
              <p:spPr>
                <a:xfrm>
                  <a:off x="-2737000" y="1020175"/>
                  <a:ext cx="333050" cy="354175"/>
                </a:xfrm>
                <a:custGeom>
                  <a:rect b="b" l="l" r="r" t="t"/>
                  <a:pathLst>
                    <a:path extrusionOk="0" h="14167" w="13322">
                      <a:moveTo>
                        <a:pt x="6666" y="1"/>
                      </a:moveTo>
                      <a:cubicBezTo>
                        <a:pt x="7261" y="1957"/>
                        <a:pt x="9045" y="4031"/>
                        <a:pt x="8004" y="5732"/>
                      </a:cubicBezTo>
                      <a:cubicBezTo>
                        <a:pt x="7455" y="6679"/>
                        <a:pt x="5887" y="6312"/>
                        <a:pt x="4707" y="6870"/>
                      </a:cubicBezTo>
                      <a:cubicBezTo>
                        <a:pt x="3864" y="7282"/>
                        <a:pt x="2917" y="7215"/>
                        <a:pt x="1977" y="7552"/>
                      </a:cubicBezTo>
                      <a:cubicBezTo>
                        <a:pt x="1852" y="7618"/>
                        <a:pt x="1688" y="7736"/>
                        <a:pt x="1661" y="7875"/>
                      </a:cubicBezTo>
                      <a:cubicBezTo>
                        <a:pt x="1485" y="8790"/>
                        <a:pt x="998" y="9759"/>
                        <a:pt x="1" y="9771"/>
                      </a:cubicBezTo>
                      <a:cubicBezTo>
                        <a:pt x="418" y="10808"/>
                        <a:pt x="1082" y="11755"/>
                        <a:pt x="1978" y="12514"/>
                      </a:cubicBezTo>
                      <a:cubicBezTo>
                        <a:pt x="3132" y="13489"/>
                        <a:pt x="4491" y="14031"/>
                        <a:pt x="5871" y="14166"/>
                      </a:cubicBezTo>
                      <a:cubicBezTo>
                        <a:pt x="5795" y="13857"/>
                        <a:pt x="5741" y="13544"/>
                        <a:pt x="5707" y="13228"/>
                      </a:cubicBezTo>
                      <a:cubicBezTo>
                        <a:pt x="5686" y="13035"/>
                        <a:pt x="5674" y="12840"/>
                        <a:pt x="5666" y="12644"/>
                      </a:cubicBezTo>
                      <a:cubicBezTo>
                        <a:pt x="5454" y="11329"/>
                        <a:pt x="4520" y="10317"/>
                        <a:pt x="3963" y="9106"/>
                      </a:cubicBezTo>
                      <a:cubicBezTo>
                        <a:pt x="3466" y="8021"/>
                        <a:pt x="5191" y="7867"/>
                        <a:pt x="5960" y="7847"/>
                      </a:cubicBezTo>
                      <a:cubicBezTo>
                        <a:pt x="6062" y="7842"/>
                        <a:pt x="6159" y="7839"/>
                        <a:pt x="6250" y="7839"/>
                      </a:cubicBezTo>
                      <a:cubicBezTo>
                        <a:pt x="6432" y="7839"/>
                        <a:pt x="6594" y="7849"/>
                        <a:pt x="6737" y="7868"/>
                      </a:cubicBezTo>
                      <a:cubicBezTo>
                        <a:pt x="7110" y="8043"/>
                        <a:pt x="7463" y="8121"/>
                        <a:pt x="7797" y="8121"/>
                      </a:cubicBezTo>
                      <a:cubicBezTo>
                        <a:pt x="9183" y="8121"/>
                        <a:pt x="10232" y="6778"/>
                        <a:pt x="10965" y="5460"/>
                      </a:cubicBezTo>
                      <a:cubicBezTo>
                        <a:pt x="11079" y="5306"/>
                        <a:pt x="11280" y="5137"/>
                        <a:pt x="11530" y="5112"/>
                      </a:cubicBezTo>
                      <a:cubicBezTo>
                        <a:pt x="11739" y="5045"/>
                        <a:pt x="11958" y="5004"/>
                        <a:pt x="12180" y="4975"/>
                      </a:cubicBezTo>
                      <a:cubicBezTo>
                        <a:pt x="12499" y="4932"/>
                        <a:pt x="12819" y="4911"/>
                        <a:pt x="13140" y="4911"/>
                      </a:cubicBezTo>
                      <a:cubicBezTo>
                        <a:pt x="13200" y="4911"/>
                        <a:pt x="13261" y="4912"/>
                        <a:pt x="13322" y="4913"/>
                      </a:cubicBezTo>
                      <a:cubicBezTo>
                        <a:pt x="12928" y="3688"/>
                        <a:pt x="12203" y="2562"/>
                        <a:pt x="11170" y="1688"/>
                      </a:cubicBezTo>
                      <a:cubicBezTo>
                        <a:pt x="9846" y="569"/>
                        <a:pt x="8251" y="19"/>
                        <a:pt x="66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16"/>
                <p:cNvSpPr/>
                <p:nvPr/>
              </p:nvSpPr>
              <p:spPr>
                <a:xfrm>
                  <a:off x="-2664450" y="1114125"/>
                  <a:ext cx="175325" cy="167025"/>
                </a:xfrm>
                <a:custGeom>
                  <a:rect b="b" l="l" r="r" t="t"/>
                  <a:pathLst>
                    <a:path extrusionOk="0" h="6681" w="7013">
                      <a:moveTo>
                        <a:pt x="3684" y="0"/>
                      </a:moveTo>
                      <a:cubicBezTo>
                        <a:pt x="2827" y="0"/>
                        <a:pt x="1968" y="328"/>
                        <a:pt x="1312" y="984"/>
                      </a:cubicBezTo>
                      <a:cubicBezTo>
                        <a:pt x="5" y="2290"/>
                        <a:pt x="1" y="4406"/>
                        <a:pt x="1302" y="5707"/>
                      </a:cubicBezTo>
                      <a:cubicBezTo>
                        <a:pt x="1926" y="6331"/>
                        <a:pt x="2772" y="6681"/>
                        <a:pt x="3654" y="6681"/>
                      </a:cubicBezTo>
                      <a:cubicBezTo>
                        <a:pt x="3657" y="6681"/>
                        <a:pt x="3660" y="6681"/>
                        <a:pt x="3662" y="6681"/>
                      </a:cubicBezTo>
                      <a:cubicBezTo>
                        <a:pt x="4549" y="6679"/>
                        <a:pt x="5399" y="6326"/>
                        <a:pt x="6026" y="5697"/>
                      </a:cubicBezTo>
                      <a:cubicBezTo>
                        <a:pt x="6654" y="5070"/>
                        <a:pt x="7008" y="4219"/>
                        <a:pt x="7010" y="3334"/>
                      </a:cubicBezTo>
                      <a:cubicBezTo>
                        <a:pt x="7012" y="2447"/>
                        <a:pt x="6661" y="1599"/>
                        <a:pt x="6037" y="974"/>
                      </a:cubicBezTo>
                      <a:cubicBezTo>
                        <a:pt x="5388" y="324"/>
                        <a:pt x="4536" y="0"/>
                        <a:pt x="36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16"/>
                <p:cNvSpPr/>
                <p:nvPr/>
              </p:nvSpPr>
              <p:spPr>
                <a:xfrm>
                  <a:off x="-2591150" y="1181150"/>
                  <a:ext cx="36925" cy="32975"/>
                </a:xfrm>
                <a:custGeom>
                  <a:rect b="b" l="l" r="r" t="t"/>
                  <a:pathLst>
                    <a:path extrusionOk="0" h="1319" w="1477">
                      <a:moveTo>
                        <a:pt x="738" y="0"/>
                      </a:moveTo>
                      <a:cubicBezTo>
                        <a:pt x="326" y="0"/>
                        <a:pt x="1" y="381"/>
                        <a:pt x="96" y="810"/>
                      </a:cubicBezTo>
                      <a:cubicBezTo>
                        <a:pt x="150" y="1052"/>
                        <a:pt x="345" y="1247"/>
                        <a:pt x="588" y="1302"/>
                      </a:cubicBezTo>
                      <a:cubicBezTo>
                        <a:pt x="639" y="1313"/>
                        <a:pt x="689" y="1319"/>
                        <a:pt x="738" y="1319"/>
                      </a:cubicBezTo>
                      <a:cubicBezTo>
                        <a:pt x="1151" y="1319"/>
                        <a:pt x="1476" y="937"/>
                        <a:pt x="1380" y="508"/>
                      </a:cubicBezTo>
                      <a:cubicBezTo>
                        <a:pt x="1327" y="266"/>
                        <a:pt x="1132" y="71"/>
                        <a:pt x="889" y="17"/>
                      </a:cubicBezTo>
                      <a:cubicBezTo>
                        <a:pt x="838" y="6"/>
                        <a:pt x="787" y="0"/>
                        <a:pt x="7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4" name="Google Shape;1264;p16"/>
            <p:cNvGrpSpPr/>
            <p:nvPr/>
          </p:nvGrpSpPr>
          <p:grpSpPr>
            <a:xfrm>
              <a:off x="168951" y="4325990"/>
              <a:ext cx="606934" cy="489723"/>
              <a:chOff x="-1636175" y="409550"/>
              <a:chExt cx="448750" cy="362088"/>
            </a:xfrm>
          </p:grpSpPr>
          <p:sp>
            <p:nvSpPr>
              <p:cNvPr id="1265" name="Google Shape;1265;p16"/>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16"/>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1267" name="Shape 1267"/>
        <p:cNvGrpSpPr/>
        <p:nvPr/>
      </p:nvGrpSpPr>
      <p:grpSpPr>
        <a:xfrm>
          <a:off x="0" y="0"/>
          <a:ext cx="0" cy="0"/>
          <a:chOff x="0" y="0"/>
          <a:chExt cx="0" cy="0"/>
        </a:xfrm>
      </p:grpSpPr>
      <p:sp>
        <p:nvSpPr>
          <p:cNvPr id="1268" name="Google Shape;1268;p17"/>
          <p:cNvSpPr txBox="1"/>
          <p:nvPr>
            <p:ph type="title"/>
          </p:nvPr>
        </p:nvSpPr>
        <p:spPr>
          <a:xfrm>
            <a:off x="3950075" y="657425"/>
            <a:ext cx="4480500" cy="572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69" name="Google Shape;1269;p17"/>
          <p:cNvSpPr txBox="1"/>
          <p:nvPr>
            <p:ph idx="1" type="subTitle"/>
          </p:nvPr>
        </p:nvSpPr>
        <p:spPr>
          <a:xfrm>
            <a:off x="3950277" y="1153925"/>
            <a:ext cx="4480500" cy="805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0">
    <p:spTree>
      <p:nvGrpSpPr>
        <p:cNvPr id="1270" name="Shape 1270"/>
        <p:cNvGrpSpPr/>
        <p:nvPr/>
      </p:nvGrpSpPr>
      <p:grpSpPr>
        <a:xfrm>
          <a:off x="0" y="0"/>
          <a:ext cx="0" cy="0"/>
          <a:chOff x="0" y="0"/>
          <a:chExt cx="0" cy="0"/>
        </a:xfrm>
      </p:grpSpPr>
      <p:sp>
        <p:nvSpPr>
          <p:cNvPr id="1271" name="Google Shape;1271;p18"/>
          <p:cNvSpPr txBox="1"/>
          <p:nvPr>
            <p:ph type="title"/>
          </p:nvPr>
        </p:nvSpPr>
        <p:spPr>
          <a:xfrm>
            <a:off x="1742750" y="1500600"/>
            <a:ext cx="56583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272" name="Google Shape;1272;p18"/>
          <p:cNvSpPr txBox="1"/>
          <p:nvPr>
            <p:ph idx="1" type="subTitle"/>
          </p:nvPr>
        </p:nvSpPr>
        <p:spPr>
          <a:xfrm>
            <a:off x="1743004" y="1997100"/>
            <a:ext cx="5658300" cy="1645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273" name="Google Shape;1273;p18"/>
          <p:cNvGrpSpPr/>
          <p:nvPr/>
        </p:nvGrpSpPr>
        <p:grpSpPr>
          <a:xfrm>
            <a:off x="98044" y="66560"/>
            <a:ext cx="8793528" cy="4949669"/>
            <a:chOff x="98044" y="66560"/>
            <a:chExt cx="8793528" cy="4949669"/>
          </a:xfrm>
        </p:grpSpPr>
        <p:grpSp>
          <p:nvGrpSpPr>
            <p:cNvPr id="1274" name="Google Shape;1274;p18"/>
            <p:cNvGrpSpPr/>
            <p:nvPr/>
          </p:nvGrpSpPr>
          <p:grpSpPr>
            <a:xfrm>
              <a:off x="8380040" y="66560"/>
              <a:ext cx="261189" cy="248344"/>
              <a:chOff x="5164484" y="526738"/>
              <a:chExt cx="133266" cy="126713"/>
            </a:xfrm>
          </p:grpSpPr>
          <p:sp>
            <p:nvSpPr>
              <p:cNvPr id="1275" name="Google Shape;1275;p18"/>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18"/>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 name="Google Shape;1277;p18"/>
            <p:cNvGrpSpPr/>
            <p:nvPr/>
          </p:nvGrpSpPr>
          <p:grpSpPr>
            <a:xfrm>
              <a:off x="171328" y="4705120"/>
              <a:ext cx="311019" cy="311110"/>
              <a:chOff x="5038846" y="235350"/>
              <a:chExt cx="158691" cy="158738"/>
            </a:xfrm>
          </p:grpSpPr>
          <p:sp>
            <p:nvSpPr>
              <p:cNvPr id="1278" name="Google Shape;1278;p18"/>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18"/>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 name="Google Shape;1280;p18"/>
            <p:cNvGrpSpPr/>
            <p:nvPr/>
          </p:nvGrpSpPr>
          <p:grpSpPr>
            <a:xfrm>
              <a:off x="8705774" y="1212033"/>
              <a:ext cx="185799" cy="185799"/>
              <a:chOff x="5035425" y="2779450"/>
              <a:chExt cx="94800" cy="94800"/>
            </a:xfrm>
          </p:grpSpPr>
          <p:sp>
            <p:nvSpPr>
              <p:cNvPr id="1281" name="Google Shape;1281;p18"/>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18"/>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 name="Google Shape;1283;p18"/>
            <p:cNvGrpSpPr/>
            <p:nvPr/>
          </p:nvGrpSpPr>
          <p:grpSpPr>
            <a:xfrm rot="5400000">
              <a:off x="987026" y="4194732"/>
              <a:ext cx="547679" cy="1095289"/>
              <a:chOff x="2882200" y="374525"/>
              <a:chExt cx="402025" cy="804000"/>
            </a:xfrm>
          </p:grpSpPr>
          <p:sp>
            <p:nvSpPr>
              <p:cNvPr id="1284" name="Google Shape;1284;p18"/>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18"/>
              <p:cNvSpPr/>
              <p:nvPr/>
            </p:nvSpPr>
            <p:spPr>
              <a:xfrm>
                <a:off x="2882200" y="374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18"/>
              <p:cNvSpPr/>
              <p:nvPr/>
            </p:nvSpPr>
            <p:spPr>
              <a:xfrm>
                <a:off x="3083200" y="374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18"/>
              <p:cNvSpPr/>
              <p:nvPr/>
            </p:nvSpPr>
            <p:spPr>
              <a:xfrm flipH="1">
                <a:off x="3083200" y="575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18"/>
              <p:cNvSpPr/>
              <p:nvPr/>
            </p:nvSpPr>
            <p:spPr>
              <a:xfrm flipH="1">
                <a:off x="2882200" y="575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18"/>
              <p:cNvSpPr/>
              <p:nvPr/>
            </p:nvSpPr>
            <p:spPr>
              <a:xfrm>
                <a:off x="2882200" y="776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18"/>
              <p:cNvSpPr/>
              <p:nvPr/>
            </p:nvSpPr>
            <p:spPr>
              <a:xfrm>
                <a:off x="3083200" y="776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18"/>
              <p:cNvSpPr/>
              <p:nvPr/>
            </p:nvSpPr>
            <p:spPr>
              <a:xfrm flipH="1">
                <a:off x="3083200" y="977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18"/>
              <p:cNvSpPr/>
              <p:nvPr/>
            </p:nvSpPr>
            <p:spPr>
              <a:xfrm flipH="1">
                <a:off x="2882200" y="977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 name="Google Shape;1293;p18"/>
            <p:cNvGrpSpPr/>
            <p:nvPr/>
          </p:nvGrpSpPr>
          <p:grpSpPr>
            <a:xfrm>
              <a:off x="8314545" y="3926985"/>
              <a:ext cx="500560" cy="472885"/>
              <a:chOff x="-1174275" y="581450"/>
              <a:chExt cx="370100" cy="349638"/>
            </a:xfrm>
          </p:grpSpPr>
          <p:sp>
            <p:nvSpPr>
              <p:cNvPr id="1294" name="Google Shape;1294;p18"/>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18"/>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 name="Google Shape;1296;p18"/>
            <p:cNvGrpSpPr/>
            <p:nvPr/>
          </p:nvGrpSpPr>
          <p:grpSpPr>
            <a:xfrm rot="-709923">
              <a:off x="172031" y="3454225"/>
              <a:ext cx="835778" cy="808278"/>
              <a:chOff x="-4685648" y="4235468"/>
              <a:chExt cx="778251" cy="752644"/>
            </a:xfrm>
          </p:grpSpPr>
          <p:sp>
            <p:nvSpPr>
              <p:cNvPr id="1297" name="Google Shape;1297;p18"/>
              <p:cNvSpPr/>
              <p:nvPr/>
            </p:nvSpPr>
            <p:spPr>
              <a:xfrm>
                <a:off x="-4685648" y="4235519"/>
                <a:ext cx="772057" cy="752339"/>
              </a:xfrm>
              <a:custGeom>
                <a:rect b="b" l="l" r="r" t="t"/>
                <a:pathLst>
                  <a:path extrusionOk="0" h="7402" w="7596">
                    <a:moveTo>
                      <a:pt x="772" y="5598"/>
                    </a:moveTo>
                    <a:lnTo>
                      <a:pt x="772" y="5627"/>
                    </a:lnTo>
                    <a:lnTo>
                      <a:pt x="772" y="6804"/>
                    </a:lnTo>
                    <a:lnTo>
                      <a:pt x="772" y="6895"/>
                    </a:lnTo>
                    <a:cubicBezTo>
                      <a:pt x="414" y="6895"/>
                      <a:pt x="124" y="6604"/>
                      <a:pt x="124" y="6247"/>
                    </a:cubicBezTo>
                    <a:cubicBezTo>
                      <a:pt x="124" y="5890"/>
                      <a:pt x="414" y="5598"/>
                      <a:pt x="772" y="5598"/>
                    </a:cubicBezTo>
                    <a:close/>
                    <a:moveTo>
                      <a:pt x="1954" y="1"/>
                    </a:moveTo>
                    <a:cubicBezTo>
                      <a:pt x="1806" y="1"/>
                      <a:pt x="1682" y="98"/>
                      <a:pt x="1640" y="231"/>
                    </a:cubicBezTo>
                    <a:lnTo>
                      <a:pt x="1135" y="231"/>
                    </a:lnTo>
                    <a:cubicBezTo>
                      <a:pt x="934" y="231"/>
                      <a:pt x="772" y="393"/>
                      <a:pt x="772" y="594"/>
                    </a:cubicBezTo>
                    <a:lnTo>
                      <a:pt x="772" y="759"/>
                    </a:lnTo>
                    <a:lnTo>
                      <a:pt x="772" y="934"/>
                    </a:lnTo>
                    <a:lnTo>
                      <a:pt x="772" y="1274"/>
                    </a:lnTo>
                    <a:lnTo>
                      <a:pt x="772" y="2450"/>
                    </a:lnTo>
                    <a:lnTo>
                      <a:pt x="772" y="3698"/>
                    </a:lnTo>
                    <a:lnTo>
                      <a:pt x="772" y="4379"/>
                    </a:lnTo>
                    <a:lnTo>
                      <a:pt x="772" y="5478"/>
                    </a:lnTo>
                    <a:cubicBezTo>
                      <a:pt x="346" y="5478"/>
                      <a:pt x="0" y="5823"/>
                      <a:pt x="0" y="6248"/>
                    </a:cubicBezTo>
                    <a:cubicBezTo>
                      <a:pt x="0" y="6672"/>
                      <a:pt x="346" y="7017"/>
                      <a:pt x="772" y="7017"/>
                    </a:cubicBezTo>
                    <a:lnTo>
                      <a:pt x="772" y="7087"/>
                    </a:lnTo>
                    <a:cubicBezTo>
                      <a:pt x="772" y="7262"/>
                      <a:pt x="912" y="7401"/>
                      <a:pt x="1085" y="7401"/>
                    </a:cubicBezTo>
                    <a:lnTo>
                      <a:pt x="5435" y="7401"/>
                    </a:lnTo>
                    <a:cubicBezTo>
                      <a:pt x="5608" y="7401"/>
                      <a:pt x="5748" y="7260"/>
                      <a:pt x="5748" y="7087"/>
                    </a:cubicBezTo>
                    <a:lnTo>
                      <a:pt x="5748" y="5639"/>
                    </a:lnTo>
                    <a:lnTo>
                      <a:pt x="5748" y="5420"/>
                    </a:lnTo>
                    <a:cubicBezTo>
                      <a:pt x="5881" y="5378"/>
                      <a:pt x="5978" y="5253"/>
                      <a:pt x="5978" y="5106"/>
                    </a:cubicBezTo>
                    <a:lnTo>
                      <a:pt x="5978" y="4941"/>
                    </a:lnTo>
                    <a:cubicBezTo>
                      <a:pt x="5978" y="4793"/>
                      <a:pt x="5881" y="4669"/>
                      <a:pt x="5748" y="4627"/>
                    </a:cubicBezTo>
                    <a:lnTo>
                      <a:pt x="5748" y="4346"/>
                    </a:lnTo>
                    <a:cubicBezTo>
                      <a:pt x="5881" y="4305"/>
                      <a:pt x="5978" y="4179"/>
                      <a:pt x="5978" y="4033"/>
                    </a:cubicBezTo>
                    <a:lnTo>
                      <a:pt x="5978" y="3868"/>
                    </a:lnTo>
                    <a:cubicBezTo>
                      <a:pt x="5978" y="3720"/>
                      <a:pt x="5881" y="3596"/>
                      <a:pt x="5748" y="3554"/>
                    </a:cubicBezTo>
                    <a:lnTo>
                      <a:pt x="5748" y="3332"/>
                    </a:lnTo>
                    <a:lnTo>
                      <a:pt x="5748" y="3063"/>
                    </a:lnTo>
                    <a:lnTo>
                      <a:pt x="6329" y="2698"/>
                    </a:lnTo>
                    <a:cubicBezTo>
                      <a:pt x="6345" y="2728"/>
                      <a:pt x="6376" y="2744"/>
                      <a:pt x="6407" y="2744"/>
                    </a:cubicBezTo>
                    <a:cubicBezTo>
                      <a:pt x="6412" y="2744"/>
                      <a:pt x="6417" y="2744"/>
                      <a:pt x="6422" y="2743"/>
                    </a:cubicBezTo>
                    <a:cubicBezTo>
                      <a:pt x="6577" y="2717"/>
                      <a:pt x="7031" y="2623"/>
                      <a:pt x="7419" y="2335"/>
                    </a:cubicBezTo>
                    <a:cubicBezTo>
                      <a:pt x="7497" y="2277"/>
                      <a:pt x="7550" y="2198"/>
                      <a:pt x="7576" y="2112"/>
                    </a:cubicBezTo>
                    <a:lnTo>
                      <a:pt x="7576" y="2113"/>
                    </a:lnTo>
                    <a:cubicBezTo>
                      <a:pt x="7584" y="2089"/>
                      <a:pt x="7589" y="2067"/>
                      <a:pt x="7591" y="2042"/>
                    </a:cubicBezTo>
                    <a:lnTo>
                      <a:pt x="7591" y="2041"/>
                    </a:lnTo>
                    <a:lnTo>
                      <a:pt x="7596" y="2002"/>
                    </a:lnTo>
                    <a:lnTo>
                      <a:pt x="7596" y="1996"/>
                    </a:lnTo>
                    <a:lnTo>
                      <a:pt x="7596" y="1957"/>
                    </a:lnTo>
                    <a:lnTo>
                      <a:pt x="7596" y="1954"/>
                    </a:lnTo>
                    <a:lnTo>
                      <a:pt x="7591" y="1916"/>
                    </a:lnTo>
                    <a:lnTo>
                      <a:pt x="7591" y="1912"/>
                    </a:lnTo>
                    <a:lnTo>
                      <a:pt x="7584" y="1873"/>
                    </a:lnTo>
                    <a:cubicBezTo>
                      <a:pt x="7584" y="1872"/>
                      <a:pt x="7583" y="1871"/>
                      <a:pt x="7583" y="1868"/>
                    </a:cubicBezTo>
                    <a:cubicBezTo>
                      <a:pt x="7575" y="1841"/>
                      <a:pt x="7566" y="1815"/>
                      <a:pt x="7553" y="1790"/>
                    </a:cubicBezTo>
                    <a:cubicBezTo>
                      <a:pt x="7553" y="1789"/>
                      <a:pt x="7552" y="1788"/>
                      <a:pt x="7552" y="1788"/>
                    </a:cubicBezTo>
                    <a:cubicBezTo>
                      <a:pt x="7545" y="1775"/>
                      <a:pt x="7539" y="1763"/>
                      <a:pt x="7532" y="1752"/>
                    </a:cubicBezTo>
                    <a:cubicBezTo>
                      <a:pt x="7529" y="1751"/>
                      <a:pt x="7529" y="1749"/>
                      <a:pt x="7528" y="1748"/>
                    </a:cubicBezTo>
                    <a:cubicBezTo>
                      <a:pt x="7521" y="1737"/>
                      <a:pt x="7513" y="1723"/>
                      <a:pt x="7504" y="1713"/>
                    </a:cubicBezTo>
                    <a:cubicBezTo>
                      <a:pt x="7419" y="1605"/>
                      <a:pt x="7289" y="1547"/>
                      <a:pt x="7158" y="1547"/>
                    </a:cubicBezTo>
                    <a:cubicBezTo>
                      <a:pt x="7117" y="1547"/>
                      <a:pt x="7075" y="1553"/>
                      <a:pt x="7034" y="1565"/>
                    </a:cubicBezTo>
                    <a:cubicBezTo>
                      <a:pt x="6991" y="1578"/>
                      <a:pt x="6948" y="1597"/>
                      <a:pt x="6908" y="1624"/>
                    </a:cubicBezTo>
                    <a:cubicBezTo>
                      <a:pt x="6907" y="1625"/>
                      <a:pt x="6904" y="1627"/>
                      <a:pt x="6903" y="1628"/>
                    </a:cubicBezTo>
                    <a:cubicBezTo>
                      <a:pt x="6895" y="1633"/>
                      <a:pt x="6889" y="1638"/>
                      <a:pt x="6882" y="1645"/>
                    </a:cubicBezTo>
                    <a:cubicBezTo>
                      <a:pt x="6878" y="1648"/>
                      <a:pt x="6876" y="1650"/>
                      <a:pt x="6873" y="1653"/>
                    </a:cubicBezTo>
                    <a:cubicBezTo>
                      <a:pt x="6867" y="1658"/>
                      <a:pt x="6862" y="1663"/>
                      <a:pt x="6857" y="1668"/>
                    </a:cubicBezTo>
                    <a:lnTo>
                      <a:pt x="6848" y="1676"/>
                    </a:lnTo>
                    <a:cubicBezTo>
                      <a:pt x="6841" y="1684"/>
                      <a:pt x="6833" y="1691"/>
                      <a:pt x="6827" y="1699"/>
                    </a:cubicBezTo>
                    <a:cubicBezTo>
                      <a:pt x="6826" y="1700"/>
                      <a:pt x="6825" y="1702"/>
                      <a:pt x="6823" y="1705"/>
                    </a:cubicBezTo>
                    <a:cubicBezTo>
                      <a:pt x="6817" y="1711"/>
                      <a:pt x="6811" y="1718"/>
                      <a:pt x="6806" y="1725"/>
                    </a:cubicBezTo>
                    <a:cubicBezTo>
                      <a:pt x="6805" y="1727"/>
                      <a:pt x="6802" y="1730"/>
                      <a:pt x="6801" y="1732"/>
                    </a:cubicBezTo>
                    <a:lnTo>
                      <a:pt x="6785" y="1756"/>
                    </a:lnTo>
                    <a:cubicBezTo>
                      <a:pt x="6784" y="1757"/>
                      <a:pt x="6783" y="1758"/>
                      <a:pt x="6783" y="1761"/>
                    </a:cubicBezTo>
                    <a:cubicBezTo>
                      <a:pt x="6778" y="1770"/>
                      <a:pt x="6773" y="1780"/>
                      <a:pt x="6768" y="1789"/>
                    </a:cubicBezTo>
                    <a:lnTo>
                      <a:pt x="6764" y="1797"/>
                    </a:lnTo>
                    <a:cubicBezTo>
                      <a:pt x="6760" y="1804"/>
                      <a:pt x="6758" y="1811"/>
                      <a:pt x="6754" y="1819"/>
                    </a:cubicBezTo>
                    <a:cubicBezTo>
                      <a:pt x="6753" y="1823"/>
                      <a:pt x="6752" y="1825"/>
                      <a:pt x="6750" y="1829"/>
                    </a:cubicBezTo>
                    <a:lnTo>
                      <a:pt x="6743" y="1852"/>
                    </a:lnTo>
                    <a:lnTo>
                      <a:pt x="6739" y="1868"/>
                    </a:lnTo>
                    <a:cubicBezTo>
                      <a:pt x="6738" y="1875"/>
                      <a:pt x="6735" y="1880"/>
                      <a:pt x="6734" y="1886"/>
                    </a:cubicBezTo>
                    <a:cubicBezTo>
                      <a:pt x="6733" y="1891"/>
                      <a:pt x="6732" y="1898"/>
                      <a:pt x="6730" y="1903"/>
                    </a:cubicBezTo>
                    <a:cubicBezTo>
                      <a:pt x="6729" y="1907"/>
                      <a:pt x="6729" y="1911"/>
                      <a:pt x="6729" y="1914"/>
                    </a:cubicBezTo>
                    <a:cubicBezTo>
                      <a:pt x="6717" y="1989"/>
                      <a:pt x="6723" y="2068"/>
                      <a:pt x="6752" y="2141"/>
                    </a:cubicBezTo>
                    <a:cubicBezTo>
                      <a:pt x="6778" y="2208"/>
                      <a:pt x="6754" y="2285"/>
                      <a:pt x="6697" y="2329"/>
                    </a:cubicBezTo>
                    <a:lnTo>
                      <a:pt x="6361" y="2578"/>
                    </a:lnTo>
                    <a:cubicBezTo>
                      <a:pt x="6329" y="2602"/>
                      <a:pt x="6312" y="2645"/>
                      <a:pt x="6325" y="2682"/>
                    </a:cubicBezTo>
                    <a:cubicBezTo>
                      <a:pt x="6228" y="2718"/>
                      <a:pt x="6035" y="2806"/>
                      <a:pt x="5752" y="3007"/>
                    </a:cubicBezTo>
                    <a:lnTo>
                      <a:pt x="5752" y="2285"/>
                    </a:lnTo>
                    <a:cubicBezTo>
                      <a:pt x="6018" y="2123"/>
                      <a:pt x="6141" y="1955"/>
                      <a:pt x="6193" y="1867"/>
                    </a:cubicBezTo>
                    <a:cubicBezTo>
                      <a:pt x="6206" y="1872"/>
                      <a:pt x="6219" y="1875"/>
                      <a:pt x="6232" y="1875"/>
                    </a:cubicBezTo>
                    <a:cubicBezTo>
                      <a:pt x="6256" y="1875"/>
                      <a:pt x="6279" y="1866"/>
                      <a:pt x="6296" y="1849"/>
                    </a:cubicBezTo>
                    <a:cubicBezTo>
                      <a:pt x="6408" y="1738"/>
                      <a:pt x="6721" y="1396"/>
                      <a:pt x="6869" y="937"/>
                    </a:cubicBezTo>
                    <a:cubicBezTo>
                      <a:pt x="6899" y="844"/>
                      <a:pt x="6897" y="748"/>
                      <a:pt x="6867" y="663"/>
                    </a:cubicBezTo>
                    <a:lnTo>
                      <a:pt x="6867" y="663"/>
                    </a:lnTo>
                    <a:lnTo>
                      <a:pt x="6868" y="664"/>
                    </a:lnTo>
                    <a:cubicBezTo>
                      <a:pt x="6861" y="642"/>
                      <a:pt x="6851" y="619"/>
                      <a:pt x="6840" y="597"/>
                    </a:cubicBezTo>
                    <a:cubicBezTo>
                      <a:pt x="6840" y="597"/>
                      <a:pt x="6840" y="596"/>
                      <a:pt x="6838" y="596"/>
                    </a:cubicBezTo>
                    <a:cubicBezTo>
                      <a:pt x="6832" y="585"/>
                      <a:pt x="6826" y="572"/>
                      <a:pt x="6817" y="562"/>
                    </a:cubicBezTo>
                    <a:cubicBezTo>
                      <a:pt x="6816" y="561"/>
                      <a:pt x="6815" y="559"/>
                      <a:pt x="6814" y="557"/>
                    </a:cubicBezTo>
                    <a:cubicBezTo>
                      <a:pt x="6806" y="547"/>
                      <a:pt x="6799" y="535"/>
                      <a:pt x="6791" y="526"/>
                    </a:cubicBezTo>
                    <a:lnTo>
                      <a:pt x="6790" y="525"/>
                    </a:lnTo>
                    <a:cubicBezTo>
                      <a:pt x="6781" y="515"/>
                      <a:pt x="6773" y="505"/>
                      <a:pt x="6764" y="497"/>
                    </a:cubicBezTo>
                    <a:lnTo>
                      <a:pt x="6761" y="494"/>
                    </a:lnTo>
                    <a:cubicBezTo>
                      <a:pt x="6752" y="485"/>
                      <a:pt x="6742" y="476"/>
                      <a:pt x="6732" y="467"/>
                    </a:cubicBezTo>
                    <a:cubicBezTo>
                      <a:pt x="6730" y="466"/>
                      <a:pt x="6729" y="464"/>
                      <a:pt x="6728" y="464"/>
                    </a:cubicBezTo>
                    <a:cubicBezTo>
                      <a:pt x="6706" y="448"/>
                      <a:pt x="6683" y="431"/>
                      <a:pt x="6657" y="418"/>
                    </a:cubicBezTo>
                    <a:cubicBezTo>
                      <a:pt x="6656" y="418"/>
                      <a:pt x="6656" y="417"/>
                      <a:pt x="6655" y="417"/>
                    </a:cubicBezTo>
                    <a:cubicBezTo>
                      <a:pt x="6642" y="410"/>
                      <a:pt x="6631" y="404"/>
                      <a:pt x="6618" y="399"/>
                    </a:cubicBezTo>
                    <a:cubicBezTo>
                      <a:pt x="6616" y="399"/>
                      <a:pt x="6615" y="397"/>
                      <a:pt x="6614" y="397"/>
                    </a:cubicBezTo>
                    <a:cubicBezTo>
                      <a:pt x="6601" y="392"/>
                      <a:pt x="6587" y="387"/>
                      <a:pt x="6573" y="384"/>
                    </a:cubicBezTo>
                    <a:cubicBezTo>
                      <a:pt x="6533" y="372"/>
                      <a:pt x="6493" y="366"/>
                      <a:pt x="6454" y="366"/>
                    </a:cubicBezTo>
                    <a:cubicBezTo>
                      <a:pt x="6318" y="366"/>
                      <a:pt x="6187" y="431"/>
                      <a:pt x="6103" y="538"/>
                    </a:cubicBezTo>
                    <a:cubicBezTo>
                      <a:pt x="6074" y="573"/>
                      <a:pt x="6052" y="614"/>
                      <a:pt x="6036" y="659"/>
                    </a:cubicBezTo>
                    <a:cubicBezTo>
                      <a:pt x="6035" y="662"/>
                      <a:pt x="6035" y="663"/>
                      <a:pt x="6035" y="665"/>
                    </a:cubicBezTo>
                    <a:cubicBezTo>
                      <a:pt x="6032" y="675"/>
                      <a:pt x="6030" y="682"/>
                      <a:pt x="6027" y="691"/>
                    </a:cubicBezTo>
                    <a:cubicBezTo>
                      <a:pt x="6026" y="695"/>
                      <a:pt x="6025" y="699"/>
                      <a:pt x="6025" y="702"/>
                    </a:cubicBezTo>
                    <a:cubicBezTo>
                      <a:pt x="6023" y="711"/>
                      <a:pt x="6021" y="719"/>
                      <a:pt x="6020" y="726"/>
                    </a:cubicBezTo>
                    <a:cubicBezTo>
                      <a:pt x="6020" y="730"/>
                      <a:pt x="6018" y="732"/>
                      <a:pt x="6018" y="737"/>
                    </a:cubicBezTo>
                    <a:cubicBezTo>
                      <a:pt x="6017" y="747"/>
                      <a:pt x="6016" y="758"/>
                      <a:pt x="6014" y="769"/>
                    </a:cubicBezTo>
                    <a:lnTo>
                      <a:pt x="6014" y="775"/>
                    </a:lnTo>
                    <a:cubicBezTo>
                      <a:pt x="6014" y="784"/>
                      <a:pt x="6012" y="793"/>
                      <a:pt x="6012" y="803"/>
                    </a:cubicBezTo>
                    <a:lnTo>
                      <a:pt x="6012" y="811"/>
                    </a:lnTo>
                    <a:cubicBezTo>
                      <a:pt x="6012" y="820"/>
                      <a:pt x="6012" y="829"/>
                      <a:pt x="6014" y="839"/>
                    </a:cubicBezTo>
                    <a:lnTo>
                      <a:pt x="6014" y="844"/>
                    </a:lnTo>
                    <a:cubicBezTo>
                      <a:pt x="6016" y="854"/>
                      <a:pt x="6017" y="866"/>
                      <a:pt x="6018" y="876"/>
                    </a:cubicBezTo>
                    <a:cubicBezTo>
                      <a:pt x="6018" y="878"/>
                      <a:pt x="6020" y="882"/>
                      <a:pt x="6020" y="885"/>
                    </a:cubicBezTo>
                    <a:cubicBezTo>
                      <a:pt x="6021" y="892"/>
                      <a:pt x="6022" y="901"/>
                      <a:pt x="6025" y="908"/>
                    </a:cubicBezTo>
                    <a:cubicBezTo>
                      <a:pt x="6026" y="912"/>
                      <a:pt x="6026" y="916"/>
                      <a:pt x="6027" y="918"/>
                    </a:cubicBezTo>
                    <a:cubicBezTo>
                      <a:pt x="6030" y="926"/>
                      <a:pt x="6032" y="934"/>
                      <a:pt x="6035" y="943"/>
                    </a:cubicBezTo>
                    <a:cubicBezTo>
                      <a:pt x="6036" y="948"/>
                      <a:pt x="6038" y="953"/>
                      <a:pt x="6040" y="958"/>
                    </a:cubicBezTo>
                    <a:cubicBezTo>
                      <a:pt x="6042" y="965"/>
                      <a:pt x="6043" y="970"/>
                      <a:pt x="6046" y="976"/>
                    </a:cubicBezTo>
                    <a:lnTo>
                      <a:pt x="6054" y="991"/>
                    </a:lnTo>
                    <a:cubicBezTo>
                      <a:pt x="6056" y="996"/>
                      <a:pt x="6058" y="999"/>
                      <a:pt x="6059" y="1002"/>
                    </a:cubicBezTo>
                    <a:cubicBezTo>
                      <a:pt x="6093" y="1071"/>
                      <a:pt x="6145" y="1130"/>
                      <a:pt x="6211" y="1172"/>
                    </a:cubicBezTo>
                    <a:cubicBezTo>
                      <a:pt x="6270" y="1212"/>
                      <a:pt x="6295" y="1288"/>
                      <a:pt x="6274" y="1357"/>
                    </a:cubicBezTo>
                    <a:lnTo>
                      <a:pt x="6146" y="1754"/>
                    </a:lnTo>
                    <a:cubicBezTo>
                      <a:pt x="6135" y="1788"/>
                      <a:pt x="6141" y="1825"/>
                      <a:pt x="6166" y="1851"/>
                    </a:cubicBezTo>
                    <a:lnTo>
                      <a:pt x="5752" y="2178"/>
                    </a:lnTo>
                    <a:lnTo>
                      <a:pt x="5752" y="594"/>
                    </a:lnTo>
                    <a:cubicBezTo>
                      <a:pt x="5752" y="393"/>
                      <a:pt x="5589" y="231"/>
                      <a:pt x="5388" y="231"/>
                    </a:cubicBezTo>
                    <a:lnTo>
                      <a:pt x="3479" y="231"/>
                    </a:lnTo>
                    <a:cubicBezTo>
                      <a:pt x="3438" y="98"/>
                      <a:pt x="3313" y="1"/>
                      <a:pt x="3166" y="1"/>
                    </a:cubicBezTo>
                    <a:lnTo>
                      <a:pt x="3001" y="1"/>
                    </a:lnTo>
                    <a:cubicBezTo>
                      <a:pt x="2853" y="1"/>
                      <a:pt x="2730" y="98"/>
                      <a:pt x="2687" y="231"/>
                    </a:cubicBezTo>
                    <a:lnTo>
                      <a:pt x="2431" y="231"/>
                    </a:lnTo>
                    <a:cubicBezTo>
                      <a:pt x="2390" y="98"/>
                      <a:pt x="2265" y="1"/>
                      <a:pt x="2119"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18"/>
              <p:cNvSpPr/>
              <p:nvPr/>
            </p:nvSpPr>
            <p:spPr>
              <a:xfrm>
                <a:off x="-4138220" y="4418727"/>
                <a:ext cx="84971" cy="67387"/>
              </a:xfrm>
              <a:custGeom>
                <a:rect b="b" l="l" r="r" t="t"/>
                <a:pathLst>
                  <a:path extrusionOk="0" fill="none" h="663" w="836">
                    <a:moveTo>
                      <a:pt x="836" y="1"/>
                    </a:moveTo>
                    <a:cubicBezTo>
                      <a:pt x="836" y="1"/>
                      <a:pt x="705" y="389"/>
                      <a:pt x="0" y="662"/>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18"/>
              <p:cNvSpPr/>
              <p:nvPr/>
            </p:nvSpPr>
            <p:spPr>
              <a:xfrm>
                <a:off x="-4079473" y="4272771"/>
                <a:ext cx="99302" cy="153680"/>
              </a:xfrm>
              <a:custGeom>
                <a:rect b="b" l="l" r="r" t="t"/>
                <a:pathLst>
                  <a:path extrusionOk="0" h="1512" w="977">
                    <a:moveTo>
                      <a:pt x="486" y="0"/>
                    </a:moveTo>
                    <a:cubicBezTo>
                      <a:pt x="305" y="0"/>
                      <a:pt x="132" y="115"/>
                      <a:pt x="69" y="292"/>
                    </a:cubicBezTo>
                    <a:cubicBezTo>
                      <a:pt x="1" y="488"/>
                      <a:pt x="78" y="697"/>
                      <a:pt x="242" y="805"/>
                    </a:cubicBezTo>
                    <a:cubicBezTo>
                      <a:pt x="302" y="845"/>
                      <a:pt x="327" y="921"/>
                      <a:pt x="305" y="990"/>
                    </a:cubicBezTo>
                    <a:lnTo>
                      <a:pt x="177" y="1387"/>
                    </a:lnTo>
                    <a:cubicBezTo>
                      <a:pt x="165" y="1427"/>
                      <a:pt x="176" y="1473"/>
                      <a:pt x="211" y="1495"/>
                    </a:cubicBezTo>
                    <a:cubicBezTo>
                      <a:pt x="227" y="1506"/>
                      <a:pt x="245" y="1512"/>
                      <a:pt x="263" y="1512"/>
                    </a:cubicBezTo>
                    <a:cubicBezTo>
                      <a:pt x="287" y="1512"/>
                      <a:pt x="311" y="1502"/>
                      <a:pt x="327" y="1485"/>
                    </a:cubicBezTo>
                    <a:cubicBezTo>
                      <a:pt x="439" y="1375"/>
                      <a:pt x="751" y="1032"/>
                      <a:pt x="900" y="573"/>
                    </a:cubicBezTo>
                    <a:cubicBezTo>
                      <a:pt x="976" y="339"/>
                      <a:pt x="843" y="87"/>
                      <a:pt x="606" y="18"/>
                    </a:cubicBezTo>
                    <a:cubicBezTo>
                      <a:pt x="566" y="6"/>
                      <a:pt x="526" y="0"/>
                      <a:pt x="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18"/>
              <p:cNvSpPr/>
              <p:nvPr/>
            </p:nvSpPr>
            <p:spPr>
              <a:xfrm>
                <a:off x="-4077745" y="4272872"/>
                <a:ext cx="89646" cy="70741"/>
              </a:xfrm>
              <a:custGeom>
                <a:rect b="b" l="l" r="r" t="t"/>
                <a:pathLst>
                  <a:path extrusionOk="0" h="696" w="882">
                    <a:moveTo>
                      <a:pt x="467" y="0"/>
                    </a:moveTo>
                    <a:cubicBezTo>
                      <a:pt x="286" y="0"/>
                      <a:pt x="114" y="115"/>
                      <a:pt x="51" y="292"/>
                    </a:cubicBezTo>
                    <a:cubicBezTo>
                      <a:pt x="0" y="435"/>
                      <a:pt x="27" y="584"/>
                      <a:pt x="110" y="696"/>
                    </a:cubicBezTo>
                    <a:cubicBezTo>
                      <a:pt x="81" y="607"/>
                      <a:pt x="79" y="507"/>
                      <a:pt x="113" y="411"/>
                    </a:cubicBezTo>
                    <a:cubicBezTo>
                      <a:pt x="175" y="234"/>
                      <a:pt x="348" y="119"/>
                      <a:pt x="528" y="119"/>
                    </a:cubicBezTo>
                    <a:cubicBezTo>
                      <a:pt x="568" y="119"/>
                      <a:pt x="609" y="124"/>
                      <a:pt x="649" y="136"/>
                    </a:cubicBezTo>
                    <a:cubicBezTo>
                      <a:pt x="747" y="166"/>
                      <a:pt x="826" y="225"/>
                      <a:pt x="882" y="301"/>
                    </a:cubicBezTo>
                    <a:cubicBezTo>
                      <a:pt x="837" y="169"/>
                      <a:pt x="732" y="60"/>
                      <a:pt x="588" y="18"/>
                    </a:cubicBezTo>
                    <a:cubicBezTo>
                      <a:pt x="548" y="6"/>
                      <a:pt x="507" y="0"/>
                      <a:pt x="4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18"/>
              <p:cNvSpPr/>
              <p:nvPr/>
            </p:nvSpPr>
            <p:spPr>
              <a:xfrm>
                <a:off x="-4138220" y="4506139"/>
                <a:ext cx="102453" cy="64135"/>
              </a:xfrm>
              <a:custGeom>
                <a:rect b="b" l="l" r="r" t="t"/>
                <a:pathLst>
                  <a:path extrusionOk="0" fill="none" h="631" w="1008">
                    <a:moveTo>
                      <a:pt x="1007" y="0"/>
                    </a:moveTo>
                    <a:cubicBezTo>
                      <a:pt x="1007" y="0"/>
                      <a:pt x="656" y="74"/>
                      <a:pt x="0" y="631"/>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18"/>
              <p:cNvSpPr/>
              <p:nvPr/>
            </p:nvSpPr>
            <p:spPr>
              <a:xfrm>
                <a:off x="-4044712" y="4393012"/>
                <a:ext cx="137316" cy="121866"/>
              </a:xfrm>
              <a:custGeom>
                <a:rect b="b" l="l" r="r" t="t"/>
                <a:pathLst>
                  <a:path extrusionOk="0" h="1199" w="1351">
                    <a:moveTo>
                      <a:pt x="849" y="0"/>
                    </a:moveTo>
                    <a:cubicBezTo>
                      <a:pt x="763" y="0"/>
                      <a:pt x="675" y="26"/>
                      <a:pt x="601" y="78"/>
                    </a:cubicBezTo>
                    <a:cubicBezTo>
                      <a:pt x="430" y="197"/>
                      <a:pt x="371" y="412"/>
                      <a:pt x="442" y="595"/>
                    </a:cubicBezTo>
                    <a:cubicBezTo>
                      <a:pt x="468" y="662"/>
                      <a:pt x="444" y="739"/>
                      <a:pt x="387" y="782"/>
                    </a:cubicBezTo>
                    <a:lnTo>
                      <a:pt x="51" y="1031"/>
                    </a:lnTo>
                    <a:cubicBezTo>
                      <a:pt x="18" y="1055"/>
                      <a:pt x="1" y="1100"/>
                      <a:pt x="15" y="1138"/>
                    </a:cubicBezTo>
                    <a:cubicBezTo>
                      <a:pt x="29" y="1176"/>
                      <a:pt x="64" y="1199"/>
                      <a:pt x="102" y="1199"/>
                    </a:cubicBezTo>
                    <a:cubicBezTo>
                      <a:pt x="107" y="1199"/>
                      <a:pt x="112" y="1199"/>
                      <a:pt x="116" y="1198"/>
                    </a:cubicBezTo>
                    <a:cubicBezTo>
                      <a:pt x="271" y="1172"/>
                      <a:pt x="725" y="1077"/>
                      <a:pt x="1113" y="790"/>
                    </a:cubicBezTo>
                    <a:cubicBezTo>
                      <a:pt x="1311" y="644"/>
                      <a:pt x="1350" y="361"/>
                      <a:pt x="1197" y="167"/>
                    </a:cubicBezTo>
                    <a:cubicBezTo>
                      <a:pt x="1112" y="58"/>
                      <a:pt x="981" y="0"/>
                      <a:pt x="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18"/>
              <p:cNvSpPr/>
              <p:nvPr/>
            </p:nvSpPr>
            <p:spPr>
              <a:xfrm>
                <a:off x="-4002837" y="4393012"/>
                <a:ext cx="91476" cy="57935"/>
              </a:xfrm>
              <a:custGeom>
                <a:rect b="b" l="l" r="r" t="t"/>
                <a:pathLst>
                  <a:path extrusionOk="0" h="570" w="900">
                    <a:moveTo>
                      <a:pt x="437" y="0"/>
                    </a:moveTo>
                    <a:cubicBezTo>
                      <a:pt x="350" y="0"/>
                      <a:pt x="263" y="25"/>
                      <a:pt x="189" y="77"/>
                    </a:cubicBezTo>
                    <a:cubicBezTo>
                      <a:pt x="66" y="164"/>
                      <a:pt x="0" y="301"/>
                      <a:pt x="1" y="440"/>
                    </a:cubicBezTo>
                    <a:cubicBezTo>
                      <a:pt x="29" y="350"/>
                      <a:pt x="86" y="269"/>
                      <a:pt x="170" y="210"/>
                    </a:cubicBezTo>
                    <a:cubicBezTo>
                      <a:pt x="244" y="158"/>
                      <a:pt x="331" y="133"/>
                      <a:pt x="418" y="133"/>
                    </a:cubicBezTo>
                    <a:cubicBezTo>
                      <a:pt x="549" y="133"/>
                      <a:pt x="680" y="191"/>
                      <a:pt x="764" y="299"/>
                    </a:cubicBezTo>
                    <a:cubicBezTo>
                      <a:pt x="827" y="380"/>
                      <a:pt x="858" y="474"/>
                      <a:pt x="858" y="569"/>
                    </a:cubicBezTo>
                    <a:cubicBezTo>
                      <a:pt x="899" y="436"/>
                      <a:pt x="878" y="286"/>
                      <a:pt x="785" y="167"/>
                    </a:cubicBezTo>
                    <a:cubicBezTo>
                      <a:pt x="700" y="58"/>
                      <a:pt x="569" y="0"/>
                      <a:pt x="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18"/>
              <p:cNvSpPr/>
              <p:nvPr/>
            </p:nvSpPr>
            <p:spPr>
              <a:xfrm>
                <a:off x="-4124804" y="4595583"/>
                <a:ext cx="46856" cy="83650"/>
              </a:xfrm>
              <a:custGeom>
                <a:rect b="b" l="l" r="r" t="t"/>
                <a:pathLst>
                  <a:path extrusionOk="0" h="823" w="461">
                    <a:moveTo>
                      <a:pt x="0" y="1"/>
                    </a:moveTo>
                    <a:lnTo>
                      <a:pt x="0" y="822"/>
                    </a:lnTo>
                    <a:lnTo>
                      <a:pt x="132" y="822"/>
                    </a:lnTo>
                    <a:cubicBezTo>
                      <a:pt x="313" y="822"/>
                      <a:pt x="460" y="676"/>
                      <a:pt x="460" y="495"/>
                    </a:cubicBezTo>
                    <a:lnTo>
                      <a:pt x="460" y="329"/>
                    </a:lnTo>
                    <a:cubicBezTo>
                      <a:pt x="460" y="147"/>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18"/>
              <p:cNvSpPr/>
              <p:nvPr/>
            </p:nvSpPr>
            <p:spPr>
              <a:xfrm>
                <a:off x="-4520891" y="4235468"/>
                <a:ext cx="83650" cy="46754"/>
              </a:xfrm>
              <a:custGeom>
                <a:rect b="b" l="l" r="r" t="t"/>
                <a:pathLst>
                  <a:path extrusionOk="0" h="460" w="823">
                    <a:moveTo>
                      <a:pt x="328" y="1"/>
                    </a:moveTo>
                    <a:cubicBezTo>
                      <a:pt x="147" y="1"/>
                      <a:pt x="0" y="148"/>
                      <a:pt x="0" y="328"/>
                    </a:cubicBezTo>
                    <a:lnTo>
                      <a:pt x="0" y="460"/>
                    </a:lnTo>
                    <a:lnTo>
                      <a:pt x="823" y="460"/>
                    </a:lnTo>
                    <a:lnTo>
                      <a:pt x="823" y="329"/>
                    </a:lnTo>
                    <a:cubicBezTo>
                      <a:pt x="823" y="148"/>
                      <a:pt x="675" y="1"/>
                      <a:pt x="495" y="1"/>
                    </a:cubicBezTo>
                    <a:lnTo>
                      <a:pt x="330" y="1"/>
                    </a:lnTo>
                    <a:cubicBezTo>
                      <a:pt x="329" y="1"/>
                      <a:pt x="328"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18"/>
              <p:cNvSpPr/>
              <p:nvPr/>
            </p:nvSpPr>
            <p:spPr>
              <a:xfrm>
                <a:off x="-4414577" y="4235468"/>
                <a:ext cx="83650" cy="46754"/>
              </a:xfrm>
              <a:custGeom>
                <a:rect b="b" l="l" r="r" t="t"/>
                <a:pathLst>
                  <a:path extrusionOk="0" h="460" w="823">
                    <a:moveTo>
                      <a:pt x="328" y="1"/>
                    </a:moveTo>
                    <a:cubicBezTo>
                      <a:pt x="147" y="1"/>
                      <a:pt x="1" y="148"/>
                      <a:pt x="1" y="328"/>
                    </a:cubicBezTo>
                    <a:lnTo>
                      <a:pt x="1" y="460"/>
                    </a:lnTo>
                    <a:lnTo>
                      <a:pt x="822" y="460"/>
                    </a:lnTo>
                    <a:lnTo>
                      <a:pt x="822" y="329"/>
                    </a:lnTo>
                    <a:cubicBezTo>
                      <a:pt x="822" y="148"/>
                      <a:pt x="676" y="1"/>
                      <a:pt x="495" y="1"/>
                    </a:cubicBezTo>
                    <a:lnTo>
                      <a:pt x="330" y="1"/>
                    </a:lnTo>
                    <a:cubicBezTo>
                      <a:pt x="329" y="1"/>
                      <a:pt x="329"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18"/>
              <p:cNvSpPr/>
              <p:nvPr/>
            </p:nvSpPr>
            <p:spPr>
              <a:xfrm>
                <a:off x="-4124804" y="4704644"/>
                <a:ext cx="46856" cy="83650"/>
              </a:xfrm>
              <a:custGeom>
                <a:rect b="b" l="l" r="r" t="t"/>
                <a:pathLst>
                  <a:path extrusionOk="0" h="823" w="461">
                    <a:moveTo>
                      <a:pt x="0" y="1"/>
                    </a:moveTo>
                    <a:lnTo>
                      <a:pt x="0" y="822"/>
                    </a:lnTo>
                    <a:lnTo>
                      <a:pt x="132" y="822"/>
                    </a:lnTo>
                    <a:cubicBezTo>
                      <a:pt x="313" y="822"/>
                      <a:pt x="460" y="676"/>
                      <a:pt x="460" y="495"/>
                    </a:cubicBezTo>
                    <a:lnTo>
                      <a:pt x="460" y="330"/>
                    </a:lnTo>
                    <a:cubicBezTo>
                      <a:pt x="460" y="146"/>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18"/>
              <p:cNvSpPr/>
              <p:nvPr/>
            </p:nvSpPr>
            <p:spPr>
              <a:xfrm>
                <a:off x="-4685648" y="4792055"/>
                <a:ext cx="156831" cy="156932"/>
              </a:xfrm>
              <a:custGeom>
                <a:rect b="b" l="l" r="r" t="t"/>
                <a:pathLst>
                  <a:path extrusionOk="0" h="1544" w="1543">
                    <a:moveTo>
                      <a:pt x="772" y="124"/>
                    </a:moveTo>
                    <a:cubicBezTo>
                      <a:pt x="1129" y="124"/>
                      <a:pt x="1419" y="415"/>
                      <a:pt x="1419" y="772"/>
                    </a:cubicBezTo>
                    <a:cubicBezTo>
                      <a:pt x="1419" y="1130"/>
                      <a:pt x="1129" y="1420"/>
                      <a:pt x="772" y="1420"/>
                    </a:cubicBezTo>
                    <a:cubicBezTo>
                      <a:pt x="414" y="1420"/>
                      <a:pt x="124" y="1130"/>
                      <a:pt x="124" y="772"/>
                    </a:cubicBezTo>
                    <a:cubicBezTo>
                      <a:pt x="124" y="415"/>
                      <a:pt x="414" y="124"/>
                      <a:pt x="772" y="124"/>
                    </a:cubicBezTo>
                    <a:close/>
                    <a:moveTo>
                      <a:pt x="772" y="1"/>
                    </a:moveTo>
                    <a:cubicBezTo>
                      <a:pt x="346" y="1"/>
                      <a:pt x="0" y="346"/>
                      <a:pt x="0" y="772"/>
                    </a:cubicBezTo>
                    <a:cubicBezTo>
                      <a:pt x="0" y="1198"/>
                      <a:pt x="346" y="1543"/>
                      <a:pt x="772" y="1543"/>
                    </a:cubicBezTo>
                    <a:cubicBezTo>
                      <a:pt x="1196" y="1543"/>
                      <a:pt x="1543" y="1199"/>
                      <a:pt x="1543" y="772"/>
                    </a:cubicBezTo>
                    <a:cubicBezTo>
                      <a:pt x="1543" y="346"/>
                      <a:pt x="1197" y="1"/>
                      <a:pt x="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18"/>
              <p:cNvSpPr/>
              <p:nvPr/>
            </p:nvSpPr>
            <p:spPr>
              <a:xfrm>
                <a:off x="-4607284" y="4258846"/>
                <a:ext cx="505964" cy="729267"/>
              </a:xfrm>
              <a:custGeom>
                <a:rect b="b" l="l" r="r" t="t"/>
                <a:pathLst>
                  <a:path extrusionOk="0" h="7175" w="4978">
                    <a:moveTo>
                      <a:pt x="4616" y="1"/>
                    </a:moveTo>
                    <a:cubicBezTo>
                      <a:pt x="4615" y="1"/>
                      <a:pt x="4615" y="1"/>
                      <a:pt x="4614" y="1"/>
                    </a:cubicBezTo>
                    <a:lnTo>
                      <a:pt x="364" y="1"/>
                    </a:lnTo>
                    <a:cubicBezTo>
                      <a:pt x="163" y="1"/>
                      <a:pt x="1" y="163"/>
                      <a:pt x="1" y="364"/>
                    </a:cubicBezTo>
                    <a:lnTo>
                      <a:pt x="1" y="6861"/>
                    </a:lnTo>
                    <a:cubicBezTo>
                      <a:pt x="1" y="7034"/>
                      <a:pt x="141" y="7174"/>
                      <a:pt x="314" y="7174"/>
                    </a:cubicBezTo>
                    <a:lnTo>
                      <a:pt x="4664" y="7174"/>
                    </a:lnTo>
                    <a:cubicBezTo>
                      <a:pt x="4837" y="7174"/>
                      <a:pt x="4977" y="7034"/>
                      <a:pt x="4977" y="6861"/>
                    </a:cubicBezTo>
                    <a:lnTo>
                      <a:pt x="4977" y="363"/>
                    </a:lnTo>
                    <a:cubicBezTo>
                      <a:pt x="4977" y="164"/>
                      <a:pt x="4814" y="1"/>
                      <a:pt x="4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18"/>
              <p:cNvSpPr/>
              <p:nvPr/>
            </p:nvSpPr>
            <p:spPr>
              <a:xfrm>
                <a:off x="-4607386" y="4312614"/>
                <a:ext cx="506066" cy="17787"/>
              </a:xfrm>
              <a:custGeom>
                <a:rect b="b" l="l" r="r" t="t"/>
                <a:pathLst>
                  <a:path extrusionOk="0" h="175" w="4979">
                    <a:moveTo>
                      <a:pt x="1" y="0"/>
                    </a:moveTo>
                    <a:lnTo>
                      <a:pt x="1" y="175"/>
                    </a:lnTo>
                    <a:lnTo>
                      <a:pt x="4978" y="175"/>
                    </a:lnTo>
                    <a:lnTo>
                      <a:pt x="49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18"/>
              <p:cNvSpPr/>
              <p:nvPr/>
            </p:nvSpPr>
            <p:spPr>
              <a:xfrm>
                <a:off x="-4119823" y="4574645"/>
                <a:ext cx="18498" cy="234280"/>
              </a:xfrm>
              <a:custGeom>
                <a:rect b="b" l="l" r="r" t="t"/>
                <a:pathLst>
                  <a:path extrusionOk="0" h="2305" w="182">
                    <a:moveTo>
                      <a:pt x="181" y="0"/>
                    </a:moveTo>
                    <a:cubicBezTo>
                      <a:pt x="79" y="12"/>
                      <a:pt x="1" y="98"/>
                      <a:pt x="1" y="203"/>
                    </a:cubicBezTo>
                    <a:lnTo>
                      <a:pt x="1" y="2101"/>
                    </a:lnTo>
                    <a:cubicBezTo>
                      <a:pt x="1" y="2206"/>
                      <a:pt x="79" y="2293"/>
                      <a:pt x="181" y="2305"/>
                    </a:cubicBezTo>
                    <a:lnTo>
                      <a:pt x="1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18"/>
              <p:cNvSpPr/>
              <p:nvPr/>
            </p:nvSpPr>
            <p:spPr>
              <a:xfrm>
                <a:off x="-4607386" y="4364959"/>
                <a:ext cx="436239" cy="562171"/>
              </a:xfrm>
              <a:custGeom>
                <a:rect b="b" l="l" r="r" t="t"/>
                <a:pathLst>
                  <a:path extrusionOk="0" h="5531" w="4292">
                    <a:moveTo>
                      <a:pt x="1" y="0"/>
                    </a:moveTo>
                    <a:lnTo>
                      <a:pt x="1" y="5531"/>
                    </a:lnTo>
                    <a:lnTo>
                      <a:pt x="3911" y="5531"/>
                    </a:lnTo>
                    <a:cubicBezTo>
                      <a:pt x="4122" y="5531"/>
                      <a:pt x="4292" y="5360"/>
                      <a:pt x="4292" y="5150"/>
                    </a:cubicBezTo>
                    <a:lnTo>
                      <a:pt x="4292" y="381"/>
                    </a:lnTo>
                    <a:cubicBezTo>
                      <a:pt x="4292" y="170"/>
                      <a:pt x="4121" y="0"/>
                      <a:pt x="39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18"/>
              <p:cNvSpPr/>
              <p:nvPr/>
            </p:nvSpPr>
            <p:spPr>
              <a:xfrm>
                <a:off x="-4484199" y="4421573"/>
                <a:ext cx="189864" cy="449046"/>
              </a:xfrm>
              <a:custGeom>
                <a:rect b="b" l="l" r="r" t="t"/>
                <a:pathLst>
                  <a:path extrusionOk="0" h="4418" w="1868">
                    <a:moveTo>
                      <a:pt x="1571" y="0"/>
                    </a:moveTo>
                    <a:cubicBezTo>
                      <a:pt x="1570" y="0"/>
                      <a:pt x="1570" y="0"/>
                      <a:pt x="1569" y="0"/>
                    </a:cubicBezTo>
                    <a:lnTo>
                      <a:pt x="299" y="0"/>
                    </a:lnTo>
                    <a:cubicBezTo>
                      <a:pt x="134" y="0"/>
                      <a:pt x="0" y="134"/>
                      <a:pt x="0" y="299"/>
                    </a:cubicBezTo>
                    <a:lnTo>
                      <a:pt x="0" y="4119"/>
                    </a:lnTo>
                    <a:cubicBezTo>
                      <a:pt x="0" y="4283"/>
                      <a:pt x="134" y="4417"/>
                      <a:pt x="299" y="4417"/>
                    </a:cubicBezTo>
                    <a:lnTo>
                      <a:pt x="1569" y="4417"/>
                    </a:lnTo>
                    <a:cubicBezTo>
                      <a:pt x="1734" y="4417"/>
                      <a:pt x="1867" y="4284"/>
                      <a:pt x="1867" y="4119"/>
                    </a:cubicBezTo>
                    <a:lnTo>
                      <a:pt x="1867" y="299"/>
                    </a:lnTo>
                    <a:cubicBezTo>
                      <a:pt x="1867" y="134"/>
                      <a:pt x="1735" y="0"/>
                      <a:pt x="1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18"/>
              <p:cNvSpPr/>
              <p:nvPr/>
            </p:nvSpPr>
            <p:spPr>
              <a:xfrm>
                <a:off x="-4409800" y="4518132"/>
                <a:ext cx="41063" cy="255828"/>
              </a:xfrm>
              <a:custGeom>
                <a:rect b="b" l="l" r="r" t="t"/>
                <a:pathLst>
                  <a:path extrusionOk="0" h="2517" w="404">
                    <a:moveTo>
                      <a:pt x="0" y="1"/>
                    </a:moveTo>
                    <a:lnTo>
                      <a:pt x="0" y="2517"/>
                    </a:lnTo>
                    <a:lnTo>
                      <a:pt x="404" y="2517"/>
                    </a:lnTo>
                    <a:lnTo>
                      <a:pt x="40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18"/>
              <p:cNvSpPr/>
              <p:nvPr/>
            </p:nvSpPr>
            <p:spPr>
              <a:xfrm>
                <a:off x="-4484098" y="4421472"/>
                <a:ext cx="189762" cy="204296"/>
              </a:xfrm>
              <a:custGeom>
                <a:rect b="b" l="l" r="r" t="t"/>
                <a:pathLst>
                  <a:path extrusionOk="0" h="2010" w="1867">
                    <a:moveTo>
                      <a:pt x="472" y="0"/>
                    </a:moveTo>
                    <a:cubicBezTo>
                      <a:pt x="272" y="99"/>
                      <a:pt x="107" y="258"/>
                      <a:pt x="1" y="455"/>
                    </a:cubicBezTo>
                    <a:lnTo>
                      <a:pt x="1" y="1450"/>
                    </a:lnTo>
                    <a:cubicBezTo>
                      <a:pt x="178" y="1783"/>
                      <a:pt x="530" y="2010"/>
                      <a:pt x="933" y="2010"/>
                    </a:cubicBezTo>
                    <a:cubicBezTo>
                      <a:pt x="1338" y="2010"/>
                      <a:pt x="1689" y="1783"/>
                      <a:pt x="1866" y="1450"/>
                    </a:cubicBezTo>
                    <a:lnTo>
                      <a:pt x="1866" y="455"/>
                    </a:lnTo>
                    <a:cubicBezTo>
                      <a:pt x="1762" y="258"/>
                      <a:pt x="1596" y="99"/>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18"/>
              <p:cNvSpPr/>
              <p:nvPr/>
            </p:nvSpPr>
            <p:spPr>
              <a:xfrm>
                <a:off x="-4457773" y="4449626"/>
                <a:ext cx="137214" cy="137214"/>
              </a:xfrm>
              <a:custGeom>
                <a:rect b="b" l="l" r="r" t="t"/>
                <a:pathLst>
                  <a:path extrusionOk="0" h="1350" w="1350">
                    <a:moveTo>
                      <a:pt x="674" y="0"/>
                    </a:moveTo>
                    <a:cubicBezTo>
                      <a:pt x="302" y="0"/>
                      <a:pt x="1" y="302"/>
                      <a:pt x="1" y="675"/>
                    </a:cubicBezTo>
                    <a:cubicBezTo>
                      <a:pt x="1" y="1048"/>
                      <a:pt x="302" y="1350"/>
                      <a:pt x="674" y="1350"/>
                    </a:cubicBezTo>
                    <a:cubicBezTo>
                      <a:pt x="1047" y="1350"/>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18"/>
              <p:cNvSpPr/>
              <p:nvPr/>
            </p:nvSpPr>
            <p:spPr>
              <a:xfrm>
                <a:off x="-4484098" y="4666427"/>
                <a:ext cx="189762" cy="204296"/>
              </a:xfrm>
              <a:custGeom>
                <a:rect b="b" l="l" r="r" t="t"/>
                <a:pathLst>
                  <a:path extrusionOk="0" h="2010" w="1867">
                    <a:moveTo>
                      <a:pt x="933" y="0"/>
                    </a:moveTo>
                    <a:cubicBezTo>
                      <a:pt x="530" y="0"/>
                      <a:pt x="179" y="227"/>
                      <a:pt x="1" y="560"/>
                    </a:cubicBezTo>
                    <a:lnTo>
                      <a:pt x="1" y="1555"/>
                    </a:lnTo>
                    <a:cubicBezTo>
                      <a:pt x="106" y="1754"/>
                      <a:pt x="271" y="1911"/>
                      <a:pt x="472" y="2009"/>
                    </a:cubicBezTo>
                    <a:lnTo>
                      <a:pt x="1396" y="2009"/>
                    </a:lnTo>
                    <a:cubicBezTo>
                      <a:pt x="1596" y="1911"/>
                      <a:pt x="1760" y="1751"/>
                      <a:pt x="1866" y="1555"/>
                    </a:cubicBezTo>
                    <a:lnTo>
                      <a:pt x="1866" y="560"/>
                    </a:lnTo>
                    <a:cubicBezTo>
                      <a:pt x="1689" y="227"/>
                      <a:pt x="1338" y="0"/>
                      <a:pt x="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18"/>
              <p:cNvSpPr/>
              <p:nvPr/>
            </p:nvSpPr>
            <p:spPr>
              <a:xfrm>
                <a:off x="-4457773" y="4705355"/>
                <a:ext cx="137214" cy="137112"/>
              </a:xfrm>
              <a:custGeom>
                <a:rect b="b" l="l" r="r" t="t"/>
                <a:pathLst>
                  <a:path extrusionOk="0" h="1349" w="1350">
                    <a:moveTo>
                      <a:pt x="674" y="0"/>
                    </a:moveTo>
                    <a:cubicBezTo>
                      <a:pt x="302" y="0"/>
                      <a:pt x="1" y="302"/>
                      <a:pt x="1" y="675"/>
                    </a:cubicBezTo>
                    <a:cubicBezTo>
                      <a:pt x="1" y="1048"/>
                      <a:pt x="302" y="1349"/>
                      <a:pt x="674" y="1349"/>
                    </a:cubicBezTo>
                    <a:cubicBezTo>
                      <a:pt x="1047" y="1349"/>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18"/>
              <p:cNvSpPr/>
              <p:nvPr/>
            </p:nvSpPr>
            <p:spPr>
              <a:xfrm>
                <a:off x="-4607284" y="4484489"/>
                <a:ext cx="72571" cy="323215"/>
              </a:xfrm>
              <a:custGeom>
                <a:rect b="b" l="l" r="r" t="t"/>
                <a:pathLst>
                  <a:path extrusionOk="0" h="3180" w="714">
                    <a:moveTo>
                      <a:pt x="1" y="1"/>
                    </a:moveTo>
                    <a:lnTo>
                      <a:pt x="1" y="3179"/>
                    </a:lnTo>
                    <a:lnTo>
                      <a:pt x="342" y="3064"/>
                    </a:lnTo>
                    <a:cubicBezTo>
                      <a:pt x="563" y="2987"/>
                      <a:pt x="713" y="2780"/>
                      <a:pt x="713" y="2545"/>
                    </a:cubicBezTo>
                    <a:lnTo>
                      <a:pt x="713" y="635"/>
                    </a:lnTo>
                    <a:cubicBezTo>
                      <a:pt x="713" y="401"/>
                      <a:pt x="563" y="193"/>
                      <a:pt x="342" y="117"/>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18"/>
              <p:cNvSpPr/>
              <p:nvPr/>
            </p:nvSpPr>
            <p:spPr>
              <a:xfrm>
                <a:off x="-4607284" y="4611439"/>
                <a:ext cx="34863" cy="69318"/>
              </a:xfrm>
              <a:custGeom>
                <a:rect b="b" l="l" r="r" t="t"/>
                <a:pathLst>
                  <a:path extrusionOk="0" h="682" w="343">
                    <a:moveTo>
                      <a:pt x="1" y="0"/>
                    </a:moveTo>
                    <a:lnTo>
                      <a:pt x="1" y="682"/>
                    </a:lnTo>
                    <a:cubicBezTo>
                      <a:pt x="189" y="682"/>
                      <a:pt x="342" y="530"/>
                      <a:pt x="343" y="342"/>
                    </a:cubicBezTo>
                    <a:cubicBezTo>
                      <a:pt x="343" y="153"/>
                      <a:pt x="18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18"/>
              <p:cNvSpPr/>
              <p:nvPr/>
            </p:nvSpPr>
            <p:spPr>
              <a:xfrm>
                <a:off x="-4439986" y="4467413"/>
                <a:ext cx="101538" cy="101640"/>
              </a:xfrm>
              <a:custGeom>
                <a:rect b="b" l="l" r="r" t="t"/>
                <a:pathLst>
                  <a:path extrusionOk="0" h="1000" w="999">
                    <a:moveTo>
                      <a:pt x="499" y="0"/>
                    </a:moveTo>
                    <a:cubicBezTo>
                      <a:pt x="224" y="0"/>
                      <a:pt x="1" y="224"/>
                      <a:pt x="1" y="500"/>
                    </a:cubicBezTo>
                    <a:cubicBezTo>
                      <a:pt x="1" y="776"/>
                      <a:pt x="224" y="999"/>
                      <a:pt x="499" y="999"/>
                    </a:cubicBezTo>
                    <a:cubicBezTo>
                      <a:pt x="775" y="999"/>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18"/>
              <p:cNvSpPr/>
              <p:nvPr/>
            </p:nvSpPr>
            <p:spPr>
              <a:xfrm>
                <a:off x="-4439986" y="4723142"/>
                <a:ext cx="101538" cy="101538"/>
              </a:xfrm>
              <a:custGeom>
                <a:rect b="b" l="l" r="r" t="t"/>
                <a:pathLst>
                  <a:path extrusionOk="0" h="999" w="999">
                    <a:moveTo>
                      <a:pt x="499" y="0"/>
                    </a:moveTo>
                    <a:cubicBezTo>
                      <a:pt x="224" y="0"/>
                      <a:pt x="1" y="224"/>
                      <a:pt x="1" y="500"/>
                    </a:cubicBezTo>
                    <a:cubicBezTo>
                      <a:pt x="1" y="776"/>
                      <a:pt x="224" y="998"/>
                      <a:pt x="499" y="998"/>
                    </a:cubicBezTo>
                    <a:cubicBezTo>
                      <a:pt x="775" y="998"/>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18"/>
              <p:cNvSpPr/>
              <p:nvPr/>
            </p:nvSpPr>
            <p:spPr>
              <a:xfrm>
                <a:off x="-4266895" y="4421472"/>
                <a:ext cx="17076" cy="449046"/>
              </a:xfrm>
              <a:custGeom>
                <a:rect b="b" l="l" r="r" t="t"/>
                <a:pathLst>
                  <a:path extrusionOk="0" h="4418" w="168">
                    <a:moveTo>
                      <a:pt x="70" y="0"/>
                    </a:moveTo>
                    <a:cubicBezTo>
                      <a:pt x="31" y="0"/>
                      <a:pt x="1" y="31"/>
                      <a:pt x="1" y="70"/>
                    </a:cubicBezTo>
                    <a:lnTo>
                      <a:pt x="1" y="4347"/>
                    </a:lnTo>
                    <a:cubicBezTo>
                      <a:pt x="1" y="4386"/>
                      <a:pt x="31" y="4417"/>
                      <a:pt x="70" y="4417"/>
                    </a:cubicBezTo>
                    <a:lnTo>
                      <a:pt x="99" y="4417"/>
                    </a:lnTo>
                    <a:cubicBezTo>
                      <a:pt x="137" y="4417"/>
                      <a:pt x="168" y="4386"/>
                      <a:pt x="168" y="4347"/>
                    </a:cubicBezTo>
                    <a:lnTo>
                      <a:pt x="168" y="70"/>
                    </a:lnTo>
                    <a:cubicBezTo>
                      <a:pt x="168" y="32"/>
                      <a:pt x="137" y="0"/>
                      <a:pt x="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18"/>
              <p:cNvSpPr/>
              <p:nvPr/>
            </p:nvSpPr>
            <p:spPr>
              <a:xfrm>
                <a:off x="-4232643" y="4421472"/>
                <a:ext cx="17279" cy="449046"/>
              </a:xfrm>
              <a:custGeom>
                <a:rect b="b" l="l" r="r" t="t"/>
                <a:pathLst>
                  <a:path extrusionOk="0" h="4418" w="170">
                    <a:moveTo>
                      <a:pt x="69" y="0"/>
                    </a:moveTo>
                    <a:cubicBezTo>
                      <a:pt x="31" y="0"/>
                      <a:pt x="0" y="31"/>
                      <a:pt x="0" y="70"/>
                    </a:cubicBezTo>
                    <a:lnTo>
                      <a:pt x="0" y="4347"/>
                    </a:lnTo>
                    <a:cubicBezTo>
                      <a:pt x="0" y="4386"/>
                      <a:pt x="31" y="4417"/>
                      <a:pt x="69" y="4417"/>
                    </a:cubicBezTo>
                    <a:lnTo>
                      <a:pt x="98" y="4417"/>
                    </a:lnTo>
                    <a:cubicBezTo>
                      <a:pt x="136" y="4417"/>
                      <a:pt x="167" y="4386"/>
                      <a:pt x="167" y="4347"/>
                    </a:cubicBezTo>
                    <a:lnTo>
                      <a:pt x="167" y="70"/>
                    </a:lnTo>
                    <a:cubicBezTo>
                      <a:pt x="169" y="32"/>
                      <a:pt x="136" y="0"/>
                      <a:pt x="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325" name="Shape 1325"/>
        <p:cNvGrpSpPr/>
        <p:nvPr/>
      </p:nvGrpSpPr>
      <p:grpSpPr>
        <a:xfrm>
          <a:off x="0" y="0"/>
          <a:ext cx="0" cy="0"/>
          <a:chOff x="0" y="0"/>
          <a:chExt cx="0" cy="0"/>
        </a:xfrm>
      </p:grpSpPr>
      <p:sp>
        <p:nvSpPr>
          <p:cNvPr id="1326" name="Google Shape;1326;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327" name="Google Shape;1327;p19"/>
          <p:cNvSpPr txBox="1"/>
          <p:nvPr>
            <p:ph idx="1" type="subTitle"/>
          </p:nvPr>
        </p:nvSpPr>
        <p:spPr>
          <a:xfrm>
            <a:off x="4982074" y="3159748"/>
            <a:ext cx="2925300" cy="101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28" name="Google Shape;1328;p19"/>
          <p:cNvSpPr txBox="1"/>
          <p:nvPr>
            <p:ph idx="2" type="subTitle"/>
          </p:nvPr>
        </p:nvSpPr>
        <p:spPr>
          <a:xfrm>
            <a:off x="1236775" y="3159748"/>
            <a:ext cx="2925300" cy="101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29" name="Google Shape;1329;p19"/>
          <p:cNvSpPr txBox="1"/>
          <p:nvPr>
            <p:ph idx="3" type="subTitle"/>
          </p:nvPr>
        </p:nvSpPr>
        <p:spPr>
          <a:xfrm>
            <a:off x="1236775" y="2854950"/>
            <a:ext cx="2925300" cy="457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30" name="Google Shape;1330;p19"/>
          <p:cNvSpPr txBox="1"/>
          <p:nvPr>
            <p:ph idx="4" type="subTitle"/>
          </p:nvPr>
        </p:nvSpPr>
        <p:spPr>
          <a:xfrm>
            <a:off x="4982077" y="2854950"/>
            <a:ext cx="2925300" cy="457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1331" name="Google Shape;1331;p19"/>
          <p:cNvGrpSpPr/>
          <p:nvPr/>
        </p:nvGrpSpPr>
        <p:grpSpPr>
          <a:xfrm>
            <a:off x="125771" y="95529"/>
            <a:ext cx="9055487" cy="4959990"/>
            <a:chOff x="125771" y="95529"/>
            <a:chExt cx="9055487" cy="4959990"/>
          </a:xfrm>
        </p:grpSpPr>
        <p:grpSp>
          <p:nvGrpSpPr>
            <p:cNvPr id="1332" name="Google Shape;1332;p19"/>
            <p:cNvGrpSpPr/>
            <p:nvPr/>
          </p:nvGrpSpPr>
          <p:grpSpPr>
            <a:xfrm>
              <a:off x="176188" y="120831"/>
              <a:ext cx="9005070" cy="4866883"/>
              <a:chOff x="176188" y="120831"/>
              <a:chExt cx="9005070" cy="4866883"/>
            </a:xfrm>
          </p:grpSpPr>
          <p:grpSp>
            <p:nvGrpSpPr>
              <p:cNvPr id="1333" name="Google Shape;1333;p19"/>
              <p:cNvGrpSpPr/>
              <p:nvPr/>
            </p:nvGrpSpPr>
            <p:grpSpPr>
              <a:xfrm>
                <a:off x="176188" y="3900143"/>
                <a:ext cx="543819" cy="1087571"/>
                <a:chOff x="2882200" y="374525"/>
                <a:chExt cx="402025" cy="804000"/>
              </a:xfrm>
            </p:grpSpPr>
            <p:sp>
              <p:nvSpPr>
                <p:cNvPr id="1334" name="Google Shape;1334;p19"/>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19"/>
                <p:cNvSpPr/>
                <p:nvPr/>
              </p:nvSpPr>
              <p:spPr>
                <a:xfrm>
                  <a:off x="2882200" y="374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19"/>
                <p:cNvSpPr/>
                <p:nvPr/>
              </p:nvSpPr>
              <p:spPr>
                <a:xfrm>
                  <a:off x="3083200" y="374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19"/>
                <p:cNvSpPr/>
                <p:nvPr/>
              </p:nvSpPr>
              <p:spPr>
                <a:xfrm flipH="1">
                  <a:off x="3083200" y="575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19"/>
                <p:cNvSpPr/>
                <p:nvPr/>
              </p:nvSpPr>
              <p:spPr>
                <a:xfrm flipH="1">
                  <a:off x="2882200" y="575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19"/>
                <p:cNvSpPr/>
                <p:nvPr/>
              </p:nvSpPr>
              <p:spPr>
                <a:xfrm>
                  <a:off x="2882200" y="776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19"/>
                <p:cNvSpPr/>
                <p:nvPr/>
              </p:nvSpPr>
              <p:spPr>
                <a:xfrm>
                  <a:off x="3083200" y="776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19"/>
                <p:cNvSpPr/>
                <p:nvPr/>
              </p:nvSpPr>
              <p:spPr>
                <a:xfrm flipH="1">
                  <a:off x="3083200" y="977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19"/>
                <p:cNvSpPr/>
                <p:nvPr/>
              </p:nvSpPr>
              <p:spPr>
                <a:xfrm flipH="1">
                  <a:off x="2882200" y="977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 name="Google Shape;1343;p19"/>
              <p:cNvGrpSpPr/>
              <p:nvPr/>
            </p:nvGrpSpPr>
            <p:grpSpPr>
              <a:xfrm>
                <a:off x="8637439" y="120831"/>
                <a:ext cx="543819" cy="1087571"/>
                <a:chOff x="2882200" y="374525"/>
                <a:chExt cx="402025" cy="804000"/>
              </a:xfrm>
            </p:grpSpPr>
            <p:sp>
              <p:nvSpPr>
                <p:cNvPr id="1344" name="Google Shape;1344;p19"/>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19"/>
                <p:cNvSpPr/>
                <p:nvPr/>
              </p:nvSpPr>
              <p:spPr>
                <a:xfrm>
                  <a:off x="2882200" y="374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19"/>
                <p:cNvSpPr/>
                <p:nvPr/>
              </p:nvSpPr>
              <p:spPr>
                <a:xfrm>
                  <a:off x="3083200" y="374525"/>
                  <a:ext cx="201000" cy="201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19"/>
                <p:cNvSpPr/>
                <p:nvPr/>
              </p:nvSpPr>
              <p:spPr>
                <a:xfrm flipH="1">
                  <a:off x="3083200" y="575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19"/>
                <p:cNvSpPr/>
                <p:nvPr/>
              </p:nvSpPr>
              <p:spPr>
                <a:xfrm flipH="1">
                  <a:off x="2882200" y="575525"/>
                  <a:ext cx="201000" cy="201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19"/>
                <p:cNvSpPr/>
                <p:nvPr/>
              </p:nvSpPr>
              <p:spPr>
                <a:xfrm>
                  <a:off x="2882200" y="776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19"/>
                <p:cNvSpPr/>
                <p:nvPr/>
              </p:nvSpPr>
              <p:spPr>
                <a:xfrm>
                  <a:off x="3083200" y="776525"/>
                  <a:ext cx="201000" cy="201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19"/>
                <p:cNvSpPr/>
                <p:nvPr/>
              </p:nvSpPr>
              <p:spPr>
                <a:xfrm flipH="1">
                  <a:off x="3083200" y="977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19"/>
                <p:cNvSpPr/>
                <p:nvPr/>
              </p:nvSpPr>
              <p:spPr>
                <a:xfrm flipH="1">
                  <a:off x="2882200" y="977525"/>
                  <a:ext cx="201000" cy="201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3" name="Google Shape;1353;p19"/>
            <p:cNvGrpSpPr/>
            <p:nvPr/>
          </p:nvGrpSpPr>
          <p:grpSpPr>
            <a:xfrm>
              <a:off x="125771" y="154519"/>
              <a:ext cx="505392" cy="244130"/>
              <a:chOff x="3129734" y="107288"/>
              <a:chExt cx="257866" cy="124563"/>
            </a:xfrm>
          </p:grpSpPr>
          <p:sp>
            <p:nvSpPr>
              <p:cNvPr id="1354" name="Google Shape;1354;p19"/>
              <p:cNvSpPr/>
              <p:nvPr/>
            </p:nvSpPr>
            <p:spPr>
              <a:xfrm>
                <a:off x="3129734" y="107288"/>
                <a:ext cx="256475" cy="123125"/>
              </a:xfrm>
              <a:custGeom>
                <a:rect b="b" l="l" r="r" t="t"/>
                <a:pathLst>
                  <a:path extrusionOk="0" h="4925" w="10259">
                    <a:moveTo>
                      <a:pt x="5130" y="0"/>
                    </a:moveTo>
                    <a:cubicBezTo>
                      <a:pt x="2297" y="0"/>
                      <a:pt x="1" y="2463"/>
                      <a:pt x="1" y="2463"/>
                    </a:cubicBezTo>
                    <a:cubicBezTo>
                      <a:pt x="1" y="2463"/>
                      <a:pt x="2297" y="4925"/>
                      <a:pt x="5130" y="4925"/>
                    </a:cubicBezTo>
                    <a:cubicBezTo>
                      <a:pt x="7962" y="4925"/>
                      <a:pt x="10259" y="2463"/>
                      <a:pt x="10259" y="2463"/>
                    </a:cubicBezTo>
                    <a:cubicBezTo>
                      <a:pt x="10259" y="2463"/>
                      <a:pt x="7962" y="0"/>
                      <a:pt x="5130"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19"/>
              <p:cNvSpPr/>
              <p:nvPr/>
            </p:nvSpPr>
            <p:spPr>
              <a:xfrm>
                <a:off x="3131125" y="108700"/>
                <a:ext cx="256475" cy="123150"/>
              </a:xfrm>
              <a:custGeom>
                <a:rect b="b" l="l" r="r" t="t"/>
                <a:pathLst>
                  <a:path extrusionOk="0" h="4926" w="10259">
                    <a:moveTo>
                      <a:pt x="5129" y="0"/>
                    </a:moveTo>
                    <a:cubicBezTo>
                      <a:pt x="2296" y="0"/>
                      <a:pt x="0" y="2463"/>
                      <a:pt x="0" y="2463"/>
                    </a:cubicBezTo>
                    <a:cubicBezTo>
                      <a:pt x="0" y="2463"/>
                      <a:pt x="2296" y="4926"/>
                      <a:pt x="5129" y="4926"/>
                    </a:cubicBezTo>
                    <a:cubicBezTo>
                      <a:pt x="7962" y="4926"/>
                      <a:pt x="10258" y="2463"/>
                      <a:pt x="10258" y="2463"/>
                    </a:cubicBezTo>
                    <a:cubicBezTo>
                      <a:pt x="10258" y="2463"/>
                      <a:pt x="7962" y="0"/>
                      <a:pt x="51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19"/>
              <p:cNvSpPr/>
              <p:nvPr/>
            </p:nvSpPr>
            <p:spPr>
              <a:xfrm>
                <a:off x="3205475" y="116400"/>
                <a:ext cx="107725" cy="107750"/>
              </a:xfrm>
              <a:custGeom>
                <a:rect b="b" l="l" r="r" t="t"/>
                <a:pathLst>
                  <a:path extrusionOk="0" h="4310" w="4309">
                    <a:moveTo>
                      <a:pt x="2155" y="1"/>
                    </a:moveTo>
                    <a:cubicBezTo>
                      <a:pt x="965" y="1"/>
                      <a:pt x="0" y="966"/>
                      <a:pt x="0" y="2155"/>
                    </a:cubicBezTo>
                    <a:cubicBezTo>
                      <a:pt x="0" y="3344"/>
                      <a:pt x="965" y="4309"/>
                      <a:pt x="2155" y="4309"/>
                    </a:cubicBezTo>
                    <a:cubicBezTo>
                      <a:pt x="3345" y="4309"/>
                      <a:pt x="4309" y="3344"/>
                      <a:pt x="4309" y="2155"/>
                    </a:cubicBezTo>
                    <a:cubicBezTo>
                      <a:pt x="4309" y="966"/>
                      <a:pt x="3345" y="1"/>
                      <a:pt x="21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19"/>
              <p:cNvSpPr/>
              <p:nvPr/>
            </p:nvSpPr>
            <p:spPr>
              <a:xfrm>
                <a:off x="3222550" y="135325"/>
                <a:ext cx="73550" cy="69900"/>
              </a:xfrm>
              <a:custGeom>
                <a:rect b="b" l="l" r="r" t="t"/>
                <a:pathLst>
                  <a:path extrusionOk="0" h="2796" w="2942">
                    <a:moveTo>
                      <a:pt x="1793" y="0"/>
                    </a:moveTo>
                    <a:cubicBezTo>
                      <a:pt x="1732" y="0"/>
                      <a:pt x="1670" y="30"/>
                      <a:pt x="1633" y="96"/>
                    </a:cubicBezTo>
                    <a:cubicBezTo>
                      <a:pt x="1598" y="160"/>
                      <a:pt x="1534" y="192"/>
                      <a:pt x="1471" y="192"/>
                    </a:cubicBezTo>
                    <a:cubicBezTo>
                      <a:pt x="1408" y="192"/>
                      <a:pt x="1344" y="160"/>
                      <a:pt x="1308" y="96"/>
                    </a:cubicBezTo>
                    <a:cubicBezTo>
                      <a:pt x="1271" y="30"/>
                      <a:pt x="1209" y="0"/>
                      <a:pt x="1148" y="0"/>
                    </a:cubicBezTo>
                    <a:cubicBezTo>
                      <a:pt x="1053" y="0"/>
                      <a:pt x="958" y="72"/>
                      <a:pt x="960" y="189"/>
                    </a:cubicBezTo>
                    <a:cubicBezTo>
                      <a:pt x="962" y="300"/>
                      <a:pt x="872" y="379"/>
                      <a:pt x="774" y="379"/>
                    </a:cubicBezTo>
                    <a:cubicBezTo>
                      <a:pt x="742" y="379"/>
                      <a:pt x="709" y="370"/>
                      <a:pt x="679" y="352"/>
                    </a:cubicBezTo>
                    <a:cubicBezTo>
                      <a:pt x="647" y="333"/>
                      <a:pt x="614" y="324"/>
                      <a:pt x="583" y="324"/>
                    </a:cubicBezTo>
                    <a:cubicBezTo>
                      <a:pt x="452" y="324"/>
                      <a:pt x="345" y="473"/>
                      <a:pt x="425" y="606"/>
                    </a:cubicBezTo>
                    <a:cubicBezTo>
                      <a:pt x="499" y="730"/>
                      <a:pt x="409" y="888"/>
                      <a:pt x="264" y="888"/>
                    </a:cubicBezTo>
                    <a:cubicBezTo>
                      <a:pt x="264" y="888"/>
                      <a:pt x="263" y="888"/>
                      <a:pt x="262" y="888"/>
                    </a:cubicBezTo>
                    <a:cubicBezTo>
                      <a:pt x="260" y="888"/>
                      <a:pt x="259" y="888"/>
                      <a:pt x="258" y="888"/>
                    </a:cubicBezTo>
                    <a:cubicBezTo>
                      <a:pt x="69" y="888"/>
                      <a:pt x="1" y="1142"/>
                      <a:pt x="169" y="1235"/>
                    </a:cubicBezTo>
                    <a:cubicBezTo>
                      <a:pt x="297" y="1307"/>
                      <a:pt x="297" y="1489"/>
                      <a:pt x="169" y="1560"/>
                    </a:cubicBezTo>
                    <a:cubicBezTo>
                      <a:pt x="0" y="1654"/>
                      <a:pt x="68" y="1909"/>
                      <a:pt x="259" y="1909"/>
                    </a:cubicBezTo>
                    <a:cubicBezTo>
                      <a:pt x="260" y="1909"/>
                      <a:pt x="261" y="1909"/>
                      <a:pt x="262" y="1909"/>
                    </a:cubicBezTo>
                    <a:cubicBezTo>
                      <a:pt x="263" y="1909"/>
                      <a:pt x="264" y="1909"/>
                      <a:pt x="266" y="1909"/>
                    </a:cubicBezTo>
                    <a:cubicBezTo>
                      <a:pt x="410" y="1909"/>
                      <a:pt x="498" y="2066"/>
                      <a:pt x="425" y="2190"/>
                    </a:cubicBezTo>
                    <a:cubicBezTo>
                      <a:pt x="345" y="2323"/>
                      <a:pt x="451" y="2472"/>
                      <a:pt x="582" y="2472"/>
                    </a:cubicBezTo>
                    <a:cubicBezTo>
                      <a:pt x="614" y="2472"/>
                      <a:pt x="647" y="2463"/>
                      <a:pt x="679" y="2444"/>
                    </a:cubicBezTo>
                    <a:cubicBezTo>
                      <a:pt x="709" y="2426"/>
                      <a:pt x="741" y="2418"/>
                      <a:pt x="773" y="2418"/>
                    </a:cubicBezTo>
                    <a:cubicBezTo>
                      <a:pt x="871" y="2418"/>
                      <a:pt x="962" y="2497"/>
                      <a:pt x="960" y="2607"/>
                    </a:cubicBezTo>
                    <a:cubicBezTo>
                      <a:pt x="958" y="2724"/>
                      <a:pt x="1053" y="2796"/>
                      <a:pt x="1148" y="2796"/>
                    </a:cubicBezTo>
                    <a:cubicBezTo>
                      <a:pt x="1210" y="2796"/>
                      <a:pt x="1271" y="2766"/>
                      <a:pt x="1308" y="2700"/>
                    </a:cubicBezTo>
                    <a:cubicBezTo>
                      <a:pt x="1344" y="2636"/>
                      <a:pt x="1407" y="2604"/>
                      <a:pt x="1471" y="2604"/>
                    </a:cubicBezTo>
                    <a:cubicBezTo>
                      <a:pt x="1534" y="2604"/>
                      <a:pt x="1598" y="2636"/>
                      <a:pt x="1633" y="2700"/>
                    </a:cubicBezTo>
                    <a:cubicBezTo>
                      <a:pt x="1670" y="2766"/>
                      <a:pt x="1732" y="2796"/>
                      <a:pt x="1793" y="2796"/>
                    </a:cubicBezTo>
                    <a:cubicBezTo>
                      <a:pt x="1889" y="2796"/>
                      <a:pt x="1983" y="2724"/>
                      <a:pt x="1982" y="2607"/>
                    </a:cubicBezTo>
                    <a:cubicBezTo>
                      <a:pt x="1980" y="2497"/>
                      <a:pt x="2070" y="2418"/>
                      <a:pt x="2168" y="2418"/>
                    </a:cubicBezTo>
                    <a:cubicBezTo>
                      <a:pt x="2200" y="2418"/>
                      <a:pt x="2232" y="2426"/>
                      <a:pt x="2263" y="2444"/>
                    </a:cubicBezTo>
                    <a:cubicBezTo>
                      <a:pt x="2295" y="2463"/>
                      <a:pt x="2327" y="2472"/>
                      <a:pt x="2359" y="2472"/>
                    </a:cubicBezTo>
                    <a:cubicBezTo>
                      <a:pt x="2490" y="2472"/>
                      <a:pt x="2597" y="2323"/>
                      <a:pt x="2517" y="2190"/>
                    </a:cubicBezTo>
                    <a:cubicBezTo>
                      <a:pt x="2443" y="2066"/>
                      <a:pt x="2532" y="1909"/>
                      <a:pt x="2675" y="1909"/>
                    </a:cubicBezTo>
                    <a:cubicBezTo>
                      <a:pt x="2677" y="1909"/>
                      <a:pt x="2678" y="1909"/>
                      <a:pt x="2680" y="1909"/>
                    </a:cubicBezTo>
                    <a:cubicBezTo>
                      <a:pt x="2680" y="1909"/>
                      <a:pt x="2681" y="1909"/>
                      <a:pt x="2682" y="1909"/>
                    </a:cubicBezTo>
                    <a:cubicBezTo>
                      <a:pt x="2872" y="1909"/>
                      <a:pt x="2941" y="1654"/>
                      <a:pt x="2772" y="1560"/>
                    </a:cubicBezTo>
                    <a:cubicBezTo>
                      <a:pt x="2644" y="1489"/>
                      <a:pt x="2644" y="1307"/>
                      <a:pt x="2772" y="1235"/>
                    </a:cubicBezTo>
                    <a:cubicBezTo>
                      <a:pt x="2941" y="1142"/>
                      <a:pt x="2873" y="888"/>
                      <a:pt x="2683" y="888"/>
                    </a:cubicBezTo>
                    <a:cubicBezTo>
                      <a:pt x="2682" y="888"/>
                      <a:pt x="2681" y="888"/>
                      <a:pt x="2680" y="888"/>
                    </a:cubicBezTo>
                    <a:cubicBezTo>
                      <a:pt x="2679" y="888"/>
                      <a:pt x="2678" y="888"/>
                      <a:pt x="2677" y="888"/>
                    </a:cubicBezTo>
                    <a:cubicBezTo>
                      <a:pt x="2533" y="888"/>
                      <a:pt x="2443" y="730"/>
                      <a:pt x="2517" y="606"/>
                    </a:cubicBezTo>
                    <a:cubicBezTo>
                      <a:pt x="2597" y="473"/>
                      <a:pt x="2490" y="324"/>
                      <a:pt x="2359" y="324"/>
                    </a:cubicBezTo>
                    <a:cubicBezTo>
                      <a:pt x="2327" y="324"/>
                      <a:pt x="2294" y="333"/>
                      <a:pt x="2263" y="352"/>
                    </a:cubicBezTo>
                    <a:cubicBezTo>
                      <a:pt x="2232" y="370"/>
                      <a:pt x="2200" y="378"/>
                      <a:pt x="2168" y="378"/>
                    </a:cubicBezTo>
                    <a:cubicBezTo>
                      <a:pt x="2070" y="378"/>
                      <a:pt x="1980" y="299"/>
                      <a:pt x="1982" y="189"/>
                    </a:cubicBezTo>
                    <a:cubicBezTo>
                      <a:pt x="1983" y="72"/>
                      <a:pt x="1888" y="0"/>
                      <a:pt x="17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19"/>
              <p:cNvSpPr/>
              <p:nvPr/>
            </p:nvSpPr>
            <p:spPr>
              <a:xfrm>
                <a:off x="3243500" y="154425"/>
                <a:ext cx="31675" cy="31700"/>
              </a:xfrm>
              <a:custGeom>
                <a:rect b="b" l="l" r="r" t="t"/>
                <a:pathLst>
                  <a:path extrusionOk="0" h="1268" w="1267">
                    <a:moveTo>
                      <a:pt x="634" y="1"/>
                    </a:moveTo>
                    <a:cubicBezTo>
                      <a:pt x="284" y="1"/>
                      <a:pt x="1" y="285"/>
                      <a:pt x="1" y="634"/>
                    </a:cubicBezTo>
                    <a:cubicBezTo>
                      <a:pt x="1" y="983"/>
                      <a:pt x="284" y="1267"/>
                      <a:pt x="634" y="1267"/>
                    </a:cubicBezTo>
                    <a:cubicBezTo>
                      <a:pt x="984" y="1267"/>
                      <a:pt x="1267" y="983"/>
                      <a:pt x="1267" y="634"/>
                    </a:cubicBezTo>
                    <a:cubicBezTo>
                      <a:pt x="1267" y="285"/>
                      <a:pt x="984" y="1"/>
                      <a:pt x="6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 name="Google Shape;1359;p19"/>
            <p:cNvGrpSpPr/>
            <p:nvPr/>
          </p:nvGrpSpPr>
          <p:grpSpPr>
            <a:xfrm>
              <a:off x="222966" y="816557"/>
              <a:ext cx="311019" cy="311110"/>
              <a:chOff x="5038846" y="235350"/>
              <a:chExt cx="158691" cy="158738"/>
            </a:xfrm>
          </p:grpSpPr>
          <p:sp>
            <p:nvSpPr>
              <p:cNvPr id="1360" name="Google Shape;1360;p19"/>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19"/>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 name="Google Shape;1362;p19"/>
            <p:cNvGrpSpPr/>
            <p:nvPr/>
          </p:nvGrpSpPr>
          <p:grpSpPr>
            <a:xfrm>
              <a:off x="8413195" y="4252624"/>
              <a:ext cx="659899" cy="802894"/>
              <a:chOff x="-3647202" y="3311500"/>
              <a:chExt cx="572233" cy="696292"/>
            </a:xfrm>
          </p:grpSpPr>
          <p:sp>
            <p:nvSpPr>
              <p:cNvPr id="1363" name="Google Shape;1363;p19"/>
              <p:cNvSpPr/>
              <p:nvPr/>
            </p:nvSpPr>
            <p:spPr>
              <a:xfrm>
                <a:off x="-3647202" y="3311500"/>
                <a:ext cx="572233" cy="696234"/>
              </a:xfrm>
              <a:custGeom>
                <a:rect b="b" l="l" r="r" t="t"/>
                <a:pathLst>
                  <a:path extrusionOk="0" h="6850" w="5630">
                    <a:moveTo>
                      <a:pt x="2691" y="1"/>
                    </a:moveTo>
                    <a:cubicBezTo>
                      <a:pt x="2603" y="1"/>
                      <a:pt x="2518" y="4"/>
                      <a:pt x="2433" y="13"/>
                    </a:cubicBezTo>
                    <a:cubicBezTo>
                      <a:pt x="1068" y="142"/>
                      <a:pt x="1" y="1292"/>
                      <a:pt x="1" y="2690"/>
                    </a:cubicBezTo>
                    <a:lnTo>
                      <a:pt x="1" y="4767"/>
                    </a:lnTo>
                    <a:lnTo>
                      <a:pt x="1" y="6510"/>
                    </a:lnTo>
                    <a:cubicBezTo>
                      <a:pt x="1" y="6696"/>
                      <a:pt x="154" y="6849"/>
                      <a:pt x="340" y="6849"/>
                    </a:cubicBezTo>
                    <a:lnTo>
                      <a:pt x="5041" y="6849"/>
                    </a:lnTo>
                    <a:cubicBezTo>
                      <a:pt x="5228" y="6849"/>
                      <a:pt x="5381" y="6696"/>
                      <a:pt x="5381" y="6510"/>
                    </a:cubicBezTo>
                    <a:lnTo>
                      <a:pt x="5381" y="4767"/>
                    </a:lnTo>
                    <a:lnTo>
                      <a:pt x="5381" y="4753"/>
                    </a:lnTo>
                    <a:cubicBezTo>
                      <a:pt x="5523" y="4717"/>
                      <a:pt x="5629" y="4589"/>
                      <a:pt x="5629" y="4435"/>
                    </a:cubicBezTo>
                    <a:lnTo>
                      <a:pt x="5629" y="4203"/>
                    </a:lnTo>
                    <a:cubicBezTo>
                      <a:pt x="5629" y="4049"/>
                      <a:pt x="5523" y="3920"/>
                      <a:pt x="5381" y="3885"/>
                    </a:cubicBezTo>
                    <a:lnTo>
                      <a:pt x="5381" y="3594"/>
                    </a:lnTo>
                    <a:cubicBezTo>
                      <a:pt x="5523" y="3558"/>
                      <a:pt x="5629" y="3430"/>
                      <a:pt x="5629" y="3276"/>
                    </a:cubicBezTo>
                    <a:lnTo>
                      <a:pt x="5629" y="3044"/>
                    </a:lnTo>
                    <a:cubicBezTo>
                      <a:pt x="5629" y="2891"/>
                      <a:pt x="5523" y="2762"/>
                      <a:pt x="5381" y="2727"/>
                    </a:cubicBezTo>
                    <a:lnTo>
                      <a:pt x="5381" y="2691"/>
                    </a:lnTo>
                    <a:cubicBezTo>
                      <a:pt x="5381" y="1293"/>
                      <a:pt x="4312" y="143"/>
                      <a:pt x="2947" y="14"/>
                    </a:cubicBezTo>
                    <a:cubicBezTo>
                      <a:pt x="2863" y="4"/>
                      <a:pt x="2777" y="1"/>
                      <a:pt x="2691"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19"/>
              <p:cNvSpPr/>
              <p:nvPr/>
            </p:nvSpPr>
            <p:spPr>
              <a:xfrm>
                <a:off x="-3125794" y="3587608"/>
                <a:ext cx="50718" cy="90256"/>
              </a:xfrm>
              <a:custGeom>
                <a:rect b="b" l="l" r="r" t="t"/>
                <a:pathLst>
                  <a:path extrusionOk="0" h="888" w="499">
                    <a:moveTo>
                      <a:pt x="1" y="0"/>
                    </a:moveTo>
                    <a:lnTo>
                      <a:pt x="1" y="888"/>
                    </a:lnTo>
                    <a:lnTo>
                      <a:pt x="170" y="888"/>
                    </a:lnTo>
                    <a:cubicBezTo>
                      <a:pt x="351" y="888"/>
                      <a:pt x="498" y="740"/>
                      <a:pt x="498" y="559"/>
                    </a:cubicBezTo>
                    <a:lnTo>
                      <a:pt x="498" y="327"/>
                    </a:lnTo>
                    <a:cubicBezTo>
                      <a:pt x="498" y="147"/>
                      <a:pt x="353"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19"/>
              <p:cNvSpPr/>
              <p:nvPr/>
            </p:nvSpPr>
            <p:spPr>
              <a:xfrm>
                <a:off x="-3125794" y="3705512"/>
                <a:ext cx="50718" cy="90256"/>
              </a:xfrm>
              <a:custGeom>
                <a:rect b="b" l="l" r="r" t="t"/>
                <a:pathLst>
                  <a:path extrusionOk="0" h="888" w="499">
                    <a:moveTo>
                      <a:pt x="1" y="0"/>
                    </a:moveTo>
                    <a:lnTo>
                      <a:pt x="1" y="888"/>
                    </a:lnTo>
                    <a:lnTo>
                      <a:pt x="170" y="888"/>
                    </a:lnTo>
                    <a:cubicBezTo>
                      <a:pt x="351" y="888"/>
                      <a:pt x="498" y="740"/>
                      <a:pt x="498" y="559"/>
                    </a:cubicBezTo>
                    <a:lnTo>
                      <a:pt x="498" y="327"/>
                    </a:lnTo>
                    <a:cubicBezTo>
                      <a:pt x="498" y="147"/>
                      <a:pt x="353"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19"/>
              <p:cNvSpPr/>
              <p:nvPr/>
            </p:nvSpPr>
            <p:spPr>
              <a:xfrm>
                <a:off x="-3647202" y="3311551"/>
                <a:ext cx="546925" cy="696234"/>
              </a:xfrm>
              <a:custGeom>
                <a:rect b="b" l="l" r="r" t="t"/>
                <a:pathLst>
                  <a:path extrusionOk="0" h="6850" w="5381">
                    <a:moveTo>
                      <a:pt x="2689" y="1"/>
                    </a:moveTo>
                    <a:cubicBezTo>
                      <a:pt x="2603" y="1"/>
                      <a:pt x="2518" y="4"/>
                      <a:pt x="2433" y="13"/>
                    </a:cubicBezTo>
                    <a:cubicBezTo>
                      <a:pt x="1068" y="142"/>
                      <a:pt x="1" y="1292"/>
                      <a:pt x="1" y="2690"/>
                    </a:cubicBezTo>
                    <a:lnTo>
                      <a:pt x="1" y="6510"/>
                    </a:lnTo>
                    <a:cubicBezTo>
                      <a:pt x="1" y="6697"/>
                      <a:pt x="154" y="6849"/>
                      <a:pt x="340" y="6849"/>
                    </a:cubicBezTo>
                    <a:lnTo>
                      <a:pt x="5041" y="6849"/>
                    </a:lnTo>
                    <a:cubicBezTo>
                      <a:pt x="5228" y="6849"/>
                      <a:pt x="5381" y="6697"/>
                      <a:pt x="5381" y="6510"/>
                    </a:cubicBezTo>
                    <a:lnTo>
                      <a:pt x="5381" y="2690"/>
                    </a:lnTo>
                    <a:cubicBezTo>
                      <a:pt x="5381" y="1292"/>
                      <a:pt x="4312" y="142"/>
                      <a:pt x="2946" y="12"/>
                    </a:cubicBezTo>
                    <a:cubicBezTo>
                      <a:pt x="2861" y="4"/>
                      <a:pt x="2776" y="1"/>
                      <a:pt x="26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19"/>
              <p:cNvSpPr/>
              <p:nvPr/>
            </p:nvSpPr>
            <p:spPr>
              <a:xfrm>
                <a:off x="-3647202" y="3795972"/>
                <a:ext cx="546925" cy="211818"/>
              </a:xfrm>
              <a:custGeom>
                <a:rect b="b" l="l" r="r" t="t"/>
                <a:pathLst>
                  <a:path extrusionOk="0" h="2084" w="5381">
                    <a:moveTo>
                      <a:pt x="1" y="1"/>
                    </a:moveTo>
                    <a:lnTo>
                      <a:pt x="1" y="1744"/>
                    </a:lnTo>
                    <a:cubicBezTo>
                      <a:pt x="1" y="1931"/>
                      <a:pt x="154" y="2083"/>
                      <a:pt x="340" y="2083"/>
                    </a:cubicBezTo>
                    <a:lnTo>
                      <a:pt x="5041" y="2083"/>
                    </a:lnTo>
                    <a:cubicBezTo>
                      <a:pt x="5228" y="2083"/>
                      <a:pt x="5381" y="1931"/>
                      <a:pt x="5381" y="1744"/>
                    </a:cubicBezTo>
                    <a:lnTo>
                      <a:pt x="53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19"/>
              <p:cNvSpPr/>
              <p:nvPr/>
            </p:nvSpPr>
            <p:spPr>
              <a:xfrm>
                <a:off x="-3590081" y="3368470"/>
                <a:ext cx="432681" cy="291199"/>
              </a:xfrm>
              <a:custGeom>
                <a:rect b="b" l="l" r="r" t="t"/>
                <a:pathLst>
                  <a:path extrusionOk="0" h="2865" w="4257">
                    <a:moveTo>
                      <a:pt x="2129" y="1"/>
                    </a:moveTo>
                    <a:cubicBezTo>
                      <a:pt x="955" y="1"/>
                      <a:pt x="0" y="989"/>
                      <a:pt x="0" y="2167"/>
                    </a:cubicBezTo>
                    <a:lnTo>
                      <a:pt x="0" y="2584"/>
                    </a:lnTo>
                    <a:cubicBezTo>
                      <a:pt x="0" y="2739"/>
                      <a:pt x="124" y="2864"/>
                      <a:pt x="278" y="2864"/>
                    </a:cubicBezTo>
                    <a:cubicBezTo>
                      <a:pt x="279" y="2864"/>
                      <a:pt x="279" y="2864"/>
                      <a:pt x="280" y="2864"/>
                    </a:cubicBezTo>
                    <a:lnTo>
                      <a:pt x="3975" y="2864"/>
                    </a:lnTo>
                    <a:cubicBezTo>
                      <a:pt x="4130" y="2864"/>
                      <a:pt x="4256" y="2739"/>
                      <a:pt x="4256" y="2584"/>
                    </a:cubicBezTo>
                    <a:lnTo>
                      <a:pt x="4256" y="2130"/>
                    </a:lnTo>
                    <a:cubicBezTo>
                      <a:pt x="4256" y="968"/>
                      <a:pt x="3322" y="21"/>
                      <a:pt x="2165" y="1"/>
                    </a:cubicBezTo>
                    <a:cubicBezTo>
                      <a:pt x="2153" y="1"/>
                      <a:pt x="2141" y="1"/>
                      <a:pt x="21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19"/>
              <p:cNvSpPr/>
              <p:nvPr/>
            </p:nvSpPr>
            <p:spPr>
              <a:xfrm>
                <a:off x="-3571176" y="3387680"/>
                <a:ext cx="394871" cy="252982"/>
              </a:xfrm>
              <a:custGeom>
                <a:rect b="b" l="l" r="r" t="t"/>
                <a:pathLst>
                  <a:path extrusionOk="0" h="2489" w="3885">
                    <a:moveTo>
                      <a:pt x="1943" y="0"/>
                    </a:moveTo>
                    <a:cubicBezTo>
                      <a:pt x="872" y="0"/>
                      <a:pt x="1" y="870"/>
                      <a:pt x="1" y="1941"/>
                    </a:cubicBezTo>
                    <a:lnTo>
                      <a:pt x="1" y="2488"/>
                    </a:lnTo>
                    <a:lnTo>
                      <a:pt x="3884" y="2488"/>
                    </a:lnTo>
                    <a:lnTo>
                      <a:pt x="3884" y="1941"/>
                    </a:lnTo>
                    <a:cubicBezTo>
                      <a:pt x="3884" y="1478"/>
                      <a:pt x="3720" y="1051"/>
                      <a:pt x="3447" y="717"/>
                    </a:cubicBezTo>
                    <a:cubicBezTo>
                      <a:pt x="3381" y="636"/>
                      <a:pt x="3309" y="559"/>
                      <a:pt x="3230" y="490"/>
                    </a:cubicBezTo>
                    <a:cubicBezTo>
                      <a:pt x="3167" y="435"/>
                      <a:pt x="3100" y="382"/>
                      <a:pt x="3029" y="333"/>
                    </a:cubicBezTo>
                    <a:cubicBezTo>
                      <a:pt x="2754" y="148"/>
                      <a:pt x="2429" y="29"/>
                      <a:pt x="2079" y="5"/>
                    </a:cubicBezTo>
                    <a:cubicBezTo>
                      <a:pt x="2034" y="1"/>
                      <a:pt x="1990" y="0"/>
                      <a:pt x="19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19"/>
              <p:cNvSpPr/>
              <p:nvPr/>
            </p:nvSpPr>
            <p:spPr>
              <a:xfrm>
                <a:off x="-3409062" y="3446530"/>
                <a:ext cx="37302" cy="18600"/>
              </a:xfrm>
              <a:custGeom>
                <a:rect b="b" l="l" r="r" t="t"/>
                <a:pathLst>
                  <a:path extrusionOk="0" h="183" w="367">
                    <a:moveTo>
                      <a:pt x="0" y="0"/>
                    </a:moveTo>
                    <a:lnTo>
                      <a:pt x="0" y="183"/>
                    </a:lnTo>
                    <a:lnTo>
                      <a:pt x="367" y="183"/>
                    </a:lnTo>
                    <a:lnTo>
                      <a:pt x="36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19"/>
              <p:cNvSpPr/>
              <p:nvPr/>
            </p:nvSpPr>
            <p:spPr>
              <a:xfrm>
                <a:off x="-3371862" y="3465029"/>
                <a:ext cx="18803" cy="18803"/>
              </a:xfrm>
              <a:custGeom>
                <a:rect b="b" l="l" r="r" t="t"/>
                <a:pathLst>
                  <a:path extrusionOk="0" h="185" w="185">
                    <a:moveTo>
                      <a:pt x="1" y="1"/>
                    </a:moveTo>
                    <a:lnTo>
                      <a:pt x="1" y="184"/>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19"/>
              <p:cNvSpPr/>
              <p:nvPr/>
            </p:nvSpPr>
            <p:spPr>
              <a:xfrm>
                <a:off x="-3371862" y="3576936"/>
                <a:ext cx="18803" cy="18702"/>
              </a:xfrm>
              <a:custGeom>
                <a:rect b="b" l="l" r="r" t="t"/>
                <a:pathLst>
                  <a:path extrusionOk="0" h="184" w="185">
                    <a:moveTo>
                      <a:pt x="1" y="1"/>
                    </a:moveTo>
                    <a:lnTo>
                      <a:pt x="1" y="184"/>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19"/>
              <p:cNvSpPr/>
              <p:nvPr/>
            </p:nvSpPr>
            <p:spPr>
              <a:xfrm>
                <a:off x="-3353160" y="3483731"/>
                <a:ext cx="18702" cy="18702"/>
              </a:xfrm>
              <a:custGeom>
                <a:rect b="b" l="l" r="r" t="t"/>
                <a:pathLst>
                  <a:path extrusionOk="0" h="184" w="184">
                    <a:moveTo>
                      <a:pt x="0" y="0"/>
                    </a:moveTo>
                    <a:lnTo>
                      <a:pt x="0" y="183"/>
                    </a:lnTo>
                    <a:lnTo>
                      <a:pt x="183" y="183"/>
                    </a:lnTo>
                    <a:lnTo>
                      <a:pt x="1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19"/>
              <p:cNvSpPr/>
              <p:nvPr/>
            </p:nvSpPr>
            <p:spPr>
              <a:xfrm>
                <a:off x="-3353160" y="3558335"/>
                <a:ext cx="18702" cy="18702"/>
              </a:xfrm>
              <a:custGeom>
                <a:rect b="b" l="l" r="r" t="t"/>
                <a:pathLst>
                  <a:path extrusionOk="0" h="184" w="184">
                    <a:moveTo>
                      <a:pt x="0" y="0"/>
                    </a:moveTo>
                    <a:lnTo>
                      <a:pt x="0" y="184"/>
                    </a:lnTo>
                    <a:lnTo>
                      <a:pt x="183" y="184"/>
                    </a:lnTo>
                    <a:lnTo>
                      <a:pt x="1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19"/>
              <p:cNvSpPr/>
              <p:nvPr/>
            </p:nvSpPr>
            <p:spPr>
              <a:xfrm>
                <a:off x="-3334560" y="3502331"/>
                <a:ext cx="18702" cy="18702"/>
              </a:xfrm>
              <a:custGeom>
                <a:rect b="b" l="l" r="r" t="t"/>
                <a:pathLst>
                  <a:path extrusionOk="0" h="184" w="184">
                    <a:moveTo>
                      <a:pt x="0" y="0"/>
                    </a:moveTo>
                    <a:lnTo>
                      <a:pt x="0" y="184"/>
                    </a:lnTo>
                    <a:lnTo>
                      <a:pt x="184" y="184"/>
                    </a:lnTo>
                    <a:lnTo>
                      <a:pt x="1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19"/>
              <p:cNvSpPr/>
              <p:nvPr/>
            </p:nvSpPr>
            <p:spPr>
              <a:xfrm>
                <a:off x="-3334560" y="3539735"/>
                <a:ext cx="18702" cy="18702"/>
              </a:xfrm>
              <a:custGeom>
                <a:rect b="b" l="l" r="r" t="t"/>
                <a:pathLst>
                  <a:path extrusionOk="0" h="184" w="184">
                    <a:moveTo>
                      <a:pt x="0" y="1"/>
                    </a:moveTo>
                    <a:lnTo>
                      <a:pt x="0" y="183"/>
                    </a:lnTo>
                    <a:lnTo>
                      <a:pt x="184" y="183"/>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19"/>
              <p:cNvSpPr/>
              <p:nvPr/>
            </p:nvSpPr>
            <p:spPr>
              <a:xfrm>
                <a:off x="-3315859" y="3521033"/>
                <a:ext cx="18702" cy="18702"/>
              </a:xfrm>
              <a:custGeom>
                <a:rect b="b" l="l" r="r" t="t"/>
                <a:pathLst>
                  <a:path extrusionOk="0" h="184" w="184">
                    <a:moveTo>
                      <a:pt x="1" y="1"/>
                    </a:moveTo>
                    <a:lnTo>
                      <a:pt x="1" y="183"/>
                    </a:lnTo>
                    <a:lnTo>
                      <a:pt x="184" y="183"/>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19"/>
              <p:cNvSpPr/>
              <p:nvPr/>
            </p:nvSpPr>
            <p:spPr>
              <a:xfrm>
                <a:off x="-3427763" y="3465029"/>
                <a:ext cx="18803" cy="130709"/>
              </a:xfrm>
              <a:custGeom>
                <a:rect b="b" l="l" r="r" t="t"/>
                <a:pathLst>
                  <a:path extrusionOk="0" h="1286" w="185">
                    <a:moveTo>
                      <a:pt x="1" y="1"/>
                    </a:moveTo>
                    <a:lnTo>
                      <a:pt x="1" y="184"/>
                    </a:lnTo>
                    <a:lnTo>
                      <a:pt x="1" y="367"/>
                    </a:lnTo>
                    <a:lnTo>
                      <a:pt x="1" y="552"/>
                    </a:lnTo>
                    <a:lnTo>
                      <a:pt x="1" y="736"/>
                    </a:lnTo>
                    <a:lnTo>
                      <a:pt x="1" y="918"/>
                    </a:lnTo>
                    <a:lnTo>
                      <a:pt x="1" y="1102"/>
                    </a:lnTo>
                    <a:lnTo>
                      <a:pt x="1" y="1286"/>
                    </a:lnTo>
                    <a:lnTo>
                      <a:pt x="184" y="1286"/>
                    </a:lnTo>
                    <a:lnTo>
                      <a:pt x="184" y="1102"/>
                    </a:lnTo>
                    <a:lnTo>
                      <a:pt x="184" y="918"/>
                    </a:lnTo>
                    <a:lnTo>
                      <a:pt x="184" y="736"/>
                    </a:lnTo>
                    <a:lnTo>
                      <a:pt x="184" y="552"/>
                    </a:lnTo>
                    <a:lnTo>
                      <a:pt x="184" y="367"/>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19"/>
              <p:cNvSpPr/>
              <p:nvPr/>
            </p:nvSpPr>
            <p:spPr>
              <a:xfrm>
                <a:off x="-3409062" y="3595638"/>
                <a:ext cx="37302" cy="18803"/>
              </a:xfrm>
              <a:custGeom>
                <a:rect b="b" l="l" r="r" t="t"/>
                <a:pathLst>
                  <a:path extrusionOk="0" h="185" w="367">
                    <a:moveTo>
                      <a:pt x="0" y="1"/>
                    </a:moveTo>
                    <a:lnTo>
                      <a:pt x="0" y="184"/>
                    </a:lnTo>
                    <a:lnTo>
                      <a:pt x="367" y="184"/>
                    </a:lnTo>
                    <a:lnTo>
                      <a:pt x="36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19"/>
              <p:cNvSpPr/>
              <p:nvPr/>
            </p:nvSpPr>
            <p:spPr>
              <a:xfrm>
                <a:off x="-3336186" y="3692400"/>
                <a:ext cx="207549" cy="207447"/>
              </a:xfrm>
              <a:custGeom>
                <a:rect b="b" l="l" r="r" t="t"/>
                <a:pathLst>
                  <a:path extrusionOk="0" h="2041" w="2042">
                    <a:moveTo>
                      <a:pt x="1021" y="0"/>
                    </a:moveTo>
                    <a:cubicBezTo>
                      <a:pt x="458" y="0"/>
                      <a:pt x="1" y="456"/>
                      <a:pt x="1" y="1020"/>
                    </a:cubicBezTo>
                    <a:cubicBezTo>
                      <a:pt x="1" y="1583"/>
                      <a:pt x="458" y="2040"/>
                      <a:pt x="1021" y="2040"/>
                    </a:cubicBezTo>
                    <a:cubicBezTo>
                      <a:pt x="1585" y="2040"/>
                      <a:pt x="2042" y="1583"/>
                      <a:pt x="2042" y="1020"/>
                    </a:cubicBezTo>
                    <a:cubicBezTo>
                      <a:pt x="2042" y="456"/>
                      <a:pt x="1585" y="0"/>
                      <a:pt x="1021"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19"/>
              <p:cNvSpPr/>
              <p:nvPr/>
            </p:nvSpPr>
            <p:spPr>
              <a:xfrm>
                <a:off x="-3607461" y="3705004"/>
                <a:ext cx="182139" cy="182139"/>
              </a:xfrm>
              <a:custGeom>
                <a:rect b="b" l="l" r="r" t="t"/>
                <a:pathLst>
                  <a:path extrusionOk="0" h="1792" w="1792">
                    <a:moveTo>
                      <a:pt x="897" y="1"/>
                    </a:moveTo>
                    <a:cubicBezTo>
                      <a:pt x="649" y="1"/>
                      <a:pt x="424" y="100"/>
                      <a:pt x="263" y="263"/>
                    </a:cubicBezTo>
                    <a:cubicBezTo>
                      <a:pt x="102" y="425"/>
                      <a:pt x="1" y="648"/>
                      <a:pt x="1" y="896"/>
                    </a:cubicBezTo>
                    <a:cubicBezTo>
                      <a:pt x="1" y="1390"/>
                      <a:pt x="402" y="1791"/>
                      <a:pt x="897" y="1791"/>
                    </a:cubicBezTo>
                    <a:cubicBezTo>
                      <a:pt x="1390" y="1791"/>
                      <a:pt x="1791" y="1390"/>
                      <a:pt x="1791" y="896"/>
                    </a:cubicBezTo>
                    <a:cubicBezTo>
                      <a:pt x="1791" y="650"/>
                      <a:pt x="1691" y="425"/>
                      <a:pt x="1528" y="263"/>
                    </a:cubicBezTo>
                    <a:cubicBezTo>
                      <a:pt x="1367" y="101"/>
                      <a:pt x="1144" y="1"/>
                      <a:pt x="8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19"/>
              <p:cNvSpPr/>
              <p:nvPr/>
            </p:nvSpPr>
            <p:spPr>
              <a:xfrm>
                <a:off x="-3323380" y="3705004"/>
                <a:ext cx="182139" cy="182139"/>
              </a:xfrm>
              <a:custGeom>
                <a:rect b="b" l="l" r="r" t="t"/>
                <a:pathLst>
                  <a:path extrusionOk="0" h="1792" w="1792">
                    <a:moveTo>
                      <a:pt x="895" y="1"/>
                    </a:moveTo>
                    <a:cubicBezTo>
                      <a:pt x="401" y="1"/>
                      <a:pt x="1" y="401"/>
                      <a:pt x="1" y="896"/>
                    </a:cubicBezTo>
                    <a:cubicBezTo>
                      <a:pt x="1" y="1390"/>
                      <a:pt x="401" y="1791"/>
                      <a:pt x="895" y="1791"/>
                    </a:cubicBezTo>
                    <a:cubicBezTo>
                      <a:pt x="1390" y="1791"/>
                      <a:pt x="1791" y="1390"/>
                      <a:pt x="1791" y="896"/>
                    </a:cubicBezTo>
                    <a:cubicBezTo>
                      <a:pt x="1791" y="401"/>
                      <a:pt x="1390" y="1"/>
                      <a:pt x="8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19"/>
              <p:cNvSpPr/>
              <p:nvPr/>
            </p:nvSpPr>
            <p:spPr>
              <a:xfrm>
                <a:off x="-3585812" y="3726653"/>
                <a:ext cx="138840" cy="138840"/>
              </a:xfrm>
              <a:custGeom>
                <a:rect b="b" l="l" r="r" t="t"/>
                <a:pathLst>
                  <a:path extrusionOk="0" h="1366" w="1366">
                    <a:moveTo>
                      <a:pt x="500" y="1"/>
                    </a:moveTo>
                    <a:lnTo>
                      <a:pt x="500" y="500"/>
                    </a:lnTo>
                    <a:lnTo>
                      <a:pt x="1" y="500"/>
                    </a:lnTo>
                    <a:lnTo>
                      <a:pt x="1" y="866"/>
                    </a:lnTo>
                    <a:lnTo>
                      <a:pt x="500" y="866"/>
                    </a:lnTo>
                    <a:lnTo>
                      <a:pt x="500" y="1366"/>
                    </a:lnTo>
                    <a:lnTo>
                      <a:pt x="866" y="1366"/>
                    </a:lnTo>
                    <a:lnTo>
                      <a:pt x="866" y="866"/>
                    </a:lnTo>
                    <a:lnTo>
                      <a:pt x="1366" y="866"/>
                    </a:lnTo>
                    <a:lnTo>
                      <a:pt x="1366" y="500"/>
                    </a:lnTo>
                    <a:lnTo>
                      <a:pt x="866" y="500"/>
                    </a:lnTo>
                    <a:lnTo>
                      <a:pt x="86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19"/>
              <p:cNvSpPr/>
              <p:nvPr/>
            </p:nvSpPr>
            <p:spPr>
              <a:xfrm>
                <a:off x="-3548307" y="3929529"/>
                <a:ext cx="349235" cy="78263"/>
              </a:xfrm>
              <a:custGeom>
                <a:rect b="b" l="l" r="r" t="t"/>
                <a:pathLst>
                  <a:path extrusionOk="0" h="770" w="3436">
                    <a:moveTo>
                      <a:pt x="687" y="0"/>
                    </a:moveTo>
                    <a:cubicBezTo>
                      <a:pt x="433" y="0"/>
                      <a:pt x="207" y="161"/>
                      <a:pt x="126" y="402"/>
                    </a:cubicBezTo>
                    <a:lnTo>
                      <a:pt x="1" y="769"/>
                    </a:lnTo>
                    <a:lnTo>
                      <a:pt x="3435" y="769"/>
                    </a:lnTo>
                    <a:lnTo>
                      <a:pt x="3311" y="402"/>
                    </a:lnTo>
                    <a:cubicBezTo>
                      <a:pt x="3228" y="161"/>
                      <a:pt x="3003" y="0"/>
                      <a:pt x="27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19"/>
              <p:cNvSpPr/>
              <p:nvPr/>
            </p:nvSpPr>
            <p:spPr>
              <a:xfrm>
                <a:off x="-3399812" y="3311551"/>
                <a:ext cx="52243" cy="26325"/>
              </a:xfrm>
              <a:custGeom>
                <a:rect b="b" l="l" r="r" t="t"/>
                <a:pathLst>
                  <a:path extrusionOk="0" h="259" w="514">
                    <a:moveTo>
                      <a:pt x="257" y="1"/>
                    </a:moveTo>
                    <a:cubicBezTo>
                      <a:pt x="171" y="1"/>
                      <a:pt x="85" y="4"/>
                      <a:pt x="0" y="13"/>
                    </a:cubicBezTo>
                    <a:cubicBezTo>
                      <a:pt x="6" y="151"/>
                      <a:pt x="119" y="259"/>
                      <a:pt x="257" y="259"/>
                    </a:cubicBezTo>
                    <a:cubicBezTo>
                      <a:pt x="394" y="259"/>
                      <a:pt x="507" y="151"/>
                      <a:pt x="513" y="13"/>
                    </a:cubicBezTo>
                    <a:cubicBezTo>
                      <a:pt x="429" y="6"/>
                      <a:pt x="343" y="2"/>
                      <a:pt x="2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19"/>
              <p:cNvSpPr/>
              <p:nvPr/>
            </p:nvSpPr>
            <p:spPr>
              <a:xfrm>
                <a:off x="-3389954" y="3991428"/>
                <a:ext cx="32626" cy="16364"/>
              </a:xfrm>
              <a:custGeom>
                <a:rect b="b" l="l" r="r" t="t"/>
                <a:pathLst>
                  <a:path extrusionOk="0" h="161" w="321">
                    <a:moveTo>
                      <a:pt x="162" y="0"/>
                    </a:moveTo>
                    <a:cubicBezTo>
                      <a:pt x="161" y="0"/>
                      <a:pt x="161" y="0"/>
                      <a:pt x="160" y="0"/>
                    </a:cubicBezTo>
                    <a:cubicBezTo>
                      <a:pt x="70" y="0"/>
                      <a:pt x="0" y="73"/>
                      <a:pt x="0" y="160"/>
                    </a:cubicBezTo>
                    <a:lnTo>
                      <a:pt x="320" y="160"/>
                    </a:lnTo>
                    <a:cubicBezTo>
                      <a:pt x="320" y="72"/>
                      <a:pt x="250" y="0"/>
                      <a:pt x="1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19"/>
              <p:cNvSpPr/>
              <p:nvPr/>
            </p:nvSpPr>
            <p:spPr>
              <a:xfrm>
                <a:off x="-3259856" y="3718217"/>
                <a:ext cx="54886" cy="54886"/>
              </a:xfrm>
              <a:custGeom>
                <a:rect b="b" l="l" r="r" t="t"/>
                <a:pathLst>
                  <a:path extrusionOk="0" h="540" w="540">
                    <a:moveTo>
                      <a:pt x="270" y="1"/>
                    </a:moveTo>
                    <a:cubicBezTo>
                      <a:pt x="122" y="1"/>
                      <a:pt x="1" y="122"/>
                      <a:pt x="1" y="270"/>
                    </a:cubicBezTo>
                    <a:cubicBezTo>
                      <a:pt x="1" y="420"/>
                      <a:pt x="122" y="540"/>
                      <a:pt x="270" y="540"/>
                    </a:cubicBezTo>
                    <a:cubicBezTo>
                      <a:pt x="419" y="540"/>
                      <a:pt x="540" y="420"/>
                      <a:pt x="540" y="270"/>
                    </a:cubicBezTo>
                    <a:cubicBezTo>
                      <a:pt x="540" y="122"/>
                      <a:pt x="419" y="1"/>
                      <a:pt x="270"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19"/>
              <p:cNvSpPr/>
              <p:nvPr/>
            </p:nvSpPr>
            <p:spPr>
              <a:xfrm>
                <a:off x="-3259856" y="3818943"/>
                <a:ext cx="54886" cy="54987"/>
              </a:xfrm>
              <a:custGeom>
                <a:rect b="b" l="l" r="r" t="t"/>
                <a:pathLst>
                  <a:path extrusionOk="0" h="541" w="540">
                    <a:moveTo>
                      <a:pt x="270" y="1"/>
                    </a:moveTo>
                    <a:cubicBezTo>
                      <a:pt x="122" y="1"/>
                      <a:pt x="1" y="122"/>
                      <a:pt x="1" y="270"/>
                    </a:cubicBezTo>
                    <a:cubicBezTo>
                      <a:pt x="1" y="419"/>
                      <a:pt x="122" y="540"/>
                      <a:pt x="270" y="540"/>
                    </a:cubicBezTo>
                    <a:cubicBezTo>
                      <a:pt x="419" y="540"/>
                      <a:pt x="539" y="419"/>
                      <a:pt x="540" y="270"/>
                    </a:cubicBezTo>
                    <a:cubicBezTo>
                      <a:pt x="540" y="122"/>
                      <a:pt x="419" y="1"/>
                      <a:pt x="270"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19"/>
              <p:cNvSpPr/>
              <p:nvPr/>
            </p:nvSpPr>
            <p:spPr>
              <a:xfrm>
                <a:off x="-3310167" y="3768631"/>
                <a:ext cx="54886" cy="54987"/>
              </a:xfrm>
              <a:custGeom>
                <a:rect b="b" l="l" r="r" t="t"/>
                <a:pathLst>
                  <a:path extrusionOk="0" h="541" w="540">
                    <a:moveTo>
                      <a:pt x="270" y="0"/>
                    </a:moveTo>
                    <a:cubicBezTo>
                      <a:pt x="121" y="0"/>
                      <a:pt x="1" y="121"/>
                      <a:pt x="1" y="270"/>
                    </a:cubicBezTo>
                    <a:cubicBezTo>
                      <a:pt x="1" y="419"/>
                      <a:pt x="121" y="540"/>
                      <a:pt x="270" y="540"/>
                    </a:cubicBezTo>
                    <a:cubicBezTo>
                      <a:pt x="419" y="540"/>
                      <a:pt x="539" y="419"/>
                      <a:pt x="539" y="270"/>
                    </a:cubicBezTo>
                    <a:cubicBezTo>
                      <a:pt x="539" y="121"/>
                      <a:pt x="419" y="0"/>
                      <a:pt x="270"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19"/>
              <p:cNvSpPr/>
              <p:nvPr/>
            </p:nvSpPr>
            <p:spPr>
              <a:xfrm>
                <a:off x="-3209443" y="3768631"/>
                <a:ext cx="54784" cy="54987"/>
              </a:xfrm>
              <a:custGeom>
                <a:rect b="b" l="l" r="r" t="t"/>
                <a:pathLst>
                  <a:path extrusionOk="0" h="541" w="539">
                    <a:moveTo>
                      <a:pt x="270" y="0"/>
                    </a:moveTo>
                    <a:cubicBezTo>
                      <a:pt x="121" y="0"/>
                      <a:pt x="0" y="121"/>
                      <a:pt x="0" y="270"/>
                    </a:cubicBezTo>
                    <a:cubicBezTo>
                      <a:pt x="0" y="419"/>
                      <a:pt x="121" y="540"/>
                      <a:pt x="270" y="540"/>
                    </a:cubicBezTo>
                    <a:cubicBezTo>
                      <a:pt x="418" y="540"/>
                      <a:pt x="539" y="419"/>
                      <a:pt x="539" y="270"/>
                    </a:cubicBezTo>
                    <a:cubicBezTo>
                      <a:pt x="539" y="121"/>
                      <a:pt x="418" y="0"/>
                      <a:pt x="270"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 name="Google Shape;1391;p19"/>
            <p:cNvGrpSpPr/>
            <p:nvPr/>
          </p:nvGrpSpPr>
          <p:grpSpPr>
            <a:xfrm>
              <a:off x="892485" y="95529"/>
              <a:ext cx="383313" cy="362120"/>
              <a:chOff x="-1174275" y="581450"/>
              <a:chExt cx="370100" cy="349638"/>
            </a:xfrm>
          </p:grpSpPr>
          <p:sp>
            <p:nvSpPr>
              <p:cNvPr id="1392" name="Google Shape;1392;p19"/>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19"/>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 name="Google Shape;1394;p19"/>
            <p:cNvGrpSpPr/>
            <p:nvPr/>
          </p:nvGrpSpPr>
          <p:grpSpPr>
            <a:xfrm>
              <a:off x="8811915" y="3811635"/>
              <a:ext cx="261189" cy="248344"/>
              <a:chOff x="5164484" y="526738"/>
              <a:chExt cx="133266" cy="126713"/>
            </a:xfrm>
          </p:grpSpPr>
          <p:sp>
            <p:nvSpPr>
              <p:cNvPr id="1395" name="Google Shape;1395;p19"/>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19"/>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1397" name="Shape 1397"/>
        <p:cNvGrpSpPr/>
        <p:nvPr/>
      </p:nvGrpSpPr>
      <p:grpSpPr>
        <a:xfrm>
          <a:off x="0" y="0"/>
          <a:ext cx="0" cy="0"/>
          <a:chOff x="0" y="0"/>
          <a:chExt cx="0" cy="0"/>
        </a:xfrm>
      </p:grpSpPr>
      <p:sp>
        <p:nvSpPr>
          <p:cNvPr id="1398" name="Google Shape;1398;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399" name="Google Shape;1399;p20"/>
          <p:cNvSpPr txBox="1"/>
          <p:nvPr>
            <p:ph idx="1" type="subTitle"/>
          </p:nvPr>
        </p:nvSpPr>
        <p:spPr>
          <a:xfrm>
            <a:off x="1170760" y="2966037"/>
            <a:ext cx="6802500" cy="1430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00" name="Google Shape;1400;p20"/>
          <p:cNvSpPr txBox="1"/>
          <p:nvPr>
            <p:ph idx="2" type="subTitle"/>
          </p:nvPr>
        </p:nvSpPr>
        <p:spPr>
          <a:xfrm>
            <a:off x="1170745" y="1377550"/>
            <a:ext cx="6802500" cy="1430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401" name="Google Shape;1401;p20"/>
          <p:cNvGrpSpPr/>
          <p:nvPr/>
        </p:nvGrpSpPr>
        <p:grpSpPr>
          <a:xfrm>
            <a:off x="-237509" y="-103222"/>
            <a:ext cx="9572349" cy="5145323"/>
            <a:chOff x="-237509" y="-103222"/>
            <a:chExt cx="9572349" cy="5145323"/>
          </a:xfrm>
        </p:grpSpPr>
        <p:grpSp>
          <p:nvGrpSpPr>
            <p:cNvPr id="1402" name="Google Shape;1402;p20"/>
            <p:cNvGrpSpPr/>
            <p:nvPr/>
          </p:nvGrpSpPr>
          <p:grpSpPr>
            <a:xfrm>
              <a:off x="137891" y="-103222"/>
              <a:ext cx="9196949" cy="5145323"/>
              <a:chOff x="137891" y="-103222"/>
              <a:chExt cx="9196949" cy="5145323"/>
            </a:xfrm>
          </p:grpSpPr>
          <p:grpSp>
            <p:nvGrpSpPr>
              <p:cNvPr id="1403" name="Google Shape;1403;p20"/>
              <p:cNvGrpSpPr/>
              <p:nvPr/>
            </p:nvGrpSpPr>
            <p:grpSpPr>
              <a:xfrm rot="-1589773">
                <a:off x="7998786" y="104826"/>
                <a:ext cx="1171386" cy="1013975"/>
                <a:chOff x="3725309" y="381575"/>
                <a:chExt cx="533375" cy="461700"/>
              </a:xfrm>
            </p:grpSpPr>
            <p:sp>
              <p:nvSpPr>
                <p:cNvPr id="1404" name="Google Shape;1404;p20"/>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20"/>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20"/>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20"/>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20"/>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20"/>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20"/>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20"/>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20"/>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20"/>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20"/>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20"/>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20"/>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20"/>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20"/>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 name="Google Shape;1419;p20"/>
              <p:cNvGrpSpPr/>
              <p:nvPr/>
            </p:nvGrpSpPr>
            <p:grpSpPr>
              <a:xfrm>
                <a:off x="8338936" y="4309852"/>
                <a:ext cx="597561" cy="732248"/>
                <a:chOff x="-476487" y="1228650"/>
                <a:chExt cx="263475" cy="322875"/>
              </a:xfrm>
            </p:grpSpPr>
            <p:sp>
              <p:nvSpPr>
                <p:cNvPr id="1420" name="Google Shape;1420;p20"/>
                <p:cNvSpPr/>
                <p:nvPr/>
              </p:nvSpPr>
              <p:spPr>
                <a:xfrm>
                  <a:off x="-476487" y="1228650"/>
                  <a:ext cx="263475" cy="322875"/>
                </a:xfrm>
                <a:custGeom>
                  <a:rect b="b" l="l" r="r" t="t"/>
                  <a:pathLst>
                    <a:path extrusionOk="0" h="12915" w="10539">
                      <a:moveTo>
                        <a:pt x="1124" y="0"/>
                      </a:moveTo>
                      <a:lnTo>
                        <a:pt x="1" y="12848"/>
                      </a:lnTo>
                      <a:lnTo>
                        <a:pt x="8339" y="12900"/>
                      </a:lnTo>
                      <a:lnTo>
                        <a:pt x="10538" y="12915"/>
                      </a:lnTo>
                      <a:lnTo>
                        <a:pt x="10124" y="222"/>
                      </a:lnTo>
                      <a:lnTo>
                        <a:pt x="8471" y="182"/>
                      </a:lnTo>
                      <a:lnTo>
                        <a:pt x="1124"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1" name="Google Shape;1421;p20"/>
                <p:cNvGrpSpPr/>
                <p:nvPr/>
              </p:nvGrpSpPr>
              <p:grpSpPr>
                <a:xfrm>
                  <a:off x="-476487" y="1228650"/>
                  <a:ext cx="263475" cy="322875"/>
                  <a:chOff x="-4190125" y="677000"/>
                  <a:chExt cx="263475" cy="322875"/>
                </a:xfrm>
              </p:grpSpPr>
              <p:sp>
                <p:nvSpPr>
                  <p:cNvPr id="1422" name="Google Shape;1422;p20"/>
                  <p:cNvSpPr/>
                  <p:nvPr/>
                </p:nvSpPr>
                <p:spPr>
                  <a:xfrm>
                    <a:off x="-4190125" y="677000"/>
                    <a:ext cx="263475" cy="322875"/>
                  </a:xfrm>
                  <a:custGeom>
                    <a:rect b="b" l="l" r="r" t="t"/>
                    <a:pathLst>
                      <a:path extrusionOk="0" h="12915" w="10539">
                        <a:moveTo>
                          <a:pt x="1124" y="0"/>
                        </a:moveTo>
                        <a:lnTo>
                          <a:pt x="1" y="12848"/>
                        </a:lnTo>
                        <a:lnTo>
                          <a:pt x="8339" y="12900"/>
                        </a:lnTo>
                        <a:lnTo>
                          <a:pt x="10538" y="12915"/>
                        </a:lnTo>
                        <a:lnTo>
                          <a:pt x="10124" y="222"/>
                        </a:lnTo>
                        <a:lnTo>
                          <a:pt x="8471" y="183"/>
                        </a:lnTo>
                        <a:lnTo>
                          <a:pt x="11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20"/>
                  <p:cNvSpPr/>
                  <p:nvPr/>
                </p:nvSpPr>
                <p:spPr>
                  <a:xfrm>
                    <a:off x="-3981650" y="681550"/>
                    <a:ext cx="55000" cy="318325"/>
                  </a:xfrm>
                  <a:custGeom>
                    <a:rect b="b" l="l" r="r" t="t"/>
                    <a:pathLst>
                      <a:path extrusionOk="0" h="12733" w="2200">
                        <a:moveTo>
                          <a:pt x="132" y="1"/>
                        </a:moveTo>
                        <a:lnTo>
                          <a:pt x="0" y="12718"/>
                        </a:lnTo>
                        <a:lnTo>
                          <a:pt x="2199" y="12733"/>
                        </a:lnTo>
                        <a:lnTo>
                          <a:pt x="1785" y="40"/>
                        </a:lnTo>
                        <a:lnTo>
                          <a:pt x="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20"/>
                  <p:cNvSpPr/>
                  <p:nvPr/>
                </p:nvSpPr>
                <p:spPr>
                  <a:xfrm>
                    <a:off x="-4130225" y="705650"/>
                    <a:ext cx="97075" cy="90600"/>
                  </a:xfrm>
                  <a:custGeom>
                    <a:rect b="b" l="l" r="r" t="t"/>
                    <a:pathLst>
                      <a:path extrusionOk="0" h="3624" w="3883">
                        <a:moveTo>
                          <a:pt x="1944" y="1"/>
                        </a:moveTo>
                        <a:cubicBezTo>
                          <a:pt x="1853" y="1"/>
                          <a:pt x="1761" y="7"/>
                          <a:pt x="1669" y="21"/>
                        </a:cubicBezTo>
                        <a:cubicBezTo>
                          <a:pt x="679" y="172"/>
                          <a:pt x="0" y="1096"/>
                          <a:pt x="151" y="2084"/>
                        </a:cubicBezTo>
                        <a:cubicBezTo>
                          <a:pt x="287" y="2982"/>
                          <a:pt x="1060" y="3623"/>
                          <a:pt x="1940" y="3623"/>
                        </a:cubicBezTo>
                        <a:cubicBezTo>
                          <a:pt x="2030" y="3623"/>
                          <a:pt x="2122" y="3617"/>
                          <a:pt x="2215" y="3603"/>
                        </a:cubicBezTo>
                        <a:cubicBezTo>
                          <a:pt x="3203" y="3452"/>
                          <a:pt x="3882" y="2527"/>
                          <a:pt x="3732" y="1539"/>
                        </a:cubicBezTo>
                        <a:cubicBezTo>
                          <a:pt x="3595" y="642"/>
                          <a:pt x="2823" y="1"/>
                          <a:pt x="1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20"/>
                  <p:cNvSpPr/>
                  <p:nvPr/>
                </p:nvSpPr>
                <p:spPr>
                  <a:xfrm>
                    <a:off x="-4100850" y="732800"/>
                    <a:ext cx="38350" cy="36275"/>
                  </a:xfrm>
                  <a:custGeom>
                    <a:rect b="b" l="l" r="r" t="t"/>
                    <a:pathLst>
                      <a:path extrusionOk="0" h="1451" w="1534">
                        <a:moveTo>
                          <a:pt x="765" y="1"/>
                        </a:moveTo>
                        <a:cubicBezTo>
                          <a:pt x="402" y="1"/>
                          <a:pt x="90" y="272"/>
                          <a:pt x="47" y="641"/>
                        </a:cubicBezTo>
                        <a:cubicBezTo>
                          <a:pt x="1" y="1039"/>
                          <a:pt x="285" y="1399"/>
                          <a:pt x="683" y="1445"/>
                        </a:cubicBezTo>
                        <a:cubicBezTo>
                          <a:pt x="711" y="1449"/>
                          <a:pt x="740" y="1450"/>
                          <a:pt x="768" y="1450"/>
                        </a:cubicBezTo>
                        <a:cubicBezTo>
                          <a:pt x="1130" y="1450"/>
                          <a:pt x="1443" y="1178"/>
                          <a:pt x="1487" y="810"/>
                        </a:cubicBezTo>
                        <a:cubicBezTo>
                          <a:pt x="1533" y="412"/>
                          <a:pt x="1247" y="52"/>
                          <a:pt x="850" y="6"/>
                        </a:cubicBezTo>
                        <a:cubicBezTo>
                          <a:pt x="821" y="2"/>
                          <a:pt x="793"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20"/>
                  <p:cNvSpPr/>
                  <p:nvPr/>
                </p:nvSpPr>
                <p:spPr>
                  <a:xfrm>
                    <a:off x="-4155525" y="827725"/>
                    <a:ext cx="133525" cy="126375"/>
                  </a:xfrm>
                  <a:custGeom>
                    <a:rect b="b" l="l" r="r" t="t"/>
                    <a:pathLst>
                      <a:path extrusionOk="0" h="5055" w="5341">
                        <a:moveTo>
                          <a:pt x="2668" y="1"/>
                        </a:moveTo>
                        <a:cubicBezTo>
                          <a:pt x="1402" y="1"/>
                          <a:pt x="309" y="950"/>
                          <a:pt x="161" y="2237"/>
                        </a:cubicBezTo>
                        <a:cubicBezTo>
                          <a:pt x="1" y="3623"/>
                          <a:pt x="993" y="4875"/>
                          <a:pt x="2379" y="5037"/>
                        </a:cubicBezTo>
                        <a:cubicBezTo>
                          <a:pt x="2478" y="5049"/>
                          <a:pt x="2575" y="5054"/>
                          <a:pt x="2672" y="5054"/>
                        </a:cubicBezTo>
                        <a:cubicBezTo>
                          <a:pt x="3937" y="5054"/>
                          <a:pt x="5030" y="4105"/>
                          <a:pt x="5179" y="2819"/>
                        </a:cubicBezTo>
                        <a:cubicBezTo>
                          <a:pt x="5340" y="1433"/>
                          <a:pt x="4346" y="179"/>
                          <a:pt x="2960" y="18"/>
                        </a:cubicBezTo>
                        <a:cubicBezTo>
                          <a:pt x="2862" y="6"/>
                          <a:pt x="2764" y="1"/>
                          <a:pt x="2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20"/>
                  <p:cNvSpPr/>
                  <p:nvPr/>
                </p:nvSpPr>
                <p:spPr>
                  <a:xfrm>
                    <a:off x="-4116600" y="864625"/>
                    <a:ext cx="55600" cy="52625"/>
                  </a:xfrm>
                  <a:custGeom>
                    <a:rect b="b" l="l" r="r" t="t"/>
                    <a:pathLst>
                      <a:path extrusionOk="0" h="2105" w="2224">
                        <a:moveTo>
                          <a:pt x="1111" y="0"/>
                        </a:moveTo>
                        <a:cubicBezTo>
                          <a:pt x="584" y="0"/>
                          <a:pt x="130" y="394"/>
                          <a:pt x="68" y="931"/>
                        </a:cubicBezTo>
                        <a:cubicBezTo>
                          <a:pt x="1" y="1508"/>
                          <a:pt x="415" y="2030"/>
                          <a:pt x="991" y="2097"/>
                        </a:cubicBezTo>
                        <a:cubicBezTo>
                          <a:pt x="1032" y="2102"/>
                          <a:pt x="1073" y="2104"/>
                          <a:pt x="1113" y="2104"/>
                        </a:cubicBezTo>
                        <a:cubicBezTo>
                          <a:pt x="1640" y="2104"/>
                          <a:pt x="2095" y="1709"/>
                          <a:pt x="2158" y="1173"/>
                        </a:cubicBezTo>
                        <a:cubicBezTo>
                          <a:pt x="2224" y="596"/>
                          <a:pt x="1810" y="74"/>
                          <a:pt x="1234" y="7"/>
                        </a:cubicBezTo>
                        <a:cubicBezTo>
                          <a:pt x="1193" y="2"/>
                          <a:pt x="1152"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20"/>
                  <p:cNvSpPr/>
                  <p:nvPr/>
                </p:nvSpPr>
                <p:spPr>
                  <a:xfrm>
                    <a:off x="-3999000" y="687450"/>
                    <a:ext cx="11200" cy="10600"/>
                  </a:xfrm>
                  <a:custGeom>
                    <a:rect b="b" l="l" r="r" t="t"/>
                    <a:pathLst>
                      <a:path extrusionOk="0" h="424" w="448">
                        <a:moveTo>
                          <a:pt x="224" y="1"/>
                        </a:moveTo>
                        <a:cubicBezTo>
                          <a:pt x="118" y="1"/>
                          <a:pt x="26" y="80"/>
                          <a:pt x="14" y="188"/>
                        </a:cubicBezTo>
                        <a:cubicBezTo>
                          <a:pt x="1" y="304"/>
                          <a:pt x="83" y="408"/>
                          <a:pt x="200" y="422"/>
                        </a:cubicBezTo>
                        <a:cubicBezTo>
                          <a:pt x="208" y="423"/>
                          <a:pt x="216" y="424"/>
                          <a:pt x="225" y="424"/>
                        </a:cubicBezTo>
                        <a:cubicBezTo>
                          <a:pt x="330" y="424"/>
                          <a:pt x="422" y="345"/>
                          <a:pt x="434" y="237"/>
                        </a:cubicBezTo>
                        <a:cubicBezTo>
                          <a:pt x="448" y="121"/>
                          <a:pt x="365" y="16"/>
                          <a:pt x="248" y="2"/>
                        </a:cubicBezTo>
                        <a:cubicBezTo>
                          <a:pt x="240" y="1"/>
                          <a:pt x="232"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20"/>
                  <p:cNvSpPr/>
                  <p:nvPr/>
                </p:nvSpPr>
                <p:spPr>
                  <a:xfrm>
                    <a:off x="-4158425" y="683025"/>
                    <a:ext cx="11175" cy="10625"/>
                  </a:xfrm>
                  <a:custGeom>
                    <a:rect b="b" l="l" r="r" t="t"/>
                    <a:pathLst>
                      <a:path extrusionOk="0" h="425" w="447">
                        <a:moveTo>
                          <a:pt x="225" y="1"/>
                        </a:moveTo>
                        <a:cubicBezTo>
                          <a:pt x="119" y="1"/>
                          <a:pt x="27" y="80"/>
                          <a:pt x="14" y="188"/>
                        </a:cubicBezTo>
                        <a:cubicBezTo>
                          <a:pt x="0" y="304"/>
                          <a:pt x="83" y="408"/>
                          <a:pt x="199" y="423"/>
                        </a:cubicBezTo>
                        <a:cubicBezTo>
                          <a:pt x="207" y="424"/>
                          <a:pt x="215" y="424"/>
                          <a:pt x="222" y="424"/>
                        </a:cubicBezTo>
                        <a:cubicBezTo>
                          <a:pt x="328" y="424"/>
                          <a:pt x="421" y="345"/>
                          <a:pt x="434" y="237"/>
                        </a:cubicBezTo>
                        <a:cubicBezTo>
                          <a:pt x="447" y="120"/>
                          <a:pt x="364" y="16"/>
                          <a:pt x="248" y="2"/>
                        </a:cubicBezTo>
                        <a:cubicBezTo>
                          <a:pt x="240" y="1"/>
                          <a:pt x="232"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20"/>
                  <p:cNvSpPr/>
                  <p:nvPr/>
                </p:nvSpPr>
                <p:spPr>
                  <a:xfrm>
                    <a:off x="-4183975" y="979075"/>
                    <a:ext cx="11200" cy="10625"/>
                  </a:xfrm>
                  <a:custGeom>
                    <a:rect b="b" l="l" r="r" t="t"/>
                    <a:pathLst>
                      <a:path extrusionOk="0" h="425" w="448">
                        <a:moveTo>
                          <a:pt x="225" y="1"/>
                        </a:moveTo>
                        <a:cubicBezTo>
                          <a:pt x="118" y="1"/>
                          <a:pt x="25" y="80"/>
                          <a:pt x="14" y="188"/>
                        </a:cubicBezTo>
                        <a:cubicBezTo>
                          <a:pt x="0" y="304"/>
                          <a:pt x="83" y="409"/>
                          <a:pt x="200" y="423"/>
                        </a:cubicBezTo>
                        <a:cubicBezTo>
                          <a:pt x="207" y="424"/>
                          <a:pt x="215" y="424"/>
                          <a:pt x="223" y="424"/>
                        </a:cubicBezTo>
                        <a:cubicBezTo>
                          <a:pt x="329" y="424"/>
                          <a:pt x="421" y="345"/>
                          <a:pt x="434" y="237"/>
                        </a:cubicBezTo>
                        <a:cubicBezTo>
                          <a:pt x="447" y="121"/>
                          <a:pt x="365" y="16"/>
                          <a:pt x="248" y="2"/>
                        </a:cubicBezTo>
                        <a:cubicBezTo>
                          <a:pt x="240" y="1"/>
                          <a:pt x="233"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20"/>
                  <p:cNvSpPr/>
                  <p:nvPr/>
                </p:nvSpPr>
                <p:spPr>
                  <a:xfrm>
                    <a:off x="-4000300" y="980975"/>
                    <a:ext cx="11200" cy="10600"/>
                  </a:xfrm>
                  <a:custGeom>
                    <a:rect b="b" l="l" r="r" t="t"/>
                    <a:pathLst>
                      <a:path extrusionOk="0" h="424" w="448">
                        <a:moveTo>
                          <a:pt x="222" y="1"/>
                        </a:moveTo>
                        <a:cubicBezTo>
                          <a:pt x="115" y="1"/>
                          <a:pt x="25" y="81"/>
                          <a:pt x="14" y="188"/>
                        </a:cubicBezTo>
                        <a:cubicBezTo>
                          <a:pt x="0" y="305"/>
                          <a:pt x="83" y="409"/>
                          <a:pt x="199" y="422"/>
                        </a:cubicBezTo>
                        <a:cubicBezTo>
                          <a:pt x="208" y="423"/>
                          <a:pt x="216" y="424"/>
                          <a:pt x="224" y="424"/>
                        </a:cubicBezTo>
                        <a:cubicBezTo>
                          <a:pt x="329" y="424"/>
                          <a:pt x="420" y="345"/>
                          <a:pt x="434" y="237"/>
                        </a:cubicBezTo>
                        <a:cubicBezTo>
                          <a:pt x="447" y="121"/>
                          <a:pt x="363" y="17"/>
                          <a:pt x="248" y="2"/>
                        </a:cubicBezTo>
                        <a:cubicBezTo>
                          <a:pt x="239" y="1"/>
                          <a:pt x="230" y="1"/>
                          <a:pt x="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2" name="Google Shape;1432;p20"/>
              <p:cNvGrpSpPr/>
              <p:nvPr/>
            </p:nvGrpSpPr>
            <p:grpSpPr>
              <a:xfrm>
                <a:off x="7733087" y="76602"/>
                <a:ext cx="456558" cy="368424"/>
                <a:chOff x="-1636175" y="409550"/>
                <a:chExt cx="448750" cy="362088"/>
              </a:xfrm>
            </p:grpSpPr>
            <p:sp>
              <p:nvSpPr>
                <p:cNvPr id="1433" name="Google Shape;1433;p20"/>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20"/>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 name="Google Shape;1435;p20"/>
              <p:cNvGrpSpPr/>
              <p:nvPr/>
            </p:nvGrpSpPr>
            <p:grpSpPr>
              <a:xfrm>
                <a:off x="137891" y="4334676"/>
                <a:ext cx="735612" cy="682607"/>
                <a:chOff x="-3345900" y="2555950"/>
                <a:chExt cx="464050" cy="430613"/>
              </a:xfrm>
            </p:grpSpPr>
            <p:sp>
              <p:nvSpPr>
                <p:cNvPr id="1436" name="Google Shape;1436;p20"/>
                <p:cNvSpPr/>
                <p:nvPr/>
              </p:nvSpPr>
              <p:spPr>
                <a:xfrm>
                  <a:off x="-3345900" y="2555950"/>
                  <a:ext cx="464050" cy="430575"/>
                </a:xfrm>
                <a:custGeom>
                  <a:rect b="b" l="l" r="r" t="t"/>
                  <a:pathLst>
                    <a:path extrusionOk="0" h="17223" w="18562">
                      <a:moveTo>
                        <a:pt x="9284" y="7756"/>
                      </a:moveTo>
                      <a:cubicBezTo>
                        <a:pt x="9503" y="7756"/>
                        <a:pt x="9723" y="7840"/>
                        <a:pt x="9889" y="8006"/>
                      </a:cubicBezTo>
                      <a:cubicBezTo>
                        <a:pt x="10224" y="8341"/>
                        <a:pt x="10224" y="8883"/>
                        <a:pt x="9889" y="9218"/>
                      </a:cubicBezTo>
                      <a:cubicBezTo>
                        <a:pt x="9723" y="9385"/>
                        <a:pt x="9504" y="9469"/>
                        <a:pt x="9285" y="9469"/>
                      </a:cubicBezTo>
                      <a:cubicBezTo>
                        <a:pt x="9066" y="9469"/>
                        <a:pt x="8846" y="9385"/>
                        <a:pt x="8679" y="9218"/>
                      </a:cubicBezTo>
                      <a:cubicBezTo>
                        <a:pt x="8344" y="8883"/>
                        <a:pt x="8344" y="8341"/>
                        <a:pt x="8679" y="8006"/>
                      </a:cubicBezTo>
                      <a:cubicBezTo>
                        <a:pt x="8845" y="7840"/>
                        <a:pt x="9065" y="7756"/>
                        <a:pt x="9284" y="7756"/>
                      </a:cubicBezTo>
                      <a:close/>
                      <a:moveTo>
                        <a:pt x="9286" y="0"/>
                      </a:moveTo>
                      <a:cubicBezTo>
                        <a:pt x="8069" y="0"/>
                        <a:pt x="6853" y="257"/>
                        <a:pt x="5724" y="769"/>
                      </a:cubicBezTo>
                      <a:cubicBezTo>
                        <a:pt x="4809" y="1184"/>
                        <a:pt x="3949" y="1768"/>
                        <a:pt x="3196" y="2521"/>
                      </a:cubicBezTo>
                      <a:cubicBezTo>
                        <a:pt x="2441" y="3275"/>
                        <a:pt x="1857" y="4134"/>
                        <a:pt x="1440" y="5052"/>
                      </a:cubicBezTo>
                      <a:cubicBezTo>
                        <a:pt x="1" y="8223"/>
                        <a:pt x="585" y="12091"/>
                        <a:pt x="3196" y="14701"/>
                      </a:cubicBezTo>
                      <a:cubicBezTo>
                        <a:pt x="4876" y="16382"/>
                        <a:pt x="7079" y="17223"/>
                        <a:pt x="9282" y="17223"/>
                      </a:cubicBezTo>
                      <a:cubicBezTo>
                        <a:pt x="10475" y="17223"/>
                        <a:pt x="11668" y="16976"/>
                        <a:pt x="12778" y="16483"/>
                      </a:cubicBezTo>
                      <a:cubicBezTo>
                        <a:pt x="13719" y="16068"/>
                        <a:pt x="14599" y="15473"/>
                        <a:pt x="15373" y="14701"/>
                      </a:cubicBezTo>
                      <a:cubicBezTo>
                        <a:pt x="16146" y="13928"/>
                        <a:pt x="16741" y="13045"/>
                        <a:pt x="17156" y="12106"/>
                      </a:cubicBezTo>
                      <a:cubicBezTo>
                        <a:pt x="18561" y="8945"/>
                        <a:pt x="17967" y="5115"/>
                        <a:pt x="15373" y="2521"/>
                      </a:cubicBezTo>
                      <a:cubicBezTo>
                        <a:pt x="13691" y="840"/>
                        <a:pt x="11488" y="0"/>
                        <a:pt x="928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7" name="Google Shape;1437;p20"/>
                <p:cNvGrpSpPr/>
                <p:nvPr/>
              </p:nvGrpSpPr>
              <p:grpSpPr>
                <a:xfrm>
                  <a:off x="-3345900" y="2555988"/>
                  <a:ext cx="464050" cy="430575"/>
                  <a:chOff x="-3345900" y="1288025"/>
                  <a:chExt cx="464050" cy="430575"/>
                </a:xfrm>
              </p:grpSpPr>
              <p:sp>
                <p:nvSpPr>
                  <p:cNvPr id="1438" name="Google Shape;1438;p20"/>
                  <p:cNvSpPr/>
                  <p:nvPr/>
                </p:nvSpPr>
                <p:spPr>
                  <a:xfrm>
                    <a:off x="-3345900" y="1288025"/>
                    <a:ext cx="464050" cy="430575"/>
                  </a:xfrm>
                  <a:custGeom>
                    <a:rect b="b" l="l" r="r" t="t"/>
                    <a:pathLst>
                      <a:path extrusionOk="0" h="17223" w="18562">
                        <a:moveTo>
                          <a:pt x="9284" y="7757"/>
                        </a:moveTo>
                        <a:cubicBezTo>
                          <a:pt x="9503" y="7757"/>
                          <a:pt x="9723" y="7840"/>
                          <a:pt x="9889" y="8007"/>
                        </a:cubicBezTo>
                        <a:cubicBezTo>
                          <a:pt x="10224" y="8341"/>
                          <a:pt x="10224" y="8885"/>
                          <a:pt x="9889" y="9218"/>
                        </a:cubicBezTo>
                        <a:cubicBezTo>
                          <a:pt x="9723" y="9385"/>
                          <a:pt x="9504" y="9469"/>
                          <a:pt x="9285" y="9469"/>
                        </a:cubicBezTo>
                        <a:cubicBezTo>
                          <a:pt x="9066" y="9469"/>
                          <a:pt x="8846" y="9385"/>
                          <a:pt x="8679" y="9218"/>
                        </a:cubicBezTo>
                        <a:cubicBezTo>
                          <a:pt x="8344" y="8885"/>
                          <a:pt x="8344" y="8341"/>
                          <a:pt x="8679" y="8007"/>
                        </a:cubicBezTo>
                        <a:cubicBezTo>
                          <a:pt x="8845" y="7840"/>
                          <a:pt x="9065" y="7757"/>
                          <a:pt x="9284" y="7757"/>
                        </a:cubicBezTo>
                        <a:close/>
                        <a:moveTo>
                          <a:pt x="9285" y="1"/>
                        </a:moveTo>
                        <a:cubicBezTo>
                          <a:pt x="8069" y="1"/>
                          <a:pt x="6853" y="257"/>
                          <a:pt x="5724" y="769"/>
                        </a:cubicBezTo>
                        <a:cubicBezTo>
                          <a:pt x="4809" y="1184"/>
                          <a:pt x="3949" y="1769"/>
                          <a:pt x="3196" y="2522"/>
                        </a:cubicBezTo>
                        <a:cubicBezTo>
                          <a:pt x="2441" y="3276"/>
                          <a:pt x="1857" y="4134"/>
                          <a:pt x="1440" y="5052"/>
                        </a:cubicBezTo>
                        <a:cubicBezTo>
                          <a:pt x="1" y="8224"/>
                          <a:pt x="585" y="12091"/>
                          <a:pt x="3196" y="14701"/>
                        </a:cubicBezTo>
                        <a:cubicBezTo>
                          <a:pt x="4876" y="16382"/>
                          <a:pt x="7079" y="17223"/>
                          <a:pt x="9282" y="17223"/>
                        </a:cubicBezTo>
                        <a:cubicBezTo>
                          <a:pt x="10475" y="17223"/>
                          <a:pt x="11668" y="16976"/>
                          <a:pt x="12778" y="16483"/>
                        </a:cubicBezTo>
                        <a:cubicBezTo>
                          <a:pt x="13719" y="16068"/>
                          <a:pt x="14599" y="15474"/>
                          <a:pt x="15373" y="14701"/>
                        </a:cubicBezTo>
                        <a:cubicBezTo>
                          <a:pt x="16146" y="13928"/>
                          <a:pt x="16741" y="13046"/>
                          <a:pt x="17156" y="12106"/>
                        </a:cubicBezTo>
                        <a:cubicBezTo>
                          <a:pt x="18561" y="8946"/>
                          <a:pt x="17967" y="5115"/>
                          <a:pt x="15373" y="2522"/>
                        </a:cubicBezTo>
                        <a:cubicBezTo>
                          <a:pt x="13691" y="841"/>
                          <a:pt x="11488" y="1"/>
                          <a:pt x="92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20"/>
                  <p:cNvSpPr/>
                  <p:nvPr/>
                </p:nvSpPr>
                <p:spPr>
                  <a:xfrm>
                    <a:off x="-3215075" y="1411025"/>
                    <a:ext cx="202575" cy="184600"/>
                  </a:xfrm>
                  <a:custGeom>
                    <a:rect b="b" l="l" r="r" t="t"/>
                    <a:pathLst>
                      <a:path extrusionOk="0" h="7384" w="8103">
                        <a:moveTo>
                          <a:pt x="4052" y="2837"/>
                        </a:moveTo>
                        <a:cubicBezTo>
                          <a:pt x="4272" y="2837"/>
                          <a:pt x="4491" y="2920"/>
                          <a:pt x="4658" y="3087"/>
                        </a:cubicBezTo>
                        <a:cubicBezTo>
                          <a:pt x="4993" y="3421"/>
                          <a:pt x="4993" y="3965"/>
                          <a:pt x="4658" y="4298"/>
                        </a:cubicBezTo>
                        <a:cubicBezTo>
                          <a:pt x="4491" y="4465"/>
                          <a:pt x="4272" y="4549"/>
                          <a:pt x="4052" y="4549"/>
                        </a:cubicBezTo>
                        <a:cubicBezTo>
                          <a:pt x="3833" y="4549"/>
                          <a:pt x="3614" y="4465"/>
                          <a:pt x="3447" y="4298"/>
                        </a:cubicBezTo>
                        <a:cubicBezTo>
                          <a:pt x="3112" y="3965"/>
                          <a:pt x="3112" y="3421"/>
                          <a:pt x="3447" y="3087"/>
                        </a:cubicBezTo>
                        <a:cubicBezTo>
                          <a:pt x="3614" y="2920"/>
                          <a:pt x="3833" y="2837"/>
                          <a:pt x="4052" y="2837"/>
                        </a:cubicBezTo>
                        <a:close/>
                        <a:moveTo>
                          <a:pt x="4051" y="1"/>
                        </a:moveTo>
                        <a:cubicBezTo>
                          <a:pt x="3107" y="1"/>
                          <a:pt x="2162" y="361"/>
                          <a:pt x="1442" y="1082"/>
                        </a:cubicBezTo>
                        <a:cubicBezTo>
                          <a:pt x="1" y="2523"/>
                          <a:pt x="1" y="4860"/>
                          <a:pt x="1442" y="6302"/>
                        </a:cubicBezTo>
                        <a:cubicBezTo>
                          <a:pt x="2162" y="7023"/>
                          <a:pt x="3107" y="7383"/>
                          <a:pt x="4052" y="7383"/>
                        </a:cubicBezTo>
                        <a:cubicBezTo>
                          <a:pt x="4997" y="7383"/>
                          <a:pt x="5941" y="7023"/>
                          <a:pt x="6661" y="6302"/>
                        </a:cubicBezTo>
                        <a:cubicBezTo>
                          <a:pt x="8102" y="4860"/>
                          <a:pt x="8102" y="2523"/>
                          <a:pt x="6661" y="1082"/>
                        </a:cubicBezTo>
                        <a:cubicBezTo>
                          <a:pt x="5940" y="361"/>
                          <a:pt x="4995" y="1"/>
                          <a:pt x="40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20"/>
                  <p:cNvSpPr/>
                  <p:nvPr/>
                </p:nvSpPr>
                <p:spPr>
                  <a:xfrm>
                    <a:off x="-3169450" y="1452600"/>
                    <a:ext cx="111350" cy="101450"/>
                  </a:xfrm>
                  <a:custGeom>
                    <a:rect b="b" l="l" r="r" t="t"/>
                    <a:pathLst>
                      <a:path extrusionOk="0" h="4058" w="4454">
                        <a:moveTo>
                          <a:pt x="2227" y="1174"/>
                        </a:moveTo>
                        <a:cubicBezTo>
                          <a:pt x="2447" y="1174"/>
                          <a:pt x="2666" y="1257"/>
                          <a:pt x="2833" y="1424"/>
                        </a:cubicBezTo>
                        <a:cubicBezTo>
                          <a:pt x="3168" y="1758"/>
                          <a:pt x="3168" y="2302"/>
                          <a:pt x="2833" y="2635"/>
                        </a:cubicBezTo>
                        <a:cubicBezTo>
                          <a:pt x="2666" y="2802"/>
                          <a:pt x="2447" y="2886"/>
                          <a:pt x="2227" y="2886"/>
                        </a:cubicBezTo>
                        <a:cubicBezTo>
                          <a:pt x="2008" y="2886"/>
                          <a:pt x="1789" y="2802"/>
                          <a:pt x="1622" y="2635"/>
                        </a:cubicBezTo>
                        <a:cubicBezTo>
                          <a:pt x="1287" y="2302"/>
                          <a:pt x="1287" y="1758"/>
                          <a:pt x="1622" y="1424"/>
                        </a:cubicBezTo>
                        <a:cubicBezTo>
                          <a:pt x="1789" y="1257"/>
                          <a:pt x="2008" y="1174"/>
                          <a:pt x="2227" y="1174"/>
                        </a:cubicBezTo>
                        <a:close/>
                        <a:moveTo>
                          <a:pt x="2227" y="0"/>
                        </a:moveTo>
                        <a:cubicBezTo>
                          <a:pt x="1708" y="0"/>
                          <a:pt x="1188" y="198"/>
                          <a:pt x="792" y="595"/>
                        </a:cubicBezTo>
                        <a:cubicBezTo>
                          <a:pt x="0" y="1386"/>
                          <a:pt x="0" y="2671"/>
                          <a:pt x="792" y="3464"/>
                        </a:cubicBezTo>
                        <a:cubicBezTo>
                          <a:pt x="1188" y="3859"/>
                          <a:pt x="1708" y="4057"/>
                          <a:pt x="2227" y="4057"/>
                        </a:cubicBezTo>
                        <a:cubicBezTo>
                          <a:pt x="2746" y="4057"/>
                          <a:pt x="3265" y="3859"/>
                          <a:pt x="3661" y="3464"/>
                        </a:cubicBezTo>
                        <a:cubicBezTo>
                          <a:pt x="4454" y="2671"/>
                          <a:pt x="4454" y="1386"/>
                          <a:pt x="3661" y="595"/>
                        </a:cubicBezTo>
                        <a:cubicBezTo>
                          <a:pt x="3265" y="198"/>
                          <a:pt x="2746" y="0"/>
                          <a:pt x="22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1" name="Google Shape;1441;p20"/>
              <p:cNvGrpSpPr/>
              <p:nvPr/>
            </p:nvGrpSpPr>
            <p:grpSpPr>
              <a:xfrm>
                <a:off x="374884" y="3986253"/>
                <a:ext cx="185701" cy="172104"/>
                <a:chOff x="3508459" y="336863"/>
                <a:chExt cx="94750" cy="87813"/>
              </a:xfrm>
            </p:grpSpPr>
            <p:sp>
              <p:nvSpPr>
                <p:cNvPr id="1442" name="Google Shape;1442;p20"/>
                <p:cNvSpPr/>
                <p:nvPr/>
              </p:nvSpPr>
              <p:spPr>
                <a:xfrm>
                  <a:off x="3508459" y="336863"/>
                  <a:ext cx="94750" cy="86125"/>
                </a:xfrm>
                <a:custGeom>
                  <a:rect b="b" l="l" r="r" t="t"/>
                  <a:pathLst>
                    <a:path extrusionOk="0" h="3445" w="3790">
                      <a:moveTo>
                        <a:pt x="1897" y="0"/>
                      </a:moveTo>
                      <a:cubicBezTo>
                        <a:pt x="1766" y="0"/>
                        <a:pt x="1633" y="15"/>
                        <a:pt x="1500" y="47"/>
                      </a:cubicBezTo>
                      <a:cubicBezTo>
                        <a:pt x="574" y="265"/>
                        <a:pt x="0" y="1192"/>
                        <a:pt x="219" y="2118"/>
                      </a:cubicBezTo>
                      <a:cubicBezTo>
                        <a:pt x="406" y="2911"/>
                        <a:pt x="1114" y="3445"/>
                        <a:pt x="1895" y="3445"/>
                      </a:cubicBezTo>
                      <a:cubicBezTo>
                        <a:pt x="2026" y="3445"/>
                        <a:pt x="2159" y="3430"/>
                        <a:pt x="2291" y="3399"/>
                      </a:cubicBezTo>
                      <a:cubicBezTo>
                        <a:pt x="3217" y="3180"/>
                        <a:pt x="3790" y="2252"/>
                        <a:pt x="3571" y="1326"/>
                      </a:cubicBezTo>
                      <a:cubicBezTo>
                        <a:pt x="3384" y="534"/>
                        <a:pt x="2678" y="0"/>
                        <a:pt x="1897"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20"/>
                <p:cNvSpPr/>
                <p:nvPr/>
              </p:nvSpPr>
              <p:spPr>
                <a:xfrm>
                  <a:off x="3514125" y="338525"/>
                  <a:ext cx="86100" cy="86150"/>
                </a:xfrm>
                <a:custGeom>
                  <a:rect b="b" l="l" r="r" t="t"/>
                  <a:pathLst>
                    <a:path extrusionOk="0" h="3446" w="3444">
                      <a:moveTo>
                        <a:pt x="1721" y="1"/>
                      </a:moveTo>
                      <a:cubicBezTo>
                        <a:pt x="771" y="1"/>
                        <a:pt x="0" y="772"/>
                        <a:pt x="0" y="1723"/>
                      </a:cubicBezTo>
                      <a:cubicBezTo>
                        <a:pt x="0" y="2674"/>
                        <a:pt x="771" y="3445"/>
                        <a:pt x="1721" y="3445"/>
                      </a:cubicBezTo>
                      <a:cubicBezTo>
                        <a:pt x="2673" y="3445"/>
                        <a:pt x="3444" y="2674"/>
                        <a:pt x="3444" y="1723"/>
                      </a:cubicBezTo>
                      <a:cubicBezTo>
                        <a:pt x="3444" y="772"/>
                        <a:pt x="2673" y="1"/>
                        <a:pt x="17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20"/>
                <p:cNvSpPr/>
                <p:nvPr/>
              </p:nvSpPr>
              <p:spPr>
                <a:xfrm>
                  <a:off x="3514125" y="338525"/>
                  <a:ext cx="86100" cy="43075"/>
                </a:xfrm>
                <a:custGeom>
                  <a:rect b="b" l="l" r="r" t="t"/>
                  <a:pathLst>
                    <a:path extrusionOk="0" h="1723" w="3444">
                      <a:moveTo>
                        <a:pt x="1721" y="1"/>
                      </a:moveTo>
                      <a:cubicBezTo>
                        <a:pt x="771" y="1"/>
                        <a:pt x="0" y="771"/>
                        <a:pt x="0" y="1723"/>
                      </a:cubicBezTo>
                      <a:lnTo>
                        <a:pt x="3444" y="1723"/>
                      </a:lnTo>
                      <a:cubicBezTo>
                        <a:pt x="3444" y="772"/>
                        <a:pt x="2674" y="1"/>
                        <a:pt x="17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 name="Google Shape;1445;p20"/>
              <p:cNvGrpSpPr/>
              <p:nvPr/>
            </p:nvGrpSpPr>
            <p:grpSpPr>
              <a:xfrm>
                <a:off x="557716" y="105257"/>
                <a:ext cx="311019" cy="311110"/>
                <a:chOff x="5038846" y="235350"/>
                <a:chExt cx="158691" cy="158738"/>
              </a:xfrm>
            </p:grpSpPr>
            <p:sp>
              <p:nvSpPr>
                <p:cNvPr id="1446" name="Google Shape;1446;p20"/>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20"/>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8" name="Google Shape;1448;p20"/>
            <p:cNvGrpSpPr/>
            <p:nvPr/>
          </p:nvGrpSpPr>
          <p:grpSpPr>
            <a:xfrm rot="-2700000">
              <a:off x="-34507" y="718680"/>
              <a:ext cx="980373" cy="980261"/>
              <a:chOff x="223041" y="1065269"/>
              <a:chExt cx="980382" cy="980270"/>
            </a:xfrm>
          </p:grpSpPr>
          <p:sp>
            <p:nvSpPr>
              <p:cNvPr id="1449" name="Google Shape;1449;p20"/>
              <p:cNvSpPr/>
              <p:nvPr/>
            </p:nvSpPr>
            <p:spPr>
              <a:xfrm>
                <a:off x="223041" y="1065269"/>
                <a:ext cx="976822" cy="976272"/>
              </a:xfrm>
              <a:custGeom>
                <a:rect b="b" l="l" r="r" t="t"/>
                <a:pathLst>
                  <a:path extrusionOk="0" h="15262" w="15270">
                    <a:moveTo>
                      <a:pt x="5171" y="1"/>
                    </a:moveTo>
                    <a:cubicBezTo>
                      <a:pt x="2985" y="1"/>
                      <a:pt x="1116" y="1356"/>
                      <a:pt x="360" y="3270"/>
                    </a:cubicBezTo>
                    <a:lnTo>
                      <a:pt x="360" y="3273"/>
                    </a:lnTo>
                    <a:cubicBezTo>
                      <a:pt x="314" y="3387"/>
                      <a:pt x="271" y="3506"/>
                      <a:pt x="238" y="3626"/>
                    </a:cubicBezTo>
                    <a:cubicBezTo>
                      <a:pt x="106" y="4038"/>
                      <a:pt x="28" y="4477"/>
                      <a:pt x="6" y="4929"/>
                    </a:cubicBezTo>
                    <a:lnTo>
                      <a:pt x="0" y="4929"/>
                    </a:lnTo>
                    <a:lnTo>
                      <a:pt x="0" y="5197"/>
                    </a:lnTo>
                    <a:lnTo>
                      <a:pt x="0" y="5937"/>
                    </a:lnTo>
                    <a:lnTo>
                      <a:pt x="0" y="7415"/>
                    </a:lnTo>
                    <a:lnTo>
                      <a:pt x="0" y="8155"/>
                    </a:lnTo>
                    <a:lnTo>
                      <a:pt x="0" y="9636"/>
                    </a:lnTo>
                    <a:lnTo>
                      <a:pt x="0" y="10377"/>
                    </a:lnTo>
                    <a:lnTo>
                      <a:pt x="0" y="11855"/>
                    </a:lnTo>
                    <a:lnTo>
                      <a:pt x="0" y="12596"/>
                    </a:lnTo>
                    <a:lnTo>
                      <a:pt x="0" y="14076"/>
                    </a:lnTo>
                    <a:lnTo>
                      <a:pt x="0" y="14817"/>
                    </a:lnTo>
                    <a:lnTo>
                      <a:pt x="0" y="15262"/>
                    </a:lnTo>
                    <a:lnTo>
                      <a:pt x="10337" y="15262"/>
                    </a:lnTo>
                    <a:lnTo>
                      <a:pt x="10337" y="15256"/>
                    </a:lnTo>
                    <a:cubicBezTo>
                      <a:pt x="11011" y="15225"/>
                      <a:pt x="11648" y="15065"/>
                      <a:pt x="12230" y="14800"/>
                    </a:cubicBezTo>
                    <a:lnTo>
                      <a:pt x="12234" y="14800"/>
                    </a:lnTo>
                    <a:lnTo>
                      <a:pt x="12675" y="14575"/>
                    </a:lnTo>
                    <a:cubicBezTo>
                      <a:pt x="13102" y="14330"/>
                      <a:pt x="13494" y="14022"/>
                      <a:pt x="13831" y="13669"/>
                    </a:cubicBezTo>
                    <a:cubicBezTo>
                      <a:pt x="13865" y="13635"/>
                      <a:pt x="13898" y="13598"/>
                      <a:pt x="13929" y="13562"/>
                    </a:cubicBezTo>
                    <a:cubicBezTo>
                      <a:pt x="14092" y="13383"/>
                      <a:pt x="14241" y="13196"/>
                      <a:pt x="14372" y="12996"/>
                    </a:cubicBezTo>
                    <a:cubicBezTo>
                      <a:pt x="14940" y="12170"/>
                      <a:pt x="15270" y="11172"/>
                      <a:pt x="15270" y="10091"/>
                    </a:cubicBezTo>
                    <a:cubicBezTo>
                      <a:pt x="15270" y="8949"/>
                      <a:pt x="14901" y="7893"/>
                      <a:pt x="14272" y="7040"/>
                    </a:cubicBezTo>
                    <a:cubicBezTo>
                      <a:pt x="14149" y="6868"/>
                      <a:pt x="14014" y="6709"/>
                      <a:pt x="13869" y="6555"/>
                    </a:cubicBezTo>
                    <a:cubicBezTo>
                      <a:pt x="13525" y="6193"/>
                      <a:pt x="13131" y="5875"/>
                      <a:pt x="12695" y="5621"/>
                    </a:cubicBezTo>
                    <a:cubicBezTo>
                      <a:pt x="12493" y="5503"/>
                      <a:pt x="12280" y="5399"/>
                      <a:pt x="12061" y="5310"/>
                    </a:cubicBezTo>
                    <a:cubicBezTo>
                      <a:pt x="11524" y="5088"/>
                      <a:pt x="10944" y="4956"/>
                      <a:pt x="10332" y="4931"/>
                    </a:cubicBezTo>
                    <a:cubicBezTo>
                      <a:pt x="10327" y="4878"/>
                      <a:pt x="10325" y="4820"/>
                      <a:pt x="10319" y="4761"/>
                    </a:cubicBezTo>
                    <a:cubicBezTo>
                      <a:pt x="10304" y="4537"/>
                      <a:pt x="10270" y="4319"/>
                      <a:pt x="10223" y="4104"/>
                    </a:cubicBezTo>
                    <a:cubicBezTo>
                      <a:pt x="10008" y="3066"/>
                      <a:pt x="9479" y="2143"/>
                      <a:pt x="8745" y="1438"/>
                    </a:cubicBezTo>
                    <a:cubicBezTo>
                      <a:pt x="8683" y="1380"/>
                      <a:pt x="8625" y="1325"/>
                      <a:pt x="8561" y="1270"/>
                    </a:cubicBezTo>
                    <a:cubicBezTo>
                      <a:pt x="8382" y="1112"/>
                      <a:pt x="8191" y="968"/>
                      <a:pt x="7989" y="839"/>
                    </a:cubicBezTo>
                    <a:cubicBezTo>
                      <a:pt x="7988" y="837"/>
                      <a:pt x="7987" y="836"/>
                      <a:pt x="7987" y="836"/>
                    </a:cubicBezTo>
                    <a:cubicBezTo>
                      <a:pt x="7987" y="836"/>
                      <a:pt x="7987" y="837"/>
                      <a:pt x="7987" y="839"/>
                    </a:cubicBezTo>
                    <a:cubicBezTo>
                      <a:pt x="7178" y="307"/>
                      <a:pt x="6210" y="1"/>
                      <a:pt x="517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 name="Google Shape;1450;p20"/>
              <p:cNvGrpSpPr/>
              <p:nvPr/>
            </p:nvGrpSpPr>
            <p:grpSpPr>
              <a:xfrm>
                <a:off x="226410" y="1069011"/>
                <a:ext cx="977014" cy="976528"/>
                <a:chOff x="226410" y="1069011"/>
                <a:chExt cx="977014" cy="976528"/>
              </a:xfrm>
            </p:grpSpPr>
            <p:grpSp>
              <p:nvGrpSpPr>
                <p:cNvPr id="1451" name="Google Shape;1451;p20"/>
                <p:cNvGrpSpPr/>
                <p:nvPr/>
              </p:nvGrpSpPr>
              <p:grpSpPr>
                <a:xfrm>
                  <a:off x="226410" y="1069011"/>
                  <a:ext cx="977014" cy="976528"/>
                  <a:chOff x="226410" y="1069011"/>
                  <a:chExt cx="977014" cy="976528"/>
                </a:xfrm>
              </p:grpSpPr>
              <p:sp>
                <p:nvSpPr>
                  <p:cNvPr id="1452" name="Google Shape;1452;p20"/>
                  <p:cNvSpPr/>
                  <p:nvPr/>
                </p:nvSpPr>
                <p:spPr>
                  <a:xfrm>
                    <a:off x="226474" y="1069011"/>
                    <a:ext cx="976950" cy="976528"/>
                  </a:xfrm>
                  <a:custGeom>
                    <a:rect b="b" l="l" r="r" t="t"/>
                    <a:pathLst>
                      <a:path extrusionOk="0" h="15266" w="15272">
                        <a:moveTo>
                          <a:pt x="5171" y="0"/>
                        </a:moveTo>
                        <a:cubicBezTo>
                          <a:pt x="2986" y="0"/>
                          <a:pt x="1117" y="1355"/>
                          <a:pt x="361" y="3270"/>
                        </a:cubicBezTo>
                        <a:lnTo>
                          <a:pt x="361" y="3273"/>
                        </a:lnTo>
                        <a:cubicBezTo>
                          <a:pt x="316" y="3386"/>
                          <a:pt x="272" y="3506"/>
                          <a:pt x="238" y="3626"/>
                        </a:cubicBezTo>
                        <a:cubicBezTo>
                          <a:pt x="106" y="4038"/>
                          <a:pt x="30" y="4477"/>
                          <a:pt x="8" y="4929"/>
                        </a:cubicBezTo>
                        <a:lnTo>
                          <a:pt x="1" y="4929"/>
                        </a:lnTo>
                        <a:lnTo>
                          <a:pt x="1" y="15266"/>
                        </a:lnTo>
                        <a:lnTo>
                          <a:pt x="10338" y="15266"/>
                        </a:lnTo>
                        <a:lnTo>
                          <a:pt x="10338" y="15260"/>
                        </a:lnTo>
                        <a:cubicBezTo>
                          <a:pt x="11011" y="15229"/>
                          <a:pt x="11651" y="15069"/>
                          <a:pt x="12232" y="14804"/>
                        </a:cubicBezTo>
                        <a:lnTo>
                          <a:pt x="12234" y="14804"/>
                        </a:lnTo>
                        <a:lnTo>
                          <a:pt x="12677" y="14579"/>
                        </a:lnTo>
                        <a:cubicBezTo>
                          <a:pt x="13104" y="14333"/>
                          <a:pt x="13495" y="14026"/>
                          <a:pt x="13833" y="13672"/>
                        </a:cubicBezTo>
                        <a:cubicBezTo>
                          <a:pt x="13867" y="13639"/>
                          <a:pt x="13900" y="13603"/>
                          <a:pt x="13931" y="13566"/>
                        </a:cubicBezTo>
                        <a:cubicBezTo>
                          <a:pt x="14094" y="13388"/>
                          <a:pt x="14241" y="13201"/>
                          <a:pt x="14373" y="13001"/>
                        </a:cubicBezTo>
                        <a:cubicBezTo>
                          <a:pt x="14942" y="12174"/>
                          <a:pt x="15271" y="11174"/>
                          <a:pt x="15271" y="10095"/>
                        </a:cubicBezTo>
                        <a:cubicBezTo>
                          <a:pt x="15271" y="8951"/>
                          <a:pt x="14902" y="7897"/>
                          <a:pt x="14272" y="7045"/>
                        </a:cubicBezTo>
                        <a:cubicBezTo>
                          <a:pt x="14149" y="6874"/>
                          <a:pt x="14014" y="6714"/>
                          <a:pt x="13870" y="6560"/>
                        </a:cubicBezTo>
                        <a:cubicBezTo>
                          <a:pt x="13525" y="6198"/>
                          <a:pt x="13132" y="5881"/>
                          <a:pt x="12696" y="5626"/>
                        </a:cubicBezTo>
                        <a:cubicBezTo>
                          <a:pt x="12493" y="5508"/>
                          <a:pt x="12280" y="5404"/>
                          <a:pt x="12063" y="5315"/>
                        </a:cubicBezTo>
                        <a:cubicBezTo>
                          <a:pt x="11525" y="5094"/>
                          <a:pt x="10944" y="4961"/>
                          <a:pt x="10333" y="4937"/>
                        </a:cubicBezTo>
                        <a:cubicBezTo>
                          <a:pt x="10329" y="4879"/>
                          <a:pt x="10326" y="4820"/>
                          <a:pt x="10320" y="4761"/>
                        </a:cubicBezTo>
                        <a:cubicBezTo>
                          <a:pt x="10304" y="4537"/>
                          <a:pt x="10271" y="4319"/>
                          <a:pt x="10225" y="4104"/>
                        </a:cubicBezTo>
                        <a:cubicBezTo>
                          <a:pt x="10009" y="3063"/>
                          <a:pt x="9480" y="2143"/>
                          <a:pt x="8746" y="1438"/>
                        </a:cubicBezTo>
                        <a:cubicBezTo>
                          <a:pt x="8684" y="1380"/>
                          <a:pt x="8626" y="1325"/>
                          <a:pt x="8561" y="1270"/>
                        </a:cubicBezTo>
                        <a:cubicBezTo>
                          <a:pt x="8384" y="1112"/>
                          <a:pt x="8193" y="967"/>
                          <a:pt x="7990" y="838"/>
                        </a:cubicBezTo>
                        <a:cubicBezTo>
                          <a:pt x="7989" y="837"/>
                          <a:pt x="7988" y="837"/>
                          <a:pt x="7988" y="837"/>
                        </a:cubicBezTo>
                        <a:cubicBezTo>
                          <a:pt x="7987" y="837"/>
                          <a:pt x="7987" y="837"/>
                          <a:pt x="7987" y="838"/>
                        </a:cubicBezTo>
                        <a:cubicBezTo>
                          <a:pt x="7178" y="307"/>
                          <a:pt x="6210" y="0"/>
                          <a:pt x="51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20"/>
                  <p:cNvSpPr/>
                  <p:nvPr/>
                </p:nvSpPr>
                <p:spPr>
                  <a:xfrm>
                    <a:off x="1112586" y="1488382"/>
                    <a:ext cx="26931" cy="31344"/>
                  </a:xfrm>
                  <a:custGeom>
                    <a:rect b="b" l="l" r="r" t="t"/>
                    <a:pathLst>
                      <a:path extrusionOk="0" h="490" w="421">
                        <a:moveTo>
                          <a:pt x="18" y="1"/>
                        </a:moveTo>
                        <a:cubicBezTo>
                          <a:pt x="6" y="39"/>
                          <a:pt x="0" y="78"/>
                          <a:pt x="0" y="118"/>
                        </a:cubicBezTo>
                        <a:cubicBezTo>
                          <a:pt x="0" y="324"/>
                          <a:pt x="165" y="490"/>
                          <a:pt x="372" y="490"/>
                        </a:cubicBezTo>
                        <a:cubicBezTo>
                          <a:pt x="389" y="490"/>
                          <a:pt x="405" y="490"/>
                          <a:pt x="420" y="488"/>
                        </a:cubicBezTo>
                        <a:cubicBezTo>
                          <a:pt x="296" y="314"/>
                          <a:pt x="161" y="155"/>
                          <a:pt x="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20"/>
                  <p:cNvSpPr/>
                  <p:nvPr/>
                </p:nvSpPr>
                <p:spPr>
                  <a:xfrm>
                    <a:off x="1112586" y="1614334"/>
                    <a:ext cx="47402" cy="47400"/>
                  </a:xfrm>
                  <a:custGeom>
                    <a:rect b="b" l="l" r="r" t="t"/>
                    <a:pathLst>
                      <a:path extrusionOk="0" h="741" w="741">
                        <a:moveTo>
                          <a:pt x="371" y="1"/>
                        </a:moveTo>
                        <a:cubicBezTo>
                          <a:pt x="165" y="1"/>
                          <a:pt x="0" y="166"/>
                          <a:pt x="0" y="371"/>
                        </a:cubicBezTo>
                        <a:cubicBezTo>
                          <a:pt x="0" y="576"/>
                          <a:pt x="165" y="741"/>
                          <a:pt x="371" y="741"/>
                        </a:cubicBezTo>
                        <a:cubicBezTo>
                          <a:pt x="575" y="741"/>
                          <a:pt x="740" y="576"/>
                          <a:pt x="740" y="371"/>
                        </a:cubicBezTo>
                        <a:cubicBezTo>
                          <a:pt x="740"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20"/>
                  <p:cNvSpPr/>
                  <p:nvPr/>
                </p:nvSpPr>
                <p:spPr>
                  <a:xfrm>
                    <a:off x="1112586" y="1756406"/>
                    <a:ext cx="47402" cy="47464"/>
                  </a:xfrm>
                  <a:custGeom>
                    <a:rect b="b" l="l" r="r" t="t"/>
                    <a:pathLst>
                      <a:path extrusionOk="0" h="742" w="741">
                        <a:moveTo>
                          <a:pt x="371" y="1"/>
                        </a:moveTo>
                        <a:cubicBezTo>
                          <a:pt x="165" y="1"/>
                          <a:pt x="0" y="167"/>
                          <a:pt x="0" y="371"/>
                        </a:cubicBezTo>
                        <a:cubicBezTo>
                          <a:pt x="0" y="575"/>
                          <a:pt x="165" y="742"/>
                          <a:pt x="371" y="742"/>
                        </a:cubicBezTo>
                        <a:cubicBezTo>
                          <a:pt x="575" y="742"/>
                          <a:pt x="740" y="575"/>
                          <a:pt x="740" y="371"/>
                        </a:cubicBezTo>
                        <a:cubicBezTo>
                          <a:pt x="740"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20"/>
                  <p:cNvSpPr/>
                  <p:nvPr/>
                </p:nvSpPr>
                <p:spPr>
                  <a:xfrm>
                    <a:off x="1112522" y="1898541"/>
                    <a:ext cx="33456" cy="38189"/>
                  </a:xfrm>
                  <a:custGeom>
                    <a:rect b="b" l="l" r="r" t="t"/>
                    <a:pathLst>
                      <a:path extrusionOk="0" h="597" w="523">
                        <a:moveTo>
                          <a:pt x="372" y="1"/>
                        </a:moveTo>
                        <a:cubicBezTo>
                          <a:pt x="166" y="1"/>
                          <a:pt x="0" y="167"/>
                          <a:pt x="0" y="369"/>
                        </a:cubicBezTo>
                        <a:cubicBezTo>
                          <a:pt x="0" y="455"/>
                          <a:pt x="27" y="534"/>
                          <a:pt x="80" y="596"/>
                        </a:cubicBezTo>
                        <a:cubicBezTo>
                          <a:pt x="243" y="419"/>
                          <a:pt x="390" y="232"/>
                          <a:pt x="522" y="32"/>
                        </a:cubicBezTo>
                        <a:cubicBezTo>
                          <a:pt x="476" y="13"/>
                          <a:pt x="424" y="2"/>
                          <a:pt x="3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20"/>
                  <p:cNvSpPr/>
                  <p:nvPr/>
                </p:nvSpPr>
                <p:spPr>
                  <a:xfrm>
                    <a:off x="849542" y="1330190"/>
                    <a:ext cx="37039" cy="47336"/>
                  </a:xfrm>
                  <a:custGeom>
                    <a:rect b="b" l="l" r="r" t="t"/>
                    <a:pathLst>
                      <a:path extrusionOk="0" h="740" w="579">
                        <a:moveTo>
                          <a:pt x="370" y="0"/>
                        </a:moveTo>
                        <a:cubicBezTo>
                          <a:pt x="167" y="0"/>
                          <a:pt x="1" y="165"/>
                          <a:pt x="1" y="372"/>
                        </a:cubicBezTo>
                        <a:cubicBezTo>
                          <a:pt x="1" y="574"/>
                          <a:pt x="167" y="740"/>
                          <a:pt x="370" y="740"/>
                        </a:cubicBezTo>
                        <a:cubicBezTo>
                          <a:pt x="448" y="740"/>
                          <a:pt x="517" y="716"/>
                          <a:pt x="579" y="676"/>
                        </a:cubicBezTo>
                        <a:cubicBezTo>
                          <a:pt x="563" y="451"/>
                          <a:pt x="530" y="233"/>
                          <a:pt x="484" y="18"/>
                        </a:cubicBezTo>
                        <a:cubicBezTo>
                          <a:pt x="448" y="6"/>
                          <a:pt x="409"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20"/>
                  <p:cNvSpPr/>
                  <p:nvPr/>
                </p:nvSpPr>
                <p:spPr>
                  <a:xfrm>
                    <a:off x="849542" y="1472262"/>
                    <a:ext cx="47402" cy="47464"/>
                  </a:xfrm>
                  <a:custGeom>
                    <a:rect b="b" l="l" r="r" t="t"/>
                    <a:pathLst>
                      <a:path extrusionOk="0" h="742" w="741">
                        <a:moveTo>
                          <a:pt x="371" y="1"/>
                        </a:moveTo>
                        <a:cubicBezTo>
                          <a:pt x="167" y="1"/>
                          <a:pt x="1" y="167"/>
                          <a:pt x="1" y="371"/>
                        </a:cubicBezTo>
                        <a:cubicBezTo>
                          <a:pt x="1" y="576"/>
                          <a:pt x="167" y="742"/>
                          <a:pt x="371" y="742"/>
                        </a:cubicBezTo>
                        <a:cubicBezTo>
                          <a:pt x="576" y="742"/>
                          <a:pt x="741" y="576"/>
                          <a:pt x="741" y="371"/>
                        </a:cubicBezTo>
                        <a:cubicBezTo>
                          <a:pt x="741"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20"/>
                  <p:cNvSpPr/>
                  <p:nvPr/>
                </p:nvSpPr>
                <p:spPr>
                  <a:xfrm>
                    <a:off x="849542" y="1614334"/>
                    <a:ext cx="47402" cy="47400"/>
                  </a:xfrm>
                  <a:custGeom>
                    <a:rect b="b" l="l" r="r" t="t"/>
                    <a:pathLst>
                      <a:path extrusionOk="0" h="741" w="741">
                        <a:moveTo>
                          <a:pt x="371" y="1"/>
                        </a:moveTo>
                        <a:cubicBezTo>
                          <a:pt x="167" y="1"/>
                          <a:pt x="1" y="166"/>
                          <a:pt x="1" y="371"/>
                        </a:cubicBezTo>
                        <a:cubicBezTo>
                          <a:pt x="1" y="576"/>
                          <a:pt x="167" y="741"/>
                          <a:pt x="371" y="741"/>
                        </a:cubicBezTo>
                        <a:cubicBezTo>
                          <a:pt x="576" y="741"/>
                          <a:pt x="741" y="576"/>
                          <a:pt x="741" y="371"/>
                        </a:cubicBezTo>
                        <a:cubicBezTo>
                          <a:pt x="741"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20"/>
                  <p:cNvSpPr/>
                  <p:nvPr/>
                </p:nvSpPr>
                <p:spPr>
                  <a:xfrm>
                    <a:off x="849542" y="1756406"/>
                    <a:ext cx="47402" cy="47464"/>
                  </a:xfrm>
                  <a:custGeom>
                    <a:rect b="b" l="l" r="r" t="t"/>
                    <a:pathLst>
                      <a:path extrusionOk="0" h="742" w="741">
                        <a:moveTo>
                          <a:pt x="371" y="1"/>
                        </a:moveTo>
                        <a:cubicBezTo>
                          <a:pt x="167" y="1"/>
                          <a:pt x="1" y="167"/>
                          <a:pt x="1" y="371"/>
                        </a:cubicBezTo>
                        <a:cubicBezTo>
                          <a:pt x="1" y="575"/>
                          <a:pt x="167" y="742"/>
                          <a:pt x="371" y="742"/>
                        </a:cubicBezTo>
                        <a:cubicBezTo>
                          <a:pt x="576" y="742"/>
                          <a:pt x="741" y="575"/>
                          <a:pt x="741" y="371"/>
                        </a:cubicBezTo>
                        <a:cubicBezTo>
                          <a:pt x="741"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20"/>
                  <p:cNvSpPr/>
                  <p:nvPr/>
                </p:nvSpPr>
                <p:spPr>
                  <a:xfrm>
                    <a:off x="849542" y="1898541"/>
                    <a:ext cx="47402" cy="47400"/>
                  </a:xfrm>
                  <a:custGeom>
                    <a:rect b="b" l="l" r="r" t="t"/>
                    <a:pathLst>
                      <a:path extrusionOk="0" h="741" w="741">
                        <a:moveTo>
                          <a:pt x="371" y="1"/>
                        </a:moveTo>
                        <a:cubicBezTo>
                          <a:pt x="167" y="1"/>
                          <a:pt x="1" y="166"/>
                          <a:pt x="1" y="370"/>
                        </a:cubicBezTo>
                        <a:cubicBezTo>
                          <a:pt x="1" y="575"/>
                          <a:pt x="167" y="740"/>
                          <a:pt x="371" y="740"/>
                        </a:cubicBezTo>
                        <a:cubicBezTo>
                          <a:pt x="576" y="740"/>
                          <a:pt x="741" y="575"/>
                          <a:pt x="741" y="370"/>
                        </a:cubicBezTo>
                        <a:cubicBezTo>
                          <a:pt x="741"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20"/>
                  <p:cNvSpPr/>
                  <p:nvPr/>
                </p:nvSpPr>
                <p:spPr>
                  <a:xfrm>
                    <a:off x="991555" y="1543394"/>
                    <a:ext cx="47466" cy="47400"/>
                  </a:xfrm>
                  <a:custGeom>
                    <a:rect b="b" l="l" r="r" t="t"/>
                    <a:pathLst>
                      <a:path extrusionOk="0" h="741" w="742">
                        <a:moveTo>
                          <a:pt x="371" y="0"/>
                        </a:moveTo>
                        <a:cubicBezTo>
                          <a:pt x="167" y="0"/>
                          <a:pt x="1" y="166"/>
                          <a:pt x="1" y="371"/>
                        </a:cubicBezTo>
                        <a:cubicBezTo>
                          <a:pt x="1" y="575"/>
                          <a:pt x="167" y="740"/>
                          <a:pt x="371" y="740"/>
                        </a:cubicBezTo>
                        <a:cubicBezTo>
                          <a:pt x="575" y="740"/>
                          <a:pt x="742" y="575"/>
                          <a:pt x="742" y="371"/>
                        </a:cubicBezTo>
                        <a:cubicBezTo>
                          <a:pt x="742"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20"/>
                  <p:cNvSpPr/>
                  <p:nvPr/>
                </p:nvSpPr>
                <p:spPr>
                  <a:xfrm>
                    <a:off x="991555" y="1685402"/>
                    <a:ext cx="47466" cy="47464"/>
                  </a:xfrm>
                  <a:custGeom>
                    <a:rect b="b" l="l" r="r" t="t"/>
                    <a:pathLst>
                      <a:path extrusionOk="0" h="742" w="742">
                        <a:moveTo>
                          <a:pt x="371" y="0"/>
                        </a:moveTo>
                        <a:cubicBezTo>
                          <a:pt x="167" y="0"/>
                          <a:pt x="1" y="166"/>
                          <a:pt x="1" y="371"/>
                        </a:cubicBezTo>
                        <a:cubicBezTo>
                          <a:pt x="1" y="575"/>
                          <a:pt x="167" y="741"/>
                          <a:pt x="371" y="741"/>
                        </a:cubicBezTo>
                        <a:cubicBezTo>
                          <a:pt x="575" y="741"/>
                          <a:pt x="742" y="575"/>
                          <a:pt x="742" y="371"/>
                        </a:cubicBezTo>
                        <a:cubicBezTo>
                          <a:pt x="742"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20"/>
                  <p:cNvSpPr/>
                  <p:nvPr/>
                </p:nvSpPr>
                <p:spPr>
                  <a:xfrm>
                    <a:off x="991555" y="1827537"/>
                    <a:ext cx="47466" cy="47400"/>
                  </a:xfrm>
                  <a:custGeom>
                    <a:rect b="b" l="l" r="r" t="t"/>
                    <a:pathLst>
                      <a:path extrusionOk="0" h="741" w="742">
                        <a:moveTo>
                          <a:pt x="371" y="0"/>
                        </a:moveTo>
                        <a:cubicBezTo>
                          <a:pt x="167" y="0"/>
                          <a:pt x="1" y="165"/>
                          <a:pt x="1" y="370"/>
                        </a:cubicBezTo>
                        <a:cubicBezTo>
                          <a:pt x="1" y="574"/>
                          <a:pt x="167" y="740"/>
                          <a:pt x="371" y="740"/>
                        </a:cubicBezTo>
                        <a:cubicBezTo>
                          <a:pt x="575" y="740"/>
                          <a:pt x="742" y="574"/>
                          <a:pt x="742" y="370"/>
                        </a:cubicBezTo>
                        <a:cubicBezTo>
                          <a:pt x="742" y="165"/>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20"/>
                  <p:cNvSpPr/>
                  <p:nvPr/>
                </p:nvSpPr>
                <p:spPr>
                  <a:xfrm>
                    <a:off x="991555" y="1969545"/>
                    <a:ext cx="47466" cy="46568"/>
                  </a:xfrm>
                  <a:custGeom>
                    <a:rect b="b" l="l" r="r" t="t"/>
                    <a:pathLst>
                      <a:path extrusionOk="0" h="728" w="742">
                        <a:moveTo>
                          <a:pt x="372" y="1"/>
                        </a:moveTo>
                        <a:cubicBezTo>
                          <a:pt x="168" y="1"/>
                          <a:pt x="1" y="167"/>
                          <a:pt x="1" y="370"/>
                        </a:cubicBezTo>
                        <a:cubicBezTo>
                          <a:pt x="1" y="542"/>
                          <a:pt x="114" y="683"/>
                          <a:pt x="272" y="726"/>
                        </a:cubicBezTo>
                        <a:cubicBezTo>
                          <a:pt x="272" y="727"/>
                          <a:pt x="272" y="727"/>
                          <a:pt x="272" y="727"/>
                        </a:cubicBezTo>
                        <a:cubicBezTo>
                          <a:pt x="273" y="727"/>
                          <a:pt x="274" y="726"/>
                          <a:pt x="274" y="726"/>
                        </a:cubicBezTo>
                        <a:lnTo>
                          <a:pt x="717" y="501"/>
                        </a:lnTo>
                        <a:cubicBezTo>
                          <a:pt x="732" y="461"/>
                          <a:pt x="742" y="417"/>
                          <a:pt x="742" y="370"/>
                        </a:cubicBezTo>
                        <a:cubicBezTo>
                          <a:pt x="742" y="167"/>
                          <a:pt x="575" y="1"/>
                          <a:pt x="3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20"/>
                  <p:cNvSpPr/>
                  <p:nvPr/>
                </p:nvSpPr>
                <p:spPr>
                  <a:xfrm>
                    <a:off x="586497" y="1188118"/>
                    <a:ext cx="47466" cy="47464"/>
                  </a:xfrm>
                  <a:custGeom>
                    <a:rect b="b" l="l" r="r" t="t"/>
                    <a:pathLst>
                      <a:path extrusionOk="0" h="742" w="742">
                        <a:moveTo>
                          <a:pt x="371" y="0"/>
                        </a:moveTo>
                        <a:cubicBezTo>
                          <a:pt x="166" y="0"/>
                          <a:pt x="0" y="166"/>
                          <a:pt x="0" y="371"/>
                        </a:cubicBezTo>
                        <a:cubicBezTo>
                          <a:pt x="0" y="575"/>
                          <a:pt x="166" y="741"/>
                          <a:pt x="371" y="741"/>
                        </a:cubicBezTo>
                        <a:cubicBezTo>
                          <a:pt x="575" y="741"/>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20"/>
                  <p:cNvSpPr/>
                  <p:nvPr/>
                </p:nvSpPr>
                <p:spPr>
                  <a:xfrm>
                    <a:off x="586497" y="1330254"/>
                    <a:ext cx="47466" cy="47400"/>
                  </a:xfrm>
                  <a:custGeom>
                    <a:rect b="b" l="l" r="r" t="t"/>
                    <a:pathLst>
                      <a:path extrusionOk="0" h="741" w="742">
                        <a:moveTo>
                          <a:pt x="371" y="0"/>
                        </a:moveTo>
                        <a:cubicBezTo>
                          <a:pt x="166" y="0"/>
                          <a:pt x="0" y="166"/>
                          <a:pt x="0" y="371"/>
                        </a:cubicBezTo>
                        <a:cubicBezTo>
                          <a:pt x="0" y="575"/>
                          <a:pt x="166" y="740"/>
                          <a:pt x="371" y="740"/>
                        </a:cubicBezTo>
                        <a:cubicBezTo>
                          <a:pt x="575" y="740"/>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20"/>
                  <p:cNvSpPr/>
                  <p:nvPr/>
                </p:nvSpPr>
                <p:spPr>
                  <a:xfrm>
                    <a:off x="728638" y="1259186"/>
                    <a:ext cx="47402" cy="47400"/>
                  </a:xfrm>
                  <a:custGeom>
                    <a:rect b="b" l="l" r="r" t="t"/>
                    <a:pathLst>
                      <a:path extrusionOk="0" h="741" w="741">
                        <a:moveTo>
                          <a:pt x="370" y="1"/>
                        </a:moveTo>
                        <a:cubicBezTo>
                          <a:pt x="165" y="1"/>
                          <a:pt x="0" y="166"/>
                          <a:pt x="0" y="371"/>
                        </a:cubicBezTo>
                        <a:cubicBezTo>
                          <a:pt x="0" y="575"/>
                          <a:pt x="165" y="741"/>
                          <a:pt x="370" y="741"/>
                        </a:cubicBezTo>
                        <a:cubicBezTo>
                          <a:pt x="574" y="741"/>
                          <a:pt x="740" y="575"/>
                          <a:pt x="740" y="371"/>
                        </a:cubicBezTo>
                        <a:cubicBezTo>
                          <a:pt x="740" y="166"/>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20"/>
                  <p:cNvSpPr/>
                  <p:nvPr/>
                </p:nvSpPr>
                <p:spPr>
                  <a:xfrm>
                    <a:off x="586497" y="1472262"/>
                    <a:ext cx="47466" cy="47464"/>
                  </a:xfrm>
                  <a:custGeom>
                    <a:rect b="b" l="l" r="r" t="t"/>
                    <a:pathLst>
                      <a:path extrusionOk="0" h="742" w="742">
                        <a:moveTo>
                          <a:pt x="371" y="1"/>
                        </a:moveTo>
                        <a:cubicBezTo>
                          <a:pt x="166" y="1"/>
                          <a:pt x="0" y="167"/>
                          <a:pt x="0" y="371"/>
                        </a:cubicBezTo>
                        <a:cubicBezTo>
                          <a:pt x="0"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20"/>
                  <p:cNvSpPr/>
                  <p:nvPr/>
                </p:nvSpPr>
                <p:spPr>
                  <a:xfrm>
                    <a:off x="586497" y="1614334"/>
                    <a:ext cx="47466" cy="47400"/>
                  </a:xfrm>
                  <a:custGeom>
                    <a:rect b="b" l="l" r="r" t="t"/>
                    <a:pathLst>
                      <a:path extrusionOk="0" h="741" w="742">
                        <a:moveTo>
                          <a:pt x="371" y="1"/>
                        </a:moveTo>
                        <a:cubicBezTo>
                          <a:pt x="166" y="1"/>
                          <a:pt x="0" y="166"/>
                          <a:pt x="0" y="371"/>
                        </a:cubicBezTo>
                        <a:cubicBezTo>
                          <a:pt x="0" y="576"/>
                          <a:pt x="166" y="741"/>
                          <a:pt x="371" y="741"/>
                        </a:cubicBezTo>
                        <a:cubicBezTo>
                          <a:pt x="575" y="741"/>
                          <a:pt x="741" y="576"/>
                          <a:pt x="741" y="371"/>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20"/>
                  <p:cNvSpPr/>
                  <p:nvPr/>
                </p:nvSpPr>
                <p:spPr>
                  <a:xfrm>
                    <a:off x="586497" y="1756406"/>
                    <a:ext cx="47466" cy="47464"/>
                  </a:xfrm>
                  <a:custGeom>
                    <a:rect b="b" l="l" r="r" t="t"/>
                    <a:pathLst>
                      <a:path extrusionOk="0" h="742" w="742">
                        <a:moveTo>
                          <a:pt x="371" y="1"/>
                        </a:moveTo>
                        <a:cubicBezTo>
                          <a:pt x="166" y="1"/>
                          <a:pt x="0" y="167"/>
                          <a:pt x="0" y="371"/>
                        </a:cubicBezTo>
                        <a:cubicBezTo>
                          <a:pt x="0" y="575"/>
                          <a:pt x="166" y="742"/>
                          <a:pt x="371" y="742"/>
                        </a:cubicBezTo>
                        <a:cubicBezTo>
                          <a:pt x="575" y="742"/>
                          <a:pt x="741" y="575"/>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20"/>
                  <p:cNvSpPr/>
                  <p:nvPr/>
                </p:nvSpPr>
                <p:spPr>
                  <a:xfrm>
                    <a:off x="586497" y="1898541"/>
                    <a:ext cx="47466" cy="47400"/>
                  </a:xfrm>
                  <a:custGeom>
                    <a:rect b="b" l="l" r="r" t="t"/>
                    <a:pathLst>
                      <a:path extrusionOk="0" h="741" w="742">
                        <a:moveTo>
                          <a:pt x="371" y="1"/>
                        </a:moveTo>
                        <a:cubicBezTo>
                          <a:pt x="166" y="1"/>
                          <a:pt x="0" y="166"/>
                          <a:pt x="0" y="370"/>
                        </a:cubicBezTo>
                        <a:cubicBezTo>
                          <a:pt x="0" y="575"/>
                          <a:pt x="166" y="740"/>
                          <a:pt x="371" y="740"/>
                        </a:cubicBezTo>
                        <a:cubicBezTo>
                          <a:pt x="575" y="740"/>
                          <a:pt x="741" y="575"/>
                          <a:pt x="741" y="370"/>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20"/>
                  <p:cNvSpPr/>
                  <p:nvPr/>
                </p:nvSpPr>
                <p:spPr>
                  <a:xfrm>
                    <a:off x="728638" y="1401258"/>
                    <a:ext cx="47402" cy="47464"/>
                  </a:xfrm>
                  <a:custGeom>
                    <a:rect b="b" l="l" r="r" t="t"/>
                    <a:pathLst>
                      <a:path extrusionOk="0" h="742" w="741">
                        <a:moveTo>
                          <a:pt x="370" y="1"/>
                        </a:moveTo>
                        <a:cubicBezTo>
                          <a:pt x="165" y="1"/>
                          <a:pt x="0" y="167"/>
                          <a:pt x="0" y="371"/>
                        </a:cubicBezTo>
                        <a:cubicBezTo>
                          <a:pt x="0" y="575"/>
                          <a:pt x="165" y="741"/>
                          <a:pt x="370" y="741"/>
                        </a:cubicBezTo>
                        <a:cubicBezTo>
                          <a:pt x="574" y="741"/>
                          <a:pt x="740" y="575"/>
                          <a:pt x="740" y="371"/>
                        </a:cubicBezTo>
                        <a:cubicBezTo>
                          <a:pt x="740" y="167"/>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20"/>
                  <p:cNvSpPr/>
                  <p:nvPr/>
                </p:nvSpPr>
                <p:spPr>
                  <a:xfrm>
                    <a:off x="728638" y="1543394"/>
                    <a:ext cx="47402" cy="47400"/>
                  </a:xfrm>
                  <a:custGeom>
                    <a:rect b="b" l="l" r="r" t="t"/>
                    <a:pathLst>
                      <a:path extrusionOk="0" h="741" w="741">
                        <a:moveTo>
                          <a:pt x="370" y="0"/>
                        </a:moveTo>
                        <a:cubicBezTo>
                          <a:pt x="165" y="0"/>
                          <a:pt x="0" y="166"/>
                          <a:pt x="0" y="371"/>
                        </a:cubicBezTo>
                        <a:cubicBezTo>
                          <a:pt x="0" y="575"/>
                          <a:pt x="165" y="740"/>
                          <a:pt x="370" y="740"/>
                        </a:cubicBezTo>
                        <a:cubicBezTo>
                          <a:pt x="574" y="740"/>
                          <a:pt x="740" y="575"/>
                          <a:pt x="740" y="371"/>
                        </a:cubicBezTo>
                        <a:cubicBezTo>
                          <a:pt x="740" y="166"/>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20"/>
                  <p:cNvSpPr/>
                  <p:nvPr/>
                </p:nvSpPr>
                <p:spPr>
                  <a:xfrm>
                    <a:off x="728638" y="1685402"/>
                    <a:ext cx="47402" cy="47464"/>
                  </a:xfrm>
                  <a:custGeom>
                    <a:rect b="b" l="l" r="r" t="t"/>
                    <a:pathLst>
                      <a:path extrusionOk="0" h="742" w="741">
                        <a:moveTo>
                          <a:pt x="370" y="0"/>
                        </a:moveTo>
                        <a:cubicBezTo>
                          <a:pt x="165" y="0"/>
                          <a:pt x="0" y="166"/>
                          <a:pt x="0" y="371"/>
                        </a:cubicBezTo>
                        <a:cubicBezTo>
                          <a:pt x="0" y="575"/>
                          <a:pt x="165" y="741"/>
                          <a:pt x="370" y="741"/>
                        </a:cubicBezTo>
                        <a:cubicBezTo>
                          <a:pt x="574" y="741"/>
                          <a:pt x="740" y="575"/>
                          <a:pt x="740" y="371"/>
                        </a:cubicBezTo>
                        <a:cubicBezTo>
                          <a:pt x="740" y="166"/>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20"/>
                  <p:cNvSpPr/>
                  <p:nvPr/>
                </p:nvSpPr>
                <p:spPr>
                  <a:xfrm>
                    <a:off x="728638" y="1827537"/>
                    <a:ext cx="47402" cy="47400"/>
                  </a:xfrm>
                  <a:custGeom>
                    <a:rect b="b" l="l" r="r" t="t"/>
                    <a:pathLst>
                      <a:path extrusionOk="0" h="741" w="741">
                        <a:moveTo>
                          <a:pt x="370" y="0"/>
                        </a:moveTo>
                        <a:cubicBezTo>
                          <a:pt x="165" y="0"/>
                          <a:pt x="0" y="165"/>
                          <a:pt x="0" y="370"/>
                        </a:cubicBezTo>
                        <a:cubicBezTo>
                          <a:pt x="0" y="574"/>
                          <a:pt x="165" y="740"/>
                          <a:pt x="370" y="740"/>
                        </a:cubicBezTo>
                        <a:cubicBezTo>
                          <a:pt x="574" y="740"/>
                          <a:pt x="740" y="574"/>
                          <a:pt x="740" y="370"/>
                        </a:cubicBezTo>
                        <a:cubicBezTo>
                          <a:pt x="740" y="165"/>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20"/>
                  <p:cNvSpPr/>
                  <p:nvPr/>
                </p:nvSpPr>
                <p:spPr>
                  <a:xfrm>
                    <a:off x="728638" y="1969545"/>
                    <a:ext cx="47402" cy="47464"/>
                  </a:xfrm>
                  <a:custGeom>
                    <a:rect b="b" l="l" r="r" t="t"/>
                    <a:pathLst>
                      <a:path extrusionOk="0" h="742" w="741">
                        <a:moveTo>
                          <a:pt x="370" y="1"/>
                        </a:moveTo>
                        <a:cubicBezTo>
                          <a:pt x="165" y="1"/>
                          <a:pt x="0" y="167"/>
                          <a:pt x="0" y="371"/>
                        </a:cubicBezTo>
                        <a:cubicBezTo>
                          <a:pt x="0" y="576"/>
                          <a:pt x="165" y="742"/>
                          <a:pt x="370" y="742"/>
                        </a:cubicBezTo>
                        <a:cubicBezTo>
                          <a:pt x="574" y="742"/>
                          <a:pt x="740" y="576"/>
                          <a:pt x="740" y="371"/>
                        </a:cubicBezTo>
                        <a:cubicBezTo>
                          <a:pt x="740" y="167"/>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20"/>
                  <p:cNvSpPr/>
                  <p:nvPr/>
                </p:nvSpPr>
                <p:spPr>
                  <a:xfrm>
                    <a:off x="728702" y="1122424"/>
                    <a:ext cx="45419" cy="42091"/>
                  </a:xfrm>
                  <a:custGeom>
                    <a:rect b="b" l="l" r="r" t="t"/>
                    <a:pathLst>
                      <a:path extrusionOk="0" h="658" w="710">
                        <a:moveTo>
                          <a:pt x="136" y="0"/>
                        </a:moveTo>
                        <a:cubicBezTo>
                          <a:pt x="135" y="0"/>
                          <a:pt x="135" y="1"/>
                          <a:pt x="135" y="2"/>
                        </a:cubicBezTo>
                        <a:cubicBezTo>
                          <a:pt x="53" y="71"/>
                          <a:pt x="0" y="172"/>
                          <a:pt x="0" y="288"/>
                        </a:cubicBezTo>
                        <a:cubicBezTo>
                          <a:pt x="0" y="491"/>
                          <a:pt x="166" y="658"/>
                          <a:pt x="369" y="658"/>
                        </a:cubicBezTo>
                        <a:cubicBezTo>
                          <a:pt x="522" y="658"/>
                          <a:pt x="654" y="565"/>
                          <a:pt x="709" y="433"/>
                        </a:cubicBezTo>
                        <a:cubicBezTo>
                          <a:pt x="532" y="276"/>
                          <a:pt x="342" y="131"/>
                          <a:pt x="138" y="2"/>
                        </a:cubicBezTo>
                        <a:cubicBezTo>
                          <a:pt x="137" y="1"/>
                          <a:pt x="136" y="0"/>
                          <a:pt x="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20"/>
                  <p:cNvSpPr/>
                  <p:nvPr/>
                </p:nvSpPr>
                <p:spPr>
                  <a:xfrm>
                    <a:off x="323452" y="1188118"/>
                    <a:ext cx="47466" cy="47464"/>
                  </a:xfrm>
                  <a:custGeom>
                    <a:rect b="b" l="l" r="r" t="t"/>
                    <a:pathLst>
                      <a:path extrusionOk="0" h="742" w="742">
                        <a:moveTo>
                          <a:pt x="371" y="0"/>
                        </a:moveTo>
                        <a:cubicBezTo>
                          <a:pt x="167" y="0"/>
                          <a:pt x="1" y="166"/>
                          <a:pt x="1" y="371"/>
                        </a:cubicBezTo>
                        <a:cubicBezTo>
                          <a:pt x="1" y="575"/>
                          <a:pt x="167" y="741"/>
                          <a:pt x="371" y="741"/>
                        </a:cubicBezTo>
                        <a:cubicBezTo>
                          <a:pt x="576" y="741"/>
                          <a:pt x="742" y="575"/>
                          <a:pt x="742" y="371"/>
                        </a:cubicBezTo>
                        <a:cubicBezTo>
                          <a:pt x="742" y="166"/>
                          <a:pt x="576"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20"/>
                  <p:cNvSpPr/>
                  <p:nvPr/>
                </p:nvSpPr>
                <p:spPr>
                  <a:xfrm>
                    <a:off x="323452" y="1330254"/>
                    <a:ext cx="47466" cy="47400"/>
                  </a:xfrm>
                  <a:custGeom>
                    <a:rect b="b" l="l" r="r" t="t"/>
                    <a:pathLst>
                      <a:path extrusionOk="0" h="741" w="742">
                        <a:moveTo>
                          <a:pt x="371" y="0"/>
                        </a:moveTo>
                        <a:cubicBezTo>
                          <a:pt x="167" y="0"/>
                          <a:pt x="1" y="166"/>
                          <a:pt x="1" y="371"/>
                        </a:cubicBezTo>
                        <a:cubicBezTo>
                          <a:pt x="1" y="575"/>
                          <a:pt x="167" y="740"/>
                          <a:pt x="371" y="740"/>
                        </a:cubicBezTo>
                        <a:cubicBezTo>
                          <a:pt x="576" y="740"/>
                          <a:pt x="742" y="575"/>
                          <a:pt x="742" y="371"/>
                        </a:cubicBezTo>
                        <a:cubicBezTo>
                          <a:pt x="742" y="166"/>
                          <a:pt x="576"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20"/>
                  <p:cNvSpPr/>
                  <p:nvPr/>
                </p:nvSpPr>
                <p:spPr>
                  <a:xfrm>
                    <a:off x="465594" y="1259186"/>
                    <a:ext cx="47402" cy="47400"/>
                  </a:xfrm>
                  <a:custGeom>
                    <a:rect b="b" l="l" r="r" t="t"/>
                    <a:pathLst>
                      <a:path extrusionOk="0" h="741" w="741">
                        <a:moveTo>
                          <a:pt x="371" y="1"/>
                        </a:moveTo>
                        <a:cubicBezTo>
                          <a:pt x="166" y="1"/>
                          <a:pt x="1" y="166"/>
                          <a:pt x="1" y="371"/>
                        </a:cubicBezTo>
                        <a:cubicBezTo>
                          <a:pt x="1" y="575"/>
                          <a:pt x="166" y="741"/>
                          <a:pt x="371" y="741"/>
                        </a:cubicBezTo>
                        <a:cubicBezTo>
                          <a:pt x="575" y="741"/>
                          <a:pt x="741" y="575"/>
                          <a:pt x="741" y="371"/>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20"/>
                  <p:cNvSpPr/>
                  <p:nvPr/>
                </p:nvSpPr>
                <p:spPr>
                  <a:xfrm>
                    <a:off x="323452" y="1472262"/>
                    <a:ext cx="47466" cy="47464"/>
                  </a:xfrm>
                  <a:custGeom>
                    <a:rect b="b" l="l" r="r" t="t"/>
                    <a:pathLst>
                      <a:path extrusionOk="0" h="742" w="742">
                        <a:moveTo>
                          <a:pt x="371" y="1"/>
                        </a:moveTo>
                        <a:cubicBezTo>
                          <a:pt x="167" y="1"/>
                          <a:pt x="1" y="167"/>
                          <a:pt x="1" y="371"/>
                        </a:cubicBezTo>
                        <a:cubicBezTo>
                          <a:pt x="1" y="576"/>
                          <a:pt x="167" y="742"/>
                          <a:pt x="371" y="742"/>
                        </a:cubicBezTo>
                        <a:cubicBezTo>
                          <a:pt x="576" y="742"/>
                          <a:pt x="742" y="576"/>
                          <a:pt x="742" y="371"/>
                        </a:cubicBezTo>
                        <a:cubicBezTo>
                          <a:pt x="742"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20"/>
                  <p:cNvSpPr/>
                  <p:nvPr/>
                </p:nvSpPr>
                <p:spPr>
                  <a:xfrm>
                    <a:off x="323452" y="1614334"/>
                    <a:ext cx="47466" cy="47400"/>
                  </a:xfrm>
                  <a:custGeom>
                    <a:rect b="b" l="l" r="r" t="t"/>
                    <a:pathLst>
                      <a:path extrusionOk="0" h="741" w="742">
                        <a:moveTo>
                          <a:pt x="371" y="1"/>
                        </a:moveTo>
                        <a:cubicBezTo>
                          <a:pt x="167" y="1"/>
                          <a:pt x="1" y="166"/>
                          <a:pt x="1" y="371"/>
                        </a:cubicBezTo>
                        <a:cubicBezTo>
                          <a:pt x="1" y="576"/>
                          <a:pt x="167" y="741"/>
                          <a:pt x="371" y="741"/>
                        </a:cubicBezTo>
                        <a:cubicBezTo>
                          <a:pt x="576" y="741"/>
                          <a:pt x="742" y="576"/>
                          <a:pt x="742" y="371"/>
                        </a:cubicBezTo>
                        <a:cubicBezTo>
                          <a:pt x="742"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20"/>
                  <p:cNvSpPr/>
                  <p:nvPr/>
                </p:nvSpPr>
                <p:spPr>
                  <a:xfrm>
                    <a:off x="323452" y="1756406"/>
                    <a:ext cx="47466" cy="47464"/>
                  </a:xfrm>
                  <a:custGeom>
                    <a:rect b="b" l="l" r="r" t="t"/>
                    <a:pathLst>
                      <a:path extrusionOk="0" h="742" w="742">
                        <a:moveTo>
                          <a:pt x="371" y="1"/>
                        </a:moveTo>
                        <a:cubicBezTo>
                          <a:pt x="167" y="1"/>
                          <a:pt x="1" y="167"/>
                          <a:pt x="1" y="371"/>
                        </a:cubicBezTo>
                        <a:cubicBezTo>
                          <a:pt x="1" y="575"/>
                          <a:pt x="167" y="742"/>
                          <a:pt x="371" y="742"/>
                        </a:cubicBezTo>
                        <a:cubicBezTo>
                          <a:pt x="576" y="742"/>
                          <a:pt x="742" y="575"/>
                          <a:pt x="742" y="371"/>
                        </a:cubicBezTo>
                        <a:cubicBezTo>
                          <a:pt x="742"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20"/>
                  <p:cNvSpPr/>
                  <p:nvPr/>
                </p:nvSpPr>
                <p:spPr>
                  <a:xfrm>
                    <a:off x="323452" y="1898541"/>
                    <a:ext cx="47466" cy="47400"/>
                  </a:xfrm>
                  <a:custGeom>
                    <a:rect b="b" l="l" r="r" t="t"/>
                    <a:pathLst>
                      <a:path extrusionOk="0" h="741" w="742">
                        <a:moveTo>
                          <a:pt x="371" y="1"/>
                        </a:moveTo>
                        <a:cubicBezTo>
                          <a:pt x="167" y="1"/>
                          <a:pt x="1" y="166"/>
                          <a:pt x="1" y="370"/>
                        </a:cubicBezTo>
                        <a:cubicBezTo>
                          <a:pt x="1" y="575"/>
                          <a:pt x="167" y="740"/>
                          <a:pt x="371" y="740"/>
                        </a:cubicBezTo>
                        <a:cubicBezTo>
                          <a:pt x="576" y="740"/>
                          <a:pt x="742" y="575"/>
                          <a:pt x="742" y="370"/>
                        </a:cubicBezTo>
                        <a:cubicBezTo>
                          <a:pt x="742"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20"/>
                  <p:cNvSpPr/>
                  <p:nvPr/>
                </p:nvSpPr>
                <p:spPr>
                  <a:xfrm>
                    <a:off x="465594" y="1401258"/>
                    <a:ext cx="47402" cy="47464"/>
                  </a:xfrm>
                  <a:custGeom>
                    <a:rect b="b" l="l" r="r" t="t"/>
                    <a:pathLst>
                      <a:path extrusionOk="0" h="742" w="741">
                        <a:moveTo>
                          <a:pt x="371" y="1"/>
                        </a:moveTo>
                        <a:cubicBezTo>
                          <a:pt x="166" y="1"/>
                          <a:pt x="1" y="167"/>
                          <a:pt x="1" y="371"/>
                        </a:cubicBezTo>
                        <a:cubicBezTo>
                          <a:pt x="1" y="575"/>
                          <a:pt x="166" y="741"/>
                          <a:pt x="371" y="741"/>
                        </a:cubicBezTo>
                        <a:cubicBezTo>
                          <a:pt x="575" y="741"/>
                          <a:pt x="741" y="575"/>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20"/>
                  <p:cNvSpPr/>
                  <p:nvPr/>
                </p:nvSpPr>
                <p:spPr>
                  <a:xfrm>
                    <a:off x="465594" y="1543394"/>
                    <a:ext cx="47402" cy="47400"/>
                  </a:xfrm>
                  <a:custGeom>
                    <a:rect b="b" l="l" r="r" t="t"/>
                    <a:pathLst>
                      <a:path extrusionOk="0" h="741" w="741">
                        <a:moveTo>
                          <a:pt x="371" y="0"/>
                        </a:moveTo>
                        <a:cubicBezTo>
                          <a:pt x="166" y="0"/>
                          <a:pt x="1" y="166"/>
                          <a:pt x="1" y="371"/>
                        </a:cubicBezTo>
                        <a:cubicBezTo>
                          <a:pt x="1" y="575"/>
                          <a:pt x="166" y="740"/>
                          <a:pt x="371" y="740"/>
                        </a:cubicBezTo>
                        <a:cubicBezTo>
                          <a:pt x="575" y="740"/>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20"/>
                  <p:cNvSpPr/>
                  <p:nvPr/>
                </p:nvSpPr>
                <p:spPr>
                  <a:xfrm>
                    <a:off x="465594" y="1685402"/>
                    <a:ext cx="47402" cy="47464"/>
                  </a:xfrm>
                  <a:custGeom>
                    <a:rect b="b" l="l" r="r" t="t"/>
                    <a:pathLst>
                      <a:path extrusionOk="0" h="742" w="741">
                        <a:moveTo>
                          <a:pt x="371" y="0"/>
                        </a:moveTo>
                        <a:cubicBezTo>
                          <a:pt x="166" y="0"/>
                          <a:pt x="1" y="166"/>
                          <a:pt x="1" y="371"/>
                        </a:cubicBezTo>
                        <a:cubicBezTo>
                          <a:pt x="1" y="575"/>
                          <a:pt x="166" y="741"/>
                          <a:pt x="371" y="741"/>
                        </a:cubicBezTo>
                        <a:cubicBezTo>
                          <a:pt x="575" y="741"/>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20"/>
                  <p:cNvSpPr/>
                  <p:nvPr/>
                </p:nvSpPr>
                <p:spPr>
                  <a:xfrm>
                    <a:off x="465594" y="1827537"/>
                    <a:ext cx="47402" cy="47400"/>
                  </a:xfrm>
                  <a:custGeom>
                    <a:rect b="b" l="l" r="r" t="t"/>
                    <a:pathLst>
                      <a:path extrusionOk="0" h="741" w="741">
                        <a:moveTo>
                          <a:pt x="371" y="0"/>
                        </a:moveTo>
                        <a:cubicBezTo>
                          <a:pt x="166" y="0"/>
                          <a:pt x="1" y="165"/>
                          <a:pt x="1" y="370"/>
                        </a:cubicBezTo>
                        <a:cubicBezTo>
                          <a:pt x="1" y="574"/>
                          <a:pt x="166" y="740"/>
                          <a:pt x="371" y="740"/>
                        </a:cubicBezTo>
                        <a:cubicBezTo>
                          <a:pt x="575" y="740"/>
                          <a:pt x="741" y="574"/>
                          <a:pt x="741" y="370"/>
                        </a:cubicBezTo>
                        <a:cubicBezTo>
                          <a:pt x="741" y="165"/>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20"/>
                  <p:cNvSpPr/>
                  <p:nvPr/>
                </p:nvSpPr>
                <p:spPr>
                  <a:xfrm>
                    <a:off x="465594" y="1969545"/>
                    <a:ext cx="47402" cy="47464"/>
                  </a:xfrm>
                  <a:custGeom>
                    <a:rect b="b" l="l" r="r" t="t"/>
                    <a:pathLst>
                      <a:path extrusionOk="0" h="742" w="741">
                        <a:moveTo>
                          <a:pt x="371" y="1"/>
                        </a:moveTo>
                        <a:cubicBezTo>
                          <a:pt x="166" y="1"/>
                          <a:pt x="1" y="167"/>
                          <a:pt x="1" y="371"/>
                        </a:cubicBezTo>
                        <a:cubicBezTo>
                          <a:pt x="1"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20"/>
                  <p:cNvSpPr/>
                  <p:nvPr/>
                </p:nvSpPr>
                <p:spPr>
                  <a:xfrm>
                    <a:off x="465594" y="1117050"/>
                    <a:ext cx="47402" cy="47464"/>
                  </a:xfrm>
                  <a:custGeom>
                    <a:rect b="b" l="l" r="r" t="t"/>
                    <a:pathLst>
                      <a:path extrusionOk="0" h="742" w="741">
                        <a:moveTo>
                          <a:pt x="371" y="1"/>
                        </a:moveTo>
                        <a:cubicBezTo>
                          <a:pt x="166" y="1"/>
                          <a:pt x="1" y="167"/>
                          <a:pt x="1" y="371"/>
                        </a:cubicBezTo>
                        <a:cubicBezTo>
                          <a:pt x="1"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20"/>
                  <p:cNvSpPr/>
                  <p:nvPr/>
                </p:nvSpPr>
                <p:spPr>
                  <a:xfrm>
                    <a:off x="241635" y="1278248"/>
                    <a:ext cx="8316" cy="22644"/>
                  </a:xfrm>
                  <a:custGeom>
                    <a:rect b="b" l="l" r="r" t="t"/>
                    <a:pathLst>
                      <a:path extrusionOk="0" h="354" w="130">
                        <a:moveTo>
                          <a:pt x="123" y="1"/>
                        </a:moveTo>
                        <a:cubicBezTo>
                          <a:pt x="77" y="114"/>
                          <a:pt x="34" y="234"/>
                          <a:pt x="0" y="354"/>
                        </a:cubicBezTo>
                        <a:cubicBezTo>
                          <a:pt x="81" y="287"/>
                          <a:pt x="129" y="185"/>
                          <a:pt x="129" y="71"/>
                        </a:cubicBezTo>
                        <a:cubicBezTo>
                          <a:pt x="129" y="47"/>
                          <a:pt x="127" y="23"/>
                          <a:pt x="1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20"/>
                  <p:cNvSpPr/>
                  <p:nvPr/>
                </p:nvSpPr>
                <p:spPr>
                  <a:xfrm>
                    <a:off x="226410" y="1401386"/>
                    <a:ext cx="23541" cy="47400"/>
                  </a:xfrm>
                  <a:custGeom>
                    <a:rect b="b" l="l" r="r" t="t"/>
                    <a:pathLst>
                      <a:path extrusionOk="0" h="741" w="368">
                        <a:moveTo>
                          <a:pt x="1" y="1"/>
                        </a:moveTo>
                        <a:lnTo>
                          <a:pt x="1" y="741"/>
                        </a:lnTo>
                        <a:cubicBezTo>
                          <a:pt x="205" y="738"/>
                          <a:pt x="367" y="575"/>
                          <a:pt x="367" y="369"/>
                        </a:cubicBezTo>
                        <a:cubicBezTo>
                          <a:pt x="367" y="166"/>
                          <a:pt x="205" y="3"/>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20"/>
                  <p:cNvSpPr/>
                  <p:nvPr/>
                </p:nvSpPr>
                <p:spPr>
                  <a:xfrm>
                    <a:off x="226410" y="1543330"/>
                    <a:ext cx="23541" cy="47400"/>
                  </a:xfrm>
                  <a:custGeom>
                    <a:rect b="b" l="l" r="r" t="t"/>
                    <a:pathLst>
                      <a:path extrusionOk="0" h="741" w="368">
                        <a:moveTo>
                          <a:pt x="1" y="0"/>
                        </a:moveTo>
                        <a:lnTo>
                          <a:pt x="1" y="740"/>
                        </a:lnTo>
                        <a:cubicBezTo>
                          <a:pt x="205" y="738"/>
                          <a:pt x="367" y="574"/>
                          <a:pt x="367" y="372"/>
                        </a:cubicBezTo>
                        <a:cubicBezTo>
                          <a:pt x="367" y="167"/>
                          <a:pt x="205" y="2"/>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20"/>
                  <p:cNvSpPr/>
                  <p:nvPr/>
                </p:nvSpPr>
                <p:spPr>
                  <a:xfrm>
                    <a:off x="226410" y="1685466"/>
                    <a:ext cx="23541" cy="47464"/>
                  </a:xfrm>
                  <a:custGeom>
                    <a:rect b="b" l="l" r="r" t="t"/>
                    <a:pathLst>
                      <a:path extrusionOk="0" h="742" w="368">
                        <a:moveTo>
                          <a:pt x="1" y="0"/>
                        </a:moveTo>
                        <a:lnTo>
                          <a:pt x="1" y="741"/>
                        </a:lnTo>
                        <a:cubicBezTo>
                          <a:pt x="205" y="738"/>
                          <a:pt x="367" y="576"/>
                          <a:pt x="367" y="370"/>
                        </a:cubicBezTo>
                        <a:cubicBezTo>
                          <a:pt x="367" y="165"/>
                          <a:pt x="205" y="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20"/>
                  <p:cNvSpPr/>
                  <p:nvPr/>
                </p:nvSpPr>
                <p:spPr>
                  <a:xfrm>
                    <a:off x="226410" y="1827409"/>
                    <a:ext cx="23541" cy="47464"/>
                  </a:xfrm>
                  <a:custGeom>
                    <a:rect b="b" l="l" r="r" t="t"/>
                    <a:pathLst>
                      <a:path extrusionOk="0" h="742" w="368">
                        <a:moveTo>
                          <a:pt x="1" y="0"/>
                        </a:moveTo>
                        <a:lnTo>
                          <a:pt x="1" y="741"/>
                        </a:lnTo>
                        <a:cubicBezTo>
                          <a:pt x="205" y="738"/>
                          <a:pt x="367" y="575"/>
                          <a:pt x="367" y="372"/>
                        </a:cubicBezTo>
                        <a:cubicBezTo>
                          <a:pt x="367" y="167"/>
                          <a:pt x="205" y="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20"/>
                  <p:cNvSpPr/>
                  <p:nvPr/>
                </p:nvSpPr>
                <p:spPr>
                  <a:xfrm>
                    <a:off x="226410" y="1969545"/>
                    <a:ext cx="23541" cy="47464"/>
                  </a:xfrm>
                  <a:custGeom>
                    <a:rect b="b" l="l" r="r" t="t"/>
                    <a:pathLst>
                      <a:path extrusionOk="0" h="742" w="368">
                        <a:moveTo>
                          <a:pt x="1" y="1"/>
                        </a:moveTo>
                        <a:lnTo>
                          <a:pt x="1" y="742"/>
                        </a:lnTo>
                        <a:cubicBezTo>
                          <a:pt x="205" y="739"/>
                          <a:pt x="367" y="577"/>
                          <a:pt x="367" y="370"/>
                        </a:cubicBezTo>
                        <a:cubicBezTo>
                          <a:pt x="367" y="166"/>
                          <a:pt x="205" y="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8" name="Google Shape;1498;p20"/>
                <p:cNvSpPr/>
                <p:nvPr/>
              </p:nvSpPr>
              <p:spPr>
                <a:xfrm>
                  <a:off x="991555" y="1408870"/>
                  <a:ext cx="47082" cy="39916"/>
                </a:xfrm>
                <a:custGeom>
                  <a:rect b="b" l="l" r="r" t="t"/>
                  <a:pathLst>
                    <a:path extrusionOk="0" h="624" w="736">
                      <a:moveTo>
                        <a:pt x="103" y="0"/>
                      </a:moveTo>
                      <a:cubicBezTo>
                        <a:pt x="39" y="67"/>
                        <a:pt x="1" y="154"/>
                        <a:pt x="1" y="252"/>
                      </a:cubicBezTo>
                      <a:cubicBezTo>
                        <a:pt x="1" y="457"/>
                        <a:pt x="166" y="624"/>
                        <a:pt x="372" y="624"/>
                      </a:cubicBezTo>
                      <a:cubicBezTo>
                        <a:pt x="553" y="624"/>
                        <a:pt x="707" y="488"/>
                        <a:pt x="735" y="310"/>
                      </a:cubicBezTo>
                      <a:cubicBezTo>
                        <a:pt x="532" y="193"/>
                        <a:pt x="320" y="88"/>
                        <a:pt x="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TITLE_AND_TWO_COLUMNS_1_1_1">
    <p:spTree>
      <p:nvGrpSpPr>
        <p:cNvPr id="1499" name="Shape 1499"/>
        <p:cNvGrpSpPr/>
        <p:nvPr/>
      </p:nvGrpSpPr>
      <p:grpSpPr>
        <a:xfrm>
          <a:off x="0" y="0"/>
          <a:ext cx="0" cy="0"/>
          <a:chOff x="0" y="0"/>
          <a:chExt cx="0" cy="0"/>
        </a:xfrm>
      </p:grpSpPr>
      <p:sp>
        <p:nvSpPr>
          <p:cNvPr id="1500" name="Google Shape;1500;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501" name="Google Shape;1501;p21"/>
          <p:cNvSpPr txBox="1"/>
          <p:nvPr>
            <p:ph idx="1" type="body"/>
          </p:nvPr>
        </p:nvSpPr>
        <p:spPr>
          <a:xfrm>
            <a:off x="713550" y="1177800"/>
            <a:ext cx="3858300" cy="31149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3"/>
              </a:buClr>
              <a:buSzPts val="1400"/>
              <a:buChar char="●"/>
              <a:defRPr sz="1200"/>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1502" name="Google Shape;1502;p21"/>
          <p:cNvSpPr txBox="1"/>
          <p:nvPr>
            <p:ph idx="2" type="body"/>
          </p:nvPr>
        </p:nvSpPr>
        <p:spPr>
          <a:xfrm>
            <a:off x="4571850" y="1177800"/>
            <a:ext cx="3858300" cy="3114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accent3"/>
              </a:buClr>
              <a:buSzPts val="1400"/>
              <a:buChar char="●"/>
              <a:defRPr sz="1200"/>
            </a:lvl1pPr>
            <a:lvl2pPr indent="-317500" lvl="1" marL="914400" rtl="0">
              <a:spcBef>
                <a:spcPts val="0"/>
              </a:spcBef>
              <a:spcAft>
                <a:spcPts val="0"/>
              </a:spcAft>
              <a:buSzPts val="1400"/>
              <a:buChar char="○"/>
              <a:defRPr/>
            </a:lvl2pPr>
            <a:lvl3pPr indent="-317500" lvl="2" marL="1371600" rtl="0">
              <a:spcBef>
                <a:spcPts val="0"/>
              </a:spcBef>
              <a:spcAft>
                <a:spcPts val="0"/>
              </a:spcAft>
              <a:buSzPts val="1400"/>
              <a:buChar char="■"/>
              <a:defRPr/>
            </a:lvl3pPr>
            <a:lvl4pPr indent="-317500" lvl="3" marL="1828800" rtl="0">
              <a:spcBef>
                <a:spcPts val="0"/>
              </a:spcBef>
              <a:spcAft>
                <a:spcPts val="0"/>
              </a:spcAft>
              <a:buSzPts val="1400"/>
              <a:buChar char="●"/>
              <a:defRPr/>
            </a:lvl4pPr>
            <a:lvl5pPr indent="-317500" lvl="4" marL="2286000" rtl="0">
              <a:spcBef>
                <a:spcPts val="0"/>
              </a:spcBef>
              <a:spcAft>
                <a:spcPts val="0"/>
              </a:spcAft>
              <a:buSzPts val="1400"/>
              <a:buChar char="○"/>
              <a:defRPr/>
            </a:lvl5pPr>
            <a:lvl6pPr indent="-317500" lvl="5" marL="2743200" rtl="0">
              <a:spcBef>
                <a:spcPts val="0"/>
              </a:spcBef>
              <a:spcAft>
                <a:spcPts val="0"/>
              </a:spcAft>
              <a:buSzPts val="1400"/>
              <a:buChar char="■"/>
              <a:defRPr/>
            </a:lvl6pPr>
            <a:lvl7pPr indent="-317500" lvl="6" marL="3200400" rtl="0">
              <a:spcBef>
                <a:spcPts val="0"/>
              </a:spcBef>
              <a:spcAft>
                <a:spcPts val="0"/>
              </a:spcAft>
              <a:buSzPts val="1400"/>
              <a:buChar char="●"/>
              <a:defRPr/>
            </a:lvl7pPr>
            <a:lvl8pPr indent="-317500" lvl="7" marL="3657600" rtl="0">
              <a:spcBef>
                <a:spcPts val="0"/>
              </a:spcBef>
              <a:spcAft>
                <a:spcPts val="0"/>
              </a:spcAft>
              <a:buSzPts val="1400"/>
              <a:buChar char="○"/>
              <a:defRPr/>
            </a:lvl8pPr>
            <a:lvl9pPr indent="-317500" lvl="8" marL="4114800" rtl="0">
              <a:spcBef>
                <a:spcPts val="0"/>
              </a:spcBef>
              <a:spcAft>
                <a:spcPts val="0"/>
              </a:spcAft>
              <a:buSzPts val="1400"/>
              <a:buChar char="■"/>
              <a:defRPr/>
            </a:lvl9pPr>
          </a:lstStyle>
          <a:p/>
        </p:txBody>
      </p:sp>
      <p:grpSp>
        <p:nvGrpSpPr>
          <p:cNvPr id="1503" name="Google Shape;1503;p21"/>
          <p:cNvGrpSpPr/>
          <p:nvPr/>
        </p:nvGrpSpPr>
        <p:grpSpPr>
          <a:xfrm>
            <a:off x="32153" y="17873"/>
            <a:ext cx="9013971" cy="5004349"/>
            <a:chOff x="32153" y="17873"/>
            <a:chExt cx="9013971" cy="5004349"/>
          </a:xfrm>
        </p:grpSpPr>
        <p:grpSp>
          <p:nvGrpSpPr>
            <p:cNvPr id="1504" name="Google Shape;1504;p21"/>
            <p:cNvGrpSpPr/>
            <p:nvPr/>
          </p:nvGrpSpPr>
          <p:grpSpPr>
            <a:xfrm>
              <a:off x="8000763" y="4117336"/>
              <a:ext cx="1045362" cy="904886"/>
              <a:chOff x="3725309" y="381575"/>
              <a:chExt cx="533375" cy="461700"/>
            </a:xfrm>
          </p:grpSpPr>
          <p:sp>
            <p:nvSpPr>
              <p:cNvPr id="1505" name="Google Shape;1505;p21"/>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21"/>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21"/>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21"/>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21"/>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21"/>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21"/>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21"/>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21"/>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21"/>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21"/>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21"/>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21"/>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21"/>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21"/>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 name="Google Shape;1520;p21"/>
            <p:cNvGrpSpPr/>
            <p:nvPr/>
          </p:nvGrpSpPr>
          <p:grpSpPr>
            <a:xfrm>
              <a:off x="280478" y="4666815"/>
              <a:ext cx="719021" cy="355403"/>
              <a:chOff x="3442209" y="513788"/>
              <a:chExt cx="366866" cy="181338"/>
            </a:xfrm>
          </p:grpSpPr>
          <p:sp>
            <p:nvSpPr>
              <p:cNvPr id="1521" name="Google Shape;1521;p21"/>
              <p:cNvSpPr/>
              <p:nvPr/>
            </p:nvSpPr>
            <p:spPr>
              <a:xfrm>
                <a:off x="3442209" y="513788"/>
                <a:ext cx="365475" cy="179900"/>
              </a:xfrm>
              <a:custGeom>
                <a:rect b="b" l="l" r="r" t="t"/>
                <a:pathLst>
                  <a:path extrusionOk="0" h="7196" w="14619">
                    <a:moveTo>
                      <a:pt x="7310" y="1"/>
                    </a:moveTo>
                    <a:cubicBezTo>
                      <a:pt x="3273" y="2"/>
                      <a:pt x="1" y="3510"/>
                      <a:pt x="1" y="3510"/>
                    </a:cubicBezTo>
                    <a:cubicBezTo>
                      <a:pt x="82" y="3487"/>
                      <a:pt x="164" y="3466"/>
                      <a:pt x="244" y="3443"/>
                    </a:cubicBezTo>
                    <a:lnTo>
                      <a:pt x="244" y="3443"/>
                    </a:lnTo>
                    <a:cubicBezTo>
                      <a:pt x="85" y="3595"/>
                      <a:pt x="1" y="3687"/>
                      <a:pt x="1" y="3687"/>
                    </a:cubicBezTo>
                    <a:cubicBezTo>
                      <a:pt x="1" y="3687"/>
                      <a:pt x="3273" y="7196"/>
                      <a:pt x="7310" y="7196"/>
                    </a:cubicBezTo>
                    <a:cubicBezTo>
                      <a:pt x="11346" y="7196"/>
                      <a:pt x="14619" y="3687"/>
                      <a:pt x="14619" y="3687"/>
                    </a:cubicBezTo>
                    <a:cubicBezTo>
                      <a:pt x="14619" y="3687"/>
                      <a:pt x="14532" y="3594"/>
                      <a:pt x="14371" y="3440"/>
                    </a:cubicBezTo>
                    <a:lnTo>
                      <a:pt x="14371" y="3440"/>
                    </a:lnTo>
                    <a:cubicBezTo>
                      <a:pt x="14454" y="3463"/>
                      <a:pt x="14536" y="3486"/>
                      <a:pt x="14619" y="3509"/>
                    </a:cubicBezTo>
                    <a:cubicBezTo>
                      <a:pt x="14619" y="3509"/>
                      <a:pt x="11346" y="1"/>
                      <a:pt x="731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21"/>
              <p:cNvSpPr/>
              <p:nvPr/>
            </p:nvSpPr>
            <p:spPr>
              <a:xfrm>
                <a:off x="3443600" y="519675"/>
                <a:ext cx="365475" cy="175450"/>
              </a:xfrm>
              <a:custGeom>
                <a:rect b="b" l="l" r="r" t="t"/>
                <a:pathLst>
                  <a:path extrusionOk="0" h="7018" w="14619">
                    <a:moveTo>
                      <a:pt x="7309" y="0"/>
                    </a:moveTo>
                    <a:cubicBezTo>
                      <a:pt x="3273" y="0"/>
                      <a:pt x="0" y="3509"/>
                      <a:pt x="0" y="3509"/>
                    </a:cubicBezTo>
                    <a:cubicBezTo>
                      <a:pt x="0" y="3509"/>
                      <a:pt x="3273" y="7018"/>
                      <a:pt x="7309" y="7018"/>
                    </a:cubicBezTo>
                    <a:cubicBezTo>
                      <a:pt x="11346" y="7018"/>
                      <a:pt x="14618" y="3509"/>
                      <a:pt x="14618" y="3509"/>
                    </a:cubicBezTo>
                    <a:cubicBezTo>
                      <a:pt x="14618" y="3509"/>
                      <a:pt x="11346"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21"/>
              <p:cNvSpPr/>
              <p:nvPr/>
            </p:nvSpPr>
            <p:spPr>
              <a:xfrm>
                <a:off x="3549550" y="530625"/>
                <a:ext cx="153525" cy="153550"/>
              </a:xfrm>
              <a:custGeom>
                <a:rect b="b" l="l" r="r" t="t"/>
                <a:pathLst>
                  <a:path extrusionOk="0" h="6142" w="6141">
                    <a:moveTo>
                      <a:pt x="3071" y="1"/>
                    </a:moveTo>
                    <a:cubicBezTo>
                      <a:pt x="1375" y="1"/>
                      <a:pt x="1" y="1374"/>
                      <a:pt x="1" y="3071"/>
                    </a:cubicBezTo>
                    <a:cubicBezTo>
                      <a:pt x="1" y="4766"/>
                      <a:pt x="1375" y="6141"/>
                      <a:pt x="3071" y="6141"/>
                    </a:cubicBezTo>
                    <a:cubicBezTo>
                      <a:pt x="4766" y="6141"/>
                      <a:pt x="6141" y="4766"/>
                      <a:pt x="6141" y="3071"/>
                    </a:cubicBezTo>
                    <a:cubicBezTo>
                      <a:pt x="6141" y="1374"/>
                      <a:pt x="4766"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21"/>
              <p:cNvSpPr/>
              <p:nvPr/>
            </p:nvSpPr>
            <p:spPr>
              <a:xfrm>
                <a:off x="3562700" y="547025"/>
                <a:ext cx="127200" cy="120775"/>
              </a:xfrm>
              <a:custGeom>
                <a:rect b="b" l="l" r="r" t="t"/>
                <a:pathLst>
                  <a:path extrusionOk="0" h="4831" w="5088">
                    <a:moveTo>
                      <a:pt x="2545" y="1"/>
                    </a:moveTo>
                    <a:cubicBezTo>
                      <a:pt x="2345" y="1"/>
                      <a:pt x="2144" y="128"/>
                      <a:pt x="2113" y="383"/>
                    </a:cubicBezTo>
                    <a:cubicBezTo>
                      <a:pt x="2085" y="616"/>
                      <a:pt x="1887" y="766"/>
                      <a:pt x="1680" y="766"/>
                    </a:cubicBezTo>
                    <a:cubicBezTo>
                      <a:pt x="1588" y="766"/>
                      <a:pt x="1494" y="737"/>
                      <a:pt x="1413" y="673"/>
                    </a:cubicBezTo>
                    <a:cubicBezTo>
                      <a:pt x="1326" y="604"/>
                      <a:pt x="1233" y="575"/>
                      <a:pt x="1145" y="575"/>
                    </a:cubicBezTo>
                    <a:cubicBezTo>
                      <a:pt x="822" y="575"/>
                      <a:pt x="553" y="966"/>
                      <a:pt x="803" y="1283"/>
                    </a:cubicBezTo>
                    <a:cubicBezTo>
                      <a:pt x="1011" y="1550"/>
                      <a:pt x="849" y="1943"/>
                      <a:pt x="512" y="1983"/>
                    </a:cubicBezTo>
                    <a:cubicBezTo>
                      <a:pt x="1" y="2045"/>
                      <a:pt x="1" y="2786"/>
                      <a:pt x="512" y="2846"/>
                    </a:cubicBezTo>
                    <a:cubicBezTo>
                      <a:pt x="849" y="2888"/>
                      <a:pt x="1011" y="3280"/>
                      <a:pt x="803" y="3547"/>
                    </a:cubicBezTo>
                    <a:cubicBezTo>
                      <a:pt x="553" y="3864"/>
                      <a:pt x="822" y="4255"/>
                      <a:pt x="1145" y="4255"/>
                    </a:cubicBezTo>
                    <a:cubicBezTo>
                      <a:pt x="1233" y="4255"/>
                      <a:pt x="1326" y="4225"/>
                      <a:pt x="1413" y="4157"/>
                    </a:cubicBezTo>
                    <a:cubicBezTo>
                      <a:pt x="1494" y="4093"/>
                      <a:pt x="1588" y="4064"/>
                      <a:pt x="1680" y="4064"/>
                    </a:cubicBezTo>
                    <a:cubicBezTo>
                      <a:pt x="1887" y="4064"/>
                      <a:pt x="2085" y="4214"/>
                      <a:pt x="2113" y="4448"/>
                    </a:cubicBezTo>
                    <a:cubicBezTo>
                      <a:pt x="2144" y="4703"/>
                      <a:pt x="2344" y="4830"/>
                      <a:pt x="2545" y="4830"/>
                    </a:cubicBezTo>
                    <a:cubicBezTo>
                      <a:pt x="2745" y="4830"/>
                      <a:pt x="2946" y="4703"/>
                      <a:pt x="2976" y="4448"/>
                    </a:cubicBezTo>
                    <a:cubicBezTo>
                      <a:pt x="3005" y="4214"/>
                      <a:pt x="3202" y="4064"/>
                      <a:pt x="3410" y="4064"/>
                    </a:cubicBezTo>
                    <a:cubicBezTo>
                      <a:pt x="3502" y="4064"/>
                      <a:pt x="3595" y="4093"/>
                      <a:pt x="3677" y="4157"/>
                    </a:cubicBezTo>
                    <a:cubicBezTo>
                      <a:pt x="3764" y="4225"/>
                      <a:pt x="3856" y="4255"/>
                      <a:pt x="3944" y="4255"/>
                    </a:cubicBezTo>
                    <a:cubicBezTo>
                      <a:pt x="4267" y="4255"/>
                      <a:pt x="4535" y="3864"/>
                      <a:pt x="4287" y="3547"/>
                    </a:cubicBezTo>
                    <a:cubicBezTo>
                      <a:pt x="4077" y="3280"/>
                      <a:pt x="4240" y="2886"/>
                      <a:pt x="4577" y="2846"/>
                    </a:cubicBezTo>
                    <a:cubicBezTo>
                      <a:pt x="5088" y="2784"/>
                      <a:pt x="5088" y="2044"/>
                      <a:pt x="4577" y="1983"/>
                    </a:cubicBezTo>
                    <a:cubicBezTo>
                      <a:pt x="4240" y="1942"/>
                      <a:pt x="4077" y="1550"/>
                      <a:pt x="4287" y="1283"/>
                    </a:cubicBezTo>
                    <a:cubicBezTo>
                      <a:pt x="4535" y="966"/>
                      <a:pt x="4266" y="575"/>
                      <a:pt x="3944" y="575"/>
                    </a:cubicBezTo>
                    <a:cubicBezTo>
                      <a:pt x="3856" y="575"/>
                      <a:pt x="3764" y="605"/>
                      <a:pt x="3677" y="673"/>
                    </a:cubicBezTo>
                    <a:cubicBezTo>
                      <a:pt x="3595" y="737"/>
                      <a:pt x="3501" y="766"/>
                      <a:pt x="3410" y="766"/>
                    </a:cubicBezTo>
                    <a:cubicBezTo>
                      <a:pt x="3202" y="766"/>
                      <a:pt x="3004" y="616"/>
                      <a:pt x="2976" y="383"/>
                    </a:cubicBezTo>
                    <a:cubicBezTo>
                      <a:pt x="2946" y="128"/>
                      <a:pt x="2745" y="1"/>
                      <a:pt x="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21"/>
              <p:cNvSpPr/>
              <p:nvPr/>
            </p:nvSpPr>
            <p:spPr>
              <a:xfrm>
                <a:off x="3600975" y="582025"/>
                <a:ext cx="50725" cy="50725"/>
              </a:xfrm>
              <a:custGeom>
                <a:rect b="b" l="l" r="r" t="t"/>
                <a:pathLst>
                  <a:path extrusionOk="0" h="2029" w="2029">
                    <a:moveTo>
                      <a:pt x="1014" y="0"/>
                    </a:moveTo>
                    <a:cubicBezTo>
                      <a:pt x="454" y="0"/>
                      <a:pt x="0" y="454"/>
                      <a:pt x="0" y="1015"/>
                    </a:cubicBezTo>
                    <a:cubicBezTo>
                      <a:pt x="0" y="1574"/>
                      <a:pt x="454" y="2028"/>
                      <a:pt x="1014" y="2028"/>
                    </a:cubicBezTo>
                    <a:cubicBezTo>
                      <a:pt x="1574" y="2028"/>
                      <a:pt x="2028" y="1574"/>
                      <a:pt x="2028" y="1015"/>
                    </a:cubicBezTo>
                    <a:cubicBezTo>
                      <a:pt x="2028" y="454"/>
                      <a:pt x="1574" y="0"/>
                      <a:pt x="1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21"/>
              <p:cNvSpPr/>
              <p:nvPr/>
            </p:nvSpPr>
            <p:spPr>
              <a:xfrm>
                <a:off x="3443600" y="515225"/>
                <a:ext cx="365475" cy="87750"/>
              </a:xfrm>
              <a:custGeom>
                <a:rect b="b" l="l" r="r" t="t"/>
                <a:pathLst>
                  <a:path extrusionOk="0" h="3510" w="14619">
                    <a:moveTo>
                      <a:pt x="7309" y="1"/>
                    </a:moveTo>
                    <a:cubicBezTo>
                      <a:pt x="3273" y="1"/>
                      <a:pt x="0" y="3509"/>
                      <a:pt x="0" y="3509"/>
                    </a:cubicBezTo>
                    <a:cubicBezTo>
                      <a:pt x="2504" y="2781"/>
                      <a:pt x="4955" y="2431"/>
                      <a:pt x="7357" y="2431"/>
                    </a:cubicBezTo>
                    <a:cubicBezTo>
                      <a:pt x="9828" y="2431"/>
                      <a:pt x="12247" y="2801"/>
                      <a:pt x="14618" y="3509"/>
                    </a:cubicBezTo>
                    <a:cubicBezTo>
                      <a:pt x="14618" y="3509"/>
                      <a:pt x="11346" y="1"/>
                      <a:pt x="7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 name="Google Shape;1527;p21"/>
            <p:cNvGrpSpPr/>
            <p:nvPr/>
          </p:nvGrpSpPr>
          <p:grpSpPr>
            <a:xfrm>
              <a:off x="8308939" y="240554"/>
              <a:ext cx="597557" cy="597892"/>
              <a:chOff x="3834909" y="821763"/>
              <a:chExt cx="304891" cy="305063"/>
            </a:xfrm>
          </p:grpSpPr>
          <p:sp>
            <p:nvSpPr>
              <p:cNvPr id="1528" name="Google Shape;1528;p21"/>
              <p:cNvSpPr/>
              <p:nvPr/>
            </p:nvSpPr>
            <p:spPr>
              <a:xfrm>
                <a:off x="3834909" y="821763"/>
                <a:ext cx="303500" cy="303625"/>
              </a:xfrm>
              <a:custGeom>
                <a:rect b="b" l="l" r="r" t="t"/>
                <a:pathLst>
                  <a:path extrusionOk="0" h="12145" w="12140">
                    <a:moveTo>
                      <a:pt x="8031" y="1"/>
                    </a:moveTo>
                    <a:cubicBezTo>
                      <a:pt x="7935" y="1"/>
                      <a:pt x="7840" y="3"/>
                      <a:pt x="7748" y="13"/>
                    </a:cubicBezTo>
                    <a:cubicBezTo>
                      <a:pt x="7355" y="38"/>
                      <a:pt x="6978" y="120"/>
                      <a:pt x="6622" y="249"/>
                    </a:cubicBezTo>
                    <a:cubicBezTo>
                      <a:pt x="6081" y="445"/>
                      <a:pt x="5592" y="754"/>
                      <a:pt x="5186" y="1143"/>
                    </a:cubicBezTo>
                    <a:cubicBezTo>
                      <a:pt x="4737" y="1575"/>
                      <a:pt x="4386" y="2106"/>
                      <a:pt x="4167" y="2701"/>
                    </a:cubicBezTo>
                    <a:cubicBezTo>
                      <a:pt x="4038" y="3055"/>
                      <a:pt x="3956" y="3435"/>
                      <a:pt x="3932" y="3829"/>
                    </a:cubicBezTo>
                    <a:cubicBezTo>
                      <a:pt x="3929" y="3860"/>
                      <a:pt x="3925" y="3893"/>
                      <a:pt x="3925" y="3924"/>
                    </a:cubicBezTo>
                    <a:cubicBezTo>
                      <a:pt x="3894" y="3924"/>
                      <a:pt x="3861" y="3927"/>
                      <a:pt x="3830" y="3931"/>
                    </a:cubicBezTo>
                    <a:cubicBezTo>
                      <a:pt x="3434" y="3958"/>
                      <a:pt x="3052" y="4042"/>
                      <a:pt x="2696" y="4173"/>
                    </a:cubicBezTo>
                    <a:cubicBezTo>
                      <a:pt x="1562" y="4589"/>
                      <a:pt x="664" y="5486"/>
                      <a:pt x="249" y="6621"/>
                    </a:cubicBezTo>
                    <a:cubicBezTo>
                      <a:pt x="120" y="6977"/>
                      <a:pt x="37" y="7355"/>
                      <a:pt x="13" y="7748"/>
                    </a:cubicBezTo>
                    <a:cubicBezTo>
                      <a:pt x="3" y="7840"/>
                      <a:pt x="0" y="7935"/>
                      <a:pt x="0" y="8031"/>
                    </a:cubicBezTo>
                    <a:cubicBezTo>
                      <a:pt x="0" y="8362"/>
                      <a:pt x="39" y="8686"/>
                      <a:pt x="114" y="8992"/>
                    </a:cubicBezTo>
                    <a:cubicBezTo>
                      <a:pt x="168" y="9226"/>
                      <a:pt x="243" y="9449"/>
                      <a:pt x="338" y="9661"/>
                    </a:cubicBezTo>
                    <a:cubicBezTo>
                      <a:pt x="467" y="9966"/>
                      <a:pt x="633" y="10250"/>
                      <a:pt x="833" y="10513"/>
                    </a:cubicBezTo>
                    <a:cubicBezTo>
                      <a:pt x="929" y="10642"/>
                      <a:pt x="1030" y="10761"/>
                      <a:pt x="1141" y="10875"/>
                    </a:cubicBezTo>
                    <a:lnTo>
                      <a:pt x="1251" y="10986"/>
                    </a:lnTo>
                    <a:cubicBezTo>
                      <a:pt x="1482" y="11210"/>
                      <a:pt x="1740" y="11404"/>
                      <a:pt x="2016" y="11566"/>
                    </a:cubicBezTo>
                    <a:cubicBezTo>
                      <a:pt x="2204" y="11680"/>
                      <a:pt x="2403" y="11778"/>
                      <a:pt x="2612" y="11862"/>
                    </a:cubicBezTo>
                    <a:cubicBezTo>
                      <a:pt x="2954" y="11994"/>
                      <a:pt x="3319" y="12086"/>
                      <a:pt x="3700" y="12120"/>
                    </a:cubicBezTo>
                    <a:cubicBezTo>
                      <a:pt x="3773" y="12129"/>
                      <a:pt x="3847" y="12136"/>
                      <a:pt x="3922" y="12138"/>
                    </a:cubicBezTo>
                    <a:lnTo>
                      <a:pt x="3922" y="12144"/>
                    </a:lnTo>
                    <a:lnTo>
                      <a:pt x="12140" y="12144"/>
                    </a:lnTo>
                    <a:lnTo>
                      <a:pt x="12140" y="11280"/>
                    </a:lnTo>
                    <a:lnTo>
                      <a:pt x="12140" y="10389"/>
                    </a:lnTo>
                    <a:lnTo>
                      <a:pt x="12140" y="9042"/>
                    </a:lnTo>
                    <a:lnTo>
                      <a:pt x="12140" y="8150"/>
                    </a:lnTo>
                    <a:lnTo>
                      <a:pt x="12140" y="6808"/>
                    </a:lnTo>
                    <a:lnTo>
                      <a:pt x="12140" y="5914"/>
                    </a:lnTo>
                    <a:lnTo>
                      <a:pt x="12140" y="4571"/>
                    </a:lnTo>
                    <a:lnTo>
                      <a:pt x="12140" y="3922"/>
                    </a:lnTo>
                    <a:lnTo>
                      <a:pt x="12138" y="3922"/>
                    </a:lnTo>
                    <a:cubicBezTo>
                      <a:pt x="12134" y="3849"/>
                      <a:pt x="12128" y="3775"/>
                      <a:pt x="12119" y="3700"/>
                    </a:cubicBezTo>
                    <a:cubicBezTo>
                      <a:pt x="12086" y="3320"/>
                      <a:pt x="11993" y="2953"/>
                      <a:pt x="11861" y="2613"/>
                    </a:cubicBezTo>
                    <a:cubicBezTo>
                      <a:pt x="11778" y="2404"/>
                      <a:pt x="11679" y="2206"/>
                      <a:pt x="11566" y="2017"/>
                    </a:cubicBezTo>
                    <a:cubicBezTo>
                      <a:pt x="11404" y="1741"/>
                      <a:pt x="11206" y="1485"/>
                      <a:pt x="10986" y="1255"/>
                    </a:cubicBezTo>
                    <a:lnTo>
                      <a:pt x="10983" y="1255"/>
                    </a:lnTo>
                    <a:cubicBezTo>
                      <a:pt x="10838" y="1097"/>
                      <a:pt x="10682" y="963"/>
                      <a:pt x="10512" y="834"/>
                    </a:cubicBezTo>
                    <a:cubicBezTo>
                      <a:pt x="10251" y="637"/>
                      <a:pt x="9965" y="467"/>
                      <a:pt x="9661" y="338"/>
                    </a:cubicBezTo>
                    <a:cubicBezTo>
                      <a:pt x="9449" y="243"/>
                      <a:pt x="9224" y="169"/>
                      <a:pt x="8993" y="114"/>
                    </a:cubicBezTo>
                    <a:cubicBezTo>
                      <a:pt x="8687" y="40"/>
                      <a:pt x="8365" y="1"/>
                      <a:pt x="803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21"/>
              <p:cNvSpPr/>
              <p:nvPr/>
            </p:nvSpPr>
            <p:spPr>
              <a:xfrm>
                <a:off x="3836250" y="823225"/>
                <a:ext cx="303550" cy="303600"/>
              </a:xfrm>
              <a:custGeom>
                <a:rect b="b" l="l" r="r" t="t"/>
                <a:pathLst>
                  <a:path extrusionOk="0" h="12144" w="12142">
                    <a:moveTo>
                      <a:pt x="8033" y="1"/>
                    </a:moveTo>
                    <a:cubicBezTo>
                      <a:pt x="7937" y="1"/>
                      <a:pt x="7842" y="5"/>
                      <a:pt x="7750" y="13"/>
                    </a:cubicBezTo>
                    <a:cubicBezTo>
                      <a:pt x="7357" y="38"/>
                      <a:pt x="6978" y="120"/>
                      <a:pt x="6622" y="249"/>
                    </a:cubicBezTo>
                    <a:cubicBezTo>
                      <a:pt x="6080" y="445"/>
                      <a:pt x="5593" y="753"/>
                      <a:pt x="5187" y="1143"/>
                    </a:cubicBezTo>
                    <a:cubicBezTo>
                      <a:pt x="4738" y="1574"/>
                      <a:pt x="4387" y="2106"/>
                      <a:pt x="4169" y="2701"/>
                    </a:cubicBezTo>
                    <a:cubicBezTo>
                      <a:pt x="4040" y="3055"/>
                      <a:pt x="3957" y="3436"/>
                      <a:pt x="3933" y="3829"/>
                    </a:cubicBezTo>
                    <a:cubicBezTo>
                      <a:pt x="3929" y="3860"/>
                      <a:pt x="3926" y="3893"/>
                      <a:pt x="3926" y="3924"/>
                    </a:cubicBezTo>
                    <a:cubicBezTo>
                      <a:pt x="3895" y="3924"/>
                      <a:pt x="3861" y="3928"/>
                      <a:pt x="3830" y="3932"/>
                    </a:cubicBezTo>
                    <a:cubicBezTo>
                      <a:pt x="3435" y="3958"/>
                      <a:pt x="3053" y="4042"/>
                      <a:pt x="2697" y="4174"/>
                    </a:cubicBezTo>
                    <a:cubicBezTo>
                      <a:pt x="1562" y="4589"/>
                      <a:pt x="665" y="5487"/>
                      <a:pt x="250" y="6621"/>
                    </a:cubicBezTo>
                    <a:cubicBezTo>
                      <a:pt x="121" y="6977"/>
                      <a:pt x="38" y="7355"/>
                      <a:pt x="14" y="7748"/>
                    </a:cubicBezTo>
                    <a:cubicBezTo>
                      <a:pt x="4" y="7840"/>
                      <a:pt x="1" y="7936"/>
                      <a:pt x="1" y="8031"/>
                    </a:cubicBezTo>
                    <a:cubicBezTo>
                      <a:pt x="1" y="8364"/>
                      <a:pt x="41" y="8686"/>
                      <a:pt x="114" y="8993"/>
                    </a:cubicBezTo>
                    <a:cubicBezTo>
                      <a:pt x="170" y="9224"/>
                      <a:pt x="243" y="9449"/>
                      <a:pt x="339" y="9660"/>
                    </a:cubicBezTo>
                    <a:cubicBezTo>
                      <a:pt x="468" y="9965"/>
                      <a:pt x="634" y="10249"/>
                      <a:pt x="835" y="10512"/>
                    </a:cubicBezTo>
                    <a:cubicBezTo>
                      <a:pt x="930" y="10641"/>
                      <a:pt x="1031" y="10760"/>
                      <a:pt x="1141" y="10874"/>
                    </a:cubicBezTo>
                    <a:lnTo>
                      <a:pt x="1253" y="10985"/>
                    </a:lnTo>
                    <a:cubicBezTo>
                      <a:pt x="1482" y="11209"/>
                      <a:pt x="1742" y="11403"/>
                      <a:pt x="2017" y="11565"/>
                    </a:cubicBezTo>
                    <a:cubicBezTo>
                      <a:pt x="2204" y="11679"/>
                      <a:pt x="2404" y="11778"/>
                      <a:pt x="2613" y="11860"/>
                    </a:cubicBezTo>
                    <a:cubicBezTo>
                      <a:pt x="2954" y="11992"/>
                      <a:pt x="3321" y="12085"/>
                      <a:pt x="3700" y="12118"/>
                    </a:cubicBezTo>
                    <a:cubicBezTo>
                      <a:pt x="3776" y="12128"/>
                      <a:pt x="3849" y="12134"/>
                      <a:pt x="3922" y="12137"/>
                    </a:cubicBezTo>
                    <a:lnTo>
                      <a:pt x="3922" y="12143"/>
                    </a:lnTo>
                    <a:lnTo>
                      <a:pt x="12141" y="12143"/>
                    </a:lnTo>
                    <a:lnTo>
                      <a:pt x="12141" y="3922"/>
                    </a:lnTo>
                    <a:lnTo>
                      <a:pt x="12138" y="3922"/>
                    </a:lnTo>
                    <a:cubicBezTo>
                      <a:pt x="12136" y="3847"/>
                      <a:pt x="12130" y="3774"/>
                      <a:pt x="12120" y="3700"/>
                    </a:cubicBezTo>
                    <a:cubicBezTo>
                      <a:pt x="12086" y="3320"/>
                      <a:pt x="11995" y="2953"/>
                      <a:pt x="11862" y="2613"/>
                    </a:cubicBezTo>
                    <a:cubicBezTo>
                      <a:pt x="11779" y="2404"/>
                      <a:pt x="11681" y="2208"/>
                      <a:pt x="11567" y="2017"/>
                    </a:cubicBezTo>
                    <a:cubicBezTo>
                      <a:pt x="11404" y="1740"/>
                      <a:pt x="11208" y="1486"/>
                      <a:pt x="10986" y="1255"/>
                    </a:cubicBezTo>
                    <a:lnTo>
                      <a:pt x="10984" y="1255"/>
                    </a:lnTo>
                    <a:cubicBezTo>
                      <a:pt x="10840" y="1099"/>
                      <a:pt x="10682" y="962"/>
                      <a:pt x="10513" y="833"/>
                    </a:cubicBezTo>
                    <a:cubicBezTo>
                      <a:pt x="10253" y="636"/>
                      <a:pt x="9966" y="467"/>
                      <a:pt x="9661" y="338"/>
                    </a:cubicBezTo>
                    <a:cubicBezTo>
                      <a:pt x="9450" y="243"/>
                      <a:pt x="9226" y="170"/>
                      <a:pt x="8995" y="114"/>
                    </a:cubicBezTo>
                    <a:cubicBezTo>
                      <a:pt x="8688" y="40"/>
                      <a:pt x="8364" y="1"/>
                      <a:pt x="80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21"/>
              <p:cNvSpPr/>
              <p:nvPr/>
            </p:nvSpPr>
            <p:spPr>
              <a:xfrm>
                <a:off x="3836575" y="921450"/>
                <a:ext cx="95425" cy="95450"/>
              </a:xfrm>
              <a:custGeom>
                <a:rect b="b" l="l" r="r" t="t"/>
                <a:pathLst>
                  <a:path extrusionOk="0" h="3818" w="3817">
                    <a:moveTo>
                      <a:pt x="3816" y="0"/>
                    </a:moveTo>
                    <a:lnTo>
                      <a:pt x="3816" y="0"/>
                    </a:lnTo>
                    <a:cubicBezTo>
                      <a:pt x="3421" y="29"/>
                      <a:pt x="3039" y="112"/>
                      <a:pt x="2683" y="243"/>
                    </a:cubicBezTo>
                    <a:lnTo>
                      <a:pt x="235" y="2691"/>
                    </a:lnTo>
                    <a:cubicBezTo>
                      <a:pt x="106" y="3047"/>
                      <a:pt x="24" y="3425"/>
                      <a:pt x="0" y="3818"/>
                    </a:cubicBezTo>
                    <a:lnTo>
                      <a:pt x="38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21"/>
              <p:cNvSpPr/>
              <p:nvPr/>
            </p:nvSpPr>
            <p:spPr>
              <a:xfrm>
                <a:off x="3934525" y="823475"/>
                <a:ext cx="95450" cy="95500"/>
              </a:xfrm>
              <a:custGeom>
                <a:rect b="b" l="l" r="r" t="t"/>
                <a:pathLst>
                  <a:path extrusionOk="0" h="3820" w="3818">
                    <a:moveTo>
                      <a:pt x="3818" y="1"/>
                    </a:moveTo>
                    <a:lnTo>
                      <a:pt x="3818" y="1"/>
                    </a:lnTo>
                    <a:cubicBezTo>
                      <a:pt x="3425" y="26"/>
                      <a:pt x="3046" y="109"/>
                      <a:pt x="2689" y="239"/>
                    </a:cubicBezTo>
                    <a:lnTo>
                      <a:pt x="237" y="2691"/>
                    </a:lnTo>
                    <a:cubicBezTo>
                      <a:pt x="108" y="3045"/>
                      <a:pt x="25" y="3426"/>
                      <a:pt x="1" y="3819"/>
                    </a:cubicBezTo>
                    <a:lnTo>
                      <a:pt x="38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21"/>
              <p:cNvSpPr/>
              <p:nvPr/>
            </p:nvSpPr>
            <p:spPr>
              <a:xfrm>
                <a:off x="3839075" y="826050"/>
                <a:ext cx="238700" cy="238700"/>
              </a:xfrm>
              <a:custGeom>
                <a:rect b="b" l="l" r="r" t="t"/>
                <a:pathLst>
                  <a:path extrusionOk="0" h="9548" w="9548">
                    <a:moveTo>
                      <a:pt x="8881" y="0"/>
                    </a:moveTo>
                    <a:lnTo>
                      <a:pt x="0" y="8880"/>
                    </a:lnTo>
                    <a:cubicBezTo>
                      <a:pt x="56" y="9111"/>
                      <a:pt x="129" y="9336"/>
                      <a:pt x="225" y="9547"/>
                    </a:cubicBezTo>
                    <a:lnTo>
                      <a:pt x="9547" y="224"/>
                    </a:lnTo>
                    <a:cubicBezTo>
                      <a:pt x="9336" y="129"/>
                      <a:pt x="9112" y="55"/>
                      <a:pt x="88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21"/>
              <p:cNvSpPr/>
              <p:nvPr/>
            </p:nvSpPr>
            <p:spPr>
              <a:xfrm>
                <a:off x="3857025" y="844025"/>
                <a:ext cx="253775" cy="253850"/>
              </a:xfrm>
              <a:custGeom>
                <a:rect b="b" l="l" r="r" t="t"/>
                <a:pathLst>
                  <a:path extrusionOk="0" h="10154" w="10151">
                    <a:moveTo>
                      <a:pt x="9680" y="0"/>
                    </a:moveTo>
                    <a:lnTo>
                      <a:pt x="0" y="9680"/>
                    </a:lnTo>
                    <a:cubicBezTo>
                      <a:pt x="96" y="9809"/>
                      <a:pt x="197" y="9928"/>
                      <a:pt x="308" y="10042"/>
                    </a:cubicBezTo>
                    <a:lnTo>
                      <a:pt x="418" y="10153"/>
                    </a:lnTo>
                    <a:lnTo>
                      <a:pt x="10150" y="421"/>
                    </a:lnTo>
                    <a:cubicBezTo>
                      <a:pt x="10008" y="264"/>
                      <a:pt x="9850" y="129"/>
                      <a:pt x="9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21"/>
              <p:cNvSpPr/>
              <p:nvPr/>
            </p:nvSpPr>
            <p:spPr>
              <a:xfrm>
                <a:off x="3886650" y="873600"/>
                <a:ext cx="246150" cy="246150"/>
              </a:xfrm>
              <a:custGeom>
                <a:rect b="b" l="l" r="r" t="t"/>
                <a:pathLst>
                  <a:path extrusionOk="0" h="9846" w="9846">
                    <a:moveTo>
                      <a:pt x="9550" y="0"/>
                    </a:moveTo>
                    <a:lnTo>
                      <a:pt x="0" y="9550"/>
                    </a:lnTo>
                    <a:cubicBezTo>
                      <a:pt x="187" y="9664"/>
                      <a:pt x="387" y="9763"/>
                      <a:pt x="596" y="9845"/>
                    </a:cubicBezTo>
                    <a:lnTo>
                      <a:pt x="9845" y="597"/>
                    </a:lnTo>
                    <a:cubicBezTo>
                      <a:pt x="9763" y="387"/>
                      <a:pt x="9664" y="191"/>
                      <a:pt x="9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21"/>
              <p:cNvSpPr/>
              <p:nvPr/>
            </p:nvSpPr>
            <p:spPr>
              <a:xfrm>
                <a:off x="3928750" y="915725"/>
                <a:ext cx="211050" cy="211100"/>
              </a:xfrm>
              <a:custGeom>
                <a:rect b="b" l="l" r="r" t="t"/>
                <a:pathLst>
                  <a:path extrusionOk="0" h="8444" w="8442">
                    <a:moveTo>
                      <a:pt x="8419" y="0"/>
                    </a:moveTo>
                    <a:lnTo>
                      <a:pt x="0" y="8418"/>
                    </a:lnTo>
                    <a:cubicBezTo>
                      <a:pt x="76" y="8428"/>
                      <a:pt x="149" y="8434"/>
                      <a:pt x="222" y="8437"/>
                    </a:cubicBezTo>
                    <a:lnTo>
                      <a:pt x="222" y="8443"/>
                    </a:lnTo>
                    <a:lnTo>
                      <a:pt x="867" y="8443"/>
                    </a:lnTo>
                    <a:lnTo>
                      <a:pt x="8441" y="869"/>
                    </a:lnTo>
                    <a:lnTo>
                      <a:pt x="8441" y="222"/>
                    </a:lnTo>
                    <a:lnTo>
                      <a:pt x="8437" y="222"/>
                    </a:lnTo>
                    <a:cubicBezTo>
                      <a:pt x="8435" y="147"/>
                      <a:pt x="8429" y="74"/>
                      <a:pt x="8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21"/>
              <p:cNvSpPr/>
              <p:nvPr/>
            </p:nvSpPr>
            <p:spPr>
              <a:xfrm>
                <a:off x="3984075" y="971025"/>
                <a:ext cx="155725" cy="155800"/>
              </a:xfrm>
              <a:custGeom>
                <a:rect b="b" l="l" r="r" t="t"/>
                <a:pathLst>
                  <a:path extrusionOk="0" h="6232" w="6229">
                    <a:moveTo>
                      <a:pt x="6228" y="1"/>
                    </a:moveTo>
                    <a:lnTo>
                      <a:pt x="0" y="6231"/>
                    </a:lnTo>
                    <a:lnTo>
                      <a:pt x="892" y="6231"/>
                    </a:lnTo>
                    <a:lnTo>
                      <a:pt x="6228" y="895"/>
                    </a:lnTo>
                    <a:lnTo>
                      <a:pt x="62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21"/>
              <p:cNvSpPr/>
              <p:nvPr/>
            </p:nvSpPr>
            <p:spPr>
              <a:xfrm>
                <a:off x="4039950" y="1026975"/>
                <a:ext cx="99850" cy="99850"/>
              </a:xfrm>
              <a:custGeom>
                <a:rect b="b" l="l" r="r" t="t"/>
                <a:pathLst>
                  <a:path extrusionOk="0" h="3994" w="3994">
                    <a:moveTo>
                      <a:pt x="3993" y="0"/>
                    </a:moveTo>
                    <a:lnTo>
                      <a:pt x="0" y="3993"/>
                    </a:lnTo>
                    <a:lnTo>
                      <a:pt x="892" y="3993"/>
                    </a:lnTo>
                    <a:lnTo>
                      <a:pt x="3993" y="892"/>
                    </a:lnTo>
                    <a:lnTo>
                      <a:pt x="3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21"/>
              <p:cNvSpPr/>
              <p:nvPr/>
            </p:nvSpPr>
            <p:spPr>
              <a:xfrm>
                <a:off x="4095800" y="1082900"/>
                <a:ext cx="44000" cy="43925"/>
              </a:xfrm>
              <a:custGeom>
                <a:rect b="b" l="l" r="r" t="t"/>
                <a:pathLst>
                  <a:path extrusionOk="0" h="1757" w="1760">
                    <a:moveTo>
                      <a:pt x="1759" y="1"/>
                    </a:moveTo>
                    <a:lnTo>
                      <a:pt x="1" y="1756"/>
                    </a:lnTo>
                    <a:lnTo>
                      <a:pt x="895" y="1756"/>
                    </a:lnTo>
                    <a:lnTo>
                      <a:pt x="1759" y="892"/>
                    </a:lnTo>
                    <a:lnTo>
                      <a:pt x="1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21"/>
              <p:cNvSpPr/>
              <p:nvPr/>
            </p:nvSpPr>
            <p:spPr>
              <a:xfrm>
                <a:off x="3892750" y="879725"/>
                <a:ext cx="190525" cy="190475"/>
              </a:xfrm>
              <a:custGeom>
                <a:rect b="b" l="l" r="r" t="t"/>
                <a:pathLst>
                  <a:path extrusionOk="0" h="7619" w="7621">
                    <a:moveTo>
                      <a:pt x="5771" y="1"/>
                    </a:moveTo>
                    <a:cubicBezTo>
                      <a:pt x="4779" y="1"/>
                      <a:pt x="3969" y="775"/>
                      <a:pt x="3925" y="1764"/>
                    </a:cubicBezTo>
                    <a:lnTo>
                      <a:pt x="3834" y="3834"/>
                    </a:lnTo>
                    <a:lnTo>
                      <a:pt x="1764" y="3924"/>
                    </a:lnTo>
                    <a:cubicBezTo>
                      <a:pt x="777" y="3969"/>
                      <a:pt x="1" y="4780"/>
                      <a:pt x="1" y="5771"/>
                    </a:cubicBezTo>
                    <a:cubicBezTo>
                      <a:pt x="1" y="6761"/>
                      <a:pt x="774" y="7571"/>
                      <a:pt x="1762" y="7617"/>
                    </a:cubicBezTo>
                    <a:lnTo>
                      <a:pt x="1815" y="7619"/>
                    </a:lnTo>
                    <a:lnTo>
                      <a:pt x="1815" y="7618"/>
                    </a:lnTo>
                    <a:lnTo>
                      <a:pt x="7620" y="7618"/>
                    </a:lnTo>
                    <a:lnTo>
                      <a:pt x="7620" y="1817"/>
                    </a:lnTo>
                    <a:lnTo>
                      <a:pt x="7617" y="1761"/>
                    </a:lnTo>
                    <a:cubicBezTo>
                      <a:pt x="7573" y="775"/>
                      <a:pt x="6761" y="1"/>
                      <a:pt x="5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21"/>
              <p:cNvSpPr/>
              <p:nvPr/>
            </p:nvSpPr>
            <p:spPr>
              <a:xfrm>
                <a:off x="3911600" y="898625"/>
                <a:ext cx="152700" cy="152725"/>
              </a:xfrm>
              <a:custGeom>
                <a:rect b="b" l="l" r="r" t="t"/>
                <a:pathLst>
                  <a:path extrusionOk="0" h="6109" w="6108">
                    <a:moveTo>
                      <a:pt x="5015" y="0"/>
                    </a:moveTo>
                    <a:cubicBezTo>
                      <a:pt x="4429" y="0"/>
                      <a:pt x="3950" y="458"/>
                      <a:pt x="3924" y="1042"/>
                    </a:cubicBezTo>
                    <a:lnTo>
                      <a:pt x="3802" y="3802"/>
                    </a:lnTo>
                    <a:lnTo>
                      <a:pt x="1042" y="3924"/>
                    </a:lnTo>
                    <a:cubicBezTo>
                      <a:pt x="458" y="3950"/>
                      <a:pt x="0" y="4427"/>
                      <a:pt x="0" y="5015"/>
                    </a:cubicBezTo>
                    <a:cubicBezTo>
                      <a:pt x="0" y="5602"/>
                      <a:pt x="458" y="6081"/>
                      <a:pt x="1045" y="6107"/>
                    </a:cubicBezTo>
                    <a:lnTo>
                      <a:pt x="1079" y="6109"/>
                    </a:lnTo>
                    <a:lnTo>
                      <a:pt x="6108" y="6109"/>
                    </a:lnTo>
                    <a:lnTo>
                      <a:pt x="6108" y="1079"/>
                    </a:lnTo>
                    <a:lnTo>
                      <a:pt x="6106" y="1041"/>
                    </a:lnTo>
                    <a:cubicBezTo>
                      <a:pt x="6081" y="458"/>
                      <a:pt x="5601" y="0"/>
                      <a:pt x="50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 name="Google Shape;1541;p21"/>
            <p:cNvGrpSpPr/>
            <p:nvPr/>
          </p:nvGrpSpPr>
          <p:grpSpPr>
            <a:xfrm rot="1503772">
              <a:off x="400769" y="124007"/>
              <a:ext cx="659926" cy="714605"/>
              <a:chOff x="-2686850" y="3696525"/>
              <a:chExt cx="332050" cy="359563"/>
            </a:xfrm>
          </p:grpSpPr>
          <p:sp>
            <p:nvSpPr>
              <p:cNvPr id="1542" name="Google Shape;1542;p21"/>
              <p:cNvSpPr/>
              <p:nvPr/>
            </p:nvSpPr>
            <p:spPr>
              <a:xfrm>
                <a:off x="-2686850" y="3696525"/>
                <a:ext cx="332050" cy="359525"/>
              </a:xfrm>
              <a:custGeom>
                <a:rect b="b" l="l" r="r" t="t"/>
                <a:pathLst>
                  <a:path extrusionOk="0" h="14381" w="13282">
                    <a:moveTo>
                      <a:pt x="12504" y="10802"/>
                    </a:moveTo>
                    <a:lnTo>
                      <a:pt x="12497" y="10829"/>
                    </a:lnTo>
                    <a:lnTo>
                      <a:pt x="12497" y="10806"/>
                    </a:lnTo>
                    <a:lnTo>
                      <a:pt x="12504" y="10802"/>
                    </a:lnTo>
                    <a:close/>
                    <a:moveTo>
                      <a:pt x="6678" y="1"/>
                    </a:moveTo>
                    <a:cubicBezTo>
                      <a:pt x="4442" y="1"/>
                      <a:pt x="2280" y="1136"/>
                      <a:pt x="1036" y="2962"/>
                    </a:cubicBezTo>
                    <a:cubicBezTo>
                      <a:pt x="902" y="3158"/>
                      <a:pt x="912" y="3410"/>
                      <a:pt x="1042" y="3594"/>
                    </a:cubicBezTo>
                    <a:cubicBezTo>
                      <a:pt x="505" y="4550"/>
                      <a:pt x="247" y="5625"/>
                      <a:pt x="300" y="6729"/>
                    </a:cubicBezTo>
                    <a:cubicBezTo>
                      <a:pt x="352" y="7770"/>
                      <a:pt x="675" y="10117"/>
                      <a:pt x="739" y="10573"/>
                    </a:cubicBezTo>
                    <a:lnTo>
                      <a:pt x="739" y="10663"/>
                    </a:lnTo>
                    <a:lnTo>
                      <a:pt x="256" y="8957"/>
                    </a:lnTo>
                    <a:cubicBezTo>
                      <a:pt x="241" y="8903"/>
                      <a:pt x="192" y="8868"/>
                      <a:pt x="138" y="8868"/>
                    </a:cubicBezTo>
                    <a:cubicBezTo>
                      <a:pt x="126" y="8868"/>
                      <a:pt x="115" y="8869"/>
                      <a:pt x="103" y="8873"/>
                    </a:cubicBezTo>
                    <a:cubicBezTo>
                      <a:pt x="37" y="8890"/>
                      <a:pt x="0" y="8958"/>
                      <a:pt x="19" y="9024"/>
                    </a:cubicBezTo>
                    <a:lnTo>
                      <a:pt x="738" y="11566"/>
                    </a:lnTo>
                    <a:lnTo>
                      <a:pt x="738" y="12528"/>
                    </a:lnTo>
                    <a:lnTo>
                      <a:pt x="738" y="13556"/>
                    </a:lnTo>
                    <a:lnTo>
                      <a:pt x="738" y="13808"/>
                    </a:lnTo>
                    <a:lnTo>
                      <a:pt x="1665" y="13808"/>
                    </a:lnTo>
                    <a:lnTo>
                      <a:pt x="1665" y="14373"/>
                    </a:lnTo>
                    <a:lnTo>
                      <a:pt x="1947" y="14373"/>
                    </a:lnTo>
                    <a:lnTo>
                      <a:pt x="1947" y="14380"/>
                    </a:lnTo>
                    <a:lnTo>
                      <a:pt x="2635" y="14380"/>
                    </a:lnTo>
                    <a:lnTo>
                      <a:pt x="2635" y="14369"/>
                    </a:lnTo>
                    <a:cubicBezTo>
                      <a:pt x="3018" y="14307"/>
                      <a:pt x="3314" y="13987"/>
                      <a:pt x="3411" y="13555"/>
                    </a:cubicBezTo>
                    <a:cubicBezTo>
                      <a:pt x="3433" y="13457"/>
                      <a:pt x="3446" y="13353"/>
                      <a:pt x="3446" y="13245"/>
                    </a:cubicBezTo>
                    <a:lnTo>
                      <a:pt x="3446" y="12527"/>
                    </a:lnTo>
                    <a:lnTo>
                      <a:pt x="3446" y="11097"/>
                    </a:lnTo>
                    <a:cubicBezTo>
                      <a:pt x="3446" y="10515"/>
                      <a:pt x="3105" y="10039"/>
                      <a:pt x="2635" y="9961"/>
                    </a:cubicBezTo>
                    <a:lnTo>
                      <a:pt x="2635" y="9948"/>
                    </a:lnTo>
                    <a:lnTo>
                      <a:pt x="1985" y="9948"/>
                    </a:lnTo>
                    <a:lnTo>
                      <a:pt x="1985" y="9942"/>
                    </a:lnTo>
                    <a:lnTo>
                      <a:pt x="1665" y="9942"/>
                    </a:lnTo>
                    <a:lnTo>
                      <a:pt x="1665" y="10506"/>
                    </a:lnTo>
                    <a:lnTo>
                      <a:pt x="1165" y="10506"/>
                    </a:lnTo>
                    <a:cubicBezTo>
                      <a:pt x="1100" y="10047"/>
                      <a:pt x="780" y="7711"/>
                      <a:pt x="731" y="6704"/>
                    </a:cubicBezTo>
                    <a:cubicBezTo>
                      <a:pt x="680" y="5690"/>
                      <a:pt x="918" y="4700"/>
                      <a:pt x="1409" y="3819"/>
                    </a:cubicBezTo>
                    <a:cubicBezTo>
                      <a:pt x="1438" y="3823"/>
                      <a:pt x="1466" y="3825"/>
                      <a:pt x="1494" y="3825"/>
                    </a:cubicBezTo>
                    <a:cubicBezTo>
                      <a:pt x="1671" y="3825"/>
                      <a:pt x="1845" y="3741"/>
                      <a:pt x="1952" y="3583"/>
                    </a:cubicBezTo>
                    <a:cubicBezTo>
                      <a:pt x="2992" y="2056"/>
                      <a:pt x="4803" y="1106"/>
                      <a:pt x="6678" y="1106"/>
                    </a:cubicBezTo>
                    <a:cubicBezTo>
                      <a:pt x="8431" y="1106"/>
                      <a:pt x="10117" y="1922"/>
                      <a:pt x="11187" y="3286"/>
                    </a:cubicBezTo>
                    <a:cubicBezTo>
                      <a:pt x="11297" y="3426"/>
                      <a:pt x="11458" y="3497"/>
                      <a:pt x="11621" y="3497"/>
                    </a:cubicBezTo>
                    <a:cubicBezTo>
                      <a:pt x="11663" y="3497"/>
                      <a:pt x="11704" y="3493"/>
                      <a:pt x="11744" y="3484"/>
                    </a:cubicBezTo>
                    <a:cubicBezTo>
                      <a:pt x="12373" y="4446"/>
                      <a:pt x="12682" y="5559"/>
                      <a:pt x="12626" y="6704"/>
                    </a:cubicBezTo>
                    <a:cubicBezTo>
                      <a:pt x="12576" y="7711"/>
                      <a:pt x="12255" y="10047"/>
                      <a:pt x="12191" y="10506"/>
                    </a:cubicBezTo>
                    <a:lnTo>
                      <a:pt x="11569" y="10506"/>
                    </a:lnTo>
                    <a:lnTo>
                      <a:pt x="11569" y="9942"/>
                    </a:lnTo>
                    <a:lnTo>
                      <a:pt x="11249" y="9942"/>
                    </a:lnTo>
                    <a:lnTo>
                      <a:pt x="11249" y="9948"/>
                    </a:lnTo>
                    <a:lnTo>
                      <a:pt x="10602" y="9948"/>
                    </a:lnTo>
                    <a:lnTo>
                      <a:pt x="10602" y="9961"/>
                    </a:lnTo>
                    <a:cubicBezTo>
                      <a:pt x="10130" y="10039"/>
                      <a:pt x="9790" y="10515"/>
                      <a:pt x="9790" y="11097"/>
                    </a:cubicBezTo>
                    <a:lnTo>
                      <a:pt x="9790" y="12526"/>
                    </a:lnTo>
                    <a:lnTo>
                      <a:pt x="9790" y="13244"/>
                    </a:lnTo>
                    <a:cubicBezTo>
                      <a:pt x="9790" y="13353"/>
                      <a:pt x="9803" y="13456"/>
                      <a:pt x="9825" y="13554"/>
                    </a:cubicBezTo>
                    <a:cubicBezTo>
                      <a:pt x="9922" y="13984"/>
                      <a:pt x="10218" y="14306"/>
                      <a:pt x="10602" y="14368"/>
                    </a:cubicBezTo>
                    <a:lnTo>
                      <a:pt x="10602" y="14379"/>
                    </a:lnTo>
                    <a:lnTo>
                      <a:pt x="11289" y="14379"/>
                    </a:lnTo>
                    <a:lnTo>
                      <a:pt x="11289" y="14371"/>
                    </a:lnTo>
                    <a:lnTo>
                      <a:pt x="11572" y="14371"/>
                    </a:lnTo>
                    <a:lnTo>
                      <a:pt x="11572" y="13807"/>
                    </a:lnTo>
                    <a:lnTo>
                      <a:pt x="12498" y="13807"/>
                    </a:lnTo>
                    <a:lnTo>
                      <a:pt x="12498" y="13555"/>
                    </a:lnTo>
                    <a:lnTo>
                      <a:pt x="12498" y="12527"/>
                    </a:lnTo>
                    <a:lnTo>
                      <a:pt x="12498" y="11733"/>
                    </a:lnTo>
                    <a:lnTo>
                      <a:pt x="13265" y="9024"/>
                    </a:lnTo>
                    <a:cubicBezTo>
                      <a:pt x="13282" y="8957"/>
                      <a:pt x="13245" y="8889"/>
                      <a:pt x="13179" y="8871"/>
                    </a:cubicBezTo>
                    <a:cubicBezTo>
                      <a:pt x="13168" y="8868"/>
                      <a:pt x="13157" y="8866"/>
                      <a:pt x="13146" y="8866"/>
                    </a:cubicBezTo>
                    <a:cubicBezTo>
                      <a:pt x="13092" y="8866"/>
                      <a:pt x="13042" y="8901"/>
                      <a:pt x="13027" y="8956"/>
                    </a:cubicBezTo>
                    <a:lnTo>
                      <a:pt x="12664" y="10236"/>
                    </a:lnTo>
                    <a:cubicBezTo>
                      <a:pt x="12775" y="9420"/>
                      <a:pt x="13013" y="7608"/>
                      <a:pt x="13056" y="6728"/>
                    </a:cubicBezTo>
                    <a:cubicBezTo>
                      <a:pt x="13118" y="5484"/>
                      <a:pt x="12780" y="4275"/>
                      <a:pt x="12095" y="3234"/>
                    </a:cubicBezTo>
                    <a:cubicBezTo>
                      <a:pt x="12211" y="3042"/>
                      <a:pt x="12205" y="2791"/>
                      <a:pt x="12058" y="2604"/>
                    </a:cubicBezTo>
                    <a:cubicBezTo>
                      <a:pt x="10778" y="974"/>
                      <a:pt x="8767" y="1"/>
                      <a:pt x="6678"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3" name="Google Shape;1543;p21"/>
              <p:cNvGrpSpPr/>
              <p:nvPr/>
            </p:nvGrpSpPr>
            <p:grpSpPr>
              <a:xfrm>
                <a:off x="-2686850" y="3696563"/>
                <a:ext cx="332050" cy="359525"/>
                <a:chOff x="-2348725" y="2237525"/>
                <a:chExt cx="332050" cy="359525"/>
              </a:xfrm>
            </p:grpSpPr>
            <p:sp>
              <p:nvSpPr>
                <p:cNvPr id="1544" name="Google Shape;1544;p21"/>
                <p:cNvSpPr/>
                <p:nvPr/>
              </p:nvSpPr>
              <p:spPr>
                <a:xfrm>
                  <a:off x="-2343200" y="2245975"/>
                  <a:ext cx="322925" cy="262375"/>
                </a:xfrm>
                <a:custGeom>
                  <a:rect b="b" l="l" r="r" t="t"/>
                  <a:pathLst>
                    <a:path extrusionOk="0" h="10495" w="12917">
                      <a:moveTo>
                        <a:pt x="6459" y="0"/>
                      </a:moveTo>
                      <a:cubicBezTo>
                        <a:pt x="4680" y="0"/>
                        <a:pt x="2959" y="736"/>
                        <a:pt x="1736" y="2022"/>
                      </a:cubicBezTo>
                      <a:cubicBezTo>
                        <a:pt x="588" y="3226"/>
                        <a:pt x="0" y="4778"/>
                        <a:pt x="79" y="6389"/>
                      </a:cubicBezTo>
                      <a:cubicBezTo>
                        <a:pt x="135" y="7520"/>
                        <a:pt x="513" y="10195"/>
                        <a:pt x="528" y="10309"/>
                      </a:cubicBezTo>
                      <a:cubicBezTo>
                        <a:pt x="544" y="10417"/>
                        <a:pt x="636" y="10494"/>
                        <a:pt x="742" y="10494"/>
                      </a:cubicBezTo>
                      <a:cubicBezTo>
                        <a:pt x="752" y="10494"/>
                        <a:pt x="761" y="10494"/>
                        <a:pt x="773" y="10491"/>
                      </a:cubicBezTo>
                      <a:cubicBezTo>
                        <a:pt x="890" y="10475"/>
                        <a:pt x="972" y="10365"/>
                        <a:pt x="956" y="10248"/>
                      </a:cubicBezTo>
                      <a:cubicBezTo>
                        <a:pt x="952" y="10221"/>
                        <a:pt x="567" y="7479"/>
                        <a:pt x="511" y="6368"/>
                      </a:cubicBezTo>
                      <a:cubicBezTo>
                        <a:pt x="438" y="4875"/>
                        <a:pt x="982" y="3437"/>
                        <a:pt x="2049" y="2318"/>
                      </a:cubicBezTo>
                      <a:cubicBezTo>
                        <a:pt x="3190" y="1119"/>
                        <a:pt x="4798" y="430"/>
                        <a:pt x="6459" y="430"/>
                      </a:cubicBezTo>
                      <a:cubicBezTo>
                        <a:pt x="8120" y="430"/>
                        <a:pt x="9728" y="1119"/>
                        <a:pt x="10869" y="2318"/>
                      </a:cubicBezTo>
                      <a:cubicBezTo>
                        <a:pt x="11935" y="3437"/>
                        <a:pt x="12481" y="4875"/>
                        <a:pt x="12407" y="6368"/>
                      </a:cubicBezTo>
                      <a:cubicBezTo>
                        <a:pt x="12353" y="7479"/>
                        <a:pt x="11966" y="10221"/>
                        <a:pt x="11962" y="10248"/>
                      </a:cubicBezTo>
                      <a:cubicBezTo>
                        <a:pt x="11945" y="10367"/>
                        <a:pt x="12028" y="10475"/>
                        <a:pt x="12146" y="10491"/>
                      </a:cubicBezTo>
                      <a:cubicBezTo>
                        <a:pt x="12156" y="10493"/>
                        <a:pt x="12166" y="10493"/>
                        <a:pt x="12176" y="10493"/>
                      </a:cubicBezTo>
                      <a:cubicBezTo>
                        <a:pt x="12282" y="10493"/>
                        <a:pt x="12374" y="10415"/>
                        <a:pt x="12389" y="10309"/>
                      </a:cubicBezTo>
                      <a:cubicBezTo>
                        <a:pt x="12405" y="10195"/>
                        <a:pt x="12782" y="7520"/>
                        <a:pt x="12838" y="6389"/>
                      </a:cubicBezTo>
                      <a:cubicBezTo>
                        <a:pt x="12916" y="4778"/>
                        <a:pt x="12328" y="3226"/>
                        <a:pt x="11182" y="2022"/>
                      </a:cubicBezTo>
                      <a:cubicBezTo>
                        <a:pt x="9959" y="737"/>
                        <a:pt x="8237"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21"/>
                <p:cNvSpPr/>
                <p:nvPr/>
              </p:nvSpPr>
              <p:spPr>
                <a:xfrm>
                  <a:off x="-2327125" y="2237525"/>
                  <a:ext cx="284600" cy="95700"/>
                </a:xfrm>
                <a:custGeom>
                  <a:rect b="b" l="l" r="r" t="t"/>
                  <a:pathLst>
                    <a:path extrusionOk="0" h="3828" w="11384">
                      <a:moveTo>
                        <a:pt x="5815" y="1"/>
                      </a:moveTo>
                      <a:cubicBezTo>
                        <a:pt x="3578" y="1"/>
                        <a:pt x="1417" y="1136"/>
                        <a:pt x="173" y="2964"/>
                      </a:cubicBezTo>
                      <a:cubicBezTo>
                        <a:pt x="1" y="3216"/>
                        <a:pt x="66" y="3560"/>
                        <a:pt x="319" y="3732"/>
                      </a:cubicBezTo>
                      <a:cubicBezTo>
                        <a:pt x="415" y="3796"/>
                        <a:pt x="523" y="3827"/>
                        <a:pt x="630" y="3827"/>
                      </a:cubicBezTo>
                      <a:cubicBezTo>
                        <a:pt x="807" y="3827"/>
                        <a:pt x="981" y="3743"/>
                        <a:pt x="1088" y="3585"/>
                      </a:cubicBezTo>
                      <a:cubicBezTo>
                        <a:pt x="2128" y="2057"/>
                        <a:pt x="3939" y="1108"/>
                        <a:pt x="5814" y="1108"/>
                      </a:cubicBezTo>
                      <a:cubicBezTo>
                        <a:pt x="7567" y="1108"/>
                        <a:pt x="9251" y="1923"/>
                        <a:pt x="10323" y="3289"/>
                      </a:cubicBezTo>
                      <a:cubicBezTo>
                        <a:pt x="10433" y="3428"/>
                        <a:pt x="10595" y="3500"/>
                        <a:pt x="10760" y="3500"/>
                      </a:cubicBezTo>
                      <a:cubicBezTo>
                        <a:pt x="10879" y="3500"/>
                        <a:pt x="11000" y="3462"/>
                        <a:pt x="11101" y="3382"/>
                      </a:cubicBezTo>
                      <a:cubicBezTo>
                        <a:pt x="11343" y="3193"/>
                        <a:pt x="11384" y="2845"/>
                        <a:pt x="11195" y="2604"/>
                      </a:cubicBezTo>
                      <a:cubicBezTo>
                        <a:pt x="9915" y="974"/>
                        <a:pt x="7904" y="1"/>
                        <a:pt x="58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21"/>
                <p:cNvSpPr/>
                <p:nvPr/>
              </p:nvSpPr>
              <p:spPr>
                <a:xfrm>
                  <a:off x="-2083125" y="2486225"/>
                  <a:ext cx="4050" cy="450"/>
                </a:xfrm>
                <a:custGeom>
                  <a:rect b="b" l="l" r="r" t="t"/>
                  <a:pathLst>
                    <a:path extrusionOk="0" h="18" w="162">
                      <a:moveTo>
                        <a:pt x="1" y="0"/>
                      </a:moveTo>
                      <a:lnTo>
                        <a:pt x="1" y="18"/>
                      </a:lnTo>
                      <a:cubicBezTo>
                        <a:pt x="53" y="7"/>
                        <a:pt x="107" y="0"/>
                        <a:pt x="162" y="0"/>
                      </a:cubicBezTo>
                      <a:close/>
                    </a:path>
                  </a:pathLst>
                </a:custGeom>
                <a:solidFill>
                  <a:srgbClr val="E61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21"/>
                <p:cNvSpPr/>
                <p:nvPr/>
              </p:nvSpPr>
              <p:spPr>
                <a:xfrm>
                  <a:off x="-2330250" y="2550650"/>
                  <a:ext cx="23150" cy="32050"/>
                </a:xfrm>
                <a:custGeom>
                  <a:rect b="b" l="l" r="r" t="t"/>
                  <a:pathLst>
                    <a:path extrusionOk="0" h="1282" w="926">
                      <a:moveTo>
                        <a:pt x="0" y="1"/>
                      </a:moveTo>
                      <a:lnTo>
                        <a:pt x="0" y="1030"/>
                      </a:lnTo>
                      <a:lnTo>
                        <a:pt x="0"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21"/>
                <p:cNvSpPr/>
                <p:nvPr/>
              </p:nvSpPr>
              <p:spPr>
                <a:xfrm>
                  <a:off x="-2307125" y="2550650"/>
                  <a:ext cx="7075" cy="46200"/>
                </a:xfrm>
                <a:custGeom>
                  <a:rect b="b" l="l" r="r" t="t"/>
                  <a:pathLst>
                    <a:path extrusionOk="0" h="1848" w="283">
                      <a:moveTo>
                        <a:pt x="1" y="1"/>
                      </a:moveTo>
                      <a:lnTo>
                        <a:pt x="1" y="1030"/>
                      </a:lnTo>
                      <a:lnTo>
                        <a:pt x="1" y="1282"/>
                      </a:lnTo>
                      <a:lnTo>
                        <a:pt x="1" y="1847"/>
                      </a:lnTo>
                      <a:lnTo>
                        <a:pt x="283" y="1847"/>
                      </a:lnTo>
                      <a:lnTo>
                        <a:pt x="283" y="1030"/>
                      </a:lnTo>
                      <a:lnTo>
                        <a:pt x="283" y="1"/>
                      </a:lnTo>
                      <a:close/>
                    </a:path>
                  </a:pathLst>
                </a:custGeom>
                <a:solidFill>
                  <a:srgbClr val="B20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21"/>
                <p:cNvSpPr/>
                <p:nvPr/>
              </p:nvSpPr>
              <p:spPr>
                <a:xfrm>
                  <a:off x="-2282875" y="2486550"/>
                  <a:ext cx="20300" cy="110225"/>
                </a:xfrm>
                <a:custGeom>
                  <a:rect b="b" l="l" r="r" t="t"/>
                  <a:pathLst>
                    <a:path extrusionOk="0" h="4409" w="812">
                      <a:moveTo>
                        <a:pt x="1" y="0"/>
                      </a:moveTo>
                      <a:lnTo>
                        <a:pt x="1" y="2566"/>
                      </a:lnTo>
                      <a:lnTo>
                        <a:pt x="1" y="3594"/>
                      </a:lnTo>
                      <a:lnTo>
                        <a:pt x="1" y="4408"/>
                      </a:lnTo>
                      <a:cubicBezTo>
                        <a:pt x="384" y="4346"/>
                        <a:pt x="680" y="4026"/>
                        <a:pt x="777" y="3594"/>
                      </a:cubicBezTo>
                      <a:cubicBezTo>
                        <a:pt x="799" y="3496"/>
                        <a:pt x="812" y="3392"/>
                        <a:pt x="812" y="3284"/>
                      </a:cubicBezTo>
                      <a:lnTo>
                        <a:pt x="812" y="2566"/>
                      </a:lnTo>
                      <a:lnTo>
                        <a:pt x="812" y="1137"/>
                      </a:lnTo>
                      <a:cubicBezTo>
                        <a:pt x="812" y="554"/>
                        <a:pt x="471" y="7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21"/>
                <p:cNvSpPr/>
                <p:nvPr/>
              </p:nvSpPr>
              <p:spPr>
                <a:xfrm>
                  <a:off x="-2330250" y="2500225"/>
                  <a:ext cx="23150" cy="82475"/>
                </a:xfrm>
                <a:custGeom>
                  <a:rect b="b" l="l" r="r" t="t"/>
                  <a:pathLst>
                    <a:path extrusionOk="0" h="3299" w="926">
                      <a:moveTo>
                        <a:pt x="0" y="0"/>
                      </a:moveTo>
                      <a:lnTo>
                        <a:pt x="0" y="2018"/>
                      </a:lnTo>
                      <a:lnTo>
                        <a:pt x="0" y="3047"/>
                      </a:lnTo>
                      <a:lnTo>
                        <a:pt x="0"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21"/>
                <p:cNvSpPr/>
                <p:nvPr/>
              </p:nvSpPr>
              <p:spPr>
                <a:xfrm>
                  <a:off x="-2307125" y="2486050"/>
                  <a:ext cx="8025" cy="110800"/>
                </a:xfrm>
                <a:custGeom>
                  <a:rect b="b" l="l" r="r" t="t"/>
                  <a:pathLst>
                    <a:path extrusionOk="0" h="4432" w="321">
                      <a:moveTo>
                        <a:pt x="1" y="1"/>
                      </a:moveTo>
                      <a:lnTo>
                        <a:pt x="1" y="567"/>
                      </a:lnTo>
                      <a:lnTo>
                        <a:pt x="1" y="2585"/>
                      </a:lnTo>
                      <a:lnTo>
                        <a:pt x="1" y="3614"/>
                      </a:lnTo>
                      <a:lnTo>
                        <a:pt x="1" y="3866"/>
                      </a:lnTo>
                      <a:lnTo>
                        <a:pt x="1" y="4431"/>
                      </a:lnTo>
                      <a:lnTo>
                        <a:pt x="283" y="4431"/>
                      </a:lnTo>
                      <a:lnTo>
                        <a:pt x="283" y="3614"/>
                      </a:lnTo>
                      <a:lnTo>
                        <a:pt x="283" y="2585"/>
                      </a:lnTo>
                      <a:lnTo>
                        <a:pt x="283" y="7"/>
                      </a:lnTo>
                      <a:lnTo>
                        <a:pt x="321" y="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21"/>
                <p:cNvSpPr/>
                <p:nvPr/>
              </p:nvSpPr>
              <p:spPr>
                <a:xfrm>
                  <a:off x="-2300075" y="2486225"/>
                  <a:ext cx="17225" cy="110825"/>
                </a:xfrm>
                <a:custGeom>
                  <a:rect b="b" l="l" r="r" t="t"/>
                  <a:pathLst>
                    <a:path extrusionOk="0" h="4433" w="689">
                      <a:moveTo>
                        <a:pt x="1" y="0"/>
                      </a:moveTo>
                      <a:lnTo>
                        <a:pt x="1" y="2578"/>
                      </a:lnTo>
                      <a:lnTo>
                        <a:pt x="1" y="3607"/>
                      </a:lnTo>
                      <a:lnTo>
                        <a:pt x="1" y="4424"/>
                      </a:lnTo>
                      <a:lnTo>
                        <a:pt x="1" y="4432"/>
                      </a:lnTo>
                      <a:lnTo>
                        <a:pt x="689" y="4432"/>
                      </a:lnTo>
                      <a:lnTo>
                        <a:pt x="689" y="4420"/>
                      </a:lnTo>
                      <a:lnTo>
                        <a:pt x="689" y="3607"/>
                      </a:lnTo>
                      <a:lnTo>
                        <a:pt x="689" y="2578"/>
                      </a:lnTo>
                      <a:lnTo>
                        <a:pt x="689" y="13"/>
                      </a:lnTo>
                      <a:lnTo>
                        <a:pt x="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21"/>
                <p:cNvSpPr/>
                <p:nvPr/>
              </p:nvSpPr>
              <p:spPr>
                <a:xfrm>
                  <a:off x="-2059450" y="2550650"/>
                  <a:ext cx="23150" cy="32050"/>
                </a:xfrm>
                <a:custGeom>
                  <a:rect b="b" l="l" r="r" t="t"/>
                  <a:pathLst>
                    <a:path extrusionOk="0" h="1282" w="926">
                      <a:moveTo>
                        <a:pt x="1" y="1"/>
                      </a:moveTo>
                      <a:lnTo>
                        <a:pt x="1" y="1030"/>
                      </a:lnTo>
                      <a:lnTo>
                        <a:pt x="1"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21"/>
                <p:cNvSpPr/>
                <p:nvPr/>
              </p:nvSpPr>
              <p:spPr>
                <a:xfrm>
                  <a:off x="-2104000" y="2486525"/>
                  <a:ext cx="20325" cy="110225"/>
                </a:xfrm>
                <a:custGeom>
                  <a:rect b="b" l="l" r="r" t="t"/>
                  <a:pathLst>
                    <a:path extrusionOk="0" h="4409" w="813">
                      <a:moveTo>
                        <a:pt x="813" y="0"/>
                      </a:moveTo>
                      <a:cubicBezTo>
                        <a:pt x="341" y="79"/>
                        <a:pt x="1" y="555"/>
                        <a:pt x="1" y="1137"/>
                      </a:cubicBezTo>
                      <a:lnTo>
                        <a:pt x="1" y="2566"/>
                      </a:lnTo>
                      <a:lnTo>
                        <a:pt x="1" y="3284"/>
                      </a:lnTo>
                      <a:cubicBezTo>
                        <a:pt x="1" y="3393"/>
                        <a:pt x="14" y="3496"/>
                        <a:pt x="36" y="3594"/>
                      </a:cubicBezTo>
                      <a:cubicBezTo>
                        <a:pt x="133" y="4024"/>
                        <a:pt x="429" y="4346"/>
                        <a:pt x="813" y="4408"/>
                      </a:cubicBezTo>
                      <a:lnTo>
                        <a:pt x="813" y="3594"/>
                      </a:lnTo>
                      <a:lnTo>
                        <a:pt x="813" y="2566"/>
                      </a:lnTo>
                      <a:lnTo>
                        <a:pt x="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21"/>
                <p:cNvSpPr/>
                <p:nvPr/>
              </p:nvSpPr>
              <p:spPr>
                <a:xfrm>
                  <a:off x="-2059450" y="2500225"/>
                  <a:ext cx="23150" cy="82475"/>
                </a:xfrm>
                <a:custGeom>
                  <a:rect b="b" l="l" r="r" t="t"/>
                  <a:pathLst>
                    <a:path extrusionOk="0" h="3299" w="926">
                      <a:moveTo>
                        <a:pt x="1" y="0"/>
                      </a:moveTo>
                      <a:lnTo>
                        <a:pt x="1" y="2018"/>
                      </a:lnTo>
                      <a:lnTo>
                        <a:pt x="1" y="3047"/>
                      </a:lnTo>
                      <a:lnTo>
                        <a:pt x="1"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21"/>
                <p:cNvSpPr/>
                <p:nvPr/>
              </p:nvSpPr>
              <p:spPr>
                <a:xfrm>
                  <a:off x="-2067450" y="2486050"/>
                  <a:ext cx="8025" cy="110800"/>
                </a:xfrm>
                <a:custGeom>
                  <a:rect b="b" l="l" r="r" t="t"/>
                  <a:pathLst>
                    <a:path extrusionOk="0" h="4432" w="321">
                      <a:moveTo>
                        <a:pt x="1" y="1"/>
                      </a:moveTo>
                      <a:lnTo>
                        <a:pt x="1" y="7"/>
                      </a:lnTo>
                      <a:lnTo>
                        <a:pt x="37" y="7"/>
                      </a:lnTo>
                      <a:lnTo>
                        <a:pt x="37" y="2585"/>
                      </a:lnTo>
                      <a:lnTo>
                        <a:pt x="37" y="3614"/>
                      </a:lnTo>
                      <a:lnTo>
                        <a:pt x="37" y="4431"/>
                      </a:lnTo>
                      <a:lnTo>
                        <a:pt x="321" y="4431"/>
                      </a:lnTo>
                      <a:lnTo>
                        <a:pt x="321" y="3866"/>
                      </a:lnTo>
                      <a:lnTo>
                        <a:pt x="321" y="3614"/>
                      </a:lnTo>
                      <a:lnTo>
                        <a:pt x="321" y="2585"/>
                      </a:lnTo>
                      <a:lnTo>
                        <a:pt x="321" y="56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21"/>
                <p:cNvSpPr/>
                <p:nvPr/>
              </p:nvSpPr>
              <p:spPr>
                <a:xfrm>
                  <a:off x="-2083700" y="2486225"/>
                  <a:ext cx="17200" cy="110825"/>
                </a:xfrm>
                <a:custGeom>
                  <a:rect b="b" l="l" r="r" t="t"/>
                  <a:pathLst>
                    <a:path extrusionOk="0" h="4433" w="688">
                      <a:moveTo>
                        <a:pt x="1" y="0"/>
                      </a:moveTo>
                      <a:lnTo>
                        <a:pt x="1" y="13"/>
                      </a:lnTo>
                      <a:lnTo>
                        <a:pt x="1" y="2578"/>
                      </a:lnTo>
                      <a:lnTo>
                        <a:pt x="1" y="3607"/>
                      </a:lnTo>
                      <a:lnTo>
                        <a:pt x="1" y="4420"/>
                      </a:lnTo>
                      <a:lnTo>
                        <a:pt x="1" y="4432"/>
                      </a:lnTo>
                      <a:lnTo>
                        <a:pt x="687" y="4432"/>
                      </a:lnTo>
                      <a:lnTo>
                        <a:pt x="687" y="4424"/>
                      </a:lnTo>
                      <a:lnTo>
                        <a:pt x="687" y="3607"/>
                      </a:lnTo>
                      <a:lnTo>
                        <a:pt x="687" y="2578"/>
                      </a:lnTo>
                      <a:lnTo>
                        <a:pt x="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21"/>
                <p:cNvSpPr/>
                <p:nvPr/>
              </p:nvSpPr>
              <p:spPr>
                <a:xfrm>
                  <a:off x="-2047700" y="2459150"/>
                  <a:ext cx="31025" cy="91650"/>
                </a:xfrm>
                <a:custGeom>
                  <a:rect b="b" l="l" r="r" t="t"/>
                  <a:pathLst>
                    <a:path extrusionOk="0" h="3666" w="1241">
                      <a:moveTo>
                        <a:pt x="1105" y="0"/>
                      </a:moveTo>
                      <a:cubicBezTo>
                        <a:pt x="1050" y="0"/>
                        <a:pt x="1001" y="35"/>
                        <a:pt x="986" y="90"/>
                      </a:cubicBezTo>
                      <a:lnTo>
                        <a:pt x="18" y="3507"/>
                      </a:lnTo>
                      <a:cubicBezTo>
                        <a:pt x="0" y="3573"/>
                        <a:pt x="38" y="3641"/>
                        <a:pt x="104" y="3660"/>
                      </a:cubicBezTo>
                      <a:cubicBezTo>
                        <a:pt x="115" y="3663"/>
                        <a:pt x="125" y="3665"/>
                        <a:pt x="137" y="3665"/>
                      </a:cubicBezTo>
                      <a:cubicBezTo>
                        <a:pt x="191" y="3665"/>
                        <a:pt x="240" y="3629"/>
                        <a:pt x="255" y="3574"/>
                      </a:cubicBezTo>
                      <a:lnTo>
                        <a:pt x="1223" y="157"/>
                      </a:lnTo>
                      <a:cubicBezTo>
                        <a:pt x="1241" y="91"/>
                        <a:pt x="1204" y="23"/>
                        <a:pt x="1138" y="5"/>
                      </a:cubicBezTo>
                      <a:cubicBezTo>
                        <a:pt x="1127" y="2"/>
                        <a:pt x="1116" y="0"/>
                        <a:pt x="1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21"/>
                <p:cNvSpPr/>
                <p:nvPr/>
              </p:nvSpPr>
              <p:spPr>
                <a:xfrm>
                  <a:off x="-2348725" y="2459175"/>
                  <a:ext cx="31050" cy="91625"/>
                </a:xfrm>
                <a:custGeom>
                  <a:rect b="b" l="l" r="r" t="t"/>
                  <a:pathLst>
                    <a:path extrusionOk="0" h="3665" w="1242">
                      <a:moveTo>
                        <a:pt x="138" y="1"/>
                      </a:moveTo>
                      <a:cubicBezTo>
                        <a:pt x="126" y="1"/>
                        <a:pt x="115" y="2"/>
                        <a:pt x="103" y="6"/>
                      </a:cubicBezTo>
                      <a:cubicBezTo>
                        <a:pt x="37" y="24"/>
                        <a:pt x="0" y="91"/>
                        <a:pt x="19" y="157"/>
                      </a:cubicBezTo>
                      <a:lnTo>
                        <a:pt x="986" y="3574"/>
                      </a:lnTo>
                      <a:cubicBezTo>
                        <a:pt x="1001" y="3629"/>
                        <a:pt x="1051" y="3664"/>
                        <a:pt x="1104" y="3664"/>
                      </a:cubicBezTo>
                      <a:cubicBezTo>
                        <a:pt x="1116" y="3664"/>
                        <a:pt x="1128" y="3661"/>
                        <a:pt x="1138" y="3660"/>
                      </a:cubicBezTo>
                      <a:cubicBezTo>
                        <a:pt x="1203" y="3640"/>
                        <a:pt x="1242" y="3573"/>
                        <a:pt x="1223" y="3507"/>
                      </a:cubicBezTo>
                      <a:lnTo>
                        <a:pt x="256" y="90"/>
                      </a:lnTo>
                      <a:cubicBezTo>
                        <a:pt x="240" y="36"/>
                        <a:pt x="191" y="1"/>
                        <a:pt x="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0" name="Google Shape;1560;p21"/>
            <p:cNvGrpSpPr/>
            <p:nvPr/>
          </p:nvGrpSpPr>
          <p:grpSpPr>
            <a:xfrm>
              <a:off x="32153" y="63420"/>
              <a:ext cx="311019" cy="311110"/>
              <a:chOff x="5038846" y="235350"/>
              <a:chExt cx="158691" cy="158738"/>
            </a:xfrm>
          </p:grpSpPr>
          <p:sp>
            <p:nvSpPr>
              <p:cNvPr id="1561" name="Google Shape;1561;p21"/>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21"/>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 name="Google Shape;1563;p21"/>
            <p:cNvGrpSpPr/>
            <p:nvPr/>
          </p:nvGrpSpPr>
          <p:grpSpPr>
            <a:xfrm>
              <a:off x="8702778" y="3886495"/>
              <a:ext cx="311019" cy="311110"/>
              <a:chOff x="5038846" y="235350"/>
              <a:chExt cx="158691" cy="158738"/>
            </a:xfrm>
          </p:grpSpPr>
          <p:sp>
            <p:nvSpPr>
              <p:cNvPr id="1564" name="Google Shape;1564;p21"/>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21"/>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 name="Google Shape;1566;p21"/>
            <p:cNvGrpSpPr/>
            <p:nvPr/>
          </p:nvGrpSpPr>
          <p:grpSpPr>
            <a:xfrm>
              <a:off x="128540" y="4418485"/>
              <a:ext cx="261189" cy="248344"/>
              <a:chOff x="5164484" y="526738"/>
              <a:chExt cx="133266" cy="126713"/>
            </a:xfrm>
          </p:grpSpPr>
          <p:sp>
            <p:nvSpPr>
              <p:cNvPr id="1567" name="Google Shape;1567;p21"/>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21"/>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569" name="Shape 1569"/>
        <p:cNvGrpSpPr/>
        <p:nvPr/>
      </p:nvGrpSpPr>
      <p:grpSpPr>
        <a:xfrm>
          <a:off x="0" y="0"/>
          <a:ext cx="0" cy="0"/>
          <a:chOff x="0" y="0"/>
          <a:chExt cx="0" cy="0"/>
        </a:xfrm>
      </p:grpSpPr>
      <p:sp>
        <p:nvSpPr>
          <p:cNvPr id="1570" name="Google Shape;1570;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571" name="Google Shape;1571;p22"/>
          <p:cNvSpPr txBox="1"/>
          <p:nvPr>
            <p:ph idx="1" type="subTitle"/>
          </p:nvPr>
        </p:nvSpPr>
        <p:spPr>
          <a:xfrm>
            <a:off x="720151" y="3534451"/>
            <a:ext cx="24003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72" name="Google Shape;1572;p22"/>
          <p:cNvSpPr txBox="1"/>
          <p:nvPr>
            <p:ph idx="2" type="subTitle"/>
          </p:nvPr>
        </p:nvSpPr>
        <p:spPr>
          <a:xfrm>
            <a:off x="3371932" y="2772451"/>
            <a:ext cx="24003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73" name="Google Shape;1573;p22"/>
          <p:cNvSpPr txBox="1"/>
          <p:nvPr>
            <p:ph idx="3" type="subTitle"/>
          </p:nvPr>
        </p:nvSpPr>
        <p:spPr>
          <a:xfrm>
            <a:off x="6023696" y="3534451"/>
            <a:ext cx="24003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74" name="Google Shape;1574;p22"/>
          <p:cNvSpPr txBox="1"/>
          <p:nvPr>
            <p:ph idx="4" type="subTitle"/>
          </p:nvPr>
        </p:nvSpPr>
        <p:spPr>
          <a:xfrm>
            <a:off x="720150" y="3229650"/>
            <a:ext cx="2400300" cy="457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575" name="Google Shape;1575;p22"/>
          <p:cNvSpPr txBox="1"/>
          <p:nvPr>
            <p:ph idx="5" type="subTitle"/>
          </p:nvPr>
        </p:nvSpPr>
        <p:spPr>
          <a:xfrm>
            <a:off x="3371936" y="2467650"/>
            <a:ext cx="2400300" cy="457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576" name="Google Shape;1576;p22"/>
          <p:cNvSpPr txBox="1"/>
          <p:nvPr>
            <p:ph idx="6" type="subTitle"/>
          </p:nvPr>
        </p:nvSpPr>
        <p:spPr>
          <a:xfrm>
            <a:off x="6023696" y="3229650"/>
            <a:ext cx="2400300" cy="457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1577" name="Google Shape;1577;p22"/>
          <p:cNvGrpSpPr/>
          <p:nvPr/>
        </p:nvGrpSpPr>
        <p:grpSpPr>
          <a:xfrm>
            <a:off x="108456" y="77995"/>
            <a:ext cx="9003474" cy="5004858"/>
            <a:chOff x="108456" y="77995"/>
            <a:chExt cx="9003474" cy="5004858"/>
          </a:xfrm>
        </p:grpSpPr>
        <p:grpSp>
          <p:nvGrpSpPr>
            <p:cNvPr id="1578" name="Google Shape;1578;p22"/>
            <p:cNvGrpSpPr/>
            <p:nvPr/>
          </p:nvGrpSpPr>
          <p:grpSpPr>
            <a:xfrm rot="-5400000">
              <a:off x="8489465" y="77975"/>
              <a:ext cx="493780" cy="493821"/>
              <a:chOff x="4431534" y="492938"/>
              <a:chExt cx="251941" cy="251963"/>
            </a:xfrm>
          </p:grpSpPr>
          <p:sp>
            <p:nvSpPr>
              <p:cNvPr id="1579" name="Google Shape;1579;p22"/>
              <p:cNvSpPr/>
              <p:nvPr/>
            </p:nvSpPr>
            <p:spPr>
              <a:xfrm>
                <a:off x="4431534" y="492938"/>
                <a:ext cx="250600" cy="250550"/>
              </a:xfrm>
              <a:custGeom>
                <a:rect b="b" l="l" r="r" t="t"/>
                <a:pathLst>
                  <a:path extrusionOk="0" h="10022" w="10024">
                    <a:moveTo>
                      <a:pt x="1" y="0"/>
                    </a:moveTo>
                    <a:lnTo>
                      <a:pt x="1" y="6630"/>
                    </a:lnTo>
                    <a:lnTo>
                      <a:pt x="1" y="6785"/>
                    </a:lnTo>
                    <a:lnTo>
                      <a:pt x="5" y="6785"/>
                    </a:lnTo>
                    <a:cubicBezTo>
                      <a:pt x="87" y="8586"/>
                      <a:pt x="1572" y="10022"/>
                      <a:pt x="3394" y="10022"/>
                    </a:cubicBezTo>
                    <a:cubicBezTo>
                      <a:pt x="5216" y="10022"/>
                      <a:pt x="6702" y="8585"/>
                      <a:pt x="6783" y="6781"/>
                    </a:cubicBezTo>
                    <a:cubicBezTo>
                      <a:pt x="8586" y="6702"/>
                      <a:pt x="10023" y="5216"/>
                      <a:pt x="10023" y="3392"/>
                    </a:cubicBezTo>
                    <a:cubicBezTo>
                      <a:pt x="10023" y="1571"/>
                      <a:pt x="8587" y="85"/>
                      <a:pt x="6786" y="4"/>
                    </a:cubicBezTo>
                    <a:lnTo>
                      <a:pt x="6786" y="0"/>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22"/>
              <p:cNvSpPr/>
              <p:nvPr/>
            </p:nvSpPr>
            <p:spPr>
              <a:xfrm>
                <a:off x="4432925" y="494325"/>
                <a:ext cx="250550" cy="250575"/>
              </a:xfrm>
              <a:custGeom>
                <a:rect b="b" l="l" r="r" t="t"/>
                <a:pathLst>
                  <a:path extrusionOk="0" h="10023" w="10022">
                    <a:moveTo>
                      <a:pt x="0" y="1"/>
                    </a:moveTo>
                    <a:lnTo>
                      <a:pt x="0" y="6629"/>
                    </a:lnTo>
                    <a:lnTo>
                      <a:pt x="0" y="6785"/>
                    </a:lnTo>
                    <a:lnTo>
                      <a:pt x="4" y="6785"/>
                    </a:lnTo>
                    <a:lnTo>
                      <a:pt x="4" y="6786"/>
                    </a:lnTo>
                    <a:cubicBezTo>
                      <a:pt x="86" y="8587"/>
                      <a:pt x="1572" y="10023"/>
                      <a:pt x="3393" y="10023"/>
                    </a:cubicBezTo>
                    <a:cubicBezTo>
                      <a:pt x="5216" y="10023"/>
                      <a:pt x="6702" y="8585"/>
                      <a:pt x="6781" y="6782"/>
                    </a:cubicBezTo>
                    <a:cubicBezTo>
                      <a:pt x="8585" y="6702"/>
                      <a:pt x="10022" y="5216"/>
                      <a:pt x="10022" y="3393"/>
                    </a:cubicBezTo>
                    <a:cubicBezTo>
                      <a:pt x="10022" y="1572"/>
                      <a:pt x="8586" y="86"/>
                      <a:pt x="6785" y="4"/>
                    </a:cubicBezTo>
                    <a:lnTo>
                      <a:pt x="678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22"/>
              <p:cNvSpPr/>
              <p:nvPr/>
            </p:nvSpPr>
            <p:spPr>
              <a:xfrm>
                <a:off x="4479625" y="541000"/>
                <a:ext cx="157200" cy="157225"/>
              </a:xfrm>
              <a:custGeom>
                <a:rect b="b" l="l" r="r" t="t"/>
                <a:pathLst>
                  <a:path extrusionOk="0" h="6289" w="6288">
                    <a:moveTo>
                      <a:pt x="0" y="1"/>
                    </a:moveTo>
                    <a:lnTo>
                      <a:pt x="0" y="4789"/>
                    </a:lnTo>
                    <a:lnTo>
                      <a:pt x="3" y="4835"/>
                    </a:lnTo>
                    <a:cubicBezTo>
                      <a:pt x="40" y="5650"/>
                      <a:pt x="710" y="6289"/>
                      <a:pt x="1526" y="6289"/>
                    </a:cubicBezTo>
                    <a:cubicBezTo>
                      <a:pt x="2346" y="6289"/>
                      <a:pt x="3013" y="5650"/>
                      <a:pt x="3050" y="4834"/>
                    </a:cubicBezTo>
                    <a:lnTo>
                      <a:pt x="3125" y="3126"/>
                    </a:lnTo>
                    <a:lnTo>
                      <a:pt x="4833" y="3050"/>
                    </a:lnTo>
                    <a:cubicBezTo>
                      <a:pt x="5648" y="3014"/>
                      <a:pt x="6288" y="2345"/>
                      <a:pt x="6288" y="1527"/>
                    </a:cubicBezTo>
                    <a:cubicBezTo>
                      <a:pt x="6288" y="710"/>
                      <a:pt x="5649" y="41"/>
                      <a:pt x="4834" y="4"/>
                    </a:cubicBezTo>
                    <a:lnTo>
                      <a:pt x="47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22"/>
              <p:cNvSpPr/>
              <p:nvPr/>
            </p:nvSpPr>
            <p:spPr>
              <a:xfrm>
                <a:off x="4495100" y="556600"/>
                <a:ext cx="126125" cy="126125"/>
              </a:xfrm>
              <a:custGeom>
                <a:rect b="b" l="l" r="r" t="t"/>
                <a:pathLst>
                  <a:path extrusionOk="0" h="5045" w="5045">
                    <a:moveTo>
                      <a:pt x="4155" y="0"/>
                    </a:moveTo>
                    <a:lnTo>
                      <a:pt x="4155" y="3"/>
                    </a:lnTo>
                    <a:lnTo>
                      <a:pt x="0" y="3"/>
                    </a:lnTo>
                    <a:lnTo>
                      <a:pt x="0" y="4154"/>
                    </a:lnTo>
                    <a:lnTo>
                      <a:pt x="1" y="4185"/>
                    </a:lnTo>
                    <a:cubicBezTo>
                      <a:pt x="24" y="4667"/>
                      <a:pt x="419" y="5044"/>
                      <a:pt x="903" y="5044"/>
                    </a:cubicBezTo>
                    <a:cubicBezTo>
                      <a:pt x="1388" y="5044"/>
                      <a:pt x="1785" y="4667"/>
                      <a:pt x="1805" y="4184"/>
                    </a:cubicBezTo>
                    <a:lnTo>
                      <a:pt x="1905" y="1906"/>
                    </a:lnTo>
                    <a:lnTo>
                      <a:pt x="4184" y="1805"/>
                    </a:lnTo>
                    <a:cubicBezTo>
                      <a:pt x="4666" y="1783"/>
                      <a:pt x="5045" y="1387"/>
                      <a:pt x="5045" y="903"/>
                    </a:cubicBezTo>
                    <a:cubicBezTo>
                      <a:pt x="5045" y="420"/>
                      <a:pt x="4668" y="24"/>
                      <a:pt x="4184" y="2"/>
                    </a:cubicBezTo>
                    <a:lnTo>
                      <a:pt x="41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 name="Google Shape;1583;p22"/>
            <p:cNvGrpSpPr/>
            <p:nvPr/>
          </p:nvGrpSpPr>
          <p:grpSpPr>
            <a:xfrm>
              <a:off x="8611370" y="745547"/>
              <a:ext cx="500560" cy="472885"/>
              <a:chOff x="-1174275" y="581450"/>
              <a:chExt cx="370100" cy="349638"/>
            </a:xfrm>
          </p:grpSpPr>
          <p:sp>
            <p:nvSpPr>
              <p:cNvPr id="1584" name="Google Shape;1584;p22"/>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22"/>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 name="Google Shape;1586;p22"/>
            <p:cNvGrpSpPr/>
            <p:nvPr/>
          </p:nvGrpSpPr>
          <p:grpSpPr>
            <a:xfrm>
              <a:off x="108456" y="4456781"/>
              <a:ext cx="922737" cy="626072"/>
              <a:chOff x="-3794680" y="4317442"/>
              <a:chExt cx="866989" cy="588248"/>
            </a:xfrm>
          </p:grpSpPr>
          <p:sp>
            <p:nvSpPr>
              <p:cNvPr id="1587" name="Google Shape;1587;p22"/>
              <p:cNvSpPr/>
              <p:nvPr/>
            </p:nvSpPr>
            <p:spPr>
              <a:xfrm>
                <a:off x="-3794375" y="4317442"/>
                <a:ext cx="866684" cy="558918"/>
              </a:xfrm>
              <a:custGeom>
                <a:rect b="b" l="l" r="r" t="t"/>
                <a:pathLst>
                  <a:path extrusionOk="0" h="5499" w="8527">
                    <a:moveTo>
                      <a:pt x="7325" y="858"/>
                    </a:moveTo>
                    <a:cubicBezTo>
                      <a:pt x="7416" y="858"/>
                      <a:pt x="7489" y="932"/>
                      <a:pt x="7489" y="1022"/>
                    </a:cubicBezTo>
                    <a:lnTo>
                      <a:pt x="7489" y="1282"/>
                    </a:lnTo>
                    <a:lnTo>
                      <a:pt x="4440" y="1287"/>
                    </a:lnTo>
                    <a:lnTo>
                      <a:pt x="4440" y="1287"/>
                    </a:lnTo>
                    <a:lnTo>
                      <a:pt x="5199" y="858"/>
                    </a:lnTo>
                    <a:close/>
                    <a:moveTo>
                      <a:pt x="5031" y="858"/>
                    </a:moveTo>
                    <a:lnTo>
                      <a:pt x="4270" y="1287"/>
                    </a:lnTo>
                    <a:lnTo>
                      <a:pt x="4225" y="1287"/>
                    </a:lnTo>
                    <a:lnTo>
                      <a:pt x="3464" y="858"/>
                    </a:lnTo>
                    <a:close/>
                    <a:moveTo>
                      <a:pt x="3296" y="858"/>
                    </a:moveTo>
                    <a:lnTo>
                      <a:pt x="4058" y="1287"/>
                    </a:lnTo>
                    <a:lnTo>
                      <a:pt x="1032" y="1291"/>
                    </a:lnTo>
                    <a:lnTo>
                      <a:pt x="1032" y="1022"/>
                    </a:lnTo>
                    <a:cubicBezTo>
                      <a:pt x="1032" y="932"/>
                      <a:pt x="1106" y="858"/>
                      <a:pt x="1196" y="858"/>
                    </a:cubicBezTo>
                    <a:close/>
                    <a:moveTo>
                      <a:pt x="2091" y="1"/>
                    </a:moveTo>
                    <a:cubicBezTo>
                      <a:pt x="2019" y="1"/>
                      <a:pt x="1962" y="58"/>
                      <a:pt x="1962" y="130"/>
                    </a:cubicBezTo>
                    <a:cubicBezTo>
                      <a:pt x="1962" y="200"/>
                      <a:pt x="2019" y="259"/>
                      <a:pt x="2091" y="259"/>
                    </a:cubicBezTo>
                    <a:cubicBezTo>
                      <a:pt x="2124" y="259"/>
                      <a:pt x="2154" y="245"/>
                      <a:pt x="2176" y="225"/>
                    </a:cubicBezTo>
                    <a:lnTo>
                      <a:pt x="2783" y="566"/>
                    </a:lnTo>
                    <a:lnTo>
                      <a:pt x="1196" y="566"/>
                    </a:lnTo>
                    <a:cubicBezTo>
                      <a:pt x="946" y="566"/>
                      <a:pt x="744" y="771"/>
                      <a:pt x="744" y="1019"/>
                    </a:cubicBezTo>
                    <a:lnTo>
                      <a:pt x="744" y="1289"/>
                    </a:lnTo>
                    <a:lnTo>
                      <a:pt x="447" y="1289"/>
                    </a:lnTo>
                    <a:cubicBezTo>
                      <a:pt x="202" y="1289"/>
                      <a:pt x="1" y="1490"/>
                      <a:pt x="1" y="1735"/>
                    </a:cubicBezTo>
                    <a:lnTo>
                      <a:pt x="2" y="2143"/>
                    </a:lnTo>
                    <a:lnTo>
                      <a:pt x="7" y="4856"/>
                    </a:lnTo>
                    <a:lnTo>
                      <a:pt x="7" y="5050"/>
                    </a:lnTo>
                    <a:cubicBezTo>
                      <a:pt x="8" y="5295"/>
                      <a:pt x="207" y="5496"/>
                      <a:pt x="453" y="5496"/>
                    </a:cubicBezTo>
                    <a:cubicBezTo>
                      <a:pt x="454" y="5496"/>
                      <a:pt x="454" y="5496"/>
                      <a:pt x="455" y="5496"/>
                    </a:cubicBezTo>
                    <a:lnTo>
                      <a:pt x="3144" y="5492"/>
                    </a:lnTo>
                    <a:lnTo>
                      <a:pt x="3144" y="5498"/>
                    </a:lnTo>
                    <a:lnTo>
                      <a:pt x="5382" y="5498"/>
                    </a:lnTo>
                    <a:lnTo>
                      <a:pt x="5382" y="5492"/>
                    </a:lnTo>
                    <a:lnTo>
                      <a:pt x="8079" y="5488"/>
                    </a:lnTo>
                    <a:cubicBezTo>
                      <a:pt x="8325" y="5487"/>
                      <a:pt x="8526" y="5287"/>
                      <a:pt x="8526" y="5040"/>
                    </a:cubicBezTo>
                    <a:lnTo>
                      <a:pt x="8526" y="4857"/>
                    </a:lnTo>
                    <a:lnTo>
                      <a:pt x="8521" y="2144"/>
                    </a:lnTo>
                    <a:lnTo>
                      <a:pt x="8519" y="1725"/>
                    </a:lnTo>
                    <a:cubicBezTo>
                      <a:pt x="8518" y="1480"/>
                      <a:pt x="8318" y="1280"/>
                      <a:pt x="8072" y="1280"/>
                    </a:cubicBezTo>
                    <a:lnTo>
                      <a:pt x="7776" y="1280"/>
                    </a:lnTo>
                    <a:lnTo>
                      <a:pt x="7776" y="1019"/>
                    </a:lnTo>
                    <a:cubicBezTo>
                      <a:pt x="7776" y="770"/>
                      <a:pt x="7573" y="566"/>
                      <a:pt x="7324" y="566"/>
                    </a:cubicBezTo>
                    <a:lnTo>
                      <a:pt x="5712" y="566"/>
                    </a:lnTo>
                    <a:lnTo>
                      <a:pt x="6319" y="225"/>
                    </a:lnTo>
                    <a:cubicBezTo>
                      <a:pt x="6341" y="245"/>
                      <a:pt x="6371" y="259"/>
                      <a:pt x="6405" y="259"/>
                    </a:cubicBezTo>
                    <a:cubicBezTo>
                      <a:pt x="6476" y="259"/>
                      <a:pt x="6534" y="200"/>
                      <a:pt x="6534" y="130"/>
                    </a:cubicBezTo>
                    <a:cubicBezTo>
                      <a:pt x="6534" y="58"/>
                      <a:pt x="6476" y="1"/>
                      <a:pt x="6405" y="1"/>
                    </a:cubicBezTo>
                    <a:cubicBezTo>
                      <a:pt x="6334" y="1"/>
                      <a:pt x="6276" y="58"/>
                      <a:pt x="6276" y="130"/>
                    </a:cubicBezTo>
                    <a:cubicBezTo>
                      <a:pt x="6276" y="137"/>
                      <a:pt x="6277" y="146"/>
                      <a:pt x="6279" y="153"/>
                    </a:cubicBezTo>
                    <a:lnTo>
                      <a:pt x="5545" y="566"/>
                    </a:lnTo>
                    <a:lnTo>
                      <a:pt x="2950" y="566"/>
                    </a:lnTo>
                    <a:lnTo>
                      <a:pt x="2217" y="153"/>
                    </a:lnTo>
                    <a:cubicBezTo>
                      <a:pt x="2218" y="146"/>
                      <a:pt x="2220" y="138"/>
                      <a:pt x="2220" y="130"/>
                    </a:cubicBezTo>
                    <a:cubicBezTo>
                      <a:pt x="2220" y="58"/>
                      <a:pt x="2161" y="1"/>
                      <a:pt x="2091"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22"/>
              <p:cNvSpPr/>
              <p:nvPr/>
            </p:nvSpPr>
            <p:spPr>
              <a:xfrm>
                <a:off x="-3794680" y="4447695"/>
                <a:ext cx="866989" cy="428718"/>
              </a:xfrm>
              <a:custGeom>
                <a:rect b="b" l="l" r="r" t="t"/>
                <a:pathLst>
                  <a:path extrusionOk="0" h="4218" w="8530">
                    <a:moveTo>
                      <a:pt x="8075" y="0"/>
                    </a:moveTo>
                    <a:lnTo>
                      <a:pt x="448" y="11"/>
                    </a:lnTo>
                    <a:cubicBezTo>
                      <a:pt x="201" y="11"/>
                      <a:pt x="1" y="212"/>
                      <a:pt x="1" y="457"/>
                    </a:cubicBezTo>
                    <a:lnTo>
                      <a:pt x="2" y="864"/>
                    </a:lnTo>
                    <a:lnTo>
                      <a:pt x="7" y="3577"/>
                    </a:lnTo>
                    <a:lnTo>
                      <a:pt x="7" y="3772"/>
                    </a:lnTo>
                    <a:cubicBezTo>
                      <a:pt x="9" y="4017"/>
                      <a:pt x="210" y="4217"/>
                      <a:pt x="455" y="4217"/>
                    </a:cubicBezTo>
                    <a:lnTo>
                      <a:pt x="8082" y="4208"/>
                    </a:lnTo>
                    <a:cubicBezTo>
                      <a:pt x="8329" y="4207"/>
                      <a:pt x="8529" y="4006"/>
                      <a:pt x="8529" y="3761"/>
                    </a:cubicBezTo>
                    <a:lnTo>
                      <a:pt x="8529" y="3577"/>
                    </a:lnTo>
                    <a:lnTo>
                      <a:pt x="8524" y="864"/>
                    </a:lnTo>
                    <a:lnTo>
                      <a:pt x="8523" y="445"/>
                    </a:lnTo>
                    <a:cubicBezTo>
                      <a:pt x="8521" y="200"/>
                      <a:pt x="8320" y="0"/>
                      <a:pt x="8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22"/>
              <p:cNvSpPr/>
              <p:nvPr/>
            </p:nvSpPr>
            <p:spPr>
              <a:xfrm>
                <a:off x="-3594959" y="4317696"/>
                <a:ext cx="464800" cy="141788"/>
              </a:xfrm>
              <a:custGeom>
                <a:rect b="b" l="l" r="r" t="t"/>
                <a:pathLst>
                  <a:path extrusionOk="0" h="1395" w="4573">
                    <a:moveTo>
                      <a:pt x="130" y="1"/>
                    </a:moveTo>
                    <a:cubicBezTo>
                      <a:pt x="59" y="1"/>
                      <a:pt x="1" y="59"/>
                      <a:pt x="1" y="130"/>
                    </a:cubicBezTo>
                    <a:cubicBezTo>
                      <a:pt x="1" y="201"/>
                      <a:pt x="59" y="259"/>
                      <a:pt x="130" y="259"/>
                    </a:cubicBezTo>
                    <a:cubicBezTo>
                      <a:pt x="163" y="259"/>
                      <a:pt x="193" y="246"/>
                      <a:pt x="216" y="225"/>
                    </a:cubicBezTo>
                    <a:lnTo>
                      <a:pt x="2286" y="1394"/>
                    </a:lnTo>
                    <a:lnTo>
                      <a:pt x="4357" y="227"/>
                    </a:lnTo>
                    <a:cubicBezTo>
                      <a:pt x="4381" y="247"/>
                      <a:pt x="4409" y="260"/>
                      <a:pt x="4443" y="260"/>
                    </a:cubicBezTo>
                    <a:cubicBezTo>
                      <a:pt x="4515" y="260"/>
                      <a:pt x="4572" y="202"/>
                      <a:pt x="4572" y="131"/>
                    </a:cubicBezTo>
                    <a:cubicBezTo>
                      <a:pt x="4572" y="61"/>
                      <a:pt x="4516" y="1"/>
                      <a:pt x="4443" y="1"/>
                    </a:cubicBezTo>
                    <a:cubicBezTo>
                      <a:pt x="4372" y="1"/>
                      <a:pt x="4314" y="59"/>
                      <a:pt x="4314" y="130"/>
                    </a:cubicBezTo>
                    <a:cubicBezTo>
                      <a:pt x="4314" y="138"/>
                      <a:pt x="4315" y="146"/>
                      <a:pt x="4317" y="155"/>
                    </a:cubicBezTo>
                    <a:lnTo>
                      <a:pt x="2287" y="1298"/>
                    </a:lnTo>
                    <a:lnTo>
                      <a:pt x="256" y="155"/>
                    </a:lnTo>
                    <a:cubicBezTo>
                      <a:pt x="258" y="146"/>
                      <a:pt x="259" y="139"/>
                      <a:pt x="259" y="130"/>
                    </a:cubicBezTo>
                    <a:cubicBezTo>
                      <a:pt x="259" y="59"/>
                      <a:pt x="201" y="1"/>
                      <a:pt x="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22"/>
              <p:cNvSpPr/>
              <p:nvPr/>
            </p:nvSpPr>
            <p:spPr>
              <a:xfrm>
                <a:off x="-3718857" y="4375428"/>
                <a:ext cx="715037" cy="76637"/>
              </a:xfrm>
              <a:custGeom>
                <a:rect b="b" l="l" r="r" t="t"/>
                <a:pathLst>
                  <a:path extrusionOk="0" h="754" w="7035">
                    <a:moveTo>
                      <a:pt x="453" y="0"/>
                    </a:moveTo>
                    <a:cubicBezTo>
                      <a:pt x="204" y="0"/>
                      <a:pt x="1" y="203"/>
                      <a:pt x="1" y="453"/>
                    </a:cubicBezTo>
                    <a:lnTo>
                      <a:pt x="1" y="754"/>
                    </a:lnTo>
                    <a:lnTo>
                      <a:pt x="289" y="754"/>
                    </a:lnTo>
                    <a:lnTo>
                      <a:pt x="289" y="453"/>
                    </a:lnTo>
                    <a:cubicBezTo>
                      <a:pt x="289" y="363"/>
                      <a:pt x="363" y="289"/>
                      <a:pt x="453" y="289"/>
                    </a:cubicBezTo>
                    <a:lnTo>
                      <a:pt x="6582" y="289"/>
                    </a:lnTo>
                    <a:cubicBezTo>
                      <a:pt x="6673" y="289"/>
                      <a:pt x="6746" y="363"/>
                      <a:pt x="6746" y="453"/>
                    </a:cubicBezTo>
                    <a:lnTo>
                      <a:pt x="6746" y="754"/>
                    </a:lnTo>
                    <a:lnTo>
                      <a:pt x="7035" y="754"/>
                    </a:lnTo>
                    <a:lnTo>
                      <a:pt x="7035" y="453"/>
                    </a:lnTo>
                    <a:cubicBezTo>
                      <a:pt x="7035" y="203"/>
                      <a:pt x="6833" y="0"/>
                      <a:pt x="65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22"/>
              <p:cNvSpPr/>
              <p:nvPr/>
            </p:nvSpPr>
            <p:spPr>
              <a:xfrm>
                <a:off x="-3530000" y="4363021"/>
                <a:ext cx="338351" cy="54275"/>
              </a:xfrm>
              <a:custGeom>
                <a:rect b="b" l="l" r="r" t="t"/>
                <a:pathLst>
                  <a:path extrusionOk="0" h="290" w="3329">
                    <a:moveTo>
                      <a:pt x="1" y="0"/>
                    </a:moveTo>
                    <a:lnTo>
                      <a:pt x="1" y="289"/>
                    </a:lnTo>
                    <a:lnTo>
                      <a:pt x="3329" y="289"/>
                    </a:lnTo>
                    <a:lnTo>
                      <a:pt x="33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22"/>
              <p:cNvSpPr/>
              <p:nvPr/>
            </p:nvSpPr>
            <p:spPr>
              <a:xfrm>
                <a:off x="-3794579" y="4447797"/>
                <a:ext cx="866379" cy="88020"/>
              </a:xfrm>
              <a:custGeom>
                <a:rect b="b" l="l" r="r" t="t"/>
                <a:pathLst>
                  <a:path extrusionOk="0" h="866" w="8524">
                    <a:moveTo>
                      <a:pt x="8075" y="0"/>
                    </a:moveTo>
                    <a:lnTo>
                      <a:pt x="448" y="11"/>
                    </a:lnTo>
                    <a:cubicBezTo>
                      <a:pt x="201" y="11"/>
                      <a:pt x="1" y="212"/>
                      <a:pt x="1" y="457"/>
                    </a:cubicBezTo>
                    <a:lnTo>
                      <a:pt x="2" y="865"/>
                    </a:lnTo>
                    <a:lnTo>
                      <a:pt x="8523" y="865"/>
                    </a:lnTo>
                    <a:lnTo>
                      <a:pt x="8523" y="445"/>
                    </a:lnTo>
                    <a:cubicBezTo>
                      <a:pt x="8521" y="201"/>
                      <a:pt x="8320" y="0"/>
                      <a:pt x="8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22"/>
              <p:cNvSpPr/>
              <p:nvPr/>
            </p:nvSpPr>
            <p:spPr>
              <a:xfrm>
                <a:off x="-3679930" y="4464669"/>
                <a:ext cx="638198" cy="54276"/>
              </a:xfrm>
              <a:custGeom>
                <a:rect b="b" l="l" r="r" t="t"/>
                <a:pathLst>
                  <a:path extrusionOk="0" h="534" w="6279">
                    <a:moveTo>
                      <a:pt x="6278" y="1"/>
                    </a:moveTo>
                    <a:lnTo>
                      <a:pt x="1" y="9"/>
                    </a:lnTo>
                    <a:lnTo>
                      <a:pt x="1" y="533"/>
                    </a:lnTo>
                    <a:lnTo>
                      <a:pt x="6278" y="533"/>
                    </a:lnTo>
                    <a:lnTo>
                      <a:pt x="62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22"/>
              <p:cNvSpPr/>
              <p:nvPr/>
            </p:nvSpPr>
            <p:spPr>
              <a:xfrm>
                <a:off x="-3490068" y="4488555"/>
                <a:ext cx="430445" cy="6403"/>
              </a:xfrm>
              <a:custGeom>
                <a:rect b="b" l="l" r="r" t="t"/>
                <a:pathLst>
                  <a:path extrusionOk="0" h="63" w="4235">
                    <a:moveTo>
                      <a:pt x="32" y="1"/>
                    </a:moveTo>
                    <a:cubicBezTo>
                      <a:pt x="15" y="1"/>
                      <a:pt x="1" y="15"/>
                      <a:pt x="1" y="32"/>
                    </a:cubicBezTo>
                    <a:cubicBezTo>
                      <a:pt x="1" y="48"/>
                      <a:pt x="15" y="63"/>
                      <a:pt x="32" y="63"/>
                    </a:cubicBezTo>
                    <a:lnTo>
                      <a:pt x="4204" y="63"/>
                    </a:lnTo>
                    <a:cubicBezTo>
                      <a:pt x="4222" y="63"/>
                      <a:pt x="4235" y="48"/>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22"/>
              <p:cNvSpPr/>
              <p:nvPr/>
            </p:nvSpPr>
            <p:spPr>
              <a:xfrm>
                <a:off x="-3490068" y="4475545"/>
                <a:ext cx="430649" cy="6403"/>
              </a:xfrm>
              <a:custGeom>
                <a:rect b="b" l="l" r="r" t="t"/>
                <a:pathLst>
                  <a:path extrusionOk="0" h="63" w="4237">
                    <a:moveTo>
                      <a:pt x="32" y="1"/>
                    </a:moveTo>
                    <a:cubicBezTo>
                      <a:pt x="15" y="1"/>
                      <a:pt x="1" y="15"/>
                      <a:pt x="1" y="32"/>
                    </a:cubicBezTo>
                    <a:cubicBezTo>
                      <a:pt x="1" y="48"/>
                      <a:pt x="15" y="63"/>
                      <a:pt x="32" y="63"/>
                    </a:cubicBezTo>
                    <a:lnTo>
                      <a:pt x="4204" y="63"/>
                    </a:lnTo>
                    <a:cubicBezTo>
                      <a:pt x="4222" y="63"/>
                      <a:pt x="4236" y="51"/>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22"/>
              <p:cNvSpPr/>
              <p:nvPr/>
            </p:nvSpPr>
            <p:spPr>
              <a:xfrm>
                <a:off x="-3490068" y="4501565"/>
                <a:ext cx="430649" cy="6403"/>
              </a:xfrm>
              <a:custGeom>
                <a:rect b="b" l="l" r="r" t="t"/>
                <a:pathLst>
                  <a:path extrusionOk="0" h="63" w="4237">
                    <a:moveTo>
                      <a:pt x="32" y="1"/>
                    </a:moveTo>
                    <a:cubicBezTo>
                      <a:pt x="15" y="1"/>
                      <a:pt x="1" y="14"/>
                      <a:pt x="1" y="32"/>
                    </a:cubicBezTo>
                    <a:cubicBezTo>
                      <a:pt x="1" y="48"/>
                      <a:pt x="15" y="63"/>
                      <a:pt x="32" y="63"/>
                    </a:cubicBezTo>
                    <a:lnTo>
                      <a:pt x="4204" y="63"/>
                    </a:lnTo>
                    <a:cubicBezTo>
                      <a:pt x="4222" y="63"/>
                      <a:pt x="4236" y="48"/>
                      <a:pt x="4235" y="32"/>
                    </a:cubicBezTo>
                    <a:cubicBezTo>
                      <a:pt x="4235" y="14"/>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22"/>
              <p:cNvSpPr/>
              <p:nvPr/>
            </p:nvSpPr>
            <p:spPr>
              <a:xfrm>
                <a:off x="-3136466" y="4472800"/>
                <a:ext cx="6403" cy="46246"/>
              </a:xfrm>
              <a:custGeom>
                <a:rect b="b" l="l" r="r" t="t"/>
                <a:pathLst>
                  <a:path extrusionOk="0" h="455" w="63">
                    <a:moveTo>
                      <a:pt x="1" y="0"/>
                    </a:moveTo>
                    <a:lnTo>
                      <a:pt x="1" y="454"/>
                    </a:lnTo>
                    <a:lnTo>
                      <a:pt x="62" y="454"/>
                    </a:lnTo>
                    <a:lnTo>
                      <a:pt x="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22"/>
              <p:cNvSpPr/>
              <p:nvPr/>
            </p:nvSpPr>
            <p:spPr>
              <a:xfrm>
                <a:off x="-3656045" y="4473105"/>
                <a:ext cx="37302" cy="37302"/>
              </a:xfrm>
              <a:custGeom>
                <a:rect b="b" l="l" r="r" t="t"/>
                <a:pathLst>
                  <a:path extrusionOk="0" h="367" w="367">
                    <a:moveTo>
                      <a:pt x="184" y="0"/>
                    </a:moveTo>
                    <a:cubicBezTo>
                      <a:pt x="83" y="0"/>
                      <a:pt x="0" y="83"/>
                      <a:pt x="0" y="184"/>
                    </a:cubicBezTo>
                    <a:cubicBezTo>
                      <a:pt x="0" y="285"/>
                      <a:pt x="83"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22"/>
              <p:cNvSpPr/>
              <p:nvPr/>
            </p:nvSpPr>
            <p:spPr>
              <a:xfrm>
                <a:off x="-3637445" y="4473105"/>
                <a:ext cx="18702" cy="18702"/>
              </a:xfrm>
              <a:custGeom>
                <a:rect b="b" l="l" r="r" t="t"/>
                <a:pathLst>
                  <a:path extrusionOk="0" h="184" w="184">
                    <a:moveTo>
                      <a:pt x="1" y="0"/>
                    </a:moveTo>
                    <a:lnTo>
                      <a:pt x="1" y="184"/>
                    </a:lnTo>
                    <a:lnTo>
                      <a:pt x="183" y="184"/>
                    </a:lnTo>
                    <a:cubicBezTo>
                      <a:pt x="183" y="83"/>
                      <a:pt x="10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22"/>
              <p:cNvSpPr/>
              <p:nvPr/>
            </p:nvSpPr>
            <p:spPr>
              <a:xfrm>
                <a:off x="-3600550" y="4473105"/>
                <a:ext cx="37302" cy="37302"/>
              </a:xfrm>
              <a:custGeom>
                <a:rect b="b" l="l" r="r" t="t"/>
                <a:pathLst>
                  <a:path extrusionOk="0" h="367" w="367">
                    <a:moveTo>
                      <a:pt x="183" y="0"/>
                    </a:moveTo>
                    <a:cubicBezTo>
                      <a:pt x="82" y="0"/>
                      <a:pt x="0" y="83"/>
                      <a:pt x="0" y="184"/>
                    </a:cubicBezTo>
                    <a:cubicBezTo>
                      <a:pt x="0" y="285"/>
                      <a:pt x="82" y="367"/>
                      <a:pt x="183" y="367"/>
                    </a:cubicBezTo>
                    <a:cubicBezTo>
                      <a:pt x="285" y="367"/>
                      <a:pt x="366" y="285"/>
                      <a:pt x="366" y="184"/>
                    </a:cubicBezTo>
                    <a:cubicBezTo>
                      <a:pt x="366" y="83"/>
                      <a:pt x="285"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22"/>
              <p:cNvSpPr/>
              <p:nvPr/>
            </p:nvSpPr>
            <p:spPr>
              <a:xfrm>
                <a:off x="-3595163" y="4473207"/>
                <a:ext cx="26325" cy="18600"/>
              </a:xfrm>
              <a:custGeom>
                <a:rect b="b" l="l" r="r" t="t"/>
                <a:pathLst>
                  <a:path extrusionOk="0" h="183" w="259">
                    <a:moveTo>
                      <a:pt x="130" y="0"/>
                    </a:moveTo>
                    <a:cubicBezTo>
                      <a:pt x="83" y="0"/>
                      <a:pt x="36" y="18"/>
                      <a:pt x="1" y="54"/>
                    </a:cubicBezTo>
                    <a:lnTo>
                      <a:pt x="130" y="183"/>
                    </a:lnTo>
                    <a:lnTo>
                      <a:pt x="259" y="54"/>
                    </a:lnTo>
                    <a:cubicBezTo>
                      <a:pt x="223" y="18"/>
                      <a:pt x="176" y="0"/>
                      <a:pt x="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22"/>
              <p:cNvSpPr/>
              <p:nvPr/>
            </p:nvSpPr>
            <p:spPr>
              <a:xfrm>
                <a:off x="-3545258" y="4473105"/>
                <a:ext cx="37302" cy="37302"/>
              </a:xfrm>
              <a:custGeom>
                <a:rect b="b" l="l" r="r" t="t"/>
                <a:pathLst>
                  <a:path extrusionOk="0" h="367" w="367">
                    <a:moveTo>
                      <a:pt x="184" y="0"/>
                    </a:moveTo>
                    <a:cubicBezTo>
                      <a:pt x="82" y="0"/>
                      <a:pt x="1" y="83"/>
                      <a:pt x="1" y="184"/>
                    </a:cubicBezTo>
                    <a:cubicBezTo>
                      <a:pt x="1" y="285"/>
                      <a:pt x="82"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22"/>
              <p:cNvSpPr/>
              <p:nvPr/>
            </p:nvSpPr>
            <p:spPr>
              <a:xfrm>
                <a:off x="-3545360" y="4491706"/>
                <a:ext cx="18803" cy="18702"/>
              </a:xfrm>
              <a:custGeom>
                <a:rect b="b" l="l" r="r" t="t"/>
                <a:pathLst>
                  <a:path extrusionOk="0" h="184" w="185">
                    <a:moveTo>
                      <a:pt x="1" y="1"/>
                    </a:moveTo>
                    <a:cubicBezTo>
                      <a:pt x="1" y="103"/>
                      <a:pt x="84" y="184"/>
                      <a:pt x="185" y="184"/>
                    </a:cubicBezTo>
                    <a:lnTo>
                      <a:pt x="1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22"/>
              <p:cNvSpPr/>
              <p:nvPr/>
            </p:nvSpPr>
            <p:spPr>
              <a:xfrm>
                <a:off x="-3474924" y="4596193"/>
                <a:ext cx="227674" cy="280323"/>
              </a:xfrm>
              <a:custGeom>
                <a:rect b="b" l="l" r="r" t="t"/>
                <a:pathLst>
                  <a:path extrusionOk="0" h="2758" w="2240">
                    <a:moveTo>
                      <a:pt x="284" y="1"/>
                    </a:moveTo>
                    <a:cubicBezTo>
                      <a:pt x="126" y="1"/>
                      <a:pt x="0" y="129"/>
                      <a:pt x="0" y="285"/>
                    </a:cubicBezTo>
                    <a:lnTo>
                      <a:pt x="0" y="2757"/>
                    </a:lnTo>
                    <a:lnTo>
                      <a:pt x="2240" y="2757"/>
                    </a:lnTo>
                    <a:lnTo>
                      <a:pt x="2240" y="285"/>
                    </a:lnTo>
                    <a:cubicBezTo>
                      <a:pt x="2240" y="128"/>
                      <a:pt x="2112" y="1"/>
                      <a:pt x="19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22"/>
              <p:cNvSpPr/>
              <p:nvPr/>
            </p:nvSpPr>
            <p:spPr>
              <a:xfrm>
                <a:off x="-3458153" y="4612963"/>
                <a:ext cx="194132" cy="263553"/>
              </a:xfrm>
              <a:custGeom>
                <a:rect b="b" l="l" r="r" t="t"/>
                <a:pathLst>
                  <a:path extrusionOk="0" h="2593" w="1910">
                    <a:moveTo>
                      <a:pt x="0" y="1"/>
                    </a:moveTo>
                    <a:lnTo>
                      <a:pt x="0" y="2592"/>
                    </a:lnTo>
                    <a:lnTo>
                      <a:pt x="1910" y="2592"/>
                    </a:lnTo>
                    <a:lnTo>
                      <a:pt x="19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22"/>
              <p:cNvSpPr/>
              <p:nvPr/>
            </p:nvSpPr>
            <p:spPr>
              <a:xfrm>
                <a:off x="-3441789" y="4631259"/>
                <a:ext cx="161303" cy="93407"/>
              </a:xfrm>
              <a:custGeom>
                <a:rect b="b" l="l" r="r" t="t"/>
                <a:pathLst>
                  <a:path extrusionOk="0" h="919" w="1587">
                    <a:moveTo>
                      <a:pt x="0" y="0"/>
                    </a:moveTo>
                    <a:lnTo>
                      <a:pt x="0" y="919"/>
                    </a:lnTo>
                    <a:lnTo>
                      <a:pt x="1587" y="919"/>
                    </a:lnTo>
                    <a:lnTo>
                      <a:pt x="15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22"/>
              <p:cNvSpPr/>
              <p:nvPr/>
            </p:nvSpPr>
            <p:spPr>
              <a:xfrm>
                <a:off x="-3793969" y="4811265"/>
                <a:ext cx="866278" cy="65151"/>
              </a:xfrm>
              <a:custGeom>
                <a:rect b="b" l="l" r="r" t="t"/>
                <a:pathLst>
                  <a:path extrusionOk="0" h="641" w="8523">
                    <a:moveTo>
                      <a:pt x="0" y="0"/>
                    </a:moveTo>
                    <a:lnTo>
                      <a:pt x="0" y="195"/>
                    </a:lnTo>
                    <a:cubicBezTo>
                      <a:pt x="2" y="440"/>
                      <a:pt x="203" y="640"/>
                      <a:pt x="448" y="640"/>
                    </a:cubicBezTo>
                    <a:lnTo>
                      <a:pt x="8075" y="631"/>
                    </a:lnTo>
                    <a:cubicBezTo>
                      <a:pt x="8322" y="630"/>
                      <a:pt x="8522" y="429"/>
                      <a:pt x="8522" y="184"/>
                    </a:cubicBezTo>
                    <a:lnTo>
                      <a:pt x="85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22"/>
              <p:cNvSpPr/>
              <p:nvPr/>
            </p:nvSpPr>
            <p:spPr>
              <a:xfrm>
                <a:off x="-3773336" y="4511932"/>
                <a:ext cx="47466" cy="47568"/>
              </a:xfrm>
              <a:custGeom>
                <a:rect b="b" l="l" r="r" t="t"/>
                <a:pathLst>
                  <a:path extrusionOk="0" h="468" w="467">
                    <a:moveTo>
                      <a:pt x="234" y="0"/>
                    </a:moveTo>
                    <a:cubicBezTo>
                      <a:pt x="105" y="0"/>
                      <a:pt x="0" y="105"/>
                      <a:pt x="0" y="234"/>
                    </a:cubicBezTo>
                    <a:cubicBezTo>
                      <a:pt x="0" y="362"/>
                      <a:pt x="105" y="468"/>
                      <a:pt x="234" y="468"/>
                    </a:cubicBezTo>
                    <a:cubicBezTo>
                      <a:pt x="363" y="468"/>
                      <a:pt x="467" y="362"/>
                      <a:pt x="467" y="234"/>
                    </a:cubicBezTo>
                    <a:cubicBezTo>
                      <a:pt x="467"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22"/>
              <p:cNvSpPr/>
              <p:nvPr/>
            </p:nvSpPr>
            <p:spPr>
              <a:xfrm>
                <a:off x="-3766425" y="4518945"/>
                <a:ext cx="33643" cy="33643"/>
              </a:xfrm>
              <a:custGeom>
                <a:rect b="b" l="l" r="r" t="t"/>
                <a:pathLst>
                  <a:path extrusionOk="0" h="331" w="331">
                    <a:moveTo>
                      <a:pt x="166" y="0"/>
                    </a:moveTo>
                    <a:cubicBezTo>
                      <a:pt x="74" y="0"/>
                      <a:pt x="0" y="73"/>
                      <a:pt x="0" y="165"/>
                    </a:cubicBezTo>
                    <a:cubicBezTo>
                      <a:pt x="0" y="256"/>
                      <a:pt x="74" y="330"/>
                      <a:pt x="166" y="330"/>
                    </a:cubicBezTo>
                    <a:cubicBezTo>
                      <a:pt x="256" y="330"/>
                      <a:pt x="331" y="256"/>
                      <a:pt x="331" y="165"/>
                    </a:cubicBezTo>
                    <a:cubicBezTo>
                      <a:pt x="331" y="73"/>
                      <a:pt x="256"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22"/>
              <p:cNvSpPr/>
              <p:nvPr/>
            </p:nvSpPr>
            <p:spPr>
              <a:xfrm>
                <a:off x="-3770084"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22"/>
              <p:cNvSpPr/>
              <p:nvPr/>
            </p:nvSpPr>
            <p:spPr>
              <a:xfrm>
                <a:off x="-3759513"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2" y="2194"/>
                      <a:pt x="2194" y="1703"/>
                      <a:pt x="2194" y="1098"/>
                    </a:cubicBezTo>
                    <a:cubicBezTo>
                      <a:pt x="2194" y="492"/>
                      <a:pt x="1702"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22"/>
              <p:cNvSpPr/>
              <p:nvPr/>
            </p:nvSpPr>
            <p:spPr>
              <a:xfrm>
                <a:off x="-3689890" y="4635629"/>
                <a:ext cx="83751" cy="83853"/>
              </a:xfrm>
              <a:custGeom>
                <a:rect b="b" l="l" r="r" t="t"/>
                <a:pathLst>
                  <a:path extrusionOk="0" h="825" w="824">
                    <a:moveTo>
                      <a:pt x="413" y="1"/>
                    </a:moveTo>
                    <a:cubicBezTo>
                      <a:pt x="184" y="1"/>
                      <a:pt x="1" y="186"/>
                      <a:pt x="1" y="413"/>
                    </a:cubicBezTo>
                    <a:cubicBezTo>
                      <a:pt x="1" y="640"/>
                      <a:pt x="184"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22"/>
              <p:cNvSpPr/>
              <p:nvPr/>
            </p:nvSpPr>
            <p:spPr>
              <a:xfrm>
                <a:off x="-2996407" y="4511932"/>
                <a:ext cx="47568" cy="47568"/>
              </a:xfrm>
              <a:custGeom>
                <a:rect b="b" l="l" r="r" t="t"/>
                <a:pathLst>
                  <a:path extrusionOk="0" h="468" w="468">
                    <a:moveTo>
                      <a:pt x="234" y="0"/>
                    </a:moveTo>
                    <a:cubicBezTo>
                      <a:pt x="105" y="0"/>
                      <a:pt x="0" y="105"/>
                      <a:pt x="0" y="234"/>
                    </a:cubicBezTo>
                    <a:cubicBezTo>
                      <a:pt x="0" y="362"/>
                      <a:pt x="105" y="468"/>
                      <a:pt x="234" y="468"/>
                    </a:cubicBezTo>
                    <a:cubicBezTo>
                      <a:pt x="363" y="468"/>
                      <a:pt x="468" y="362"/>
                      <a:pt x="468" y="234"/>
                    </a:cubicBezTo>
                    <a:cubicBezTo>
                      <a:pt x="468"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22"/>
              <p:cNvSpPr/>
              <p:nvPr/>
            </p:nvSpPr>
            <p:spPr>
              <a:xfrm>
                <a:off x="-2989496" y="4518945"/>
                <a:ext cx="33643" cy="33643"/>
              </a:xfrm>
              <a:custGeom>
                <a:rect b="b" l="l" r="r" t="t"/>
                <a:pathLst>
                  <a:path extrusionOk="0" h="331" w="331">
                    <a:moveTo>
                      <a:pt x="166" y="0"/>
                    </a:moveTo>
                    <a:cubicBezTo>
                      <a:pt x="75" y="0"/>
                      <a:pt x="0" y="73"/>
                      <a:pt x="0" y="165"/>
                    </a:cubicBezTo>
                    <a:cubicBezTo>
                      <a:pt x="0" y="256"/>
                      <a:pt x="75" y="330"/>
                      <a:pt x="166" y="330"/>
                    </a:cubicBezTo>
                    <a:cubicBezTo>
                      <a:pt x="257" y="330"/>
                      <a:pt x="331" y="256"/>
                      <a:pt x="331" y="165"/>
                    </a:cubicBezTo>
                    <a:cubicBezTo>
                      <a:pt x="331" y="73"/>
                      <a:pt x="257"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22"/>
              <p:cNvSpPr/>
              <p:nvPr/>
            </p:nvSpPr>
            <p:spPr>
              <a:xfrm>
                <a:off x="-3196229"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22"/>
              <p:cNvSpPr/>
              <p:nvPr/>
            </p:nvSpPr>
            <p:spPr>
              <a:xfrm>
                <a:off x="-3185659"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3" y="2194"/>
                      <a:pt x="2194" y="1703"/>
                      <a:pt x="2194" y="1098"/>
                    </a:cubicBezTo>
                    <a:cubicBezTo>
                      <a:pt x="2194" y="492"/>
                      <a:pt x="1703"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22"/>
              <p:cNvSpPr/>
              <p:nvPr/>
            </p:nvSpPr>
            <p:spPr>
              <a:xfrm>
                <a:off x="-3116036" y="4635629"/>
                <a:ext cx="83751" cy="83853"/>
              </a:xfrm>
              <a:custGeom>
                <a:rect b="b" l="l" r="r" t="t"/>
                <a:pathLst>
                  <a:path extrusionOk="0" h="825" w="824">
                    <a:moveTo>
                      <a:pt x="413" y="1"/>
                    </a:moveTo>
                    <a:cubicBezTo>
                      <a:pt x="186" y="1"/>
                      <a:pt x="1" y="186"/>
                      <a:pt x="1" y="413"/>
                    </a:cubicBezTo>
                    <a:cubicBezTo>
                      <a:pt x="1" y="640"/>
                      <a:pt x="186"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22"/>
              <p:cNvSpPr/>
              <p:nvPr/>
            </p:nvSpPr>
            <p:spPr>
              <a:xfrm>
                <a:off x="-3400219" y="4700171"/>
                <a:ext cx="78161" cy="24089"/>
              </a:xfrm>
              <a:custGeom>
                <a:rect b="b" l="l" r="r" t="t"/>
                <a:pathLst>
                  <a:path extrusionOk="0" h="237" w="769">
                    <a:moveTo>
                      <a:pt x="228" y="0"/>
                    </a:moveTo>
                    <a:cubicBezTo>
                      <a:pt x="159" y="0"/>
                      <a:pt x="94" y="41"/>
                      <a:pt x="63" y="104"/>
                    </a:cubicBezTo>
                    <a:lnTo>
                      <a:pt x="0" y="237"/>
                    </a:lnTo>
                    <a:lnTo>
                      <a:pt x="769" y="237"/>
                    </a:lnTo>
                    <a:lnTo>
                      <a:pt x="706" y="104"/>
                    </a:lnTo>
                    <a:cubicBezTo>
                      <a:pt x="676" y="41"/>
                      <a:pt x="611" y="0"/>
                      <a:pt x="5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22"/>
              <p:cNvSpPr/>
              <p:nvPr/>
            </p:nvSpPr>
            <p:spPr>
              <a:xfrm>
                <a:off x="-3427458" y="4657990"/>
                <a:ext cx="31407" cy="31305"/>
              </a:xfrm>
              <a:custGeom>
                <a:rect b="b" l="l" r="r" t="t"/>
                <a:pathLst>
                  <a:path extrusionOk="0" h="308" w="309">
                    <a:moveTo>
                      <a:pt x="155" y="82"/>
                    </a:moveTo>
                    <a:cubicBezTo>
                      <a:pt x="194" y="82"/>
                      <a:pt x="226" y="114"/>
                      <a:pt x="226" y="152"/>
                    </a:cubicBezTo>
                    <a:cubicBezTo>
                      <a:pt x="226" y="193"/>
                      <a:pt x="195" y="224"/>
                      <a:pt x="155" y="224"/>
                    </a:cubicBezTo>
                    <a:cubicBezTo>
                      <a:pt x="116" y="224"/>
                      <a:pt x="83" y="192"/>
                      <a:pt x="83" y="152"/>
                    </a:cubicBezTo>
                    <a:cubicBezTo>
                      <a:pt x="83" y="114"/>
                      <a:pt x="116" y="82"/>
                      <a:pt x="155" y="82"/>
                    </a:cubicBezTo>
                    <a:close/>
                    <a:moveTo>
                      <a:pt x="155" y="1"/>
                    </a:moveTo>
                    <a:cubicBezTo>
                      <a:pt x="71" y="1"/>
                      <a:pt x="1" y="69"/>
                      <a:pt x="1" y="153"/>
                    </a:cubicBezTo>
                    <a:cubicBezTo>
                      <a:pt x="1" y="239"/>
                      <a:pt x="71" y="307"/>
                      <a:pt x="155" y="307"/>
                    </a:cubicBezTo>
                    <a:cubicBezTo>
                      <a:pt x="240" y="307"/>
                      <a:pt x="308" y="239"/>
                      <a:pt x="308" y="153"/>
                    </a:cubicBezTo>
                    <a:cubicBezTo>
                      <a:pt x="308" y="69"/>
                      <a:pt x="240"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22"/>
              <p:cNvSpPr/>
              <p:nvPr/>
            </p:nvSpPr>
            <p:spPr>
              <a:xfrm>
                <a:off x="-3326226" y="4657990"/>
                <a:ext cx="31407" cy="31305"/>
              </a:xfrm>
              <a:custGeom>
                <a:rect b="b" l="l" r="r" t="t"/>
                <a:pathLst>
                  <a:path extrusionOk="0" h="308" w="309">
                    <a:moveTo>
                      <a:pt x="154" y="82"/>
                    </a:moveTo>
                    <a:cubicBezTo>
                      <a:pt x="193" y="82"/>
                      <a:pt x="226" y="114"/>
                      <a:pt x="226" y="152"/>
                    </a:cubicBezTo>
                    <a:cubicBezTo>
                      <a:pt x="226" y="193"/>
                      <a:pt x="195" y="224"/>
                      <a:pt x="154" y="224"/>
                    </a:cubicBezTo>
                    <a:cubicBezTo>
                      <a:pt x="115" y="224"/>
                      <a:pt x="83" y="192"/>
                      <a:pt x="83" y="152"/>
                    </a:cubicBezTo>
                    <a:cubicBezTo>
                      <a:pt x="83" y="114"/>
                      <a:pt x="115" y="82"/>
                      <a:pt x="154" y="82"/>
                    </a:cubicBezTo>
                    <a:close/>
                    <a:moveTo>
                      <a:pt x="154" y="1"/>
                    </a:moveTo>
                    <a:cubicBezTo>
                      <a:pt x="69" y="1"/>
                      <a:pt x="1" y="69"/>
                      <a:pt x="1" y="153"/>
                    </a:cubicBezTo>
                    <a:cubicBezTo>
                      <a:pt x="1" y="239"/>
                      <a:pt x="71" y="307"/>
                      <a:pt x="154" y="307"/>
                    </a:cubicBezTo>
                    <a:cubicBezTo>
                      <a:pt x="238" y="307"/>
                      <a:pt x="308" y="239"/>
                      <a:pt x="308" y="153"/>
                    </a:cubicBezTo>
                    <a:cubicBezTo>
                      <a:pt x="308" y="69"/>
                      <a:pt x="240" y="1"/>
                      <a:pt x="1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22"/>
              <p:cNvSpPr/>
              <p:nvPr/>
            </p:nvSpPr>
            <p:spPr>
              <a:xfrm>
                <a:off x="-3393511" y="4658092"/>
                <a:ext cx="64745" cy="31102"/>
              </a:xfrm>
              <a:custGeom>
                <a:rect b="b" l="l" r="r" t="t"/>
                <a:pathLst>
                  <a:path extrusionOk="0" h="306" w="637">
                    <a:moveTo>
                      <a:pt x="2" y="1"/>
                    </a:moveTo>
                    <a:cubicBezTo>
                      <a:pt x="36" y="42"/>
                      <a:pt x="57" y="95"/>
                      <a:pt x="57" y="151"/>
                    </a:cubicBezTo>
                    <a:cubicBezTo>
                      <a:pt x="57" y="210"/>
                      <a:pt x="36" y="264"/>
                      <a:pt x="0" y="305"/>
                    </a:cubicBezTo>
                    <a:lnTo>
                      <a:pt x="637" y="305"/>
                    </a:lnTo>
                    <a:cubicBezTo>
                      <a:pt x="602" y="264"/>
                      <a:pt x="580" y="210"/>
                      <a:pt x="580" y="151"/>
                    </a:cubicBezTo>
                    <a:cubicBezTo>
                      <a:pt x="580" y="94"/>
                      <a:pt x="600" y="42"/>
                      <a:pt x="6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22"/>
              <p:cNvSpPr/>
              <p:nvPr/>
            </p:nvSpPr>
            <p:spPr>
              <a:xfrm>
                <a:off x="-338273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22"/>
              <p:cNvSpPr/>
              <p:nvPr/>
            </p:nvSpPr>
            <p:spPr>
              <a:xfrm>
                <a:off x="-3411704"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22"/>
              <p:cNvSpPr/>
              <p:nvPr/>
            </p:nvSpPr>
            <p:spPr>
              <a:xfrm>
                <a:off x="-335356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22"/>
              <p:cNvSpPr/>
              <p:nvPr/>
            </p:nvSpPr>
            <p:spPr>
              <a:xfrm>
                <a:off x="-3324600"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22"/>
              <p:cNvSpPr/>
              <p:nvPr/>
            </p:nvSpPr>
            <p:spPr>
              <a:xfrm>
                <a:off x="-3295429" y="4738795"/>
                <a:ext cx="14535" cy="38522"/>
              </a:xfrm>
              <a:custGeom>
                <a:rect b="b" l="l" r="r" t="t"/>
                <a:pathLst>
                  <a:path extrusionOk="0" h="379" w="143">
                    <a:moveTo>
                      <a:pt x="0" y="0"/>
                    </a:moveTo>
                    <a:lnTo>
                      <a:pt x="0" y="379"/>
                    </a:lnTo>
                    <a:lnTo>
                      <a:pt x="142" y="379"/>
                    </a:lnTo>
                    <a:lnTo>
                      <a:pt x="1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22"/>
              <p:cNvSpPr/>
              <p:nvPr/>
            </p:nvSpPr>
            <p:spPr>
              <a:xfrm>
                <a:off x="-3440773"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22"/>
              <p:cNvSpPr/>
              <p:nvPr/>
            </p:nvSpPr>
            <p:spPr>
              <a:xfrm>
                <a:off x="-3714080" y="4876315"/>
                <a:ext cx="67184" cy="29374"/>
              </a:xfrm>
              <a:custGeom>
                <a:rect b="b" l="l" r="r" t="t"/>
                <a:pathLst>
                  <a:path extrusionOk="0" h="289" w="661">
                    <a:moveTo>
                      <a:pt x="0" y="0"/>
                    </a:moveTo>
                    <a:lnTo>
                      <a:pt x="0" y="50"/>
                    </a:lnTo>
                    <a:cubicBezTo>
                      <a:pt x="0" y="181"/>
                      <a:pt x="107" y="288"/>
                      <a:pt x="239" y="288"/>
                    </a:cubicBezTo>
                    <a:lnTo>
                      <a:pt x="421" y="288"/>
                    </a:lnTo>
                    <a:cubicBezTo>
                      <a:pt x="555" y="288"/>
                      <a:pt x="661" y="182"/>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22"/>
              <p:cNvSpPr/>
              <p:nvPr/>
            </p:nvSpPr>
            <p:spPr>
              <a:xfrm>
                <a:off x="-3075279" y="4876315"/>
                <a:ext cx="67184" cy="29374"/>
              </a:xfrm>
              <a:custGeom>
                <a:rect b="b" l="l" r="r" t="t"/>
                <a:pathLst>
                  <a:path extrusionOk="0" h="289" w="661">
                    <a:moveTo>
                      <a:pt x="0" y="0"/>
                    </a:moveTo>
                    <a:lnTo>
                      <a:pt x="0" y="50"/>
                    </a:lnTo>
                    <a:cubicBezTo>
                      <a:pt x="0" y="182"/>
                      <a:pt x="107" y="288"/>
                      <a:pt x="239" y="288"/>
                    </a:cubicBezTo>
                    <a:lnTo>
                      <a:pt x="421" y="288"/>
                    </a:lnTo>
                    <a:cubicBezTo>
                      <a:pt x="553" y="288"/>
                      <a:pt x="661" y="181"/>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22"/>
              <p:cNvSpPr/>
              <p:nvPr/>
            </p:nvSpPr>
            <p:spPr>
              <a:xfrm>
                <a:off x="-3447075" y="4828646"/>
                <a:ext cx="171873" cy="10875"/>
              </a:xfrm>
              <a:custGeom>
                <a:rect b="b" l="l" r="r" t="t"/>
                <a:pathLst>
                  <a:path extrusionOk="0" h="107" w="1691">
                    <a:moveTo>
                      <a:pt x="44" y="1"/>
                    </a:moveTo>
                    <a:cubicBezTo>
                      <a:pt x="19" y="1"/>
                      <a:pt x="1" y="20"/>
                      <a:pt x="1" y="45"/>
                    </a:cubicBezTo>
                    <a:lnTo>
                      <a:pt x="1" y="63"/>
                    </a:lnTo>
                    <a:cubicBezTo>
                      <a:pt x="1" y="87"/>
                      <a:pt x="19" y="107"/>
                      <a:pt x="44" y="107"/>
                    </a:cubicBezTo>
                    <a:lnTo>
                      <a:pt x="1647" y="107"/>
                    </a:lnTo>
                    <a:cubicBezTo>
                      <a:pt x="1671" y="107"/>
                      <a:pt x="1690" y="87"/>
                      <a:pt x="1690" y="63"/>
                    </a:cubicBezTo>
                    <a:lnTo>
                      <a:pt x="1690" y="45"/>
                    </a:lnTo>
                    <a:cubicBezTo>
                      <a:pt x="1690" y="20"/>
                      <a:pt x="1672" y="1"/>
                      <a:pt x="16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22"/>
              <p:cNvSpPr/>
              <p:nvPr/>
            </p:nvSpPr>
            <p:spPr>
              <a:xfrm>
                <a:off x="-3447075" y="4849990"/>
                <a:ext cx="171873" cy="10774"/>
              </a:xfrm>
              <a:custGeom>
                <a:rect b="b" l="l" r="r" t="t"/>
                <a:pathLst>
                  <a:path extrusionOk="0" h="106" w="1691">
                    <a:moveTo>
                      <a:pt x="44" y="0"/>
                    </a:moveTo>
                    <a:cubicBezTo>
                      <a:pt x="19" y="0"/>
                      <a:pt x="1" y="19"/>
                      <a:pt x="1" y="44"/>
                    </a:cubicBezTo>
                    <a:lnTo>
                      <a:pt x="1" y="62"/>
                    </a:lnTo>
                    <a:cubicBezTo>
                      <a:pt x="1" y="86"/>
                      <a:pt x="19" y="105"/>
                      <a:pt x="44" y="105"/>
                    </a:cubicBezTo>
                    <a:lnTo>
                      <a:pt x="1647" y="105"/>
                    </a:lnTo>
                    <a:cubicBezTo>
                      <a:pt x="1671" y="105"/>
                      <a:pt x="1690" y="86"/>
                      <a:pt x="1690" y="62"/>
                    </a:cubicBezTo>
                    <a:lnTo>
                      <a:pt x="1690" y="44"/>
                    </a:lnTo>
                    <a:cubicBezTo>
                      <a:pt x="1690" y="21"/>
                      <a:pt x="1672" y="0"/>
                      <a:pt x="16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1632" name="Shape 1632"/>
        <p:cNvGrpSpPr/>
        <p:nvPr/>
      </p:nvGrpSpPr>
      <p:grpSpPr>
        <a:xfrm>
          <a:off x="0" y="0"/>
          <a:ext cx="0" cy="0"/>
          <a:chOff x="0" y="0"/>
          <a:chExt cx="0" cy="0"/>
        </a:xfrm>
      </p:grpSpPr>
      <p:sp>
        <p:nvSpPr>
          <p:cNvPr id="1633" name="Google Shape;1633;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634" name="Google Shape;1634;p23"/>
          <p:cNvSpPr txBox="1"/>
          <p:nvPr>
            <p:ph idx="1" type="subTitle"/>
          </p:nvPr>
        </p:nvSpPr>
        <p:spPr>
          <a:xfrm>
            <a:off x="1439839" y="2671238"/>
            <a:ext cx="5806200" cy="731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35" name="Google Shape;1635;p23"/>
          <p:cNvSpPr txBox="1"/>
          <p:nvPr>
            <p:ph idx="2" type="subTitle"/>
          </p:nvPr>
        </p:nvSpPr>
        <p:spPr>
          <a:xfrm>
            <a:off x="1897036" y="1469863"/>
            <a:ext cx="5806200" cy="73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36" name="Google Shape;1636;p23"/>
          <p:cNvSpPr txBox="1"/>
          <p:nvPr>
            <p:ph idx="3" type="subTitle"/>
          </p:nvPr>
        </p:nvSpPr>
        <p:spPr>
          <a:xfrm>
            <a:off x="1897009" y="3872588"/>
            <a:ext cx="5806200" cy="73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37" name="Google Shape;1637;p23"/>
          <p:cNvSpPr txBox="1"/>
          <p:nvPr>
            <p:ph idx="4" type="subTitle"/>
          </p:nvPr>
        </p:nvSpPr>
        <p:spPr>
          <a:xfrm>
            <a:off x="1439838" y="2366437"/>
            <a:ext cx="5806200" cy="4572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38" name="Google Shape;1638;p23"/>
          <p:cNvSpPr txBox="1"/>
          <p:nvPr>
            <p:ph idx="5" type="subTitle"/>
          </p:nvPr>
        </p:nvSpPr>
        <p:spPr>
          <a:xfrm>
            <a:off x="1897045" y="1165063"/>
            <a:ext cx="5806200" cy="457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39" name="Google Shape;1639;p23"/>
          <p:cNvSpPr txBox="1"/>
          <p:nvPr>
            <p:ph idx="6" type="subTitle"/>
          </p:nvPr>
        </p:nvSpPr>
        <p:spPr>
          <a:xfrm>
            <a:off x="1897010" y="3567787"/>
            <a:ext cx="5806200" cy="457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1640" name="Google Shape;1640;p23"/>
          <p:cNvGrpSpPr/>
          <p:nvPr/>
        </p:nvGrpSpPr>
        <p:grpSpPr>
          <a:xfrm>
            <a:off x="90103" y="10"/>
            <a:ext cx="9121413" cy="5059445"/>
            <a:chOff x="90103" y="10"/>
            <a:chExt cx="9121413" cy="5059445"/>
          </a:xfrm>
        </p:grpSpPr>
        <p:grpSp>
          <p:nvGrpSpPr>
            <p:cNvPr id="1641" name="Google Shape;1641;p23"/>
            <p:cNvGrpSpPr/>
            <p:nvPr/>
          </p:nvGrpSpPr>
          <p:grpSpPr>
            <a:xfrm>
              <a:off x="248378" y="89615"/>
              <a:ext cx="719021" cy="355403"/>
              <a:chOff x="3442209" y="513788"/>
              <a:chExt cx="366866" cy="181338"/>
            </a:xfrm>
          </p:grpSpPr>
          <p:sp>
            <p:nvSpPr>
              <p:cNvPr id="1642" name="Google Shape;1642;p23"/>
              <p:cNvSpPr/>
              <p:nvPr/>
            </p:nvSpPr>
            <p:spPr>
              <a:xfrm>
                <a:off x="3442209" y="513788"/>
                <a:ext cx="365475" cy="179900"/>
              </a:xfrm>
              <a:custGeom>
                <a:rect b="b" l="l" r="r" t="t"/>
                <a:pathLst>
                  <a:path extrusionOk="0" h="7196" w="14619">
                    <a:moveTo>
                      <a:pt x="7310" y="1"/>
                    </a:moveTo>
                    <a:cubicBezTo>
                      <a:pt x="3273" y="2"/>
                      <a:pt x="1" y="3510"/>
                      <a:pt x="1" y="3510"/>
                    </a:cubicBezTo>
                    <a:cubicBezTo>
                      <a:pt x="82" y="3487"/>
                      <a:pt x="164" y="3466"/>
                      <a:pt x="244" y="3443"/>
                    </a:cubicBezTo>
                    <a:lnTo>
                      <a:pt x="244" y="3443"/>
                    </a:lnTo>
                    <a:cubicBezTo>
                      <a:pt x="85" y="3595"/>
                      <a:pt x="1" y="3687"/>
                      <a:pt x="1" y="3687"/>
                    </a:cubicBezTo>
                    <a:cubicBezTo>
                      <a:pt x="1" y="3687"/>
                      <a:pt x="3273" y="7196"/>
                      <a:pt x="7310" y="7196"/>
                    </a:cubicBezTo>
                    <a:cubicBezTo>
                      <a:pt x="11346" y="7196"/>
                      <a:pt x="14619" y="3687"/>
                      <a:pt x="14619" y="3687"/>
                    </a:cubicBezTo>
                    <a:cubicBezTo>
                      <a:pt x="14619" y="3687"/>
                      <a:pt x="14532" y="3594"/>
                      <a:pt x="14371" y="3440"/>
                    </a:cubicBezTo>
                    <a:lnTo>
                      <a:pt x="14371" y="3440"/>
                    </a:lnTo>
                    <a:cubicBezTo>
                      <a:pt x="14454" y="3463"/>
                      <a:pt x="14536" y="3486"/>
                      <a:pt x="14619" y="3509"/>
                    </a:cubicBezTo>
                    <a:cubicBezTo>
                      <a:pt x="14619" y="3509"/>
                      <a:pt x="11346" y="1"/>
                      <a:pt x="731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23"/>
              <p:cNvSpPr/>
              <p:nvPr/>
            </p:nvSpPr>
            <p:spPr>
              <a:xfrm>
                <a:off x="3443600" y="519675"/>
                <a:ext cx="365475" cy="175450"/>
              </a:xfrm>
              <a:custGeom>
                <a:rect b="b" l="l" r="r" t="t"/>
                <a:pathLst>
                  <a:path extrusionOk="0" h="7018" w="14619">
                    <a:moveTo>
                      <a:pt x="7309" y="0"/>
                    </a:moveTo>
                    <a:cubicBezTo>
                      <a:pt x="3273" y="0"/>
                      <a:pt x="0" y="3509"/>
                      <a:pt x="0" y="3509"/>
                    </a:cubicBezTo>
                    <a:cubicBezTo>
                      <a:pt x="0" y="3509"/>
                      <a:pt x="3273" y="7018"/>
                      <a:pt x="7309" y="7018"/>
                    </a:cubicBezTo>
                    <a:cubicBezTo>
                      <a:pt x="11346" y="7018"/>
                      <a:pt x="14618" y="3509"/>
                      <a:pt x="14618" y="3509"/>
                    </a:cubicBezTo>
                    <a:cubicBezTo>
                      <a:pt x="14618" y="3509"/>
                      <a:pt x="11346"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23"/>
              <p:cNvSpPr/>
              <p:nvPr/>
            </p:nvSpPr>
            <p:spPr>
              <a:xfrm>
                <a:off x="3549550" y="530625"/>
                <a:ext cx="153525" cy="153550"/>
              </a:xfrm>
              <a:custGeom>
                <a:rect b="b" l="l" r="r" t="t"/>
                <a:pathLst>
                  <a:path extrusionOk="0" h="6142" w="6141">
                    <a:moveTo>
                      <a:pt x="3071" y="1"/>
                    </a:moveTo>
                    <a:cubicBezTo>
                      <a:pt x="1375" y="1"/>
                      <a:pt x="1" y="1374"/>
                      <a:pt x="1" y="3071"/>
                    </a:cubicBezTo>
                    <a:cubicBezTo>
                      <a:pt x="1" y="4766"/>
                      <a:pt x="1375" y="6141"/>
                      <a:pt x="3071" y="6141"/>
                    </a:cubicBezTo>
                    <a:cubicBezTo>
                      <a:pt x="4766" y="6141"/>
                      <a:pt x="6141" y="4766"/>
                      <a:pt x="6141" y="3071"/>
                    </a:cubicBezTo>
                    <a:cubicBezTo>
                      <a:pt x="6141" y="1374"/>
                      <a:pt x="4766"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23"/>
              <p:cNvSpPr/>
              <p:nvPr/>
            </p:nvSpPr>
            <p:spPr>
              <a:xfrm>
                <a:off x="3562700" y="547025"/>
                <a:ext cx="127200" cy="120775"/>
              </a:xfrm>
              <a:custGeom>
                <a:rect b="b" l="l" r="r" t="t"/>
                <a:pathLst>
                  <a:path extrusionOk="0" h="4831" w="5088">
                    <a:moveTo>
                      <a:pt x="2545" y="1"/>
                    </a:moveTo>
                    <a:cubicBezTo>
                      <a:pt x="2345" y="1"/>
                      <a:pt x="2144" y="128"/>
                      <a:pt x="2113" y="383"/>
                    </a:cubicBezTo>
                    <a:cubicBezTo>
                      <a:pt x="2085" y="616"/>
                      <a:pt x="1887" y="766"/>
                      <a:pt x="1680" y="766"/>
                    </a:cubicBezTo>
                    <a:cubicBezTo>
                      <a:pt x="1588" y="766"/>
                      <a:pt x="1494" y="737"/>
                      <a:pt x="1413" y="673"/>
                    </a:cubicBezTo>
                    <a:cubicBezTo>
                      <a:pt x="1326" y="604"/>
                      <a:pt x="1233" y="575"/>
                      <a:pt x="1145" y="575"/>
                    </a:cubicBezTo>
                    <a:cubicBezTo>
                      <a:pt x="822" y="575"/>
                      <a:pt x="553" y="966"/>
                      <a:pt x="803" y="1283"/>
                    </a:cubicBezTo>
                    <a:cubicBezTo>
                      <a:pt x="1011" y="1550"/>
                      <a:pt x="849" y="1943"/>
                      <a:pt x="512" y="1983"/>
                    </a:cubicBezTo>
                    <a:cubicBezTo>
                      <a:pt x="1" y="2045"/>
                      <a:pt x="1" y="2786"/>
                      <a:pt x="512" y="2846"/>
                    </a:cubicBezTo>
                    <a:cubicBezTo>
                      <a:pt x="849" y="2888"/>
                      <a:pt x="1011" y="3280"/>
                      <a:pt x="803" y="3547"/>
                    </a:cubicBezTo>
                    <a:cubicBezTo>
                      <a:pt x="553" y="3864"/>
                      <a:pt x="822" y="4255"/>
                      <a:pt x="1145" y="4255"/>
                    </a:cubicBezTo>
                    <a:cubicBezTo>
                      <a:pt x="1233" y="4255"/>
                      <a:pt x="1326" y="4225"/>
                      <a:pt x="1413" y="4157"/>
                    </a:cubicBezTo>
                    <a:cubicBezTo>
                      <a:pt x="1494" y="4093"/>
                      <a:pt x="1588" y="4064"/>
                      <a:pt x="1680" y="4064"/>
                    </a:cubicBezTo>
                    <a:cubicBezTo>
                      <a:pt x="1887" y="4064"/>
                      <a:pt x="2085" y="4214"/>
                      <a:pt x="2113" y="4448"/>
                    </a:cubicBezTo>
                    <a:cubicBezTo>
                      <a:pt x="2144" y="4703"/>
                      <a:pt x="2344" y="4830"/>
                      <a:pt x="2545" y="4830"/>
                    </a:cubicBezTo>
                    <a:cubicBezTo>
                      <a:pt x="2745" y="4830"/>
                      <a:pt x="2946" y="4703"/>
                      <a:pt x="2976" y="4448"/>
                    </a:cubicBezTo>
                    <a:cubicBezTo>
                      <a:pt x="3005" y="4214"/>
                      <a:pt x="3202" y="4064"/>
                      <a:pt x="3410" y="4064"/>
                    </a:cubicBezTo>
                    <a:cubicBezTo>
                      <a:pt x="3502" y="4064"/>
                      <a:pt x="3595" y="4093"/>
                      <a:pt x="3677" y="4157"/>
                    </a:cubicBezTo>
                    <a:cubicBezTo>
                      <a:pt x="3764" y="4225"/>
                      <a:pt x="3856" y="4255"/>
                      <a:pt x="3944" y="4255"/>
                    </a:cubicBezTo>
                    <a:cubicBezTo>
                      <a:pt x="4267" y="4255"/>
                      <a:pt x="4535" y="3864"/>
                      <a:pt x="4287" y="3547"/>
                    </a:cubicBezTo>
                    <a:cubicBezTo>
                      <a:pt x="4077" y="3280"/>
                      <a:pt x="4240" y="2886"/>
                      <a:pt x="4577" y="2846"/>
                    </a:cubicBezTo>
                    <a:cubicBezTo>
                      <a:pt x="5088" y="2784"/>
                      <a:pt x="5088" y="2044"/>
                      <a:pt x="4577" y="1983"/>
                    </a:cubicBezTo>
                    <a:cubicBezTo>
                      <a:pt x="4240" y="1942"/>
                      <a:pt x="4077" y="1550"/>
                      <a:pt x="4287" y="1283"/>
                    </a:cubicBezTo>
                    <a:cubicBezTo>
                      <a:pt x="4535" y="966"/>
                      <a:pt x="4266" y="575"/>
                      <a:pt x="3944" y="575"/>
                    </a:cubicBezTo>
                    <a:cubicBezTo>
                      <a:pt x="3856" y="575"/>
                      <a:pt x="3764" y="605"/>
                      <a:pt x="3677" y="673"/>
                    </a:cubicBezTo>
                    <a:cubicBezTo>
                      <a:pt x="3595" y="737"/>
                      <a:pt x="3501" y="766"/>
                      <a:pt x="3410" y="766"/>
                    </a:cubicBezTo>
                    <a:cubicBezTo>
                      <a:pt x="3202" y="766"/>
                      <a:pt x="3004" y="616"/>
                      <a:pt x="2976" y="383"/>
                    </a:cubicBezTo>
                    <a:cubicBezTo>
                      <a:pt x="2946" y="128"/>
                      <a:pt x="2745" y="1"/>
                      <a:pt x="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23"/>
              <p:cNvSpPr/>
              <p:nvPr/>
            </p:nvSpPr>
            <p:spPr>
              <a:xfrm>
                <a:off x="3600975" y="582025"/>
                <a:ext cx="50725" cy="50725"/>
              </a:xfrm>
              <a:custGeom>
                <a:rect b="b" l="l" r="r" t="t"/>
                <a:pathLst>
                  <a:path extrusionOk="0" h="2029" w="2029">
                    <a:moveTo>
                      <a:pt x="1014" y="0"/>
                    </a:moveTo>
                    <a:cubicBezTo>
                      <a:pt x="454" y="0"/>
                      <a:pt x="0" y="454"/>
                      <a:pt x="0" y="1015"/>
                    </a:cubicBezTo>
                    <a:cubicBezTo>
                      <a:pt x="0" y="1574"/>
                      <a:pt x="454" y="2028"/>
                      <a:pt x="1014" y="2028"/>
                    </a:cubicBezTo>
                    <a:cubicBezTo>
                      <a:pt x="1574" y="2028"/>
                      <a:pt x="2028" y="1574"/>
                      <a:pt x="2028" y="1015"/>
                    </a:cubicBezTo>
                    <a:cubicBezTo>
                      <a:pt x="2028" y="454"/>
                      <a:pt x="1574" y="0"/>
                      <a:pt x="1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23"/>
              <p:cNvSpPr/>
              <p:nvPr/>
            </p:nvSpPr>
            <p:spPr>
              <a:xfrm>
                <a:off x="3443600" y="515225"/>
                <a:ext cx="365475" cy="87750"/>
              </a:xfrm>
              <a:custGeom>
                <a:rect b="b" l="l" r="r" t="t"/>
                <a:pathLst>
                  <a:path extrusionOk="0" h="3510" w="14619">
                    <a:moveTo>
                      <a:pt x="7309" y="1"/>
                    </a:moveTo>
                    <a:cubicBezTo>
                      <a:pt x="3273" y="1"/>
                      <a:pt x="0" y="3509"/>
                      <a:pt x="0" y="3509"/>
                    </a:cubicBezTo>
                    <a:cubicBezTo>
                      <a:pt x="2504" y="2781"/>
                      <a:pt x="4955" y="2431"/>
                      <a:pt x="7357" y="2431"/>
                    </a:cubicBezTo>
                    <a:cubicBezTo>
                      <a:pt x="9828" y="2431"/>
                      <a:pt x="12247" y="2801"/>
                      <a:pt x="14618" y="3509"/>
                    </a:cubicBezTo>
                    <a:cubicBezTo>
                      <a:pt x="14618" y="3509"/>
                      <a:pt x="11346" y="1"/>
                      <a:pt x="7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 name="Google Shape;1648;p23"/>
            <p:cNvGrpSpPr/>
            <p:nvPr/>
          </p:nvGrpSpPr>
          <p:grpSpPr>
            <a:xfrm>
              <a:off x="8209420" y="10"/>
              <a:ext cx="1002097" cy="904935"/>
              <a:chOff x="1288334" y="649138"/>
              <a:chExt cx="511300" cy="461725"/>
            </a:xfrm>
          </p:grpSpPr>
          <p:sp>
            <p:nvSpPr>
              <p:cNvPr id="1649" name="Google Shape;1649;p23"/>
              <p:cNvSpPr/>
              <p:nvPr/>
            </p:nvSpPr>
            <p:spPr>
              <a:xfrm>
                <a:off x="1288334" y="649575"/>
                <a:ext cx="511300" cy="457500"/>
              </a:xfrm>
              <a:custGeom>
                <a:rect b="b" l="l" r="r" t="t"/>
                <a:pathLst>
                  <a:path extrusionOk="0" h="18300" w="20452">
                    <a:moveTo>
                      <a:pt x="10584" y="1"/>
                    </a:moveTo>
                    <a:cubicBezTo>
                      <a:pt x="8686" y="1"/>
                      <a:pt x="6787" y="1083"/>
                      <a:pt x="6305" y="3244"/>
                    </a:cubicBezTo>
                    <a:cubicBezTo>
                      <a:pt x="6179" y="3722"/>
                      <a:pt x="6156" y="4251"/>
                      <a:pt x="6167" y="4748"/>
                    </a:cubicBezTo>
                    <a:cubicBezTo>
                      <a:pt x="6042" y="4740"/>
                      <a:pt x="5919" y="4737"/>
                      <a:pt x="5800" y="4737"/>
                    </a:cubicBezTo>
                    <a:cubicBezTo>
                      <a:pt x="1" y="4737"/>
                      <a:pt x="2" y="13593"/>
                      <a:pt x="5801" y="13593"/>
                    </a:cubicBezTo>
                    <a:cubicBezTo>
                      <a:pt x="5920" y="13593"/>
                      <a:pt x="6042" y="13590"/>
                      <a:pt x="6167" y="13582"/>
                    </a:cubicBezTo>
                    <a:lnTo>
                      <a:pt x="6167" y="13582"/>
                    </a:lnTo>
                    <a:cubicBezTo>
                      <a:pt x="5974" y="16727"/>
                      <a:pt x="8278" y="18299"/>
                      <a:pt x="10583" y="18299"/>
                    </a:cubicBezTo>
                    <a:cubicBezTo>
                      <a:pt x="12887" y="18299"/>
                      <a:pt x="15191" y="16727"/>
                      <a:pt x="14998" y="13582"/>
                    </a:cubicBezTo>
                    <a:lnTo>
                      <a:pt x="14998" y="13582"/>
                    </a:lnTo>
                    <a:cubicBezTo>
                      <a:pt x="15072" y="13584"/>
                      <a:pt x="15146" y="13585"/>
                      <a:pt x="15220" y="13585"/>
                    </a:cubicBezTo>
                    <a:cubicBezTo>
                      <a:pt x="15650" y="13585"/>
                      <a:pt x="16093" y="13553"/>
                      <a:pt x="16502" y="13444"/>
                    </a:cubicBezTo>
                    <a:cubicBezTo>
                      <a:pt x="18936" y="12872"/>
                      <a:pt x="20451" y="10063"/>
                      <a:pt x="19570" y="7720"/>
                    </a:cubicBezTo>
                    <a:cubicBezTo>
                      <a:pt x="18978" y="5917"/>
                      <a:pt x="17197" y="4735"/>
                      <a:pt x="15332" y="4735"/>
                    </a:cubicBezTo>
                    <a:cubicBezTo>
                      <a:pt x="15221" y="4735"/>
                      <a:pt x="15109" y="4739"/>
                      <a:pt x="14997" y="4748"/>
                    </a:cubicBezTo>
                    <a:cubicBezTo>
                      <a:pt x="15006" y="4250"/>
                      <a:pt x="14987" y="3723"/>
                      <a:pt x="14859" y="3244"/>
                    </a:cubicBezTo>
                    <a:cubicBezTo>
                      <a:pt x="14377" y="1081"/>
                      <a:pt x="12481" y="1"/>
                      <a:pt x="10584"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23"/>
              <p:cNvSpPr/>
              <p:nvPr/>
            </p:nvSpPr>
            <p:spPr>
              <a:xfrm>
                <a:off x="1323400" y="649138"/>
                <a:ext cx="461700" cy="461725"/>
              </a:xfrm>
              <a:custGeom>
                <a:rect b="b" l="l" r="r" t="t"/>
                <a:pathLst>
                  <a:path extrusionOk="0" h="18469" w="18468">
                    <a:moveTo>
                      <a:pt x="9234" y="0"/>
                    </a:moveTo>
                    <a:cubicBezTo>
                      <a:pt x="8924" y="0"/>
                      <a:pt x="8620" y="33"/>
                      <a:pt x="8324" y="91"/>
                    </a:cubicBezTo>
                    <a:cubicBezTo>
                      <a:pt x="7469" y="274"/>
                      <a:pt x="6707" y="698"/>
                      <a:pt x="6110" y="1293"/>
                    </a:cubicBezTo>
                    <a:cubicBezTo>
                      <a:pt x="6002" y="1401"/>
                      <a:pt x="5902" y="1514"/>
                      <a:pt x="5806" y="1632"/>
                    </a:cubicBezTo>
                    <a:cubicBezTo>
                      <a:pt x="5552" y="1946"/>
                      <a:pt x="5339" y="2292"/>
                      <a:pt x="5176" y="2668"/>
                    </a:cubicBezTo>
                    <a:cubicBezTo>
                      <a:pt x="5130" y="2779"/>
                      <a:pt x="5087" y="2890"/>
                      <a:pt x="5050" y="3004"/>
                    </a:cubicBezTo>
                    <a:cubicBezTo>
                      <a:pt x="5013" y="3105"/>
                      <a:pt x="4982" y="3210"/>
                      <a:pt x="4954" y="3314"/>
                    </a:cubicBezTo>
                    <a:lnTo>
                      <a:pt x="4954" y="3316"/>
                    </a:lnTo>
                    <a:cubicBezTo>
                      <a:pt x="4896" y="3550"/>
                      <a:pt x="4853" y="3793"/>
                      <a:pt x="4834" y="4042"/>
                    </a:cubicBezTo>
                    <a:cubicBezTo>
                      <a:pt x="4823" y="4166"/>
                      <a:pt x="4817" y="4290"/>
                      <a:pt x="4817" y="4417"/>
                    </a:cubicBezTo>
                    <a:lnTo>
                      <a:pt x="4817" y="4817"/>
                    </a:lnTo>
                    <a:lnTo>
                      <a:pt x="4417" y="4817"/>
                    </a:lnTo>
                    <a:cubicBezTo>
                      <a:pt x="4188" y="4817"/>
                      <a:pt x="3961" y="4835"/>
                      <a:pt x="3744" y="4872"/>
                    </a:cubicBezTo>
                    <a:cubicBezTo>
                      <a:pt x="3596" y="4890"/>
                      <a:pt x="3452" y="4918"/>
                      <a:pt x="3310" y="4955"/>
                    </a:cubicBezTo>
                    <a:cubicBezTo>
                      <a:pt x="3305" y="4959"/>
                      <a:pt x="3298" y="4959"/>
                      <a:pt x="3292" y="4961"/>
                    </a:cubicBezTo>
                    <a:lnTo>
                      <a:pt x="3290" y="4961"/>
                    </a:lnTo>
                    <a:cubicBezTo>
                      <a:pt x="2853" y="5076"/>
                      <a:pt x="2444" y="5256"/>
                      <a:pt x="2069" y="5497"/>
                    </a:cubicBezTo>
                    <a:cubicBezTo>
                      <a:pt x="1984" y="5548"/>
                      <a:pt x="1897" y="5607"/>
                      <a:pt x="1817" y="5666"/>
                    </a:cubicBezTo>
                    <a:cubicBezTo>
                      <a:pt x="1753" y="5712"/>
                      <a:pt x="1692" y="5761"/>
                      <a:pt x="1630" y="5811"/>
                    </a:cubicBezTo>
                    <a:cubicBezTo>
                      <a:pt x="861" y="6437"/>
                      <a:pt x="305" y="7315"/>
                      <a:pt x="97" y="8324"/>
                    </a:cubicBezTo>
                    <a:cubicBezTo>
                      <a:pt x="35" y="8615"/>
                      <a:pt x="1" y="8923"/>
                      <a:pt x="1" y="9234"/>
                    </a:cubicBezTo>
                    <a:cubicBezTo>
                      <a:pt x="1" y="9543"/>
                      <a:pt x="35" y="9852"/>
                      <a:pt x="97" y="10143"/>
                    </a:cubicBezTo>
                    <a:cubicBezTo>
                      <a:pt x="274" y="10998"/>
                      <a:pt x="701" y="11763"/>
                      <a:pt x="1295" y="12356"/>
                    </a:cubicBezTo>
                    <a:cubicBezTo>
                      <a:pt x="1403" y="12465"/>
                      <a:pt x="1513" y="12563"/>
                      <a:pt x="1630" y="12659"/>
                    </a:cubicBezTo>
                    <a:cubicBezTo>
                      <a:pt x="1701" y="12717"/>
                      <a:pt x="1775" y="12772"/>
                      <a:pt x="1852" y="12828"/>
                    </a:cubicBezTo>
                    <a:cubicBezTo>
                      <a:pt x="1981" y="12921"/>
                      <a:pt x="2114" y="13006"/>
                      <a:pt x="2252" y="13083"/>
                    </a:cubicBezTo>
                    <a:cubicBezTo>
                      <a:pt x="2579" y="13268"/>
                      <a:pt x="2929" y="13412"/>
                      <a:pt x="3301" y="13510"/>
                    </a:cubicBezTo>
                    <a:cubicBezTo>
                      <a:pt x="3305" y="13510"/>
                      <a:pt x="3311" y="13512"/>
                      <a:pt x="3313" y="13512"/>
                    </a:cubicBezTo>
                    <a:lnTo>
                      <a:pt x="3316" y="13512"/>
                    </a:lnTo>
                    <a:cubicBezTo>
                      <a:pt x="3458" y="13551"/>
                      <a:pt x="3602" y="13577"/>
                      <a:pt x="3750" y="13599"/>
                    </a:cubicBezTo>
                    <a:cubicBezTo>
                      <a:pt x="3968" y="13634"/>
                      <a:pt x="4193" y="13652"/>
                      <a:pt x="4420" y="13652"/>
                    </a:cubicBezTo>
                    <a:lnTo>
                      <a:pt x="4819" y="13652"/>
                    </a:lnTo>
                    <a:lnTo>
                      <a:pt x="4819" y="14052"/>
                    </a:lnTo>
                    <a:cubicBezTo>
                      <a:pt x="4819" y="14105"/>
                      <a:pt x="4819" y="14154"/>
                      <a:pt x="4825" y="14203"/>
                    </a:cubicBezTo>
                    <a:cubicBezTo>
                      <a:pt x="4825" y="14336"/>
                      <a:pt x="4838" y="14465"/>
                      <a:pt x="4853" y="14594"/>
                    </a:cubicBezTo>
                    <a:cubicBezTo>
                      <a:pt x="4875" y="14785"/>
                      <a:pt x="4911" y="14972"/>
                      <a:pt x="4957" y="15156"/>
                    </a:cubicBezTo>
                    <a:cubicBezTo>
                      <a:pt x="5119" y="15780"/>
                      <a:pt x="5412" y="16352"/>
                      <a:pt x="5809" y="16837"/>
                    </a:cubicBezTo>
                    <a:cubicBezTo>
                      <a:pt x="6435" y="17608"/>
                      <a:pt x="7316" y="18166"/>
                      <a:pt x="8326" y="18377"/>
                    </a:cubicBezTo>
                    <a:cubicBezTo>
                      <a:pt x="8620" y="18435"/>
                      <a:pt x="8925" y="18469"/>
                      <a:pt x="9235" y="18469"/>
                    </a:cubicBezTo>
                    <a:cubicBezTo>
                      <a:pt x="9545" y="18469"/>
                      <a:pt x="9849" y="18435"/>
                      <a:pt x="10144" y="18377"/>
                    </a:cubicBezTo>
                    <a:cubicBezTo>
                      <a:pt x="10995" y="18196"/>
                      <a:pt x="11758" y="17771"/>
                      <a:pt x="12354" y="17175"/>
                    </a:cubicBezTo>
                    <a:cubicBezTo>
                      <a:pt x="12462" y="17068"/>
                      <a:pt x="12563" y="16954"/>
                      <a:pt x="12658" y="16837"/>
                    </a:cubicBezTo>
                    <a:cubicBezTo>
                      <a:pt x="13054" y="16352"/>
                      <a:pt x="13347" y="15781"/>
                      <a:pt x="13509" y="15156"/>
                    </a:cubicBezTo>
                    <a:cubicBezTo>
                      <a:pt x="13554" y="14981"/>
                      <a:pt x="13590" y="14800"/>
                      <a:pt x="13612" y="14619"/>
                    </a:cubicBezTo>
                    <a:cubicBezTo>
                      <a:pt x="13632" y="14461"/>
                      <a:pt x="13646" y="14305"/>
                      <a:pt x="13646" y="14145"/>
                    </a:cubicBezTo>
                    <a:cubicBezTo>
                      <a:pt x="13648" y="14115"/>
                      <a:pt x="13648" y="14084"/>
                      <a:pt x="13648" y="14053"/>
                    </a:cubicBezTo>
                    <a:lnTo>
                      <a:pt x="13648" y="13654"/>
                    </a:lnTo>
                    <a:lnTo>
                      <a:pt x="14050" y="13654"/>
                    </a:lnTo>
                    <a:cubicBezTo>
                      <a:pt x="14333" y="13654"/>
                      <a:pt x="14609" y="13626"/>
                      <a:pt x="14880" y="13573"/>
                    </a:cubicBezTo>
                    <a:cubicBezTo>
                      <a:pt x="14972" y="13558"/>
                      <a:pt x="15065" y="13537"/>
                      <a:pt x="15153" y="13515"/>
                    </a:cubicBezTo>
                    <a:cubicBezTo>
                      <a:pt x="15200" y="13502"/>
                      <a:pt x="15245" y="13491"/>
                      <a:pt x="15292" y="13475"/>
                    </a:cubicBezTo>
                    <a:cubicBezTo>
                      <a:pt x="15676" y="13365"/>
                      <a:pt x="16036" y="13202"/>
                      <a:pt x="16367" y="12995"/>
                    </a:cubicBezTo>
                    <a:cubicBezTo>
                      <a:pt x="16505" y="12913"/>
                      <a:pt x="16638" y="12820"/>
                      <a:pt x="16760" y="12722"/>
                    </a:cubicBezTo>
                    <a:cubicBezTo>
                      <a:pt x="16789" y="12704"/>
                      <a:pt x="16814" y="12686"/>
                      <a:pt x="16838" y="12664"/>
                    </a:cubicBezTo>
                    <a:cubicBezTo>
                      <a:pt x="17409" y="12194"/>
                      <a:pt x="17864" y="11589"/>
                      <a:pt x="18147" y="10894"/>
                    </a:cubicBezTo>
                    <a:lnTo>
                      <a:pt x="18147" y="10892"/>
                    </a:lnTo>
                    <a:lnTo>
                      <a:pt x="18249" y="10603"/>
                    </a:lnTo>
                    <a:lnTo>
                      <a:pt x="18249" y="10600"/>
                    </a:lnTo>
                    <a:cubicBezTo>
                      <a:pt x="18298" y="10453"/>
                      <a:pt x="18341" y="10302"/>
                      <a:pt x="18372" y="10149"/>
                    </a:cubicBezTo>
                    <a:cubicBezTo>
                      <a:pt x="18434" y="9857"/>
                      <a:pt x="18467" y="9550"/>
                      <a:pt x="18467" y="9239"/>
                    </a:cubicBezTo>
                    <a:cubicBezTo>
                      <a:pt x="18467" y="8928"/>
                      <a:pt x="18434" y="8622"/>
                      <a:pt x="18370" y="8321"/>
                    </a:cubicBezTo>
                    <a:cubicBezTo>
                      <a:pt x="18346" y="8211"/>
                      <a:pt x="18322" y="8100"/>
                      <a:pt x="18291" y="7993"/>
                    </a:cubicBezTo>
                    <a:lnTo>
                      <a:pt x="18291" y="7986"/>
                    </a:lnTo>
                    <a:lnTo>
                      <a:pt x="18224" y="7790"/>
                    </a:lnTo>
                    <a:cubicBezTo>
                      <a:pt x="18224" y="7788"/>
                      <a:pt x="18224" y="7788"/>
                      <a:pt x="18220" y="7788"/>
                    </a:cubicBezTo>
                    <a:cubicBezTo>
                      <a:pt x="18002" y="7148"/>
                      <a:pt x="17639" y="6576"/>
                      <a:pt x="17172" y="6110"/>
                    </a:cubicBezTo>
                    <a:cubicBezTo>
                      <a:pt x="17064" y="6001"/>
                      <a:pt x="16954" y="5903"/>
                      <a:pt x="16837" y="5805"/>
                    </a:cubicBezTo>
                    <a:cubicBezTo>
                      <a:pt x="16825" y="5796"/>
                      <a:pt x="16816" y="5787"/>
                      <a:pt x="16804" y="5781"/>
                    </a:cubicBezTo>
                    <a:cubicBezTo>
                      <a:pt x="16690" y="5689"/>
                      <a:pt x="16569" y="5602"/>
                      <a:pt x="16448" y="5523"/>
                    </a:cubicBezTo>
                    <a:cubicBezTo>
                      <a:pt x="16120" y="5313"/>
                      <a:pt x="15764" y="5145"/>
                      <a:pt x="15387" y="5022"/>
                    </a:cubicBezTo>
                    <a:cubicBezTo>
                      <a:pt x="15310" y="4997"/>
                      <a:pt x="15233" y="4977"/>
                      <a:pt x="15153" y="4955"/>
                    </a:cubicBezTo>
                    <a:cubicBezTo>
                      <a:pt x="15077" y="4935"/>
                      <a:pt x="14998" y="4918"/>
                      <a:pt x="14917" y="4902"/>
                    </a:cubicBezTo>
                    <a:cubicBezTo>
                      <a:pt x="14637" y="4847"/>
                      <a:pt x="14348" y="4816"/>
                      <a:pt x="14050" y="4816"/>
                    </a:cubicBezTo>
                    <a:lnTo>
                      <a:pt x="13648" y="4816"/>
                    </a:lnTo>
                    <a:lnTo>
                      <a:pt x="13648" y="4415"/>
                    </a:lnTo>
                    <a:cubicBezTo>
                      <a:pt x="13648" y="4280"/>
                      <a:pt x="13642" y="4145"/>
                      <a:pt x="13626" y="4013"/>
                    </a:cubicBezTo>
                    <a:cubicBezTo>
                      <a:pt x="13606" y="3773"/>
                      <a:pt x="13566" y="3540"/>
                      <a:pt x="13508" y="3315"/>
                    </a:cubicBezTo>
                    <a:lnTo>
                      <a:pt x="13508" y="3313"/>
                    </a:lnTo>
                    <a:cubicBezTo>
                      <a:pt x="13346" y="2690"/>
                      <a:pt x="13053" y="2117"/>
                      <a:pt x="12657" y="1632"/>
                    </a:cubicBezTo>
                    <a:cubicBezTo>
                      <a:pt x="12033" y="860"/>
                      <a:pt x="11151" y="303"/>
                      <a:pt x="10143" y="91"/>
                    </a:cubicBezTo>
                    <a:cubicBezTo>
                      <a:pt x="9849" y="33"/>
                      <a:pt x="9543" y="0"/>
                      <a:pt x="9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23"/>
              <p:cNvSpPr/>
              <p:nvPr/>
            </p:nvSpPr>
            <p:spPr>
              <a:xfrm>
                <a:off x="1731350" y="787313"/>
                <a:ext cx="12175" cy="11600"/>
              </a:xfrm>
              <a:custGeom>
                <a:rect b="b" l="l" r="r" t="t"/>
                <a:pathLst>
                  <a:path extrusionOk="0" h="464" w="487">
                    <a:moveTo>
                      <a:pt x="130" y="1"/>
                    </a:moveTo>
                    <a:cubicBezTo>
                      <a:pt x="53" y="41"/>
                      <a:pt x="1" y="125"/>
                      <a:pt x="1" y="216"/>
                    </a:cubicBezTo>
                    <a:cubicBezTo>
                      <a:pt x="1" y="352"/>
                      <a:pt x="111" y="463"/>
                      <a:pt x="246" y="463"/>
                    </a:cubicBezTo>
                    <a:cubicBezTo>
                      <a:pt x="369" y="463"/>
                      <a:pt x="468" y="373"/>
                      <a:pt x="487" y="260"/>
                    </a:cubicBezTo>
                    <a:cubicBezTo>
                      <a:pt x="373" y="169"/>
                      <a:pt x="253" y="82"/>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23"/>
              <p:cNvSpPr/>
              <p:nvPr/>
            </p:nvSpPr>
            <p:spPr>
              <a:xfrm>
                <a:off x="1731375" y="823613"/>
                <a:ext cx="12325" cy="12375"/>
              </a:xfrm>
              <a:custGeom>
                <a:rect b="b" l="l" r="r" t="t"/>
                <a:pathLst>
                  <a:path extrusionOk="0" h="495" w="493">
                    <a:moveTo>
                      <a:pt x="247" y="1"/>
                    </a:moveTo>
                    <a:cubicBezTo>
                      <a:pt x="111" y="1"/>
                      <a:pt x="1" y="111"/>
                      <a:pt x="1" y="247"/>
                    </a:cubicBezTo>
                    <a:cubicBezTo>
                      <a:pt x="1" y="384"/>
                      <a:pt x="111" y="494"/>
                      <a:pt x="247" y="494"/>
                    </a:cubicBezTo>
                    <a:cubicBezTo>
                      <a:pt x="382" y="494"/>
                      <a:pt x="493" y="384"/>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23"/>
              <p:cNvSpPr/>
              <p:nvPr/>
            </p:nvSpPr>
            <p:spPr>
              <a:xfrm>
                <a:off x="1731375" y="860688"/>
                <a:ext cx="12325" cy="12350"/>
              </a:xfrm>
              <a:custGeom>
                <a:rect b="b" l="l" r="r" t="t"/>
                <a:pathLst>
                  <a:path extrusionOk="0" h="494" w="493">
                    <a:moveTo>
                      <a:pt x="247" y="1"/>
                    </a:moveTo>
                    <a:cubicBezTo>
                      <a:pt x="111" y="1"/>
                      <a:pt x="1" y="111"/>
                      <a:pt x="1" y="247"/>
                    </a:cubicBezTo>
                    <a:cubicBezTo>
                      <a:pt x="1" y="383"/>
                      <a:pt x="111" y="493"/>
                      <a:pt x="247" y="493"/>
                    </a:cubicBezTo>
                    <a:cubicBezTo>
                      <a:pt x="382" y="493"/>
                      <a:pt x="493" y="383"/>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23"/>
              <p:cNvSpPr/>
              <p:nvPr/>
            </p:nvSpPr>
            <p:spPr>
              <a:xfrm>
                <a:off x="1768375" y="842138"/>
                <a:ext cx="12325" cy="12425"/>
              </a:xfrm>
              <a:custGeom>
                <a:rect b="b" l="l" r="r" t="t"/>
                <a:pathLst>
                  <a:path extrusionOk="0" h="497" w="493">
                    <a:moveTo>
                      <a:pt x="246" y="1"/>
                    </a:moveTo>
                    <a:cubicBezTo>
                      <a:pt x="111" y="1"/>
                      <a:pt x="0" y="112"/>
                      <a:pt x="0" y="247"/>
                    </a:cubicBezTo>
                    <a:cubicBezTo>
                      <a:pt x="0" y="386"/>
                      <a:pt x="111" y="496"/>
                      <a:pt x="246" y="496"/>
                    </a:cubicBezTo>
                    <a:cubicBezTo>
                      <a:pt x="373" y="496"/>
                      <a:pt x="477" y="403"/>
                      <a:pt x="493" y="280"/>
                    </a:cubicBezTo>
                    <a:lnTo>
                      <a:pt x="493" y="274"/>
                    </a:lnTo>
                    <a:lnTo>
                      <a:pt x="425" y="77"/>
                    </a:lnTo>
                    <a:cubicBezTo>
                      <a:pt x="425" y="74"/>
                      <a:pt x="425" y="74"/>
                      <a:pt x="421" y="74"/>
                    </a:cubicBezTo>
                    <a:cubicBezTo>
                      <a:pt x="378" y="28"/>
                      <a:pt x="317"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23"/>
              <p:cNvSpPr/>
              <p:nvPr/>
            </p:nvSpPr>
            <p:spPr>
              <a:xfrm>
                <a:off x="1768400" y="879188"/>
                <a:ext cx="12325" cy="12350"/>
              </a:xfrm>
              <a:custGeom>
                <a:rect b="b" l="l" r="r" t="t"/>
                <a:pathLst>
                  <a:path extrusionOk="0" h="494"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23"/>
              <p:cNvSpPr/>
              <p:nvPr/>
            </p:nvSpPr>
            <p:spPr>
              <a:xfrm>
                <a:off x="1658750" y="749638"/>
                <a:ext cx="5850" cy="12150"/>
              </a:xfrm>
              <a:custGeom>
                <a:rect b="b" l="l" r="r" t="t"/>
                <a:pathLst>
                  <a:path extrusionOk="0" h="486" w="234">
                    <a:moveTo>
                      <a:pt x="212" y="0"/>
                    </a:moveTo>
                    <a:cubicBezTo>
                      <a:pt x="92" y="18"/>
                      <a:pt x="0" y="120"/>
                      <a:pt x="0" y="243"/>
                    </a:cubicBezTo>
                    <a:cubicBezTo>
                      <a:pt x="0" y="372"/>
                      <a:pt x="103" y="479"/>
                      <a:pt x="234" y="485"/>
                    </a:cubicBezTo>
                    <a:lnTo>
                      <a:pt x="234" y="402"/>
                    </a:lnTo>
                    <a:cubicBezTo>
                      <a:pt x="234" y="268"/>
                      <a:pt x="228" y="133"/>
                      <a:pt x="2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23"/>
              <p:cNvSpPr/>
              <p:nvPr/>
            </p:nvSpPr>
            <p:spPr>
              <a:xfrm>
                <a:off x="16587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23"/>
              <p:cNvSpPr/>
              <p:nvPr/>
            </p:nvSpPr>
            <p:spPr>
              <a:xfrm>
                <a:off x="16587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23"/>
              <p:cNvSpPr/>
              <p:nvPr/>
            </p:nvSpPr>
            <p:spPr>
              <a:xfrm>
                <a:off x="1695875" y="771838"/>
                <a:ext cx="12225" cy="8575"/>
              </a:xfrm>
              <a:custGeom>
                <a:rect b="b" l="l" r="r" t="t"/>
                <a:pathLst>
                  <a:path extrusionOk="0" h="343" w="489">
                    <a:moveTo>
                      <a:pt x="18" y="1"/>
                    </a:moveTo>
                    <a:cubicBezTo>
                      <a:pt x="7" y="29"/>
                      <a:pt x="1" y="62"/>
                      <a:pt x="1" y="97"/>
                    </a:cubicBezTo>
                    <a:cubicBezTo>
                      <a:pt x="1" y="232"/>
                      <a:pt x="111" y="342"/>
                      <a:pt x="246" y="342"/>
                    </a:cubicBezTo>
                    <a:cubicBezTo>
                      <a:pt x="372" y="342"/>
                      <a:pt x="476" y="243"/>
                      <a:pt x="489" y="120"/>
                    </a:cubicBezTo>
                    <a:cubicBezTo>
                      <a:pt x="411" y="97"/>
                      <a:pt x="334" y="74"/>
                      <a:pt x="254" y="53"/>
                    </a:cubicBezTo>
                    <a:cubicBezTo>
                      <a:pt x="178" y="35"/>
                      <a:pt x="99" y="16"/>
                      <a:pt x="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23"/>
              <p:cNvSpPr/>
              <p:nvPr/>
            </p:nvSpPr>
            <p:spPr>
              <a:xfrm>
                <a:off x="1695825" y="805088"/>
                <a:ext cx="12350" cy="12350"/>
              </a:xfrm>
              <a:custGeom>
                <a:rect b="b" l="l" r="r" t="t"/>
                <a:pathLst>
                  <a:path extrusionOk="0" h="494" w="494">
                    <a:moveTo>
                      <a:pt x="247" y="1"/>
                    </a:moveTo>
                    <a:cubicBezTo>
                      <a:pt x="111" y="1"/>
                      <a:pt x="0" y="111"/>
                      <a:pt x="0" y="246"/>
                    </a:cubicBezTo>
                    <a:cubicBezTo>
                      <a:pt x="0"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23"/>
              <p:cNvSpPr/>
              <p:nvPr/>
            </p:nvSpPr>
            <p:spPr>
              <a:xfrm>
                <a:off x="1695825" y="842138"/>
                <a:ext cx="12350" cy="12375"/>
              </a:xfrm>
              <a:custGeom>
                <a:rect b="b" l="l" r="r" t="t"/>
                <a:pathLst>
                  <a:path extrusionOk="0" h="495"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23"/>
              <p:cNvSpPr/>
              <p:nvPr/>
            </p:nvSpPr>
            <p:spPr>
              <a:xfrm>
                <a:off x="1695825" y="879188"/>
                <a:ext cx="12350" cy="12350"/>
              </a:xfrm>
              <a:custGeom>
                <a:rect b="b" l="l" r="r" t="t"/>
                <a:pathLst>
                  <a:path extrusionOk="0" h="494"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23"/>
              <p:cNvSpPr/>
              <p:nvPr/>
            </p:nvSpPr>
            <p:spPr>
              <a:xfrm>
                <a:off x="158620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23"/>
              <p:cNvSpPr/>
              <p:nvPr/>
            </p:nvSpPr>
            <p:spPr>
              <a:xfrm>
                <a:off x="158620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23"/>
              <p:cNvSpPr/>
              <p:nvPr/>
            </p:nvSpPr>
            <p:spPr>
              <a:xfrm>
                <a:off x="1623275" y="69393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23"/>
              <p:cNvSpPr/>
              <p:nvPr/>
            </p:nvSpPr>
            <p:spPr>
              <a:xfrm>
                <a:off x="158620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23"/>
              <p:cNvSpPr/>
              <p:nvPr/>
            </p:nvSpPr>
            <p:spPr>
              <a:xfrm>
                <a:off x="158620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23"/>
              <p:cNvSpPr/>
              <p:nvPr/>
            </p:nvSpPr>
            <p:spPr>
              <a:xfrm>
                <a:off x="158620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23"/>
              <p:cNvSpPr/>
              <p:nvPr/>
            </p:nvSpPr>
            <p:spPr>
              <a:xfrm>
                <a:off x="1623275" y="73098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23"/>
              <p:cNvSpPr/>
              <p:nvPr/>
            </p:nvSpPr>
            <p:spPr>
              <a:xfrm>
                <a:off x="1623275" y="768063"/>
                <a:ext cx="12325" cy="12350"/>
              </a:xfrm>
              <a:custGeom>
                <a:rect b="b" l="l" r="r" t="t"/>
                <a:pathLst>
                  <a:path extrusionOk="0" h="494" w="493">
                    <a:moveTo>
                      <a:pt x="246" y="1"/>
                    </a:moveTo>
                    <a:cubicBezTo>
                      <a:pt x="111" y="1"/>
                      <a:pt x="0" y="111"/>
                      <a:pt x="0" y="248"/>
                    </a:cubicBezTo>
                    <a:cubicBezTo>
                      <a:pt x="0"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23"/>
              <p:cNvSpPr/>
              <p:nvPr/>
            </p:nvSpPr>
            <p:spPr>
              <a:xfrm>
                <a:off x="1623275" y="805088"/>
                <a:ext cx="12325" cy="12350"/>
              </a:xfrm>
              <a:custGeom>
                <a:rect b="b" l="l" r="r" t="t"/>
                <a:pathLst>
                  <a:path extrusionOk="0" h="494" w="493">
                    <a:moveTo>
                      <a:pt x="246" y="1"/>
                    </a:moveTo>
                    <a:cubicBezTo>
                      <a:pt x="111" y="1"/>
                      <a:pt x="0" y="111"/>
                      <a:pt x="0" y="246"/>
                    </a:cubicBezTo>
                    <a:cubicBezTo>
                      <a:pt x="0"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23"/>
              <p:cNvSpPr/>
              <p:nvPr/>
            </p:nvSpPr>
            <p:spPr>
              <a:xfrm>
                <a:off x="1623275" y="842138"/>
                <a:ext cx="12325" cy="12375"/>
              </a:xfrm>
              <a:custGeom>
                <a:rect b="b" l="l" r="r" t="t"/>
                <a:pathLst>
                  <a:path extrusionOk="0" h="495"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23"/>
              <p:cNvSpPr/>
              <p:nvPr/>
            </p:nvSpPr>
            <p:spPr>
              <a:xfrm>
                <a:off x="151365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23"/>
              <p:cNvSpPr/>
              <p:nvPr/>
            </p:nvSpPr>
            <p:spPr>
              <a:xfrm>
                <a:off x="151365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23"/>
              <p:cNvSpPr/>
              <p:nvPr/>
            </p:nvSpPr>
            <p:spPr>
              <a:xfrm>
                <a:off x="1550700" y="693938"/>
                <a:ext cx="12350" cy="12375"/>
              </a:xfrm>
              <a:custGeom>
                <a:rect b="b" l="l" r="r" t="t"/>
                <a:pathLst>
                  <a:path extrusionOk="0" h="495" w="494">
                    <a:moveTo>
                      <a:pt x="247" y="1"/>
                    </a:moveTo>
                    <a:cubicBezTo>
                      <a:pt x="111" y="1"/>
                      <a:pt x="0" y="111"/>
                      <a:pt x="0" y="248"/>
                    </a:cubicBezTo>
                    <a:cubicBezTo>
                      <a:pt x="0"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23"/>
              <p:cNvSpPr/>
              <p:nvPr/>
            </p:nvSpPr>
            <p:spPr>
              <a:xfrm>
                <a:off x="151365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23"/>
              <p:cNvSpPr/>
              <p:nvPr/>
            </p:nvSpPr>
            <p:spPr>
              <a:xfrm>
                <a:off x="151365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23"/>
              <p:cNvSpPr/>
              <p:nvPr/>
            </p:nvSpPr>
            <p:spPr>
              <a:xfrm>
                <a:off x="151365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23"/>
              <p:cNvSpPr/>
              <p:nvPr/>
            </p:nvSpPr>
            <p:spPr>
              <a:xfrm>
                <a:off x="1550700" y="656913"/>
                <a:ext cx="12350" cy="12325"/>
              </a:xfrm>
              <a:custGeom>
                <a:rect b="b" l="l" r="r" t="t"/>
                <a:pathLst>
                  <a:path extrusionOk="0" h="493" w="494">
                    <a:moveTo>
                      <a:pt x="247" y="0"/>
                    </a:moveTo>
                    <a:cubicBezTo>
                      <a:pt x="111" y="0"/>
                      <a:pt x="0" y="110"/>
                      <a:pt x="0" y="247"/>
                    </a:cubicBezTo>
                    <a:cubicBezTo>
                      <a:pt x="0" y="383"/>
                      <a:pt x="111" y="492"/>
                      <a:pt x="247" y="492"/>
                    </a:cubicBezTo>
                    <a:cubicBezTo>
                      <a:pt x="383" y="492"/>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23"/>
              <p:cNvSpPr/>
              <p:nvPr/>
            </p:nvSpPr>
            <p:spPr>
              <a:xfrm>
                <a:off x="1449650" y="715963"/>
                <a:ext cx="3775" cy="8400"/>
              </a:xfrm>
              <a:custGeom>
                <a:rect b="b" l="l" r="r" t="t"/>
                <a:pathLst>
                  <a:path extrusionOk="0" h="336" w="151">
                    <a:moveTo>
                      <a:pt x="126" y="0"/>
                    </a:moveTo>
                    <a:cubicBezTo>
                      <a:pt x="80" y="111"/>
                      <a:pt x="37" y="222"/>
                      <a:pt x="0" y="336"/>
                    </a:cubicBezTo>
                    <a:cubicBezTo>
                      <a:pt x="89" y="295"/>
                      <a:pt x="151" y="211"/>
                      <a:pt x="151" y="109"/>
                    </a:cubicBezTo>
                    <a:cubicBezTo>
                      <a:pt x="151" y="68"/>
                      <a:pt x="142" y="35"/>
                      <a:pt x="1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23"/>
              <p:cNvSpPr/>
              <p:nvPr/>
            </p:nvSpPr>
            <p:spPr>
              <a:xfrm>
                <a:off x="1478150" y="6939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23"/>
              <p:cNvSpPr/>
              <p:nvPr/>
            </p:nvSpPr>
            <p:spPr>
              <a:xfrm>
                <a:off x="1443800" y="749563"/>
                <a:ext cx="9625" cy="12350"/>
              </a:xfrm>
              <a:custGeom>
                <a:rect b="b" l="l" r="r" t="t"/>
                <a:pathLst>
                  <a:path extrusionOk="0" h="494" w="385">
                    <a:moveTo>
                      <a:pt x="140" y="1"/>
                    </a:moveTo>
                    <a:cubicBezTo>
                      <a:pt x="139" y="1"/>
                      <a:pt x="139" y="1"/>
                      <a:pt x="138" y="1"/>
                    </a:cubicBezTo>
                    <a:cubicBezTo>
                      <a:pt x="96" y="1"/>
                      <a:pt x="53" y="14"/>
                      <a:pt x="18" y="32"/>
                    </a:cubicBezTo>
                    <a:cubicBezTo>
                      <a:pt x="7" y="156"/>
                      <a:pt x="1" y="282"/>
                      <a:pt x="1" y="408"/>
                    </a:cubicBezTo>
                    <a:lnTo>
                      <a:pt x="1" y="450"/>
                    </a:lnTo>
                    <a:cubicBezTo>
                      <a:pt x="40" y="478"/>
                      <a:pt x="86" y="493"/>
                      <a:pt x="138" y="493"/>
                    </a:cubicBezTo>
                    <a:cubicBezTo>
                      <a:pt x="274" y="493"/>
                      <a:pt x="385" y="382"/>
                      <a:pt x="385" y="247"/>
                    </a:cubicBezTo>
                    <a:cubicBezTo>
                      <a:pt x="385" y="112"/>
                      <a:pt x="276" y="1"/>
                      <a:pt x="1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23"/>
              <p:cNvSpPr/>
              <p:nvPr/>
            </p:nvSpPr>
            <p:spPr>
              <a:xfrm>
                <a:off x="14410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23"/>
              <p:cNvSpPr/>
              <p:nvPr/>
            </p:nvSpPr>
            <p:spPr>
              <a:xfrm>
                <a:off x="14410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23"/>
              <p:cNvSpPr/>
              <p:nvPr/>
            </p:nvSpPr>
            <p:spPr>
              <a:xfrm>
                <a:off x="1478150" y="73098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23"/>
              <p:cNvSpPr/>
              <p:nvPr/>
            </p:nvSpPr>
            <p:spPr>
              <a:xfrm>
                <a:off x="1478150" y="76806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23"/>
              <p:cNvSpPr/>
              <p:nvPr/>
            </p:nvSpPr>
            <p:spPr>
              <a:xfrm>
                <a:off x="1478150" y="805088"/>
                <a:ext cx="12325" cy="12350"/>
              </a:xfrm>
              <a:custGeom>
                <a:rect b="b" l="l" r="r" t="t"/>
                <a:pathLst>
                  <a:path extrusionOk="0" h="494" w="493">
                    <a:moveTo>
                      <a:pt x="246" y="1"/>
                    </a:moveTo>
                    <a:cubicBezTo>
                      <a:pt x="111" y="1"/>
                      <a:pt x="1" y="111"/>
                      <a:pt x="1" y="246"/>
                    </a:cubicBezTo>
                    <a:cubicBezTo>
                      <a:pt x="1"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23"/>
              <p:cNvSpPr/>
              <p:nvPr/>
            </p:nvSpPr>
            <p:spPr>
              <a:xfrm>
                <a:off x="1478150"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23"/>
              <p:cNvSpPr/>
              <p:nvPr/>
            </p:nvSpPr>
            <p:spPr>
              <a:xfrm>
                <a:off x="1368500" y="786663"/>
                <a:ext cx="12400" cy="12275"/>
              </a:xfrm>
              <a:custGeom>
                <a:rect b="b" l="l" r="r" t="t"/>
                <a:pathLst>
                  <a:path extrusionOk="0" h="491" w="496">
                    <a:moveTo>
                      <a:pt x="265" y="1"/>
                    </a:moveTo>
                    <a:cubicBezTo>
                      <a:pt x="179" y="53"/>
                      <a:pt x="93" y="112"/>
                      <a:pt x="13" y="170"/>
                    </a:cubicBezTo>
                    <a:cubicBezTo>
                      <a:pt x="3" y="191"/>
                      <a:pt x="1" y="219"/>
                      <a:pt x="1" y="243"/>
                    </a:cubicBezTo>
                    <a:cubicBezTo>
                      <a:pt x="1" y="379"/>
                      <a:pt x="111" y="490"/>
                      <a:pt x="246" y="490"/>
                    </a:cubicBezTo>
                    <a:cubicBezTo>
                      <a:pt x="384" y="490"/>
                      <a:pt x="496" y="379"/>
                      <a:pt x="496" y="243"/>
                    </a:cubicBezTo>
                    <a:cubicBezTo>
                      <a:pt x="496" y="114"/>
                      <a:pt x="394" y="7"/>
                      <a:pt x="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23"/>
              <p:cNvSpPr/>
              <p:nvPr/>
            </p:nvSpPr>
            <p:spPr>
              <a:xfrm>
                <a:off x="136852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23"/>
              <p:cNvSpPr/>
              <p:nvPr/>
            </p:nvSpPr>
            <p:spPr>
              <a:xfrm>
                <a:off x="1368525" y="86068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23"/>
              <p:cNvSpPr/>
              <p:nvPr/>
            </p:nvSpPr>
            <p:spPr>
              <a:xfrm>
                <a:off x="1405525" y="771063"/>
                <a:ext cx="12400" cy="9350"/>
              </a:xfrm>
              <a:custGeom>
                <a:rect b="b" l="l" r="r" t="t"/>
                <a:pathLst>
                  <a:path extrusionOk="0" h="374" w="496">
                    <a:moveTo>
                      <a:pt x="457" y="1"/>
                    </a:moveTo>
                    <a:cubicBezTo>
                      <a:pt x="310" y="19"/>
                      <a:pt x="166" y="46"/>
                      <a:pt x="23" y="83"/>
                    </a:cubicBezTo>
                    <a:cubicBezTo>
                      <a:pt x="18" y="87"/>
                      <a:pt x="12" y="87"/>
                      <a:pt x="6" y="89"/>
                    </a:cubicBezTo>
                    <a:lnTo>
                      <a:pt x="3" y="89"/>
                    </a:lnTo>
                    <a:cubicBezTo>
                      <a:pt x="0" y="103"/>
                      <a:pt x="0" y="114"/>
                      <a:pt x="0" y="128"/>
                    </a:cubicBezTo>
                    <a:cubicBezTo>
                      <a:pt x="0" y="263"/>
                      <a:pt x="111" y="373"/>
                      <a:pt x="249" y="373"/>
                    </a:cubicBezTo>
                    <a:cubicBezTo>
                      <a:pt x="384" y="373"/>
                      <a:pt x="496" y="263"/>
                      <a:pt x="496" y="128"/>
                    </a:cubicBezTo>
                    <a:cubicBezTo>
                      <a:pt x="496" y="81"/>
                      <a:pt x="484" y="38"/>
                      <a:pt x="4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23"/>
              <p:cNvSpPr/>
              <p:nvPr/>
            </p:nvSpPr>
            <p:spPr>
              <a:xfrm>
                <a:off x="1405575" y="805088"/>
                <a:ext cx="12350" cy="12350"/>
              </a:xfrm>
              <a:custGeom>
                <a:rect b="b" l="l" r="r" t="t"/>
                <a:pathLst>
                  <a:path extrusionOk="0" h="494" w="494">
                    <a:moveTo>
                      <a:pt x="247" y="1"/>
                    </a:moveTo>
                    <a:cubicBezTo>
                      <a:pt x="111" y="1"/>
                      <a:pt x="1" y="111"/>
                      <a:pt x="1" y="246"/>
                    </a:cubicBezTo>
                    <a:cubicBezTo>
                      <a:pt x="1"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23"/>
              <p:cNvSpPr/>
              <p:nvPr/>
            </p:nvSpPr>
            <p:spPr>
              <a:xfrm>
                <a:off x="1405575" y="8421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23"/>
              <p:cNvSpPr/>
              <p:nvPr/>
            </p:nvSpPr>
            <p:spPr>
              <a:xfrm>
                <a:off x="1333025"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23"/>
              <p:cNvSpPr/>
              <p:nvPr/>
            </p:nvSpPr>
            <p:spPr>
              <a:xfrm>
                <a:off x="1333025" y="879188"/>
                <a:ext cx="12325" cy="12350"/>
              </a:xfrm>
              <a:custGeom>
                <a:rect b="b" l="l" r="r" t="t"/>
                <a:pathLst>
                  <a:path extrusionOk="0" h="494"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23"/>
              <p:cNvSpPr/>
              <p:nvPr/>
            </p:nvSpPr>
            <p:spPr>
              <a:xfrm>
                <a:off x="1767675" y="910013"/>
                <a:ext cx="11975" cy="12375"/>
              </a:xfrm>
              <a:custGeom>
                <a:rect b="b" l="l" r="r" t="t"/>
                <a:pathLst>
                  <a:path extrusionOk="0" h="495" w="479">
                    <a:moveTo>
                      <a:pt x="247" y="1"/>
                    </a:moveTo>
                    <a:cubicBezTo>
                      <a:pt x="112" y="1"/>
                      <a:pt x="1" y="112"/>
                      <a:pt x="1" y="248"/>
                    </a:cubicBezTo>
                    <a:cubicBezTo>
                      <a:pt x="1" y="387"/>
                      <a:pt x="112" y="494"/>
                      <a:pt x="247" y="494"/>
                    </a:cubicBezTo>
                    <a:cubicBezTo>
                      <a:pt x="294" y="494"/>
                      <a:pt x="339" y="482"/>
                      <a:pt x="376" y="460"/>
                    </a:cubicBezTo>
                    <a:lnTo>
                      <a:pt x="376" y="458"/>
                    </a:lnTo>
                    <a:lnTo>
                      <a:pt x="478" y="166"/>
                    </a:lnTo>
                    <a:lnTo>
                      <a:pt x="478" y="164"/>
                    </a:lnTo>
                    <a:cubicBezTo>
                      <a:pt x="443" y="68"/>
                      <a:pt x="351"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23"/>
              <p:cNvSpPr/>
              <p:nvPr/>
            </p:nvSpPr>
            <p:spPr>
              <a:xfrm>
                <a:off x="1695125" y="9100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23"/>
              <p:cNvSpPr/>
              <p:nvPr/>
            </p:nvSpPr>
            <p:spPr>
              <a:xfrm>
                <a:off x="1695125" y="94711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23"/>
              <p:cNvSpPr/>
              <p:nvPr/>
            </p:nvSpPr>
            <p:spPr>
              <a:xfrm>
                <a:off x="173217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23"/>
              <p:cNvSpPr/>
              <p:nvPr/>
            </p:nvSpPr>
            <p:spPr>
              <a:xfrm>
                <a:off x="1695400" y="984138"/>
                <a:ext cx="10325" cy="4425"/>
              </a:xfrm>
              <a:custGeom>
                <a:rect b="b" l="l" r="r" t="t"/>
                <a:pathLst>
                  <a:path extrusionOk="0" h="177" w="413">
                    <a:moveTo>
                      <a:pt x="237" y="1"/>
                    </a:moveTo>
                    <a:cubicBezTo>
                      <a:pt x="124" y="1"/>
                      <a:pt x="32" y="74"/>
                      <a:pt x="1" y="176"/>
                    </a:cubicBezTo>
                    <a:cubicBezTo>
                      <a:pt x="93" y="161"/>
                      <a:pt x="186" y="140"/>
                      <a:pt x="274" y="119"/>
                    </a:cubicBezTo>
                    <a:cubicBezTo>
                      <a:pt x="321" y="105"/>
                      <a:pt x="366" y="94"/>
                      <a:pt x="413" y="78"/>
                    </a:cubicBezTo>
                    <a:cubicBezTo>
                      <a:pt x="368" y="32"/>
                      <a:pt x="308" y="1"/>
                      <a:pt x="2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23"/>
              <p:cNvSpPr/>
              <p:nvPr/>
            </p:nvSpPr>
            <p:spPr>
              <a:xfrm>
                <a:off x="1732150" y="965613"/>
                <a:ext cx="10325" cy="8500"/>
              </a:xfrm>
              <a:custGeom>
                <a:rect b="b" l="l" r="r" t="t"/>
                <a:pathLst>
                  <a:path extrusionOk="0" h="340" w="413">
                    <a:moveTo>
                      <a:pt x="249" y="1"/>
                    </a:moveTo>
                    <a:cubicBezTo>
                      <a:pt x="111" y="1"/>
                      <a:pt x="1" y="112"/>
                      <a:pt x="1" y="248"/>
                    </a:cubicBezTo>
                    <a:cubicBezTo>
                      <a:pt x="1" y="282"/>
                      <a:pt x="6" y="313"/>
                      <a:pt x="18" y="339"/>
                    </a:cubicBezTo>
                    <a:cubicBezTo>
                      <a:pt x="156" y="257"/>
                      <a:pt x="289" y="164"/>
                      <a:pt x="412" y="66"/>
                    </a:cubicBezTo>
                    <a:cubicBezTo>
                      <a:pt x="368" y="26"/>
                      <a:pt x="310" y="1"/>
                      <a:pt x="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23"/>
              <p:cNvSpPr/>
              <p:nvPr/>
            </p:nvSpPr>
            <p:spPr>
              <a:xfrm>
                <a:off x="173217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23"/>
              <p:cNvSpPr/>
              <p:nvPr/>
            </p:nvSpPr>
            <p:spPr>
              <a:xfrm>
                <a:off x="1622550" y="91003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23"/>
              <p:cNvSpPr/>
              <p:nvPr/>
            </p:nvSpPr>
            <p:spPr>
              <a:xfrm>
                <a:off x="1622550" y="947113"/>
                <a:ext cx="12350" cy="12350"/>
              </a:xfrm>
              <a:custGeom>
                <a:rect b="b" l="l" r="r" t="t"/>
                <a:pathLst>
                  <a:path extrusionOk="0" h="494" w="494">
                    <a:moveTo>
                      <a:pt x="247" y="1"/>
                    </a:moveTo>
                    <a:cubicBezTo>
                      <a:pt x="111" y="1"/>
                      <a:pt x="1" y="111"/>
                      <a:pt x="1" y="248"/>
                    </a:cubicBezTo>
                    <a:cubicBezTo>
                      <a:pt x="1" y="383"/>
                      <a:pt x="111" y="493"/>
                      <a:pt x="247" y="493"/>
                    </a:cubicBezTo>
                    <a:cubicBezTo>
                      <a:pt x="383" y="493"/>
                      <a:pt x="494" y="383"/>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23"/>
              <p:cNvSpPr/>
              <p:nvPr/>
            </p:nvSpPr>
            <p:spPr>
              <a:xfrm>
                <a:off x="1659625"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23"/>
              <p:cNvSpPr/>
              <p:nvPr/>
            </p:nvSpPr>
            <p:spPr>
              <a:xfrm>
                <a:off x="1622550" y="984163"/>
                <a:ext cx="12350" cy="12350"/>
              </a:xfrm>
              <a:custGeom>
                <a:rect b="b" l="l" r="r" t="t"/>
                <a:pathLst>
                  <a:path extrusionOk="0" h="494" w="494">
                    <a:moveTo>
                      <a:pt x="247" y="1"/>
                    </a:moveTo>
                    <a:cubicBezTo>
                      <a:pt x="111" y="1"/>
                      <a:pt x="1" y="111"/>
                      <a:pt x="1" y="248"/>
                    </a:cubicBezTo>
                    <a:cubicBezTo>
                      <a:pt x="1" y="384"/>
                      <a:pt x="111" y="493"/>
                      <a:pt x="247" y="493"/>
                    </a:cubicBezTo>
                    <a:cubicBezTo>
                      <a:pt x="383" y="493"/>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23"/>
              <p:cNvSpPr/>
              <p:nvPr/>
            </p:nvSpPr>
            <p:spPr>
              <a:xfrm>
                <a:off x="1622550" y="10212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23"/>
              <p:cNvSpPr/>
              <p:nvPr/>
            </p:nvSpPr>
            <p:spPr>
              <a:xfrm>
                <a:off x="1622550" y="10582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23"/>
              <p:cNvSpPr/>
              <p:nvPr/>
            </p:nvSpPr>
            <p:spPr>
              <a:xfrm>
                <a:off x="1659625"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23"/>
              <p:cNvSpPr/>
              <p:nvPr/>
            </p:nvSpPr>
            <p:spPr>
              <a:xfrm>
                <a:off x="1659575" y="1002838"/>
                <a:ext cx="4975" cy="11825"/>
              </a:xfrm>
              <a:custGeom>
                <a:rect b="b" l="l" r="r" t="t"/>
                <a:pathLst>
                  <a:path extrusionOk="0" h="473" w="199">
                    <a:moveTo>
                      <a:pt x="199" y="0"/>
                    </a:moveTo>
                    <a:lnTo>
                      <a:pt x="199" y="0"/>
                    </a:lnTo>
                    <a:cubicBezTo>
                      <a:pt x="87" y="22"/>
                      <a:pt x="1" y="120"/>
                      <a:pt x="3" y="239"/>
                    </a:cubicBezTo>
                    <a:cubicBezTo>
                      <a:pt x="3" y="347"/>
                      <a:pt x="70" y="440"/>
                      <a:pt x="165" y="473"/>
                    </a:cubicBezTo>
                    <a:cubicBezTo>
                      <a:pt x="185" y="316"/>
                      <a:pt x="199" y="160"/>
                      <a:pt x="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23"/>
              <p:cNvSpPr/>
              <p:nvPr/>
            </p:nvSpPr>
            <p:spPr>
              <a:xfrm>
                <a:off x="1587050"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23"/>
              <p:cNvSpPr/>
              <p:nvPr/>
            </p:nvSpPr>
            <p:spPr>
              <a:xfrm>
                <a:off x="1550000" y="1021213"/>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23"/>
              <p:cNvSpPr/>
              <p:nvPr/>
            </p:nvSpPr>
            <p:spPr>
              <a:xfrm>
                <a:off x="1550000" y="10582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23"/>
              <p:cNvSpPr/>
              <p:nvPr/>
            </p:nvSpPr>
            <p:spPr>
              <a:xfrm>
                <a:off x="1550000" y="1095313"/>
                <a:ext cx="12325" cy="12325"/>
              </a:xfrm>
              <a:custGeom>
                <a:rect b="b" l="l" r="r" t="t"/>
                <a:pathLst>
                  <a:path extrusionOk="0" h="493" w="493">
                    <a:moveTo>
                      <a:pt x="246" y="1"/>
                    </a:moveTo>
                    <a:cubicBezTo>
                      <a:pt x="111" y="1"/>
                      <a:pt x="1" y="110"/>
                      <a:pt x="1" y="246"/>
                    </a:cubicBezTo>
                    <a:cubicBezTo>
                      <a:pt x="1" y="383"/>
                      <a:pt x="111"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23"/>
              <p:cNvSpPr/>
              <p:nvPr/>
            </p:nvSpPr>
            <p:spPr>
              <a:xfrm>
                <a:off x="1587050"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23"/>
              <p:cNvSpPr/>
              <p:nvPr/>
            </p:nvSpPr>
            <p:spPr>
              <a:xfrm>
                <a:off x="1587050" y="1002688"/>
                <a:ext cx="12350" cy="12350"/>
              </a:xfrm>
              <a:custGeom>
                <a:rect b="b" l="l" r="r" t="t"/>
                <a:pathLst>
                  <a:path extrusionOk="0" h="494" w="494">
                    <a:moveTo>
                      <a:pt x="247" y="1"/>
                    </a:moveTo>
                    <a:cubicBezTo>
                      <a:pt x="111" y="1"/>
                      <a:pt x="1" y="110"/>
                      <a:pt x="1" y="246"/>
                    </a:cubicBezTo>
                    <a:cubicBezTo>
                      <a:pt x="1" y="383"/>
                      <a:pt x="111" y="493"/>
                      <a:pt x="247" y="493"/>
                    </a:cubicBezTo>
                    <a:cubicBezTo>
                      <a:pt x="383" y="493"/>
                      <a:pt x="494" y="383"/>
                      <a:pt x="494" y="246"/>
                    </a:cubicBezTo>
                    <a:cubicBezTo>
                      <a:pt x="494" y="110"/>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23"/>
              <p:cNvSpPr/>
              <p:nvPr/>
            </p:nvSpPr>
            <p:spPr>
              <a:xfrm>
                <a:off x="1587050" y="103973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23"/>
              <p:cNvSpPr/>
              <p:nvPr/>
            </p:nvSpPr>
            <p:spPr>
              <a:xfrm>
                <a:off x="1587050" y="1076788"/>
                <a:ext cx="12350" cy="12350"/>
              </a:xfrm>
              <a:custGeom>
                <a:rect b="b" l="l" r="r" t="t"/>
                <a:pathLst>
                  <a:path extrusionOk="0" h="494" w="494">
                    <a:moveTo>
                      <a:pt x="247" y="1"/>
                    </a:moveTo>
                    <a:cubicBezTo>
                      <a:pt x="111" y="1"/>
                      <a:pt x="1" y="111"/>
                      <a:pt x="1" y="247"/>
                    </a:cubicBezTo>
                    <a:cubicBezTo>
                      <a:pt x="1" y="384"/>
                      <a:pt x="111" y="493"/>
                      <a:pt x="247" y="493"/>
                    </a:cubicBezTo>
                    <a:cubicBezTo>
                      <a:pt x="383" y="493"/>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23"/>
              <p:cNvSpPr/>
              <p:nvPr/>
            </p:nvSpPr>
            <p:spPr>
              <a:xfrm>
                <a:off x="1477425"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23"/>
              <p:cNvSpPr/>
              <p:nvPr/>
            </p:nvSpPr>
            <p:spPr>
              <a:xfrm>
                <a:off x="1477425" y="947113"/>
                <a:ext cx="12350" cy="12350"/>
              </a:xfrm>
              <a:custGeom>
                <a:rect b="b" l="l" r="r" t="t"/>
                <a:pathLst>
                  <a:path extrusionOk="0" h="494" w="494">
                    <a:moveTo>
                      <a:pt x="247" y="1"/>
                    </a:moveTo>
                    <a:cubicBezTo>
                      <a:pt x="111" y="1"/>
                      <a:pt x="1" y="111"/>
                      <a:pt x="1" y="248"/>
                    </a:cubicBezTo>
                    <a:cubicBezTo>
                      <a:pt x="1" y="383"/>
                      <a:pt x="111" y="493"/>
                      <a:pt x="247" y="493"/>
                    </a:cubicBezTo>
                    <a:cubicBezTo>
                      <a:pt x="384" y="493"/>
                      <a:pt x="494" y="383"/>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23"/>
              <p:cNvSpPr/>
              <p:nvPr/>
            </p:nvSpPr>
            <p:spPr>
              <a:xfrm>
                <a:off x="1514500"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23"/>
              <p:cNvSpPr/>
              <p:nvPr/>
            </p:nvSpPr>
            <p:spPr>
              <a:xfrm>
                <a:off x="1477425" y="984163"/>
                <a:ext cx="12350" cy="12350"/>
              </a:xfrm>
              <a:custGeom>
                <a:rect b="b" l="l" r="r" t="t"/>
                <a:pathLst>
                  <a:path extrusionOk="0" h="494" w="494">
                    <a:moveTo>
                      <a:pt x="247" y="1"/>
                    </a:moveTo>
                    <a:cubicBezTo>
                      <a:pt x="111" y="1"/>
                      <a:pt x="1" y="111"/>
                      <a:pt x="1" y="248"/>
                    </a:cubicBezTo>
                    <a:cubicBezTo>
                      <a:pt x="1" y="384"/>
                      <a:pt x="111" y="493"/>
                      <a:pt x="247" y="493"/>
                    </a:cubicBezTo>
                    <a:cubicBezTo>
                      <a:pt x="384" y="493"/>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23"/>
              <p:cNvSpPr/>
              <p:nvPr/>
            </p:nvSpPr>
            <p:spPr>
              <a:xfrm>
                <a:off x="1477425" y="1021213"/>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23"/>
              <p:cNvSpPr/>
              <p:nvPr/>
            </p:nvSpPr>
            <p:spPr>
              <a:xfrm>
                <a:off x="1477425" y="1058238"/>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23"/>
              <p:cNvSpPr/>
              <p:nvPr/>
            </p:nvSpPr>
            <p:spPr>
              <a:xfrm>
                <a:off x="1514500"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23"/>
              <p:cNvSpPr/>
              <p:nvPr/>
            </p:nvSpPr>
            <p:spPr>
              <a:xfrm>
                <a:off x="1514500" y="1002688"/>
                <a:ext cx="12325" cy="12350"/>
              </a:xfrm>
              <a:custGeom>
                <a:rect b="b" l="l" r="r" t="t"/>
                <a:pathLst>
                  <a:path extrusionOk="0" h="494" w="493">
                    <a:moveTo>
                      <a:pt x="246" y="1"/>
                    </a:moveTo>
                    <a:cubicBezTo>
                      <a:pt x="110" y="1"/>
                      <a:pt x="1" y="110"/>
                      <a:pt x="1" y="246"/>
                    </a:cubicBezTo>
                    <a:cubicBezTo>
                      <a:pt x="1" y="383"/>
                      <a:pt x="110"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23"/>
              <p:cNvSpPr/>
              <p:nvPr/>
            </p:nvSpPr>
            <p:spPr>
              <a:xfrm>
                <a:off x="1514500" y="1039738"/>
                <a:ext cx="12325" cy="12350"/>
              </a:xfrm>
              <a:custGeom>
                <a:rect b="b" l="l" r="r" t="t"/>
                <a:pathLst>
                  <a:path extrusionOk="0" h="494" w="493">
                    <a:moveTo>
                      <a:pt x="246" y="1"/>
                    </a:moveTo>
                    <a:cubicBezTo>
                      <a:pt x="110" y="1"/>
                      <a:pt x="1" y="111"/>
                      <a:pt x="1" y="247"/>
                    </a:cubicBezTo>
                    <a:cubicBezTo>
                      <a:pt x="1" y="383"/>
                      <a:pt x="110" y="493"/>
                      <a:pt x="246" y="493"/>
                    </a:cubicBezTo>
                    <a:cubicBezTo>
                      <a:pt x="382" y="493"/>
                      <a:pt x="493" y="383"/>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23"/>
              <p:cNvSpPr/>
              <p:nvPr/>
            </p:nvSpPr>
            <p:spPr>
              <a:xfrm>
                <a:off x="1514500" y="1076788"/>
                <a:ext cx="12325" cy="12350"/>
              </a:xfrm>
              <a:custGeom>
                <a:rect b="b" l="l" r="r" t="t"/>
                <a:pathLst>
                  <a:path extrusionOk="0" h="494" w="493">
                    <a:moveTo>
                      <a:pt x="246" y="1"/>
                    </a:moveTo>
                    <a:cubicBezTo>
                      <a:pt x="110" y="1"/>
                      <a:pt x="1" y="111"/>
                      <a:pt x="1" y="247"/>
                    </a:cubicBezTo>
                    <a:cubicBezTo>
                      <a:pt x="1" y="384"/>
                      <a:pt x="110" y="493"/>
                      <a:pt x="246" y="493"/>
                    </a:cubicBezTo>
                    <a:cubicBezTo>
                      <a:pt x="382" y="493"/>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23"/>
              <p:cNvSpPr/>
              <p:nvPr/>
            </p:nvSpPr>
            <p:spPr>
              <a:xfrm>
                <a:off x="1404875" y="910038"/>
                <a:ext cx="12325" cy="12375"/>
              </a:xfrm>
              <a:custGeom>
                <a:rect b="b" l="l" r="r" t="t"/>
                <a:pathLst>
                  <a:path extrusionOk="0" h="495" w="493">
                    <a:moveTo>
                      <a:pt x="246" y="1"/>
                    </a:moveTo>
                    <a:cubicBezTo>
                      <a:pt x="111" y="1"/>
                      <a:pt x="1" y="111"/>
                      <a:pt x="1" y="248"/>
                    </a:cubicBezTo>
                    <a:cubicBezTo>
                      <a:pt x="1" y="384"/>
                      <a:pt x="111" y="494"/>
                      <a:pt x="246" y="494"/>
                    </a:cubicBezTo>
                    <a:cubicBezTo>
                      <a:pt x="383" y="494"/>
                      <a:pt x="493" y="384"/>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23"/>
              <p:cNvSpPr/>
              <p:nvPr/>
            </p:nvSpPr>
            <p:spPr>
              <a:xfrm>
                <a:off x="1404875" y="947113"/>
                <a:ext cx="12325" cy="12350"/>
              </a:xfrm>
              <a:custGeom>
                <a:rect b="b" l="l" r="r" t="t"/>
                <a:pathLst>
                  <a:path extrusionOk="0" h="494" w="493">
                    <a:moveTo>
                      <a:pt x="246" y="1"/>
                    </a:moveTo>
                    <a:cubicBezTo>
                      <a:pt x="111" y="1"/>
                      <a:pt x="1" y="111"/>
                      <a:pt x="1" y="248"/>
                    </a:cubicBezTo>
                    <a:cubicBezTo>
                      <a:pt x="1" y="383"/>
                      <a:pt x="111" y="493"/>
                      <a:pt x="246" y="493"/>
                    </a:cubicBezTo>
                    <a:cubicBezTo>
                      <a:pt x="383" y="493"/>
                      <a:pt x="493" y="383"/>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23"/>
              <p:cNvSpPr/>
              <p:nvPr/>
            </p:nvSpPr>
            <p:spPr>
              <a:xfrm>
                <a:off x="14419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23"/>
              <p:cNvSpPr/>
              <p:nvPr/>
            </p:nvSpPr>
            <p:spPr>
              <a:xfrm>
                <a:off x="1405825" y="984163"/>
                <a:ext cx="11250" cy="5100"/>
              </a:xfrm>
              <a:custGeom>
                <a:rect b="b" l="l" r="r" t="t"/>
                <a:pathLst>
                  <a:path extrusionOk="0" h="204" w="450">
                    <a:moveTo>
                      <a:pt x="209" y="1"/>
                    </a:moveTo>
                    <a:cubicBezTo>
                      <a:pt x="209" y="1"/>
                      <a:pt x="208" y="1"/>
                      <a:pt x="207" y="1"/>
                    </a:cubicBezTo>
                    <a:cubicBezTo>
                      <a:pt x="122" y="1"/>
                      <a:pt x="44" y="47"/>
                      <a:pt x="1" y="114"/>
                    </a:cubicBezTo>
                    <a:cubicBezTo>
                      <a:pt x="5" y="114"/>
                      <a:pt x="11" y="118"/>
                      <a:pt x="14" y="118"/>
                    </a:cubicBezTo>
                    <a:lnTo>
                      <a:pt x="16" y="118"/>
                    </a:lnTo>
                    <a:cubicBezTo>
                      <a:pt x="159" y="155"/>
                      <a:pt x="303" y="181"/>
                      <a:pt x="450" y="203"/>
                    </a:cubicBezTo>
                    <a:cubicBezTo>
                      <a:pt x="432" y="89"/>
                      <a:pt x="331" y="1"/>
                      <a:pt x="2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23"/>
              <p:cNvSpPr/>
              <p:nvPr/>
            </p:nvSpPr>
            <p:spPr>
              <a:xfrm>
                <a:off x="1441925"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23"/>
              <p:cNvSpPr/>
              <p:nvPr/>
            </p:nvSpPr>
            <p:spPr>
              <a:xfrm>
                <a:off x="1443975" y="1002638"/>
                <a:ext cx="10275" cy="12425"/>
              </a:xfrm>
              <a:custGeom>
                <a:rect b="b" l="l" r="r" t="t"/>
                <a:pathLst>
                  <a:path extrusionOk="0" h="497" w="411">
                    <a:moveTo>
                      <a:pt x="162" y="1"/>
                    </a:moveTo>
                    <a:cubicBezTo>
                      <a:pt x="101" y="1"/>
                      <a:pt x="42" y="26"/>
                      <a:pt x="0" y="66"/>
                    </a:cubicBezTo>
                    <a:cubicBezTo>
                      <a:pt x="0" y="199"/>
                      <a:pt x="11" y="328"/>
                      <a:pt x="27" y="457"/>
                    </a:cubicBezTo>
                    <a:cubicBezTo>
                      <a:pt x="67" y="481"/>
                      <a:pt x="114" y="496"/>
                      <a:pt x="162" y="496"/>
                    </a:cubicBezTo>
                    <a:cubicBezTo>
                      <a:pt x="300" y="496"/>
                      <a:pt x="411" y="386"/>
                      <a:pt x="411" y="247"/>
                    </a:cubicBezTo>
                    <a:cubicBezTo>
                      <a:pt x="411" y="112"/>
                      <a:pt x="301" y="3"/>
                      <a:pt x="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23"/>
              <p:cNvSpPr/>
              <p:nvPr/>
            </p:nvSpPr>
            <p:spPr>
              <a:xfrm>
                <a:off x="1332300"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23"/>
              <p:cNvSpPr/>
              <p:nvPr/>
            </p:nvSpPr>
            <p:spPr>
              <a:xfrm>
                <a:off x="13693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23"/>
              <p:cNvSpPr/>
              <p:nvPr/>
            </p:nvSpPr>
            <p:spPr>
              <a:xfrm>
                <a:off x="1369650" y="965638"/>
                <a:ext cx="12025" cy="10725"/>
              </a:xfrm>
              <a:custGeom>
                <a:rect b="b" l="l" r="r" t="t"/>
                <a:pathLst>
                  <a:path extrusionOk="0" h="429" w="481">
                    <a:moveTo>
                      <a:pt x="236" y="1"/>
                    </a:moveTo>
                    <a:cubicBezTo>
                      <a:pt x="235" y="1"/>
                      <a:pt x="235" y="1"/>
                      <a:pt x="234" y="1"/>
                    </a:cubicBezTo>
                    <a:cubicBezTo>
                      <a:pt x="124" y="1"/>
                      <a:pt x="32" y="75"/>
                      <a:pt x="1" y="173"/>
                    </a:cubicBezTo>
                    <a:cubicBezTo>
                      <a:pt x="130" y="266"/>
                      <a:pt x="263" y="351"/>
                      <a:pt x="400" y="428"/>
                    </a:cubicBezTo>
                    <a:cubicBezTo>
                      <a:pt x="450" y="385"/>
                      <a:pt x="481" y="320"/>
                      <a:pt x="481" y="247"/>
                    </a:cubicBezTo>
                    <a:cubicBezTo>
                      <a:pt x="481" y="112"/>
                      <a:pt x="370" y="1"/>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23"/>
              <p:cNvSpPr/>
              <p:nvPr/>
            </p:nvSpPr>
            <p:spPr>
              <a:xfrm>
                <a:off x="136932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23"/>
              <p:cNvSpPr/>
              <p:nvPr/>
            </p:nvSpPr>
            <p:spPr>
              <a:xfrm>
                <a:off x="1404400" y="730388"/>
                <a:ext cx="299650" cy="299550"/>
              </a:xfrm>
              <a:custGeom>
                <a:rect b="b" l="l" r="r" t="t"/>
                <a:pathLst>
                  <a:path extrusionOk="0" h="11982" w="11986">
                    <a:moveTo>
                      <a:pt x="5994" y="0"/>
                    </a:moveTo>
                    <a:cubicBezTo>
                      <a:pt x="5346" y="0"/>
                      <a:pt x="4818" y="526"/>
                      <a:pt x="4818" y="1174"/>
                    </a:cubicBezTo>
                    <a:lnTo>
                      <a:pt x="4818" y="4816"/>
                    </a:lnTo>
                    <a:lnTo>
                      <a:pt x="1176" y="4816"/>
                    </a:lnTo>
                    <a:cubicBezTo>
                      <a:pt x="526" y="4816"/>
                      <a:pt x="0" y="5343"/>
                      <a:pt x="0" y="5991"/>
                    </a:cubicBezTo>
                    <a:cubicBezTo>
                      <a:pt x="0" y="6638"/>
                      <a:pt x="527" y="7164"/>
                      <a:pt x="1176" y="7164"/>
                    </a:cubicBezTo>
                    <a:lnTo>
                      <a:pt x="4818" y="7164"/>
                    </a:lnTo>
                    <a:lnTo>
                      <a:pt x="4818" y="10807"/>
                    </a:lnTo>
                    <a:cubicBezTo>
                      <a:pt x="4818" y="11455"/>
                      <a:pt x="5346" y="11982"/>
                      <a:pt x="5994" y="11982"/>
                    </a:cubicBezTo>
                    <a:cubicBezTo>
                      <a:pt x="6641" y="11982"/>
                      <a:pt x="7167" y="11453"/>
                      <a:pt x="7167" y="10807"/>
                    </a:cubicBezTo>
                    <a:lnTo>
                      <a:pt x="7167" y="7164"/>
                    </a:lnTo>
                    <a:lnTo>
                      <a:pt x="10810" y="7164"/>
                    </a:lnTo>
                    <a:cubicBezTo>
                      <a:pt x="11459" y="7164"/>
                      <a:pt x="11986" y="6638"/>
                      <a:pt x="11986" y="5991"/>
                    </a:cubicBezTo>
                    <a:cubicBezTo>
                      <a:pt x="11986" y="5343"/>
                      <a:pt x="11458" y="4816"/>
                      <a:pt x="10810" y="4816"/>
                    </a:cubicBezTo>
                    <a:lnTo>
                      <a:pt x="7167" y="4816"/>
                    </a:lnTo>
                    <a:lnTo>
                      <a:pt x="7167" y="1174"/>
                    </a:lnTo>
                    <a:cubicBezTo>
                      <a:pt x="7167" y="526"/>
                      <a:pt x="6641"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 name="Google Shape;1741;p23"/>
            <p:cNvGrpSpPr/>
            <p:nvPr/>
          </p:nvGrpSpPr>
          <p:grpSpPr>
            <a:xfrm>
              <a:off x="729496" y="4769089"/>
              <a:ext cx="846056" cy="290365"/>
              <a:chOff x="-4101375" y="3631300"/>
              <a:chExt cx="625550" cy="214688"/>
            </a:xfrm>
          </p:grpSpPr>
          <p:sp>
            <p:nvSpPr>
              <p:cNvPr id="1742" name="Google Shape;1742;p23"/>
              <p:cNvSpPr/>
              <p:nvPr/>
            </p:nvSpPr>
            <p:spPr>
              <a:xfrm>
                <a:off x="-4101375" y="3631300"/>
                <a:ext cx="625550" cy="214625"/>
              </a:xfrm>
              <a:custGeom>
                <a:rect b="b" l="l" r="r" t="t"/>
                <a:pathLst>
                  <a:path extrusionOk="0" h="8585" w="25022">
                    <a:moveTo>
                      <a:pt x="18790" y="1"/>
                    </a:moveTo>
                    <a:cubicBezTo>
                      <a:pt x="17184" y="1"/>
                      <a:pt x="15484" y="486"/>
                      <a:pt x="14923" y="1348"/>
                    </a:cubicBezTo>
                    <a:cubicBezTo>
                      <a:pt x="14923" y="1348"/>
                      <a:pt x="14758" y="1562"/>
                      <a:pt x="14471" y="1562"/>
                    </a:cubicBezTo>
                    <a:cubicBezTo>
                      <a:pt x="14412" y="1562"/>
                      <a:pt x="14349" y="1553"/>
                      <a:pt x="14282" y="1532"/>
                    </a:cubicBezTo>
                    <a:cubicBezTo>
                      <a:pt x="13854" y="1434"/>
                      <a:pt x="13089" y="1310"/>
                      <a:pt x="12483" y="1310"/>
                    </a:cubicBezTo>
                    <a:cubicBezTo>
                      <a:pt x="12364" y="1310"/>
                      <a:pt x="12251" y="1315"/>
                      <a:pt x="12147" y="1326"/>
                    </a:cubicBezTo>
                    <a:cubicBezTo>
                      <a:pt x="11711" y="1372"/>
                      <a:pt x="10999" y="1452"/>
                      <a:pt x="10726" y="1538"/>
                    </a:cubicBezTo>
                    <a:cubicBezTo>
                      <a:pt x="10659" y="1559"/>
                      <a:pt x="10596" y="1568"/>
                      <a:pt x="10538" y="1568"/>
                    </a:cubicBezTo>
                    <a:cubicBezTo>
                      <a:pt x="10252" y="1568"/>
                      <a:pt x="10085" y="1357"/>
                      <a:pt x="10085" y="1357"/>
                    </a:cubicBezTo>
                    <a:cubicBezTo>
                      <a:pt x="9526" y="500"/>
                      <a:pt x="7839" y="21"/>
                      <a:pt x="6241" y="21"/>
                    </a:cubicBezTo>
                    <a:cubicBezTo>
                      <a:pt x="5253" y="21"/>
                      <a:pt x="4298" y="204"/>
                      <a:pt x="3665" y="594"/>
                    </a:cubicBezTo>
                    <a:cubicBezTo>
                      <a:pt x="3190" y="812"/>
                      <a:pt x="1308" y="1765"/>
                      <a:pt x="832" y="1828"/>
                    </a:cubicBezTo>
                    <a:cubicBezTo>
                      <a:pt x="580" y="1888"/>
                      <a:pt x="140" y="1807"/>
                      <a:pt x="122" y="2159"/>
                    </a:cubicBezTo>
                    <a:cubicBezTo>
                      <a:pt x="1" y="3370"/>
                      <a:pt x="973" y="2297"/>
                      <a:pt x="1386" y="3504"/>
                    </a:cubicBezTo>
                    <a:cubicBezTo>
                      <a:pt x="1840" y="5093"/>
                      <a:pt x="1898" y="6166"/>
                      <a:pt x="3042" y="7282"/>
                    </a:cubicBezTo>
                    <a:cubicBezTo>
                      <a:pt x="3913" y="8150"/>
                      <a:pt x="5103" y="8585"/>
                      <a:pt x="6298" y="8585"/>
                    </a:cubicBezTo>
                    <a:cubicBezTo>
                      <a:pt x="7556" y="8585"/>
                      <a:pt x="8821" y="8102"/>
                      <a:pt x="9725" y="7134"/>
                    </a:cubicBezTo>
                    <a:cubicBezTo>
                      <a:pt x="10871" y="5962"/>
                      <a:pt x="11237" y="4657"/>
                      <a:pt x="10947" y="3232"/>
                    </a:cubicBezTo>
                    <a:cubicBezTo>
                      <a:pt x="10812" y="2347"/>
                      <a:pt x="11653" y="2068"/>
                      <a:pt x="12466" y="2068"/>
                    </a:cubicBezTo>
                    <a:cubicBezTo>
                      <a:pt x="12858" y="2068"/>
                      <a:pt x="13243" y="2133"/>
                      <a:pt x="13510" y="2226"/>
                    </a:cubicBezTo>
                    <a:cubicBezTo>
                      <a:pt x="14409" y="2557"/>
                      <a:pt x="13939" y="3593"/>
                      <a:pt x="13982" y="4293"/>
                    </a:cubicBezTo>
                    <a:cubicBezTo>
                      <a:pt x="14198" y="7033"/>
                      <a:pt x="16504" y="8538"/>
                      <a:pt x="18777" y="8538"/>
                    </a:cubicBezTo>
                    <a:cubicBezTo>
                      <a:pt x="20703" y="8538"/>
                      <a:pt x="22607" y="7456"/>
                      <a:pt x="23193" y="5127"/>
                    </a:cubicBezTo>
                    <a:lnTo>
                      <a:pt x="23193" y="5127"/>
                    </a:lnTo>
                    <a:cubicBezTo>
                      <a:pt x="23193" y="5130"/>
                      <a:pt x="23193" y="5132"/>
                      <a:pt x="23193" y="5132"/>
                    </a:cubicBezTo>
                    <a:cubicBezTo>
                      <a:pt x="23263" y="4881"/>
                      <a:pt x="23475" y="4072"/>
                      <a:pt x="23633" y="3472"/>
                    </a:cubicBezTo>
                    <a:cubicBezTo>
                      <a:pt x="24038" y="2267"/>
                      <a:pt x="25022" y="3326"/>
                      <a:pt x="24890" y="2122"/>
                    </a:cubicBezTo>
                    <a:cubicBezTo>
                      <a:pt x="24874" y="1764"/>
                      <a:pt x="24425" y="1852"/>
                      <a:pt x="24178" y="1791"/>
                    </a:cubicBezTo>
                    <a:cubicBezTo>
                      <a:pt x="23699" y="1729"/>
                      <a:pt x="21812" y="777"/>
                      <a:pt x="21339" y="564"/>
                    </a:cubicBezTo>
                    <a:lnTo>
                      <a:pt x="21339" y="564"/>
                    </a:lnTo>
                    <a:lnTo>
                      <a:pt x="21342" y="567"/>
                    </a:lnTo>
                    <a:cubicBezTo>
                      <a:pt x="20713" y="181"/>
                      <a:pt x="19769" y="1"/>
                      <a:pt x="1879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3" name="Google Shape;1743;p23"/>
              <p:cNvGrpSpPr/>
              <p:nvPr/>
            </p:nvGrpSpPr>
            <p:grpSpPr>
              <a:xfrm>
                <a:off x="-4101375" y="3631363"/>
                <a:ext cx="625475" cy="214625"/>
                <a:chOff x="-4101375" y="3631363"/>
                <a:chExt cx="625475" cy="214625"/>
              </a:xfrm>
            </p:grpSpPr>
            <p:sp>
              <p:nvSpPr>
                <p:cNvPr id="1744" name="Google Shape;1744;p23"/>
                <p:cNvSpPr/>
                <p:nvPr/>
              </p:nvSpPr>
              <p:spPr>
                <a:xfrm>
                  <a:off x="-3769075" y="3646988"/>
                  <a:ext cx="272125" cy="182550"/>
                </a:xfrm>
                <a:custGeom>
                  <a:rect b="b" l="l" r="r" t="t"/>
                  <a:pathLst>
                    <a:path extrusionOk="0" h="7302" w="10885">
                      <a:moveTo>
                        <a:pt x="4996" y="0"/>
                      </a:moveTo>
                      <a:cubicBezTo>
                        <a:pt x="0" y="0"/>
                        <a:pt x="155" y="6941"/>
                        <a:pt x="5390" y="7301"/>
                      </a:cubicBezTo>
                      <a:cubicBezTo>
                        <a:pt x="5403" y="7302"/>
                        <a:pt x="5416" y="7302"/>
                        <a:pt x="5429" y="7302"/>
                      </a:cubicBezTo>
                      <a:cubicBezTo>
                        <a:pt x="10277" y="7302"/>
                        <a:pt x="10885" y="6"/>
                        <a:pt x="5712" y="6"/>
                      </a:cubicBezTo>
                      <a:cubicBezTo>
                        <a:pt x="5610" y="6"/>
                        <a:pt x="5505" y="9"/>
                        <a:pt x="5398" y="15"/>
                      </a:cubicBezTo>
                      <a:cubicBezTo>
                        <a:pt x="5261" y="5"/>
                        <a:pt x="5127" y="0"/>
                        <a:pt x="49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23"/>
                <p:cNvSpPr/>
                <p:nvPr/>
              </p:nvSpPr>
              <p:spPr>
                <a:xfrm>
                  <a:off x="-4075025" y="3647488"/>
                  <a:ext cx="275775" cy="182525"/>
                </a:xfrm>
                <a:custGeom>
                  <a:rect b="b" l="l" r="r" t="t"/>
                  <a:pathLst>
                    <a:path extrusionOk="0" h="7301" w="11031">
                      <a:moveTo>
                        <a:pt x="4920" y="1"/>
                      </a:moveTo>
                      <a:cubicBezTo>
                        <a:pt x="1" y="1"/>
                        <a:pt x="150" y="7165"/>
                        <a:pt x="5280" y="7300"/>
                      </a:cubicBezTo>
                      <a:cubicBezTo>
                        <a:pt x="10169" y="7187"/>
                        <a:pt x="11030" y="7"/>
                        <a:pt x="5587" y="7"/>
                      </a:cubicBezTo>
                      <a:cubicBezTo>
                        <a:pt x="5491" y="7"/>
                        <a:pt x="5393" y="10"/>
                        <a:pt x="5294" y="14"/>
                      </a:cubicBezTo>
                      <a:cubicBezTo>
                        <a:pt x="5166" y="5"/>
                        <a:pt x="5041" y="1"/>
                        <a:pt x="4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23"/>
                <p:cNvSpPr/>
                <p:nvPr/>
              </p:nvSpPr>
              <p:spPr>
                <a:xfrm>
                  <a:off x="-4101375" y="3631363"/>
                  <a:ext cx="625475" cy="214625"/>
                </a:xfrm>
                <a:custGeom>
                  <a:rect b="b" l="l" r="r" t="t"/>
                  <a:pathLst>
                    <a:path extrusionOk="0" h="8585" w="25019">
                      <a:moveTo>
                        <a:pt x="19089" y="899"/>
                      </a:moveTo>
                      <a:cubicBezTo>
                        <a:pt x="22257" y="899"/>
                        <a:pt x="23410" y="4438"/>
                        <a:pt x="21339" y="6590"/>
                      </a:cubicBezTo>
                      <a:cubicBezTo>
                        <a:pt x="20535" y="7345"/>
                        <a:pt x="19640" y="7662"/>
                        <a:pt x="18779" y="7662"/>
                      </a:cubicBezTo>
                      <a:cubicBezTo>
                        <a:pt x="15953" y="7662"/>
                        <a:pt x="13491" y="4258"/>
                        <a:pt x="15782" y="1789"/>
                      </a:cubicBezTo>
                      <a:cubicBezTo>
                        <a:pt x="16394" y="1212"/>
                        <a:pt x="17382" y="917"/>
                        <a:pt x="18683" y="917"/>
                      </a:cubicBezTo>
                      <a:cubicBezTo>
                        <a:pt x="18686" y="917"/>
                        <a:pt x="18688" y="917"/>
                        <a:pt x="18690" y="917"/>
                      </a:cubicBezTo>
                      <a:cubicBezTo>
                        <a:pt x="18826" y="905"/>
                        <a:pt x="18959" y="899"/>
                        <a:pt x="19089" y="899"/>
                      </a:cubicBezTo>
                      <a:close/>
                      <a:moveTo>
                        <a:pt x="6738" y="919"/>
                      </a:moveTo>
                      <a:cubicBezTo>
                        <a:pt x="9953" y="919"/>
                        <a:pt x="11212" y="4231"/>
                        <a:pt x="9064" y="6485"/>
                      </a:cubicBezTo>
                      <a:cubicBezTo>
                        <a:pt x="8211" y="7332"/>
                        <a:pt x="7258" y="7685"/>
                        <a:pt x="6351" y="7685"/>
                      </a:cubicBezTo>
                      <a:cubicBezTo>
                        <a:pt x="3621" y="7685"/>
                        <a:pt x="1316" y="4480"/>
                        <a:pt x="3465" y="1876"/>
                      </a:cubicBezTo>
                      <a:cubicBezTo>
                        <a:pt x="4067" y="1253"/>
                        <a:pt x="5047" y="935"/>
                        <a:pt x="6339" y="935"/>
                      </a:cubicBezTo>
                      <a:cubicBezTo>
                        <a:pt x="6341" y="935"/>
                        <a:pt x="6343" y="935"/>
                        <a:pt x="6346" y="935"/>
                      </a:cubicBezTo>
                      <a:cubicBezTo>
                        <a:pt x="6479" y="924"/>
                        <a:pt x="6610" y="919"/>
                        <a:pt x="6738" y="919"/>
                      </a:cubicBezTo>
                      <a:close/>
                      <a:moveTo>
                        <a:pt x="18790" y="0"/>
                      </a:moveTo>
                      <a:cubicBezTo>
                        <a:pt x="17184" y="0"/>
                        <a:pt x="15484" y="485"/>
                        <a:pt x="14923" y="1348"/>
                      </a:cubicBezTo>
                      <a:cubicBezTo>
                        <a:pt x="14923" y="1348"/>
                        <a:pt x="14758" y="1561"/>
                        <a:pt x="14471" y="1561"/>
                      </a:cubicBezTo>
                      <a:cubicBezTo>
                        <a:pt x="14412" y="1561"/>
                        <a:pt x="14349" y="1552"/>
                        <a:pt x="14282" y="1531"/>
                      </a:cubicBezTo>
                      <a:cubicBezTo>
                        <a:pt x="13854" y="1433"/>
                        <a:pt x="13089" y="1309"/>
                        <a:pt x="12483" y="1309"/>
                      </a:cubicBezTo>
                      <a:cubicBezTo>
                        <a:pt x="12364" y="1309"/>
                        <a:pt x="12251" y="1314"/>
                        <a:pt x="12147" y="1325"/>
                      </a:cubicBezTo>
                      <a:cubicBezTo>
                        <a:pt x="11711" y="1371"/>
                        <a:pt x="10999" y="1451"/>
                        <a:pt x="10726" y="1537"/>
                      </a:cubicBezTo>
                      <a:cubicBezTo>
                        <a:pt x="10659" y="1559"/>
                        <a:pt x="10596" y="1567"/>
                        <a:pt x="10538" y="1567"/>
                      </a:cubicBezTo>
                      <a:cubicBezTo>
                        <a:pt x="10252" y="1567"/>
                        <a:pt x="10085" y="1356"/>
                        <a:pt x="10085" y="1356"/>
                      </a:cubicBezTo>
                      <a:cubicBezTo>
                        <a:pt x="9526" y="499"/>
                        <a:pt x="7839" y="20"/>
                        <a:pt x="6241" y="20"/>
                      </a:cubicBezTo>
                      <a:cubicBezTo>
                        <a:pt x="5253" y="20"/>
                        <a:pt x="4298" y="203"/>
                        <a:pt x="3665" y="593"/>
                      </a:cubicBezTo>
                      <a:cubicBezTo>
                        <a:pt x="3190" y="811"/>
                        <a:pt x="1308" y="1764"/>
                        <a:pt x="832" y="1827"/>
                      </a:cubicBezTo>
                      <a:cubicBezTo>
                        <a:pt x="580" y="1887"/>
                        <a:pt x="140" y="1806"/>
                        <a:pt x="122" y="2158"/>
                      </a:cubicBezTo>
                      <a:cubicBezTo>
                        <a:pt x="1" y="3369"/>
                        <a:pt x="973" y="2296"/>
                        <a:pt x="1386" y="3503"/>
                      </a:cubicBezTo>
                      <a:cubicBezTo>
                        <a:pt x="1840" y="5092"/>
                        <a:pt x="1898" y="6165"/>
                        <a:pt x="3042" y="7281"/>
                      </a:cubicBezTo>
                      <a:cubicBezTo>
                        <a:pt x="3913" y="8149"/>
                        <a:pt x="5102" y="8584"/>
                        <a:pt x="6297" y="8584"/>
                      </a:cubicBezTo>
                      <a:cubicBezTo>
                        <a:pt x="7556" y="8584"/>
                        <a:pt x="8821" y="8101"/>
                        <a:pt x="9725" y="7133"/>
                      </a:cubicBezTo>
                      <a:cubicBezTo>
                        <a:pt x="10871" y="5962"/>
                        <a:pt x="11237" y="4656"/>
                        <a:pt x="10947" y="3231"/>
                      </a:cubicBezTo>
                      <a:cubicBezTo>
                        <a:pt x="10812" y="2346"/>
                        <a:pt x="11653" y="2067"/>
                        <a:pt x="12466" y="2067"/>
                      </a:cubicBezTo>
                      <a:cubicBezTo>
                        <a:pt x="12858" y="2067"/>
                        <a:pt x="13243" y="2132"/>
                        <a:pt x="13510" y="2225"/>
                      </a:cubicBezTo>
                      <a:cubicBezTo>
                        <a:pt x="14409" y="2556"/>
                        <a:pt x="13939" y="3592"/>
                        <a:pt x="13982" y="4292"/>
                      </a:cubicBezTo>
                      <a:cubicBezTo>
                        <a:pt x="14198" y="7032"/>
                        <a:pt x="16504" y="8537"/>
                        <a:pt x="18777" y="8537"/>
                      </a:cubicBezTo>
                      <a:cubicBezTo>
                        <a:pt x="20703" y="8537"/>
                        <a:pt x="22607" y="7455"/>
                        <a:pt x="23193" y="5126"/>
                      </a:cubicBezTo>
                      <a:lnTo>
                        <a:pt x="23193" y="5126"/>
                      </a:lnTo>
                      <a:cubicBezTo>
                        <a:pt x="23193" y="5129"/>
                        <a:pt x="23193" y="5131"/>
                        <a:pt x="23193" y="5131"/>
                      </a:cubicBezTo>
                      <a:cubicBezTo>
                        <a:pt x="23263" y="4880"/>
                        <a:pt x="23476" y="4071"/>
                        <a:pt x="23633" y="3471"/>
                      </a:cubicBezTo>
                      <a:cubicBezTo>
                        <a:pt x="24036" y="2264"/>
                        <a:pt x="25018" y="3323"/>
                        <a:pt x="24888" y="2118"/>
                      </a:cubicBezTo>
                      <a:cubicBezTo>
                        <a:pt x="24874" y="1763"/>
                        <a:pt x="24425" y="1851"/>
                        <a:pt x="24178" y="1790"/>
                      </a:cubicBezTo>
                      <a:cubicBezTo>
                        <a:pt x="23699" y="1728"/>
                        <a:pt x="21812" y="777"/>
                        <a:pt x="21339" y="563"/>
                      </a:cubicBezTo>
                      <a:lnTo>
                        <a:pt x="21339" y="563"/>
                      </a:lnTo>
                      <a:lnTo>
                        <a:pt x="21342" y="566"/>
                      </a:lnTo>
                      <a:cubicBezTo>
                        <a:pt x="20713" y="181"/>
                        <a:pt x="19769" y="0"/>
                        <a:pt x="187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23"/>
                <p:cNvSpPr/>
                <p:nvPr/>
              </p:nvSpPr>
              <p:spPr>
                <a:xfrm>
                  <a:off x="-3523900" y="3681088"/>
                  <a:ext cx="18375" cy="17675"/>
                </a:xfrm>
                <a:custGeom>
                  <a:rect b="b" l="l" r="r" t="t"/>
                  <a:pathLst>
                    <a:path extrusionOk="0" h="707" w="735">
                      <a:moveTo>
                        <a:pt x="367" y="0"/>
                      </a:moveTo>
                      <a:cubicBezTo>
                        <a:pt x="184" y="0"/>
                        <a:pt x="1" y="118"/>
                        <a:pt x="4" y="353"/>
                      </a:cubicBezTo>
                      <a:cubicBezTo>
                        <a:pt x="1" y="589"/>
                        <a:pt x="184" y="706"/>
                        <a:pt x="368" y="706"/>
                      </a:cubicBezTo>
                      <a:cubicBezTo>
                        <a:pt x="551" y="706"/>
                        <a:pt x="734" y="589"/>
                        <a:pt x="731" y="353"/>
                      </a:cubicBezTo>
                      <a:cubicBezTo>
                        <a:pt x="734" y="118"/>
                        <a:pt x="550" y="0"/>
                        <a:pt x="3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23"/>
                <p:cNvSpPr/>
                <p:nvPr/>
              </p:nvSpPr>
              <p:spPr>
                <a:xfrm>
                  <a:off x="-4071925" y="3681088"/>
                  <a:ext cx="18350" cy="17675"/>
                </a:xfrm>
                <a:custGeom>
                  <a:rect b="b" l="l" r="r" t="t"/>
                  <a:pathLst>
                    <a:path extrusionOk="0" h="707" w="734">
                      <a:moveTo>
                        <a:pt x="367" y="0"/>
                      </a:moveTo>
                      <a:cubicBezTo>
                        <a:pt x="184" y="0"/>
                        <a:pt x="0" y="118"/>
                        <a:pt x="3" y="353"/>
                      </a:cubicBezTo>
                      <a:cubicBezTo>
                        <a:pt x="0" y="589"/>
                        <a:pt x="184" y="706"/>
                        <a:pt x="367" y="706"/>
                      </a:cubicBezTo>
                      <a:cubicBezTo>
                        <a:pt x="550" y="706"/>
                        <a:pt x="734" y="589"/>
                        <a:pt x="730" y="353"/>
                      </a:cubicBezTo>
                      <a:cubicBezTo>
                        <a:pt x="734" y="118"/>
                        <a:pt x="550" y="0"/>
                        <a:pt x="3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49" name="Google Shape;1749;p23"/>
            <p:cNvGrpSpPr/>
            <p:nvPr/>
          </p:nvGrpSpPr>
          <p:grpSpPr>
            <a:xfrm>
              <a:off x="141670" y="4265372"/>
              <a:ext cx="500560" cy="472885"/>
              <a:chOff x="-1174275" y="581450"/>
              <a:chExt cx="370100" cy="349638"/>
            </a:xfrm>
          </p:grpSpPr>
          <p:sp>
            <p:nvSpPr>
              <p:cNvPr id="1750" name="Google Shape;1750;p23"/>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23"/>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 name="Google Shape;1752;p23"/>
            <p:cNvGrpSpPr/>
            <p:nvPr/>
          </p:nvGrpSpPr>
          <p:grpSpPr>
            <a:xfrm>
              <a:off x="7957878" y="89620"/>
              <a:ext cx="311019" cy="311110"/>
              <a:chOff x="5038846" y="235350"/>
              <a:chExt cx="158691" cy="158738"/>
            </a:xfrm>
          </p:grpSpPr>
          <p:sp>
            <p:nvSpPr>
              <p:cNvPr id="1753" name="Google Shape;1753;p23"/>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23"/>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 name="Google Shape;1755;p23"/>
            <p:cNvGrpSpPr/>
            <p:nvPr/>
          </p:nvGrpSpPr>
          <p:grpSpPr>
            <a:xfrm>
              <a:off x="90103" y="469620"/>
              <a:ext cx="311019" cy="311110"/>
              <a:chOff x="5038846" y="235350"/>
              <a:chExt cx="158691" cy="158738"/>
            </a:xfrm>
          </p:grpSpPr>
          <p:sp>
            <p:nvSpPr>
              <p:cNvPr id="1756" name="Google Shape;1756;p23"/>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23"/>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758" name="Shape 1758"/>
        <p:cNvGrpSpPr/>
        <p:nvPr/>
      </p:nvGrpSpPr>
      <p:grpSpPr>
        <a:xfrm>
          <a:off x="0" y="0"/>
          <a:ext cx="0" cy="0"/>
          <a:chOff x="0" y="0"/>
          <a:chExt cx="0" cy="0"/>
        </a:xfrm>
      </p:grpSpPr>
      <p:sp>
        <p:nvSpPr>
          <p:cNvPr id="1759" name="Google Shape;1759;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60" name="Google Shape;1760;p24"/>
          <p:cNvSpPr txBox="1"/>
          <p:nvPr>
            <p:ph idx="1" type="subTitle"/>
          </p:nvPr>
        </p:nvSpPr>
        <p:spPr>
          <a:xfrm>
            <a:off x="2143337" y="2199688"/>
            <a:ext cx="2329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61" name="Google Shape;1761;p24"/>
          <p:cNvSpPr txBox="1"/>
          <p:nvPr>
            <p:ph idx="2" type="subTitle"/>
          </p:nvPr>
        </p:nvSpPr>
        <p:spPr>
          <a:xfrm>
            <a:off x="4671464" y="2199688"/>
            <a:ext cx="2329200" cy="548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62" name="Google Shape;1762;p24"/>
          <p:cNvSpPr txBox="1"/>
          <p:nvPr>
            <p:ph idx="3" type="subTitle"/>
          </p:nvPr>
        </p:nvSpPr>
        <p:spPr>
          <a:xfrm>
            <a:off x="2143337" y="3373525"/>
            <a:ext cx="2329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63" name="Google Shape;1763;p24"/>
          <p:cNvSpPr txBox="1"/>
          <p:nvPr>
            <p:ph idx="4" type="subTitle"/>
          </p:nvPr>
        </p:nvSpPr>
        <p:spPr>
          <a:xfrm>
            <a:off x="4671464" y="3373525"/>
            <a:ext cx="2329200" cy="548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64" name="Google Shape;1764;p24"/>
          <p:cNvSpPr txBox="1"/>
          <p:nvPr>
            <p:ph idx="5" type="subTitle"/>
          </p:nvPr>
        </p:nvSpPr>
        <p:spPr>
          <a:xfrm>
            <a:off x="2143337" y="1894888"/>
            <a:ext cx="2329200" cy="457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765" name="Google Shape;1765;p24"/>
          <p:cNvSpPr txBox="1"/>
          <p:nvPr>
            <p:ph idx="6" type="subTitle"/>
          </p:nvPr>
        </p:nvSpPr>
        <p:spPr>
          <a:xfrm>
            <a:off x="2143337" y="3068800"/>
            <a:ext cx="2329200" cy="457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766" name="Google Shape;1766;p24"/>
          <p:cNvSpPr txBox="1"/>
          <p:nvPr>
            <p:ph idx="7" type="subTitle"/>
          </p:nvPr>
        </p:nvSpPr>
        <p:spPr>
          <a:xfrm>
            <a:off x="4671460" y="1894888"/>
            <a:ext cx="2329200" cy="4572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767" name="Google Shape;1767;p24"/>
          <p:cNvSpPr txBox="1"/>
          <p:nvPr>
            <p:ph idx="8" type="subTitle"/>
          </p:nvPr>
        </p:nvSpPr>
        <p:spPr>
          <a:xfrm>
            <a:off x="4671460" y="3068800"/>
            <a:ext cx="2329200" cy="4572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1768" name="Google Shape;1768;p24"/>
          <p:cNvGrpSpPr/>
          <p:nvPr/>
        </p:nvGrpSpPr>
        <p:grpSpPr>
          <a:xfrm>
            <a:off x="-65456" y="120710"/>
            <a:ext cx="9395625" cy="4925633"/>
            <a:chOff x="-65456" y="120710"/>
            <a:chExt cx="9395625" cy="4925633"/>
          </a:xfrm>
        </p:grpSpPr>
        <p:grpSp>
          <p:nvGrpSpPr>
            <p:cNvPr id="1769" name="Google Shape;1769;p24"/>
            <p:cNvGrpSpPr/>
            <p:nvPr/>
          </p:nvGrpSpPr>
          <p:grpSpPr>
            <a:xfrm>
              <a:off x="4212491" y="4690940"/>
              <a:ext cx="719021" cy="355403"/>
              <a:chOff x="3442209" y="513788"/>
              <a:chExt cx="366866" cy="181338"/>
            </a:xfrm>
          </p:grpSpPr>
          <p:sp>
            <p:nvSpPr>
              <p:cNvPr id="1770" name="Google Shape;1770;p24"/>
              <p:cNvSpPr/>
              <p:nvPr/>
            </p:nvSpPr>
            <p:spPr>
              <a:xfrm>
                <a:off x="3442209" y="513788"/>
                <a:ext cx="365475" cy="179900"/>
              </a:xfrm>
              <a:custGeom>
                <a:rect b="b" l="l" r="r" t="t"/>
                <a:pathLst>
                  <a:path extrusionOk="0" h="7196" w="14619">
                    <a:moveTo>
                      <a:pt x="7310" y="1"/>
                    </a:moveTo>
                    <a:cubicBezTo>
                      <a:pt x="3273" y="2"/>
                      <a:pt x="1" y="3510"/>
                      <a:pt x="1" y="3510"/>
                    </a:cubicBezTo>
                    <a:cubicBezTo>
                      <a:pt x="82" y="3487"/>
                      <a:pt x="164" y="3466"/>
                      <a:pt x="244" y="3443"/>
                    </a:cubicBezTo>
                    <a:lnTo>
                      <a:pt x="244" y="3443"/>
                    </a:lnTo>
                    <a:cubicBezTo>
                      <a:pt x="85" y="3595"/>
                      <a:pt x="1" y="3687"/>
                      <a:pt x="1" y="3687"/>
                    </a:cubicBezTo>
                    <a:cubicBezTo>
                      <a:pt x="1" y="3687"/>
                      <a:pt x="3273" y="7196"/>
                      <a:pt x="7310" y="7196"/>
                    </a:cubicBezTo>
                    <a:cubicBezTo>
                      <a:pt x="11346" y="7196"/>
                      <a:pt x="14619" y="3687"/>
                      <a:pt x="14619" y="3687"/>
                    </a:cubicBezTo>
                    <a:cubicBezTo>
                      <a:pt x="14619" y="3687"/>
                      <a:pt x="14532" y="3594"/>
                      <a:pt x="14371" y="3440"/>
                    </a:cubicBezTo>
                    <a:lnTo>
                      <a:pt x="14371" y="3440"/>
                    </a:lnTo>
                    <a:cubicBezTo>
                      <a:pt x="14454" y="3463"/>
                      <a:pt x="14536" y="3486"/>
                      <a:pt x="14619" y="3509"/>
                    </a:cubicBezTo>
                    <a:cubicBezTo>
                      <a:pt x="14619" y="3509"/>
                      <a:pt x="11346" y="1"/>
                      <a:pt x="731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24"/>
              <p:cNvSpPr/>
              <p:nvPr/>
            </p:nvSpPr>
            <p:spPr>
              <a:xfrm>
                <a:off x="3443600" y="519675"/>
                <a:ext cx="365475" cy="175450"/>
              </a:xfrm>
              <a:custGeom>
                <a:rect b="b" l="l" r="r" t="t"/>
                <a:pathLst>
                  <a:path extrusionOk="0" h="7018" w="14619">
                    <a:moveTo>
                      <a:pt x="7309" y="0"/>
                    </a:moveTo>
                    <a:cubicBezTo>
                      <a:pt x="3273" y="0"/>
                      <a:pt x="0" y="3509"/>
                      <a:pt x="0" y="3509"/>
                    </a:cubicBezTo>
                    <a:cubicBezTo>
                      <a:pt x="0" y="3509"/>
                      <a:pt x="3273" y="7018"/>
                      <a:pt x="7309" y="7018"/>
                    </a:cubicBezTo>
                    <a:cubicBezTo>
                      <a:pt x="11346" y="7018"/>
                      <a:pt x="14618" y="3509"/>
                      <a:pt x="14618" y="3509"/>
                    </a:cubicBezTo>
                    <a:cubicBezTo>
                      <a:pt x="14618" y="3509"/>
                      <a:pt x="11346"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24"/>
              <p:cNvSpPr/>
              <p:nvPr/>
            </p:nvSpPr>
            <p:spPr>
              <a:xfrm>
                <a:off x="3549550" y="530625"/>
                <a:ext cx="153525" cy="153550"/>
              </a:xfrm>
              <a:custGeom>
                <a:rect b="b" l="l" r="r" t="t"/>
                <a:pathLst>
                  <a:path extrusionOk="0" h="6142" w="6141">
                    <a:moveTo>
                      <a:pt x="3071" y="1"/>
                    </a:moveTo>
                    <a:cubicBezTo>
                      <a:pt x="1375" y="1"/>
                      <a:pt x="1" y="1374"/>
                      <a:pt x="1" y="3071"/>
                    </a:cubicBezTo>
                    <a:cubicBezTo>
                      <a:pt x="1" y="4766"/>
                      <a:pt x="1375" y="6141"/>
                      <a:pt x="3071" y="6141"/>
                    </a:cubicBezTo>
                    <a:cubicBezTo>
                      <a:pt x="4766" y="6141"/>
                      <a:pt x="6141" y="4766"/>
                      <a:pt x="6141" y="3071"/>
                    </a:cubicBezTo>
                    <a:cubicBezTo>
                      <a:pt x="6141" y="1374"/>
                      <a:pt x="4766"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24"/>
              <p:cNvSpPr/>
              <p:nvPr/>
            </p:nvSpPr>
            <p:spPr>
              <a:xfrm>
                <a:off x="3562700" y="547025"/>
                <a:ext cx="127200" cy="120775"/>
              </a:xfrm>
              <a:custGeom>
                <a:rect b="b" l="l" r="r" t="t"/>
                <a:pathLst>
                  <a:path extrusionOk="0" h="4831" w="5088">
                    <a:moveTo>
                      <a:pt x="2545" y="1"/>
                    </a:moveTo>
                    <a:cubicBezTo>
                      <a:pt x="2345" y="1"/>
                      <a:pt x="2144" y="128"/>
                      <a:pt x="2113" y="383"/>
                    </a:cubicBezTo>
                    <a:cubicBezTo>
                      <a:pt x="2085" y="616"/>
                      <a:pt x="1887" y="766"/>
                      <a:pt x="1680" y="766"/>
                    </a:cubicBezTo>
                    <a:cubicBezTo>
                      <a:pt x="1588" y="766"/>
                      <a:pt x="1494" y="737"/>
                      <a:pt x="1413" y="673"/>
                    </a:cubicBezTo>
                    <a:cubicBezTo>
                      <a:pt x="1326" y="604"/>
                      <a:pt x="1233" y="575"/>
                      <a:pt x="1145" y="575"/>
                    </a:cubicBezTo>
                    <a:cubicBezTo>
                      <a:pt x="822" y="575"/>
                      <a:pt x="553" y="966"/>
                      <a:pt x="803" y="1283"/>
                    </a:cubicBezTo>
                    <a:cubicBezTo>
                      <a:pt x="1011" y="1550"/>
                      <a:pt x="849" y="1943"/>
                      <a:pt x="512" y="1983"/>
                    </a:cubicBezTo>
                    <a:cubicBezTo>
                      <a:pt x="1" y="2045"/>
                      <a:pt x="1" y="2786"/>
                      <a:pt x="512" y="2846"/>
                    </a:cubicBezTo>
                    <a:cubicBezTo>
                      <a:pt x="849" y="2888"/>
                      <a:pt x="1011" y="3280"/>
                      <a:pt x="803" y="3547"/>
                    </a:cubicBezTo>
                    <a:cubicBezTo>
                      <a:pt x="553" y="3864"/>
                      <a:pt x="822" y="4255"/>
                      <a:pt x="1145" y="4255"/>
                    </a:cubicBezTo>
                    <a:cubicBezTo>
                      <a:pt x="1233" y="4255"/>
                      <a:pt x="1326" y="4225"/>
                      <a:pt x="1413" y="4157"/>
                    </a:cubicBezTo>
                    <a:cubicBezTo>
                      <a:pt x="1494" y="4093"/>
                      <a:pt x="1588" y="4064"/>
                      <a:pt x="1680" y="4064"/>
                    </a:cubicBezTo>
                    <a:cubicBezTo>
                      <a:pt x="1887" y="4064"/>
                      <a:pt x="2085" y="4214"/>
                      <a:pt x="2113" y="4448"/>
                    </a:cubicBezTo>
                    <a:cubicBezTo>
                      <a:pt x="2144" y="4703"/>
                      <a:pt x="2344" y="4830"/>
                      <a:pt x="2545" y="4830"/>
                    </a:cubicBezTo>
                    <a:cubicBezTo>
                      <a:pt x="2745" y="4830"/>
                      <a:pt x="2946" y="4703"/>
                      <a:pt x="2976" y="4448"/>
                    </a:cubicBezTo>
                    <a:cubicBezTo>
                      <a:pt x="3005" y="4214"/>
                      <a:pt x="3202" y="4064"/>
                      <a:pt x="3410" y="4064"/>
                    </a:cubicBezTo>
                    <a:cubicBezTo>
                      <a:pt x="3502" y="4064"/>
                      <a:pt x="3595" y="4093"/>
                      <a:pt x="3677" y="4157"/>
                    </a:cubicBezTo>
                    <a:cubicBezTo>
                      <a:pt x="3764" y="4225"/>
                      <a:pt x="3856" y="4255"/>
                      <a:pt x="3944" y="4255"/>
                    </a:cubicBezTo>
                    <a:cubicBezTo>
                      <a:pt x="4267" y="4255"/>
                      <a:pt x="4535" y="3864"/>
                      <a:pt x="4287" y="3547"/>
                    </a:cubicBezTo>
                    <a:cubicBezTo>
                      <a:pt x="4077" y="3280"/>
                      <a:pt x="4240" y="2886"/>
                      <a:pt x="4577" y="2846"/>
                    </a:cubicBezTo>
                    <a:cubicBezTo>
                      <a:pt x="5088" y="2784"/>
                      <a:pt x="5088" y="2044"/>
                      <a:pt x="4577" y="1983"/>
                    </a:cubicBezTo>
                    <a:cubicBezTo>
                      <a:pt x="4240" y="1942"/>
                      <a:pt x="4077" y="1550"/>
                      <a:pt x="4287" y="1283"/>
                    </a:cubicBezTo>
                    <a:cubicBezTo>
                      <a:pt x="4535" y="966"/>
                      <a:pt x="4266" y="575"/>
                      <a:pt x="3944" y="575"/>
                    </a:cubicBezTo>
                    <a:cubicBezTo>
                      <a:pt x="3856" y="575"/>
                      <a:pt x="3764" y="605"/>
                      <a:pt x="3677" y="673"/>
                    </a:cubicBezTo>
                    <a:cubicBezTo>
                      <a:pt x="3595" y="737"/>
                      <a:pt x="3501" y="766"/>
                      <a:pt x="3410" y="766"/>
                    </a:cubicBezTo>
                    <a:cubicBezTo>
                      <a:pt x="3202" y="766"/>
                      <a:pt x="3004" y="616"/>
                      <a:pt x="2976" y="383"/>
                    </a:cubicBezTo>
                    <a:cubicBezTo>
                      <a:pt x="2946" y="128"/>
                      <a:pt x="2745" y="1"/>
                      <a:pt x="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24"/>
              <p:cNvSpPr/>
              <p:nvPr/>
            </p:nvSpPr>
            <p:spPr>
              <a:xfrm>
                <a:off x="3600975" y="582025"/>
                <a:ext cx="50725" cy="50725"/>
              </a:xfrm>
              <a:custGeom>
                <a:rect b="b" l="l" r="r" t="t"/>
                <a:pathLst>
                  <a:path extrusionOk="0" h="2029" w="2029">
                    <a:moveTo>
                      <a:pt x="1014" y="0"/>
                    </a:moveTo>
                    <a:cubicBezTo>
                      <a:pt x="454" y="0"/>
                      <a:pt x="0" y="454"/>
                      <a:pt x="0" y="1015"/>
                    </a:cubicBezTo>
                    <a:cubicBezTo>
                      <a:pt x="0" y="1574"/>
                      <a:pt x="454" y="2028"/>
                      <a:pt x="1014" y="2028"/>
                    </a:cubicBezTo>
                    <a:cubicBezTo>
                      <a:pt x="1574" y="2028"/>
                      <a:pt x="2028" y="1574"/>
                      <a:pt x="2028" y="1015"/>
                    </a:cubicBezTo>
                    <a:cubicBezTo>
                      <a:pt x="2028" y="454"/>
                      <a:pt x="1574" y="0"/>
                      <a:pt x="1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24"/>
              <p:cNvSpPr/>
              <p:nvPr/>
            </p:nvSpPr>
            <p:spPr>
              <a:xfrm>
                <a:off x="3443600" y="515225"/>
                <a:ext cx="365475" cy="87750"/>
              </a:xfrm>
              <a:custGeom>
                <a:rect b="b" l="l" r="r" t="t"/>
                <a:pathLst>
                  <a:path extrusionOk="0" h="3510" w="14619">
                    <a:moveTo>
                      <a:pt x="7309" y="1"/>
                    </a:moveTo>
                    <a:cubicBezTo>
                      <a:pt x="3273" y="1"/>
                      <a:pt x="0" y="3509"/>
                      <a:pt x="0" y="3509"/>
                    </a:cubicBezTo>
                    <a:cubicBezTo>
                      <a:pt x="2504" y="2781"/>
                      <a:pt x="4955" y="2431"/>
                      <a:pt x="7357" y="2431"/>
                    </a:cubicBezTo>
                    <a:cubicBezTo>
                      <a:pt x="9828" y="2431"/>
                      <a:pt x="12247" y="2801"/>
                      <a:pt x="14618" y="3509"/>
                    </a:cubicBezTo>
                    <a:cubicBezTo>
                      <a:pt x="14618" y="3509"/>
                      <a:pt x="11346" y="1"/>
                      <a:pt x="7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 name="Google Shape;1776;p24"/>
            <p:cNvGrpSpPr/>
            <p:nvPr/>
          </p:nvGrpSpPr>
          <p:grpSpPr>
            <a:xfrm>
              <a:off x="-65456" y="182205"/>
              <a:ext cx="659916" cy="714595"/>
              <a:chOff x="-2686850" y="3696525"/>
              <a:chExt cx="332050" cy="359563"/>
            </a:xfrm>
          </p:grpSpPr>
          <p:sp>
            <p:nvSpPr>
              <p:cNvPr id="1777" name="Google Shape;1777;p24"/>
              <p:cNvSpPr/>
              <p:nvPr/>
            </p:nvSpPr>
            <p:spPr>
              <a:xfrm>
                <a:off x="-2686850" y="3696525"/>
                <a:ext cx="332050" cy="359525"/>
              </a:xfrm>
              <a:custGeom>
                <a:rect b="b" l="l" r="r" t="t"/>
                <a:pathLst>
                  <a:path extrusionOk="0" h="14381" w="13282">
                    <a:moveTo>
                      <a:pt x="12504" y="10802"/>
                    </a:moveTo>
                    <a:lnTo>
                      <a:pt x="12497" y="10829"/>
                    </a:lnTo>
                    <a:lnTo>
                      <a:pt x="12497" y="10806"/>
                    </a:lnTo>
                    <a:lnTo>
                      <a:pt x="12504" y="10802"/>
                    </a:lnTo>
                    <a:close/>
                    <a:moveTo>
                      <a:pt x="6678" y="1"/>
                    </a:moveTo>
                    <a:cubicBezTo>
                      <a:pt x="4442" y="1"/>
                      <a:pt x="2280" y="1136"/>
                      <a:pt x="1036" y="2962"/>
                    </a:cubicBezTo>
                    <a:cubicBezTo>
                      <a:pt x="902" y="3158"/>
                      <a:pt x="912" y="3410"/>
                      <a:pt x="1042" y="3594"/>
                    </a:cubicBezTo>
                    <a:cubicBezTo>
                      <a:pt x="505" y="4550"/>
                      <a:pt x="247" y="5625"/>
                      <a:pt x="300" y="6729"/>
                    </a:cubicBezTo>
                    <a:cubicBezTo>
                      <a:pt x="352" y="7770"/>
                      <a:pt x="675" y="10117"/>
                      <a:pt x="739" y="10573"/>
                    </a:cubicBezTo>
                    <a:lnTo>
                      <a:pt x="739" y="10663"/>
                    </a:lnTo>
                    <a:lnTo>
                      <a:pt x="256" y="8957"/>
                    </a:lnTo>
                    <a:cubicBezTo>
                      <a:pt x="241" y="8903"/>
                      <a:pt x="192" y="8868"/>
                      <a:pt x="138" y="8868"/>
                    </a:cubicBezTo>
                    <a:cubicBezTo>
                      <a:pt x="126" y="8868"/>
                      <a:pt x="115" y="8869"/>
                      <a:pt x="103" y="8873"/>
                    </a:cubicBezTo>
                    <a:cubicBezTo>
                      <a:pt x="37" y="8890"/>
                      <a:pt x="0" y="8958"/>
                      <a:pt x="19" y="9024"/>
                    </a:cubicBezTo>
                    <a:lnTo>
                      <a:pt x="738" y="11566"/>
                    </a:lnTo>
                    <a:lnTo>
                      <a:pt x="738" y="12528"/>
                    </a:lnTo>
                    <a:lnTo>
                      <a:pt x="738" y="13556"/>
                    </a:lnTo>
                    <a:lnTo>
                      <a:pt x="738" y="13808"/>
                    </a:lnTo>
                    <a:lnTo>
                      <a:pt x="1665" y="13808"/>
                    </a:lnTo>
                    <a:lnTo>
                      <a:pt x="1665" y="14373"/>
                    </a:lnTo>
                    <a:lnTo>
                      <a:pt x="1947" y="14373"/>
                    </a:lnTo>
                    <a:lnTo>
                      <a:pt x="1947" y="14380"/>
                    </a:lnTo>
                    <a:lnTo>
                      <a:pt x="2635" y="14380"/>
                    </a:lnTo>
                    <a:lnTo>
                      <a:pt x="2635" y="14369"/>
                    </a:lnTo>
                    <a:cubicBezTo>
                      <a:pt x="3018" y="14307"/>
                      <a:pt x="3314" y="13987"/>
                      <a:pt x="3411" y="13555"/>
                    </a:cubicBezTo>
                    <a:cubicBezTo>
                      <a:pt x="3433" y="13457"/>
                      <a:pt x="3446" y="13353"/>
                      <a:pt x="3446" y="13245"/>
                    </a:cubicBezTo>
                    <a:lnTo>
                      <a:pt x="3446" y="12527"/>
                    </a:lnTo>
                    <a:lnTo>
                      <a:pt x="3446" y="11097"/>
                    </a:lnTo>
                    <a:cubicBezTo>
                      <a:pt x="3446" y="10515"/>
                      <a:pt x="3105" y="10039"/>
                      <a:pt x="2635" y="9961"/>
                    </a:cubicBezTo>
                    <a:lnTo>
                      <a:pt x="2635" y="9948"/>
                    </a:lnTo>
                    <a:lnTo>
                      <a:pt x="1985" y="9948"/>
                    </a:lnTo>
                    <a:lnTo>
                      <a:pt x="1985" y="9942"/>
                    </a:lnTo>
                    <a:lnTo>
                      <a:pt x="1665" y="9942"/>
                    </a:lnTo>
                    <a:lnTo>
                      <a:pt x="1665" y="10506"/>
                    </a:lnTo>
                    <a:lnTo>
                      <a:pt x="1165" y="10506"/>
                    </a:lnTo>
                    <a:cubicBezTo>
                      <a:pt x="1100" y="10047"/>
                      <a:pt x="780" y="7711"/>
                      <a:pt x="731" y="6704"/>
                    </a:cubicBezTo>
                    <a:cubicBezTo>
                      <a:pt x="680" y="5690"/>
                      <a:pt x="918" y="4700"/>
                      <a:pt x="1409" y="3819"/>
                    </a:cubicBezTo>
                    <a:cubicBezTo>
                      <a:pt x="1438" y="3823"/>
                      <a:pt x="1466" y="3825"/>
                      <a:pt x="1494" y="3825"/>
                    </a:cubicBezTo>
                    <a:cubicBezTo>
                      <a:pt x="1671" y="3825"/>
                      <a:pt x="1845" y="3741"/>
                      <a:pt x="1952" y="3583"/>
                    </a:cubicBezTo>
                    <a:cubicBezTo>
                      <a:pt x="2992" y="2056"/>
                      <a:pt x="4803" y="1106"/>
                      <a:pt x="6678" y="1106"/>
                    </a:cubicBezTo>
                    <a:cubicBezTo>
                      <a:pt x="8431" y="1106"/>
                      <a:pt x="10117" y="1922"/>
                      <a:pt x="11187" y="3286"/>
                    </a:cubicBezTo>
                    <a:cubicBezTo>
                      <a:pt x="11297" y="3426"/>
                      <a:pt x="11458" y="3497"/>
                      <a:pt x="11621" y="3497"/>
                    </a:cubicBezTo>
                    <a:cubicBezTo>
                      <a:pt x="11663" y="3497"/>
                      <a:pt x="11704" y="3493"/>
                      <a:pt x="11744" y="3484"/>
                    </a:cubicBezTo>
                    <a:cubicBezTo>
                      <a:pt x="12373" y="4446"/>
                      <a:pt x="12682" y="5559"/>
                      <a:pt x="12626" y="6704"/>
                    </a:cubicBezTo>
                    <a:cubicBezTo>
                      <a:pt x="12576" y="7711"/>
                      <a:pt x="12255" y="10047"/>
                      <a:pt x="12191" y="10506"/>
                    </a:cubicBezTo>
                    <a:lnTo>
                      <a:pt x="11569" y="10506"/>
                    </a:lnTo>
                    <a:lnTo>
                      <a:pt x="11569" y="9942"/>
                    </a:lnTo>
                    <a:lnTo>
                      <a:pt x="11249" y="9942"/>
                    </a:lnTo>
                    <a:lnTo>
                      <a:pt x="11249" y="9948"/>
                    </a:lnTo>
                    <a:lnTo>
                      <a:pt x="10602" y="9948"/>
                    </a:lnTo>
                    <a:lnTo>
                      <a:pt x="10602" y="9961"/>
                    </a:lnTo>
                    <a:cubicBezTo>
                      <a:pt x="10130" y="10039"/>
                      <a:pt x="9790" y="10515"/>
                      <a:pt x="9790" y="11097"/>
                    </a:cubicBezTo>
                    <a:lnTo>
                      <a:pt x="9790" y="12526"/>
                    </a:lnTo>
                    <a:lnTo>
                      <a:pt x="9790" y="13244"/>
                    </a:lnTo>
                    <a:cubicBezTo>
                      <a:pt x="9790" y="13353"/>
                      <a:pt x="9803" y="13456"/>
                      <a:pt x="9825" y="13554"/>
                    </a:cubicBezTo>
                    <a:cubicBezTo>
                      <a:pt x="9922" y="13984"/>
                      <a:pt x="10218" y="14306"/>
                      <a:pt x="10602" y="14368"/>
                    </a:cubicBezTo>
                    <a:lnTo>
                      <a:pt x="10602" y="14379"/>
                    </a:lnTo>
                    <a:lnTo>
                      <a:pt x="11289" y="14379"/>
                    </a:lnTo>
                    <a:lnTo>
                      <a:pt x="11289" y="14371"/>
                    </a:lnTo>
                    <a:lnTo>
                      <a:pt x="11572" y="14371"/>
                    </a:lnTo>
                    <a:lnTo>
                      <a:pt x="11572" y="13807"/>
                    </a:lnTo>
                    <a:lnTo>
                      <a:pt x="12498" y="13807"/>
                    </a:lnTo>
                    <a:lnTo>
                      <a:pt x="12498" y="13555"/>
                    </a:lnTo>
                    <a:lnTo>
                      <a:pt x="12498" y="12527"/>
                    </a:lnTo>
                    <a:lnTo>
                      <a:pt x="12498" y="11733"/>
                    </a:lnTo>
                    <a:lnTo>
                      <a:pt x="13265" y="9024"/>
                    </a:lnTo>
                    <a:cubicBezTo>
                      <a:pt x="13282" y="8957"/>
                      <a:pt x="13245" y="8889"/>
                      <a:pt x="13179" y="8871"/>
                    </a:cubicBezTo>
                    <a:cubicBezTo>
                      <a:pt x="13168" y="8868"/>
                      <a:pt x="13157" y="8866"/>
                      <a:pt x="13146" y="8866"/>
                    </a:cubicBezTo>
                    <a:cubicBezTo>
                      <a:pt x="13092" y="8866"/>
                      <a:pt x="13042" y="8901"/>
                      <a:pt x="13027" y="8956"/>
                    </a:cubicBezTo>
                    <a:lnTo>
                      <a:pt x="12664" y="10236"/>
                    </a:lnTo>
                    <a:cubicBezTo>
                      <a:pt x="12775" y="9420"/>
                      <a:pt x="13013" y="7608"/>
                      <a:pt x="13056" y="6728"/>
                    </a:cubicBezTo>
                    <a:cubicBezTo>
                      <a:pt x="13118" y="5484"/>
                      <a:pt x="12780" y="4275"/>
                      <a:pt x="12095" y="3234"/>
                    </a:cubicBezTo>
                    <a:cubicBezTo>
                      <a:pt x="12211" y="3042"/>
                      <a:pt x="12205" y="2791"/>
                      <a:pt x="12058" y="2604"/>
                    </a:cubicBezTo>
                    <a:cubicBezTo>
                      <a:pt x="10778" y="974"/>
                      <a:pt x="8767" y="1"/>
                      <a:pt x="6678"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8" name="Google Shape;1778;p24"/>
              <p:cNvGrpSpPr/>
              <p:nvPr/>
            </p:nvGrpSpPr>
            <p:grpSpPr>
              <a:xfrm>
                <a:off x="-2686850" y="3696563"/>
                <a:ext cx="332050" cy="359525"/>
                <a:chOff x="-2348725" y="2237525"/>
                <a:chExt cx="332050" cy="359525"/>
              </a:xfrm>
            </p:grpSpPr>
            <p:sp>
              <p:nvSpPr>
                <p:cNvPr id="1779" name="Google Shape;1779;p24"/>
                <p:cNvSpPr/>
                <p:nvPr/>
              </p:nvSpPr>
              <p:spPr>
                <a:xfrm>
                  <a:off x="-2343200" y="2245975"/>
                  <a:ext cx="322925" cy="262375"/>
                </a:xfrm>
                <a:custGeom>
                  <a:rect b="b" l="l" r="r" t="t"/>
                  <a:pathLst>
                    <a:path extrusionOk="0" h="10495" w="12917">
                      <a:moveTo>
                        <a:pt x="6459" y="0"/>
                      </a:moveTo>
                      <a:cubicBezTo>
                        <a:pt x="4680" y="0"/>
                        <a:pt x="2959" y="736"/>
                        <a:pt x="1736" y="2022"/>
                      </a:cubicBezTo>
                      <a:cubicBezTo>
                        <a:pt x="588" y="3226"/>
                        <a:pt x="0" y="4778"/>
                        <a:pt x="79" y="6389"/>
                      </a:cubicBezTo>
                      <a:cubicBezTo>
                        <a:pt x="135" y="7520"/>
                        <a:pt x="513" y="10195"/>
                        <a:pt x="528" y="10309"/>
                      </a:cubicBezTo>
                      <a:cubicBezTo>
                        <a:pt x="544" y="10417"/>
                        <a:pt x="636" y="10494"/>
                        <a:pt x="742" y="10494"/>
                      </a:cubicBezTo>
                      <a:cubicBezTo>
                        <a:pt x="752" y="10494"/>
                        <a:pt x="761" y="10494"/>
                        <a:pt x="773" y="10491"/>
                      </a:cubicBezTo>
                      <a:cubicBezTo>
                        <a:pt x="890" y="10475"/>
                        <a:pt x="972" y="10365"/>
                        <a:pt x="956" y="10248"/>
                      </a:cubicBezTo>
                      <a:cubicBezTo>
                        <a:pt x="952" y="10221"/>
                        <a:pt x="567" y="7479"/>
                        <a:pt x="511" y="6368"/>
                      </a:cubicBezTo>
                      <a:cubicBezTo>
                        <a:pt x="438" y="4875"/>
                        <a:pt x="982" y="3437"/>
                        <a:pt x="2049" y="2318"/>
                      </a:cubicBezTo>
                      <a:cubicBezTo>
                        <a:pt x="3190" y="1119"/>
                        <a:pt x="4798" y="430"/>
                        <a:pt x="6459" y="430"/>
                      </a:cubicBezTo>
                      <a:cubicBezTo>
                        <a:pt x="8120" y="430"/>
                        <a:pt x="9728" y="1119"/>
                        <a:pt x="10869" y="2318"/>
                      </a:cubicBezTo>
                      <a:cubicBezTo>
                        <a:pt x="11935" y="3437"/>
                        <a:pt x="12481" y="4875"/>
                        <a:pt x="12407" y="6368"/>
                      </a:cubicBezTo>
                      <a:cubicBezTo>
                        <a:pt x="12353" y="7479"/>
                        <a:pt x="11966" y="10221"/>
                        <a:pt x="11962" y="10248"/>
                      </a:cubicBezTo>
                      <a:cubicBezTo>
                        <a:pt x="11945" y="10367"/>
                        <a:pt x="12028" y="10475"/>
                        <a:pt x="12146" y="10491"/>
                      </a:cubicBezTo>
                      <a:cubicBezTo>
                        <a:pt x="12156" y="10493"/>
                        <a:pt x="12166" y="10493"/>
                        <a:pt x="12176" y="10493"/>
                      </a:cubicBezTo>
                      <a:cubicBezTo>
                        <a:pt x="12282" y="10493"/>
                        <a:pt x="12374" y="10415"/>
                        <a:pt x="12389" y="10309"/>
                      </a:cubicBezTo>
                      <a:cubicBezTo>
                        <a:pt x="12405" y="10195"/>
                        <a:pt x="12782" y="7520"/>
                        <a:pt x="12838" y="6389"/>
                      </a:cubicBezTo>
                      <a:cubicBezTo>
                        <a:pt x="12916" y="4778"/>
                        <a:pt x="12328" y="3226"/>
                        <a:pt x="11182" y="2022"/>
                      </a:cubicBezTo>
                      <a:cubicBezTo>
                        <a:pt x="9959" y="737"/>
                        <a:pt x="8237"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24"/>
                <p:cNvSpPr/>
                <p:nvPr/>
              </p:nvSpPr>
              <p:spPr>
                <a:xfrm>
                  <a:off x="-2327125" y="2237525"/>
                  <a:ext cx="284600" cy="95700"/>
                </a:xfrm>
                <a:custGeom>
                  <a:rect b="b" l="l" r="r" t="t"/>
                  <a:pathLst>
                    <a:path extrusionOk="0" h="3828" w="11384">
                      <a:moveTo>
                        <a:pt x="5815" y="1"/>
                      </a:moveTo>
                      <a:cubicBezTo>
                        <a:pt x="3578" y="1"/>
                        <a:pt x="1417" y="1136"/>
                        <a:pt x="173" y="2964"/>
                      </a:cubicBezTo>
                      <a:cubicBezTo>
                        <a:pt x="1" y="3216"/>
                        <a:pt x="66" y="3560"/>
                        <a:pt x="319" y="3732"/>
                      </a:cubicBezTo>
                      <a:cubicBezTo>
                        <a:pt x="415" y="3796"/>
                        <a:pt x="523" y="3827"/>
                        <a:pt x="630" y="3827"/>
                      </a:cubicBezTo>
                      <a:cubicBezTo>
                        <a:pt x="807" y="3827"/>
                        <a:pt x="981" y="3743"/>
                        <a:pt x="1088" y="3585"/>
                      </a:cubicBezTo>
                      <a:cubicBezTo>
                        <a:pt x="2128" y="2057"/>
                        <a:pt x="3939" y="1108"/>
                        <a:pt x="5814" y="1108"/>
                      </a:cubicBezTo>
                      <a:cubicBezTo>
                        <a:pt x="7567" y="1108"/>
                        <a:pt x="9251" y="1923"/>
                        <a:pt x="10323" y="3289"/>
                      </a:cubicBezTo>
                      <a:cubicBezTo>
                        <a:pt x="10433" y="3428"/>
                        <a:pt x="10595" y="3500"/>
                        <a:pt x="10760" y="3500"/>
                      </a:cubicBezTo>
                      <a:cubicBezTo>
                        <a:pt x="10879" y="3500"/>
                        <a:pt x="11000" y="3462"/>
                        <a:pt x="11101" y="3382"/>
                      </a:cubicBezTo>
                      <a:cubicBezTo>
                        <a:pt x="11343" y="3193"/>
                        <a:pt x="11384" y="2845"/>
                        <a:pt x="11195" y="2604"/>
                      </a:cubicBezTo>
                      <a:cubicBezTo>
                        <a:pt x="9915" y="974"/>
                        <a:pt x="7904" y="1"/>
                        <a:pt x="58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24"/>
                <p:cNvSpPr/>
                <p:nvPr/>
              </p:nvSpPr>
              <p:spPr>
                <a:xfrm>
                  <a:off x="-2083125" y="2486225"/>
                  <a:ext cx="4050" cy="450"/>
                </a:xfrm>
                <a:custGeom>
                  <a:rect b="b" l="l" r="r" t="t"/>
                  <a:pathLst>
                    <a:path extrusionOk="0" h="18" w="162">
                      <a:moveTo>
                        <a:pt x="1" y="0"/>
                      </a:moveTo>
                      <a:lnTo>
                        <a:pt x="1" y="18"/>
                      </a:lnTo>
                      <a:cubicBezTo>
                        <a:pt x="53" y="7"/>
                        <a:pt x="107" y="0"/>
                        <a:pt x="162" y="0"/>
                      </a:cubicBezTo>
                      <a:close/>
                    </a:path>
                  </a:pathLst>
                </a:custGeom>
                <a:solidFill>
                  <a:srgbClr val="E61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24"/>
                <p:cNvSpPr/>
                <p:nvPr/>
              </p:nvSpPr>
              <p:spPr>
                <a:xfrm>
                  <a:off x="-2330250" y="2550650"/>
                  <a:ext cx="23150" cy="32050"/>
                </a:xfrm>
                <a:custGeom>
                  <a:rect b="b" l="l" r="r" t="t"/>
                  <a:pathLst>
                    <a:path extrusionOk="0" h="1282" w="926">
                      <a:moveTo>
                        <a:pt x="0" y="1"/>
                      </a:moveTo>
                      <a:lnTo>
                        <a:pt x="0" y="1030"/>
                      </a:lnTo>
                      <a:lnTo>
                        <a:pt x="0"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24"/>
                <p:cNvSpPr/>
                <p:nvPr/>
              </p:nvSpPr>
              <p:spPr>
                <a:xfrm>
                  <a:off x="-2307125" y="2550650"/>
                  <a:ext cx="7075" cy="46200"/>
                </a:xfrm>
                <a:custGeom>
                  <a:rect b="b" l="l" r="r" t="t"/>
                  <a:pathLst>
                    <a:path extrusionOk="0" h="1848" w="283">
                      <a:moveTo>
                        <a:pt x="1" y="1"/>
                      </a:moveTo>
                      <a:lnTo>
                        <a:pt x="1" y="1030"/>
                      </a:lnTo>
                      <a:lnTo>
                        <a:pt x="1" y="1282"/>
                      </a:lnTo>
                      <a:lnTo>
                        <a:pt x="1" y="1847"/>
                      </a:lnTo>
                      <a:lnTo>
                        <a:pt x="283" y="1847"/>
                      </a:lnTo>
                      <a:lnTo>
                        <a:pt x="283" y="1030"/>
                      </a:lnTo>
                      <a:lnTo>
                        <a:pt x="283" y="1"/>
                      </a:lnTo>
                      <a:close/>
                    </a:path>
                  </a:pathLst>
                </a:custGeom>
                <a:solidFill>
                  <a:srgbClr val="B20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24"/>
                <p:cNvSpPr/>
                <p:nvPr/>
              </p:nvSpPr>
              <p:spPr>
                <a:xfrm>
                  <a:off x="-2282875" y="2486550"/>
                  <a:ext cx="20300" cy="110225"/>
                </a:xfrm>
                <a:custGeom>
                  <a:rect b="b" l="l" r="r" t="t"/>
                  <a:pathLst>
                    <a:path extrusionOk="0" h="4409" w="812">
                      <a:moveTo>
                        <a:pt x="1" y="0"/>
                      </a:moveTo>
                      <a:lnTo>
                        <a:pt x="1" y="2566"/>
                      </a:lnTo>
                      <a:lnTo>
                        <a:pt x="1" y="3594"/>
                      </a:lnTo>
                      <a:lnTo>
                        <a:pt x="1" y="4408"/>
                      </a:lnTo>
                      <a:cubicBezTo>
                        <a:pt x="384" y="4346"/>
                        <a:pt x="680" y="4026"/>
                        <a:pt x="777" y="3594"/>
                      </a:cubicBezTo>
                      <a:cubicBezTo>
                        <a:pt x="799" y="3496"/>
                        <a:pt x="812" y="3392"/>
                        <a:pt x="812" y="3284"/>
                      </a:cubicBezTo>
                      <a:lnTo>
                        <a:pt x="812" y="2566"/>
                      </a:lnTo>
                      <a:lnTo>
                        <a:pt x="812" y="1137"/>
                      </a:lnTo>
                      <a:cubicBezTo>
                        <a:pt x="812" y="554"/>
                        <a:pt x="471" y="7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24"/>
                <p:cNvSpPr/>
                <p:nvPr/>
              </p:nvSpPr>
              <p:spPr>
                <a:xfrm>
                  <a:off x="-2330250" y="2500225"/>
                  <a:ext cx="23150" cy="82475"/>
                </a:xfrm>
                <a:custGeom>
                  <a:rect b="b" l="l" r="r" t="t"/>
                  <a:pathLst>
                    <a:path extrusionOk="0" h="3299" w="926">
                      <a:moveTo>
                        <a:pt x="0" y="0"/>
                      </a:moveTo>
                      <a:lnTo>
                        <a:pt x="0" y="2018"/>
                      </a:lnTo>
                      <a:lnTo>
                        <a:pt x="0" y="3047"/>
                      </a:lnTo>
                      <a:lnTo>
                        <a:pt x="0"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24"/>
                <p:cNvSpPr/>
                <p:nvPr/>
              </p:nvSpPr>
              <p:spPr>
                <a:xfrm>
                  <a:off x="-2307125" y="2486050"/>
                  <a:ext cx="8025" cy="110800"/>
                </a:xfrm>
                <a:custGeom>
                  <a:rect b="b" l="l" r="r" t="t"/>
                  <a:pathLst>
                    <a:path extrusionOk="0" h="4432" w="321">
                      <a:moveTo>
                        <a:pt x="1" y="1"/>
                      </a:moveTo>
                      <a:lnTo>
                        <a:pt x="1" y="567"/>
                      </a:lnTo>
                      <a:lnTo>
                        <a:pt x="1" y="2585"/>
                      </a:lnTo>
                      <a:lnTo>
                        <a:pt x="1" y="3614"/>
                      </a:lnTo>
                      <a:lnTo>
                        <a:pt x="1" y="3866"/>
                      </a:lnTo>
                      <a:lnTo>
                        <a:pt x="1" y="4431"/>
                      </a:lnTo>
                      <a:lnTo>
                        <a:pt x="283" y="4431"/>
                      </a:lnTo>
                      <a:lnTo>
                        <a:pt x="283" y="3614"/>
                      </a:lnTo>
                      <a:lnTo>
                        <a:pt x="283" y="2585"/>
                      </a:lnTo>
                      <a:lnTo>
                        <a:pt x="283" y="7"/>
                      </a:lnTo>
                      <a:lnTo>
                        <a:pt x="321" y="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24"/>
                <p:cNvSpPr/>
                <p:nvPr/>
              </p:nvSpPr>
              <p:spPr>
                <a:xfrm>
                  <a:off x="-2300075" y="2486225"/>
                  <a:ext cx="17225" cy="110825"/>
                </a:xfrm>
                <a:custGeom>
                  <a:rect b="b" l="l" r="r" t="t"/>
                  <a:pathLst>
                    <a:path extrusionOk="0" h="4433" w="689">
                      <a:moveTo>
                        <a:pt x="1" y="0"/>
                      </a:moveTo>
                      <a:lnTo>
                        <a:pt x="1" y="2578"/>
                      </a:lnTo>
                      <a:lnTo>
                        <a:pt x="1" y="3607"/>
                      </a:lnTo>
                      <a:lnTo>
                        <a:pt x="1" y="4424"/>
                      </a:lnTo>
                      <a:lnTo>
                        <a:pt x="1" y="4432"/>
                      </a:lnTo>
                      <a:lnTo>
                        <a:pt x="689" y="4432"/>
                      </a:lnTo>
                      <a:lnTo>
                        <a:pt x="689" y="4420"/>
                      </a:lnTo>
                      <a:lnTo>
                        <a:pt x="689" y="3607"/>
                      </a:lnTo>
                      <a:lnTo>
                        <a:pt x="689" y="2578"/>
                      </a:lnTo>
                      <a:lnTo>
                        <a:pt x="689" y="13"/>
                      </a:lnTo>
                      <a:lnTo>
                        <a:pt x="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24"/>
                <p:cNvSpPr/>
                <p:nvPr/>
              </p:nvSpPr>
              <p:spPr>
                <a:xfrm>
                  <a:off x="-2059450" y="2550650"/>
                  <a:ext cx="23150" cy="32050"/>
                </a:xfrm>
                <a:custGeom>
                  <a:rect b="b" l="l" r="r" t="t"/>
                  <a:pathLst>
                    <a:path extrusionOk="0" h="1282" w="926">
                      <a:moveTo>
                        <a:pt x="1" y="1"/>
                      </a:moveTo>
                      <a:lnTo>
                        <a:pt x="1" y="1030"/>
                      </a:lnTo>
                      <a:lnTo>
                        <a:pt x="1"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24"/>
                <p:cNvSpPr/>
                <p:nvPr/>
              </p:nvSpPr>
              <p:spPr>
                <a:xfrm>
                  <a:off x="-2104000" y="2486525"/>
                  <a:ext cx="20325" cy="110225"/>
                </a:xfrm>
                <a:custGeom>
                  <a:rect b="b" l="l" r="r" t="t"/>
                  <a:pathLst>
                    <a:path extrusionOk="0" h="4409" w="813">
                      <a:moveTo>
                        <a:pt x="813" y="0"/>
                      </a:moveTo>
                      <a:cubicBezTo>
                        <a:pt x="341" y="79"/>
                        <a:pt x="1" y="555"/>
                        <a:pt x="1" y="1137"/>
                      </a:cubicBezTo>
                      <a:lnTo>
                        <a:pt x="1" y="2566"/>
                      </a:lnTo>
                      <a:lnTo>
                        <a:pt x="1" y="3284"/>
                      </a:lnTo>
                      <a:cubicBezTo>
                        <a:pt x="1" y="3393"/>
                        <a:pt x="14" y="3496"/>
                        <a:pt x="36" y="3594"/>
                      </a:cubicBezTo>
                      <a:cubicBezTo>
                        <a:pt x="133" y="4024"/>
                        <a:pt x="429" y="4346"/>
                        <a:pt x="813" y="4408"/>
                      </a:cubicBezTo>
                      <a:lnTo>
                        <a:pt x="813" y="3594"/>
                      </a:lnTo>
                      <a:lnTo>
                        <a:pt x="813" y="2566"/>
                      </a:lnTo>
                      <a:lnTo>
                        <a:pt x="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24"/>
                <p:cNvSpPr/>
                <p:nvPr/>
              </p:nvSpPr>
              <p:spPr>
                <a:xfrm>
                  <a:off x="-2059450" y="2500225"/>
                  <a:ext cx="23150" cy="82475"/>
                </a:xfrm>
                <a:custGeom>
                  <a:rect b="b" l="l" r="r" t="t"/>
                  <a:pathLst>
                    <a:path extrusionOk="0" h="3299" w="926">
                      <a:moveTo>
                        <a:pt x="1" y="0"/>
                      </a:moveTo>
                      <a:lnTo>
                        <a:pt x="1" y="2018"/>
                      </a:lnTo>
                      <a:lnTo>
                        <a:pt x="1" y="3047"/>
                      </a:lnTo>
                      <a:lnTo>
                        <a:pt x="1"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24"/>
                <p:cNvSpPr/>
                <p:nvPr/>
              </p:nvSpPr>
              <p:spPr>
                <a:xfrm>
                  <a:off x="-2067450" y="2486050"/>
                  <a:ext cx="8025" cy="110800"/>
                </a:xfrm>
                <a:custGeom>
                  <a:rect b="b" l="l" r="r" t="t"/>
                  <a:pathLst>
                    <a:path extrusionOk="0" h="4432" w="321">
                      <a:moveTo>
                        <a:pt x="1" y="1"/>
                      </a:moveTo>
                      <a:lnTo>
                        <a:pt x="1" y="7"/>
                      </a:lnTo>
                      <a:lnTo>
                        <a:pt x="37" y="7"/>
                      </a:lnTo>
                      <a:lnTo>
                        <a:pt x="37" y="2585"/>
                      </a:lnTo>
                      <a:lnTo>
                        <a:pt x="37" y="3614"/>
                      </a:lnTo>
                      <a:lnTo>
                        <a:pt x="37" y="4431"/>
                      </a:lnTo>
                      <a:lnTo>
                        <a:pt x="321" y="4431"/>
                      </a:lnTo>
                      <a:lnTo>
                        <a:pt x="321" y="3866"/>
                      </a:lnTo>
                      <a:lnTo>
                        <a:pt x="321" y="3614"/>
                      </a:lnTo>
                      <a:lnTo>
                        <a:pt x="321" y="2585"/>
                      </a:lnTo>
                      <a:lnTo>
                        <a:pt x="321" y="56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24"/>
                <p:cNvSpPr/>
                <p:nvPr/>
              </p:nvSpPr>
              <p:spPr>
                <a:xfrm>
                  <a:off x="-2083700" y="2486225"/>
                  <a:ext cx="17200" cy="110825"/>
                </a:xfrm>
                <a:custGeom>
                  <a:rect b="b" l="l" r="r" t="t"/>
                  <a:pathLst>
                    <a:path extrusionOk="0" h="4433" w="688">
                      <a:moveTo>
                        <a:pt x="1" y="0"/>
                      </a:moveTo>
                      <a:lnTo>
                        <a:pt x="1" y="13"/>
                      </a:lnTo>
                      <a:lnTo>
                        <a:pt x="1" y="2578"/>
                      </a:lnTo>
                      <a:lnTo>
                        <a:pt x="1" y="3607"/>
                      </a:lnTo>
                      <a:lnTo>
                        <a:pt x="1" y="4420"/>
                      </a:lnTo>
                      <a:lnTo>
                        <a:pt x="1" y="4432"/>
                      </a:lnTo>
                      <a:lnTo>
                        <a:pt x="687" y="4432"/>
                      </a:lnTo>
                      <a:lnTo>
                        <a:pt x="687" y="4424"/>
                      </a:lnTo>
                      <a:lnTo>
                        <a:pt x="687" y="3607"/>
                      </a:lnTo>
                      <a:lnTo>
                        <a:pt x="687" y="2578"/>
                      </a:lnTo>
                      <a:lnTo>
                        <a:pt x="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24"/>
                <p:cNvSpPr/>
                <p:nvPr/>
              </p:nvSpPr>
              <p:spPr>
                <a:xfrm>
                  <a:off x="-2047700" y="2459150"/>
                  <a:ext cx="31025" cy="91650"/>
                </a:xfrm>
                <a:custGeom>
                  <a:rect b="b" l="l" r="r" t="t"/>
                  <a:pathLst>
                    <a:path extrusionOk="0" h="3666" w="1241">
                      <a:moveTo>
                        <a:pt x="1105" y="0"/>
                      </a:moveTo>
                      <a:cubicBezTo>
                        <a:pt x="1050" y="0"/>
                        <a:pt x="1001" y="35"/>
                        <a:pt x="986" y="90"/>
                      </a:cubicBezTo>
                      <a:lnTo>
                        <a:pt x="18" y="3507"/>
                      </a:lnTo>
                      <a:cubicBezTo>
                        <a:pt x="0" y="3573"/>
                        <a:pt x="38" y="3641"/>
                        <a:pt x="104" y="3660"/>
                      </a:cubicBezTo>
                      <a:cubicBezTo>
                        <a:pt x="115" y="3663"/>
                        <a:pt x="125" y="3665"/>
                        <a:pt x="137" y="3665"/>
                      </a:cubicBezTo>
                      <a:cubicBezTo>
                        <a:pt x="191" y="3665"/>
                        <a:pt x="240" y="3629"/>
                        <a:pt x="255" y="3574"/>
                      </a:cubicBezTo>
                      <a:lnTo>
                        <a:pt x="1223" y="157"/>
                      </a:lnTo>
                      <a:cubicBezTo>
                        <a:pt x="1241" y="91"/>
                        <a:pt x="1204" y="23"/>
                        <a:pt x="1138" y="5"/>
                      </a:cubicBezTo>
                      <a:cubicBezTo>
                        <a:pt x="1127" y="2"/>
                        <a:pt x="1116" y="0"/>
                        <a:pt x="1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24"/>
                <p:cNvSpPr/>
                <p:nvPr/>
              </p:nvSpPr>
              <p:spPr>
                <a:xfrm>
                  <a:off x="-2348725" y="2459175"/>
                  <a:ext cx="31050" cy="91625"/>
                </a:xfrm>
                <a:custGeom>
                  <a:rect b="b" l="l" r="r" t="t"/>
                  <a:pathLst>
                    <a:path extrusionOk="0" h="3665" w="1242">
                      <a:moveTo>
                        <a:pt x="138" y="1"/>
                      </a:moveTo>
                      <a:cubicBezTo>
                        <a:pt x="126" y="1"/>
                        <a:pt x="115" y="2"/>
                        <a:pt x="103" y="6"/>
                      </a:cubicBezTo>
                      <a:cubicBezTo>
                        <a:pt x="37" y="24"/>
                        <a:pt x="0" y="91"/>
                        <a:pt x="19" y="157"/>
                      </a:cubicBezTo>
                      <a:lnTo>
                        <a:pt x="986" y="3574"/>
                      </a:lnTo>
                      <a:cubicBezTo>
                        <a:pt x="1001" y="3629"/>
                        <a:pt x="1051" y="3664"/>
                        <a:pt x="1104" y="3664"/>
                      </a:cubicBezTo>
                      <a:cubicBezTo>
                        <a:pt x="1116" y="3664"/>
                        <a:pt x="1128" y="3661"/>
                        <a:pt x="1138" y="3660"/>
                      </a:cubicBezTo>
                      <a:cubicBezTo>
                        <a:pt x="1203" y="3640"/>
                        <a:pt x="1242" y="3573"/>
                        <a:pt x="1223" y="3507"/>
                      </a:cubicBezTo>
                      <a:lnTo>
                        <a:pt x="256" y="90"/>
                      </a:lnTo>
                      <a:cubicBezTo>
                        <a:pt x="240" y="36"/>
                        <a:pt x="191" y="1"/>
                        <a:pt x="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95" name="Google Shape;1795;p24"/>
            <p:cNvGrpSpPr/>
            <p:nvPr/>
          </p:nvGrpSpPr>
          <p:grpSpPr>
            <a:xfrm>
              <a:off x="8543699" y="896808"/>
              <a:ext cx="786470" cy="812416"/>
              <a:chOff x="-2828900" y="2732900"/>
              <a:chExt cx="312600" cy="322913"/>
            </a:xfrm>
          </p:grpSpPr>
          <p:sp>
            <p:nvSpPr>
              <p:cNvPr id="1796" name="Google Shape;1796;p24"/>
              <p:cNvSpPr/>
              <p:nvPr/>
            </p:nvSpPr>
            <p:spPr>
              <a:xfrm>
                <a:off x="-2828875" y="2732900"/>
                <a:ext cx="312525" cy="322875"/>
              </a:xfrm>
              <a:custGeom>
                <a:rect b="b" l="l" r="r" t="t"/>
                <a:pathLst>
                  <a:path extrusionOk="0" h="12915" w="12501">
                    <a:moveTo>
                      <a:pt x="3980" y="125"/>
                    </a:moveTo>
                    <a:cubicBezTo>
                      <a:pt x="4044" y="125"/>
                      <a:pt x="4112" y="133"/>
                      <a:pt x="4186" y="148"/>
                    </a:cubicBezTo>
                    <a:cubicBezTo>
                      <a:pt x="4545" y="223"/>
                      <a:pt x="4747" y="879"/>
                      <a:pt x="4852" y="1506"/>
                    </a:cubicBezTo>
                    <a:cubicBezTo>
                      <a:pt x="4364" y="1637"/>
                      <a:pt x="3907" y="1839"/>
                      <a:pt x="3485" y="2097"/>
                    </a:cubicBezTo>
                    <a:lnTo>
                      <a:pt x="3426" y="987"/>
                    </a:lnTo>
                    <a:lnTo>
                      <a:pt x="3389" y="987"/>
                    </a:lnTo>
                    <a:lnTo>
                      <a:pt x="3389" y="982"/>
                    </a:lnTo>
                    <a:cubicBezTo>
                      <a:pt x="3389" y="977"/>
                      <a:pt x="3351" y="482"/>
                      <a:pt x="3616" y="249"/>
                    </a:cubicBezTo>
                    <a:cubicBezTo>
                      <a:pt x="3708" y="167"/>
                      <a:pt x="3831" y="125"/>
                      <a:pt x="3980" y="125"/>
                    </a:cubicBezTo>
                    <a:close/>
                    <a:moveTo>
                      <a:pt x="4880" y="1674"/>
                    </a:moveTo>
                    <a:cubicBezTo>
                      <a:pt x="4924" y="1984"/>
                      <a:pt x="4945" y="2272"/>
                      <a:pt x="4952" y="2463"/>
                    </a:cubicBezTo>
                    <a:lnTo>
                      <a:pt x="3505" y="2463"/>
                    </a:lnTo>
                    <a:lnTo>
                      <a:pt x="3497" y="2288"/>
                    </a:lnTo>
                    <a:cubicBezTo>
                      <a:pt x="3921" y="2019"/>
                      <a:pt x="4383" y="1809"/>
                      <a:pt x="4880" y="1674"/>
                    </a:cubicBezTo>
                    <a:close/>
                    <a:moveTo>
                      <a:pt x="6137" y="1506"/>
                    </a:moveTo>
                    <a:cubicBezTo>
                      <a:pt x="7235" y="1506"/>
                      <a:pt x="8215" y="1875"/>
                      <a:pt x="9035" y="2463"/>
                    </a:cubicBezTo>
                    <a:lnTo>
                      <a:pt x="5074" y="2463"/>
                    </a:lnTo>
                    <a:lnTo>
                      <a:pt x="5074" y="2461"/>
                    </a:lnTo>
                    <a:cubicBezTo>
                      <a:pt x="5073" y="2425"/>
                      <a:pt x="5061" y="2072"/>
                      <a:pt x="5000" y="1643"/>
                    </a:cubicBezTo>
                    <a:cubicBezTo>
                      <a:pt x="5362" y="1555"/>
                      <a:pt x="5743" y="1506"/>
                      <a:pt x="6137" y="1506"/>
                    </a:cubicBezTo>
                    <a:close/>
                    <a:moveTo>
                      <a:pt x="9383" y="2733"/>
                    </a:moveTo>
                    <a:cubicBezTo>
                      <a:pt x="10274" y="3482"/>
                      <a:pt x="10943" y="4499"/>
                      <a:pt x="11318" y="5554"/>
                    </a:cubicBezTo>
                    <a:cubicBezTo>
                      <a:pt x="11306" y="5724"/>
                      <a:pt x="11306" y="5978"/>
                      <a:pt x="11392" y="6087"/>
                    </a:cubicBezTo>
                    <a:cubicBezTo>
                      <a:pt x="11438" y="6147"/>
                      <a:pt x="11477" y="6173"/>
                      <a:pt x="11508" y="6185"/>
                    </a:cubicBezTo>
                    <a:cubicBezTo>
                      <a:pt x="12047" y="8400"/>
                      <a:pt x="11367" y="9837"/>
                      <a:pt x="11251" y="10060"/>
                    </a:cubicBezTo>
                    <a:lnTo>
                      <a:pt x="11251" y="9733"/>
                    </a:lnTo>
                    <a:lnTo>
                      <a:pt x="11093" y="9733"/>
                    </a:lnTo>
                    <a:cubicBezTo>
                      <a:pt x="11297" y="9501"/>
                      <a:pt x="11322" y="8806"/>
                      <a:pt x="11116" y="8421"/>
                    </a:cubicBezTo>
                    <a:cubicBezTo>
                      <a:pt x="11012" y="8224"/>
                      <a:pt x="10863" y="8123"/>
                      <a:pt x="10685" y="8123"/>
                    </a:cubicBezTo>
                    <a:cubicBezTo>
                      <a:pt x="10600" y="8123"/>
                      <a:pt x="10507" y="8146"/>
                      <a:pt x="10409" y="8193"/>
                    </a:cubicBezTo>
                    <a:cubicBezTo>
                      <a:pt x="10301" y="8246"/>
                      <a:pt x="10194" y="8268"/>
                      <a:pt x="10091" y="8268"/>
                    </a:cubicBezTo>
                    <a:cubicBezTo>
                      <a:pt x="9809" y="8268"/>
                      <a:pt x="9556" y="8106"/>
                      <a:pt x="9383" y="7956"/>
                    </a:cubicBezTo>
                    <a:lnTo>
                      <a:pt x="9383" y="3642"/>
                    </a:lnTo>
                    <a:lnTo>
                      <a:pt x="9383" y="2733"/>
                    </a:lnTo>
                    <a:close/>
                    <a:moveTo>
                      <a:pt x="9382" y="8113"/>
                    </a:moveTo>
                    <a:cubicBezTo>
                      <a:pt x="9567" y="8255"/>
                      <a:pt x="9816" y="8390"/>
                      <a:pt x="10092" y="8390"/>
                    </a:cubicBezTo>
                    <a:cubicBezTo>
                      <a:pt x="10212" y="8390"/>
                      <a:pt x="10336" y="8365"/>
                      <a:pt x="10463" y="8304"/>
                    </a:cubicBezTo>
                    <a:cubicBezTo>
                      <a:pt x="10542" y="8265"/>
                      <a:pt x="10615" y="8246"/>
                      <a:pt x="10682" y="8246"/>
                    </a:cubicBezTo>
                    <a:cubicBezTo>
                      <a:pt x="10816" y="8246"/>
                      <a:pt x="10925" y="8324"/>
                      <a:pt x="11007" y="8477"/>
                    </a:cubicBezTo>
                    <a:cubicBezTo>
                      <a:pt x="11197" y="8836"/>
                      <a:pt x="11160" y="9489"/>
                      <a:pt x="10998" y="9654"/>
                    </a:cubicBezTo>
                    <a:lnTo>
                      <a:pt x="10998" y="9611"/>
                    </a:lnTo>
                    <a:cubicBezTo>
                      <a:pt x="10998" y="9585"/>
                      <a:pt x="10976" y="9563"/>
                      <a:pt x="10949" y="9563"/>
                    </a:cubicBezTo>
                    <a:lnTo>
                      <a:pt x="10731" y="9563"/>
                    </a:lnTo>
                    <a:lnTo>
                      <a:pt x="10731" y="9169"/>
                    </a:lnTo>
                    <a:lnTo>
                      <a:pt x="9579" y="8916"/>
                    </a:lnTo>
                    <a:cubicBezTo>
                      <a:pt x="9579" y="8916"/>
                      <a:pt x="9474" y="9513"/>
                      <a:pt x="9494" y="10392"/>
                    </a:cubicBezTo>
                    <a:lnTo>
                      <a:pt x="9494" y="10414"/>
                    </a:lnTo>
                    <a:cubicBezTo>
                      <a:pt x="9495" y="10451"/>
                      <a:pt x="9496" y="10489"/>
                      <a:pt x="9498" y="10528"/>
                    </a:cubicBezTo>
                    <a:cubicBezTo>
                      <a:pt x="9498" y="10536"/>
                      <a:pt x="9498" y="10544"/>
                      <a:pt x="9499" y="10554"/>
                    </a:cubicBezTo>
                    <a:cubicBezTo>
                      <a:pt x="9500" y="10595"/>
                      <a:pt x="9503" y="10636"/>
                      <a:pt x="9504" y="10679"/>
                    </a:cubicBezTo>
                    <a:lnTo>
                      <a:pt x="9504" y="10691"/>
                    </a:lnTo>
                    <a:cubicBezTo>
                      <a:pt x="9506" y="10739"/>
                      <a:pt x="9510" y="10787"/>
                      <a:pt x="9513" y="10835"/>
                    </a:cubicBezTo>
                    <a:cubicBezTo>
                      <a:pt x="9513" y="10841"/>
                      <a:pt x="9515" y="10845"/>
                      <a:pt x="9515" y="10850"/>
                    </a:cubicBezTo>
                    <a:cubicBezTo>
                      <a:pt x="9517" y="10891"/>
                      <a:pt x="9521" y="10933"/>
                      <a:pt x="9524" y="10977"/>
                    </a:cubicBezTo>
                    <a:cubicBezTo>
                      <a:pt x="9525" y="10990"/>
                      <a:pt x="9526" y="11006"/>
                      <a:pt x="9527" y="11020"/>
                    </a:cubicBezTo>
                    <a:cubicBezTo>
                      <a:pt x="9530" y="11054"/>
                      <a:pt x="9534" y="11087"/>
                      <a:pt x="9536" y="11122"/>
                    </a:cubicBezTo>
                    <a:cubicBezTo>
                      <a:pt x="9537" y="11139"/>
                      <a:pt x="9541" y="11155"/>
                      <a:pt x="9542" y="11173"/>
                    </a:cubicBezTo>
                    <a:cubicBezTo>
                      <a:pt x="9546" y="11206"/>
                      <a:pt x="9550" y="11241"/>
                      <a:pt x="9553" y="11276"/>
                    </a:cubicBezTo>
                    <a:cubicBezTo>
                      <a:pt x="9554" y="11292"/>
                      <a:pt x="9557" y="11307"/>
                      <a:pt x="9558" y="11322"/>
                    </a:cubicBezTo>
                    <a:cubicBezTo>
                      <a:pt x="9564" y="11371"/>
                      <a:pt x="9569" y="11421"/>
                      <a:pt x="9578" y="11469"/>
                    </a:cubicBezTo>
                    <a:lnTo>
                      <a:pt x="9578" y="11472"/>
                    </a:lnTo>
                    <a:lnTo>
                      <a:pt x="10729" y="11233"/>
                    </a:lnTo>
                    <a:lnTo>
                      <a:pt x="10729" y="10966"/>
                    </a:lnTo>
                    <a:lnTo>
                      <a:pt x="10947" y="10966"/>
                    </a:lnTo>
                    <a:cubicBezTo>
                      <a:pt x="10975" y="10966"/>
                      <a:pt x="10997" y="10944"/>
                      <a:pt x="10997" y="10917"/>
                    </a:cubicBezTo>
                    <a:lnTo>
                      <a:pt x="10997" y="10913"/>
                    </a:lnTo>
                    <a:lnTo>
                      <a:pt x="10997" y="10762"/>
                    </a:lnTo>
                    <a:cubicBezTo>
                      <a:pt x="11698" y="10927"/>
                      <a:pt x="12146" y="11176"/>
                      <a:pt x="12292" y="11485"/>
                    </a:cubicBezTo>
                    <a:cubicBezTo>
                      <a:pt x="12374" y="11659"/>
                      <a:pt x="12360" y="11856"/>
                      <a:pt x="12252" y="12071"/>
                    </a:cubicBezTo>
                    <a:cubicBezTo>
                      <a:pt x="12187" y="12198"/>
                      <a:pt x="11999" y="12276"/>
                      <a:pt x="11767" y="12276"/>
                    </a:cubicBezTo>
                    <a:cubicBezTo>
                      <a:pt x="11731" y="12276"/>
                      <a:pt x="11694" y="12274"/>
                      <a:pt x="11656" y="12270"/>
                    </a:cubicBezTo>
                    <a:cubicBezTo>
                      <a:pt x="11376" y="12243"/>
                      <a:pt x="11016" y="12092"/>
                      <a:pt x="10923" y="11759"/>
                    </a:cubicBezTo>
                    <a:cubicBezTo>
                      <a:pt x="10893" y="11651"/>
                      <a:pt x="10824" y="11567"/>
                      <a:pt x="10719" y="11510"/>
                    </a:cubicBezTo>
                    <a:cubicBezTo>
                      <a:pt x="10599" y="11445"/>
                      <a:pt x="10440" y="11422"/>
                      <a:pt x="10273" y="11422"/>
                    </a:cubicBezTo>
                    <a:cubicBezTo>
                      <a:pt x="9894" y="11422"/>
                      <a:pt x="9476" y="11543"/>
                      <a:pt x="9382" y="11571"/>
                    </a:cubicBezTo>
                    <a:lnTo>
                      <a:pt x="9382" y="8113"/>
                    </a:lnTo>
                    <a:close/>
                    <a:moveTo>
                      <a:pt x="3979" y="1"/>
                    </a:moveTo>
                    <a:cubicBezTo>
                      <a:pt x="3800" y="1"/>
                      <a:pt x="3650" y="52"/>
                      <a:pt x="3534" y="155"/>
                    </a:cubicBezTo>
                    <a:cubicBezTo>
                      <a:pt x="3235" y="420"/>
                      <a:pt x="3262" y="927"/>
                      <a:pt x="3266" y="985"/>
                    </a:cubicBezTo>
                    <a:lnTo>
                      <a:pt x="3215" y="985"/>
                    </a:lnTo>
                    <a:lnTo>
                      <a:pt x="3154" y="2316"/>
                    </a:lnTo>
                    <a:cubicBezTo>
                      <a:pt x="3087" y="2363"/>
                      <a:pt x="3023" y="2410"/>
                      <a:pt x="2960" y="2461"/>
                    </a:cubicBezTo>
                    <a:lnTo>
                      <a:pt x="2892" y="2461"/>
                    </a:lnTo>
                    <a:lnTo>
                      <a:pt x="2892" y="2514"/>
                    </a:lnTo>
                    <a:cubicBezTo>
                      <a:pt x="1740" y="3439"/>
                      <a:pt x="934" y="4792"/>
                      <a:pt x="606" y="6136"/>
                    </a:cubicBezTo>
                    <a:cubicBezTo>
                      <a:pt x="1" y="8615"/>
                      <a:pt x="987" y="10295"/>
                      <a:pt x="1025" y="10358"/>
                    </a:cubicBezTo>
                    <a:lnTo>
                      <a:pt x="1025" y="10716"/>
                    </a:lnTo>
                    <a:lnTo>
                      <a:pt x="1277" y="10716"/>
                    </a:lnTo>
                    <a:lnTo>
                      <a:pt x="1277" y="10916"/>
                    </a:lnTo>
                    <a:lnTo>
                      <a:pt x="1277" y="10919"/>
                    </a:lnTo>
                    <a:cubicBezTo>
                      <a:pt x="1277" y="10947"/>
                      <a:pt x="1300" y="10969"/>
                      <a:pt x="1327" y="10969"/>
                    </a:cubicBezTo>
                    <a:lnTo>
                      <a:pt x="1545" y="10969"/>
                    </a:lnTo>
                    <a:lnTo>
                      <a:pt x="1545" y="10224"/>
                    </a:lnTo>
                    <a:lnTo>
                      <a:pt x="1545" y="9564"/>
                    </a:lnTo>
                    <a:lnTo>
                      <a:pt x="1325" y="9564"/>
                    </a:lnTo>
                    <a:cubicBezTo>
                      <a:pt x="1297" y="9565"/>
                      <a:pt x="1275" y="9587"/>
                      <a:pt x="1275" y="9612"/>
                    </a:cubicBezTo>
                    <a:lnTo>
                      <a:pt x="1275" y="9733"/>
                    </a:lnTo>
                    <a:lnTo>
                      <a:pt x="1022" y="9733"/>
                    </a:lnTo>
                    <a:lnTo>
                      <a:pt x="1022" y="10060"/>
                    </a:lnTo>
                    <a:cubicBezTo>
                      <a:pt x="907" y="9837"/>
                      <a:pt x="227" y="8399"/>
                      <a:pt x="765" y="6185"/>
                    </a:cubicBezTo>
                    <a:cubicBezTo>
                      <a:pt x="799" y="6174"/>
                      <a:pt x="837" y="6147"/>
                      <a:pt x="882" y="6087"/>
                    </a:cubicBezTo>
                    <a:cubicBezTo>
                      <a:pt x="967" y="5979"/>
                      <a:pt x="967" y="5725"/>
                      <a:pt x="955" y="5554"/>
                    </a:cubicBezTo>
                    <a:cubicBezTo>
                      <a:pt x="1332" y="4499"/>
                      <a:pt x="2001" y="3482"/>
                      <a:pt x="2891" y="2733"/>
                    </a:cubicBezTo>
                    <a:lnTo>
                      <a:pt x="2891" y="3642"/>
                    </a:lnTo>
                    <a:lnTo>
                      <a:pt x="2891" y="12915"/>
                    </a:lnTo>
                    <a:lnTo>
                      <a:pt x="9383" y="12915"/>
                    </a:lnTo>
                    <a:lnTo>
                      <a:pt x="9383" y="11697"/>
                    </a:lnTo>
                    <a:cubicBezTo>
                      <a:pt x="9390" y="11697"/>
                      <a:pt x="9396" y="11697"/>
                      <a:pt x="9401" y="11695"/>
                    </a:cubicBezTo>
                    <a:cubicBezTo>
                      <a:pt x="9407" y="11693"/>
                      <a:pt x="9878" y="11545"/>
                      <a:pt x="10278" y="11545"/>
                    </a:cubicBezTo>
                    <a:cubicBezTo>
                      <a:pt x="10424" y="11545"/>
                      <a:pt x="10561" y="11564"/>
                      <a:pt x="10661" y="11619"/>
                    </a:cubicBezTo>
                    <a:cubicBezTo>
                      <a:pt x="10738" y="11660"/>
                      <a:pt x="10784" y="11717"/>
                      <a:pt x="10806" y="11793"/>
                    </a:cubicBezTo>
                    <a:cubicBezTo>
                      <a:pt x="10915" y="12186"/>
                      <a:pt x="11326" y="12362"/>
                      <a:pt x="11644" y="12393"/>
                    </a:cubicBezTo>
                    <a:cubicBezTo>
                      <a:pt x="11685" y="12397"/>
                      <a:pt x="11725" y="12399"/>
                      <a:pt x="11766" y="12399"/>
                    </a:cubicBezTo>
                    <a:cubicBezTo>
                      <a:pt x="12048" y="12399"/>
                      <a:pt x="12275" y="12297"/>
                      <a:pt x="12361" y="12125"/>
                    </a:cubicBezTo>
                    <a:cubicBezTo>
                      <a:pt x="12488" y="11876"/>
                      <a:pt x="12500" y="11641"/>
                      <a:pt x="12402" y="11432"/>
                    </a:cubicBezTo>
                    <a:cubicBezTo>
                      <a:pt x="12256" y="11118"/>
                      <a:pt x="11869" y="10875"/>
                      <a:pt x="11251" y="10701"/>
                    </a:cubicBezTo>
                    <a:lnTo>
                      <a:pt x="11251" y="10357"/>
                    </a:lnTo>
                    <a:cubicBezTo>
                      <a:pt x="11288" y="10294"/>
                      <a:pt x="12275" y="8612"/>
                      <a:pt x="11670" y="6136"/>
                    </a:cubicBezTo>
                    <a:cubicBezTo>
                      <a:pt x="11342" y="4792"/>
                      <a:pt x="10536" y="3440"/>
                      <a:pt x="9383" y="2513"/>
                    </a:cubicBezTo>
                    <a:lnTo>
                      <a:pt x="9383" y="2461"/>
                    </a:lnTo>
                    <a:lnTo>
                      <a:pt x="9316" y="2461"/>
                    </a:lnTo>
                    <a:cubicBezTo>
                      <a:pt x="8434" y="1774"/>
                      <a:pt x="7356" y="1337"/>
                      <a:pt x="6137" y="1337"/>
                    </a:cubicBezTo>
                    <a:cubicBezTo>
                      <a:pt x="5734" y="1337"/>
                      <a:pt x="5345" y="1385"/>
                      <a:pt x="4974" y="1475"/>
                    </a:cubicBezTo>
                    <a:cubicBezTo>
                      <a:pt x="4867" y="840"/>
                      <a:pt x="4650" y="118"/>
                      <a:pt x="4211" y="26"/>
                    </a:cubicBezTo>
                    <a:cubicBezTo>
                      <a:pt x="4129" y="9"/>
                      <a:pt x="4052" y="1"/>
                      <a:pt x="3979"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7" name="Google Shape;1797;p24"/>
              <p:cNvGrpSpPr/>
              <p:nvPr/>
            </p:nvGrpSpPr>
            <p:grpSpPr>
              <a:xfrm>
                <a:off x="-2828900" y="2732988"/>
                <a:ext cx="312600" cy="322825"/>
                <a:chOff x="-2828900" y="1465025"/>
                <a:chExt cx="312600" cy="322825"/>
              </a:xfrm>
            </p:grpSpPr>
            <p:sp>
              <p:nvSpPr>
                <p:cNvPr id="1798" name="Google Shape;1798;p24"/>
                <p:cNvSpPr/>
                <p:nvPr/>
              </p:nvSpPr>
              <p:spPr>
                <a:xfrm>
                  <a:off x="-2828900" y="1498450"/>
                  <a:ext cx="306925" cy="225500"/>
                </a:xfrm>
                <a:custGeom>
                  <a:rect b="b" l="l" r="r" t="t"/>
                  <a:pathLst>
                    <a:path extrusionOk="0" h="9020" w="12277">
                      <a:moveTo>
                        <a:pt x="6138" y="0"/>
                      </a:moveTo>
                      <a:cubicBezTo>
                        <a:pt x="3276" y="0"/>
                        <a:pt x="1188" y="2414"/>
                        <a:pt x="606" y="4799"/>
                      </a:cubicBezTo>
                      <a:cubicBezTo>
                        <a:pt x="1" y="7277"/>
                        <a:pt x="987" y="8958"/>
                        <a:pt x="1024" y="9020"/>
                      </a:cubicBezTo>
                      <a:lnTo>
                        <a:pt x="1042" y="8751"/>
                      </a:lnTo>
                      <a:cubicBezTo>
                        <a:pt x="1033" y="8737"/>
                        <a:pt x="183" y="7247"/>
                        <a:pt x="769" y="4845"/>
                      </a:cubicBezTo>
                      <a:cubicBezTo>
                        <a:pt x="801" y="4834"/>
                        <a:pt x="839" y="4806"/>
                        <a:pt x="884" y="4747"/>
                      </a:cubicBezTo>
                      <a:cubicBezTo>
                        <a:pt x="970" y="4639"/>
                        <a:pt x="970" y="4385"/>
                        <a:pt x="957" y="4213"/>
                      </a:cubicBezTo>
                      <a:cubicBezTo>
                        <a:pt x="1708" y="2113"/>
                        <a:pt x="3613" y="166"/>
                        <a:pt x="6140" y="166"/>
                      </a:cubicBezTo>
                      <a:cubicBezTo>
                        <a:pt x="8666" y="166"/>
                        <a:pt x="10572" y="2114"/>
                        <a:pt x="11322" y="4213"/>
                      </a:cubicBezTo>
                      <a:cubicBezTo>
                        <a:pt x="11310" y="4383"/>
                        <a:pt x="11310" y="4638"/>
                        <a:pt x="11395" y="4747"/>
                      </a:cubicBezTo>
                      <a:cubicBezTo>
                        <a:pt x="11441" y="4806"/>
                        <a:pt x="11481" y="4832"/>
                        <a:pt x="11512" y="4845"/>
                      </a:cubicBezTo>
                      <a:cubicBezTo>
                        <a:pt x="12096" y="7247"/>
                        <a:pt x="11246" y="8736"/>
                        <a:pt x="11238" y="8751"/>
                      </a:cubicBezTo>
                      <a:lnTo>
                        <a:pt x="11255" y="9020"/>
                      </a:lnTo>
                      <a:cubicBezTo>
                        <a:pt x="11290" y="8957"/>
                        <a:pt x="12276" y="7276"/>
                        <a:pt x="11672" y="4799"/>
                      </a:cubicBezTo>
                      <a:cubicBezTo>
                        <a:pt x="11088" y="2414"/>
                        <a:pt x="9001" y="0"/>
                        <a:pt x="6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24"/>
                <p:cNvSpPr/>
                <p:nvPr/>
              </p:nvSpPr>
              <p:spPr>
                <a:xfrm>
                  <a:off x="-2748300" y="1465025"/>
                  <a:ext cx="46375" cy="63075"/>
                </a:xfrm>
                <a:custGeom>
                  <a:rect b="b" l="l" r="r" t="t"/>
                  <a:pathLst>
                    <a:path extrusionOk="0" h="2523" w="1855">
                      <a:moveTo>
                        <a:pt x="755" y="1"/>
                      </a:moveTo>
                      <a:cubicBezTo>
                        <a:pt x="577" y="1"/>
                        <a:pt x="428" y="52"/>
                        <a:pt x="311" y="155"/>
                      </a:cubicBezTo>
                      <a:cubicBezTo>
                        <a:pt x="1" y="430"/>
                        <a:pt x="42" y="967"/>
                        <a:pt x="43" y="990"/>
                      </a:cubicBezTo>
                      <a:cubicBezTo>
                        <a:pt x="45" y="1024"/>
                        <a:pt x="73" y="1047"/>
                        <a:pt x="105" y="1047"/>
                      </a:cubicBezTo>
                      <a:cubicBezTo>
                        <a:pt x="106" y="1047"/>
                        <a:pt x="108" y="1047"/>
                        <a:pt x="109" y="1047"/>
                      </a:cubicBezTo>
                      <a:cubicBezTo>
                        <a:pt x="143" y="1044"/>
                        <a:pt x="168" y="1015"/>
                        <a:pt x="166" y="981"/>
                      </a:cubicBezTo>
                      <a:cubicBezTo>
                        <a:pt x="164" y="976"/>
                        <a:pt x="128" y="482"/>
                        <a:pt x="393" y="248"/>
                      </a:cubicBezTo>
                      <a:cubicBezTo>
                        <a:pt x="485" y="166"/>
                        <a:pt x="607" y="125"/>
                        <a:pt x="755" y="125"/>
                      </a:cubicBezTo>
                      <a:cubicBezTo>
                        <a:pt x="820" y="125"/>
                        <a:pt x="889" y="133"/>
                        <a:pt x="963" y="148"/>
                      </a:cubicBezTo>
                      <a:cubicBezTo>
                        <a:pt x="1534" y="267"/>
                        <a:pt x="1710" y="1859"/>
                        <a:pt x="1729" y="2463"/>
                      </a:cubicBezTo>
                      <a:cubicBezTo>
                        <a:pt x="1730" y="2497"/>
                        <a:pt x="1757" y="2523"/>
                        <a:pt x="1791" y="2523"/>
                      </a:cubicBezTo>
                      <a:lnTo>
                        <a:pt x="1793" y="2523"/>
                      </a:lnTo>
                      <a:cubicBezTo>
                        <a:pt x="1827" y="2522"/>
                        <a:pt x="1854" y="2493"/>
                        <a:pt x="1853" y="2460"/>
                      </a:cubicBezTo>
                      <a:cubicBezTo>
                        <a:pt x="1849" y="2367"/>
                        <a:pt x="1772" y="189"/>
                        <a:pt x="988" y="26"/>
                      </a:cubicBezTo>
                      <a:cubicBezTo>
                        <a:pt x="906" y="9"/>
                        <a:pt x="828" y="1"/>
                        <a:pt x="7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24"/>
                <p:cNvSpPr/>
                <p:nvPr/>
              </p:nvSpPr>
              <p:spPr>
                <a:xfrm>
                  <a:off x="-2603250" y="1657175"/>
                  <a:ext cx="57875" cy="52700"/>
                </a:xfrm>
                <a:custGeom>
                  <a:rect b="b" l="l" r="r" t="t"/>
                  <a:pathLst>
                    <a:path extrusionOk="0" h="2108" w="2315">
                      <a:moveTo>
                        <a:pt x="70" y="1"/>
                      </a:moveTo>
                      <a:cubicBezTo>
                        <a:pt x="57" y="1"/>
                        <a:pt x="44" y="5"/>
                        <a:pt x="33" y="13"/>
                      </a:cubicBezTo>
                      <a:cubicBezTo>
                        <a:pt x="6" y="34"/>
                        <a:pt x="1" y="72"/>
                        <a:pt x="21" y="100"/>
                      </a:cubicBezTo>
                      <a:cubicBezTo>
                        <a:pt x="28" y="108"/>
                        <a:pt x="487" y="704"/>
                        <a:pt x="1066" y="704"/>
                      </a:cubicBezTo>
                      <a:cubicBezTo>
                        <a:pt x="1186" y="704"/>
                        <a:pt x="1311" y="679"/>
                        <a:pt x="1438" y="617"/>
                      </a:cubicBezTo>
                      <a:cubicBezTo>
                        <a:pt x="1517" y="579"/>
                        <a:pt x="1590" y="560"/>
                        <a:pt x="1657" y="560"/>
                      </a:cubicBezTo>
                      <a:cubicBezTo>
                        <a:pt x="1791" y="560"/>
                        <a:pt x="1900" y="637"/>
                        <a:pt x="1982" y="791"/>
                      </a:cubicBezTo>
                      <a:cubicBezTo>
                        <a:pt x="2184" y="1170"/>
                        <a:pt x="2131" y="1884"/>
                        <a:pt x="1942" y="1993"/>
                      </a:cubicBezTo>
                      <a:cubicBezTo>
                        <a:pt x="1914" y="2009"/>
                        <a:pt x="1904" y="2046"/>
                        <a:pt x="1920" y="2076"/>
                      </a:cubicBezTo>
                      <a:cubicBezTo>
                        <a:pt x="1931" y="2096"/>
                        <a:pt x="1952" y="2107"/>
                        <a:pt x="1973" y="2107"/>
                      </a:cubicBezTo>
                      <a:cubicBezTo>
                        <a:pt x="1983" y="2107"/>
                        <a:pt x="1995" y="2104"/>
                        <a:pt x="2003" y="2099"/>
                      </a:cubicBezTo>
                      <a:cubicBezTo>
                        <a:pt x="2265" y="1947"/>
                        <a:pt x="2314" y="1157"/>
                        <a:pt x="2090" y="734"/>
                      </a:cubicBezTo>
                      <a:cubicBezTo>
                        <a:pt x="1986" y="536"/>
                        <a:pt x="1837" y="435"/>
                        <a:pt x="1659" y="435"/>
                      </a:cubicBezTo>
                      <a:cubicBezTo>
                        <a:pt x="1573" y="435"/>
                        <a:pt x="1481" y="458"/>
                        <a:pt x="1383" y="506"/>
                      </a:cubicBezTo>
                      <a:cubicBezTo>
                        <a:pt x="1275" y="558"/>
                        <a:pt x="1168" y="580"/>
                        <a:pt x="1065" y="580"/>
                      </a:cubicBezTo>
                      <a:cubicBezTo>
                        <a:pt x="548" y="580"/>
                        <a:pt x="124" y="32"/>
                        <a:pt x="119" y="25"/>
                      </a:cubicBezTo>
                      <a:cubicBezTo>
                        <a:pt x="107" y="9"/>
                        <a:pt x="89" y="1"/>
                        <a:pt x="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24"/>
                <p:cNvSpPr/>
                <p:nvPr/>
              </p:nvSpPr>
              <p:spPr>
                <a:xfrm>
                  <a:off x="-2596050" y="1731025"/>
                  <a:ext cx="79750" cy="43975"/>
                </a:xfrm>
                <a:custGeom>
                  <a:rect b="b" l="l" r="r" t="t"/>
                  <a:pathLst>
                    <a:path extrusionOk="0" h="1759" w="3190">
                      <a:moveTo>
                        <a:pt x="1686" y="0"/>
                      </a:moveTo>
                      <a:cubicBezTo>
                        <a:pt x="1658" y="0"/>
                        <a:pt x="1632" y="19"/>
                        <a:pt x="1626" y="48"/>
                      </a:cubicBezTo>
                      <a:cubicBezTo>
                        <a:pt x="1618" y="82"/>
                        <a:pt x="1638" y="114"/>
                        <a:pt x="1672" y="122"/>
                      </a:cubicBezTo>
                      <a:cubicBezTo>
                        <a:pt x="2380" y="283"/>
                        <a:pt x="2832" y="533"/>
                        <a:pt x="2979" y="845"/>
                      </a:cubicBezTo>
                      <a:cubicBezTo>
                        <a:pt x="3060" y="1018"/>
                        <a:pt x="3047" y="1215"/>
                        <a:pt x="2939" y="1430"/>
                      </a:cubicBezTo>
                      <a:cubicBezTo>
                        <a:pt x="2874" y="1557"/>
                        <a:pt x="2685" y="1635"/>
                        <a:pt x="2452" y="1635"/>
                      </a:cubicBezTo>
                      <a:cubicBezTo>
                        <a:pt x="2416" y="1635"/>
                        <a:pt x="2380" y="1634"/>
                        <a:pt x="2343" y="1630"/>
                      </a:cubicBezTo>
                      <a:cubicBezTo>
                        <a:pt x="2063" y="1602"/>
                        <a:pt x="1703" y="1451"/>
                        <a:pt x="1610" y="1119"/>
                      </a:cubicBezTo>
                      <a:cubicBezTo>
                        <a:pt x="1580" y="1011"/>
                        <a:pt x="1512" y="926"/>
                        <a:pt x="1406" y="869"/>
                      </a:cubicBezTo>
                      <a:cubicBezTo>
                        <a:pt x="1286" y="805"/>
                        <a:pt x="1128" y="781"/>
                        <a:pt x="962" y="781"/>
                      </a:cubicBezTo>
                      <a:cubicBezTo>
                        <a:pt x="544" y="781"/>
                        <a:pt x="78" y="928"/>
                        <a:pt x="51" y="937"/>
                      </a:cubicBezTo>
                      <a:cubicBezTo>
                        <a:pt x="18" y="947"/>
                        <a:pt x="0" y="982"/>
                        <a:pt x="11" y="1014"/>
                      </a:cubicBezTo>
                      <a:cubicBezTo>
                        <a:pt x="19" y="1041"/>
                        <a:pt x="44" y="1057"/>
                        <a:pt x="69" y="1057"/>
                      </a:cubicBezTo>
                      <a:cubicBezTo>
                        <a:pt x="76" y="1057"/>
                        <a:pt x="82" y="1056"/>
                        <a:pt x="88" y="1054"/>
                      </a:cubicBezTo>
                      <a:cubicBezTo>
                        <a:pt x="95" y="1052"/>
                        <a:pt x="564" y="904"/>
                        <a:pt x="963" y="904"/>
                      </a:cubicBezTo>
                      <a:cubicBezTo>
                        <a:pt x="1110" y="904"/>
                        <a:pt x="1247" y="924"/>
                        <a:pt x="1348" y="979"/>
                      </a:cubicBezTo>
                      <a:cubicBezTo>
                        <a:pt x="1425" y="1020"/>
                        <a:pt x="1472" y="1077"/>
                        <a:pt x="1493" y="1152"/>
                      </a:cubicBezTo>
                      <a:cubicBezTo>
                        <a:pt x="1601" y="1544"/>
                        <a:pt x="2013" y="1722"/>
                        <a:pt x="2332" y="1753"/>
                      </a:cubicBezTo>
                      <a:cubicBezTo>
                        <a:pt x="2373" y="1756"/>
                        <a:pt x="2412" y="1759"/>
                        <a:pt x="2453" y="1759"/>
                      </a:cubicBezTo>
                      <a:cubicBezTo>
                        <a:pt x="2735" y="1759"/>
                        <a:pt x="2962" y="1657"/>
                        <a:pt x="3049" y="1487"/>
                      </a:cubicBezTo>
                      <a:cubicBezTo>
                        <a:pt x="3175" y="1237"/>
                        <a:pt x="3189" y="1003"/>
                        <a:pt x="3090" y="793"/>
                      </a:cubicBezTo>
                      <a:cubicBezTo>
                        <a:pt x="2925" y="440"/>
                        <a:pt x="2457" y="175"/>
                        <a:pt x="1699" y="2"/>
                      </a:cubicBezTo>
                      <a:cubicBezTo>
                        <a:pt x="1695" y="1"/>
                        <a:pt x="1690" y="0"/>
                        <a:pt x="16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24"/>
                <p:cNvSpPr/>
                <p:nvPr/>
              </p:nvSpPr>
              <p:spPr>
                <a:xfrm>
                  <a:off x="-2756600" y="1526525"/>
                  <a:ext cx="162300" cy="261325"/>
                </a:xfrm>
                <a:custGeom>
                  <a:rect b="b" l="l" r="r" t="t"/>
                  <a:pathLst>
                    <a:path extrusionOk="0" h="10453" w="6492">
                      <a:moveTo>
                        <a:pt x="0" y="1"/>
                      </a:moveTo>
                      <a:lnTo>
                        <a:pt x="0" y="1181"/>
                      </a:lnTo>
                      <a:lnTo>
                        <a:pt x="0" y="10453"/>
                      </a:lnTo>
                      <a:lnTo>
                        <a:pt x="6492" y="10453"/>
                      </a:lnTo>
                      <a:lnTo>
                        <a:pt x="6492" y="1181"/>
                      </a:lnTo>
                      <a:lnTo>
                        <a:pt x="64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24"/>
                <p:cNvSpPr/>
                <p:nvPr/>
              </p:nvSpPr>
              <p:spPr>
                <a:xfrm>
                  <a:off x="-2724700" y="1584825"/>
                  <a:ext cx="114325" cy="158500"/>
                </a:xfrm>
                <a:custGeom>
                  <a:rect b="b" l="l" r="r" t="t"/>
                  <a:pathLst>
                    <a:path extrusionOk="0" h="6340" w="4573">
                      <a:moveTo>
                        <a:pt x="4449" y="59"/>
                      </a:moveTo>
                      <a:cubicBezTo>
                        <a:pt x="4483" y="59"/>
                        <a:pt x="4511" y="87"/>
                        <a:pt x="4511" y="121"/>
                      </a:cubicBezTo>
                      <a:lnTo>
                        <a:pt x="4511" y="6216"/>
                      </a:lnTo>
                      <a:cubicBezTo>
                        <a:pt x="4511" y="6251"/>
                        <a:pt x="4482" y="6278"/>
                        <a:pt x="4449" y="6278"/>
                      </a:cubicBezTo>
                      <a:lnTo>
                        <a:pt x="123" y="6278"/>
                      </a:lnTo>
                      <a:cubicBezTo>
                        <a:pt x="89" y="6278"/>
                        <a:pt x="61" y="6250"/>
                        <a:pt x="61" y="6216"/>
                      </a:cubicBezTo>
                      <a:lnTo>
                        <a:pt x="61" y="121"/>
                      </a:lnTo>
                      <a:cubicBezTo>
                        <a:pt x="61" y="86"/>
                        <a:pt x="90" y="59"/>
                        <a:pt x="123" y="59"/>
                      </a:cubicBezTo>
                      <a:close/>
                      <a:moveTo>
                        <a:pt x="123" y="0"/>
                      </a:moveTo>
                      <a:cubicBezTo>
                        <a:pt x="56" y="0"/>
                        <a:pt x="1" y="54"/>
                        <a:pt x="1" y="122"/>
                      </a:cubicBezTo>
                      <a:lnTo>
                        <a:pt x="1" y="6218"/>
                      </a:lnTo>
                      <a:cubicBezTo>
                        <a:pt x="1" y="6285"/>
                        <a:pt x="55" y="6340"/>
                        <a:pt x="123" y="6340"/>
                      </a:cubicBezTo>
                      <a:lnTo>
                        <a:pt x="4449" y="6340"/>
                      </a:lnTo>
                      <a:cubicBezTo>
                        <a:pt x="4517" y="6340"/>
                        <a:pt x="4573" y="6285"/>
                        <a:pt x="4571" y="6218"/>
                      </a:cubicBezTo>
                      <a:lnTo>
                        <a:pt x="4571" y="122"/>
                      </a:lnTo>
                      <a:cubicBezTo>
                        <a:pt x="4571" y="55"/>
                        <a:pt x="4517" y="0"/>
                        <a:pt x="44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24"/>
                <p:cNvSpPr/>
                <p:nvPr/>
              </p:nvSpPr>
              <p:spPr>
                <a:xfrm>
                  <a:off x="-2713425" y="1600200"/>
                  <a:ext cx="91750" cy="127675"/>
                </a:xfrm>
                <a:custGeom>
                  <a:rect b="b" l="l" r="r" t="t"/>
                  <a:pathLst>
                    <a:path extrusionOk="0" h="5107" w="3670">
                      <a:moveTo>
                        <a:pt x="94" y="0"/>
                      </a:moveTo>
                      <a:cubicBezTo>
                        <a:pt x="42" y="0"/>
                        <a:pt x="1" y="42"/>
                        <a:pt x="1" y="93"/>
                      </a:cubicBezTo>
                      <a:lnTo>
                        <a:pt x="1" y="5015"/>
                      </a:lnTo>
                      <a:cubicBezTo>
                        <a:pt x="1" y="5066"/>
                        <a:pt x="42" y="5107"/>
                        <a:pt x="94" y="5107"/>
                      </a:cubicBezTo>
                      <a:lnTo>
                        <a:pt x="3577" y="5107"/>
                      </a:lnTo>
                      <a:cubicBezTo>
                        <a:pt x="3627" y="5107"/>
                        <a:pt x="3669" y="5066"/>
                        <a:pt x="3670" y="5015"/>
                      </a:cubicBezTo>
                      <a:lnTo>
                        <a:pt x="3670" y="93"/>
                      </a:lnTo>
                      <a:cubicBezTo>
                        <a:pt x="3670" y="42"/>
                        <a:pt x="3628" y="0"/>
                        <a:pt x="35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24"/>
                <p:cNvSpPr/>
                <p:nvPr/>
              </p:nvSpPr>
              <p:spPr>
                <a:xfrm>
                  <a:off x="-2706225" y="1600225"/>
                  <a:ext cx="29725" cy="127650"/>
                </a:xfrm>
                <a:custGeom>
                  <a:rect b="b" l="l" r="r" t="t"/>
                  <a:pathLst>
                    <a:path extrusionOk="0" h="5106" w="1189">
                      <a:moveTo>
                        <a:pt x="1" y="0"/>
                      </a:moveTo>
                      <a:lnTo>
                        <a:pt x="1" y="708"/>
                      </a:lnTo>
                      <a:lnTo>
                        <a:pt x="1128" y="1074"/>
                      </a:lnTo>
                      <a:lnTo>
                        <a:pt x="1128" y="4033"/>
                      </a:lnTo>
                      <a:lnTo>
                        <a:pt x="1" y="4398"/>
                      </a:lnTo>
                      <a:lnTo>
                        <a:pt x="1" y="5106"/>
                      </a:lnTo>
                      <a:lnTo>
                        <a:pt x="63" y="5106"/>
                      </a:lnTo>
                      <a:lnTo>
                        <a:pt x="63" y="4443"/>
                      </a:lnTo>
                      <a:lnTo>
                        <a:pt x="1189" y="4077"/>
                      </a:lnTo>
                      <a:lnTo>
                        <a:pt x="1189" y="1028"/>
                      </a:lnTo>
                      <a:lnTo>
                        <a:pt x="63" y="664"/>
                      </a:lnTo>
                      <a:lnTo>
                        <a:pt x="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24"/>
                <p:cNvSpPr/>
                <p:nvPr/>
              </p:nvSpPr>
              <p:spPr>
                <a:xfrm>
                  <a:off x="-2693400" y="1770450"/>
                  <a:ext cx="82250" cy="4800"/>
                </a:xfrm>
                <a:custGeom>
                  <a:rect b="b" l="l" r="r" t="t"/>
                  <a:pathLst>
                    <a:path extrusionOk="0" h="192" w="3290">
                      <a:moveTo>
                        <a:pt x="71" y="0"/>
                      </a:moveTo>
                      <a:cubicBezTo>
                        <a:pt x="32" y="0"/>
                        <a:pt x="1" y="31"/>
                        <a:pt x="1" y="70"/>
                      </a:cubicBezTo>
                      <a:lnTo>
                        <a:pt x="1" y="121"/>
                      </a:lnTo>
                      <a:cubicBezTo>
                        <a:pt x="1" y="160"/>
                        <a:pt x="32" y="191"/>
                        <a:pt x="71" y="191"/>
                      </a:cubicBezTo>
                      <a:lnTo>
                        <a:pt x="3220" y="191"/>
                      </a:lnTo>
                      <a:cubicBezTo>
                        <a:pt x="3259" y="191"/>
                        <a:pt x="3290" y="160"/>
                        <a:pt x="3290" y="121"/>
                      </a:cubicBezTo>
                      <a:lnTo>
                        <a:pt x="3290" y="70"/>
                      </a:lnTo>
                      <a:cubicBezTo>
                        <a:pt x="3290" y="31"/>
                        <a:pt x="3259" y="0"/>
                        <a:pt x="3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24"/>
                <p:cNvSpPr/>
                <p:nvPr/>
              </p:nvSpPr>
              <p:spPr>
                <a:xfrm>
                  <a:off x="-2728150" y="1563400"/>
                  <a:ext cx="92775" cy="4800"/>
                </a:xfrm>
                <a:custGeom>
                  <a:rect b="b" l="l" r="r" t="t"/>
                  <a:pathLst>
                    <a:path extrusionOk="0" h="192" w="3711">
                      <a:moveTo>
                        <a:pt x="70" y="1"/>
                      </a:moveTo>
                      <a:cubicBezTo>
                        <a:pt x="32" y="1"/>
                        <a:pt x="1" y="32"/>
                        <a:pt x="1" y="70"/>
                      </a:cubicBezTo>
                      <a:lnTo>
                        <a:pt x="1" y="121"/>
                      </a:lnTo>
                      <a:cubicBezTo>
                        <a:pt x="1" y="161"/>
                        <a:pt x="32" y="192"/>
                        <a:pt x="70" y="192"/>
                      </a:cubicBezTo>
                      <a:lnTo>
                        <a:pt x="3641" y="192"/>
                      </a:lnTo>
                      <a:cubicBezTo>
                        <a:pt x="3679" y="192"/>
                        <a:pt x="3710" y="158"/>
                        <a:pt x="3711" y="121"/>
                      </a:cubicBezTo>
                      <a:lnTo>
                        <a:pt x="3711" y="70"/>
                      </a:lnTo>
                      <a:cubicBezTo>
                        <a:pt x="3711" y="32"/>
                        <a:pt x="3680" y="1"/>
                        <a:pt x="36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24"/>
                <p:cNvSpPr/>
                <p:nvPr/>
              </p:nvSpPr>
              <p:spPr>
                <a:xfrm>
                  <a:off x="-2621725" y="1534950"/>
                  <a:ext cx="8475" cy="8475"/>
                </a:xfrm>
                <a:custGeom>
                  <a:rect b="b" l="l" r="r" t="t"/>
                  <a:pathLst>
                    <a:path extrusionOk="0" h="339" w="339">
                      <a:moveTo>
                        <a:pt x="169" y="0"/>
                      </a:moveTo>
                      <a:cubicBezTo>
                        <a:pt x="76" y="0"/>
                        <a:pt x="1" y="77"/>
                        <a:pt x="1" y="170"/>
                      </a:cubicBezTo>
                      <a:cubicBezTo>
                        <a:pt x="1" y="262"/>
                        <a:pt x="77" y="339"/>
                        <a:pt x="169" y="339"/>
                      </a:cubicBezTo>
                      <a:cubicBezTo>
                        <a:pt x="263" y="339"/>
                        <a:pt x="338" y="262"/>
                        <a:pt x="338" y="170"/>
                      </a:cubicBezTo>
                      <a:cubicBezTo>
                        <a:pt x="338" y="77"/>
                        <a:pt x="263"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24"/>
                <p:cNvSpPr/>
                <p:nvPr/>
              </p:nvSpPr>
              <p:spPr>
                <a:xfrm>
                  <a:off x="-2643875" y="1534950"/>
                  <a:ext cx="8475" cy="8475"/>
                </a:xfrm>
                <a:custGeom>
                  <a:rect b="b" l="l" r="r" t="t"/>
                  <a:pathLst>
                    <a:path extrusionOk="0" h="339" w="339">
                      <a:moveTo>
                        <a:pt x="169" y="0"/>
                      </a:moveTo>
                      <a:cubicBezTo>
                        <a:pt x="77" y="0"/>
                        <a:pt x="0" y="77"/>
                        <a:pt x="0" y="170"/>
                      </a:cubicBezTo>
                      <a:cubicBezTo>
                        <a:pt x="0" y="262"/>
                        <a:pt x="77" y="339"/>
                        <a:pt x="169" y="339"/>
                      </a:cubicBezTo>
                      <a:cubicBezTo>
                        <a:pt x="262" y="339"/>
                        <a:pt x="339" y="262"/>
                        <a:pt x="339" y="170"/>
                      </a:cubicBezTo>
                      <a:cubicBezTo>
                        <a:pt x="339" y="77"/>
                        <a:pt x="262"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24"/>
                <p:cNvSpPr/>
                <p:nvPr/>
              </p:nvSpPr>
              <p:spPr>
                <a:xfrm>
                  <a:off x="-2666000" y="1534950"/>
                  <a:ext cx="8475" cy="8475"/>
                </a:xfrm>
                <a:custGeom>
                  <a:rect b="b" l="l" r="r" t="t"/>
                  <a:pathLst>
                    <a:path extrusionOk="0" h="339" w="339">
                      <a:moveTo>
                        <a:pt x="169" y="0"/>
                      </a:moveTo>
                      <a:cubicBezTo>
                        <a:pt x="76" y="0"/>
                        <a:pt x="1" y="77"/>
                        <a:pt x="1" y="170"/>
                      </a:cubicBezTo>
                      <a:cubicBezTo>
                        <a:pt x="1" y="262"/>
                        <a:pt x="76" y="339"/>
                        <a:pt x="169" y="339"/>
                      </a:cubicBezTo>
                      <a:cubicBezTo>
                        <a:pt x="262" y="339"/>
                        <a:pt x="338" y="262"/>
                        <a:pt x="338" y="170"/>
                      </a:cubicBezTo>
                      <a:cubicBezTo>
                        <a:pt x="338" y="77"/>
                        <a:pt x="264"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24"/>
                <p:cNvSpPr/>
                <p:nvPr/>
              </p:nvSpPr>
              <p:spPr>
                <a:xfrm>
                  <a:off x="-2687100" y="1534950"/>
                  <a:ext cx="6350" cy="6350"/>
                </a:xfrm>
                <a:custGeom>
                  <a:rect b="b" l="l" r="r" t="t"/>
                  <a:pathLst>
                    <a:path extrusionOk="0" h="254" w="254">
                      <a:moveTo>
                        <a:pt x="126" y="0"/>
                      </a:moveTo>
                      <a:cubicBezTo>
                        <a:pt x="57" y="0"/>
                        <a:pt x="1" y="57"/>
                        <a:pt x="1" y="127"/>
                      </a:cubicBezTo>
                      <a:cubicBezTo>
                        <a:pt x="1" y="196"/>
                        <a:pt x="57" y="253"/>
                        <a:pt x="126" y="253"/>
                      </a:cubicBezTo>
                      <a:cubicBezTo>
                        <a:pt x="197" y="253"/>
                        <a:pt x="253" y="196"/>
                        <a:pt x="253" y="127"/>
                      </a:cubicBezTo>
                      <a:cubicBezTo>
                        <a:pt x="253" y="57"/>
                        <a:pt x="197" y="0"/>
                        <a:pt x="1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24"/>
                <p:cNvSpPr/>
                <p:nvPr/>
              </p:nvSpPr>
              <p:spPr>
                <a:xfrm>
                  <a:off x="-2717475" y="1534950"/>
                  <a:ext cx="6350" cy="6350"/>
                </a:xfrm>
                <a:custGeom>
                  <a:rect b="b" l="l" r="r" t="t"/>
                  <a:pathLst>
                    <a:path extrusionOk="0" h="254" w="254">
                      <a:moveTo>
                        <a:pt x="127" y="0"/>
                      </a:moveTo>
                      <a:cubicBezTo>
                        <a:pt x="57" y="0"/>
                        <a:pt x="1" y="57"/>
                        <a:pt x="1" y="127"/>
                      </a:cubicBezTo>
                      <a:cubicBezTo>
                        <a:pt x="1" y="196"/>
                        <a:pt x="57" y="253"/>
                        <a:pt x="127" y="253"/>
                      </a:cubicBezTo>
                      <a:cubicBezTo>
                        <a:pt x="197" y="253"/>
                        <a:pt x="254" y="196"/>
                        <a:pt x="254" y="127"/>
                      </a:cubicBezTo>
                      <a:cubicBezTo>
                        <a:pt x="254" y="57"/>
                        <a:pt x="197" y="0"/>
                        <a:pt x="1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24"/>
                <p:cNvSpPr/>
                <p:nvPr/>
              </p:nvSpPr>
              <p:spPr>
                <a:xfrm>
                  <a:off x="-2797000" y="1704075"/>
                  <a:ext cx="6700" cy="35175"/>
                </a:xfrm>
                <a:custGeom>
                  <a:rect b="b" l="l" r="r" t="t"/>
                  <a:pathLst>
                    <a:path extrusionOk="0" h="1407" w="268">
                      <a:moveTo>
                        <a:pt x="50" y="0"/>
                      </a:moveTo>
                      <a:cubicBezTo>
                        <a:pt x="22" y="0"/>
                        <a:pt x="0" y="22"/>
                        <a:pt x="0" y="50"/>
                      </a:cubicBezTo>
                      <a:lnTo>
                        <a:pt x="0" y="1357"/>
                      </a:lnTo>
                      <a:cubicBezTo>
                        <a:pt x="0" y="1384"/>
                        <a:pt x="22" y="1407"/>
                        <a:pt x="50" y="1407"/>
                      </a:cubicBezTo>
                      <a:lnTo>
                        <a:pt x="268" y="1407"/>
                      </a:lnTo>
                      <a:lnTo>
                        <a:pt x="2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24"/>
                <p:cNvSpPr/>
                <p:nvPr/>
              </p:nvSpPr>
              <p:spPr>
                <a:xfrm>
                  <a:off x="-2803325" y="1708300"/>
                  <a:ext cx="6350" cy="24575"/>
                </a:xfrm>
                <a:custGeom>
                  <a:rect b="b" l="l" r="r" t="t"/>
                  <a:pathLst>
                    <a:path extrusionOk="0" h="983" w="254">
                      <a:moveTo>
                        <a:pt x="0" y="0"/>
                      </a:moveTo>
                      <a:lnTo>
                        <a:pt x="0" y="983"/>
                      </a:lnTo>
                      <a:lnTo>
                        <a:pt x="253" y="983"/>
                      </a:lnTo>
                      <a:lnTo>
                        <a:pt x="2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24"/>
                <p:cNvSpPr/>
                <p:nvPr/>
              </p:nvSpPr>
              <p:spPr>
                <a:xfrm>
                  <a:off x="-2560600" y="1704075"/>
                  <a:ext cx="6675" cy="35175"/>
                </a:xfrm>
                <a:custGeom>
                  <a:rect b="b" l="l" r="r" t="t"/>
                  <a:pathLst>
                    <a:path extrusionOk="0" h="1407" w="267">
                      <a:moveTo>
                        <a:pt x="0" y="0"/>
                      </a:moveTo>
                      <a:lnTo>
                        <a:pt x="0" y="1407"/>
                      </a:lnTo>
                      <a:lnTo>
                        <a:pt x="218" y="1407"/>
                      </a:lnTo>
                      <a:cubicBezTo>
                        <a:pt x="245" y="1407"/>
                        <a:pt x="267" y="1384"/>
                        <a:pt x="267" y="1357"/>
                      </a:cubicBezTo>
                      <a:lnTo>
                        <a:pt x="267" y="50"/>
                      </a:lnTo>
                      <a:cubicBezTo>
                        <a:pt x="267" y="22"/>
                        <a:pt x="245"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24"/>
                <p:cNvSpPr/>
                <p:nvPr/>
              </p:nvSpPr>
              <p:spPr>
                <a:xfrm>
                  <a:off x="-2553925" y="1708325"/>
                  <a:ext cx="6350" cy="24600"/>
                </a:xfrm>
                <a:custGeom>
                  <a:rect b="b" l="l" r="r" t="t"/>
                  <a:pathLst>
                    <a:path extrusionOk="0" h="984" w="254">
                      <a:moveTo>
                        <a:pt x="1" y="0"/>
                      </a:moveTo>
                      <a:lnTo>
                        <a:pt x="1" y="984"/>
                      </a:lnTo>
                      <a:lnTo>
                        <a:pt x="254" y="984"/>
                      </a:lnTo>
                      <a:lnTo>
                        <a:pt x="2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24"/>
                <p:cNvSpPr/>
                <p:nvPr/>
              </p:nvSpPr>
              <p:spPr>
                <a:xfrm>
                  <a:off x="-2662850" y="1620875"/>
                  <a:ext cx="15450" cy="15475"/>
                </a:xfrm>
                <a:custGeom>
                  <a:rect b="b" l="l" r="r" t="t"/>
                  <a:pathLst>
                    <a:path extrusionOk="0" h="619" w="618">
                      <a:moveTo>
                        <a:pt x="309" y="1"/>
                      </a:moveTo>
                      <a:cubicBezTo>
                        <a:pt x="139" y="1"/>
                        <a:pt x="1" y="139"/>
                        <a:pt x="1" y="309"/>
                      </a:cubicBezTo>
                      <a:cubicBezTo>
                        <a:pt x="1" y="480"/>
                        <a:pt x="139" y="618"/>
                        <a:pt x="309" y="618"/>
                      </a:cubicBezTo>
                      <a:cubicBezTo>
                        <a:pt x="480" y="618"/>
                        <a:pt x="618" y="480"/>
                        <a:pt x="618" y="309"/>
                      </a:cubicBezTo>
                      <a:cubicBezTo>
                        <a:pt x="618" y="139"/>
                        <a:pt x="480" y="1"/>
                        <a:pt x="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24"/>
                <p:cNvSpPr/>
                <p:nvPr/>
              </p:nvSpPr>
              <p:spPr>
                <a:xfrm>
                  <a:off x="-2662850" y="1691775"/>
                  <a:ext cx="15450" cy="15425"/>
                </a:xfrm>
                <a:custGeom>
                  <a:rect b="b" l="l" r="r" t="t"/>
                  <a:pathLst>
                    <a:path extrusionOk="0" h="617" w="618">
                      <a:moveTo>
                        <a:pt x="309" y="1"/>
                      </a:moveTo>
                      <a:cubicBezTo>
                        <a:pt x="139" y="1"/>
                        <a:pt x="1" y="139"/>
                        <a:pt x="1" y="308"/>
                      </a:cubicBezTo>
                      <a:cubicBezTo>
                        <a:pt x="1" y="479"/>
                        <a:pt x="139" y="617"/>
                        <a:pt x="309" y="617"/>
                      </a:cubicBezTo>
                      <a:cubicBezTo>
                        <a:pt x="480" y="617"/>
                        <a:pt x="618" y="479"/>
                        <a:pt x="618" y="308"/>
                      </a:cubicBezTo>
                      <a:cubicBezTo>
                        <a:pt x="618" y="139"/>
                        <a:pt x="480" y="1"/>
                        <a:pt x="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24"/>
                <p:cNvSpPr/>
                <p:nvPr/>
              </p:nvSpPr>
              <p:spPr>
                <a:xfrm>
                  <a:off x="-2756600" y="1526525"/>
                  <a:ext cx="19700" cy="261325"/>
                </a:xfrm>
                <a:custGeom>
                  <a:rect b="b" l="l" r="r" t="t"/>
                  <a:pathLst>
                    <a:path extrusionOk="0" h="10453" w="788">
                      <a:moveTo>
                        <a:pt x="0" y="1"/>
                      </a:moveTo>
                      <a:lnTo>
                        <a:pt x="0" y="1181"/>
                      </a:lnTo>
                      <a:lnTo>
                        <a:pt x="0" y="10453"/>
                      </a:lnTo>
                      <a:lnTo>
                        <a:pt x="788" y="10453"/>
                      </a:lnTo>
                      <a:lnTo>
                        <a:pt x="788" y="1181"/>
                      </a:lnTo>
                      <a:lnTo>
                        <a:pt x="7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24"/>
                <p:cNvSpPr/>
                <p:nvPr/>
              </p:nvSpPr>
              <p:spPr>
                <a:xfrm>
                  <a:off x="-2750625" y="1489650"/>
                  <a:ext cx="9850" cy="48500"/>
                </a:xfrm>
                <a:custGeom>
                  <a:rect b="b" l="l" r="r" t="t"/>
                  <a:pathLst>
                    <a:path extrusionOk="0" h="1940" w="394">
                      <a:moveTo>
                        <a:pt x="84" y="0"/>
                      </a:moveTo>
                      <a:lnTo>
                        <a:pt x="1" y="1798"/>
                      </a:lnTo>
                      <a:cubicBezTo>
                        <a:pt x="1" y="1875"/>
                        <a:pt x="64" y="1939"/>
                        <a:pt x="141" y="1939"/>
                      </a:cubicBezTo>
                      <a:lnTo>
                        <a:pt x="254" y="1939"/>
                      </a:lnTo>
                      <a:cubicBezTo>
                        <a:pt x="331" y="1939"/>
                        <a:pt x="394" y="1877"/>
                        <a:pt x="393" y="1798"/>
                      </a:cubicBezTo>
                      <a:lnTo>
                        <a:pt x="2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24"/>
                <p:cNvSpPr/>
                <p:nvPr/>
              </p:nvSpPr>
              <p:spPr>
                <a:xfrm>
                  <a:off x="-2592025" y="1687950"/>
                  <a:ext cx="31425" cy="63900"/>
                </a:xfrm>
                <a:custGeom>
                  <a:rect b="b" l="l" r="r" t="t"/>
                  <a:pathLst>
                    <a:path extrusionOk="0" h="2556" w="1257">
                      <a:moveTo>
                        <a:pt x="105" y="0"/>
                      </a:moveTo>
                      <a:cubicBezTo>
                        <a:pt x="105" y="0"/>
                        <a:pt x="0" y="598"/>
                        <a:pt x="20" y="1476"/>
                      </a:cubicBezTo>
                      <a:lnTo>
                        <a:pt x="20" y="1497"/>
                      </a:lnTo>
                      <a:cubicBezTo>
                        <a:pt x="21" y="1535"/>
                        <a:pt x="22" y="1573"/>
                        <a:pt x="24" y="1611"/>
                      </a:cubicBezTo>
                      <a:cubicBezTo>
                        <a:pt x="24" y="1620"/>
                        <a:pt x="24" y="1629"/>
                        <a:pt x="25" y="1637"/>
                      </a:cubicBezTo>
                      <a:cubicBezTo>
                        <a:pt x="26" y="1678"/>
                        <a:pt x="29" y="1719"/>
                        <a:pt x="30" y="1763"/>
                      </a:cubicBezTo>
                      <a:cubicBezTo>
                        <a:pt x="30" y="1767"/>
                        <a:pt x="30" y="1771"/>
                        <a:pt x="31" y="1775"/>
                      </a:cubicBezTo>
                      <a:cubicBezTo>
                        <a:pt x="35" y="1823"/>
                        <a:pt x="37" y="1870"/>
                        <a:pt x="41" y="1920"/>
                      </a:cubicBezTo>
                      <a:cubicBezTo>
                        <a:pt x="41" y="1925"/>
                        <a:pt x="42" y="1929"/>
                        <a:pt x="42" y="1934"/>
                      </a:cubicBezTo>
                      <a:cubicBezTo>
                        <a:pt x="45" y="1975"/>
                        <a:pt x="48" y="2018"/>
                        <a:pt x="51" y="2060"/>
                      </a:cubicBezTo>
                      <a:cubicBezTo>
                        <a:pt x="52" y="2074"/>
                        <a:pt x="53" y="2090"/>
                        <a:pt x="55" y="2104"/>
                      </a:cubicBezTo>
                      <a:cubicBezTo>
                        <a:pt x="57" y="2137"/>
                        <a:pt x="61" y="2171"/>
                        <a:pt x="63" y="2205"/>
                      </a:cubicBezTo>
                      <a:cubicBezTo>
                        <a:pt x="65" y="2223"/>
                        <a:pt x="68" y="2239"/>
                        <a:pt x="69" y="2256"/>
                      </a:cubicBezTo>
                      <a:cubicBezTo>
                        <a:pt x="73" y="2290"/>
                        <a:pt x="77" y="2324"/>
                        <a:pt x="80" y="2359"/>
                      </a:cubicBezTo>
                      <a:cubicBezTo>
                        <a:pt x="82" y="2375"/>
                        <a:pt x="84" y="2390"/>
                        <a:pt x="85" y="2406"/>
                      </a:cubicBezTo>
                      <a:cubicBezTo>
                        <a:pt x="92" y="2455"/>
                        <a:pt x="97" y="2504"/>
                        <a:pt x="105" y="2553"/>
                      </a:cubicBezTo>
                      <a:lnTo>
                        <a:pt x="105" y="2555"/>
                      </a:lnTo>
                      <a:lnTo>
                        <a:pt x="1256" y="2317"/>
                      </a:lnTo>
                      <a:lnTo>
                        <a:pt x="1256" y="1348"/>
                      </a:lnTo>
                      <a:lnTo>
                        <a:pt x="1256" y="252"/>
                      </a:lnTo>
                      <a:lnTo>
                        <a:pt x="1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24"/>
                <p:cNvSpPr/>
                <p:nvPr/>
              </p:nvSpPr>
              <p:spPr>
                <a:xfrm>
                  <a:off x="-2790300" y="1687925"/>
                  <a:ext cx="31200" cy="63925"/>
                </a:xfrm>
                <a:custGeom>
                  <a:rect b="b" l="l" r="r" t="t"/>
                  <a:pathLst>
                    <a:path extrusionOk="0" h="2557" w="1248">
                      <a:moveTo>
                        <a:pt x="1152" y="0"/>
                      </a:moveTo>
                      <a:lnTo>
                        <a:pt x="1" y="253"/>
                      </a:lnTo>
                      <a:lnTo>
                        <a:pt x="1" y="1349"/>
                      </a:lnTo>
                      <a:lnTo>
                        <a:pt x="1" y="2318"/>
                      </a:lnTo>
                      <a:lnTo>
                        <a:pt x="1152" y="2556"/>
                      </a:lnTo>
                      <a:lnTo>
                        <a:pt x="1172" y="2406"/>
                      </a:lnTo>
                      <a:cubicBezTo>
                        <a:pt x="1173" y="2390"/>
                        <a:pt x="1176" y="2375"/>
                        <a:pt x="1177" y="2359"/>
                      </a:cubicBezTo>
                      <a:cubicBezTo>
                        <a:pt x="1181" y="2326"/>
                        <a:pt x="1185" y="2291"/>
                        <a:pt x="1187" y="2257"/>
                      </a:cubicBezTo>
                      <a:cubicBezTo>
                        <a:pt x="1188" y="2240"/>
                        <a:pt x="1192" y="2224"/>
                        <a:pt x="1193" y="2207"/>
                      </a:cubicBezTo>
                      <a:cubicBezTo>
                        <a:pt x="1197" y="2172"/>
                        <a:pt x="1199" y="2138"/>
                        <a:pt x="1202" y="2105"/>
                      </a:cubicBezTo>
                      <a:cubicBezTo>
                        <a:pt x="1203" y="2091"/>
                        <a:pt x="1204" y="2076"/>
                        <a:pt x="1206" y="2061"/>
                      </a:cubicBezTo>
                      <a:cubicBezTo>
                        <a:pt x="1209" y="2019"/>
                        <a:pt x="1212" y="1976"/>
                        <a:pt x="1214" y="1935"/>
                      </a:cubicBezTo>
                      <a:cubicBezTo>
                        <a:pt x="1214" y="1931"/>
                        <a:pt x="1216" y="1926"/>
                        <a:pt x="1216" y="1921"/>
                      </a:cubicBezTo>
                      <a:cubicBezTo>
                        <a:pt x="1219" y="1872"/>
                        <a:pt x="1222" y="1824"/>
                        <a:pt x="1225" y="1776"/>
                      </a:cubicBezTo>
                      <a:cubicBezTo>
                        <a:pt x="1225" y="1771"/>
                        <a:pt x="1225" y="1767"/>
                        <a:pt x="1227" y="1764"/>
                      </a:cubicBezTo>
                      <a:cubicBezTo>
                        <a:pt x="1229" y="1720"/>
                        <a:pt x="1230" y="1679"/>
                        <a:pt x="1232" y="1638"/>
                      </a:cubicBezTo>
                      <a:cubicBezTo>
                        <a:pt x="1232" y="1630"/>
                        <a:pt x="1232" y="1620"/>
                        <a:pt x="1233" y="1611"/>
                      </a:cubicBezTo>
                      <a:lnTo>
                        <a:pt x="1237" y="1498"/>
                      </a:lnTo>
                      <a:lnTo>
                        <a:pt x="1237" y="1477"/>
                      </a:lnTo>
                      <a:cubicBezTo>
                        <a:pt x="1238" y="1434"/>
                        <a:pt x="1238" y="1392"/>
                        <a:pt x="1239" y="1351"/>
                      </a:cubicBezTo>
                      <a:lnTo>
                        <a:pt x="1239" y="1349"/>
                      </a:lnTo>
                      <a:cubicBezTo>
                        <a:pt x="1247" y="541"/>
                        <a:pt x="1152" y="0"/>
                        <a:pt x="11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24"/>
                <p:cNvSpPr/>
                <p:nvPr/>
              </p:nvSpPr>
              <p:spPr>
                <a:xfrm>
                  <a:off x="-2803325" y="1720600"/>
                  <a:ext cx="6350" cy="12300"/>
                </a:xfrm>
                <a:custGeom>
                  <a:rect b="b" l="l" r="r" t="t"/>
                  <a:pathLst>
                    <a:path extrusionOk="0" h="492" w="254">
                      <a:moveTo>
                        <a:pt x="0" y="1"/>
                      </a:moveTo>
                      <a:lnTo>
                        <a:pt x="0" y="492"/>
                      </a:lnTo>
                      <a:lnTo>
                        <a:pt x="253" y="492"/>
                      </a:lnTo>
                      <a:lnTo>
                        <a:pt x="2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24"/>
                <p:cNvSpPr/>
                <p:nvPr/>
              </p:nvSpPr>
              <p:spPr>
                <a:xfrm>
                  <a:off x="-2797000" y="1720600"/>
                  <a:ext cx="6700" cy="18650"/>
                </a:xfrm>
                <a:custGeom>
                  <a:rect b="b" l="l" r="r" t="t"/>
                  <a:pathLst>
                    <a:path extrusionOk="0" h="746" w="268">
                      <a:moveTo>
                        <a:pt x="0" y="1"/>
                      </a:moveTo>
                      <a:lnTo>
                        <a:pt x="0" y="692"/>
                      </a:lnTo>
                      <a:cubicBezTo>
                        <a:pt x="0" y="722"/>
                        <a:pt x="24" y="746"/>
                        <a:pt x="53" y="746"/>
                      </a:cubicBezTo>
                      <a:lnTo>
                        <a:pt x="268" y="746"/>
                      </a:lnTo>
                      <a:lnTo>
                        <a:pt x="2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24"/>
                <p:cNvSpPr/>
                <p:nvPr/>
              </p:nvSpPr>
              <p:spPr>
                <a:xfrm>
                  <a:off x="-2560600" y="1720600"/>
                  <a:ext cx="6675" cy="18625"/>
                </a:xfrm>
                <a:custGeom>
                  <a:rect b="b" l="l" r="r" t="t"/>
                  <a:pathLst>
                    <a:path extrusionOk="0" h="745" w="267">
                      <a:moveTo>
                        <a:pt x="0" y="1"/>
                      </a:moveTo>
                      <a:lnTo>
                        <a:pt x="0" y="745"/>
                      </a:lnTo>
                      <a:lnTo>
                        <a:pt x="214" y="745"/>
                      </a:lnTo>
                      <a:cubicBezTo>
                        <a:pt x="244" y="745"/>
                        <a:pt x="267" y="722"/>
                        <a:pt x="267" y="692"/>
                      </a:cubicBezTo>
                      <a:lnTo>
                        <a:pt x="2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24"/>
                <p:cNvSpPr/>
                <p:nvPr/>
              </p:nvSpPr>
              <p:spPr>
                <a:xfrm>
                  <a:off x="-2553950" y="1720600"/>
                  <a:ext cx="6350" cy="12300"/>
                </a:xfrm>
                <a:custGeom>
                  <a:rect b="b" l="l" r="r" t="t"/>
                  <a:pathLst>
                    <a:path extrusionOk="0" h="492" w="254">
                      <a:moveTo>
                        <a:pt x="1" y="1"/>
                      </a:moveTo>
                      <a:lnTo>
                        <a:pt x="1" y="492"/>
                      </a:lnTo>
                      <a:lnTo>
                        <a:pt x="254" y="492"/>
                      </a:lnTo>
                      <a:lnTo>
                        <a:pt x="2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27" name="Google Shape;1827;p24"/>
            <p:cNvGrpSpPr/>
            <p:nvPr/>
          </p:nvGrpSpPr>
          <p:grpSpPr>
            <a:xfrm>
              <a:off x="8381653" y="1824295"/>
              <a:ext cx="311019" cy="311110"/>
              <a:chOff x="5038846" y="235350"/>
              <a:chExt cx="158691" cy="158738"/>
            </a:xfrm>
          </p:grpSpPr>
          <p:sp>
            <p:nvSpPr>
              <p:cNvPr id="1828" name="Google Shape;1828;p24"/>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24"/>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 name="Google Shape;1830;p24"/>
            <p:cNvGrpSpPr/>
            <p:nvPr/>
          </p:nvGrpSpPr>
          <p:grpSpPr>
            <a:xfrm>
              <a:off x="713215" y="120710"/>
              <a:ext cx="261189" cy="248344"/>
              <a:chOff x="5164484" y="526738"/>
              <a:chExt cx="133266" cy="126713"/>
            </a:xfrm>
          </p:grpSpPr>
          <p:sp>
            <p:nvSpPr>
              <p:cNvPr id="1831" name="Google Shape;1831;p24"/>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24"/>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833" name="Shape 1833"/>
        <p:cNvGrpSpPr/>
        <p:nvPr/>
      </p:nvGrpSpPr>
      <p:grpSpPr>
        <a:xfrm>
          <a:off x="0" y="0"/>
          <a:ext cx="0" cy="0"/>
          <a:chOff x="0" y="0"/>
          <a:chExt cx="0" cy="0"/>
        </a:xfrm>
      </p:grpSpPr>
      <p:sp>
        <p:nvSpPr>
          <p:cNvPr id="1834" name="Google Shape;1834;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35" name="Google Shape;1835;p25"/>
          <p:cNvSpPr txBox="1"/>
          <p:nvPr>
            <p:ph idx="1" type="subTitle"/>
          </p:nvPr>
        </p:nvSpPr>
        <p:spPr>
          <a:xfrm>
            <a:off x="711030" y="1952117"/>
            <a:ext cx="22452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36" name="Google Shape;1836;p25"/>
          <p:cNvSpPr txBox="1"/>
          <p:nvPr>
            <p:ph idx="2" type="subTitle"/>
          </p:nvPr>
        </p:nvSpPr>
        <p:spPr>
          <a:xfrm>
            <a:off x="3518666" y="1952117"/>
            <a:ext cx="22452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37" name="Google Shape;1837;p25"/>
          <p:cNvSpPr txBox="1"/>
          <p:nvPr>
            <p:ph idx="3" type="subTitle"/>
          </p:nvPr>
        </p:nvSpPr>
        <p:spPr>
          <a:xfrm>
            <a:off x="711030" y="3385504"/>
            <a:ext cx="22452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38" name="Google Shape;1838;p25"/>
          <p:cNvSpPr txBox="1"/>
          <p:nvPr>
            <p:ph idx="4" type="subTitle"/>
          </p:nvPr>
        </p:nvSpPr>
        <p:spPr>
          <a:xfrm>
            <a:off x="3518666" y="3385504"/>
            <a:ext cx="22452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39" name="Google Shape;1839;p25"/>
          <p:cNvSpPr txBox="1"/>
          <p:nvPr>
            <p:ph idx="5" type="subTitle"/>
          </p:nvPr>
        </p:nvSpPr>
        <p:spPr>
          <a:xfrm>
            <a:off x="6183976" y="1952117"/>
            <a:ext cx="22452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40" name="Google Shape;1840;p25"/>
          <p:cNvSpPr txBox="1"/>
          <p:nvPr>
            <p:ph idx="6" type="subTitle"/>
          </p:nvPr>
        </p:nvSpPr>
        <p:spPr>
          <a:xfrm>
            <a:off x="6183976" y="3385504"/>
            <a:ext cx="22452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41" name="Google Shape;1841;p25"/>
          <p:cNvSpPr txBox="1"/>
          <p:nvPr>
            <p:ph idx="7" type="subTitle"/>
          </p:nvPr>
        </p:nvSpPr>
        <p:spPr>
          <a:xfrm>
            <a:off x="709325" y="1647325"/>
            <a:ext cx="2248500" cy="457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842" name="Google Shape;1842;p25"/>
          <p:cNvSpPr txBox="1"/>
          <p:nvPr>
            <p:ph idx="8" type="subTitle"/>
          </p:nvPr>
        </p:nvSpPr>
        <p:spPr>
          <a:xfrm>
            <a:off x="3516960" y="1647325"/>
            <a:ext cx="2248500" cy="457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843" name="Google Shape;1843;p25"/>
          <p:cNvSpPr txBox="1"/>
          <p:nvPr>
            <p:ph idx="9" type="subTitle"/>
          </p:nvPr>
        </p:nvSpPr>
        <p:spPr>
          <a:xfrm>
            <a:off x="6182271" y="1647325"/>
            <a:ext cx="2248500" cy="457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844" name="Google Shape;1844;p25"/>
          <p:cNvSpPr txBox="1"/>
          <p:nvPr>
            <p:ph idx="13" type="subTitle"/>
          </p:nvPr>
        </p:nvSpPr>
        <p:spPr>
          <a:xfrm>
            <a:off x="709325" y="3079575"/>
            <a:ext cx="2248500" cy="457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845" name="Google Shape;1845;p25"/>
          <p:cNvSpPr txBox="1"/>
          <p:nvPr>
            <p:ph idx="14" type="subTitle"/>
          </p:nvPr>
        </p:nvSpPr>
        <p:spPr>
          <a:xfrm>
            <a:off x="3516960" y="3079575"/>
            <a:ext cx="2248500" cy="457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846" name="Google Shape;1846;p25"/>
          <p:cNvSpPr txBox="1"/>
          <p:nvPr>
            <p:ph idx="15" type="subTitle"/>
          </p:nvPr>
        </p:nvSpPr>
        <p:spPr>
          <a:xfrm>
            <a:off x="6182271" y="3079575"/>
            <a:ext cx="2248500" cy="457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1847" name="Google Shape;1847;p25"/>
          <p:cNvGrpSpPr/>
          <p:nvPr/>
        </p:nvGrpSpPr>
        <p:grpSpPr>
          <a:xfrm>
            <a:off x="0" y="49369"/>
            <a:ext cx="9077644" cy="5056877"/>
            <a:chOff x="0" y="49369"/>
            <a:chExt cx="9077644" cy="5056877"/>
          </a:xfrm>
        </p:grpSpPr>
        <p:grpSp>
          <p:nvGrpSpPr>
            <p:cNvPr id="1848" name="Google Shape;1848;p25"/>
            <p:cNvGrpSpPr/>
            <p:nvPr/>
          </p:nvGrpSpPr>
          <p:grpSpPr>
            <a:xfrm>
              <a:off x="8818255" y="734103"/>
              <a:ext cx="215033" cy="215222"/>
              <a:chOff x="5062659" y="967188"/>
              <a:chExt cx="109716" cy="109813"/>
            </a:xfrm>
          </p:grpSpPr>
          <p:sp>
            <p:nvSpPr>
              <p:cNvPr id="1849" name="Google Shape;1849;p25"/>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25"/>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25"/>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 name="Google Shape;1852;p25"/>
            <p:cNvGrpSpPr/>
            <p:nvPr/>
          </p:nvGrpSpPr>
          <p:grpSpPr>
            <a:xfrm>
              <a:off x="66489" y="49379"/>
              <a:ext cx="597557" cy="597892"/>
              <a:chOff x="3834909" y="821763"/>
              <a:chExt cx="304891" cy="305063"/>
            </a:xfrm>
          </p:grpSpPr>
          <p:sp>
            <p:nvSpPr>
              <p:cNvPr id="1853" name="Google Shape;1853;p25"/>
              <p:cNvSpPr/>
              <p:nvPr/>
            </p:nvSpPr>
            <p:spPr>
              <a:xfrm>
                <a:off x="3834909" y="821763"/>
                <a:ext cx="303500" cy="303625"/>
              </a:xfrm>
              <a:custGeom>
                <a:rect b="b" l="l" r="r" t="t"/>
                <a:pathLst>
                  <a:path extrusionOk="0" h="12145" w="12140">
                    <a:moveTo>
                      <a:pt x="8031" y="1"/>
                    </a:moveTo>
                    <a:cubicBezTo>
                      <a:pt x="7935" y="1"/>
                      <a:pt x="7840" y="3"/>
                      <a:pt x="7748" y="13"/>
                    </a:cubicBezTo>
                    <a:cubicBezTo>
                      <a:pt x="7355" y="38"/>
                      <a:pt x="6978" y="120"/>
                      <a:pt x="6622" y="249"/>
                    </a:cubicBezTo>
                    <a:cubicBezTo>
                      <a:pt x="6081" y="445"/>
                      <a:pt x="5592" y="754"/>
                      <a:pt x="5186" y="1143"/>
                    </a:cubicBezTo>
                    <a:cubicBezTo>
                      <a:pt x="4737" y="1575"/>
                      <a:pt x="4386" y="2106"/>
                      <a:pt x="4167" y="2701"/>
                    </a:cubicBezTo>
                    <a:cubicBezTo>
                      <a:pt x="4038" y="3055"/>
                      <a:pt x="3956" y="3435"/>
                      <a:pt x="3932" y="3829"/>
                    </a:cubicBezTo>
                    <a:cubicBezTo>
                      <a:pt x="3929" y="3860"/>
                      <a:pt x="3925" y="3893"/>
                      <a:pt x="3925" y="3924"/>
                    </a:cubicBezTo>
                    <a:cubicBezTo>
                      <a:pt x="3894" y="3924"/>
                      <a:pt x="3861" y="3927"/>
                      <a:pt x="3830" y="3931"/>
                    </a:cubicBezTo>
                    <a:cubicBezTo>
                      <a:pt x="3434" y="3958"/>
                      <a:pt x="3052" y="4042"/>
                      <a:pt x="2696" y="4173"/>
                    </a:cubicBezTo>
                    <a:cubicBezTo>
                      <a:pt x="1562" y="4589"/>
                      <a:pt x="664" y="5486"/>
                      <a:pt x="249" y="6621"/>
                    </a:cubicBezTo>
                    <a:cubicBezTo>
                      <a:pt x="120" y="6977"/>
                      <a:pt x="37" y="7355"/>
                      <a:pt x="13" y="7748"/>
                    </a:cubicBezTo>
                    <a:cubicBezTo>
                      <a:pt x="3" y="7840"/>
                      <a:pt x="0" y="7935"/>
                      <a:pt x="0" y="8031"/>
                    </a:cubicBezTo>
                    <a:cubicBezTo>
                      <a:pt x="0" y="8362"/>
                      <a:pt x="39" y="8686"/>
                      <a:pt x="114" y="8992"/>
                    </a:cubicBezTo>
                    <a:cubicBezTo>
                      <a:pt x="168" y="9226"/>
                      <a:pt x="243" y="9449"/>
                      <a:pt x="338" y="9661"/>
                    </a:cubicBezTo>
                    <a:cubicBezTo>
                      <a:pt x="467" y="9966"/>
                      <a:pt x="633" y="10250"/>
                      <a:pt x="833" y="10513"/>
                    </a:cubicBezTo>
                    <a:cubicBezTo>
                      <a:pt x="929" y="10642"/>
                      <a:pt x="1030" y="10761"/>
                      <a:pt x="1141" y="10875"/>
                    </a:cubicBezTo>
                    <a:lnTo>
                      <a:pt x="1251" y="10986"/>
                    </a:lnTo>
                    <a:cubicBezTo>
                      <a:pt x="1482" y="11210"/>
                      <a:pt x="1740" y="11404"/>
                      <a:pt x="2016" y="11566"/>
                    </a:cubicBezTo>
                    <a:cubicBezTo>
                      <a:pt x="2204" y="11680"/>
                      <a:pt x="2403" y="11778"/>
                      <a:pt x="2612" y="11862"/>
                    </a:cubicBezTo>
                    <a:cubicBezTo>
                      <a:pt x="2954" y="11994"/>
                      <a:pt x="3319" y="12086"/>
                      <a:pt x="3700" y="12120"/>
                    </a:cubicBezTo>
                    <a:cubicBezTo>
                      <a:pt x="3773" y="12129"/>
                      <a:pt x="3847" y="12136"/>
                      <a:pt x="3922" y="12138"/>
                    </a:cubicBezTo>
                    <a:lnTo>
                      <a:pt x="3922" y="12144"/>
                    </a:lnTo>
                    <a:lnTo>
                      <a:pt x="12140" y="12144"/>
                    </a:lnTo>
                    <a:lnTo>
                      <a:pt x="12140" y="11280"/>
                    </a:lnTo>
                    <a:lnTo>
                      <a:pt x="12140" y="10389"/>
                    </a:lnTo>
                    <a:lnTo>
                      <a:pt x="12140" y="9042"/>
                    </a:lnTo>
                    <a:lnTo>
                      <a:pt x="12140" y="8150"/>
                    </a:lnTo>
                    <a:lnTo>
                      <a:pt x="12140" y="6808"/>
                    </a:lnTo>
                    <a:lnTo>
                      <a:pt x="12140" y="5914"/>
                    </a:lnTo>
                    <a:lnTo>
                      <a:pt x="12140" y="4571"/>
                    </a:lnTo>
                    <a:lnTo>
                      <a:pt x="12140" y="3922"/>
                    </a:lnTo>
                    <a:lnTo>
                      <a:pt x="12138" y="3922"/>
                    </a:lnTo>
                    <a:cubicBezTo>
                      <a:pt x="12134" y="3849"/>
                      <a:pt x="12128" y="3775"/>
                      <a:pt x="12119" y="3700"/>
                    </a:cubicBezTo>
                    <a:cubicBezTo>
                      <a:pt x="12086" y="3320"/>
                      <a:pt x="11993" y="2953"/>
                      <a:pt x="11861" y="2613"/>
                    </a:cubicBezTo>
                    <a:cubicBezTo>
                      <a:pt x="11778" y="2404"/>
                      <a:pt x="11679" y="2206"/>
                      <a:pt x="11566" y="2017"/>
                    </a:cubicBezTo>
                    <a:cubicBezTo>
                      <a:pt x="11404" y="1741"/>
                      <a:pt x="11206" y="1485"/>
                      <a:pt x="10986" y="1255"/>
                    </a:cubicBezTo>
                    <a:lnTo>
                      <a:pt x="10983" y="1255"/>
                    </a:lnTo>
                    <a:cubicBezTo>
                      <a:pt x="10838" y="1097"/>
                      <a:pt x="10682" y="963"/>
                      <a:pt x="10512" y="834"/>
                    </a:cubicBezTo>
                    <a:cubicBezTo>
                      <a:pt x="10251" y="637"/>
                      <a:pt x="9965" y="467"/>
                      <a:pt x="9661" y="338"/>
                    </a:cubicBezTo>
                    <a:cubicBezTo>
                      <a:pt x="9449" y="243"/>
                      <a:pt x="9224" y="169"/>
                      <a:pt x="8993" y="114"/>
                    </a:cubicBezTo>
                    <a:cubicBezTo>
                      <a:pt x="8687" y="40"/>
                      <a:pt x="8365" y="1"/>
                      <a:pt x="803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25"/>
              <p:cNvSpPr/>
              <p:nvPr/>
            </p:nvSpPr>
            <p:spPr>
              <a:xfrm>
                <a:off x="3836250" y="823225"/>
                <a:ext cx="303550" cy="303600"/>
              </a:xfrm>
              <a:custGeom>
                <a:rect b="b" l="l" r="r" t="t"/>
                <a:pathLst>
                  <a:path extrusionOk="0" h="12144" w="12142">
                    <a:moveTo>
                      <a:pt x="8033" y="1"/>
                    </a:moveTo>
                    <a:cubicBezTo>
                      <a:pt x="7937" y="1"/>
                      <a:pt x="7842" y="5"/>
                      <a:pt x="7750" y="13"/>
                    </a:cubicBezTo>
                    <a:cubicBezTo>
                      <a:pt x="7357" y="38"/>
                      <a:pt x="6978" y="120"/>
                      <a:pt x="6622" y="249"/>
                    </a:cubicBezTo>
                    <a:cubicBezTo>
                      <a:pt x="6080" y="445"/>
                      <a:pt x="5593" y="753"/>
                      <a:pt x="5187" y="1143"/>
                    </a:cubicBezTo>
                    <a:cubicBezTo>
                      <a:pt x="4738" y="1574"/>
                      <a:pt x="4387" y="2106"/>
                      <a:pt x="4169" y="2701"/>
                    </a:cubicBezTo>
                    <a:cubicBezTo>
                      <a:pt x="4040" y="3055"/>
                      <a:pt x="3957" y="3436"/>
                      <a:pt x="3933" y="3829"/>
                    </a:cubicBezTo>
                    <a:cubicBezTo>
                      <a:pt x="3929" y="3860"/>
                      <a:pt x="3926" y="3893"/>
                      <a:pt x="3926" y="3924"/>
                    </a:cubicBezTo>
                    <a:cubicBezTo>
                      <a:pt x="3895" y="3924"/>
                      <a:pt x="3861" y="3928"/>
                      <a:pt x="3830" y="3932"/>
                    </a:cubicBezTo>
                    <a:cubicBezTo>
                      <a:pt x="3435" y="3958"/>
                      <a:pt x="3053" y="4042"/>
                      <a:pt x="2697" y="4174"/>
                    </a:cubicBezTo>
                    <a:cubicBezTo>
                      <a:pt x="1562" y="4589"/>
                      <a:pt x="665" y="5487"/>
                      <a:pt x="250" y="6621"/>
                    </a:cubicBezTo>
                    <a:cubicBezTo>
                      <a:pt x="121" y="6977"/>
                      <a:pt x="38" y="7355"/>
                      <a:pt x="14" y="7748"/>
                    </a:cubicBezTo>
                    <a:cubicBezTo>
                      <a:pt x="4" y="7840"/>
                      <a:pt x="1" y="7936"/>
                      <a:pt x="1" y="8031"/>
                    </a:cubicBezTo>
                    <a:cubicBezTo>
                      <a:pt x="1" y="8364"/>
                      <a:pt x="41" y="8686"/>
                      <a:pt x="114" y="8993"/>
                    </a:cubicBezTo>
                    <a:cubicBezTo>
                      <a:pt x="170" y="9224"/>
                      <a:pt x="243" y="9449"/>
                      <a:pt x="339" y="9660"/>
                    </a:cubicBezTo>
                    <a:cubicBezTo>
                      <a:pt x="468" y="9965"/>
                      <a:pt x="634" y="10249"/>
                      <a:pt x="835" y="10512"/>
                    </a:cubicBezTo>
                    <a:cubicBezTo>
                      <a:pt x="930" y="10641"/>
                      <a:pt x="1031" y="10760"/>
                      <a:pt x="1141" y="10874"/>
                    </a:cubicBezTo>
                    <a:lnTo>
                      <a:pt x="1253" y="10985"/>
                    </a:lnTo>
                    <a:cubicBezTo>
                      <a:pt x="1482" y="11209"/>
                      <a:pt x="1742" y="11403"/>
                      <a:pt x="2017" y="11565"/>
                    </a:cubicBezTo>
                    <a:cubicBezTo>
                      <a:pt x="2204" y="11679"/>
                      <a:pt x="2404" y="11778"/>
                      <a:pt x="2613" y="11860"/>
                    </a:cubicBezTo>
                    <a:cubicBezTo>
                      <a:pt x="2954" y="11992"/>
                      <a:pt x="3321" y="12085"/>
                      <a:pt x="3700" y="12118"/>
                    </a:cubicBezTo>
                    <a:cubicBezTo>
                      <a:pt x="3776" y="12128"/>
                      <a:pt x="3849" y="12134"/>
                      <a:pt x="3922" y="12137"/>
                    </a:cubicBezTo>
                    <a:lnTo>
                      <a:pt x="3922" y="12143"/>
                    </a:lnTo>
                    <a:lnTo>
                      <a:pt x="12141" y="12143"/>
                    </a:lnTo>
                    <a:lnTo>
                      <a:pt x="12141" y="3922"/>
                    </a:lnTo>
                    <a:lnTo>
                      <a:pt x="12138" y="3922"/>
                    </a:lnTo>
                    <a:cubicBezTo>
                      <a:pt x="12136" y="3847"/>
                      <a:pt x="12130" y="3774"/>
                      <a:pt x="12120" y="3700"/>
                    </a:cubicBezTo>
                    <a:cubicBezTo>
                      <a:pt x="12086" y="3320"/>
                      <a:pt x="11995" y="2953"/>
                      <a:pt x="11862" y="2613"/>
                    </a:cubicBezTo>
                    <a:cubicBezTo>
                      <a:pt x="11779" y="2404"/>
                      <a:pt x="11681" y="2208"/>
                      <a:pt x="11567" y="2017"/>
                    </a:cubicBezTo>
                    <a:cubicBezTo>
                      <a:pt x="11404" y="1740"/>
                      <a:pt x="11208" y="1486"/>
                      <a:pt x="10986" y="1255"/>
                    </a:cubicBezTo>
                    <a:lnTo>
                      <a:pt x="10984" y="1255"/>
                    </a:lnTo>
                    <a:cubicBezTo>
                      <a:pt x="10840" y="1099"/>
                      <a:pt x="10682" y="962"/>
                      <a:pt x="10513" y="833"/>
                    </a:cubicBezTo>
                    <a:cubicBezTo>
                      <a:pt x="10253" y="636"/>
                      <a:pt x="9966" y="467"/>
                      <a:pt x="9661" y="338"/>
                    </a:cubicBezTo>
                    <a:cubicBezTo>
                      <a:pt x="9450" y="243"/>
                      <a:pt x="9226" y="170"/>
                      <a:pt x="8995" y="114"/>
                    </a:cubicBezTo>
                    <a:cubicBezTo>
                      <a:pt x="8688" y="40"/>
                      <a:pt x="8364" y="1"/>
                      <a:pt x="80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25"/>
              <p:cNvSpPr/>
              <p:nvPr/>
            </p:nvSpPr>
            <p:spPr>
              <a:xfrm>
                <a:off x="3836575" y="921450"/>
                <a:ext cx="95425" cy="95450"/>
              </a:xfrm>
              <a:custGeom>
                <a:rect b="b" l="l" r="r" t="t"/>
                <a:pathLst>
                  <a:path extrusionOk="0" h="3818" w="3817">
                    <a:moveTo>
                      <a:pt x="3816" y="0"/>
                    </a:moveTo>
                    <a:lnTo>
                      <a:pt x="3816" y="0"/>
                    </a:lnTo>
                    <a:cubicBezTo>
                      <a:pt x="3421" y="29"/>
                      <a:pt x="3039" y="112"/>
                      <a:pt x="2683" y="243"/>
                    </a:cubicBezTo>
                    <a:lnTo>
                      <a:pt x="235" y="2691"/>
                    </a:lnTo>
                    <a:cubicBezTo>
                      <a:pt x="106" y="3047"/>
                      <a:pt x="24" y="3425"/>
                      <a:pt x="0" y="3818"/>
                    </a:cubicBezTo>
                    <a:lnTo>
                      <a:pt x="38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25"/>
              <p:cNvSpPr/>
              <p:nvPr/>
            </p:nvSpPr>
            <p:spPr>
              <a:xfrm>
                <a:off x="3934525" y="823475"/>
                <a:ext cx="95450" cy="95500"/>
              </a:xfrm>
              <a:custGeom>
                <a:rect b="b" l="l" r="r" t="t"/>
                <a:pathLst>
                  <a:path extrusionOk="0" h="3820" w="3818">
                    <a:moveTo>
                      <a:pt x="3818" y="1"/>
                    </a:moveTo>
                    <a:lnTo>
                      <a:pt x="3818" y="1"/>
                    </a:lnTo>
                    <a:cubicBezTo>
                      <a:pt x="3425" y="26"/>
                      <a:pt x="3046" y="109"/>
                      <a:pt x="2689" y="239"/>
                    </a:cubicBezTo>
                    <a:lnTo>
                      <a:pt x="237" y="2691"/>
                    </a:lnTo>
                    <a:cubicBezTo>
                      <a:pt x="108" y="3045"/>
                      <a:pt x="25" y="3426"/>
                      <a:pt x="1" y="3819"/>
                    </a:cubicBezTo>
                    <a:lnTo>
                      <a:pt x="38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25"/>
              <p:cNvSpPr/>
              <p:nvPr/>
            </p:nvSpPr>
            <p:spPr>
              <a:xfrm>
                <a:off x="3839075" y="826050"/>
                <a:ext cx="238700" cy="238700"/>
              </a:xfrm>
              <a:custGeom>
                <a:rect b="b" l="l" r="r" t="t"/>
                <a:pathLst>
                  <a:path extrusionOk="0" h="9548" w="9548">
                    <a:moveTo>
                      <a:pt x="8881" y="0"/>
                    </a:moveTo>
                    <a:lnTo>
                      <a:pt x="0" y="8880"/>
                    </a:lnTo>
                    <a:cubicBezTo>
                      <a:pt x="56" y="9111"/>
                      <a:pt x="129" y="9336"/>
                      <a:pt x="225" y="9547"/>
                    </a:cubicBezTo>
                    <a:lnTo>
                      <a:pt x="9547" y="224"/>
                    </a:lnTo>
                    <a:cubicBezTo>
                      <a:pt x="9336" y="129"/>
                      <a:pt x="9112" y="55"/>
                      <a:pt x="88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25"/>
              <p:cNvSpPr/>
              <p:nvPr/>
            </p:nvSpPr>
            <p:spPr>
              <a:xfrm>
                <a:off x="3857025" y="844025"/>
                <a:ext cx="253775" cy="253850"/>
              </a:xfrm>
              <a:custGeom>
                <a:rect b="b" l="l" r="r" t="t"/>
                <a:pathLst>
                  <a:path extrusionOk="0" h="10154" w="10151">
                    <a:moveTo>
                      <a:pt x="9680" y="0"/>
                    </a:moveTo>
                    <a:lnTo>
                      <a:pt x="0" y="9680"/>
                    </a:lnTo>
                    <a:cubicBezTo>
                      <a:pt x="96" y="9809"/>
                      <a:pt x="197" y="9928"/>
                      <a:pt x="308" y="10042"/>
                    </a:cubicBezTo>
                    <a:lnTo>
                      <a:pt x="418" y="10153"/>
                    </a:lnTo>
                    <a:lnTo>
                      <a:pt x="10150" y="421"/>
                    </a:lnTo>
                    <a:cubicBezTo>
                      <a:pt x="10008" y="264"/>
                      <a:pt x="9850" y="129"/>
                      <a:pt x="9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25"/>
              <p:cNvSpPr/>
              <p:nvPr/>
            </p:nvSpPr>
            <p:spPr>
              <a:xfrm>
                <a:off x="3886650" y="873600"/>
                <a:ext cx="246150" cy="246150"/>
              </a:xfrm>
              <a:custGeom>
                <a:rect b="b" l="l" r="r" t="t"/>
                <a:pathLst>
                  <a:path extrusionOk="0" h="9846" w="9846">
                    <a:moveTo>
                      <a:pt x="9550" y="0"/>
                    </a:moveTo>
                    <a:lnTo>
                      <a:pt x="0" y="9550"/>
                    </a:lnTo>
                    <a:cubicBezTo>
                      <a:pt x="187" y="9664"/>
                      <a:pt x="387" y="9763"/>
                      <a:pt x="596" y="9845"/>
                    </a:cubicBezTo>
                    <a:lnTo>
                      <a:pt x="9845" y="597"/>
                    </a:lnTo>
                    <a:cubicBezTo>
                      <a:pt x="9763" y="387"/>
                      <a:pt x="9664" y="191"/>
                      <a:pt x="9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25"/>
              <p:cNvSpPr/>
              <p:nvPr/>
            </p:nvSpPr>
            <p:spPr>
              <a:xfrm>
                <a:off x="3928750" y="915725"/>
                <a:ext cx="211050" cy="211100"/>
              </a:xfrm>
              <a:custGeom>
                <a:rect b="b" l="l" r="r" t="t"/>
                <a:pathLst>
                  <a:path extrusionOk="0" h="8444" w="8442">
                    <a:moveTo>
                      <a:pt x="8419" y="0"/>
                    </a:moveTo>
                    <a:lnTo>
                      <a:pt x="0" y="8418"/>
                    </a:lnTo>
                    <a:cubicBezTo>
                      <a:pt x="76" y="8428"/>
                      <a:pt x="149" y="8434"/>
                      <a:pt x="222" y="8437"/>
                    </a:cubicBezTo>
                    <a:lnTo>
                      <a:pt x="222" y="8443"/>
                    </a:lnTo>
                    <a:lnTo>
                      <a:pt x="867" y="8443"/>
                    </a:lnTo>
                    <a:lnTo>
                      <a:pt x="8441" y="869"/>
                    </a:lnTo>
                    <a:lnTo>
                      <a:pt x="8441" y="222"/>
                    </a:lnTo>
                    <a:lnTo>
                      <a:pt x="8437" y="222"/>
                    </a:lnTo>
                    <a:cubicBezTo>
                      <a:pt x="8435" y="147"/>
                      <a:pt x="8429" y="74"/>
                      <a:pt x="8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25"/>
              <p:cNvSpPr/>
              <p:nvPr/>
            </p:nvSpPr>
            <p:spPr>
              <a:xfrm>
                <a:off x="3984075" y="971025"/>
                <a:ext cx="155725" cy="155800"/>
              </a:xfrm>
              <a:custGeom>
                <a:rect b="b" l="l" r="r" t="t"/>
                <a:pathLst>
                  <a:path extrusionOk="0" h="6232" w="6229">
                    <a:moveTo>
                      <a:pt x="6228" y="1"/>
                    </a:moveTo>
                    <a:lnTo>
                      <a:pt x="0" y="6231"/>
                    </a:lnTo>
                    <a:lnTo>
                      <a:pt x="892" y="6231"/>
                    </a:lnTo>
                    <a:lnTo>
                      <a:pt x="6228" y="895"/>
                    </a:lnTo>
                    <a:lnTo>
                      <a:pt x="62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25"/>
              <p:cNvSpPr/>
              <p:nvPr/>
            </p:nvSpPr>
            <p:spPr>
              <a:xfrm>
                <a:off x="4039950" y="1026975"/>
                <a:ext cx="99850" cy="99850"/>
              </a:xfrm>
              <a:custGeom>
                <a:rect b="b" l="l" r="r" t="t"/>
                <a:pathLst>
                  <a:path extrusionOk="0" h="3994" w="3994">
                    <a:moveTo>
                      <a:pt x="3993" y="0"/>
                    </a:moveTo>
                    <a:lnTo>
                      <a:pt x="0" y="3993"/>
                    </a:lnTo>
                    <a:lnTo>
                      <a:pt x="892" y="3993"/>
                    </a:lnTo>
                    <a:lnTo>
                      <a:pt x="3993" y="892"/>
                    </a:lnTo>
                    <a:lnTo>
                      <a:pt x="3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25"/>
              <p:cNvSpPr/>
              <p:nvPr/>
            </p:nvSpPr>
            <p:spPr>
              <a:xfrm>
                <a:off x="4095800" y="1082900"/>
                <a:ext cx="44000" cy="43925"/>
              </a:xfrm>
              <a:custGeom>
                <a:rect b="b" l="l" r="r" t="t"/>
                <a:pathLst>
                  <a:path extrusionOk="0" h="1757" w="1760">
                    <a:moveTo>
                      <a:pt x="1759" y="1"/>
                    </a:moveTo>
                    <a:lnTo>
                      <a:pt x="1" y="1756"/>
                    </a:lnTo>
                    <a:lnTo>
                      <a:pt x="895" y="1756"/>
                    </a:lnTo>
                    <a:lnTo>
                      <a:pt x="1759" y="892"/>
                    </a:lnTo>
                    <a:lnTo>
                      <a:pt x="1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25"/>
              <p:cNvSpPr/>
              <p:nvPr/>
            </p:nvSpPr>
            <p:spPr>
              <a:xfrm>
                <a:off x="3892750" y="879725"/>
                <a:ext cx="190525" cy="190475"/>
              </a:xfrm>
              <a:custGeom>
                <a:rect b="b" l="l" r="r" t="t"/>
                <a:pathLst>
                  <a:path extrusionOk="0" h="7619" w="7621">
                    <a:moveTo>
                      <a:pt x="5771" y="1"/>
                    </a:moveTo>
                    <a:cubicBezTo>
                      <a:pt x="4779" y="1"/>
                      <a:pt x="3969" y="775"/>
                      <a:pt x="3925" y="1764"/>
                    </a:cubicBezTo>
                    <a:lnTo>
                      <a:pt x="3834" y="3834"/>
                    </a:lnTo>
                    <a:lnTo>
                      <a:pt x="1764" y="3924"/>
                    </a:lnTo>
                    <a:cubicBezTo>
                      <a:pt x="777" y="3969"/>
                      <a:pt x="1" y="4780"/>
                      <a:pt x="1" y="5771"/>
                    </a:cubicBezTo>
                    <a:cubicBezTo>
                      <a:pt x="1" y="6761"/>
                      <a:pt x="774" y="7571"/>
                      <a:pt x="1762" y="7617"/>
                    </a:cubicBezTo>
                    <a:lnTo>
                      <a:pt x="1815" y="7619"/>
                    </a:lnTo>
                    <a:lnTo>
                      <a:pt x="1815" y="7618"/>
                    </a:lnTo>
                    <a:lnTo>
                      <a:pt x="7620" y="7618"/>
                    </a:lnTo>
                    <a:lnTo>
                      <a:pt x="7620" y="1817"/>
                    </a:lnTo>
                    <a:lnTo>
                      <a:pt x="7617" y="1761"/>
                    </a:lnTo>
                    <a:cubicBezTo>
                      <a:pt x="7573" y="775"/>
                      <a:pt x="6761" y="1"/>
                      <a:pt x="5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25"/>
              <p:cNvSpPr/>
              <p:nvPr/>
            </p:nvSpPr>
            <p:spPr>
              <a:xfrm>
                <a:off x="3911600" y="898625"/>
                <a:ext cx="152700" cy="152725"/>
              </a:xfrm>
              <a:custGeom>
                <a:rect b="b" l="l" r="r" t="t"/>
                <a:pathLst>
                  <a:path extrusionOk="0" h="6109" w="6108">
                    <a:moveTo>
                      <a:pt x="5015" y="0"/>
                    </a:moveTo>
                    <a:cubicBezTo>
                      <a:pt x="4429" y="0"/>
                      <a:pt x="3950" y="458"/>
                      <a:pt x="3924" y="1042"/>
                    </a:cubicBezTo>
                    <a:lnTo>
                      <a:pt x="3802" y="3802"/>
                    </a:lnTo>
                    <a:lnTo>
                      <a:pt x="1042" y="3924"/>
                    </a:lnTo>
                    <a:cubicBezTo>
                      <a:pt x="458" y="3950"/>
                      <a:pt x="0" y="4427"/>
                      <a:pt x="0" y="5015"/>
                    </a:cubicBezTo>
                    <a:cubicBezTo>
                      <a:pt x="0" y="5602"/>
                      <a:pt x="458" y="6081"/>
                      <a:pt x="1045" y="6107"/>
                    </a:cubicBezTo>
                    <a:lnTo>
                      <a:pt x="1079" y="6109"/>
                    </a:lnTo>
                    <a:lnTo>
                      <a:pt x="6108" y="6109"/>
                    </a:lnTo>
                    <a:lnTo>
                      <a:pt x="6108" y="1079"/>
                    </a:lnTo>
                    <a:lnTo>
                      <a:pt x="6106" y="1041"/>
                    </a:lnTo>
                    <a:cubicBezTo>
                      <a:pt x="6081" y="458"/>
                      <a:pt x="5601" y="0"/>
                      <a:pt x="50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 name="Google Shape;1866;p25"/>
            <p:cNvGrpSpPr/>
            <p:nvPr/>
          </p:nvGrpSpPr>
          <p:grpSpPr>
            <a:xfrm>
              <a:off x="8356524" y="49369"/>
              <a:ext cx="721120" cy="433710"/>
              <a:chOff x="-3197125" y="3291375"/>
              <a:chExt cx="286625" cy="172388"/>
            </a:xfrm>
          </p:grpSpPr>
          <p:sp>
            <p:nvSpPr>
              <p:cNvPr id="1867" name="Google Shape;1867;p25"/>
              <p:cNvSpPr/>
              <p:nvPr/>
            </p:nvSpPr>
            <p:spPr>
              <a:xfrm>
                <a:off x="-3197125" y="3291375"/>
                <a:ext cx="286625" cy="172300"/>
              </a:xfrm>
              <a:custGeom>
                <a:rect b="b" l="l" r="r" t="t"/>
                <a:pathLst>
                  <a:path extrusionOk="0" h="6892" w="11465">
                    <a:moveTo>
                      <a:pt x="317" y="0"/>
                    </a:moveTo>
                    <a:cubicBezTo>
                      <a:pt x="140" y="0"/>
                      <a:pt x="0" y="141"/>
                      <a:pt x="0" y="316"/>
                    </a:cubicBezTo>
                    <a:lnTo>
                      <a:pt x="0" y="6576"/>
                    </a:lnTo>
                    <a:cubicBezTo>
                      <a:pt x="0" y="6751"/>
                      <a:pt x="143" y="6892"/>
                      <a:pt x="317" y="6892"/>
                    </a:cubicBezTo>
                    <a:lnTo>
                      <a:pt x="11149" y="6892"/>
                    </a:lnTo>
                    <a:cubicBezTo>
                      <a:pt x="11324" y="6892"/>
                      <a:pt x="11465" y="6750"/>
                      <a:pt x="11465" y="6576"/>
                    </a:cubicBezTo>
                    <a:lnTo>
                      <a:pt x="11465" y="316"/>
                    </a:lnTo>
                    <a:cubicBezTo>
                      <a:pt x="11465" y="140"/>
                      <a:pt x="11323" y="0"/>
                      <a:pt x="11149"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8" name="Google Shape;1868;p25"/>
              <p:cNvGrpSpPr/>
              <p:nvPr/>
            </p:nvGrpSpPr>
            <p:grpSpPr>
              <a:xfrm>
                <a:off x="-3197125" y="3291438"/>
                <a:ext cx="286625" cy="172325"/>
                <a:chOff x="-3197125" y="2023475"/>
                <a:chExt cx="286625" cy="172325"/>
              </a:xfrm>
            </p:grpSpPr>
            <p:sp>
              <p:nvSpPr>
                <p:cNvPr id="1869" name="Google Shape;1869;p25"/>
                <p:cNvSpPr/>
                <p:nvPr/>
              </p:nvSpPr>
              <p:spPr>
                <a:xfrm>
                  <a:off x="-3197125" y="2023475"/>
                  <a:ext cx="286625" cy="172325"/>
                </a:xfrm>
                <a:custGeom>
                  <a:rect b="b" l="l" r="r" t="t"/>
                  <a:pathLst>
                    <a:path extrusionOk="0" h="6893" w="11465">
                      <a:moveTo>
                        <a:pt x="317" y="0"/>
                      </a:moveTo>
                      <a:cubicBezTo>
                        <a:pt x="143" y="0"/>
                        <a:pt x="0" y="141"/>
                        <a:pt x="0" y="316"/>
                      </a:cubicBezTo>
                      <a:lnTo>
                        <a:pt x="0" y="6577"/>
                      </a:lnTo>
                      <a:cubicBezTo>
                        <a:pt x="0" y="6750"/>
                        <a:pt x="140" y="6893"/>
                        <a:pt x="317" y="6893"/>
                      </a:cubicBezTo>
                      <a:lnTo>
                        <a:pt x="11148" y="6893"/>
                      </a:lnTo>
                      <a:cubicBezTo>
                        <a:pt x="11323" y="6893"/>
                        <a:pt x="11465" y="6750"/>
                        <a:pt x="11465" y="6577"/>
                      </a:cubicBezTo>
                      <a:lnTo>
                        <a:pt x="11465" y="316"/>
                      </a:lnTo>
                      <a:cubicBezTo>
                        <a:pt x="11465" y="143"/>
                        <a:pt x="11324" y="0"/>
                        <a:pt x="111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25"/>
                <p:cNvSpPr/>
                <p:nvPr/>
              </p:nvSpPr>
              <p:spPr>
                <a:xfrm>
                  <a:off x="-3167550" y="2038925"/>
                  <a:ext cx="227450" cy="103050"/>
                </a:xfrm>
                <a:custGeom>
                  <a:rect b="b" l="l" r="r" t="t"/>
                  <a:pathLst>
                    <a:path extrusionOk="0" h="4122" w="9098">
                      <a:moveTo>
                        <a:pt x="1" y="0"/>
                      </a:moveTo>
                      <a:lnTo>
                        <a:pt x="1" y="4121"/>
                      </a:lnTo>
                      <a:lnTo>
                        <a:pt x="9098" y="4121"/>
                      </a:lnTo>
                      <a:lnTo>
                        <a:pt x="909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25"/>
                <p:cNvSpPr/>
                <p:nvPr/>
              </p:nvSpPr>
              <p:spPr>
                <a:xfrm>
                  <a:off x="-3121150" y="2085075"/>
                  <a:ext cx="134650" cy="33600"/>
                </a:xfrm>
                <a:custGeom>
                  <a:rect b="b" l="l" r="r" t="t"/>
                  <a:pathLst>
                    <a:path extrusionOk="0" h="1344" w="5386">
                      <a:moveTo>
                        <a:pt x="0" y="1"/>
                      </a:moveTo>
                      <a:lnTo>
                        <a:pt x="0" y="1343"/>
                      </a:lnTo>
                      <a:lnTo>
                        <a:pt x="5385" y="1343"/>
                      </a:lnTo>
                      <a:lnTo>
                        <a:pt x="53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25"/>
                <p:cNvSpPr/>
                <p:nvPr/>
              </p:nvSpPr>
              <p:spPr>
                <a:xfrm>
                  <a:off x="-3121150" y="2085025"/>
                  <a:ext cx="65625" cy="33650"/>
                </a:xfrm>
                <a:custGeom>
                  <a:rect b="b" l="l" r="r" t="t"/>
                  <a:pathLst>
                    <a:path extrusionOk="0" h="1346" w="2625">
                      <a:moveTo>
                        <a:pt x="0" y="1"/>
                      </a:moveTo>
                      <a:lnTo>
                        <a:pt x="0" y="1345"/>
                      </a:lnTo>
                      <a:lnTo>
                        <a:pt x="2534" y="1345"/>
                      </a:lnTo>
                      <a:cubicBezTo>
                        <a:pt x="2591" y="1131"/>
                        <a:pt x="2625" y="907"/>
                        <a:pt x="2625" y="673"/>
                      </a:cubicBezTo>
                      <a:cubicBezTo>
                        <a:pt x="2625" y="441"/>
                        <a:pt x="2591" y="216"/>
                        <a:pt x="25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25"/>
                <p:cNvSpPr/>
                <p:nvPr/>
              </p:nvSpPr>
              <p:spPr>
                <a:xfrm>
                  <a:off x="-3034350" y="2085075"/>
                  <a:ext cx="47850" cy="33625"/>
                </a:xfrm>
                <a:custGeom>
                  <a:rect b="b" l="l" r="r" t="t"/>
                  <a:pathLst>
                    <a:path extrusionOk="0" h="1345" w="1914">
                      <a:moveTo>
                        <a:pt x="149" y="1"/>
                      </a:moveTo>
                      <a:cubicBezTo>
                        <a:pt x="55" y="226"/>
                        <a:pt x="1" y="475"/>
                        <a:pt x="1" y="735"/>
                      </a:cubicBezTo>
                      <a:cubicBezTo>
                        <a:pt x="1" y="948"/>
                        <a:pt x="37" y="1152"/>
                        <a:pt x="102" y="1344"/>
                      </a:cubicBezTo>
                      <a:lnTo>
                        <a:pt x="1913" y="1344"/>
                      </a:lnTo>
                      <a:lnTo>
                        <a:pt x="19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25"/>
                <p:cNvSpPr/>
                <p:nvPr/>
              </p:nvSpPr>
              <p:spPr>
                <a:xfrm>
                  <a:off x="-3143075" y="2078800"/>
                  <a:ext cx="46125" cy="46075"/>
                </a:xfrm>
                <a:custGeom>
                  <a:rect b="b" l="l" r="r" t="t"/>
                  <a:pathLst>
                    <a:path extrusionOk="0" h="1843" w="1845">
                      <a:moveTo>
                        <a:pt x="922" y="1"/>
                      </a:moveTo>
                      <a:cubicBezTo>
                        <a:pt x="412" y="1"/>
                        <a:pt x="0" y="414"/>
                        <a:pt x="0" y="922"/>
                      </a:cubicBezTo>
                      <a:cubicBezTo>
                        <a:pt x="0" y="1431"/>
                        <a:pt x="413" y="1843"/>
                        <a:pt x="922" y="1843"/>
                      </a:cubicBezTo>
                      <a:cubicBezTo>
                        <a:pt x="1432" y="1843"/>
                        <a:pt x="1842" y="1430"/>
                        <a:pt x="1842" y="922"/>
                      </a:cubicBezTo>
                      <a:cubicBezTo>
                        <a:pt x="1844" y="414"/>
                        <a:pt x="1432" y="1"/>
                        <a:pt x="9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25"/>
                <p:cNvSpPr/>
                <p:nvPr/>
              </p:nvSpPr>
              <p:spPr>
                <a:xfrm>
                  <a:off x="-3141550" y="2081975"/>
                  <a:ext cx="42975" cy="39975"/>
                </a:xfrm>
                <a:custGeom>
                  <a:rect b="b" l="l" r="r" t="t"/>
                  <a:pathLst>
                    <a:path extrusionOk="0" h="1599" w="1719">
                      <a:moveTo>
                        <a:pt x="859" y="1"/>
                      </a:moveTo>
                      <a:cubicBezTo>
                        <a:pt x="817" y="1"/>
                        <a:pt x="774" y="4"/>
                        <a:pt x="731" y="11"/>
                      </a:cubicBezTo>
                      <a:cubicBezTo>
                        <a:pt x="296" y="82"/>
                        <a:pt x="0" y="493"/>
                        <a:pt x="71" y="928"/>
                      </a:cubicBezTo>
                      <a:cubicBezTo>
                        <a:pt x="135" y="1320"/>
                        <a:pt x="474" y="1599"/>
                        <a:pt x="858" y="1599"/>
                      </a:cubicBezTo>
                      <a:cubicBezTo>
                        <a:pt x="901" y="1599"/>
                        <a:pt x="944" y="1595"/>
                        <a:pt x="988" y="1588"/>
                      </a:cubicBezTo>
                      <a:cubicBezTo>
                        <a:pt x="1423" y="1517"/>
                        <a:pt x="1718" y="1106"/>
                        <a:pt x="1647" y="672"/>
                      </a:cubicBezTo>
                      <a:cubicBezTo>
                        <a:pt x="1584" y="279"/>
                        <a:pt x="1244" y="1"/>
                        <a:pt x="8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25"/>
                <p:cNvSpPr/>
                <p:nvPr/>
              </p:nvSpPr>
              <p:spPr>
                <a:xfrm>
                  <a:off x="-3010650" y="2078800"/>
                  <a:ext cx="46075" cy="46075"/>
                </a:xfrm>
                <a:custGeom>
                  <a:rect b="b" l="l" r="r" t="t"/>
                  <a:pathLst>
                    <a:path extrusionOk="0" h="1843" w="1843">
                      <a:moveTo>
                        <a:pt x="921" y="1"/>
                      </a:moveTo>
                      <a:cubicBezTo>
                        <a:pt x="412" y="1"/>
                        <a:pt x="0" y="414"/>
                        <a:pt x="0" y="922"/>
                      </a:cubicBezTo>
                      <a:cubicBezTo>
                        <a:pt x="0" y="1431"/>
                        <a:pt x="413" y="1843"/>
                        <a:pt x="921" y="1843"/>
                      </a:cubicBezTo>
                      <a:cubicBezTo>
                        <a:pt x="1431" y="1843"/>
                        <a:pt x="1842" y="1430"/>
                        <a:pt x="1842" y="922"/>
                      </a:cubicBezTo>
                      <a:cubicBezTo>
                        <a:pt x="1842" y="414"/>
                        <a:pt x="1430" y="1"/>
                        <a:pt x="9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25"/>
                <p:cNvSpPr/>
                <p:nvPr/>
              </p:nvSpPr>
              <p:spPr>
                <a:xfrm>
                  <a:off x="-3009300" y="2081900"/>
                  <a:ext cx="43125" cy="39950"/>
                </a:xfrm>
                <a:custGeom>
                  <a:rect b="b" l="l" r="r" t="t"/>
                  <a:pathLst>
                    <a:path extrusionOk="0" h="1598" w="1725">
                      <a:moveTo>
                        <a:pt x="864" y="1"/>
                      </a:moveTo>
                      <a:cubicBezTo>
                        <a:pt x="819" y="1"/>
                        <a:pt x="772" y="5"/>
                        <a:pt x="726" y="13"/>
                      </a:cubicBezTo>
                      <a:cubicBezTo>
                        <a:pt x="291" y="88"/>
                        <a:pt x="0" y="501"/>
                        <a:pt x="75" y="936"/>
                      </a:cubicBezTo>
                      <a:cubicBezTo>
                        <a:pt x="144" y="1324"/>
                        <a:pt x="481" y="1598"/>
                        <a:pt x="862" y="1598"/>
                      </a:cubicBezTo>
                      <a:cubicBezTo>
                        <a:pt x="907" y="1598"/>
                        <a:pt x="953" y="1594"/>
                        <a:pt x="999" y="1586"/>
                      </a:cubicBezTo>
                      <a:cubicBezTo>
                        <a:pt x="1433" y="1510"/>
                        <a:pt x="1724" y="1097"/>
                        <a:pt x="1649" y="662"/>
                      </a:cubicBezTo>
                      <a:cubicBezTo>
                        <a:pt x="1582" y="274"/>
                        <a:pt x="1245" y="1"/>
                        <a:pt x="8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25"/>
                <p:cNvSpPr/>
                <p:nvPr/>
              </p:nvSpPr>
              <p:spPr>
                <a:xfrm>
                  <a:off x="-3021825" y="2160325"/>
                  <a:ext cx="7775" cy="7775"/>
                </a:xfrm>
                <a:custGeom>
                  <a:rect b="b" l="l" r="r" t="t"/>
                  <a:pathLst>
                    <a:path extrusionOk="0" h="311" w="311">
                      <a:moveTo>
                        <a:pt x="155" y="1"/>
                      </a:moveTo>
                      <a:cubicBezTo>
                        <a:pt x="70" y="1"/>
                        <a:pt x="1" y="70"/>
                        <a:pt x="1" y="156"/>
                      </a:cubicBezTo>
                      <a:cubicBezTo>
                        <a:pt x="1" y="241"/>
                        <a:pt x="70" y="311"/>
                        <a:pt x="155" y="311"/>
                      </a:cubicBezTo>
                      <a:cubicBezTo>
                        <a:pt x="241" y="311"/>
                        <a:pt x="310" y="241"/>
                        <a:pt x="310" y="156"/>
                      </a:cubicBezTo>
                      <a:cubicBezTo>
                        <a:pt x="310" y="70"/>
                        <a:pt x="241"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25"/>
                <p:cNvSpPr/>
                <p:nvPr/>
              </p:nvSpPr>
              <p:spPr>
                <a:xfrm>
                  <a:off x="-2924825" y="2171975"/>
                  <a:ext cx="7775" cy="7750"/>
                </a:xfrm>
                <a:custGeom>
                  <a:rect b="b" l="l" r="r" t="t"/>
                  <a:pathLst>
                    <a:path extrusionOk="0" h="310" w="311">
                      <a:moveTo>
                        <a:pt x="156" y="0"/>
                      </a:moveTo>
                      <a:cubicBezTo>
                        <a:pt x="70" y="0"/>
                        <a:pt x="1" y="69"/>
                        <a:pt x="1" y="155"/>
                      </a:cubicBezTo>
                      <a:cubicBezTo>
                        <a:pt x="1" y="241"/>
                        <a:pt x="70" y="310"/>
                        <a:pt x="156" y="310"/>
                      </a:cubicBezTo>
                      <a:cubicBezTo>
                        <a:pt x="241" y="310"/>
                        <a:pt x="310" y="241"/>
                        <a:pt x="310" y="155"/>
                      </a:cubicBezTo>
                      <a:cubicBezTo>
                        <a:pt x="310" y="69"/>
                        <a:pt x="241" y="0"/>
                        <a:pt x="1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25"/>
                <p:cNvSpPr/>
                <p:nvPr/>
              </p:nvSpPr>
              <p:spPr>
                <a:xfrm>
                  <a:off x="-3190600" y="2171975"/>
                  <a:ext cx="7750" cy="7750"/>
                </a:xfrm>
                <a:custGeom>
                  <a:rect b="b" l="l" r="r" t="t"/>
                  <a:pathLst>
                    <a:path extrusionOk="0" h="310" w="310">
                      <a:moveTo>
                        <a:pt x="155" y="0"/>
                      </a:moveTo>
                      <a:cubicBezTo>
                        <a:pt x="69" y="0"/>
                        <a:pt x="0" y="69"/>
                        <a:pt x="0" y="155"/>
                      </a:cubicBezTo>
                      <a:cubicBezTo>
                        <a:pt x="0" y="241"/>
                        <a:pt x="69" y="310"/>
                        <a:pt x="155" y="310"/>
                      </a:cubicBezTo>
                      <a:cubicBezTo>
                        <a:pt x="241" y="310"/>
                        <a:pt x="310" y="241"/>
                        <a:pt x="310" y="155"/>
                      </a:cubicBezTo>
                      <a:cubicBezTo>
                        <a:pt x="310" y="69"/>
                        <a:pt x="241" y="0"/>
                        <a:pt x="1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25"/>
                <p:cNvSpPr/>
                <p:nvPr/>
              </p:nvSpPr>
              <p:spPr>
                <a:xfrm>
                  <a:off x="-2924825" y="2030250"/>
                  <a:ext cx="7775" cy="7775"/>
                </a:xfrm>
                <a:custGeom>
                  <a:rect b="b" l="l" r="r" t="t"/>
                  <a:pathLst>
                    <a:path extrusionOk="0" h="311" w="311">
                      <a:moveTo>
                        <a:pt x="156" y="1"/>
                      </a:moveTo>
                      <a:cubicBezTo>
                        <a:pt x="71" y="1"/>
                        <a:pt x="1" y="70"/>
                        <a:pt x="1" y="155"/>
                      </a:cubicBezTo>
                      <a:cubicBezTo>
                        <a:pt x="1" y="240"/>
                        <a:pt x="71" y="310"/>
                        <a:pt x="156" y="310"/>
                      </a:cubicBezTo>
                      <a:cubicBezTo>
                        <a:pt x="241" y="310"/>
                        <a:pt x="310" y="240"/>
                        <a:pt x="310" y="155"/>
                      </a:cubicBezTo>
                      <a:cubicBezTo>
                        <a:pt x="310" y="70"/>
                        <a:pt x="241" y="1"/>
                        <a:pt x="1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25"/>
                <p:cNvSpPr/>
                <p:nvPr/>
              </p:nvSpPr>
              <p:spPr>
                <a:xfrm>
                  <a:off x="-3190575" y="2030250"/>
                  <a:ext cx="7750" cy="7775"/>
                </a:xfrm>
                <a:custGeom>
                  <a:rect b="b" l="l" r="r" t="t"/>
                  <a:pathLst>
                    <a:path extrusionOk="0" h="311" w="310">
                      <a:moveTo>
                        <a:pt x="155" y="1"/>
                      </a:moveTo>
                      <a:cubicBezTo>
                        <a:pt x="70" y="1"/>
                        <a:pt x="0" y="70"/>
                        <a:pt x="0" y="155"/>
                      </a:cubicBezTo>
                      <a:cubicBezTo>
                        <a:pt x="0" y="240"/>
                        <a:pt x="70" y="310"/>
                        <a:pt x="155" y="310"/>
                      </a:cubicBezTo>
                      <a:cubicBezTo>
                        <a:pt x="241" y="310"/>
                        <a:pt x="310" y="240"/>
                        <a:pt x="310" y="155"/>
                      </a:cubicBezTo>
                      <a:cubicBezTo>
                        <a:pt x="310" y="70"/>
                        <a:pt x="240"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25"/>
                <p:cNvSpPr/>
                <p:nvPr/>
              </p:nvSpPr>
              <p:spPr>
                <a:xfrm>
                  <a:off x="-3093600" y="2160325"/>
                  <a:ext cx="7775" cy="7775"/>
                </a:xfrm>
                <a:custGeom>
                  <a:rect b="b" l="l" r="r" t="t"/>
                  <a:pathLst>
                    <a:path extrusionOk="0" h="311" w="311">
                      <a:moveTo>
                        <a:pt x="155" y="1"/>
                      </a:moveTo>
                      <a:cubicBezTo>
                        <a:pt x="70" y="1"/>
                        <a:pt x="1" y="70"/>
                        <a:pt x="1" y="156"/>
                      </a:cubicBezTo>
                      <a:cubicBezTo>
                        <a:pt x="1" y="241"/>
                        <a:pt x="70" y="311"/>
                        <a:pt x="155" y="311"/>
                      </a:cubicBezTo>
                      <a:cubicBezTo>
                        <a:pt x="240" y="311"/>
                        <a:pt x="310" y="241"/>
                        <a:pt x="310" y="156"/>
                      </a:cubicBezTo>
                      <a:cubicBezTo>
                        <a:pt x="310" y="71"/>
                        <a:pt x="240"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25"/>
                <p:cNvSpPr/>
                <p:nvPr/>
              </p:nvSpPr>
              <p:spPr>
                <a:xfrm>
                  <a:off x="-3134000" y="2047750"/>
                  <a:ext cx="160400" cy="6850"/>
                </a:xfrm>
                <a:custGeom>
                  <a:rect b="b" l="l" r="r" t="t"/>
                  <a:pathLst>
                    <a:path extrusionOk="0" h="274" w="6416">
                      <a:moveTo>
                        <a:pt x="0" y="0"/>
                      </a:moveTo>
                      <a:lnTo>
                        <a:pt x="0" y="274"/>
                      </a:lnTo>
                      <a:lnTo>
                        <a:pt x="6415" y="274"/>
                      </a:lnTo>
                      <a:lnTo>
                        <a:pt x="64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25"/>
                <p:cNvSpPr/>
                <p:nvPr/>
              </p:nvSpPr>
              <p:spPr>
                <a:xfrm>
                  <a:off x="-3134000" y="2060000"/>
                  <a:ext cx="160400" cy="6850"/>
                </a:xfrm>
                <a:custGeom>
                  <a:rect b="b" l="l" r="r" t="t"/>
                  <a:pathLst>
                    <a:path extrusionOk="0" h="274" w="6416">
                      <a:moveTo>
                        <a:pt x="0" y="0"/>
                      </a:moveTo>
                      <a:lnTo>
                        <a:pt x="0" y="274"/>
                      </a:lnTo>
                      <a:lnTo>
                        <a:pt x="6415" y="274"/>
                      </a:lnTo>
                      <a:lnTo>
                        <a:pt x="64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25"/>
                <p:cNvSpPr/>
                <p:nvPr/>
              </p:nvSpPr>
              <p:spPr>
                <a:xfrm>
                  <a:off x="-3139125" y="2082838"/>
                  <a:ext cx="38075" cy="38000"/>
                </a:xfrm>
                <a:custGeom>
                  <a:rect b="b" l="l" r="r" t="t"/>
                  <a:pathLst>
                    <a:path extrusionOk="0" h="1520" w="1523">
                      <a:moveTo>
                        <a:pt x="762" y="1"/>
                      </a:moveTo>
                      <a:cubicBezTo>
                        <a:pt x="732" y="1"/>
                        <a:pt x="702" y="3"/>
                        <a:pt x="672" y="7"/>
                      </a:cubicBezTo>
                      <a:cubicBezTo>
                        <a:pt x="645" y="11"/>
                        <a:pt x="626" y="35"/>
                        <a:pt x="629" y="63"/>
                      </a:cubicBezTo>
                      <a:cubicBezTo>
                        <a:pt x="629" y="82"/>
                        <a:pt x="625" y="101"/>
                        <a:pt x="618" y="121"/>
                      </a:cubicBezTo>
                      <a:cubicBezTo>
                        <a:pt x="592" y="183"/>
                        <a:pt x="532" y="220"/>
                        <a:pt x="469" y="220"/>
                      </a:cubicBezTo>
                      <a:cubicBezTo>
                        <a:pt x="448" y="220"/>
                        <a:pt x="428" y="216"/>
                        <a:pt x="408" y="208"/>
                      </a:cubicBezTo>
                      <a:cubicBezTo>
                        <a:pt x="388" y="200"/>
                        <a:pt x="373" y="189"/>
                        <a:pt x="358" y="174"/>
                      </a:cubicBezTo>
                      <a:cubicBezTo>
                        <a:pt x="347" y="163"/>
                        <a:pt x="332" y="157"/>
                        <a:pt x="317" y="157"/>
                      </a:cubicBezTo>
                      <a:cubicBezTo>
                        <a:pt x="307" y="157"/>
                        <a:pt x="296" y="160"/>
                        <a:pt x="287" y="167"/>
                      </a:cubicBezTo>
                      <a:cubicBezTo>
                        <a:pt x="243" y="203"/>
                        <a:pt x="199" y="245"/>
                        <a:pt x="163" y="291"/>
                      </a:cubicBezTo>
                      <a:cubicBezTo>
                        <a:pt x="147" y="312"/>
                        <a:pt x="152" y="343"/>
                        <a:pt x="171" y="360"/>
                      </a:cubicBezTo>
                      <a:cubicBezTo>
                        <a:pt x="215" y="405"/>
                        <a:pt x="232" y="472"/>
                        <a:pt x="206" y="532"/>
                      </a:cubicBezTo>
                      <a:cubicBezTo>
                        <a:pt x="181" y="594"/>
                        <a:pt x="122" y="628"/>
                        <a:pt x="60" y="628"/>
                      </a:cubicBezTo>
                      <a:cubicBezTo>
                        <a:pt x="33" y="628"/>
                        <a:pt x="8" y="647"/>
                        <a:pt x="6" y="674"/>
                      </a:cubicBezTo>
                      <a:cubicBezTo>
                        <a:pt x="0" y="734"/>
                        <a:pt x="0" y="792"/>
                        <a:pt x="7" y="849"/>
                      </a:cubicBezTo>
                      <a:cubicBezTo>
                        <a:pt x="11" y="875"/>
                        <a:pt x="35" y="894"/>
                        <a:pt x="61" y="894"/>
                      </a:cubicBezTo>
                      <a:cubicBezTo>
                        <a:pt x="62" y="894"/>
                        <a:pt x="62" y="894"/>
                        <a:pt x="63" y="894"/>
                      </a:cubicBezTo>
                      <a:cubicBezTo>
                        <a:pt x="83" y="894"/>
                        <a:pt x="102" y="896"/>
                        <a:pt x="121" y="904"/>
                      </a:cubicBezTo>
                      <a:cubicBezTo>
                        <a:pt x="203" y="937"/>
                        <a:pt x="243" y="1031"/>
                        <a:pt x="209" y="1114"/>
                      </a:cubicBezTo>
                      <a:cubicBezTo>
                        <a:pt x="201" y="1133"/>
                        <a:pt x="190" y="1149"/>
                        <a:pt x="175" y="1163"/>
                      </a:cubicBezTo>
                      <a:cubicBezTo>
                        <a:pt x="156" y="1183"/>
                        <a:pt x="151" y="1212"/>
                        <a:pt x="167" y="1234"/>
                      </a:cubicBezTo>
                      <a:cubicBezTo>
                        <a:pt x="203" y="1279"/>
                        <a:pt x="245" y="1322"/>
                        <a:pt x="291" y="1358"/>
                      </a:cubicBezTo>
                      <a:cubicBezTo>
                        <a:pt x="300" y="1365"/>
                        <a:pt x="310" y="1368"/>
                        <a:pt x="320" y="1368"/>
                      </a:cubicBezTo>
                      <a:cubicBezTo>
                        <a:pt x="335" y="1368"/>
                        <a:pt x="350" y="1361"/>
                        <a:pt x="361" y="1350"/>
                      </a:cubicBezTo>
                      <a:cubicBezTo>
                        <a:pt x="391" y="1320"/>
                        <a:pt x="431" y="1303"/>
                        <a:pt x="474" y="1303"/>
                      </a:cubicBezTo>
                      <a:cubicBezTo>
                        <a:pt x="493" y="1303"/>
                        <a:pt x="513" y="1307"/>
                        <a:pt x="533" y="1315"/>
                      </a:cubicBezTo>
                      <a:cubicBezTo>
                        <a:pt x="594" y="1341"/>
                        <a:pt x="630" y="1399"/>
                        <a:pt x="630" y="1461"/>
                      </a:cubicBezTo>
                      <a:cubicBezTo>
                        <a:pt x="630" y="1488"/>
                        <a:pt x="647" y="1513"/>
                        <a:pt x="674" y="1515"/>
                      </a:cubicBezTo>
                      <a:cubicBezTo>
                        <a:pt x="703" y="1518"/>
                        <a:pt x="731" y="1519"/>
                        <a:pt x="759" y="1519"/>
                      </a:cubicBezTo>
                      <a:cubicBezTo>
                        <a:pt x="790" y="1519"/>
                        <a:pt x="820" y="1518"/>
                        <a:pt x="850" y="1514"/>
                      </a:cubicBezTo>
                      <a:cubicBezTo>
                        <a:pt x="877" y="1510"/>
                        <a:pt x="895" y="1485"/>
                        <a:pt x="894" y="1458"/>
                      </a:cubicBezTo>
                      <a:cubicBezTo>
                        <a:pt x="894" y="1439"/>
                        <a:pt x="896" y="1420"/>
                        <a:pt x="904" y="1400"/>
                      </a:cubicBezTo>
                      <a:cubicBezTo>
                        <a:pt x="930" y="1338"/>
                        <a:pt x="990" y="1300"/>
                        <a:pt x="1053" y="1300"/>
                      </a:cubicBezTo>
                      <a:cubicBezTo>
                        <a:pt x="1074" y="1300"/>
                        <a:pt x="1094" y="1304"/>
                        <a:pt x="1115" y="1313"/>
                      </a:cubicBezTo>
                      <a:cubicBezTo>
                        <a:pt x="1134" y="1320"/>
                        <a:pt x="1149" y="1332"/>
                        <a:pt x="1163" y="1346"/>
                      </a:cubicBezTo>
                      <a:cubicBezTo>
                        <a:pt x="1175" y="1357"/>
                        <a:pt x="1190" y="1364"/>
                        <a:pt x="1205" y="1364"/>
                      </a:cubicBezTo>
                      <a:cubicBezTo>
                        <a:pt x="1215" y="1364"/>
                        <a:pt x="1225" y="1361"/>
                        <a:pt x="1234" y="1354"/>
                      </a:cubicBezTo>
                      <a:cubicBezTo>
                        <a:pt x="1280" y="1318"/>
                        <a:pt x="1322" y="1277"/>
                        <a:pt x="1358" y="1230"/>
                      </a:cubicBezTo>
                      <a:cubicBezTo>
                        <a:pt x="1375" y="1209"/>
                        <a:pt x="1369" y="1179"/>
                        <a:pt x="1351" y="1160"/>
                      </a:cubicBezTo>
                      <a:cubicBezTo>
                        <a:pt x="1307" y="1117"/>
                        <a:pt x="1290" y="1050"/>
                        <a:pt x="1316" y="989"/>
                      </a:cubicBezTo>
                      <a:cubicBezTo>
                        <a:pt x="1342" y="928"/>
                        <a:pt x="1399" y="892"/>
                        <a:pt x="1461" y="892"/>
                      </a:cubicBezTo>
                      <a:cubicBezTo>
                        <a:pt x="1488" y="892"/>
                        <a:pt x="1513" y="874"/>
                        <a:pt x="1516" y="847"/>
                      </a:cubicBezTo>
                      <a:cubicBezTo>
                        <a:pt x="1522" y="787"/>
                        <a:pt x="1522" y="730"/>
                        <a:pt x="1514" y="672"/>
                      </a:cubicBezTo>
                      <a:cubicBezTo>
                        <a:pt x="1510" y="645"/>
                        <a:pt x="1487" y="627"/>
                        <a:pt x="1461" y="627"/>
                      </a:cubicBezTo>
                      <a:cubicBezTo>
                        <a:pt x="1460" y="627"/>
                        <a:pt x="1459" y="627"/>
                        <a:pt x="1458" y="627"/>
                      </a:cubicBezTo>
                      <a:cubicBezTo>
                        <a:pt x="1440" y="627"/>
                        <a:pt x="1420" y="625"/>
                        <a:pt x="1400" y="617"/>
                      </a:cubicBezTo>
                      <a:cubicBezTo>
                        <a:pt x="1318" y="584"/>
                        <a:pt x="1280" y="489"/>
                        <a:pt x="1313" y="407"/>
                      </a:cubicBezTo>
                      <a:cubicBezTo>
                        <a:pt x="1321" y="388"/>
                        <a:pt x="1332" y="373"/>
                        <a:pt x="1347" y="358"/>
                      </a:cubicBezTo>
                      <a:cubicBezTo>
                        <a:pt x="1366" y="338"/>
                        <a:pt x="1371" y="309"/>
                        <a:pt x="1354" y="287"/>
                      </a:cubicBezTo>
                      <a:cubicBezTo>
                        <a:pt x="1318" y="241"/>
                        <a:pt x="1277" y="199"/>
                        <a:pt x="1230" y="163"/>
                      </a:cubicBezTo>
                      <a:cubicBezTo>
                        <a:pt x="1222" y="156"/>
                        <a:pt x="1212" y="153"/>
                        <a:pt x="1201" y="153"/>
                      </a:cubicBezTo>
                      <a:cubicBezTo>
                        <a:pt x="1186" y="153"/>
                        <a:pt x="1171" y="160"/>
                        <a:pt x="1161" y="171"/>
                      </a:cubicBezTo>
                      <a:cubicBezTo>
                        <a:pt x="1131" y="201"/>
                        <a:pt x="1091" y="218"/>
                        <a:pt x="1049" y="218"/>
                      </a:cubicBezTo>
                      <a:cubicBezTo>
                        <a:pt x="1029" y="218"/>
                        <a:pt x="1009" y="214"/>
                        <a:pt x="990" y="205"/>
                      </a:cubicBezTo>
                      <a:cubicBezTo>
                        <a:pt x="928" y="180"/>
                        <a:pt x="893" y="122"/>
                        <a:pt x="893" y="60"/>
                      </a:cubicBezTo>
                      <a:cubicBezTo>
                        <a:pt x="893" y="33"/>
                        <a:pt x="874" y="8"/>
                        <a:pt x="847" y="6"/>
                      </a:cubicBezTo>
                      <a:cubicBezTo>
                        <a:pt x="818" y="3"/>
                        <a:pt x="790" y="1"/>
                        <a:pt x="7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25"/>
                <p:cNvSpPr/>
                <p:nvPr/>
              </p:nvSpPr>
              <p:spPr>
                <a:xfrm>
                  <a:off x="-3006750" y="2082838"/>
                  <a:ext cx="38075" cy="38000"/>
                </a:xfrm>
                <a:custGeom>
                  <a:rect b="b" l="l" r="r" t="t"/>
                  <a:pathLst>
                    <a:path extrusionOk="0" h="1520" w="1523">
                      <a:moveTo>
                        <a:pt x="763" y="1"/>
                      </a:moveTo>
                      <a:cubicBezTo>
                        <a:pt x="733" y="1"/>
                        <a:pt x="702" y="3"/>
                        <a:pt x="672" y="7"/>
                      </a:cubicBezTo>
                      <a:cubicBezTo>
                        <a:pt x="645" y="11"/>
                        <a:pt x="628" y="35"/>
                        <a:pt x="629" y="63"/>
                      </a:cubicBezTo>
                      <a:cubicBezTo>
                        <a:pt x="629" y="82"/>
                        <a:pt x="626" y="101"/>
                        <a:pt x="618" y="121"/>
                      </a:cubicBezTo>
                      <a:cubicBezTo>
                        <a:pt x="593" y="183"/>
                        <a:pt x="533" y="220"/>
                        <a:pt x="469" y="220"/>
                      </a:cubicBezTo>
                      <a:cubicBezTo>
                        <a:pt x="449" y="220"/>
                        <a:pt x="428" y="216"/>
                        <a:pt x="408" y="208"/>
                      </a:cubicBezTo>
                      <a:cubicBezTo>
                        <a:pt x="388" y="200"/>
                        <a:pt x="373" y="189"/>
                        <a:pt x="359" y="174"/>
                      </a:cubicBezTo>
                      <a:cubicBezTo>
                        <a:pt x="348" y="163"/>
                        <a:pt x="333" y="157"/>
                        <a:pt x="318" y="157"/>
                      </a:cubicBezTo>
                      <a:cubicBezTo>
                        <a:pt x="307" y="157"/>
                        <a:pt x="297" y="160"/>
                        <a:pt x="288" y="167"/>
                      </a:cubicBezTo>
                      <a:cubicBezTo>
                        <a:pt x="243" y="203"/>
                        <a:pt x="200" y="245"/>
                        <a:pt x="164" y="291"/>
                      </a:cubicBezTo>
                      <a:cubicBezTo>
                        <a:pt x="147" y="312"/>
                        <a:pt x="153" y="343"/>
                        <a:pt x="172" y="360"/>
                      </a:cubicBezTo>
                      <a:cubicBezTo>
                        <a:pt x="216" y="405"/>
                        <a:pt x="232" y="472"/>
                        <a:pt x="207" y="532"/>
                      </a:cubicBezTo>
                      <a:cubicBezTo>
                        <a:pt x="181" y="594"/>
                        <a:pt x="123" y="628"/>
                        <a:pt x="61" y="628"/>
                      </a:cubicBezTo>
                      <a:cubicBezTo>
                        <a:pt x="33" y="628"/>
                        <a:pt x="9" y="647"/>
                        <a:pt x="6" y="674"/>
                      </a:cubicBezTo>
                      <a:cubicBezTo>
                        <a:pt x="0" y="734"/>
                        <a:pt x="0" y="792"/>
                        <a:pt x="8" y="849"/>
                      </a:cubicBezTo>
                      <a:cubicBezTo>
                        <a:pt x="11" y="875"/>
                        <a:pt x="35" y="894"/>
                        <a:pt x="61" y="894"/>
                      </a:cubicBezTo>
                      <a:cubicBezTo>
                        <a:pt x="62" y="894"/>
                        <a:pt x="62" y="894"/>
                        <a:pt x="63" y="894"/>
                      </a:cubicBezTo>
                      <a:cubicBezTo>
                        <a:pt x="83" y="894"/>
                        <a:pt x="102" y="896"/>
                        <a:pt x="122" y="904"/>
                      </a:cubicBezTo>
                      <a:cubicBezTo>
                        <a:pt x="205" y="937"/>
                        <a:pt x="243" y="1031"/>
                        <a:pt x="210" y="1114"/>
                      </a:cubicBezTo>
                      <a:cubicBezTo>
                        <a:pt x="201" y="1133"/>
                        <a:pt x="190" y="1149"/>
                        <a:pt x="176" y="1163"/>
                      </a:cubicBezTo>
                      <a:cubicBezTo>
                        <a:pt x="156" y="1183"/>
                        <a:pt x="151" y="1212"/>
                        <a:pt x="167" y="1234"/>
                      </a:cubicBezTo>
                      <a:cubicBezTo>
                        <a:pt x="205" y="1279"/>
                        <a:pt x="245" y="1322"/>
                        <a:pt x="292" y="1358"/>
                      </a:cubicBezTo>
                      <a:cubicBezTo>
                        <a:pt x="301" y="1365"/>
                        <a:pt x="311" y="1368"/>
                        <a:pt x="321" y="1368"/>
                      </a:cubicBezTo>
                      <a:cubicBezTo>
                        <a:pt x="336" y="1368"/>
                        <a:pt x="351" y="1361"/>
                        <a:pt x="361" y="1350"/>
                      </a:cubicBezTo>
                      <a:cubicBezTo>
                        <a:pt x="391" y="1320"/>
                        <a:pt x="432" y="1303"/>
                        <a:pt x="474" y="1303"/>
                      </a:cubicBezTo>
                      <a:cubicBezTo>
                        <a:pt x="494" y="1303"/>
                        <a:pt x="514" y="1307"/>
                        <a:pt x="533" y="1315"/>
                      </a:cubicBezTo>
                      <a:cubicBezTo>
                        <a:pt x="595" y="1341"/>
                        <a:pt x="630" y="1399"/>
                        <a:pt x="630" y="1461"/>
                      </a:cubicBezTo>
                      <a:cubicBezTo>
                        <a:pt x="630" y="1488"/>
                        <a:pt x="647" y="1513"/>
                        <a:pt x="675" y="1515"/>
                      </a:cubicBezTo>
                      <a:cubicBezTo>
                        <a:pt x="703" y="1518"/>
                        <a:pt x="732" y="1519"/>
                        <a:pt x="760" y="1519"/>
                      </a:cubicBezTo>
                      <a:cubicBezTo>
                        <a:pt x="790" y="1519"/>
                        <a:pt x="821" y="1518"/>
                        <a:pt x="851" y="1514"/>
                      </a:cubicBezTo>
                      <a:cubicBezTo>
                        <a:pt x="877" y="1510"/>
                        <a:pt x="896" y="1485"/>
                        <a:pt x="894" y="1458"/>
                      </a:cubicBezTo>
                      <a:cubicBezTo>
                        <a:pt x="894" y="1439"/>
                        <a:pt x="897" y="1420"/>
                        <a:pt x="904" y="1400"/>
                      </a:cubicBezTo>
                      <a:cubicBezTo>
                        <a:pt x="930" y="1338"/>
                        <a:pt x="990" y="1300"/>
                        <a:pt x="1053" y="1300"/>
                      </a:cubicBezTo>
                      <a:cubicBezTo>
                        <a:pt x="1074" y="1300"/>
                        <a:pt x="1095" y="1304"/>
                        <a:pt x="1115" y="1313"/>
                      </a:cubicBezTo>
                      <a:cubicBezTo>
                        <a:pt x="1134" y="1320"/>
                        <a:pt x="1150" y="1332"/>
                        <a:pt x="1164" y="1346"/>
                      </a:cubicBezTo>
                      <a:cubicBezTo>
                        <a:pt x="1175" y="1357"/>
                        <a:pt x="1190" y="1364"/>
                        <a:pt x="1205" y="1364"/>
                      </a:cubicBezTo>
                      <a:cubicBezTo>
                        <a:pt x="1215" y="1364"/>
                        <a:pt x="1226" y="1361"/>
                        <a:pt x="1234" y="1354"/>
                      </a:cubicBezTo>
                      <a:cubicBezTo>
                        <a:pt x="1280" y="1318"/>
                        <a:pt x="1322" y="1277"/>
                        <a:pt x="1358" y="1230"/>
                      </a:cubicBezTo>
                      <a:cubicBezTo>
                        <a:pt x="1376" y="1209"/>
                        <a:pt x="1371" y="1179"/>
                        <a:pt x="1351" y="1160"/>
                      </a:cubicBezTo>
                      <a:cubicBezTo>
                        <a:pt x="1307" y="1117"/>
                        <a:pt x="1290" y="1050"/>
                        <a:pt x="1316" y="989"/>
                      </a:cubicBezTo>
                      <a:cubicBezTo>
                        <a:pt x="1342" y="928"/>
                        <a:pt x="1400" y="892"/>
                        <a:pt x="1461" y="892"/>
                      </a:cubicBezTo>
                      <a:cubicBezTo>
                        <a:pt x="1489" y="892"/>
                        <a:pt x="1513" y="874"/>
                        <a:pt x="1516" y="847"/>
                      </a:cubicBezTo>
                      <a:cubicBezTo>
                        <a:pt x="1522" y="787"/>
                        <a:pt x="1522" y="730"/>
                        <a:pt x="1515" y="672"/>
                      </a:cubicBezTo>
                      <a:cubicBezTo>
                        <a:pt x="1511" y="645"/>
                        <a:pt x="1488" y="627"/>
                        <a:pt x="1462" y="627"/>
                      </a:cubicBezTo>
                      <a:cubicBezTo>
                        <a:pt x="1461" y="627"/>
                        <a:pt x="1460" y="627"/>
                        <a:pt x="1459" y="627"/>
                      </a:cubicBezTo>
                      <a:cubicBezTo>
                        <a:pt x="1440" y="627"/>
                        <a:pt x="1420" y="625"/>
                        <a:pt x="1402" y="617"/>
                      </a:cubicBezTo>
                      <a:cubicBezTo>
                        <a:pt x="1319" y="584"/>
                        <a:pt x="1280" y="489"/>
                        <a:pt x="1314" y="407"/>
                      </a:cubicBezTo>
                      <a:cubicBezTo>
                        <a:pt x="1321" y="388"/>
                        <a:pt x="1333" y="373"/>
                        <a:pt x="1347" y="358"/>
                      </a:cubicBezTo>
                      <a:cubicBezTo>
                        <a:pt x="1367" y="338"/>
                        <a:pt x="1372" y="309"/>
                        <a:pt x="1355" y="287"/>
                      </a:cubicBezTo>
                      <a:cubicBezTo>
                        <a:pt x="1319" y="241"/>
                        <a:pt x="1278" y="199"/>
                        <a:pt x="1231" y="163"/>
                      </a:cubicBezTo>
                      <a:cubicBezTo>
                        <a:pt x="1223" y="156"/>
                        <a:pt x="1213" y="153"/>
                        <a:pt x="1202" y="153"/>
                      </a:cubicBezTo>
                      <a:cubicBezTo>
                        <a:pt x="1187" y="153"/>
                        <a:pt x="1172" y="160"/>
                        <a:pt x="1161" y="171"/>
                      </a:cubicBezTo>
                      <a:cubicBezTo>
                        <a:pt x="1132" y="201"/>
                        <a:pt x="1092" y="218"/>
                        <a:pt x="1050" y="218"/>
                      </a:cubicBezTo>
                      <a:cubicBezTo>
                        <a:pt x="1030" y="218"/>
                        <a:pt x="1010" y="214"/>
                        <a:pt x="990" y="205"/>
                      </a:cubicBezTo>
                      <a:cubicBezTo>
                        <a:pt x="928" y="180"/>
                        <a:pt x="893" y="122"/>
                        <a:pt x="893" y="60"/>
                      </a:cubicBezTo>
                      <a:cubicBezTo>
                        <a:pt x="893" y="33"/>
                        <a:pt x="875" y="8"/>
                        <a:pt x="847" y="6"/>
                      </a:cubicBezTo>
                      <a:cubicBezTo>
                        <a:pt x="819" y="3"/>
                        <a:pt x="791" y="1"/>
                        <a:pt x="7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88" name="Google Shape;1888;p25"/>
            <p:cNvGrpSpPr/>
            <p:nvPr/>
          </p:nvGrpSpPr>
          <p:grpSpPr>
            <a:xfrm rot="-742384">
              <a:off x="78363" y="4241987"/>
              <a:ext cx="659891" cy="802886"/>
              <a:chOff x="-3647202" y="3311500"/>
              <a:chExt cx="572233" cy="696292"/>
            </a:xfrm>
          </p:grpSpPr>
          <p:sp>
            <p:nvSpPr>
              <p:cNvPr id="1889" name="Google Shape;1889;p25"/>
              <p:cNvSpPr/>
              <p:nvPr/>
            </p:nvSpPr>
            <p:spPr>
              <a:xfrm>
                <a:off x="-3647202" y="3311500"/>
                <a:ext cx="572233" cy="696234"/>
              </a:xfrm>
              <a:custGeom>
                <a:rect b="b" l="l" r="r" t="t"/>
                <a:pathLst>
                  <a:path extrusionOk="0" h="6850" w="5630">
                    <a:moveTo>
                      <a:pt x="2691" y="1"/>
                    </a:moveTo>
                    <a:cubicBezTo>
                      <a:pt x="2603" y="1"/>
                      <a:pt x="2518" y="4"/>
                      <a:pt x="2433" y="13"/>
                    </a:cubicBezTo>
                    <a:cubicBezTo>
                      <a:pt x="1068" y="142"/>
                      <a:pt x="1" y="1292"/>
                      <a:pt x="1" y="2690"/>
                    </a:cubicBezTo>
                    <a:lnTo>
                      <a:pt x="1" y="4767"/>
                    </a:lnTo>
                    <a:lnTo>
                      <a:pt x="1" y="6510"/>
                    </a:lnTo>
                    <a:cubicBezTo>
                      <a:pt x="1" y="6696"/>
                      <a:pt x="154" y="6849"/>
                      <a:pt x="340" y="6849"/>
                    </a:cubicBezTo>
                    <a:lnTo>
                      <a:pt x="5041" y="6849"/>
                    </a:lnTo>
                    <a:cubicBezTo>
                      <a:pt x="5228" y="6849"/>
                      <a:pt x="5381" y="6696"/>
                      <a:pt x="5381" y="6510"/>
                    </a:cubicBezTo>
                    <a:lnTo>
                      <a:pt x="5381" y="4767"/>
                    </a:lnTo>
                    <a:lnTo>
                      <a:pt x="5381" y="4753"/>
                    </a:lnTo>
                    <a:cubicBezTo>
                      <a:pt x="5523" y="4717"/>
                      <a:pt x="5629" y="4589"/>
                      <a:pt x="5629" y="4435"/>
                    </a:cubicBezTo>
                    <a:lnTo>
                      <a:pt x="5629" y="4203"/>
                    </a:lnTo>
                    <a:cubicBezTo>
                      <a:pt x="5629" y="4049"/>
                      <a:pt x="5523" y="3920"/>
                      <a:pt x="5381" y="3885"/>
                    </a:cubicBezTo>
                    <a:lnTo>
                      <a:pt x="5381" y="3594"/>
                    </a:lnTo>
                    <a:cubicBezTo>
                      <a:pt x="5523" y="3558"/>
                      <a:pt x="5629" y="3430"/>
                      <a:pt x="5629" y="3276"/>
                    </a:cubicBezTo>
                    <a:lnTo>
                      <a:pt x="5629" y="3044"/>
                    </a:lnTo>
                    <a:cubicBezTo>
                      <a:pt x="5629" y="2891"/>
                      <a:pt x="5523" y="2762"/>
                      <a:pt x="5381" y="2727"/>
                    </a:cubicBezTo>
                    <a:lnTo>
                      <a:pt x="5381" y="2691"/>
                    </a:lnTo>
                    <a:cubicBezTo>
                      <a:pt x="5381" y="1293"/>
                      <a:pt x="4312" y="143"/>
                      <a:pt x="2947" y="14"/>
                    </a:cubicBezTo>
                    <a:cubicBezTo>
                      <a:pt x="2863" y="4"/>
                      <a:pt x="2777" y="1"/>
                      <a:pt x="2691"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25"/>
              <p:cNvSpPr/>
              <p:nvPr/>
            </p:nvSpPr>
            <p:spPr>
              <a:xfrm>
                <a:off x="-3125794" y="3587608"/>
                <a:ext cx="50718" cy="90256"/>
              </a:xfrm>
              <a:custGeom>
                <a:rect b="b" l="l" r="r" t="t"/>
                <a:pathLst>
                  <a:path extrusionOk="0" h="888" w="499">
                    <a:moveTo>
                      <a:pt x="1" y="0"/>
                    </a:moveTo>
                    <a:lnTo>
                      <a:pt x="1" y="888"/>
                    </a:lnTo>
                    <a:lnTo>
                      <a:pt x="170" y="888"/>
                    </a:lnTo>
                    <a:cubicBezTo>
                      <a:pt x="351" y="888"/>
                      <a:pt x="498" y="740"/>
                      <a:pt x="498" y="559"/>
                    </a:cubicBezTo>
                    <a:lnTo>
                      <a:pt x="498" y="327"/>
                    </a:lnTo>
                    <a:cubicBezTo>
                      <a:pt x="498" y="147"/>
                      <a:pt x="353"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25"/>
              <p:cNvSpPr/>
              <p:nvPr/>
            </p:nvSpPr>
            <p:spPr>
              <a:xfrm>
                <a:off x="-3125794" y="3705512"/>
                <a:ext cx="50718" cy="90256"/>
              </a:xfrm>
              <a:custGeom>
                <a:rect b="b" l="l" r="r" t="t"/>
                <a:pathLst>
                  <a:path extrusionOk="0" h="888" w="499">
                    <a:moveTo>
                      <a:pt x="1" y="0"/>
                    </a:moveTo>
                    <a:lnTo>
                      <a:pt x="1" y="888"/>
                    </a:lnTo>
                    <a:lnTo>
                      <a:pt x="170" y="888"/>
                    </a:lnTo>
                    <a:cubicBezTo>
                      <a:pt x="351" y="888"/>
                      <a:pt x="498" y="740"/>
                      <a:pt x="498" y="559"/>
                    </a:cubicBezTo>
                    <a:lnTo>
                      <a:pt x="498" y="327"/>
                    </a:lnTo>
                    <a:cubicBezTo>
                      <a:pt x="498" y="147"/>
                      <a:pt x="353"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25"/>
              <p:cNvSpPr/>
              <p:nvPr/>
            </p:nvSpPr>
            <p:spPr>
              <a:xfrm>
                <a:off x="-3647202" y="3311551"/>
                <a:ext cx="546925" cy="696234"/>
              </a:xfrm>
              <a:custGeom>
                <a:rect b="b" l="l" r="r" t="t"/>
                <a:pathLst>
                  <a:path extrusionOk="0" h="6850" w="5381">
                    <a:moveTo>
                      <a:pt x="2689" y="1"/>
                    </a:moveTo>
                    <a:cubicBezTo>
                      <a:pt x="2603" y="1"/>
                      <a:pt x="2518" y="4"/>
                      <a:pt x="2433" y="13"/>
                    </a:cubicBezTo>
                    <a:cubicBezTo>
                      <a:pt x="1068" y="142"/>
                      <a:pt x="1" y="1292"/>
                      <a:pt x="1" y="2690"/>
                    </a:cubicBezTo>
                    <a:lnTo>
                      <a:pt x="1" y="6510"/>
                    </a:lnTo>
                    <a:cubicBezTo>
                      <a:pt x="1" y="6697"/>
                      <a:pt x="154" y="6849"/>
                      <a:pt x="340" y="6849"/>
                    </a:cubicBezTo>
                    <a:lnTo>
                      <a:pt x="5041" y="6849"/>
                    </a:lnTo>
                    <a:cubicBezTo>
                      <a:pt x="5228" y="6849"/>
                      <a:pt x="5381" y="6697"/>
                      <a:pt x="5381" y="6510"/>
                    </a:cubicBezTo>
                    <a:lnTo>
                      <a:pt x="5381" y="2690"/>
                    </a:lnTo>
                    <a:cubicBezTo>
                      <a:pt x="5381" y="1292"/>
                      <a:pt x="4312" y="142"/>
                      <a:pt x="2946" y="12"/>
                    </a:cubicBezTo>
                    <a:cubicBezTo>
                      <a:pt x="2861" y="4"/>
                      <a:pt x="2776" y="1"/>
                      <a:pt x="26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25"/>
              <p:cNvSpPr/>
              <p:nvPr/>
            </p:nvSpPr>
            <p:spPr>
              <a:xfrm>
                <a:off x="-3647202" y="3795972"/>
                <a:ext cx="546925" cy="211818"/>
              </a:xfrm>
              <a:custGeom>
                <a:rect b="b" l="l" r="r" t="t"/>
                <a:pathLst>
                  <a:path extrusionOk="0" h="2084" w="5381">
                    <a:moveTo>
                      <a:pt x="1" y="1"/>
                    </a:moveTo>
                    <a:lnTo>
                      <a:pt x="1" y="1744"/>
                    </a:lnTo>
                    <a:cubicBezTo>
                      <a:pt x="1" y="1931"/>
                      <a:pt x="154" y="2083"/>
                      <a:pt x="340" y="2083"/>
                    </a:cubicBezTo>
                    <a:lnTo>
                      <a:pt x="5041" y="2083"/>
                    </a:lnTo>
                    <a:cubicBezTo>
                      <a:pt x="5228" y="2083"/>
                      <a:pt x="5381" y="1931"/>
                      <a:pt x="5381" y="1744"/>
                    </a:cubicBezTo>
                    <a:lnTo>
                      <a:pt x="53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25"/>
              <p:cNvSpPr/>
              <p:nvPr/>
            </p:nvSpPr>
            <p:spPr>
              <a:xfrm>
                <a:off x="-3590081" y="3368470"/>
                <a:ext cx="432681" cy="291199"/>
              </a:xfrm>
              <a:custGeom>
                <a:rect b="b" l="l" r="r" t="t"/>
                <a:pathLst>
                  <a:path extrusionOk="0" h="2865" w="4257">
                    <a:moveTo>
                      <a:pt x="2129" y="1"/>
                    </a:moveTo>
                    <a:cubicBezTo>
                      <a:pt x="955" y="1"/>
                      <a:pt x="0" y="989"/>
                      <a:pt x="0" y="2167"/>
                    </a:cubicBezTo>
                    <a:lnTo>
                      <a:pt x="0" y="2584"/>
                    </a:lnTo>
                    <a:cubicBezTo>
                      <a:pt x="0" y="2739"/>
                      <a:pt x="124" y="2864"/>
                      <a:pt x="278" y="2864"/>
                    </a:cubicBezTo>
                    <a:cubicBezTo>
                      <a:pt x="279" y="2864"/>
                      <a:pt x="279" y="2864"/>
                      <a:pt x="280" y="2864"/>
                    </a:cubicBezTo>
                    <a:lnTo>
                      <a:pt x="3975" y="2864"/>
                    </a:lnTo>
                    <a:cubicBezTo>
                      <a:pt x="4130" y="2864"/>
                      <a:pt x="4256" y="2739"/>
                      <a:pt x="4256" y="2584"/>
                    </a:cubicBezTo>
                    <a:lnTo>
                      <a:pt x="4256" y="2130"/>
                    </a:lnTo>
                    <a:cubicBezTo>
                      <a:pt x="4256" y="968"/>
                      <a:pt x="3322" y="21"/>
                      <a:pt x="2165" y="1"/>
                    </a:cubicBezTo>
                    <a:cubicBezTo>
                      <a:pt x="2153" y="1"/>
                      <a:pt x="2141" y="1"/>
                      <a:pt x="21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25"/>
              <p:cNvSpPr/>
              <p:nvPr/>
            </p:nvSpPr>
            <p:spPr>
              <a:xfrm>
                <a:off x="-3571176" y="3387680"/>
                <a:ext cx="394871" cy="252982"/>
              </a:xfrm>
              <a:custGeom>
                <a:rect b="b" l="l" r="r" t="t"/>
                <a:pathLst>
                  <a:path extrusionOk="0" h="2489" w="3885">
                    <a:moveTo>
                      <a:pt x="1943" y="0"/>
                    </a:moveTo>
                    <a:cubicBezTo>
                      <a:pt x="872" y="0"/>
                      <a:pt x="1" y="870"/>
                      <a:pt x="1" y="1941"/>
                    </a:cubicBezTo>
                    <a:lnTo>
                      <a:pt x="1" y="2488"/>
                    </a:lnTo>
                    <a:lnTo>
                      <a:pt x="3884" y="2488"/>
                    </a:lnTo>
                    <a:lnTo>
                      <a:pt x="3884" y="1941"/>
                    </a:lnTo>
                    <a:cubicBezTo>
                      <a:pt x="3884" y="1478"/>
                      <a:pt x="3720" y="1051"/>
                      <a:pt x="3447" y="717"/>
                    </a:cubicBezTo>
                    <a:cubicBezTo>
                      <a:pt x="3381" y="636"/>
                      <a:pt x="3309" y="559"/>
                      <a:pt x="3230" y="490"/>
                    </a:cubicBezTo>
                    <a:cubicBezTo>
                      <a:pt x="3167" y="435"/>
                      <a:pt x="3100" y="382"/>
                      <a:pt x="3029" y="333"/>
                    </a:cubicBezTo>
                    <a:cubicBezTo>
                      <a:pt x="2754" y="148"/>
                      <a:pt x="2429" y="29"/>
                      <a:pt x="2079" y="5"/>
                    </a:cubicBezTo>
                    <a:cubicBezTo>
                      <a:pt x="2034" y="1"/>
                      <a:pt x="1990" y="0"/>
                      <a:pt x="19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25"/>
              <p:cNvSpPr/>
              <p:nvPr/>
            </p:nvSpPr>
            <p:spPr>
              <a:xfrm>
                <a:off x="-3409062" y="3446530"/>
                <a:ext cx="37302" cy="18600"/>
              </a:xfrm>
              <a:custGeom>
                <a:rect b="b" l="l" r="r" t="t"/>
                <a:pathLst>
                  <a:path extrusionOk="0" h="183" w="367">
                    <a:moveTo>
                      <a:pt x="0" y="0"/>
                    </a:moveTo>
                    <a:lnTo>
                      <a:pt x="0" y="183"/>
                    </a:lnTo>
                    <a:lnTo>
                      <a:pt x="367" y="183"/>
                    </a:lnTo>
                    <a:lnTo>
                      <a:pt x="36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25"/>
              <p:cNvSpPr/>
              <p:nvPr/>
            </p:nvSpPr>
            <p:spPr>
              <a:xfrm>
                <a:off x="-3371862" y="3465029"/>
                <a:ext cx="18803" cy="18803"/>
              </a:xfrm>
              <a:custGeom>
                <a:rect b="b" l="l" r="r" t="t"/>
                <a:pathLst>
                  <a:path extrusionOk="0" h="185" w="185">
                    <a:moveTo>
                      <a:pt x="1" y="1"/>
                    </a:moveTo>
                    <a:lnTo>
                      <a:pt x="1" y="184"/>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25"/>
              <p:cNvSpPr/>
              <p:nvPr/>
            </p:nvSpPr>
            <p:spPr>
              <a:xfrm>
                <a:off x="-3371862" y="3576936"/>
                <a:ext cx="18803" cy="18702"/>
              </a:xfrm>
              <a:custGeom>
                <a:rect b="b" l="l" r="r" t="t"/>
                <a:pathLst>
                  <a:path extrusionOk="0" h="184" w="185">
                    <a:moveTo>
                      <a:pt x="1" y="1"/>
                    </a:moveTo>
                    <a:lnTo>
                      <a:pt x="1" y="184"/>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25"/>
              <p:cNvSpPr/>
              <p:nvPr/>
            </p:nvSpPr>
            <p:spPr>
              <a:xfrm>
                <a:off x="-3353160" y="3483731"/>
                <a:ext cx="18702" cy="18702"/>
              </a:xfrm>
              <a:custGeom>
                <a:rect b="b" l="l" r="r" t="t"/>
                <a:pathLst>
                  <a:path extrusionOk="0" h="184" w="184">
                    <a:moveTo>
                      <a:pt x="0" y="0"/>
                    </a:moveTo>
                    <a:lnTo>
                      <a:pt x="0" y="183"/>
                    </a:lnTo>
                    <a:lnTo>
                      <a:pt x="183" y="183"/>
                    </a:lnTo>
                    <a:lnTo>
                      <a:pt x="1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25"/>
              <p:cNvSpPr/>
              <p:nvPr/>
            </p:nvSpPr>
            <p:spPr>
              <a:xfrm>
                <a:off x="-3353160" y="3558335"/>
                <a:ext cx="18702" cy="18702"/>
              </a:xfrm>
              <a:custGeom>
                <a:rect b="b" l="l" r="r" t="t"/>
                <a:pathLst>
                  <a:path extrusionOk="0" h="184" w="184">
                    <a:moveTo>
                      <a:pt x="0" y="0"/>
                    </a:moveTo>
                    <a:lnTo>
                      <a:pt x="0" y="184"/>
                    </a:lnTo>
                    <a:lnTo>
                      <a:pt x="183" y="184"/>
                    </a:lnTo>
                    <a:lnTo>
                      <a:pt x="1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25"/>
              <p:cNvSpPr/>
              <p:nvPr/>
            </p:nvSpPr>
            <p:spPr>
              <a:xfrm>
                <a:off x="-3334560" y="3502331"/>
                <a:ext cx="18702" cy="18702"/>
              </a:xfrm>
              <a:custGeom>
                <a:rect b="b" l="l" r="r" t="t"/>
                <a:pathLst>
                  <a:path extrusionOk="0" h="184" w="184">
                    <a:moveTo>
                      <a:pt x="0" y="0"/>
                    </a:moveTo>
                    <a:lnTo>
                      <a:pt x="0" y="184"/>
                    </a:lnTo>
                    <a:lnTo>
                      <a:pt x="184" y="184"/>
                    </a:lnTo>
                    <a:lnTo>
                      <a:pt x="1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25"/>
              <p:cNvSpPr/>
              <p:nvPr/>
            </p:nvSpPr>
            <p:spPr>
              <a:xfrm>
                <a:off x="-3334560" y="3539735"/>
                <a:ext cx="18702" cy="18702"/>
              </a:xfrm>
              <a:custGeom>
                <a:rect b="b" l="l" r="r" t="t"/>
                <a:pathLst>
                  <a:path extrusionOk="0" h="184" w="184">
                    <a:moveTo>
                      <a:pt x="0" y="1"/>
                    </a:moveTo>
                    <a:lnTo>
                      <a:pt x="0" y="183"/>
                    </a:lnTo>
                    <a:lnTo>
                      <a:pt x="184" y="183"/>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25"/>
              <p:cNvSpPr/>
              <p:nvPr/>
            </p:nvSpPr>
            <p:spPr>
              <a:xfrm>
                <a:off x="-3315859" y="3521033"/>
                <a:ext cx="18702" cy="18702"/>
              </a:xfrm>
              <a:custGeom>
                <a:rect b="b" l="l" r="r" t="t"/>
                <a:pathLst>
                  <a:path extrusionOk="0" h="184" w="184">
                    <a:moveTo>
                      <a:pt x="1" y="1"/>
                    </a:moveTo>
                    <a:lnTo>
                      <a:pt x="1" y="183"/>
                    </a:lnTo>
                    <a:lnTo>
                      <a:pt x="184" y="183"/>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25"/>
              <p:cNvSpPr/>
              <p:nvPr/>
            </p:nvSpPr>
            <p:spPr>
              <a:xfrm>
                <a:off x="-3427763" y="3465029"/>
                <a:ext cx="18803" cy="130709"/>
              </a:xfrm>
              <a:custGeom>
                <a:rect b="b" l="l" r="r" t="t"/>
                <a:pathLst>
                  <a:path extrusionOk="0" h="1286" w="185">
                    <a:moveTo>
                      <a:pt x="1" y="1"/>
                    </a:moveTo>
                    <a:lnTo>
                      <a:pt x="1" y="184"/>
                    </a:lnTo>
                    <a:lnTo>
                      <a:pt x="1" y="367"/>
                    </a:lnTo>
                    <a:lnTo>
                      <a:pt x="1" y="552"/>
                    </a:lnTo>
                    <a:lnTo>
                      <a:pt x="1" y="736"/>
                    </a:lnTo>
                    <a:lnTo>
                      <a:pt x="1" y="918"/>
                    </a:lnTo>
                    <a:lnTo>
                      <a:pt x="1" y="1102"/>
                    </a:lnTo>
                    <a:lnTo>
                      <a:pt x="1" y="1286"/>
                    </a:lnTo>
                    <a:lnTo>
                      <a:pt x="184" y="1286"/>
                    </a:lnTo>
                    <a:lnTo>
                      <a:pt x="184" y="1102"/>
                    </a:lnTo>
                    <a:lnTo>
                      <a:pt x="184" y="918"/>
                    </a:lnTo>
                    <a:lnTo>
                      <a:pt x="184" y="736"/>
                    </a:lnTo>
                    <a:lnTo>
                      <a:pt x="184" y="552"/>
                    </a:lnTo>
                    <a:lnTo>
                      <a:pt x="184" y="367"/>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25"/>
              <p:cNvSpPr/>
              <p:nvPr/>
            </p:nvSpPr>
            <p:spPr>
              <a:xfrm>
                <a:off x="-3409062" y="3595638"/>
                <a:ext cx="37302" cy="18803"/>
              </a:xfrm>
              <a:custGeom>
                <a:rect b="b" l="l" r="r" t="t"/>
                <a:pathLst>
                  <a:path extrusionOk="0" h="185" w="367">
                    <a:moveTo>
                      <a:pt x="0" y="1"/>
                    </a:moveTo>
                    <a:lnTo>
                      <a:pt x="0" y="184"/>
                    </a:lnTo>
                    <a:lnTo>
                      <a:pt x="367" y="184"/>
                    </a:lnTo>
                    <a:lnTo>
                      <a:pt x="36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25"/>
              <p:cNvSpPr/>
              <p:nvPr/>
            </p:nvSpPr>
            <p:spPr>
              <a:xfrm>
                <a:off x="-3336186" y="3692400"/>
                <a:ext cx="207549" cy="207447"/>
              </a:xfrm>
              <a:custGeom>
                <a:rect b="b" l="l" r="r" t="t"/>
                <a:pathLst>
                  <a:path extrusionOk="0" h="2041" w="2042">
                    <a:moveTo>
                      <a:pt x="1021" y="0"/>
                    </a:moveTo>
                    <a:cubicBezTo>
                      <a:pt x="458" y="0"/>
                      <a:pt x="1" y="456"/>
                      <a:pt x="1" y="1020"/>
                    </a:cubicBezTo>
                    <a:cubicBezTo>
                      <a:pt x="1" y="1583"/>
                      <a:pt x="458" y="2040"/>
                      <a:pt x="1021" y="2040"/>
                    </a:cubicBezTo>
                    <a:cubicBezTo>
                      <a:pt x="1585" y="2040"/>
                      <a:pt x="2042" y="1583"/>
                      <a:pt x="2042" y="1020"/>
                    </a:cubicBezTo>
                    <a:cubicBezTo>
                      <a:pt x="2042" y="456"/>
                      <a:pt x="1585" y="0"/>
                      <a:pt x="1021"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25"/>
              <p:cNvSpPr/>
              <p:nvPr/>
            </p:nvSpPr>
            <p:spPr>
              <a:xfrm>
                <a:off x="-3607461" y="3705004"/>
                <a:ext cx="182139" cy="182139"/>
              </a:xfrm>
              <a:custGeom>
                <a:rect b="b" l="l" r="r" t="t"/>
                <a:pathLst>
                  <a:path extrusionOk="0" h="1792" w="1792">
                    <a:moveTo>
                      <a:pt x="897" y="1"/>
                    </a:moveTo>
                    <a:cubicBezTo>
                      <a:pt x="649" y="1"/>
                      <a:pt x="424" y="100"/>
                      <a:pt x="263" y="263"/>
                    </a:cubicBezTo>
                    <a:cubicBezTo>
                      <a:pt x="102" y="425"/>
                      <a:pt x="1" y="648"/>
                      <a:pt x="1" y="896"/>
                    </a:cubicBezTo>
                    <a:cubicBezTo>
                      <a:pt x="1" y="1390"/>
                      <a:pt x="402" y="1791"/>
                      <a:pt x="897" y="1791"/>
                    </a:cubicBezTo>
                    <a:cubicBezTo>
                      <a:pt x="1390" y="1791"/>
                      <a:pt x="1791" y="1390"/>
                      <a:pt x="1791" y="896"/>
                    </a:cubicBezTo>
                    <a:cubicBezTo>
                      <a:pt x="1791" y="650"/>
                      <a:pt x="1691" y="425"/>
                      <a:pt x="1528" y="263"/>
                    </a:cubicBezTo>
                    <a:cubicBezTo>
                      <a:pt x="1367" y="101"/>
                      <a:pt x="1144" y="1"/>
                      <a:pt x="8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25"/>
              <p:cNvSpPr/>
              <p:nvPr/>
            </p:nvSpPr>
            <p:spPr>
              <a:xfrm>
                <a:off x="-3323380" y="3705004"/>
                <a:ext cx="182139" cy="182139"/>
              </a:xfrm>
              <a:custGeom>
                <a:rect b="b" l="l" r="r" t="t"/>
                <a:pathLst>
                  <a:path extrusionOk="0" h="1792" w="1792">
                    <a:moveTo>
                      <a:pt x="895" y="1"/>
                    </a:moveTo>
                    <a:cubicBezTo>
                      <a:pt x="401" y="1"/>
                      <a:pt x="1" y="401"/>
                      <a:pt x="1" y="896"/>
                    </a:cubicBezTo>
                    <a:cubicBezTo>
                      <a:pt x="1" y="1390"/>
                      <a:pt x="401" y="1791"/>
                      <a:pt x="895" y="1791"/>
                    </a:cubicBezTo>
                    <a:cubicBezTo>
                      <a:pt x="1390" y="1791"/>
                      <a:pt x="1791" y="1390"/>
                      <a:pt x="1791" y="896"/>
                    </a:cubicBezTo>
                    <a:cubicBezTo>
                      <a:pt x="1791" y="401"/>
                      <a:pt x="1390" y="1"/>
                      <a:pt x="8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25"/>
              <p:cNvSpPr/>
              <p:nvPr/>
            </p:nvSpPr>
            <p:spPr>
              <a:xfrm>
                <a:off x="-3585812" y="3726653"/>
                <a:ext cx="138840" cy="138840"/>
              </a:xfrm>
              <a:custGeom>
                <a:rect b="b" l="l" r="r" t="t"/>
                <a:pathLst>
                  <a:path extrusionOk="0" h="1366" w="1366">
                    <a:moveTo>
                      <a:pt x="500" y="1"/>
                    </a:moveTo>
                    <a:lnTo>
                      <a:pt x="500" y="500"/>
                    </a:lnTo>
                    <a:lnTo>
                      <a:pt x="1" y="500"/>
                    </a:lnTo>
                    <a:lnTo>
                      <a:pt x="1" y="866"/>
                    </a:lnTo>
                    <a:lnTo>
                      <a:pt x="500" y="866"/>
                    </a:lnTo>
                    <a:lnTo>
                      <a:pt x="500" y="1366"/>
                    </a:lnTo>
                    <a:lnTo>
                      <a:pt x="866" y="1366"/>
                    </a:lnTo>
                    <a:lnTo>
                      <a:pt x="866" y="866"/>
                    </a:lnTo>
                    <a:lnTo>
                      <a:pt x="1366" y="866"/>
                    </a:lnTo>
                    <a:lnTo>
                      <a:pt x="1366" y="500"/>
                    </a:lnTo>
                    <a:lnTo>
                      <a:pt x="866" y="500"/>
                    </a:lnTo>
                    <a:lnTo>
                      <a:pt x="86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25"/>
              <p:cNvSpPr/>
              <p:nvPr/>
            </p:nvSpPr>
            <p:spPr>
              <a:xfrm>
                <a:off x="-3548307" y="3929529"/>
                <a:ext cx="349235" cy="78263"/>
              </a:xfrm>
              <a:custGeom>
                <a:rect b="b" l="l" r="r" t="t"/>
                <a:pathLst>
                  <a:path extrusionOk="0" h="770" w="3436">
                    <a:moveTo>
                      <a:pt x="687" y="0"/>
                    </a:moveTo>
                    <a:cubicBezTo>
                      <a:pt x="433" y="0"/>
                      <a:pt x="207" y="161"/>
                      <a:pt x="126" y="402"/>
                    </a:cubicBezTo>
                    <a:lnTo>
                      <a:pt x="1" y="769"/>
                    </a:lnTo>
                    <a:lnTo>
                      <a:pt x="3435" y="769"/>
                    </a:lnTo>
                    <a:lnTo>
                      <a:pt x="3311" y="402"/>
                    </a:lnTo>
                    <a:cubicBezTo>
                      <a:pt x="3228" y="161"/>
                      <a:pt x="3003" y="0"/>
                      <a:pt x="27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25"/>
              <p:cNvSpPr/>
              <p:nvPr/>
            </p:nvSpPr>
            <p:spPr>
              <a:xfrm>
                <a:off x="-3399812" y="3311551"/>
                <a:ext cx="52243" cy="26325"/>
              </a:xfrm>
              <a:custGeom>
                <a:rect b="b" l="l" r="r" t="t"/>
                <a:pathLst>
                  <a:path extrusionOk="0" h="259" w="514">
                    <a:moveTo>
                      <a:pt x="257" y="1"/>
                    </a:moveTo>
                    <a:cubicBezTo>
                      <a:pt x="171" y="1"/>
                      <a:pt x="85" y="4"/>
                      <a:pt x="0" y="13"/>
                    </a:cubicBezTo>
                    <a:cubicBezTo>
                      <a:pt x="6" y="151"/>
                      <a:pt x="119" y="259"/>
                      <a:pt x="257" y="259"/>
                    </a:cubicBezTo>
                    <a:cubicBezTo>
                      <a:pt x="394" y="259"/>
                      <a:pt x="507" y="151"/>
                      <a:pt x="513" y="13"/>
                    </a:cubicBezTo>
                    <a:cubicBezTo>
                      <a:pt x="429" y="6"/>
                      <a:pt x="343" y="2"/>
                      <a:pt x="2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25"/>
              <p:cNvSpPr/>
              <p:nvPr/>
            </p:nvSpPr>
            <p:spPr>
              <a:xfrm>
                <a:off x="-3389954" y="3991428"/>
                <a:ext cx="32626" cy="16364"/>
              </a:xfrm>
              <a:custGeom>
                <a:rect b="b" l="l" r="r" t="t"/>
                <a:pathLst>
                  <a:path extrusionOk="0" h="161" w="321">
                    <a:moveTo>
                      <a:pt x="162" y="0"/>
                    </a:moveTo>
                    <a:cubicBezTo>
                      <a:pt x="161" y="0"/>
                      <a:pt x="161" y="0"/>
                      <a:pt x="160" y="0"/>
                    </a:cubicBezTo>
                    <a:cubicBezTo>
                      <a:pt x="70" y="0"/>
                      <a:pt x="0" y="73"/>
                      <a:pt x="0" y="160"/>
                    </a:cubicBezTo>
                    <a:lnTo>
                      <a:pt x="320" y="160"/>
                    </a:lnTo>
                    <a:cubicBezTo>
                      <a:pt x="320" y="72"/>
                      <a:pt x="250" y="0"/>
                      <a:pt x="1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25"/>
              <p:cNvSpPr/>
              <p:nvPr/>
            </p:nvSpPr>
            <p:spPr>
              <a:xfrm>
                <a:off x="-3259856" y="3718217"/>
                <a:ext cx="54886" cy="54886"/>
              </a:xfrm>
              <a:custGeom>
                <a:rect b="b" l="l" r="r" t="t"/>
                <a:pathLst>
                  <a:path extrusionOk="0" h="540" w="540">
                    <a:moveTo>
                      <a:pt x="270" y="1"/>
                    </a:moveTo>
                    <a:cubicBezTo>
                      <a:pt x="122" y="1"/>
                      <a:pt x="1" y="122"/>
                      <a:pt x="1" y="270"/>
                    </a:cubicBezTo>
                    <a:cubicBezTo>
                      <a:pt x="1" y="420"/>
                      <a:pt x="122" y="540"/>
                      <a:pt x="270" y="540"/>
                    </a:cubicBezTo>
                    <a:cubicBezTo>
                      <a:pt x="419" y="540"/>
                      <a:pt x="540" y="420"/>
                      <a:pt x="540" y="270"/>
                    </a:cubicBezTo>
                    <a:cubicBezTo>
                      <a:pt x="540" y="122"/>
                      <a:pt x="419" y="1"/>
                      <a:pt x="270"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25"/>
              <p:cNvSpPr/>
              <p:nvPr/>
            </p:nvSpPr>
            <p:spPr>
              <a:xfrm>
                <a:off x="-3259856" y="3818943"/>
                <a:ext cx="54886" cy="54987"/>
              </a:xfrm>
              <a:custGeom>
                <a:rect b="b" l="l" r="r" t="t"/>
                <a:pathLst>
                  <a:path extrusionOk="0" h="541" w="540">
                    <a:moveTo>
                      <a:pt x="270" y="1"/>
                    </a:moveTo>
                    <a:cubicBezTo>
                      <a:pt x="122" y="1"/>
                      <a:pt x="1" y="122"/>
                      <a:pt x="1" y="270"/>
                    </a:cubicBezTo>
                    <a:cubicBezTo>
                      <a:pt x="1" y="419"/>
                      <a:pt x="122" y="540"/>
                      <a:pt x="270" y="540"/>
                    </a:cubicBezTo>
                    <a:cubicBezTo>
                      <a:pt x="419" y="540"/>
                      <a:pt x="539" y="419"/>
                      <a:pt x="540" y="270"/>
                    </a:cubicBezTo>
                    <a:cubicBezTo>
                      <a:pt x="540" y="122"/>
                      <a:pt x="419" y="1"/>
                      <a:pt x="270"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25"/>
              <p:cNvSpPr/>
              <p:nvPr/>
            </p:nvSpPr>
            <p:spPr>
              <a:xfrm>
                <a:off x="-3310167" y="3768631"/>
                <a:ext cx="54886" cy="54987"/>
              </a:xfrm>
              <a:custGeom>
                <a:rect b="b" l="l" r="r" t="t"/>
                <a:pathLst>
                  <a:path extrusionOk="0" h="541" w="540">
                    <a:moveTo>
                      <a:pt x="270" y="0"/>
                    </a:moveTo>
                    <a:cubicBezTo>
                      <a:pt x="121" y="0"/>
                      <a:pt x="1" y="121"/>
                      <a:pt x="1" y="270"/>
                    </a:cubicBezTo>
                    <a:cubicBezTo>
                      <a:pt x="1" y="419"/>
                      <a:pt x="121" y="540"/>
                      <a:pt x="270" y="540"/>
                    </a:cubicBezTo>
                    <a:cubicBezTo>
                      <a:pt x="419" y="540"/>
                      <a:pt x="539" y="419"/>
                      <a:pt x="539" y="270"/>
                    </a:cubicBezTo>
                    <a:cubicBezTo>
                      <a:pt x="539" y="121"/>
                      <a:pt x="419" y="0"/>
                      <a:pt x="270"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25"/>
              <p:cNvSpPr/>
              <p:nvPr/>
            </p:nvSpPr>
            <p:spPr>
              <a:xfrm>
                <a:off x="-3209443" y="3768631"/>
                <a:ext cx="54784" cy="54987"/>
              </a:xfrm>
              <a:custGeom>
                <a:rect b="b" l="l" r="r" t="t"/>
                <a:pathLst>
                  <a:path extrusionOk="0" h="541" w="539">
                    <a:moveTo>
                      <a:pt x="270" y="0"/>
                    </a:moveTo>
                    <a:cubicBezTo>
                      <a:pt x="121" y="0"/>
                      <a:pt x="0" y="121"/>
                      <a:pt x="0" y="270"/>
                    </a:cubicBezTo>
                    <a:cubicBezTo>
                      <a:pt x="0" y="419"/>
                      <a:pt x="121" y="540"/>
                      <a:pt x="270" y="540"/>
                    </a:cubicBezTo>
                    <a:cubicBezTo>
                      <a:pt x="418" y="540"/>
                      <a:pt x="539" y="419"/>
                      <a:pt x="539" y="270"/>
                    </a:cubicBezTo>
                    <a:cubicBezTo>
                      <a:pt x="539" y="121"/>
                      <a:pt x="418" y="0"/>
                      <a:pt x="270"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 name="Google Shape;1917;p25"/>
            <p:cNvGrpSpPr/>
            <p:nvPr/>
          </p:nvGrpSpPr>
          <p:grpSpPr>
            <a:xfrm>
              <a:off x="8532745" y="4534547"/>
              <a:ext cx="500560" cy="472885"/>
              <a:chOff x="-1174275" y="581450"/>
              <a:chExt cx="370100" cy="349638"/>
            </a:xfrm>
          </p:grpSpPr>
          <p:sp>
            <p:nvSpPr>
              <p:cNvPr id="1918" name="Google Shape;1918;p25"/>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25"/>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eight columns ">
  <p:cSld name="CUSTOM_7_1">
    <p:spTree>
      <p:nvGrpSpPr>
        <p:cNvPr id="1920" name="Shape 1920"/>
        <p:cNvGrpSpPr/>
        <p:nvPr/>
      </p:nvGrpSpPr>
      <p:grpSpPr>
        <a:xfrm>
          <a:off x="0" y="0"/>
          <a:ext cx="0" cy="0"/>
          <a:chOff x="0" y="0"/>
          <a:chExt cx="0" cy="0"/>
        </a:xfrm>
      </p:grpSpPr>
      <p:sp>
        <p:nvSpPr>
          <p:cNvPr id="1921" name="Google Shape;1921;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922" name="Google Shape;1922;p26"/>
          <p:cNvSpPr txBox="1"/>
          <p:nvPr>
            <p:ph idx="1" type="subTitle"/>
          </p:nvPr>
        </p:nvSpPr>
        <p:spPr>
          <a:xfrm>
            <a:off x="2399366" y="1537742"/>
            <a:ext cx="21357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23" name="Google Shape;1923;p26"/>
          <p:cNvSpPr txBox="1"/>
          <p:nvPr>
            <p:ph idx="2" type="subTitle"/>
          </p:nvPr>
        </p:nvSpPr>
        <p:spPr>
          <a:xfrm>
            <a:off x="2399376" y="3114517"/>
            <a:ext cx="21357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24" name="Google Shape;1924;p26"/>
          <p:cNvSpPr txBox="1"/>
          <p:nvPr>
            <p:ph idx="3" type="subTitle"/>
          </p:nvPr>
        </p:nvSpPr>
        <p:spPr>
          <a:xfrm>
            <a:off x="2399366" y="2326129"/>
            <a:ext cx="21357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25" name="Google Shape;1925;p26"/>
          <p:cNvSpPr txBox="1"/>
          <p:nvPr>
            <p:ph idx="4" type="subTitle"/>
          </p:nvPr>
        </p:nvSpPr>
        <p:spPr>
          <a:xfrm>
            <a:off x="2399376" y="3902904"/>
            <a:ext cx="21357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26" name="Google Shape;1926;p26"/>
          <p:cNvSpPr txBox="1"/>
          <p:nvPr>
            <p:ph idx="5" type="subTitle"/>
          </p:nvPr>
        </p:nvSpPr>
        <p:spPr>
          <a:xfrm>
            <a:off x="6261969" y="1537742"/>
            <a:ext cx="21357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27" name="Google Shape;1927;p26"/>
          <p:cNvSpPr txBox="1"/>
          <p:nvPr>
            <p:ph idx="6" type="subTitle"/>
          </p:nvPr>
        </p:nvSpPr>
        <p:spPr>
          <a:xfrm>
            <a:off x="6261969" y="2326129"/>
            <a:ext cx="21357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28" name="Google Shape;1928;p26"/>
          <p:cNvSpPr txBox="1"/>
          <p:nvPr>
            <p:ph idx="7" type="subTitle"/>
          </p:nvPr>
        </p:nvSpPr>
        <p:spPr>
          <a:xfrm>
            <a:off x="746275" y="1537750"/>
            <a:ext cx="1653000" cy="54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929" name="Google Shape;1929;p26"/>
          <p:cNvSpPr txBox="1"/>
          <p:nvPr>
            <p:ph idx="8" type="subTitle"/>
          </p:nvPr>
        </p:nvSpPr>
        <p:spPr>
          <a:xfrm>
            <a:off x="746283" y="3113766"/>
            <a:ext cx="1653000" cy="54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930" name="Google Shape;1930;p26"/>
          <p:cNvSpPr txBox="1"/>
          <p:nvPr>
            <p:ph idx="9" type="subTitle"/>
          </p:nvPr>
        </p:nvSpPr>
        <p:spPr>
          <a:xfrm>
            <a:off x="4608940" y="1537750"/>
            <a:ext cx="1653000" cy="54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931" name="Google Shape;1931;p26"/>
          <p:cNvSpPr txBox="1"/>
          <p:nvPr>
            <p:ph idx="13" type="subTitle"/>
          </p:nvPr>
        </p:nvSpPr>
        <p:spPr>
          <a:xfrm>
            <a:off x="746275" y="2325758"/>
            <a:ext cx="1653000" cy="54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932" name="Google Shape;1932;p26"/>
          <p:cNvSpPr txBox="1"/>
          <p:nvPr>
            <p:ph idx="14" type="subTitle"/>
          </p:nvPr>
        </p:nvSpPr>
        <p:spPr>
          <a:xfrm>
            <a:off x="746283" y="3901775"/>
            <a:ext cx="1653000" cy="54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933" name="Google Shape;1933;p26"/>
          <p:cNvSpPr txBox="1"/>
          <p:nvPr>
            <p:ph idx="15" type="subTitle"/>
          </p:nvPr>
        </p:nvSpPr>
        <p:spPr>
          <a:xfrm>
            <a:off x="4608940" y="2325758"/>
            <a:ext cx="1653000" cy="54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934" name="Google Shape;1934;p26"/>
          <p:cNvSpPr txBox="1"/>
          <p:nvPr>
            <p:ph idx="16" type="subTitle"/>
          </p:nvPr>
        </p:nvSpPr>
        <p:spPr>
          <a:xfrm>
            <a:off x="6262016" y="3114517"/>
            <a:ext cx="21357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35" name="Google Shape;1935;p26"/>
          <p:cNvSpPr txBox="1"/>
          <p:nvPr>
            <p:ph idx="17" type="subTitle"/>
          </p:nvPr>
        </p:nvSpPr>
        <p:spPr>
          <a:xfrm>
            <a:off x="6262016" y="3902904"/>
            <a:ext cx="21357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36" name="Google Shape;1936;p26"/>
          <p:cNvSpPr txBox="1"/>
          <p:nvPr>
            <p:ph idx="18" type="subTitle"/>
          </p:nvPr>
        </p:nvSpPr>
        <p:spPr>
          <a:xfrm>
            <a:off x="4608977" y="3113766"/>
            <a:ext cx="1653000" cy="54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937" name="Google Shape;1937;p26"/>
          <p:cNvSpPr txBox="1"/>
          <p:nvPr>
            <p:ph idx="19" type="subTitle"/>
          </p:nvPr>
        </p:nvSpPr>
        <p:spPr>
          <a:xfrm>
            <a:off x="4608977" y="3901775"/>
            <a:ext cx="1653000" cy="54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1938" name="Google Shape;1938;p26"/>
          <p:cNvGrpSpPr/>
          <p:nvPr/>
        </p:nvGrpSpPr>
        <p:grpSpPr>
          <a:xfrm>
            <a:off x="-286929" y="92497"/>
            <a:ext cx="9626807" cy="5138474"/>
            <a:chOff x="-286929" y="92497"/>
            <a:chExt cx="9626807" cy="5138474"/>
          </a:xfrm>
        </p:grpSpPr>
        <p:grpSp>
          <p:nvGrpSpPr>
            <p:cNvPr id="1939" name="Google Shape;1939;p26"/>
            <p:cNvGrpSpPr/>
            <p:nvPr/>
          </p:nvGrpSpPr>
          <p:grpSpPr>
            <a:xfrm>
              <a:off x="-286929" y="136960"/>
              <a:ext cx="927849" cy="523955"/>
              <a:chOff x="3701784" y="1690738"/>
              <a:chExt cx="473416" cy="267338"/>
            </a:xfrm>
          </p:grpSpPr>
          <p:sp>
            <p:nvSpPr>
              <p:cNvPr id="1940" name="Google Shape;1940;p26"/>
              <p:cNvSpPr/>
              <p:nvPr/>
            </p:nvSpPr>
            <p:spPr>
              <a:xfrm>
                <a:off x="3701784" y="1690738"/>
                <a:ext cx="472025" cy="265900"/>
              </a:xfrm>
              <a:custGeom>
                <a:rect b="b" l="l" r="r" t="t"/>
                <a:pathLst>
                  <a:path extrusionOk="0" h="10636" w="18881">
                    <a:moveTo>
                      <a:pt x="9441" y="0"/>
                    </a:moveTo>
                    <a:cubicBezTo>
                      <a:pt x="4235" y="0"/>
                      <a:pt x="0" y="4236"/>
                      <a:pt x="0" y="9440"/>
                    </a:cubicBezTo>
                    <a:cubicBezTo>
                      <a:pt x="0" y="10102"/>
                      <a:pt x="536" y="10635"/>
                      <a:pt x="1195" y="10635"/>
                    </a:cubicBezTo>
                    <a:cubicBezTo>
                      <a:pt x="1855" y="10635"/>
                      <a:pt x="2389" y="10100"/>
                      <a:pt x="2389" y="9440"/>
                    </a:cubicBezTo>
                    <a:cubicBezTo>
                      <a:pt x="2389" y="5553"/>
                      <a:pt x="5552" y="2390"/>
                      <a:pt x="9439" y="2390"/>
                    </a:cubicBezTo>
                    <a:cubicBezTo>
                      <a:pt x="13326" y="2390"/>
                      <a:pt x="16489" y="5554"/>
                      <a:pt x="16489" y="9440"/>
                    </a:cubicBezTo>
                    <a:cubicBezTo>
                      <a:pt x="16489" y="10102"/>
                      <a:pt x="17024" y="10635"/>
                      <a:pt x="17683" y="10635"/>
                    </a:cubicBezTo>
                    <a:cubicBezTo>
                      <a:pt x="18343" y="10635"/>
                      <a:pt x="18878" y="10100"/>
                      <a:pt x="18878" y="9440"/>
                    </a:cubicBezTo>
                    <a:cubicBezTo>
                      <a:pt x="18880" y="4236"/>
                      <a:pt x="14646" y="0"/>
                      <a:pt x="9441"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26"/>
              <p:cNvSpPr/>
              <p:nvPr/>
            </p:nvSpPr>
            <p:spPr>
              <a:xfrm>
                <a:off x="3703175" y="1692175"/>
                <a:ext cx="472025" cy="265900"/>
              </a:xfrm>
              <a:custGeom>
                <a:rect b="b" l="l" r="r" t="t"/>
                <a:pathLst>
                  <a:path extrusionOk="0" h="10636" w="18881">
                    <a:moveTo>
                      <a:pt x="9441" y="0"/>
                    </a:moveTo>
                    <a:cubicBezTo>
                      <a:pt x="4236" y="0"/>
                      <a:pt x="1" y="4236"/>
                      <a:pt x="1" y="9440"/>
                    </a:cubicBezTo>
                    <a:cubicBezTo>
                      <a:pt x="1" y="10099"/>
                      <a:pt x="535" y="10635"/>
                      <a:pt x="1196" y="10635"/>
                    </a:cubicBezTo>
                    <a:cubicBezTo>
                      <a:pt x="1855" y="10635"/>
                      <a:pt x="2390" y="10100"/>
                      <a:pt x="2390" y="9440"/>
                    </a:cubicBezTo>
                    <a:cubicBezTo>
                      <a:pt x="2390" y="5553"/>
                      <a:pt x="5552" y="2390"/>
                      <a:pt x="9440" y="2390"/>
                    </a:cubicBezTo>
                    <a:cubicBezTo>
                      <a:pt x="13327" y="2390"/>
                      <a:pt x="16490" y="5552"/>
                      <a:pt x="16490" y="9440"/>
                    </a:cubicBezTo>
                    <a:cubicBezTo>
                      <a:pt x="16490" y="10099"/>
                      <a:pt x="17023" y="10635"/>
                      <a:pt x="17684" y="10635"/>
                    </a:cubicBezTo>
                    <a:cubicBezTo>
                      <a:pt x="18344" y="10635"/>
                      <a:pt x="18879" y="10099"/>
                      <a:pt x="18881" y="9440"/>
                    </a:cubicBezTo>
                    <a:cubicBezTo>
                      <a:pt x="18881" y="4236"/>
                      <a:pt x="14646" y="0"/>
                      <a:pt x="9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 name="Google Shape;1942;p26"/>
            <p:cNvGrpSpPr/>
            <p:nvPr/>
          </p:nvGrpSpPr>
          <p:grpSpPr>
            <a:xfrm>
              <a:off x="-209562" y="4326086"/>
              <a:ext cx="1045362" cy="904886"/>
              <a:chOff x="3725309" y="381575"/>
              <a:chExt cx="533375" cy="461700"/>
            </a:xfrm>
          </p:grpSpPr>
          <p:sp>
            <p:nvSpPr>
              <p:cNvPr id="1943" name="Google Shape;1943;p26"/>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26"/>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26"/>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26"/>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26"/>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26"/>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26"/>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26"/>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26"/>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26"/>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26"/>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26"/>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26"/>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26"/>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26"/>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 name="Google Shape;1958;p26"/>
            <p:cNvGrpSpPr/>
            <p:nvPr/>
          </p:nvGrpSpPr>
          <p:grpSpPr>
            <a:xfrm>
              <a:off x="7805033" y="4603997"/>
              <a:ext cx="393923" cy="394209"/>
              <a:chOff x="4296334" y="1527938"/>
              <a:chExt cx="200991" cy="201138"/>
            </a:xfrm>
          </p:grpSpPr>
          <p:sp>
            <p:nvSpPr>
              <p:cNvPr id="1959" name="Google Shape;1959;p26"/>
              <p:cNvSpPr/>
              <p:nvPr/>
            </p:nvSpPr>
            <p:spPr>
              <a:xfrm>
                <a:off x="4296334" y="1527938"/>
                <a:ext cx="199650" cy="199675"/>
              </a:xfrm>
              <a:custGeom>
                <a:rect b="b" l="l" r="r" t="t"/>
                <a:pathLst>
                  <a:path extrusionOk="0" h="7987" w="7986">
                    <a:moveTo>
                      <a:pt x="3993" y="0"/>
                    </a:moveTo>
                    <a:cubicBezTo>
                      <a:pt x="1788" y="0"/>
                      <a:pt x="0" y="1789"/>
                      <a:pt x="0" y="3993"/>
                    </a:cubicBezTo>
                    <a:cubicBezTo>
                      <a:pt x="0" y="6199"/>
                      <a:pt x="1789" y="7986"/>
                      <a:pt x="3993" y="7986"/>
                    </a:cubicBezTo>
                    <a:lnTo>
                      <a:pt x="7986" y="7986"/>
                    </a:lnTo>
                    <a:lnTo>
                      <a:pt x="7986" y="3993"/>
                    </a:lnTo>
                    <a:cubicBezTo>
                      <a:pt x="7986" y="1789"/>
                      <a:pt x="6197" y="0"/>
                      <a:pt x="3993"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26"/>
              <p:cNvSpPr/>
              <p:nvPr/>
            </p:nvSpPr>
            <p:spPr>
              <a:xfrm>
                <a:off x="4297675" y="1529400"/>
                <a:ext cx="199650" cy="199675"/>
              </a:xfrm>
              <a:custGeom>
                <a:rect b="b" l="l" r="r" t="t"/>
                <a:pathLst>
                  <a:path extrusionOk="0" h="7987" w="7986">
                    <a:moveTo>
                      <a:pt x="3994" y="0"/>
                    </a:moveTo>
                    <a:cubicBezTo>
                      <a:pt x="3994" y="0"/>
                      <a:pt x="3993" y="0"/>
                      <a:pt x="3993" y="0"/>
                    </a:cubicBezTo>
                    <a:cubicBezTo>
                      <a:pt x="1788" y="0"/>
                      <a:pt x="1" y="1787"/>
                      <a:pt x="1" y="3993"/>
                    </a:cubicBezTo>
                    <a:cubicBezTo>
                      <a:pt x="1" y="6198"/>
                      <a:pt x="1787" y="7986"/>
                      <a:pt x="3993" y="7986"/>
                    </a:cubicBezTo>
                    <a:lnTo>
                      <a:pt x="7985" y="7986"/>
                    </a:lnTo>
                    <a:lnTo>
                      <a:pt x="7985" y="3991"/>
                    </a:lnTo>
                    <a:cubicBezTo>
                      <a:pt x="7985" y="1787"/>
                      <a:pt x="6200" y="0"/>
                      <a:pt x="3994" y="0"/>
                    </a:cubicBezTo>
                    <a:close/>
                  </a:path>
                </a:pathLst>
              </a:custGeom>
              <a:solidFill>
                <a:srgbClr val="242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26"/>
              <p:cNvSpPr/>
              <p:nvPr/>
            </p:nvSpPr>
            <p:spPr>
              <a:xfrm>
                <a:off x="4297675" y="1529400"/>
                <a:ext cx="199650" cy="199675"/>
              </a:xfrm>
              <a:custGeom>
                <a:rect b="b" l="l" r="r" t="t"/>
                <a:pathLst>
                  <a:path extrusionOk="0" h="7987" w="7986">
                    <a:moveTo>
                      <a:pt x="3994" y="0"/>
                    </a:moveTo>
                    <a:cubicBezTo>
                      <a:pt x="3994" y="0"/>
                      <a:pt x="3993" y="0"/>
                      <a:pt x="3993" y="0"/>
                    </a:cubicBezTo>
                    <a:cubicBezTo>
                      <a:pt x="1788" y="0"/>
                      <a:pt x="1" y="1787"/>
                      <a:pt x="1" y="3993"/>
                    </a:cubicBezTo>
                    <a:cubicBezTo>
                      <a:pt x="1" y="6198"/>
                      <a:pt x="1787" y="7986"/>
                      <a:pt x="3993" y="7986"/>
                    </a:cubicBezTo>
                    <a:lnTo>
                      <a:pt x="7985" y="7986"/>
                    </a:lnTo>
                    <a:lnTo>
                      <a:pt x="7985" y="3991"/>
                    </a:lnTo>
                    <a:cubicBezTo>
                      <a:pt x="7985" y="1787"/>
                      <a:pt x="6200" y="0"/>
                      <a:pt x="3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26"/>
              <p:cNvSpPr/>
              <p:nvPr/>
            </p:nvSpPr>
            <p:spPr>
              <a:xfrm>
                <a:off x="4320825" y="1552575"/>
                <a:ext cx="153350" cy="153325"/>
              </a:xfrm>
              <a:custGeom>
                <a:rect b="b" l="l" r="r" t="t"/>
                <a:pathLst>
                  <a:path extrusionOk="0" h="6133" w="6134">
                    <a:moveTo>
                      <a:pt x="3067" y="0"/>
                    </a:moveTo>
                    <a:cubicBezTo>
                      <a:pt x="1376" y="0"/>
                      <a:pt x="1" y="1375"/>
                      <a:pt x="1" y="3066"/>
                    </a:cubicBezTo>
                    <a:cubicBezTo>
                      <a:pt x="1" y="4757"/>
                      <a:pt x="1376" y="6132"/>
                      <a:pt x="3067" y="6132"/>
                    </a:cubicBezTo>
                    <a:lnTo>
                      <a:pt x="6134" y="6132"/>
                    </a:lnTo>
                    <a:lnTo>
                      <a:pt x="6134" y="3066"/>
                    </a:lnTo>
                    <a:cubicBezTo>
                      <a:pt x="6134" y="1375"/>
                      <a:pt x="4758" y="0"/>
                      <a:pt x="30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26"/>
              <p:cNvSpPr/>
              <p:nvPr/>
            </p:nvSpPr>
            <p:spPr>
              <a:xfrm>
                <a:off x="4341275" y="1573000"/>
                <a:ext cx="112450" cy="112450"/>
              </a:xfrm>
              <a:custGeom>
                <a:rect b="b" l="l" r="r" t="t"/>
                <a:pathLst>
                  <a:path extrusionOk="0" h="4498" w="4498">
                    <a:moveTo>
                      <a:pt x="2250" y="1"/>
                    </a:moveTo>
                    <a:cubicBezTo>
                      <a:pt x="1009" y="1"/>
                      <a:pt x="1" y="1009"/>
                      <a:pt x="1" y="2249"/>
                    </a:cubicBezTo>
                    <a:cubicBezTo>
                      <a:pt x="1" y="3489"/>
                      <a:pt x="1009" y="4498"/>
                      <a:pt x="2250" y="4498"/>
                    </a:cubicBezTo>
                    <a:lnTo>
                      <a:pt x="4497" y="4498"/>
                    </a:lnTo>
                    <a:lnTo>
                      <a:pt x="4497" y="2249"/>
                    </a:lnTo>
                    <a:cubicBezTo>
                      <a:pt x="4497" y="1009"/>
                      <a:pt x="3489" y="1"/>
                      <a:pt x="22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26"/>
              <p:cNvSpPr/>
              <p:nvPr/>
            </p:nvSpPr>
            <p:spPr>
              <a:xfrm>
                <a:off x="4367125" y="1598825"/>
                <a:ext cx="60750" cy="60725"/>
              </a:xfrm>
              <a:custGeom>
                <a:rect b="b" l="l" r="r" t="t"/>
                <a:pathLst>
                  <a:path extrusionOk="0" h="2429" w="2430">
                    <a:moveTo>
                      <a:pt x="1215" y="1"/>
                    </a:moveTo>
                    <a:cubicBezTo>
                      <a:pt x="546" y="1"/>
                      <a:pt x="1" y="545"/>
                      <a:pt x="1" y="1214"/>
                    </a:cubicBezTo>
                    <a:cubicBezTo>
                      <a:pt x="1" y="1884"/>
                      <a:pt x="546" y="2429"/>
                      <a:pt x="1215" y="2429"/>
                    </a:cubicBezTo>
                    <a:lnTo>
                      <a:pt x="2429" y="2429"/>
                    </a:lnTo>
                    <a:lnTo>
                      <a:pt x="2429" y="1214"/>
                    </a:lnTo>
                    <a:cubicBezTo>
                      <a:pt x="2429" y="545"/>
                      <a:pt x="1884"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 name="Google Shape;1965;p26"/>
            <p:cNvGrpSpPr/>
            <p:nvPr/>
          </p:nvGrpSpPr>
          <p:grpSpPr>
            <a:xfrm>
              <a:off x="8604266" y="565376"/>
              <a:ext cx="735612" cy="682607"/>
              <a:chOff x="-3345900" y="2555950"/>
              <a:chExt cx="464050" cy="430613"/>
            </a:xfrm>
          </p:grpSpPr>
          <p:sp>
            <p:nvSpPr>
              <p:cNvPr id="1966" name="Google Shape;1966;p26"/>
              <p:cNvSpPr/>
              <p:nvPr/>
            </p:nvSpPr>
            <p:spPr>
              <a:xfrm>
                <a:off x="-3345900" y="2555950"/>
                <a:ext cx="464050" cy="430575"/>
              </a:xfrm>
              <a:custGeom>
                <a:rect b="b" l="l" r="r" t="t"/>
                <a:pathLst>
                  <a:path extrusionOk="0" h="17223" w="18562">
                    <a:moveTo>
                      <a:pt x="9284" y="7756"/>
                    </a:moveTo>
                    <a:cubicBezTo>
                      <a:pt x="9503" y="7756"/>
                      <a:pt x="9723" y="7840"/>
                      <a:pt x="9889" y="8006"/>
                    </a:cubicBezTo>
                    <a:cubicBezTo>
                      <a:pt x="10224" y="8341"/>
                      <a:pt x="10224" y="8883"/>
                      <a:pt x="9889" y="9218"/>
                    </a:cubicBezTo>
                    <a:cubicBezTo>
                      <a:pt x="9723" y="9385"/>
                      <a:pt x="9504" y="9469"/>
                      <a:pt x="9285" y="9469"/>
                    </a:cubicBezTo>
                    <a:cubicBezTo>
                      <a:pt x="9066" y="9469"/>
                      <a:pt x="8846" y="9385"/>
                      <a:pt x="8679" y="9218"/>
                    </a:cubicBezTo>
                    <a:cubicBezTo>
                      <a:pt x="8344" y="8883"/>
                      <a:pt x="8344" y="8341"/>
                      <a:pt x="8679" y="8006"/>
                    </a:cubicBezTo>
                    <a:cubicBezTo>
                      <a:pt x="8845" y="7840"/>
                      <a:pt x="9065" y="7756"/>
                      <a:pt x="9284" y="7756"/>
                    </a:cubicBezTo>
                    <a:close/>
                    <a:moveTo>
                      <a:pt x="9286" y="0"/>
                    </a:moveTo>
                    <a:cubicBezTo>
                      <a:pt x="8069" y="0"/>
                      <a:pt x="6853" y="257"/>
                      <a:pt x="5724" y="769"/>
                    </a:cubicBezTo>
                    <a:cubicBezTo>
                      <a:pt x="4809" y="1184"/>
                      <a:pt x="3949" y="1768"/>
                      <a:pt x="3196" y="2521"/>
                    </a:cubicBezTo>
                    <a:cubicBezTo>
                      <a:pt x="2441" y="3275"/>
                      <a:pt x="1857" y="4134"/>
                      <a:pt x="1440" y="5052"/>
                    </a:cubicBezTo>
                    <a:cubicBezTo>
                      <a:pt x="1" y="8223"/>
                      <a:pt x="585" y="12091"/>
                      <a:pt x="3196" y="14701"/>
                    </a:cubicBezTo>
                    <a:cubicBezTo>
                      <a:pt x="4876" y="16382"/>
                      <a:pt x="7079" y="17223"/>
                      <a:pt x="9282" y="17223"/>
                    </a:cubicBezTo>
                    <a:cubicBezTo>
                      <a:pt x="10475" y="17223"/>
                      <a:pt x="11668" y="16976"/>
                      <a:pt x="12778" y="16483"/>
                    </a:cubicBezTo>
                    <a:cubicBezTo>
                      <a:pt x="13719" y="16068"/>
                      <a:pt x="14599" y="15473"/>
                      <a:pt x="15373" y="14701"/>
                    </a:cubicBezTo>
                    <a:cubicBezTo>
                      <a:pt x="16146" y="13928"/>
                      <a:pt x="16741" y="13045"/>
                      <a:pt x="17156" y="12106"/>
                    </a:cubicBezTo>
                    <a:cubicBezTo>
                      <a:pt x="18561" y="8945"/>
                      <a:pt x="17967" y="5115"/>
                      <a:pt x="15373" y="2521"/>
                    </a:cubicBezTo>
                    <a:cubicBezTo>
                      <a:pt x="13691" y="840"/>
                      <a:pt x="11488" y="0"/>
                      <a:pt x="928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7" name="Google Shape;1967;p26"/>
              <p:cNvGrpSpPr/>
              <p:nvPr/>
            </p:nvGrpSpPr>
            <p:grpSpPr>
              <a:xfrm>
                <a:off x="-3345900" y="2555988"/>
                <a:ext cx="464050" cy="430575"/>
                <a:chOff x="-3345900" y="1288025"/>
                <a:chExt cx="464050" cy="430575"/>
              </a:xfrm>
            </p:grpSpPr>
            <p:sp>
              <p:nvSpPr>
                <p:cNvPr id="1968" name="Google Shape;1968;p26"/>
                <p:cNvSpPr/>
                <p:nvPr/>
              </p:nvSpPr>
              <p:spPr>
                <a:xfrm>
                  <a:off x="-3345900" y="1288025"/>
                  <a:ext cx="464050" cy="430575"/>
                </a:xfrm>
                <a:custGeom>
                  <a:rect b="b" l="l" r="r" t="t"/>
                  <a:pathLst>
                    <a:path extrusionOk="0" h="17223" w="18562">
                      <a:moveTo>
                        <a:pt x="9284" y="7757"/>
                      </a:moveTo>
                      <a:cubicBezTo>
                        <a:pt x="9503" y="7757"/>
                        <a:pt x="9723" y="7840"/>
                        <a:pt x="9889" y="8007"/>
                      </a:cubicBezTo>
                      <a:cubicBezTo>
                        <a:pt x="10224" y="8341"/>
                        <a:pt x="10224" y="8885"/>
                        <a:pt x="9889" y="9218"/>
                      </a:cubicBezTo>
                      <a:cubicBezTo>
                        <a:pt x="9723" y="9385"/>
                        <a:pt x="9504" y="9469"/>
                        <a:pt x="9285" y="9469"/>
                      </a:cubicBezTo>
                      <a:cubicBezTo>
                        <a:pt x="9066" y="9469"/>
                        <a:pt x="8846" y="9385"/>
                        <a:pt x="8679" y="9218"/>
                      </a:cubicBezTo>
                      <a:cubicBezTo>
                        <a:pt x="8344" y="8885"/>
                        <a:pt x="8344" y="8341"/>
                        <a:pt x="8679" y="8007"/>
                      </a:cubicBezTo>
                      <a:cubicBezTo>
                        <a:pt x="8845" y="7840"/>
                        <a:pt x="9065" y="7757"/>
                        <a:pt x="9284" y="7757"/>
                      </a:cubicBezTo>
                      <a:close/>
                      <a:moveTo>
                        <a:pt x="9285" y="1"/>
                      </a:moveTo>
                      <a:cubicBezTo>
                        <a:pt x="8069" y="1"/>
                        <a:pt x="6853" y="257"/>
                        <a:pt x="5724" y="769"/>
                      </a:cubicBezTo>
                      <a:cubicBezTo>
                        <a:pt x="4809" y="1184"/>
                        <a:pt x="3949" y="1769"/>
                        <a:pt x="3196" y="2522"/>
                      </a:cubicBezTo>
                      <a:cubicBezTo>
                        <a:pt x="2441" y="3276"/>
                        <a:pt x="1857" y="4134"/>
                        <a:pt x="1440" y="5052"/>
                      </a:cubicBezTo>
                      <a:cubicBezTo>
                        <a:pt x="1" y="8224"/>
                        <a:pt x="585" y="12091"/>
                        <a:pt x="3196" y="14701"/>
                      </a:cubicBezTo>
                      <a:cubicBezTo>
                        <a:pt x="4876" y="16382"/>
                        <a:pt x="7079" y="17223"/>
                        <a:pt x="9282" y="17223"/>
                      </a:cubicBezTo>
                      <a:cubicBezTo>
                        <a:pt x="10475" y="17223"/>
                        <a:pt x="11668" y="16976"/>
                        <a:pt x="12778" y="16483"/>
                      </a:cubicBezTo>
                      <a:cubicBezTo>
                        <a:pt x="13719" y="16068"/>
                        <a:pt x="14599" y="15474"/>
                        <a:pt x="15373" y="14701"/>
                      </a:cubicBezTo>
                      <a:cubicBezTo>
                        <a:pt x="16146" y="13928"/>
                        <a:pt x="16741" y="13046"/>
                        <a:pt x="17156" y="12106"/>
                      </a:cubicBezTo>
                      <a:cubicBezTo>
                        <a:pt x="18561" y="8946"/>
                        <a:pt x="17967" y="5115"/>
                        <a:pt x="15373" y="2522"/>
                      </a:cubicBezTo>
                      <a:cubicBezTo>
                        <a:pt x="13691" y="841"/>
                        <a:pt x="11488" y="1"/>
                        <a:pt x="92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26"/>
                <p:cNvSpPr/>
                <p:nvPr/>
              </p:nvSpPr>
              <p:spPr>
                <a:xfrm>
                  <a:off x="-3215075" y="1411025"/>
                  <a:ext cx="202575" cy="184600"/>
                </a:xfrm>
                <a:custGeom>
                  <a:rect b="b" l="l" r="r" t="t"/>
                  <a:pathLst>
                    <a:path extrusionOk="0" h="7384" w="8103">
                      <a:moveTo>
                        <a:pt x="4052" y="2837"/>
                      </a:moveTo>
                      <a:cubicBezTo>
                        <a:pt x="4272" y="2837"/>
                        <a:pt x="4491" y="2920"/>
                        <a:pt x="4658" y="3087"/>
                      </a:cubicBezTo>
                      <a:cubicBezTo>
                        <a:pt x="4993" y="3421"/>
                        <a:pt x="4993" y="3965"/>
                        <a:pt x="4658" y="4298"/>
                      </a:cubicBezTo>
                      <a:cubicBezTo>
                        <a:pt x="4491" y="4465"/>
                        <a:pt x="4272" y="4549"/>
                        <a:pt x="4052" y="4549"/>
                      </a:cubicBezTo>
                      <a:cubicBezTo>
                        <a:pt x="3833" y="4549"/>
                        <a:pt x="3614" y="4465"/>
                        <a:pt x="3447" y="4298"/>
                      </a:cubicBezTo>
                      <a:cubicBezTo>
                        <a:pt x="3112" y="3965"/>
                        <a:pt x="3112" y="3421"/>
                        <a:pt x="3447" y="3087"/>
                      </a:cubicBezTo>
                      <a:cubicBezTo>
                        <a:pt x="3614" y="2920"/>
                        <a:pt x="3833" y="2837"/>
                        <a:pt x="4052" y="2837"/>
                      </a:cubicBezTo>
                      <a:close/>
                      <a:moveTo>
                        <a:pt x="4051" y="1"/>
                      </a:moveTo>
                      <a:cubicBezTo>
                        <a:pt x="3107" y="1"/>
                        <a:pt x="2162" y="361"/>
                        <a:pt x="1442" y="1082"/>
                      </a:cubicBezTo>
                      <a:cubicBezTo>
                        <a:pt x="1" y="2523"/>
                        <a:pt x="1" y="4860"/>
                        <a:pt x="1442" y="6302"/>
                      </a:cubicBezTo>
                      <a:cubicBezTo>
                        <a:pt x="2162" y="7023"/>
                        <a:pt x="3107" y="7383"/>
                        <a:pt x="4052" y="7383"/>
                      </a:cubicBezTo>
                      <a:cubicBezTo>
                        <a:pt x="4997" y="7383"/>
                        <a:pt x="5941" y="7023"/>
                        <a:pt x="6661" y="6302"/>
                      </a:cubicBezTo>
                      <a:cubicBezTo>
                        <a:pt x="8102" y="4860"/>
                        <a:pt x="8102" y="2523"/>
                        <a:pt x="6661" y="1082"/>
                      </a:cubicBezTo>
                      <a:cubicBezTo>
                        <a:pt x="5940" y="361"/>
                        <a:pt x="4995" y="1"/>
                        <a:pt x="40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26"/>
                <p:cNvSpPr/>
                <p:nvPr/>
              </p:nvSpPr>
              <p:spPr>
                <a:xfrm>
                  <a:off x="-3169450" y="1452600"/>
                  <a:ext cx="111350" cy="101450"/>
                </a:xfrm>
                <a:custGeom>
                  <a:rect b="b" l="l" r="r" t="t"/>
                  <a:pathLst>
                    <a:path extrusionOk="0" h="4058" w="4454">
                      <a:moveTo>
                        <a:pt x="2227" y="1174"/>
                      </a:moveTo>
                      <a:cubicBezTo>
                        <a:pt x="2447" y="1174"/>
                        <a:pt x="2666" y="1257"/>
                        <a:pt x="2833" y="1424"/>
                      </a:cubicBezTo>
                      <a:cubicBezTo>
                        <a:pt x="3168" y="1758"/>
                        <a:pt x="3168" y="2302"/>
                        <a:pt x="2833" y="2635"/>
                      </a:cubicBezTo>
                      <a:cubicBezTo>
                        <a:pt x="2666" y="2802"/>
                        <a:pt x="2447" y="2886"/>
                        <a:pt x="2227" y="2886"/>
                      </a:cubicBezTo>
                      <a:cubicBezTo>
                        <a:pt x="2008" y="2886"/>
                        <a:pt x="1789" y="2802"/>
                        <a:pt x="1622" y="2635"/>
                      </a:cubicBezTo>
                      <a:cubicBezTo>
                        <a:pt x="1287" y="2302"/>
                        <a:pt x="1287" y="1758"/>
                        <a:pt x="1622" y="1424"/>
                      </a:cubicBezTo>
                      <a:cubicBezTo>
                        <a:pt x="1789" y="1257"/>
                        <a:pt x="2008" y="1174"/>
                        <a:pt x="2227" y="1174"/>
                      </a:cubicBezTo>
                      <a:close/>
                      <a:moveTo>
                        <a:pt x="2227" y="0"/>
                      </a:moveTo>
                      <a:cubicBezTo>
                        <a:pt x="1708" y="0"/>
                        <a:pt x="1188" y="198"/>
                        <a:pt x="792" y="595"/>
                      </a:cubicBezTo>
                      <a:cubicBezTo>
                        <a:pt x="0" y="1386"/>
                        <a:pt x="0" y="2671"/>
                        <a:pt x="792" y="3464"/>
                      </a:cubicBezTo>
                      <a:cubicBezTo>
                        <a:pt x="1188" y="3859"/>
                        <a:pt x="1708" y="4057"/>
                        <a:pt x="2227" y="4057"/>
                      </a:cubicBezTo>
                      <a:cubicBezTo>
                        <a:pt x="2746" y="4057"/>
                        <a:pt x="3265" y="3859"/>
                        <a:pt x="3661" y="3464"/>
                      </a:cubicBezTo>
                      <a:cubicBezTo>
                        <a:pt x="4454" y="2671"/>
                        <a:pt x="4454" y="1386"/>
                        <a:pt x="3661" y="595"/>
                      </a:cubicBezTo>
                      <a:cubicBezTo>
                        <a:pt x="3265" y="198"/>
                        <a:pt x="2746" y="0"/>
                        <a:pt x="22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71" name="Google Shape;1971;p26"/>
            <p:cNvGrpSpPr/>
            <p:nvPr/>
          </p:nvGrpSpPr>
          <p:grpSpPr>
            <a:xfrm>
              <a:off x="8286992" y="4255113"/>
              <a:ext cx="655260" cy="780572"/>
              <a:chOff x="-2294600" y="1951375"/>
              <a:chExt cx="438125" cy="521913"/>
            </a:xfrm>
          </p:grpSpPr>
          <p:sp>
            <p:nvSpPr>
              <p:cNvPr id="1972" name="Google Shape;1972;p26"/>
              <p:cNvSpPr/>
              <p:nvPr/>
            </p:nvSpPr>
            <p:spPr>
              <a:xfrm>
                <a:off x="-2294600" y="1951375"/>
                <a:ext cx="438100" cy="521900"/>
              </a:xfrm>
              <a:custGeom>
                <a:rect b="b" l="l" r="r" t="t"/>
                <a:pathLst>
                  <a:path extrusionOk="0" h="20876" w="17524">
                    <a:moveTo>
                      <a:pt x="5361" y="0"/>
                    </a:moveTo>
                    <a:lnTo>
                      <a:pt x="0" y="13683"/>
                    </a:lnTo>
                    <a:lnTo>
                      <a:pt x="965" y="16487"/>
                    </a:lnTo>
                    <a:lnTo>
                      <a:pt x="12161" y="20875"/>
                    </a:lnTo>
                    <a:lnTo>
                      <a:pt x="17524" y="7192"/>
                    </a:lnTo>
                    <a:lnTo>
                      <a:pt x="16559" y="4387"/>
                    </a:lnTo>
                    <a:lnTo>
                      <a:pt x="5361"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3" name="Google Shape;1973;p26"/>
              <p:cNvGrpSpPr/>
              <p:nvPr/>
            </p:nvGrpSpPr>
            <p:grpSpPr>
              <a:xfrm>
                <a:off x="-2294575" y="1951463"/>
                <a:ext cx="438100" cy="521825"/>
                <a:chOff x="-2294575" y="1951463"/>
                <a:chExt cx="438100" cy="521825"/>
              </a:xfrm>
            </p:grpSpPr>
            <p:sp>
              <p:nvSpPr>
                <p:cNvPr id="1974" name="Google Shape;1974;p26"/>
                <p:cNvSpPr/>
                <p:nvPr/>
              </p:nvSpPr>
              <p:spPr>
                <a:xfrm>
                  <a:off x="-2294550" y="1951463"/>
                  <a:ext cx="413950" cy="451750"/>
                </a:xfrm>
                <a:custGeom>
                  <a:rect b="b" l="l" r="r" t="t"/>
                  <a:pathLst>
                    <a:path extrusionOk="0" h="18070" w="16558">
                      <a:moveTo>
                        <a:pt x="5361" y="0"/>
                      </a:moveTo>
                      <a:lnTo>
                        <a:pt x="0" y="13684"/>
                      </a:lnTo>
                      <a:lnTo>
                        <a:pt x="11196" y="18070"/>
                      </a:lnTo>
                      <a:lnTo>
                        <a:pt x="16558" y="4387"/>
                      </a:lnTo>
                      <a:lnTo>
                        <a:pt x="53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26"/>
                <p:cNvSpPr/>
                <p:nvPr/>
              </p:nvSpPr>
              <p:spPr>
                <a:xfrm>
                  <a:off x="-1933525" y="2073913"/>
                  <a:ext cx="20450" cy="14275"/>
                </a:xfrm>
                <a:custGeom>
                  <a:rect b="b" l="l" r="r" t="t"/>
                  <a:pathLst>
                    <a:path extrusionOk="0" h="571" w="818">
                      <a:moveTo>
                        <a:pt x="0" y="0"/>
                      </a:moveTo>
                      <a:lnTo>
                        <a:pt x="0" y="159"/>
                      </a:lnTo>
                      <a:lnTo>
                        <a:pt x="2" y="159"/>
                      </a:lnTo>
                      <a:cubicBezTo>
                        <a:pt x="2" y="322"/>
                        <a:pt x="99" y="477"/>
                        <a:pt x="261" y="542"/>
                      </a:cubicBezTo>
                      <a:cubicBezTo>
                        <a:pt x="310" y="561"/>
                        <a:pt x="361" y="570"/>
                        <a:pt x="411" y="570"/>
                      </a:cubicBezTo>
                      <a:cubicBezTo>
                        <a:pt x="576" y="570"/>
                        <a:pt x="731" y="471"/>
                        <a:pt x="795" y="310"/>
                      </a:cubicBezTo>
                      <a:cubicBezTo>
                        <a:pt x="812" y="259"/>
                        <a:pt x="817" y="209"/>
                        <a:pt x="817" y="159"/>
                      </a:cubicBezTo>
                      <a:lnTo>
                        <a:pt x="817" y="0"/>
                      </a:lnTo>
                      <a:close/>
                    </a:path>
                  </a:pathLst>
                </a:custGeom>
                <a:solidFill>
                  <a:srgbClr val="11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26"/>
                <p:cNvSpPr/>
                <p:nvPr/>
              </p:nvSpPr>
              <p:spPr>
                <a:xfrm>
                  <a:off x="-1934925" y="2064938"/>
                  <a:ext cx="23300" cy="20575"/>
                </a:xfrm>
                <a:custGeom>
                  <a:rect b="b" l="l" r="r" t="t"/>
                  <a:pathLst>
                    <a:path extrusionOk="0" h="823" w="932">
                      <a:moveTo>
                        <a:pt x="466" y="0"/>
                      </a:moveTo>
                      <a:cubicBezTo>
                        <a:pt x="302" y="0"/>
                        <a:pt x="147" y="99"/>
                        <a:pt x="84" y="261"/>
                      </a:cubicBezTo>
                      <a:cubicBezTo>
                        <a:pt x="0" y="473"/>
                        <a:pt x="105" y="711"/>
                        <a:pt x="316" y="794"/>
                      </a:cubicBezTo>
                      <a:cubicBezTo>
                        <a:pt x="366" y="813"/>
                        <a:pt x="417" y="823"/>
                        <a:pt x="467" y="823"/>
                      </a:cubicBezTo>
                      <a:cubicBezTo>
                        <a:pt x="631" y="823"/>
                        <a:pt x="785" y="723"/>
                        <a:pt x="849" y="561"/>
                      </a:cubicBezTo>
                      <a:cubicBezTo>
                        <a:pt x="931" y="351"/>
                        <a:pt x="828" y="113"/>
                        <a:pt x="616" y="29"/>
                      </a:cubicBezTo>
                      <a:cubicBezTo>
                        <a:pt x="567" y="9"/>
                        <a:pt x="516" y="0"/>
                        <a:pt x="4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26"/>
                <p:cNvSpPr/>
                <p:nvPr/>
              </p:nvSpPr>
              <p:spPr>
                <a:xfrm>
                  <a:off x="-2100450" y="2284813"/>
                  <a:ext cx="39275" cy="38750"/>
                </a:xfrm>
                <a:custGeom>
                  <a:rect b="b" l="l" r="r" t="t"/>
                  <a:pathLst>
                    <a:path extrusionOk="0" h="1550" w="1571">
                      <a:moveTo>
                        <a:pt x="1488" y="944"/>
                      </a:moveTo>
                      <a:cubicBezTo>
                        <a:pt x="1482" y="967"/>
                        <a:pt x="1474" y="988"/>
                        <a:pt x="1465" y="1012"/>
                      </a:cubicBezTo>
                      <a:cubicBezTo>
                        <a:pt x="1474" y="988"/>
                        <a:pt x="1482" y="966"/>
                        <a:pt x="1488" y="944"/>
                      </a:cubicBezTo>
                      <a:close/>
                      <a:moveTo>
                        <a:pt x="379" y="1369"/>
                      </a:moveTo>
                      <a:cubicBezTo>
                        <a:pt x="383" y="1370"/>
                        <a:pt x="387" y="1373"/>
                        <a:pt x="390" y="1375"/>
                      </a:cubicBezTo>
                      <a:cubicBezTo>
                        <a:pt x="387" y="1373"/>
                        <a:pt x="383" y="1372"/>
                        <a:pt x="379" y="1369"/>
                      </a:cubicBezTo>
                      <a:close/>
                      <a:moveTo>
                        <a:pt x="439" y="1403"/>
                      </a:moveTo>
                      <a:cubicBezTo>
                        <a:pt x="459" y="1413"/>
                        <a:pt x="480" y="1422"/>
                        <a:pt x="502" y="1431"/>
                      </a:cubicBezTo>
                      <a:cubicBezTo>
                        <a:pt x="479" y="1422"/>
                        <a:pt x="459" y="1413"/>
                        <a:pt x="439" y="1403"/>
                      </a:cubicBezTo>
                      <a:close/>
                      <a:moveTo>
                        <a:pt x="775" y="1"/>
                      </a:moveTo>
                      <a:cubicBezTo>
                        <a:pt x="480" y="1"/>
                        <a:pt x="199" y="179"/>
                        <a:pt x="85" y="471"/>
                      </a:cubicBezTo>
                      <a:cubicBezTo>
                        <a:pt x="0" y="688"/>
                        <a:pt x="24" y="919"/>
                        <a:pt x="130" y="1107"/>
                      </a:cubicBezTo>
                      <a:cubicBezTo>
                        <a:pt x="206" y="1279"/>
                        <a:pt x="346" y="1424"/>
                        <a:pt x="534" y="1498"/>
                      </a:cubicBezTo>
                      <a:cubicBezTo>
                        <a:pt x="622" y="1533"/>
                        <a:pt x="714" y="1550"/>
                        <a:pt x="804" y="1550"/>
                      </a:cubicBezTo>
                      <a:cubicBezTo>
                        <a:pt x="1100" y="1550"/>
                        <a:pt x="1380" y="1371"/>
                        <a:pt x="1494" y="1079"/>
                      </a:cubicBezTo>
                      <a:cubicBezTo>
                        <a:pt x="1571" y="883"/>
                        <a:pt x="1555" y="677"/>
                        <a:pt x="1476" y="501"/>
                      </a:cubicBezTo>
                      <a:cubicBezTo>
                        <a:pt x="1407" y="302"/>
                        <a:pt x="1256" y="135"/>
                        <a:pt x="1045" y="52"/>
                      </a:cubicBezTo>
                      <a:cubicBezTo>
                        <a:pt x="957" y="17"/>
                        <a:pt x="865" y="1"/>
                        <a:pt x="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26"/>
                <p:cNvSpPr/>
                <p:nvPr/>
              </p:nvSpPr>
              <p:spPr>
                <a:xfrm>
                  <a:off x="-2193050" y="2258163"/>
                  <a:ext cx="13675" cy="12050"/>
                </a:xfrm>
                <a:custGeom>
                  <a:rect b="b" l="l" r="r" t="t"/>
                  <a:pathLst>
                    <a:path extrusionOk="0" h="482" w="547">
                      <a:moveTo>
                        <a:pt x="273" y="0"/>
                      </a:moveTo>
                      <a:cubicBezTo>
                        <a:pt x="177" y="0"/>
                        <a:pt x="86" y="58"/>
                        <a:pt x="48" y="153"/>
                      </a:cubicBezTo>
                      <a:cubicBezTo>
                        <a:pt x="0" y="277"/>
                        <a:pt x="61" y="417"/>
                        <a:pt x="185" y="465"/>
                      </a:cubicBezTo>
                      <a:cubicBezTo>
                        <a:pt x="214" y="476"/>
                        <a:pt x="243" y="482"/>
                        <a:pt x="272" y="482"/>
                      </a:cubicBezTo>
                      <a:cubicBezTo>
                        <a:pt x="368" y="482"/>
                        <a:pt x="459" y="424"/>
                        <a:pt x="497" y="329"/>
                      </a:cubicBezTo>
                      <a:cubicBezTo>
                        <a:pt x="546" y="205"/>
                        <a:pt x="485" y="66"/>
                        <a:pt x="359" y="16"/>
                      </a:cubicBezTo>
                      <a:cubicBezTo>
                        <a:pt x="331" y="5"/>
                        <a:pt x="302"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26"/>
                <p:cNvSpPr/>
                <p:nvPr/>
              </p:nvSpPr>
              <p:spPr>
                <a:xfrm>
                  <a:off x="-2031325" y="2321538"/>
                  <a:ext cx="13650" cy="12050"/>
                </a:xfrm>
                <a:custGeom>
                  <a:rect b="b" l="l" r="r" t="t"/>
                  <a:pathLst>
                    <a:path extrusionOk="0" h="482" w="546">
                      <a:moveTo>
                        <a:pt x="272" y="0"/>
                      </a:moveTo>
                      <a:cubicBezTo>
                        <a:pt x="176" y="0"/>
                        <a:pt x="85" y="58"/>
                        <a:pt x="48" y="153"/>
                      </a:cubicBezTo>
                      <a:cubicBezTo>
                        <a:pt x="1" y="277"/>
                        <a:pt x="61" y="416"/>
                        <a:pt x="184" y="466"/>
                      </a:cubicBezTo>
                      <a:cubicBezTo>
                        <a:pt x="213" y="477"/>
                        <a:pt x="242" y="482"/>
                        <a:pt x="271" y="482"/>
                      </a:cubicBezTo>
                      <a:cubicBezTo>
                        <a:pt x="368" y="482"/>
                        <a:pt x="459" y="424"/>
                        <a:pt x="497" y="328"/>
                      </a:cubicBezTo>
                      <a:cubicBezTo>
                        <a:pt x="546" y="205"/>
                        <a:pt x="486" y="65"/>
                        <a:pt x="360" y="17"/>
                      </a:cubicBezTo>
                      <a:cubicBezTo>
                        <a:pt x="331" y="6"/>
                        <a:pt x="301"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26"/>
                <p:cNvSpPr/>
                <p:nvPr/>
              </p:nvSpPr>
              <p:spPr>
                <a:xfrm>
                  <a:off x="-2294575" y="2061113"/>
                  <a:ext cx="438100" cy="412175"/>
                </a:xfrm>
                <a:custGeom>
                  <a:rect b="b" l="l" r="r" t="t"/>
                  <a:pathLst>
                    <a:path extrusionOk="0" h="16487" w="17524">
                      <a:moveTo>
                        <a:pt x="16558" y="0"/>
                      </a:moveTo>
                      <a:lnTo>
                        <a:pt x="11197" y="13682"/>
                      </a:lnTo>
                      <a:lnTo>
                        <a:pt x="0" y="9296"/>
                      </a:lnTo>
                      <a:lnTo>
                        <a:pt x="965" y="12098"/>
                      </a:lnTo>
                      <a:lnTo>
                        <a:pt x="12162" y="16486"/>
                      </a:lnTo>
                      <a:lnTo>
                        <a:pt x="17524" y="2803"/>
                      </a:lnTo>
                      <a:lnTo>
                        <a:pt x="165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26"/>
                <p:cNvSpPr/>
                <p:nvPr/>
              </p:nvSpPr>
              <p:spPr>
                <a:xfrm>
                  <a:off x="-2087625" y="2056038"/>
                  <a:ext cx="184150" cy="187625"/>
                </a:xfrm>
                <a:custGeom>
                  <a:rect b="b" l="l" r="r" t="t"/>
                  <a:pathLst>
                    <a:path extrusionOk="0" h="7505" w="7366">
                      <a:moveTo>
                        <a:pt x="6207" y="0"/>
                      </a:moveTo>
                      <a:lnTo>
                        <a:pt x="5783" y="1083"/>
                      </a:lnTo>
                      <a:lnTo>
                        <a:pt x="5783" y="1189"/>
                      </a:lnTo>
                      <a:lnTo>
                        <a:pt x="5979" y="1266"/>
                      </a:lnTo>
                      <a:lnTo>
                        <a:pt x="1434" y="6904"/>
                      </a:lnTo>
                      <a:lnTo>
                        <a:pt x="713" y="6108"/>
                      </a:lnTo>
                      <a:lnTo>
                        <a:pt x="29" y="6546"/>
                      </a:lnTo>
                      <a:lnTo>
                        <a:pt x="1" y="6634"/>
                      </a:lnTo>
                      <a:lnTo>
                        <a:pt x="1004" y="7439"/>
                      </a:lnTo>
                      <a:lnTo>
                        <a:pt x="1057" y="7373"/>
                      </a:lnTo>
                      <a:lnTo>
                        <a:pt x="1435" y="6906"/>
                      </a:lnTo>
                      <a:lnTo>
                        <a:pt x="1058" y="7374"/>
                      </a:lnTo>
                      <a:lnTo>
                        <a:pt x="1004" y="7441"/>
                      </a:lnTo>
                      <a:cubicBezTo>
                        <a:pt x="1012" y="7449"/>
                        <a:pt x="1023" y="7455"/>
                        <a:pt x="1032" y="7461"/>
                      </a:cubicBezTo>
                      <a:lnTo>
                        <a:pt x="1040" y="7466"/>
                      </a:lnTo>
                      <a:cubicBezTo>
                        <a:pt x="1048" y="7471"/>
                        <a:pt x="1057" y="7475"/>
                        <a:pt x="1066" y="7479"/>
                      </a:cubicBezTo>
                      <a:cubicBezTo>
                        <a:pt x="1067" y="7480"/>
                        <a:pt x="1069" y="7480"/>
                        <a:pt x="1071" y="7481"/>
                      </a:cubicBezTo>
                      <a:cubicBezTo>
                        <a:pt x="1107" y="7497"/>
                        <a:pt x="1145" y="7504"/>
                        <a:pt x="1183" y="7504"/>
                      </a:cubicBezTo>
                      <a:cubicBezTo>
                        <a:pt x="1266" y="7504"/>
                        <a:pt x="1348" y="7468"/>
                        <a:pt x="1404" y="7397"/>
                      </a:cubicBezTo>
                      <a:lnTo>
                        <a:pt x="6259" y="1375"/>
                      </a:lnTo>
                      <a:lnTo>
                        <a:pt x="6941" y="1641"/>
                      </a:lnTo>
                      <a:lnTo>
                        <a:pt x="7365" y="559"/>
                      </a:lnTo>
                      <a:lnTo>
                        <a:pt x="7365" y="453"/>
                      </a:lnTo>
                      <a:lnTo>
                        <a:pt x="62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26"/>
                <p:cNvSpPr/>
                <p:nvPr/>
              </p:nvSpPr>
              <p:spPr>
                <a:xfrm>
                  <a:off x="-2153650" y="2264638"/>
                  <a:ext cx="39300" cy="38750"/>
                </a:xfrm>
                <a:custGeom>
                  <a:rect b="b" l="l" r="r" t="t"/>
                  <a:pathLst>
                    <a:path extrusionOk="0" h="1550" w="1572">
                      <a:moveTo>
                        <a:pt x="1505" y="876"/>
                      </a:moveTo>
                      <a:lnTo>
                        <a:pt x="1505" y="876"/>
                      </a:lnTo>
                      <a:cubicBezTo>
                        <a:pt x="1504" y="880"/>
                        <a:pt x="1504" y="884"/>
                        <a:pt x="1502" y="887"/>
                      </a:cubicBezTo>
                      <a:cubicBezTo>
                        <a:pt x="1502" y="882"/>
                        <a:pt x="1504" y="880"/>
                        <a:pt x="1505" y="876"/>
                      </a:cubicBezTo>
                      <a:close/>
                      <a:moveTo>
                        <a:pt x="380" y="1370"/>
                      </a:moveTo>
                      <a:lnTo>
                        <a:pt x="380" y="1370"/>
                      </a:lnTo>
                      <a:cubicBezTo>
                        <a:pt x="384" y="1371"/>
                        <a:pt x="387" y="1374"/>
                        <a:pt x="391" y="1376"/>
                      </a:cubicBezTo>
                      <a:cubicBezTo>
                        <a:pt x="387" y="1374"/>
                        <a:pt x="383" y="1372"/>
                        <a:pt x="380" y="1370"/>
                      </a:cubicBezTo>
                      <a:close/>
                      <a:moveTo>
                        <a:pt x="777" y="0"/>
                      </a:moveTo>
                      <a:cubicBezTo>
                        <a:pt x="481" y="0"/>
                        <a:pt x="201" y="179"/>
                        <a:pt x="86" y="471"/>
                      </a:cubicBezTo>
                      <a:cubicBezTo>
                        <a:pt x="0" y="688"/>
                        <a:pt x="25" y="918"/>
                        <a:pt x="131" y="1107"/>
                      </a:cubicBezTo>
                      <a:cubicBezTo>
                        <a:pt x="206" y="1278"/>
                        <a:pt x="346" y="1423"/>
                        <a:pt x="535" y="1498"/>
                      </a:cubicBezTo>
                      <a:cubicBezTo>
                        <a:pt x="623" y="1533"/>
                        <a:pt x="715" y="1550"/>
                        <a:pt x="804" y="1550"/>
                      </a:cubicBezTo>
                      <a:cubicBezTo>
                        <a:pt x="1101" y="1550"/>
                        <a:pt x="1381" y="1370"/>
                        <a:pt x="1495" y="1078"/>
                      </a:cubicBezTo>
                      <a:cubicBezTo>
                        <a:pt x="1572" y="884"/>
                        <a:pt x="1556" y="678"/>
                        <a:pt x="1476" y="500"/>
                      </a:cubicBezTo>
                      <a:cubicBezTo>
                        <a:pt x="1408" y="302"/>
                        <a:pt x="1257" y="134"/>
                        <a:pt x="1046" y="51"/>
                      </a:cubicBezTo>
                      <a:cubicBezTo>
                        <a:pt x="958" y="17"/>
                        <a:pt x="86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26"/>
                <p:cNvSpPr/>
                <p:nvPr/>
              </p:nvSpPr>
              <p:spPr>
                <a:xfrm>
                  <a:off x="-2259050" y="2223338"/>
                  <a:ext cx="39325" cy="38775"/>
                </a:xfrm>
                <a:custGeom>
                  <a:rect b="b" l="l" r="r" t="t"/>
                  <a:pathLst>
                    <a:path extrusionOk="0" h="1551" w="1573">
                      <a:moveTo>
                        <a:pt x="1505" y="877"/>
                      </a:moveTo>
                      <a:cubicBezTo>
                        <a:pt x="1505" y="881"/>
                        <a:pt x="1503" y="885"/>
                        <a:pt x="1502" y="887"/>
                      </a:cubicBezTo>
                      <a:cubicBezTo>
                        <a:pt x="1504" y="883"/>
                        <a:pt x="1505" y="879"/>
                        <a:pt x="1505" y="877"/>
                      </a:cubicBezTo>
                      <a:close/>
                      <a:moveTo>
                        <a:pt x="439" y="1404"/>
                      </a:moveTo>
                      <a:cubicBezTo>
                        <a:pt x="460" y="1413"/>
                        <a:pt x="482" y="1424"/>
                        <a:pt x="504" y="1433"/>
                      </a:cubicBezTo>
                      <a:cubicBezTo>
                        <a:pt x="482" y="1424"/>
                        <a:pt x="460" y="1414"/>
                        <a:pt x="439" y="1404"/>
                      </a:cubicBezTo>
                      <a:close/>
                      <a:moveTo>
                        <a:pt x="777" y="1"/>
                      </a:moveTo>
                      <a:cubicBezTo>
                        <a:pt x="481" y="1"/>
                        <a:pt x="201" y="180"/>
                        <a:pt x="86" y="472"/>
                      </a:cubicBezTo>
                      <a:cubicBezTo>
                        <a:pt x="0" y="689"/>
                        <a:pt x="25" y="919"/>
                        <a:pt x="131" y="1108"/>
                      </a:cubicBezTo>
                      <a:cubicBezTo>
                        <a:pt x="207" y="1279"/>
                        <a:pt x="346" y="1424"/>
                        <a:pt x="535" y="1499"/>
                      </a:cubicBezTo>
                      <a:cubicBezTo>
                        <a:pt x="624" y="1534"/>
                        <a:pt x="715" y="1550"/>
                        <a:pt x="805" y="1550"/>
                      </a:cubicBezTo>
                      <a:cubicBezTo>
                        <a:pt x="1101" y="1550"/>
                        <a:pt x="1381" y="1371"/>
                        <a:pt x="1496" y="1079"/>
                      </a:cubicBezTo>
                      <a:cubicBezTo>
                        <a:pt x="1572" y="883"/>
                        <a:pt x="1558" y="679"/>
                        <a:pt x="1476" y="501"/>
                      </a:cubicBezTo>
                      <a:cubicBezTo>
                        <a:pt x="1408" y="303"/>
                        <a:pt x="1257" y="135"/>
                        <a:pt x="1047" y="52"/>
                      </a:cubicBezTo>
                      <a:cubicBezTo>
                        <a:pt x="958" y="17"/>
                        <a:pt x="867"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26"/>
                <p:cNvSpPr/>
                <p:nvPr/>
              </p:nvSpPr>
              <p:spPr>
                <a:xfrm>
                  <a:off x="-2252275" y="2229838"/>
                  <a:ext cx="24300" cy="23125"/>
                </a:xfrm>
                <a:custGeom>
                  <a:rect b="b" l="l" r="r" t="t"/>
                  <a:pathLst>
                    <a:path extrusionOk="0" h="925" w="972">
                      <a:moveTo>
                        <a:pt x="468" y="1"/>
                      </a:moveTo>
                      <a:cubicBezTo>
                        <a:pt x="236" y="1"/>
                        <a:pt x="40" y="178"/>
                        <a:pt x="18" y="414"/>
                      </a:cubicBezTo>
                      <a:cubicBezTo>
                        <a:pt x="1" y="611"/>
                        <a:pt x="111" y="788"/>
                        <a:pt x="279" y="866"/>
                      </a:cubicBezTo>
                      <a:lnTo>
                        <a:pt x="279" y="869"/>
                      </a:lnTo>
                      <a:cubicBezTo>
                        <a:pt x="333" y="896"/>
                        <a:pt x="393" y="916"/>
                        <a:pt x="456" y="922"/>
                      </a:cubicBezTo>
                      <a:cubicBezTo>
                        <a:pt x="473" y="924"/>
                        <a:pt x="490" y="925"/>
                        <a:pt x="506" y="925"/>
                      </a:cubicBezTo>
                      <a:cubicBezTo>
                        <a:pt x="743" y="925"/>
                        <a:pt x="941" y="751"/>
                        <a:pt x="957" y="516"/>
                      </a:cubicBezTo>
                      <a:cubicBezTo>
                        <a:pt x="972" y="329"/>
                        <a:pt x="870" y="158"/>
                        <a:pt x="714" y="71"/>
                      </a:cubicBezTo>
                      <a:cubicBezTo>
                        <a:pt x="655" y="34"/>
                        <a:pt x="586" y="9"/>
                        <a:pt x="512" y="3"/>
                      </a:cubicBezTo>
                      <a:cubicBezTo>
                        <a:pt x="497" y="1"/>
                        <a:pt x="483"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26"/>
                <p:cNvSpPr/>
                <p:nvPr/>
              </p:nvSpPr>
              <p:spPr>
                <a:xfrm>
                  <a:off x="-1975575" y="2193263"/>
                  <a:ext cx="23375" cy="52875"/>
                </a:xfrm>
                <a:custGeom>
                  <a:rect b="b" l="l" r="r" t="t"/>
                  <a:pathLst>
                    <a:path extrusionOk="0" h="2115" w="935">
                      <a:moveTo>
                        <a:pt x="683" y="0"/>
                      </a:moveTo>
                      <a:lnTo>
                        <a:pt x="1" y="1743"/>
                      </a:lnTo>
                      <a:lnTo>
                        <a:pt x="1" y="2022"/>
                      </a:lnTo>
                      <a:lnTo>
                        <a:pt x="251" y="2115"/>
                      </a:lnTo>
                      <a:lnTo>
                        <a:pt x="935" y="372"/>
                      </a:lnTo>
                      <a:lnTo>
                        <a:pt x="935" y="93"/>
                      </a:lnTo>
                      <a:lnTo>
                        <a:pt x="6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26"/>
                <p:cNvSpPr/>
                <p:nvPr/>
              </p:nvSpPr>
              <p:spPr>
                <a:xfrm>
                  <a:off x="-2167200" y="1989363"/>
                  <a:ext cx="134500" cy="203875"/>
                </a:xfrm>
                <a:custGeom>
                  <a:rect b="b" l="l" r="r" t="t"/>
                  <a:pathLst>
                    <a:path extrusionOk="0" h="8155" w="5380">
                      <a:moveTo>
                        <a:pt x="2881" y="0"/>
                      </a:moveTo>
                      <a:cubicBezTo>
                        <a:pt x="1808" y="0"/>
                        <a:pt x="775" y="428"/>
                        <a:pt x="15" y="1179"/>
                      </a:cubicBezTo>
                      <a:cubicBezTo>
                        <a:pt x="0" y="1485"/>
                        <a:pt x="155" y="1740"/>
                        <a:pt x="660" y="1803"/>
                      </a:cubicBezTo>
                      <a:cubicBezTo>
                        <a:pt x="2133" y="1988"/>
                        <a:pt x="3800" y="2316"/>
                        <a:pt x="2089" y="4028"/>
                      </a:cubicBezTo>
                      <a:cubicBezTo>
                        <a:pt x="595" y="5525"/>
                        <a:pt x="2520" y="5619"/>
                        <a:pt x="3030" y="5619"/>
                      </a:cubicBezTo>
                      <a:cubicBezTo>
                        <a:pt x="3104" y="5619"/>
                        <a:pt x="3148" y="5618"/>
                        <a:pt x="3148" y="5618"/>
                      </a:cubicBezTo>
                      <a:lnTo>
                        <a:pt x="3148" y="5618"/>
                      </a:lnTo>
                      <a:cubicBezTo>
                        <a:pt x="3148" y="5618"/>
                        <a:pt x="4018" y="6541"/>
                        <a:pt x="2706" y="6726"/>
                      </a:cubicBezTo>
                      <a:cubicBezTo>
                        <a:pt x="1948" y="6831"/>
                        <a:pt x="1688" y="7465"/>
                        <a:pt x="1857" y="8022"/>
                      </a:cubicBezTo>
                      <a:cubicBezTo>
                        <a:pt x="2198" y="8112"/>
                        <a:pt x="2542" y="8155"/>
                        <a:pt x="2883" y="8155"/>
                      </a:cubicBezTo>
                      <a:cubicBezTo>
                        <a:pt x="3587" y="8155"/>
                        <a:pt x="4275" y="7970"/>
                        <a:pt x="4881" y="7630"/>
                      </a:cubicBezTo>
                      <a:cubicBezTo>
                        <a:pt x="4438" y="7437"/>
                        <a:pt x="4058" y="7138"/>
                        <a:pt x="4365" y="6727"/>
                      </a:cubicBezTo>
                      <a:cubicBezTo>
                        <a:pt x="4934" y="5963"/>
                        <a:pt x="5380" y="4346"/>
                        <a:pt x="4348" y="4346"/>
                      </a:cubicBezTo>
                      <a:cubicBezTo>
                        <a:pt x="4298" y="4346"/>
                        <a:pt x="4244" y="4350"/>
                        <a:pt x="4187" y="4357"/>
                      </a:cubicBezTo>
                      <a:cubicBezTo>
                        <a:pt x="4143" y="4363"/>
                        <a:pt x="4102" y="4366"/>
                        <a:pt x="4064" y="4366"/>
                      </a:cubicBezTo>
                      <a:cubicBezTo>
                        <a:pt x="3007" y="4366"/>
                        <a:pt x="3753" y="2192"/>
                        <a:pt x="2957" y="1834"/>
                      </a:cubicBezTo>
                      <a:cubicBezTo>
                        <a:pt x="2333" y="1556"/>
                        <a:pt x="2444" y="467"/>
                        <a:pt x="3109" y="7"/>
                      </a:cubicBezTo>
                      <a:cubicBezTo>
                        <a:pt x="3033" y="2"/>
                        <a:pt x="2957" y="0"/>
                        <a:pt x="2881"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26"/>
                <p:cNvSpPr/>
                <p:nvPr/>
              </p:nvSpPr>
              <p:spPr>
                <a:xfrm>
                  <a:off x="-2197600" y="1989338"/>
                  <a:ext cx="205850" cy="207900"/>
                </a:xfrm>
                <a:custGeom>
                  <a:rect b="b" l="l" r="r" t="t"/>
                  <a:pathLst>
                    <a:path extrusionOk="0" h="8316" w="8234">
                      <a:moveTo>
                        <a:pt x="8150" y="4500"/>
                      </a:moveTo>
                      <a:cubicBezTo>
                        <a:pt x="8150" y="4505"/>
                        <a:pt x="8150" y="4512"/>
                        <a:pt x="8149" y="4517"/>
                      </a:cubicBezTo>
                      <a:cubicBezTo>
                        <a:pt x="8149" y="4511"/>
                        <a:pt x="8150" y="4505"/>
                        <a:pt x="8150" y="4500"/>
                      </a:cubicBezTo>
                      <a:close/>
                      <a:moveTo>
                        <a:pt x="8136" y="4636"/>
                      </a:moveTo>
                      <a:cubicBezTo>
                        <a:pt x="8136" y="4637"/>
                        <a:pt x="8135" y="4638"/>
                        <a:pt x="8135" y="4639"/>
                      </a:cubicBezTo>
                      <a:lnTo>
                        <a:pt x="8135" y="4639"/>
                      </a:lnTo>
                      <a:cubicBezTo>
                        <a:pt x="8135" y="4638"/>
                        <a:pt x="8136" y="4637"/>
                        <a:pt x="8136" y="4636"/>
                      </a:cubicBezTo>
                      <a:close/>
                      <a:moveTo>
                        <a:pt x="1080" y="6817"/>
                      </a:moveTo>
                      <a:lnTo>
                        <a:pt x="1080" y="6817"/>
                      </a:lnTo>
                      <a:cubicBezTo>
                        <a:pt x="1081" y="6819"/>
                        <a:pt x="1082" y="6820"/>
                        <a:pt x="1084" y="6822"/>
                      </a:cubicBezTo>
                      <a:cubicBezTo>
                        <a:pt x="1082" y="6821"/>
                        <a:pt x="1081" y="6820"/>
                        <a:pt x="1080" y="6817"/>
                      </a:cubicBezTo>
                      <a:close/>
                      <a:moveTo>
                        <a:pt x="1469" y="7194"/>
                      </a:moveTo>
                      <a:cubicBezTo>
                        <a:pt x="1490" y="7212"/>
                        <a:pt x="1510" y="7229"/>
                        <a:pt x="1531" y="7246"/>
                      </a:cubicBezTo>
                      <a:cubicBezTo>
                        <a:pt x="1509" y="7229"/>
                        <a:pt x="1489" y="7212"/>
                        <a:pt x="1469" y="7194"/>
                      </a:cubicBezTo>
                      <a:close/>
                      <a:moveTo>
                        <a:pt x="1595" y="7297"/>
                      </a:moveTo>
                      <a:lnTo>
                        <a:pt x="1595" y="7297"/>
                      </a:lnTo>
                      <a:cubicBezTo>
                        <a:pt x="1623" y="7318"/>
                        <a:pt x="1651" y="7340"/>
                        <a:pt x="1680" y="7362"/>
                      </a:cubicBezTo>
                      <a:cubicBezTo>
                        <a:pt x="1650" y="7341"/>
                        <a:pt x="1622" y="7319"/>
                        <a:pt x="1595" y="7297"/>
                      </a:cubicBezTo>
                      <a:close/>
                      <a:moveTo>
                        <a:pt x="5632" y="7855"/>
                      </a:moveTo>
                      <a:cubicBezTo>
                        <a:pt x="5566" y="7883"/>
                        <a:pt x="5501" y="7908"/>
                        <a:pt x="5435" y="7930"/>
                      </a:cubicBezTo>
                      <a:cubicBezTo>
                        <a:pt x="5501" y="7906"/>
                        <a:pt x="5566" y="7883"/>
                        <a:pt x="5632" y="7855"/>
                      </a:cubicBezTo>
                      <a:close/>
                      <a:moveTo>
                        <a:pt x="5233" y="7993"/>
                      </a:moveTo>
                      <a:cubicBezTo>
                        <a:pt x="5132" y="8024"/>
                        <a:pt x="5029" y="8049"/>
                        <a:pt x="4925" y="8071"/>
                      </a:cubicBezTo>
                      <a:cubicBezTo>
                        <a:pt x="5028" y="8049"/>
                        <a:pt x="5132" y="8023"/>
                        <a:pt x="5233" y="7993"/>
                      </a:cubicBezTo>
                      <a:close/>
                      <a:moveTo>
                        <a:pt x="4822" y="8091"/>
                      </a:moveTo>
                      <a:cubicBezTo>
                        <a:pt x="4753" y="8105"/>
                        <a:pt x="4683" y="8115"/>
                        <a:pt x="4612" y="8123"/>
                      </a:cubicBezTo>
                      <a:cubicBezTo>
                        <a:pt x="4682" y="8115"/>
                        <a:pt x="4752" y="8105"/>
                        <a:pt x="4822" y="8091"/>
                      </a:cubicBezTo>
                      <a:close/>
                      <a:moveTo>
                        <a:pt x="4097" y="1"/>
                      </a:moveTo>
                      <a:cubicBezTo>
                        <a:pt x="2386" y="1"/>
                        <a:pt x="774" y="1086"/>
                        <a:pt x="212" y="2841"/>
                      </a:cubicBezTo>
                      <a:cubicBezTo>
                        <a:pt x="71" y="3280"/>
                        <a:pt x="11" y="3729"/>
                        <a:pt x="22" y="4170"/>
                      </a:cubicBezTo>
                      <a:cubicBezTo>
                        <a:pt x="1" y="5736"/>
                        <a:pt x="890" y="7240"/>
                        <a:pt x="2366" y="7929"/>
                      </a:cubicBezTo>
                      <a:cubicBezTo>
                        <a:pt x="2930" y="8192"/>
                        <a:pt x="3518" y="8316"/>
                        <a:pt x="4096" y="8316"/>
                      </a:cubicBezTo>
                      <a:cubicBezTo>
                        <a:pt x="5807" y="8316"/>
                        <a:pt x="7419" y="7231"/>
                        <a:pt x="7981" y="5475"/>
                      </a:cubicBezTo>
                      <a:cubicBezTo>
                        <a:pt x="8110" y="5073"/>
                        <a:pt x="8169" y="4663"/>
                        <a:pt x="8169" y="4256"/>
                      </a:cubicBezTo>
                      <a:cubicBezTo>
                        <a:pt x="8234" y="2650"/>
                        <a:pt x="7336" y="1091"/>
                        <a:pt x="5827" y="387"/>
                      </a:cubicBezTo>
                      <a:cubicBezTo>
                        <a:pt x="5264" y="124"/>
                        <a:pt x="4675" y="1"/>
                        <a:pt x="4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26"/>
                <p:cNvSpPr/>
                <p:nvPr/>
              </p:nvSpPr>
              <p:spPr>
                <a:xfrm>
                  <a:off x="-2149900" y="2043388"/>
                  <a:ext cx="109250" cy="95825"/>
                </a:xfrm>
                <a:custGeom>
                  <a:rect b="b" l="l" r="r" t="t"/>
                  <a:pathLst>
                    <a:path extrusionOk="0" h="3833" w="4370">
                      <a:moveTo>
                        <a:pt x="2190" y="0"/>
                      </a:moveTo>
                      <a:cubicBezTo>
                        <a:pt x="1932" y="0"/>
                        <a:pt x="1670" y="52"/>
                        <a:pt x="1419" y="162"/>
                      </a:cubicBezTo>
                      <a:cubicBezTo>
                        <a:pt x="446" y="588"/>
                        <a:pt x="1" y="1718"/>
                        <a:pt x="424" y="2686"/>
                      </a:cubicBezTo>
                      <a:cubicBezTo>
                        <a:pt x="738" y="3404"/>
                        <a:pt x="1441" y="3832"/>
                        <a:pt x="2180" y="3832"/>
                      </a:cubicBezTo>
                      <a:cubicBezTo>
                        <a:pt x="2438" y="3832"/>
                        <a:pt x="2700" y="3780"/>
                        <a:pt x="2951" y="3670"/>
                      </a:cubicBezTo>
                      <a:cubicBezTo>
                        <a:pt x="3924" y="3245"/>
                        <a:pt x="4369" y="2116"/>
                        <a:pt x="3946" y="1147"/>
                      </a:cubicBezTo>
                      <a:cubicBezTo>
                        <a:pt x="3632" y="428"/>
                        <a:pt x="2929" y="0"/>
                        <a:pt x="2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26"/>
                <p:cNvSpPr/>
                <p:nvPr/>
              </p:nvSpPr>
              <p:spPr>
                <a:xfrm>
                  <a:off x="-2107125" y="2079913"/>
                  <a:ext cx="23875" cy="22775"/>
                </a:xfrm>
                <a:custGeom>
                  <a:rect b="b" l="l" r="r" t="t"/>
                  <a:pathLst>
                    <a:path extrusionOk="0" h="911" w="955">
                      <a:moveTo>
                        <a:pt x="478" y="1"/>
                      </a:moveTo>
                      <a:cubicBezTo>
                        <a:pt x="264" y="1"/>
                        <a:pt x="63" y="153"/>
                        <a:pt x="27" y="391"/>
                      </a:cubicBezTo>
                      <a:cubicBezTo>
                        <a:pt x="1" y="560"/>
                        <a:pt x="77" y="735"/>
                        <a:pt x="219" y="830"/>
                      </a:cubicBezTo>
                      <a:cubicBezTo>
                        <a:pt x="300" y="885"/>
                        <a:pt x="390" y="911"/>
                        <a:pt x="477" y="911"/>
                      </a:cubicBezTo>
                      <a:cubicBezTo>
                        <a:pt x="691" y="911"/>
                        <a:pt x="892" y="759"/>
                        <a:pt x="929" y="521"/>
                      </a:cubicBezTo>
                      <a:cubicBezTo>
                        <a:pt x="954" y="351"/>
                        <a:pt x="878" y="177"/>
                        <a:pt x="737" y="81"/>
                      </a:cubicBezTo>
                      <a:cubicBezTo>
                        <a:pt x="655" y="26"/>
                        <a:pt x="565" y="1"/>
                        <a:pt x="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26"/>
                <p:cNvSpPr/>
                <p:nvPr/>
              </p:nvSpPr>
              <p:spPr>
                <a:xfrm>
                  <a:off x="-2146875" y="2271113"/>
                  <a:ext cx="24300" cy="23125"/>
                </a:xfrm>
                <a:custGeom>
                  <a:rect b="b" l="l" r="r" t="t"/>
                  <a:pathLst>
                    <a:path extrusionOk="0" h="925" w="972">
                      <a:moveTo>
                        <a:pt x="468" y="1"/>
                      </a:moveTo>
                      <a:cubicBezTo>
                        <a:pt x="236" y="1"/>
                        <a:pt x="39" y="178"/>
                        <a:pt x="18" y="415"/>
                      </a:cubicBezTo>
                      <a:cubicBezTo>
                        <a:pt x="0" y="611"/>
                        <a:pt x="111" y="788"/>
                        <a:pt x="279" y="867"/>
                      </a:cubicBezTo>
                      <a:lnTo>
                        <a:pt x="279" y="869"/>
                      </a:lnTo>
                      <a:cubicBezTo>
                        <a:pt x="333" y="897"/>
                        <a:pt x="393" y="916"/>
                        <a:pt x="456" y="922"/>
                      </a:cubicBezTo>
                      <a:cubicBezTo>
                        <a:pt x="473" y="924"/>
                        <a:pt x="489" y="925"/>
                        <a:pt x="506" y="925"/>
                      </a:cubicBezTo>
                      <a:cubicBezTo>
                        <a:pt x="742" y="925"/>
                        <a:pt x="941" y="751"/>
                        <a:pt x="957" y="516"/>
                      </a:cubicBezTo>
                      <a:cubicBezTo>
                        <a:pt x="972" y="331"/>
                        <a:pt x="869" y="161"/>
                        <a:pt x="714" y="71"/>
                      </a:cubicBezTo>
                      <a:cubicBezTo>
                        <a:pt x="654" y="34"/>
                        <a:pt x="586" y="9"/>
                        <a:pt x="511" y="3"/>
                      </a:cubicBezTo>
                      <a:cubicBezTo>
                        <a:pt x="497" y="1"/>
                        <a:pt x="482"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26"/>
                <p:cNvSpPr/>
                <p:nvPr/>
              </p:nvSpPr>
              <p:spPr>
                <a:xfrm>
                  <a:off x="-2093700" y="2291263"/>
                  <a:ext cx="24300" cy="23150"/>
                </a:xfrm>
                <a:custGeom>
                  <a:rect b="b" l="l" r="r" t="t"/>
                  <a:pathLst>
                    <a:path extrusionOk="0" h="926" w="972">
                      <a:moveTo>
                        <a:pt x="469" y="1"/>
                      </a:moveTo>
                      <a:cubicBezTo>
                        <a:pt x="236" y="1"/>
                        <a:pt x="39" y="178"/>
                        <a:pt x="18" y="415"/>
                      </a:cubicBezTo>
                      <a:cubicBezTo>
                        <a:pt x="0" y="611"/>
                        <a:pt x="111" y="788"/>
                        <a:pt x="279" y="868"/>
                      </a:cubicBezTo>
                      <a:lnTo>
                        <a:pt x="279" y="869"/>
                      </a:lnTo>
                      <a:cubicBezTo>
                        <a:pt x="333" y="897"/>
                        <a:pt x="393" y="916"/>
                        <a:pt x="456" y="922"/>
                      </a:cubicBezTo>
                      <a:cubicBezTo>
                        <a:pt x="473" y="924"/>
                        <a:pt x="490" y="925"/>
                        <a:pt x="507" y="925"/>
                      </a:cubicBezTo>
                      <a:cubicBezTo>
                        <a:pt x="743" y="925"/>
                        <a:pt x="941" y="751"/>
                        <a:pt x="957" y="517"/>
                      </a:cubicBezTo>
                      <a:cubicBezTo>
                        <a:pt x="972" y="331"/>
                        <a:pt x="870" y="161"/>
                        <a:pt x="714" y="71"/>
                      </a:cubicBezTo>
                      <a:cubicBezTo>
                        <a:pt x="655" y="34"/>
                        <a:pt x="587" y="9"/>
                        <a:pt x="511" y="3"/>
                      </a:cubicBezTo>
                      <a:cubicBezTo>
                        <a:pt x="497" y="2"/>
                        <a:pt x="483"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26"/>
                <p:cNvSpPr/>
                <p:nvPr/>
              </p:nvSpPr>
              <p:spPr>
                <a:xfrm>
                  <a:off x="-2222725" y="2179463"/>
                  <a:ext cx="114350" cy="64025"/>
                </a:xfrm>
                <a:custGeom>
                  <a:rect b="b" l="l" r="r" t="t"/>
                  <a:pathLst>
                    <a:path extrusionOk="0" h="2561" w="4574">
                      <a:moveTo>
                        <a:pt x="355" y="0"/>
                      </a:moveTo>
                      <a:lnTo>
                        <a:pt x="0" y="908"/>
                      </a:lnTo>
                      <a:lnTo>
                        <a:pt x="3360" y="2224"/>
                      </a:lnTo>
                      <a:lnTo>
                        <a:pt x="4010" y="2479"/>
                      </a:lnTo>
                      <a:lnTo>
                        <a:pt x="4217" y="2560"/>
                      </a:lnTo>
                      <a:lnTo>
                        <a:pt x="4573" y="1652"/>
                      </a:lnTo>
                      <a:lnTo>
                        <a:pt x="3807" y="1352"/>
                      </a:lnTo>
                      <a:lnTo>
                        <a:pt x="3596" y="1269"/>
                      </a:lnTo>
                      <a:lnTo>
                        <a:pt x="1863" y="591"/>
                      </a:lnTo>
                      <a:lnTo>
                        <a:pt x="1545" y="466"/>
                      </a:lnTo>
                      <a:lnTo>
                        <a:pt x="3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93" name="Google Shape;1993;p26"/>
            <p:cNvGrpSpPr/>
            <p:nvPr/>
          </p:nvGrpSpPr>
          <p:grpSpPr>
            <a:xfrm>
              <a:off x="8309195" y="92497"/>
              <a:ext cx="500560" cy="472885"/>
              <a:chOff x="-1174275" y="581450"/>
              <a:chExt cx="370100" cy="349638"/>
            </a:xfrm>
          </p:grpSpPr>
          <p:sp>
            <p:nvSpPr>
              <p:cNvPr id="1994" name="Google Shape;1994;p26"/>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26"/>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6" name="Google Shape;1996;p26"/>
            <p:cNvGrpSpPr/>
            <p:nvPr/>
          </p:nvGrpSpPr>
          <p:grpSpPr>
            <a:xfrm>
              <a:off x="361403" y="3981245"/>
              <a:ext cx="311019" cy="311110"/>
              <a:chOff x="5038846" y="235350"/>
              <a:chExt cx="158691" cy="158738"/>
            </a:xfrm>
          </p:grpSpPr>
          <p:sp>
            <p:nvSpPr>
              <p:cNvPr id="1997" name="Google Shape;1997;p26"/>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26"/>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999" name="Shape 1999"/>
        <p:cNvGrpSpPr/>
        <p:nvPr/>
      </p:nvGrpSpPr>
      <p:grpSpPr>
        <a:xfrm>
          <a:off x="0" y="0"/>
          <a:ext cx="0" cy="0"/>
          <a:chOff x="0" y="0"/>
          <a:chExt cx="0" cy="0"/>
        </a:xfrm>
      </p:grpSpPr>
      <p:sp>
        <p:nvSpPr>
          <p:cNvPr id="2000" name="Google Shape;2000;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2001" name="Google Shape;2001;p27"/>
          <p:cNvGrpSpPr/>
          <p:nvPr/>
        </p:nvGrpSpPr>
        <p:grpSpPr>
          <a:xfrm>
            <a:off x="-240193" y="-184905"/>
            <a:ext cx="9322915" cy="5240515"/>
            <a:chOff x="-240193" y="-184905"/>
            <a:chExt cx="9322915" cy="5240515"/>
          </a:xfrm>
        </p:grpSpPr>
        <p:grpSp>
          <p:nvGrpSpPr>
            <p:cNvPr id="2002" name="Google Shape;2002;p27"/>
            <p:cNvGrpSpPr/>
            <p:nvPr/>
          </p:nvGrpSpPr>
          <p:grpSpPr>
            <a:xfrm>
              <a:off x="8523204" y="58072"/>
              <a:ext cx="311019" cy="311110"/>
              <a:chOff x="5038846" y="235350"/>
              <a:chExt cx="158691" cy="158738"/>
            </a:xfrm>
          </p:grpSpPr>
          <p:sp>
            <p:nvSpPr>
              <p:cNvPr id="2003" name="Google Shape;2003;p27"/>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27"/>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5" name="Google Shape;2005;p27"/>
            <p:cNvGrpSpPr/>
            <p:nvPr/>
          </p:nvGrpSpPr>
          <p:grpSpPr>
            <a:xfrm rot="-1639166">
              <a:off x="-90842" y="4515"/>
              <a:ext cx="1045364" cy="904888"/>
              <a:chOff x="3725309" y="381575"/>
              <a:chExt cx="533375" cy="461700"/>
            </a:xfrm>
          </p:grpSpPr>
          <p:sp>
            <p:nvSpPr>
              <p:cNvPr id="2006" name="Google Shape;2006;p27"/>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27"/>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27"/>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27"/>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27"/>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27"/>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27"/>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27"/>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27"/>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27"/>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27"/>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27"/>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27"/>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27"/>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27"/>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 name="Google Shape;2021;p27"/>
            <p:cNvGrpSpPr/>
            <p:nvPr/>
          </p:nvGrpSpPr>
          <p:grpSpPr>
            <a:xfrm rot="377969">
              <a:off x="8686995" y="303579"/>
              <a:ext cx="337170" cy="1085895"/>
              <a:chOff x="-507662" y="283925"/>
              <a:chExt cx="249300" cy="802900"/>
            </a:xfrm>
          </p:grpSpPr>
          <p:sp>
            <p:nvSpPr>
              <p:cNvPr id="2022" name="Google Shape;2022;p27"/>
              <p:cNvSpPr/>
              <p:nvPr/>
            </p:nvSpPr>
            <p:spPr>
              <a:xfrm>
                <a:off x="-507662" y="283925"/>
                <a:ext cx="249300" cy="802900"/>
              </a:xfrm>
              <a:custGeom>
                <a:rect b="b" l="l" r="r" t="t"/>
                <a:pathLst>
                  <a:path extrusionOk="0" h="32116" w="9972">
                    <a:moveTo>
                      <a:pt x="4820" y="1"/>
                    </a:moveTo>
                    <a:cubicBezTo>
                      <a:pt x="1333" y="1"/>
                      <a:pt x="220" y="2879"/>
                      <a:pt x="127" y="5466"/>
                    </a:cubicBezTo>
                    <a:cubicBezTo>
                      <a:pt x="45" y="5448"/>
                      <a:pt x="1" y="5439"/>
                      <a:pt x="1" y="5439"/>
                    </a:cubicBezTo>
                    <a:lnTo>
                      <a:pt x="0" y="6146"/>
                    </a:lnTo>
                    <a:cubicBezTo>
                      <a:pt x="0" y="6146"/>
                      <a:pt x="45" y="6157"/>
                      <a:pt x="135" y="6178"/>
                    </a:cubicBezTo>
                    <a:cubicBezTo>
                      <a:pt x="212" y="7236"/>
                      <a:pt x="628" y="8201"/>
                      <a:pt x="1276" y="8965"/>
                    </a:cubicBezTo>
                    <a:cubicBezTo>
                      <a:pt x="1273" y="8964"/>
                      <a:pt x="1272" y="8964"/>
                      <a:pt x="1272" y="8964"/>
                    </a:cubicBezTo>
                    <a:lnTo>
                      <a:pt x="1272" y="8964"/>
                    </a:lnTo>
                    <a:lnTo>
                      <a:pt x="1972" y="9757"/>
                    </a:lnTo>
                    <a:cubicBezTo>
                      <a:pt x="1985" y="9759"/>
                      <a:pt x="1998" y="9763"/>
                      <a:pt x="2013" y="9765"/>
                    </a:cubicBezTo>
                    <a:lnTo>
                      <a:pt x="1987" y="9765"/>
                    </a:lnTo>
                    <a:lnTo>
                      <a:pt x="2989" y="31481"/>
                    </a:lnTo>
                    <a:cubicBezTo>
                      <a:pt x="2989" y="31481"/>
                      <a:pt x="3673" y="32115"/>
                      <a:pt x="5032" y="32116"/>
                    </a:cubicBezTo>
                    <a:cubicBezTo>
                      <a:pt x="5034" y="32116"/>
                      <a:pt x="5035" y="32116"/>
                      <a:pt x="5036" y="32116"/>
                    </a:cubicBezTo>
                    <a:cubicBezTo>
                      <a:pt x="6471" y="32116"/>
                      <a:pt x="7092" y="31486"/>
                      <a:pt x="7092" y="31486"/>
                    </a:cubicBezTo>
                    <a:lnTo>
                      <a:pt x="8145" y="9772"/>
                    </a:lnTo>
                    <a:lnTo>
                      <a:pt x="8084" y="9772"/>
                    </a:lnTo>
                    <a:cubicBezTo>
                      <a:pt x="8114" y="9762"/>
                      <a:pt x="8129" y="9755"/>
                      <a:pt x="8129" y="9755"/>
                    </a:cubicBezTo>
                    <a:lnTo>
                      <a:pt x="8643" y="9035"/>
                    </a:lnTo>
                    <a:cubicBezTo>
                      <a:pt x="9322" y="8263"/>
                      <a:pt x="9763" y="7276"/>
                      <a:pt x="9844" y="6187"/>
                    </a:cubicBezTo>
                    <a:cubicBezTo>
                      <a:pt x="9928" y="6168"/>
                      <a:pt x="9971" y="6157"/>
                      <a:pt x="9971" y="6157"/>
                    </a:cubicBezTo>
                    <a:lnTo>
                      <a:pt x="9972" y="5450"/>
                    </a:lnTo>
                    <a:lnTo>
                      <a:pt x="9972" y="5450"/>
                    </a:lnTo>
                    <a:cubicBezTo>
                      <a:pt x="9972" y="5450"/>
                      <a:pt x="9930" y="5461"/>
                      <a:pt x="9851" y="5480"/>
                    </a:cubicBezTo>
                    <a:cubicBezTo>
                      <a:pt x="9738" y="2878"/>
                      <a:pt x="8299" y="43"/>
                      <a:pt x="4902" y="1"/>
                    </a:cubicBezTo>
                    <a:cubicBezTo>
                      <a:pt x="4875" y="1"/>
                      <a:pt x="4848" y="1"/>
                      <a:pt x="482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3" name="Google Shape;2023;p27"/>
              <p:cNvGrpSpPr/>
              <p:nvPr/>
            </p:nvGrpSpPr>
            <p:grpSpPr>
              <a:xfrm>
                <a:off x="-507662" y="283950"/>
                <a:ext cx="249300" cy="802850"/>
                <a:chOff x="-4628300" y="394775"/>
                <a:chExt cx="249300" cy="802850"/>
              </a:xfrm>
            </p:grpSpPr>
            <p:sp>
              <p:nvSpPr>
                <p:cNvPr id="2024" name="Google Shape;2024;p27"/>
                <p:cNvSpPr/>
                <p:nvPr/>
              </p:nvSpPr>
              <p:spPr>
                <a:xfrm>
                  <a:off x="-4625325" y="394775"/>
                  <a:ext cx="243575" cy="267125"/>
                </a:xfrm>
                <a:custGeom>
                  <a:rect b="b" l="l" r="r" t="t"/>
                  <a:pathLst>
                    <a:path extrusionOk="0" h="10685" w="9743">
                      <a:moveTo>
                        <a:pt x="4703" y="1"/>
                      </a:moveTo>
                      <a:cubicBezTo>
                        <a:pt x="1059" y="1"/>
                        <a:pt x="5" y="3143"/>
                        <a:pt x="2" y="5811"/>
                      </a:cubicBezTo>
                      <a:cubicBezTo>
                        <a:pt x="0" y="8499"/>
                        <a:pt x="2178" y="10682"/>
                        <a:pt x="4866" y="10685"/>
                      </a:cubicBezTo>
                      <a:cubicBezTo>
                        <a:pt x="4868" y="10685"/>
                        <a:pt x="4870" y="10685"/>
                        <a:pt x="4872" y="10685"/>
                      </a:cubicBezTo>
                      <a:cubicBezTo>
                        <a:pt x="7557" y="10685"/>
                        <a:pt x="9737" y="8508"/>
                        <a:pt x="9739" y="5822"/>
                      </a:cubicBezTo>
                      <a:cubicBezTo>
                        <a:pt x="9742" y="3133"/>
                        <a:pt x="8329" y="45"/>
                        <a:pt x="4783" y="1"/>
                      </a:cubicBezTo>
                      <a:cubicBezTo>
                        <a:pt x="4757" y="1"/>
                        <a:pt x="4730" y="1"/>
                        <a:pt x="4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27"/>
                <p:cNvSpPr/>
                <p:nvPr/>
              </p:nvSpPr>
              <p:spPr>
                <a:xfrm>
                  <a:off x="-4578650" y="638800"/>
                  <a:ext cx="153925" cy="558825"/>
                </a:xfrm>
                <a:custGeom>
                  <a:rect b="b" l="l" r="r" t="t"/>
                  <a:pathLst>
                    <a:path extrusionOk="0" h="22353" w="6157">
                      <a:moveTo>
                        <a:pt x="0" y="1"/>
                      </a:moveTo>
                      <a:lnTo>
                        <a:pt x="1002" y="21718"/>
                      </a:lnTo>
                      <a:cubicBezTo>
                        <a:pt x="1002" y="21718"/>
                        <a:pt x="1685" y="22352"/>
                        <a:pt x="3045" y="22353"/>
                      </a:cubicBezTo>
                      <a:cubicBezTo>
                        <a:pt x="3049" y="22353"/>
                        <a:pt x="3052" y="22353"/>
                        <a:pt x="3056" y="22353"/>
                      </a:cubicBezTo>
                      <a:cubicBezTo>
                        <a:pt x="4485" y="22353"/>
                        <a:pt x="5105" y="21723"/>
                        <a:pt x="5105" y="21723"/>
                      </a:cubicBezTo>
                      <a:lnTo>
                        <a:pt x="6157" y="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27"/>
                <p:cNvSpPr/>
                <p:nvPr/>
              </p:nvSpPr>
              <p:spPr>
                <a:xfrm>
                  <a:off x="-4596525" y="618825"/>
                  <a:ext cx="184925" cy="29825"/>
                </a:xfrm>
                <a:custGeom>
                  <a:rect b="b" l="l" r="r" t="t"/>
                  <a:pathLst>
                    <a:path extrusionOk="0" h="1193" w="7397">
                      <a:moveTo>
                        <a:pt x="1" y="0"/>
                      </a:moveTo>
                      <a:lnTo>
                        <a:pt x="701" y="793"/>
                      </a:lnTo>
                      <a:cubicBezTo>
                        <a:pt x="1992" y="1092"/>
                        <a:pt x="3106" y="1192"/>
                        <a:pt x="4019" y="1192"/>
                      </a:cubicBezTo>
                      <a:cubicBezTo>
                        <a:pt x="5843" y="1192"/>
                        <a:pt x="6857" y="793"/>
                        <a:pt x="6857" y="793"/>
                      </a:cubicBezTo>
                      <a:lnTo>
                        <a:pt x="7396" y="38"/>
                      </a:lnTo>
                      <a:lnTo>
                        <a:pt x="7396" y="38"/>
                      </a:lnTo>
                      <a:cubicBezTo>
                        <a:pt x="5867" y="370"/>
                        <a:pt x="4550" y="482"/>
                        <a:pt x="3469" y="482"/>
                      </a:cubicBezTo>
                      <a:cubicBezTo>
                        <a:pt x="1227" y="482"/>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27"/>
                <p:cNvSpPr/>
                <p:nvPr/>
              </p:nvSpPr>
              <p:spPr>
                <a:xfrm>
                  <a:off x="-4628300" y="530675"/>
                  <a:ext cx="249300" cy="29925"/>
                </a:xfrm>
                <a:custGeom>
                  <a:rect b="b" l="l" r="r" t="t"/>
                  <a:pathLst>
                    <a:path extrusionOk="0" h="1197" w="9972">
                      <a:moveTo>
                        <a:pt x="1" y="1"/>
                      </a:moveTo>
                      <a:lnTo>
                        <a:pt x="0" y="708"/>
                      </a:lnTo>
                      <a:cubicBezTo>
                        <a:pt x="0" y="708"/>
                        <a:pt x="1837" y="1193"/>
                        <a:pt x="4994" y="1197"/>
                      </a:cubicBezTo>
                      <a:cubicBezTo>
                        <a:pt x="5001" y="1197"/>
                        <a:pt x="5007" y="1197"/>
                        <a:pt x="5014" y="1197"/>
                      </a:cubicBezTo>
                      <a:cubicBezTo>
                        <a:pt x="8066" y="1197"/>
                        <a:pt x="9971" y="719"/>
                        <a:pt x="9971" y="719"/>
                      </a:cubicBezTo>
                      <a:lnTo>
                        <a:pt x="9972" y="12"/>
                      </a:lnTo>
                      <a:lnTo>
                        <a:pt x="9972" y="12"/>
                      </a:lnTo>
                      <a:cubicBezTo>
                        <a:pt x="9971" y="12"/>
                        <a:pt x="8240" y="490"/>
                        <a:pt x="5054" y="490"/>
                      </a:cubicBezTo>
                      <a:cubicBezTo>
                        <a:pt x="5040" y="490"/>
                        <a:pt x="5027" y="490"/>
                        <a:pt x="5013" y="490"/>
                      </a:cubicBezTo>
                      <a:cubicBezTo>
                        <a:pt x="2056" y="48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27"/>
                <p:cNvSpPr/>
                <p:nvPr/>
              </p:nvSpPr>
              <p:spPr>
                <a:xfrm>
                  <a:off x="-4517700" y="824050"/>
                  <a:ext cx="33375" cy="120300"/>
                </a:xfrm>
                <a:custGeom>
                  <a:rect b="b" l="l" r="r" t="t"/>
                  <a:pathLst>
                    <a:path extrusionOk="0" h="4812" w="1335">
                      <a:moveTo>
                        <a:pt x="630" y="0"/>
                      </a:moveTo>
                      <a:cubicBezTo>
                        <a:pt x="283" y="0"/>
                        <a:pt x="1" y="285"/>
                        <a:pt x="8" y="632"/>
                      </a:cubicBezTo>
                      <a:lnTo>
                        <a:pt x="76" y="4201"/>
                      </a:lnTo>
                      <a:cubicBezTo>
                        <a:pt x="82" y="4515"/>
                        <a:pt x="321" y="4776"/>
                        <a:pt x="633" y="4808"/>
                      </a:cubicBezTo>
                      <a:cubicBezTo>
                        <a:pt x="655" y="4810"/>
                        <a:pt x="677" y="4811"/>
                        <a:pt x="699" y="4811"/>
                      </a:cubicBezTo>
                      <a:cubicBezTo>
                        <a:pt x="1037" y="4811"/>
                        <a:pt x="1319" y="4538"/>
                        <a:pt x="1319" y="4193"/>
                      </a:cubicBezTo>
                      <a:lnTo>
                        <a:pt x="1334" y="627"/>
                      </a:lnTo>
                      <a:cubicBezTo>
                        <a:pt x="1335" y="292"/>
                        <a:pt x="1069" y="15"/>
                        <a:pt x="733" y="4"/>
                      </a:cubicBezTo>
                      <a:lnTo>
                        <a:pt x="651" y="1"/>
                      </a:lnTo>
                      <a:cubicBezTo>
                        <a:pt x="644" y="0"/>
                        <a:pt x="637"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27"/>
                <p:cNvSpPr/>
                <p:nvPr/>
              </p:nvSpPr>
              <p:spPr>
                <a:xfrm>
                  <a:off x="-4512225" y="910675"/>
                  <a:ext cx="23325" cy="18250"/>
                </a:xfrm>
                <a:custGeom>
                  <a:rect b="b" l="l" r="r" t="t"/>
                  <a:pathLst>
                    <a:path extrusionOk="0" h="730" w="933">
                      <a:moveTo>
                        <a:pt x="0" y="0"/>
                      </a:moveTo>
                      <a:lnTo>
                        <a:pt x="28" y="693"/>
                      </a:lnTo>
                      <a:lnTo>
                        <a:pt x="922" y="730"/>
                      </a:lnTo>
                      <a:lnTo>
                        <a:pt x="932"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30" name="Google Shape;2030;p27"/>
            <p:cNvGrpSpPr/>
            <p:nvPr/>
          </p:nvGrpSpPr>
          <p:grpSpPr>
            <a:xfrm>
              <a:off x="8357211" y="4237877"/>
              <a:ext cx="597561" cy="732248"/>
              <a:chOff x="-476487" y="1228650"/>
              <a:chExt cx="263475" cy="322875"/>
            </a:xfrm>
          </p:grpSpPr>
          <p:sp>
            <p:nvSpPr>
              <p:cNvPr id="2031" name="Google Shape;2031;p27"/>
              <p:cNvSpPr/>
              <p:nvPr/>
            </p:nvSpPr>
            <p:spPr>
              <a:xfrm>
                <a:off x="-476487" y="1228650"/>
                <a:ext cx="263475" cy="322875"/>
              </a:xfrm>
              <a:custGeom>
                <a:rect b="b" l="l" r="r" t="t"/>
                <a:pathLst>
                  <a:path extrusionOk="0" h="12915" w="10539">
                    <a:moveTo>
                      <a:pt x="1124" y="0"/>
                    </a:moveTo>
                    <a:lnTo>
                      <a:pt x="1" y="12848"/>
                    </a:lnTo>
                    <a:lnTo>
                      <a:pt x="8339" y="12900"/>
                    </a:lnTo>
                    <a:lnTo>
                      <a:pt x="10538" y="12915"/>
                    </a:lnTo>
                    <a:lnTo>
                      <a:pt x="10124" y="222"/>
                    </a:lnTo>
                    <a:lnTo>
                      <a:pt x="8471" y="182"/>
                    </a:lnTo>
                    <a:lnTo>
                      <a:pt x="1124"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2" name="Google Shape;2032;p27"/>
              <p:cNvGrpSpPr/>
              <p:nvPr/>
            </p:nvGrpSpPr>
            <p:grpSpPr>
              <a:xfrm>
                <a:off x="-476487" y="1228650"/>
                <a:ext cx="263475" cy="322875"/>
                <a:chOff x="-4190125" y="677000"/>
                <a:chExt cx="263475" cy="322875"/>
              </a:xfrm>
            </p:grpSpPr>
            <p:sp>
              <p:nvSpPr>
                <p:cNvPr id="2033" name="Google Shape;2033;p27"/>
                <p:cNvSpPr/>
                <p:nvPr/>
              </p:nvSpPr>
              <p:spPr>
                <a:xfrm>
                  <a:off x="-4190125" y="677000"/>
                  <a:ext cx="263475" cy="322875"/>
                </a:xfrm>
                <a:custGeom>
                  <a:rect b="b" l="l" r="r" t="t"/>
                  <a:pathLst>
                    <a:path extrusionOk="0" h="12915" w="10539">
                      <a:moveTo>
                        <a:pt x="1124" y="0"/>
                      </a:moveTo>
                      <a:lnTo>
                        <a:pt x="1" y="12848"/>
                      </a:lnTo>
                      <a:lnTo>
                        <a:pt x="8339" y="12900"/>
                      </a:lnTo>
                      <a:lnTo>
                        <a:pt x="10538" y="12915"/>
                      </a:lnTo>
                      <a:lnTo>
                        <a:pt x="10124" y="222"/>
                      </a:lnTo>
                      <a:lnTo>
                        <a:pt x="8471" y="183"/>
                      </a:lnTo>
                      <a:lnTo>
                        <a:pt x="11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27"/>
                <p:cNvSpPr/>
                <p:nvPr/>
              </p:nvSpPr>
              <p:spPr>
                <a:xfrm>
                  <a:off x="-3981650" y="681550"/>
                  <a:ext cx="55000" cy="318325"/>
                </a:xfrm>
                <a:custGeom>
                  <a:rect b="b" l="l" r="r" t="t"/>
                  <a:pathLst>
                    <a:path extrusionOk="0" h="12733" w="2200">
                      <a:moveTo>
                        <a:pt x="132" y="1"/>
                      </a:moveTo>
                      <a:lnTo>
                        <a:pt x="0" y="12718"/>
                      </a:lnTo>
                      <a:lnTo>
                        <a:pt x="2199" y="12733"/>
                      </a:lnTo>
                      <a:lnTo>
                        <a:pt x="1785" y="40"/>
                      </a:lnTo>
                      <a:lnTo>
                        <a:pt x="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27"/>
                <p:cNvSpPr/>
                <p:nvPr/>
              </p:nvSpPr>
              <p:spPr>
                <a:xfrm>
                  <a:off x="-4130225" y="705650"/>
                  <a:ext cx="97075" cy="90600"/>
                </a:xfrm>
                <a:custGeom>
                  <a:rect b="b" l="l" r="r" t="t"/>
                  <a:pathLst>
                    <a:path extrusionOk="0" h="3624" w="3883">
                      <a:moveTo>
                        <a:pt x="1944" y="1"/>
                      </a:moveTo>
                      <a:cubicBezTo>
                        <a:pt x="1853" y="1"/>
                        <a:pt x="1761" y="7"/>
                        <a:pt x="1669" y="21"/>
                      </a:cubicBezTo>
                      <a:cubicBezTo>
                        <a:pt x="679" y="172"/>
                        <a:pt x="0" y="1096"/>
                        <a:pt x="151" y="2084"/>
                      </a:cubicBezTo>
                      <a:cubicBezTo>
                        <a:pt x="287" y="2982"/>
                        <a:pt x="1060" y="3623"/>
                        <a:pt x="1940" y="3623"/>
                      </a:cubicBezTo>
                      <a:cubicBezTo>
                        <a:pt x="2030" y="3623"/>
                        <a:pt x="2122" y="3617"/>
                        <a:pt x="2215" y="3603"/>
                      </a:cubicBezTo>
                      <a:cubicBezTo>
                        <a:pt x="3203" y="3452"/>
                        <a:pt x="3882" y="2527"/>
                        <a:pt x="3732" y="1539"/>
                      </a:cubicBezTo>
                      <a:cubicBezTo>
                        <a:pt x="3595" y="642"/>
                        <a:pt x="2823" y="1"/>
                        <a:pt x="1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27"/>
                <p:cNvSpPr/>
                <p:nvPr/>
              </p:nvSpPr>
              <p:spPr>
                <a:xfrm>
                  <a:off x="-4100850" y="732800"/>
                  <a:ext cx="38350" cy="36275"/>
                </a:xfrm>
                <a:custGeom>
                  <a:rect b="b" l="l" r="r" t="t"/>
                  <a:pathLst>
                    <a:path extrusionOk="0" h="1451" w="1534">
                      <a:moveTo>
                        <a:pt x="765" y="1"/>
                      </a:moveTo>
                      <a:cubicBezTo>
                        <a:pt x="402" y="1"/>
                        <a:pt x="90" y="272"/>
                        <a:pt x="47" y="641"/>
                      </a:cubicBezTo>
                      <a:cubicBezTo>
                        <a:pt x="1" y="1039"/>
                        <a:pt x="285" y="1399"/>
                        <a:pt x="683" y="1445"/>
                      </a:cubicBezTo>
                      <a:cubicBezTo>
                        <a:pt x="711" y="1449"/>
                        <a:pt x="740" y="1450"/>
                        <a:pt x="768" y="1450"/>
                      </a:cubicBezTo>
                      <a:cubicBezTo>
                        <a:pt x="1130" y="1450"/>
                        <a:pt x="1443" y="1178"/>
                        <a:pt x="1487" y="810"/>
                      </a:cubicBezTo>
                      <a:cubicBezTo>
                        <a:pt x="1533" y="412"/>
                        <a:pt x="1247" y="52"/>
                        <a:pt x="850" y="6"/>
                      </a:cubicBezTo>
                      <a:cubicBezTo>
                        <a:pt x="821" y="2"/>
                        <a:pt x="793"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27"/>
                <p:cNvSpPr/>
                <p:nvPr/>
              </p:nvSpPr>
              <p:spPr>
                <a:xfrm>
                  <a:off x="-4155525" y="827725"/>
                  <a:ext cx="133525" cy="126375"/>
                </a:xfrm>
                <a:custGeom>
                  <a:rect b="b" l="l" r="r" t="t"/>
                  <a:pathLst>
                    <a:path extrusionOk="0" h="5055" w="5341">
                      <a:moveTo>
                        <a:pt x="2668" y="1"/>
                      </a:moveTo>
                      <a:cubicBezTo>
                        <a:pt x="1402" y="1"/>
                        <a:pt x="309" y="950"/>
                        <a:pt x="161" y="2237"/>
                      </a:cubicBezTo>
                      <a:cubicBezTo>
                        <a:pt x="1" y="3623"/>
                        <a:pt x="993" y="4875"/>
                        <a:pt x="2379" y="5037"/>
                      </a:cubicBezTo>
                      <a:cubicBezTo>
                        <a:pt x="2478" y="5049"/>
                        <a:pt x="2575" y="5054"/>
                        <a:pt x="2672" y="5054"/>
                      </a:cubicBezTo>
                      <a:cubicBezTo>
                        <a:pt x="3937" y="5054"/>
                        <a:pt x="5030" y="4105"/>
                        <a:pt x="5179" y="2819"/>
                      </a:cubicBezTo>
                      <a:cubicBezTo>
                        <a:pt x="5340" y="1433"/>
                        <a:pt x="4346" y="179"/>
                        <a:pt x="2960" y="18"/>
                      </a:cubicBezTo>
                      <a:cubicBezTo>
                        <a:pt x="2862" y="6"/>
                        <a:pt x="2764" y="1"/>
                        <a:pt x="2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27"/>
                <p:cNvSpPr/>
                <p:nvPr/>
              </p:nvSpPr>
              <p:spPr>
                <a:xfrm>
                  <a:off x="-4116600" y="864625"/>
                  <a:ext cx="55600" cy="52625"/>
                </a:xfrm>
                <a:custGeom>
                  <a:rect b="b" l="l" r="r" t="t"/>
                  <a:pathLst>
                    <a:path extrusionOk="0" h="2105" w="2224">
                      <a:moveTo>
                        <a:pt x="1111" y="0"/>
                      </a:moveTo>
                      <a:cubicBezTo>
                        <a:pt x="584" y="0"/>
                        <a:pt x="130" y="394"/>
                        <a:pt x="68" y="931"/>
                      </a:cubicBezTo>
                      <a:cubicBezTo>
                        <a:pt x="1" y="1508"/>
                        <a:pt x="415" y="2030"/>
                        <a:pt x="991" y="2097"/>
                      </a:cubicBezTo>
                      <a:cubicBezTo>
                        <a:pt x="1032" y="2102"/>
                        <a:pt x="1073" y="2104"/>
                        <a:pt x="1113" y="2104"/>
                      </a:cubicBezTo>
                      <a:cubicBezTo>
                        <a:pt x="1640" y="2104"/>
                        <a:pt x="2095" y="1709"/>
                        <a:pt x="2158" y="1173"/>
                      </a:cubicBezTo>
                      <a:cubicBezTo>
                        <a:pt x="2224" y="596"/>
                        <a:pt x="1810" y="74"/>
                        <a:pt x="1234" y="7"/>
                      </a:cubicBezTo>
                      <a:cubicBezTo>
                        <a:pt x="1193" y="2"/>
                        <a:pt x="1152"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27"/>
                <p:cNvSpPr/>
                <p:nvPr/>
              </p:nvSpPr>
              <p:spPr>
                <a:xfrm>
                  <a:off x="-3999000" y="687450"/>
                  <a:ext cx="11200" cy="10600"/>
                </a:xfrm>
                <a:custGeom>
                  <a:rect b="b" l="l" r="r" t="t"/>
                  <a:pathLst>
                    <a:path extrusionOk="0" h="424" w="448">
                      <a:moveTo>
                        <a:pt x="224" y="1"/>
                      </a:moveTo>
                      <a:cubicBezTo>
                        <a:pt x="118" y="1"/>
                        <a:pt x="26" y="80"/>
                        <a:pt x="14" y="188"/>
                      </a:cubicBezTo>
                      <a:cubicBezTo>
                        <a:pt x="1" y="304"/>
                        <a:pt x="83" y="408"/>
                        <a:pt x="200" y="422"/>
                      </a:cubicBezTo>
                      <a:cubicBezTo>
                        <a:pt x="208" y="423"/>
                        <a:pt x="216" y="424"/>
                        <a:pt x="225" y="424"/>
                      </a:cubicBezTo>
                      <a:cubicBezTo>
                        <a:pt x="330" y="424"/>
                        <a:pt x="422" y="345"/>
                        <a:pt x="434" y="237"/>
                      </a:cubicBezTo>
                      <a:cubicBezTo>
                        <a:pt x="448" y="121"/>
                        <a:pt x="365" y="16"/>
                        <a:pt x="248" y="2"/>
                      </a:cubicBezTo>
                      <a:cubicBezTo>
                        <a:pt x="240" y="1"/>
                        <a:pt x="232"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27"/>
                <p:cNvSpPr/>
                <p:nvPr/>
              </p:nvSpPr>
              <p:spPr>
                <a:xfrm>
                  <a:off x="-4158425" y="683025"/>
                  <a:ext cx="11175" cy="10625"/>
                </a:xfrm>
                <a:custGeom>
                  <a:rect b="b" l="l" r="r" t="t"/>
                  <a:pathLst>
                    <a:path extrusionOk="0" h="425" w="447">
                      <a:moveTo>
                        <a:pt x="225" y="1"/>
                      </a:moveTo>
                      <a:cubicBezTo>
                        <a:pt x="119" y="1"/>
                        <a:pt x="27" y="80"/>
                        <a:pt x="14" y="188"/>
                      </a:cubicBezTo>
                      <a:cubicBezTo>
                        <a:pt x="0" y="304"/>
                        <a:pt x="83" y="408"/>
                        <a:pt x="199" y="423"/>
                      </a:cubicBezTo>
                      <a:cubicBezTo>
                        <a:pt x="207" y="424"/>
                        <a:pt x="215" y="424"/>
                        <a:pt x="222" y="424"/>
                      </a:cubicBezTo>
                      <a:cubicBezTo>
                        <a:pt x="328" y="424"/>
                        <a:pt x="421" y="345"/>
                        <a:pt x="434" y="237"/>
                      </a:cubicBezTo>
                      <a:cubicBezTo>
                        <a:pt x="447" y="120"/>
                        <a:pt x="364" y="16"/>
                        <a:pt x="248" y="2"/>
                      </a:cubicBezTo>
                      <a:cubicBezTo>
                        <a:pt x="240" y="1"/>
                        <a:pt x="232"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27"/>
                <p:cNvSpPr/>
                <p:nvPr/>
              </p:nvSpPr>
              <p:spPr>
                <a:xfrm>
                  <a:off x="-4183975" y="979075"/>
                  <a:ext cx="11200" cy="10625"/>
                </a:xfrm>
                <a:custGeom>
                  <a:rect b="b" l="l" r="r" t="t"/>
                  <a:pathLst>
                    <a:path extrusionOk="0" h="425" w="448">
                      <a:moveTo>
                        <a:pt x="225" y="1"/>
                      </a:moveTo>
                      <a:cubicBezTo>
                        <a:pt x="118" y="1"/>
                        <a:pt x="25" y="80"/>
                        <a:pt x="14" y="188"/>
                      </a:cubicBezTo>
                      <a:cubicBezTo>
                        <a:pt x="0" y="304"/>
                        <a:pt x="83" y="409"/>
                        <a:pt x="200" y="423"/>
                      </a:cubicBezTo>
                      <a:cubicBezTo>
                        <a:pt x="207" y="424"/>
                        <a:pt x="215" y="424"/>
                        <a:pt x="223" y="424"/>
                      </a:cubicBezTo>
                      <a:cubicBezTo>
                        <a:pt x="329" y="424"/>
                        <a:pt x="421" y="345"/>
                        <a:pt x="434" y="237"/>
                      </a:cubicBezTo>
                      <a:cubicBezTo>
                        <a:pt x="447" y="121"/>
                        <a:pt x="365" y="16"/>
                        <a:pt x="248" y="2"/>
                      </a:cubicBezTo>
                      <a:cubicBezTo>
                        <a:pt x="240" y="1"/>
                        <a:pt x="233"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27"/>
                <p:cNvSpPr/>
                <p:nvPr/>
              </p:nvSpPr>
              <p:spPr>
                <a:xfrm>
                  <a:off x="-4000300" y="980975"/>
                  <a:ext cx="11200" cy="10600"/>
                </a:xfrm>
                <a:custGeom>
                  <a:rect b="b" l="l" r="r" t="t"/>
                  <a:pathLst>
                    <a:path extrusionOk="0" h="424" w="448">
                      <a:moveTo>
                        <a:pt x="222" y="1"/>
                      </a:moveTo>
                      <a:cubicBezTo>
                        <a:pt x="115" y="1"/>
                        <a:pt x="25" y="81"/>
                        <a:pt x="14" y="188"/>
                      </a:cubicBezTo>
                      <a:cubicBezTo>
                        <a:pt x="0" y="305"/>
                        <a:pt x="83" y="409"/>
                        <a:pt x="199" y="422"/>
                      </a:cubicBezTo>
                      <a:cubicBezTo>
                        <a:pt x="208" y="423"/>
                        <a:pt x="216" y="424"/>
                        <a:pt x="224" y="424"/>
                      </a:cubicBezTo>
                      <a:cubicBezTo>
                        <a:pt x="329" y="424"/>
                        <a:pt x="420" y="345"/>
                        <a:pt x="434" y="237"/>
                      </a:cubicBezTo>
                      <a:cubicBezTo>
                        <a:pt x="447" y="121"/>
                        <a:pt x="363" y="17"/>
                        <a:pt x="248" y="2"/>
                      </a:cubicBezTo>
                      <a:cubicBezTo>
                        <a:pt x="239" y="1"/>
                        <a:pt x="230" y="1"/>
                        <a:pt x="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43" name="Google Shape;2043;p27"/>
            <p:cNvGrpSpPr/>
            <p:nvPr/>
          </p:nvGrpSpPr>
          <p:grpSpPr>
            <a:xfrm rot="-454279">
              <a:off x="156599" y="4194911"/>
              <a:ext cx="786481" cy="812427"/>
              <a:chOff x="-2828900" y="2732900"/>
              <a:chExt cx="312600" cy="322913"/>
            </a:xfrm>
          </p:grpSpPr>
          <p:sp>
            <p:nvSpPr>
              <p:cNvPr id="2044" name="Google Shape;2044;p27"/>
              <p:cNvSpPr/>
              <p:nvPr/>
            </p:nvSpPr>
            <p:spPr>
              <a:xfrm>
                <a:off x="-2828875" y="2732900"/>
                <a:ext cx="312525" cy="322875"/>
              </a:xfrm>
              <a:custGeom>
                <a:rect b="b" l="l" r="r" t="t"/>
                <a:pathLst>
                  <a:path extrusionOk="0" h="12915" w="12501">
                    <a:moveTo>
                      <a:pt x="3980" y="125"/>
                    </a:moveTo>
                    <a:cubicBezTo>
                      <a:pt x="4044" y="125"/>
                      <a:pt x="4112" y="133"/>
                      <a:pt x="4186" y="148"/>
                    </a:cubicBezTo>
                    <a:cubicBezTo>
                      <a:pt x="4545" y="223"/>
                      <a:pt x="4747" y="879"/>
                      <a:pt x="4852" y="1506"/>
                    </a:cubicBezTo>
                    <a:cubicBezTo>
                      <a:pt x="4364" y="1637"/>
                      <a:pt x="3907" y="1839"/>
                      <a:pt x="3485" y="2097"/>
                    </a:cubicBezTo>
                    <a:lnTo>
                      <a:pt x="3426" y="987"/>
                    </a:lnTo>
                    <a:lnTo>
                      <a:pt x="3389" y="987"/>
                    </a:lnTo>
                    <a:lnTo>
                      <a:pt x="3389" y="982"/>
                    </a:lnTo>
                    <a:cubicBezTo>
                      <a:pt x="3389" y="977"/>
                      <a:pt x="3351" y="482"/>
                      <a:pt x="3616" y="249"/>
                    </a:cubicBezTo>
                    <a:cubicBezTo>
                      <a:pt x="3708" y="167"/>
                      <a:pt x="3831" y="125"/>
                      <a:pt x="3980" y="125"/>
                    </a:cubicBezTo>
                    <a:close/>
                    <a:moveTo>
                      <a:pt x="4880" y="1674"/>
                    </a:moveTo>
                    <a:cubicBezTo>
                      <a:pt x="4924" y="1984"/>
                      <a:pt x="4945" y="2272"/>
                      <a:pt x="4952" y="2463"/>
                    </a:cubicBezTo>
                    <a:lnTo>
                      <a:pt x="3505" y="2463"/>
                    </a:lnTo>
                    <a:lnTo>
                      <a:pt x="3497" y="2288"/>
                    </a:lnTo>
                    <a:cubicBezTo>
                      <a:pt x="3921" y="2019"/>
                      <a:pt x="4383" y="1809"/>
                      <a:pt x="4880" y="1674"/>
                    </a:cubicBezTo>
                    <a:close/>
                    <a:moveTo>
                      <a:pt x="6137" y="1506"/>
                    </a:moveTo>
                    <a:cubicBezTo>
                      <a:pt x="7235" y="1506"/>
                      <a:pt x="8215" y="1875"/>
                      <a:pt x="9035" y="2463"/>
                    </a:cubicBezTo>
                    <a:lnTo>
                      <a:pt x="5074" y="2463"/>
                    </a:lnTo>
                    <a:lnTo>
                      <a:pt x="5074" y="2461"/>
                    </a:lnTo>
                    <a:cubicBezTo>
                      <a:pt x="5073" y="2425"/>
                      <a:pt x="5061" y="2072"/>
                      <a:pt x="5000" y="1643"/>
                    </a:cubicBezTo>
                    <a:cubicBezTo>
                      <a:pt x="5362" y="1555"/>
                      <a:pt x="5743" y="1506"/>
                      <a:pt x="6137" y="1506"/>
                    </a:cubicBezTo>
                    <a:close/>
                    <a:moveTo>
                      <a:pt x="9383" y="2733"/>
                    </a:moveTo>
                    <a:cubicBezTo>
                      <a:pt x="10274" y="3482"/>
                      <a:pt x="10943" y="4499"/>
                      <a:pt x="11318" y="5554"/>
                    </a:cubicBezTo>
                    <a:cubicBezTo>
                      <a:pt x="11306" y="5724"/>
                      <a:pt x="11306" y="5978"/>
                      <a:pt x="11392" y="6087"/>
                    </a:cubicBezTo>
                    <a:cubicBezTo>
                      <a:pt x="11438" y="6147"/>
                      <a:pt x="11477" y="6173"/>
                      <a:pt x="11508" y="6185"/>
                    </a:cubicBezTo>
                    <a:cubicBezTo>
                      <a:pt x="12047" y="8400"/>
                      <a:pt x="11367" y="9837"/>
                      <a:pt x="11251" y="10060"/>
                    </a:cubicBezTo>
                    <a:lnTo>
                      <a:pt x="11251" y="9733"/>
                    </a:lnTo>
                    <a:lnTo>
                      <a:pt x="11093" y="9733"/>
                    </a:lnTo>
                    <a:cubicBezTo>
                      <a:pt x="11297" y="9501"/>
                      <a:pt x="11322" y="8806"/>
                      <a:pt x="11116" y="8421"/>
                    </a:cubicBezTo>
                    <a:cubicBezTo>
                      <a:pt x="11012" y="8224"/>
                      <a:pt x="10863" y="8123"/>
                      <a:pt x="10685" y="8123"/>
                    </a:cubicBezTo>
                    <a:cubicBezTo>
                      <a:pt x="10600" y="8123"/>
                      <a:pt x="10507" y="8146"/>
                      <a:pt x="10409" y="8193"/>
                    </a:cubicBezTo>
                    <a:cubicBezTo>
                      <a:pt x="10301" y="8246"/>
                      <a:pt x="10194" y="8268"/>
                      <a:pt x="10091" y="8268"/>
                    </a:cubicBezTo>
                    <a:cubicBezTo>
                      <a:pt x="9809" y="8268"/>
                      <a:pt x="9556" y="8106"/>
                      <a:pt x="9383" y="7956"/>
                    </a:cubicBezTo>
                    <a:lnTo>
                      <a:pt x="9383" y="3642"/>
                    </a:lnTo>
                    <a:lnTo>
                      <a:pt x="9383" y="2733"/>
                    </a:lnTo>
                    <a:close/>
                    <a:moveTo>
                      <a:pt x="9382" y="8113"/>
                    </a:moveTo>
                    <a:cubicBezTo>
                      <a:pt x="9567" y="8255"/>
                      <a:pt x="9816" y="8390"/>
                      <a:pt x="10092" y="8390"/>
                    </a:cubicBezTo>
                    <a:cubicBezTo>
                      <a:pt x="10212" y="8390"/>
                      <a:pt x="10336" y="8365"/>
                      <a:pt x="10463" y="8304"/>
                    </a:cubicBezTo>
                    <a:cubicBezTo>
                      <a:pt x="10542" y="8265"/>
                      <a:pt x="10615" y="8246"/>
                      <a:pt x="10682" y="8246"/>
                    </a:cubicBezTo>
                    <a:cubicBezTo>
                      <a:pt x="10816" y="8246"/>
                      <a:pt x="10925" y="8324"/>
                      <a:pt x="11007" y="8477"/>
                    </a:cubicBezTo>
                    <a:cubicBezTo>
                      <a:pt x="11197" y="8836"/>
                      <a:pt x="11160" y="9489"/>
                      <a:pt x="10998" y="9654"/>
                    </a:cubicBezTo>
                    <a:lnTo>
                      <a:pt x="10998" y="9611"/>
                    </a:lnTo>
                    <a:cubicBezTo>
                      <a:pt x="10998" y="9585"/>
                      <a:pt x="10976" y="9563"/>
                      <a:pt x="10949" y="9563"/>
                    </a:cubicBezTo>
                    <a:lnTo>
                      <a:pt x="10731" y="9563"/>
                    </a:lnTo>
                    <a:lnTo>
                      <a:pt x="10731" y="9169"/>
                    </a:lnTo>
                    <a:lnTo>
                      <a:pt x="9579" y="8916"/>
                    </a:lnTo>
                    <a:cubicBezTo>
                      <a:pt x="9579" y="8916"/>
                      <a:pt x="9474" y="9513"/>
                      <a:pt x="9494" y="10392"/>
                    </a:cubicBezTo>
                    <a:lnTo>
                      <a:pt x="9494" y="10414"/>
                    </a:lnTo>
                    <a:cubicBezTo>
                      <a:pt x="9495" y="10451"/>
                      <a:pt x="9496" y="10489"/>
                      <a:pt x="9498" y="10528"/>
                    </a:cubicBezTo>
                    <a:cubicBezTo>
                      <a:pt x="9498" y="10536"/>
                      <a:pt x="9498" y="10544"/>
                      <a:pt x="9499" y="10554"/>
                    </a:cubicBezTo>
                    <a:cubicBezTo>
                      <a:pt x="9500" y="10595"/>
                      <a:pt x="9503" y="10636"/>
                      <a:pt x="9504" y="10679"/>
                    </a:cubicBezTo>
                    <a:lnTo>
                      <a:pt x="9504" y="10691"/>
                    </a:lnTo>
                    <a:cubicBezTo>
                      <a:pt x="9506" y="10739"/>
                      <a:pt x="9510" y="10787"/>
                      <a:pt x="9513" y="10835"/>
                    </a:cubicBezTo>
                    <a:cubicBezTo>
                      <a:pt x="9513" y="10841"/>
                      <a:pt x="9515" y="10845"/>
                      <a:pt x="9515" y="10850"/>
                    </a:cubicBezTo>
                    <a:cubicBezTo>
                      <a:pt x="9517" y="10891"/>
                      <a:pt x="9521" y="10933"/>
                      <a:pt x="9524" y="10977"/>
                    </a:cubicBezTo>
                    <a:cubicBezTo>
                      <a:pt x="9525" y="10990"/>
                      <a:pt x="9526" y="11006"/>
                      <a:pt x="9527" y="11020"/>
                    </a:cubicBezTo>
                    <a:cubicBezTo>
                      <a:pt x="9530" y="11054"/>
                      <a:pt x="9534" y="11087"/>
                      <a:pt x="9536" y="11122"/>
                    </a:cubicBezTo>
                    <a:cubicBezTo>
                      <a:pt x="9537" y="11139"/>
                      <a:pt x="9541" y="11155"/>
                      <a:pt x="9542" y="11173"/>
                    </a:cubicBezTo>
                    <a:cubicBezTo>
                      <a:pt x="9546" y="11206"/>
                      <a:pt x="9550" y="11241"/>
                      <a:pt x="9553" y="11276"/>
                    </a:cubicBezTo>
                    <a:cubicBezTo>
                      <a:pt x="9554" y="11292"/>
                      <a:pt x="9557" y="11307"/>
                      <a:pt x="9558" y="11322"/>
                    </a:cubicBezTo>
                    <a:cubicBezTo>
                      <a:pt x="9564" y="11371"/>
                      <a:pt x="9569" y="11421"/>
                      <a:pt x="9578" y="11469"/>
                    </a:cubicBezTo>
                    <a:lnTo>
                      <a:pt x="9578" y="11472"/>
                    </a:lnTo>
                    <a:lnTo>
                      <a:pt x="10729" y="11233"/>
                    </a:lnTo>
                    <a:lnTo>
                      <a:pt x="10729" y="10966"/>
                    </a:lnTo>
                    <a:lnTo>
                      <a:pt x="10947" y="10966"/>
                    </a:lnTo>
                    <a:cubicBezTo>
                      <a:pt x="10975" y="10966"/>
                      <a:pt x="10997" y="10944"/>
                      <a:pt x="10997" y="10917"/>
                    </a:cubicBezTo>
                    <a:lnTo>
                      <a:pt x="10997" y="10913"/>
                    </a:lnTo>
                    <a:lnTo>
                      <a:pt x="10997" y="10762"/>
                    </a:lnTo>
                    <a:cubicBezTo>
                      <a:pt x="11698" y="10927"/>
                      <a:pt x="12146" y="11176"/>
                      <a:pt x="12292" y="11485"/>
                    </a:cubicBezTo>
                    <a:cubicBezTo>
                      <a:pt x="12374" y="11659"/>
                      <a:pt x="12360" y="11856"/>
                      <a:pt x="12252" y="12071"/>
                    </a:cubicBezTo>
                    <a:cubicBezTo>
                      <a:pt x="12187" y="12198"/>
                      <a:pt x="11999" y="12276"/>
                      <a:pt x="11767" y="12276"/>
                    </a:cubicBezTo>
                    <a:cubicBezTo>
                      <a:pt x="11731" y="12276"/>
                      <a:pt x="11694" y="12274"/>
                      <a:pt x="11656" y="12270"/>
                    </a:cubicBezTo>
                    <a:cubicBezTo>
                      <a:pt x="11376" y="12243"/>
                      <a:pt x="11016" y="12092"/>
                      <a:pt x="10923" y="11759"/>
                    </a:cubicBezTo>
                    <a:cubicBezTo>
                      <a:pt x="10893" y="11651"/>
                      <a:pt x="10824" y="11567"/>
                      <a:pt x="10719" y="11510"/>
                    </a:cubicBezTo>
                    <a:cubicBezTo>
                      <a:pt x="10599" y="11445"/>
                      <a:pt x="10440" y="11422"/>
                      <a:pt x="10273" y="11422"/>
                    </a:cubicBezTo>
                    <a:cubicBezTo>
                      <a:pt x="9894" y="11422"/>
                      <a:pt x="9476" y="11543"/>
                      <a:pt x="9382" y="11571"/>
                    </a:cubicBezTo>
                    <a:lnTo>
                      <a:pt x="9382" y="8113"/>
                    </a:lnTo>
                    <a:close/>
                    <a:moveTo>
                      <a:pt x="3979" y="1"/>
                    </a:moveTo>
                    <a:cubicBezTo>
                      <a:pt x="3800" y="1"/>
                      <a:pt x="3650" y="52"/>
                      <a:pt x="3534" y="155"/>
                    </a:cubicBezTo>
                    <a:cubicBezTo>
                      <a:pt x="3235" y="420"/>
                      <a:pt x="3262" y="927"/>
                      <a:pt x="3266" y="985"/>
                    </a:cubicBezTo>
                    <a:lnTo>
                      <a:pt x="3215" y="985"/>
                    </a:lnTo>
                    <a:lnTo>
                      <a:pt x="3154" y="2316"/>
                    </a:lnTo>
                    <a:cubicBezTo>
                      <a:pt x="3087" y="2363"/>
                      <a:pt x="3023" y="2410"/>
                      <a:pt x="2960" y="2461"/>
                    </a:cubicBezTo>
                    <a:lnTo>
                      <a:pt x="2892" y="2461"/>
                    </a:lnTo>
                    <a:lnTo>
                      <a:pt x="2892" y="2514"/>
                    </a:lnTo>
                    <a:cubicBezTo>
                      <a:pt x="1740" y="3439"/>
                      <a:pt x="934" y="4792"/>
                      <a:pt x="606" y="6136"/>
                    </a:cubicBezTo>
                    <a:cubicBezTo>
                      <a:pt x="1" y="8615"/>
                      <a:pt x="987" y="10295"/>
                      <a:pt x="1025" y="10358"/>
                    </a:cubicBezTo>
                    <a:lnTo>
                      <a:pt x="1025" y="10716"/>
                    </a:lnTo>
                    <a:lnTo>
                      <a:pt x="1277" y="10716"/>
                    </a:lnTo>
                    <a:lnTo>
                      <a:pt x="1277" y="10916"/>
                    </a:lnTo>
                    <a:lnTo>
                      <a:pt x="1277" y="10919"/>
                    </a:lnTo>
                    <a:cubicBezTo>
                      <a:pt x="1277" y="10947"/>
                      <a:pt x="1300" y="10969"/>
                      <a:pt x="1327" y="10969"/>
                    </a:cubicBezTo>
                    <a:lnTo>
                      <a:pt x="1545" y="10969"/>
                    </a:lnTo>
                    <a:lnTo>
                      <a:pt x="1545" y="10224"/>
                    </a:lnTo>
                    <a:lnTo>
                      <a:pt x="1545" y="9564"/>
                    </a:lnTo>
                    <a:lnTo>
                      <a:pt x="1325" y="9564"/>
                    </a:lnTo>
                    <a:cubicBezTo>
                      <a:pt x="1297" y="9565"/>
                      <a:pt x="1275" y="9587"/>
                      <a:pt x="1275" y="9612"/>
                    </a:cubicBezTo>
                    <a:lnTo>
                      <a:pt x="1275" y="9733"/>
                    </a:lnTo>
                    <a:lnTo>
                      <a:pt x="1022" y="9733"/>
                    </a:lnTo>
                    <a:lnTo>
                      <a:pt x="1022" y="10060"/>
                    </a:lnTo>
                    <a:cubicBezTo>
                      <a:pt x="907" y="9837"/>
                      <a:pt x="227" y="8399"/>
                      <a:pt x="765" y="6185"/>
                    </a:cubicBezTo>
                    <a:cubicBezTo>
                      <a:pt x="799" y="6174"/>
                      <a:pt x="837" y="6147"/>
                      <a:pt x="882" y="6087"/>
                    </a:cubicBezTo>
                    <a:cubicBezTo>
                      <a:pt x="967" y="5979"/>
                      <a:pt x="967" y="5725"/>
                      <a:pt x="955" y="5554"/>
                    </a:cubicBezTo>
                    <a:cubicBezTo>
                      <a:pt x="1332" y="4499"/>
                      <a:pt x="2001" y="3482"/>
                      <a:pt x="2891" y="2733"/>
                    </a:cubicBezTo>
                    <a:lnTo>
                      <a:pt x="2891" y="3642"/>
                    </a:lnTo>
                    <a:lnTo>
                      <a:pt x="2891" y="12915"/>
                    </a:lnTo>
                    <a:lnTo>
                      <a:pt x="9383" y="12915"/>
                    </a:lnTo>
                    <a:lnTo>
                      <a:pt x="9383" y="11697"/>
                    </a:lnTo>
                    <a:cubicBezTo>
                      <a:pt x="9390" y="11697"/>
                      <a:pt x="9396" y="11697"/>
                      <a:pt x="9401" y="11695"/>
                    </a:cubicBezTo>
                    <a:cubicBezTo>
                      <a:pt x="9407" y="11693"/>
                      <a:pt x="9878" y="11545"/>
                      <a:pt x="10278" y="11545"/>
                    </a:cubicBezTo>
                    <a:cubicBezTo>
                      <a:pt x="10424" y="11545"/>
                      <a:pt x="10561" y="11564"/>
                      <a:pt x="10661" y="11619"/>
                    </a:cubicBezTo>
                    <a:cubicBezTo>
                      <a:pt x="10738" y="11660"/>
                      <a:pt x="10784" y="11717"/>
                      <a:pt x="10806" y="11793"/>
                    </a:cubicBezTo>
                    <a:cubicBezTo>
                      <a:pt x="10915" y="12186"/>
                      <a:pt x="11326" y="12362"/>
                      <a:pt x="11644" y="12393"/>
                    </a:cubicBezTo>
                    <a:cubicBezTo>
                      <a:pt x="11685" y="12397"/>
                      <a:pt x="11725" y="12399"/>
                      <a:pt x="11766" y="12399"/>
                    </a:cubicBezTo>
                    <a:cubicBezTo>
                      <a:pt x="12048" y="12399"/>
                      <a:pt x="12275" y="12297"/>
                      <a:pt x="12361" y="12125"/>
                    </a:cubicBezTo>
                    <a:cubicBezTo>
                      <a:pt x="12488" y="11876"/>
                      <a:pt x="12500" y="11641"/>
                      <a:pt x="12402" y="11432"/>
                    </a:cubicBezTo>
                    <a:cubicBezTo>
                      <a:pt x="12256" y="11118"/>
                      <a:pt x="11869" y="10875"/>
                      <a:pt x="11251" y="10701"/>
                    </a:cubicBezTo>
                    <a:lnTo>
                      <a:pt x="11251" y="10357"/>
                    </a:lnTo>
                    <a:cubicBezTo>
                      <a:pt x="11288" y="10294"/>
                      <a:pt x="12275" y="8612"/>
                      <a:pt x="11670" y="6136"/>
                    </a:cubicBezTo>
                    <a:cubicBezTo>
                      <a:pt x="11342" y="4792"/>
                      <a:pt x="10536" y="3440"/>
                      <a:pt x="9383" y="2513"/>
                    </a:cubicBezTo>
                    <a:lnTo>
                      <a:pt x="9383" y="2461"/>
                    </a:lnTo>
                    <a:lnTo>
                      <a:pt x="9316" y="2461"/>
                    </a:lnTo>
                    <a:cubicBezTo>
                      <a:pt x="8434" y="1774"/>
                      <a:pt x="7356" y="1337"/>
                      <a:pt x="6137" y="1337"/>
                    </a:cubicBezTo>
                    <a:cubicBezTo>
                      <a:pt x="5734" y="1337"/>
                      <a:pt x="5345" y="1385"/>
                      <a:pt x="4974" y="1475"/>
                    </a:cubicBezTo>
                    <a:cubicBezTo>
                      <a:pt x="4867" y="840"/>
                      <a:pt x="4650" y="118"/>
                      <a:pt x="4211" y="26"/>
                    </a:cubicBezTo>
                    <a:cubicBezTo>
                      <a:pt x="4129" y="9"/>
                      <a:pt x="4052" y="1"/>
                      <a:pt x="3979"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5" name="Google Shape;2045;p27"/>
              <p:cNvGrpSpPr/>
              <p:nvPr/>
            </p:nvGrpSpPr>
            <p:grpSpPr>
              <a:xfrm>
                <a:off x="-2828900" y="2732988"/>
                <a:ext cx="312600" cy="322825"/>
                <a:chOff x="-2828900" y="1465025"/>
                <a:chExt cx="312600" cy="322825"/>
              </a:xfrm>
            </p:grpSpPr>
            <p:sp>
              <p:nvSpPr>
                <p:cNvPr id="2046" name="Google Shape;2046;p27"/>
                <p:cNvSpPr/>
                <p:nvPr/>
              </p:nvSpPr>
              <p:spPr>
                <a:xfrm>
                  <a:off x="-2828900" y="1498450"/>
                  <a:ext cx="306925" cy="225500"/>
                </a:xfrm>
                <a:custGeom>
                  <a:rect b="b" l="l" r="r" t="t"/>
                  <a:pathLst>
                    <a:path extrusionOk="0" h="9020" w="12277">
                      <a:moveTo>
                        <a:pt x="6138" y="0"/>
                      </a:moveTo>
                      <a:cubicBezTo>
                        <a:pt x="3276" y="0"/>
                        <a:pt x="1188" y="2414"/>
                        <a:pt x="606" y="4799"/>
                      </a:cubicBezTo>
                      <a:cubicBezTo>
                        <a:pt x="1" y="7277"/>
                        <a:pt x="987" y="8958"/>
                        <a:pt x="1024" y="9020"/>
                      </a:cubicBezTo>
                      <a:lnTo>
                        <a:pt x="1042" y="8751"/>
                      </a:lnTo>
                      <a:cubicBezTo>
                        <a:pt x="1033" y="8737"/>
                        <a:pt x="183" y="7247"/>
                        <a:pt x="769" y="4845"/>
                      </a:cubicBezTo>
                      <a:cubicBezTo>
                        <a:pt x="801" y="4834"/>
                        <a:pt x="839" y="4806"/>
                        <a:pt x="884" y="4747"/>
                      </a:cubicBezTo>
                      <a:cubicBezTo>
                        <a:pt x="970" y="4639"/>
                        <a:pt x="970" y="4385"/>
                        <a:pt x="957" y="4213"/>
                      </a:cubicBezTo>
                      <a:cubicBezTo>
                        <a:pt x="1708" y="2113"/>
                        <a:pt x="3613" y="166"/>
                        <a:pt x="6140" y="166"/>
                      </a:cubicBezTo>
                      <a:cubicBezTo>
                        <a:pt x="8666" y="166"/>
                        <a:pt x="10572" y="2114"/>
                        <a:pt x="11322" y="4213"/>
                      </a:cubicBezTo>
                      <a:cubicBezTo>
                        <a:pt x="11310" y="4383"/>
                        <a:pt x="11310" y="4638"/>
                        <a:pt x="11395" y="4747"/>
                      </a:cubicBezTo>
                      <a:cubicBezTo>
                        <a:pt x="11441" y="4806"/>
                        <a:pt x="11481" y="4832"/>
                        <a:pt x="11512" y="4845"/>
                      </a:cubicBezTo>
                      <a:cubicBezTo>
                        <a:pt x="12096" y="7247"/>
                        <a:pt x="11246" y="8736"/>
                        <a:pt x="11238" y="8751"/>
                      </a:cubicBezTo>
                      <a:lnTo>
                        <a:pt x="11255" y="9020"/>
                      </a:lnTo>
                      <a:cubicBezTo>
                        <a:pt x="11290" y="8957"/>
                        <a:pt x="12276" y="7276"/>
                        <a:pt x="11672" y="4799"/>
                      </a:cubicBezTo>
                      <a:cubicBezTo>
                        <a:pt x="11088" y="2414"/>
                        <a:pt x="9001" y="0"/>
                        <a:pt x="6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27"/>
                <p:cNvSpPr/>
                <p:nvPr/>
              </p:nvSpPr>
              <p:spPr>
                <a:xfrm>
                  <a:off x="-2748300" y="1465025"/>
                  <a:ext cx="46375" cy="63075"/>
                </a:xfrm>
                <a:custGeom>
                  <a:rect b="b" l="l" r="r" t="t"/>
                  <a:pathLst>
                    <a:path extrusionOk="0" h="2523" w="1855">
                      <a:moveTo>
                        <a:pt x="755" y="1"/>
                      </a:moveTo>
                      <a:cubicBezTo>
                        <a:pt x="577" y="1"/>
                        <a:pt x="428" y="52"/>
                        <a:pt x="311" y="155"/>
                      </a:cubicBezTo>
                      <a:cubicBezTo>
                        <a:pt x="1" y="430"/>
                        <a:pt x="42" y="967"/>
                        <a:pt x="43" y="990"/>
                      </a:cubicBezTo>
                      <a:cubicBezTo>
                        <a:pt x="45" y="1024"/>
                        <a:pt x="73" y="1047"/>
                        <a:pt x="105" y="1047"/>
                      </a:cubicBezTo>
                      <a:cubicBezTo>
                        <a:pt x="106" y="1047"/>
                        <a:pt x="108" y="1047"/>
                        <a:pt x="109" y="1047"/>
                      </a:cubicBezTo>
                      <a:cubicBezTo>
                        <a:pt x="143" y="1044"/>
                        <a:pt x="168" y="1015"/>
                        <a:pt x="166" y="981"/>
                      </a:cubicBezTo>
                      <a:cubicBezTo>
                        <a:pt x="164" y="976"/>
                        <a:pt x="128" y="482"/>
                        <a:pt x="393" y="248"/>
                      </a:cubicBezTo>
                      <a:cubicBezTo>
                        <a:pt x="485" y="166"/>
                        <a:pt x="607" y="125"/>
                        <a:pt x="755" y="125"/>
                      </a:cubicBezTo>
                      <a:cubicBezTo>
                        <a:pt x="820" y="125"/>
                        <a:pt x="889" y="133"/>
                        <a:pt x="963" y="148"/>
                      </a:cubicBezTo>
                      <a:cubicBezTo>
                        <a:pt x="1534" y="267"/>
                        <a:pt x="1710" y="1859"/>
                        <a:pt x="1729" y="2463"/>
                      </a:cubicBezTo>
                      <a:cubicBezTo>
                        <a:pt x="1730" y="2497"/>
                        <a:pt x="1757" y="2523"/>
                        <a:pt x="1791" y="2523"/>
                      </a:cubicBezTo>
                      <a:lnTo>
                        <a:pt x="1793" y="2523"/>
                      </a:lnTo>
                      <a:cubicBezTo>
                        <a:pt x="1827" y="2522"/>
                        <a:pt x="1854" y="2493"/>
                        <a:pt x="1853" y="2460"/>
                      </a:cubicBezTo>
                      <a:cubicBezTo>
                        <a:pt x="1849" y="2367"/>
                        <a:pt x="1772" y="189"/>
                        <a:pt x="988" y="26"/>
                      </a:cubicBezTo>
                      <a:cubicBezTo>
                        <a:pt x="906" y="9"/>
                        <a:pt x="828" y="1"/>
                        <a:pt x="7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27"/>
                <p:cNvSpPr/>
                <p:nvPr/>
              </p:nvSpPr>
              <p:spPr>
                <a:xfrm>
                  <a:off x="-2603250" y="1657175"/>
                  <a:ext cx="57875" cy="52700"/>
                </a:xfrm>
                <a:custGeom>
                  <a:rect b="b" l="l" r="r" t="t"/>
                  <a:pathLst>
                    <a:path extrusionOk="0" h="2108" w="2315">
                      <a:moveTo>
                        <a:pt x="70" y="1"/>
                      </a:moveTo>
                      <a:cubicBezTo>
                        <a:pt x="57" y="1"/>
                        <a:pt x="44" y="5"/>
                        <a:pt x="33" y="13"/>
                      </a:cubicBezTo>
                      <a:cubicBezTo>
                        <a:pt x="6" y="34"/>
                        <a:pt x="1" y="72"/>
                        <a:pt x="21" y="100"/>
                      </a:cubicBezTo>
                      <a:cubicBezTo>
                        <a:pt x="28" y="108"/>
                        <a:pt x="487" y="704"/>
                        <a:pt x="1066" y="704"/>
                      </a:cubicBezTo>
                      <a:cubicBezTo>
                        <a:pt x="1186" y="704"/>
                        <a:pt x="1311" y="679"/>
                        <a:pt x="1438" y="617"/>
                      </a:cubicBezTo>
                      <a:cubicBezTo>
                        <a:pt x="1517" y="579"/>
                        <a:pt x="1590" y="560"/>
                        <a:pt x="1657" y="560"/>
                      </a:cubicBezTo>
                      <a:cubicBezTo>
                        <a:pt x="1791" y="560"/>
                        <a:pt x="1900" y="637"/>
                        <a:pt x="1982" y="791"/>
                      </a:cubicBezTo>
                      <a:cubicBezTo>
                        <a:pt x="2184" y="1170"/>
                        <a:pt x="2131" y="1884"/>
                        <a:pt x="1942" y="1993"/>
                      </a:cubicBezTo>
                      <a:cubicBezTo>
                        <a:pt x="1914" y="2009"/>
                        <a:pt x="1904" y="2046"/>
                        <a:pt x="1920" y="2076"/>
                      </a:cubicBezTo>
                      <a:cubicBezTo>
                        <a:pt x="1931" y="2096"/>
                        <a:pt x="1952" y="2107"/>
                        <a:pt x="1973" y="2107"/>
                      </a:cubicBezTo>
                      <a:cubicBezTo>
                        <a:pt x="1983" y="2107"/>
                        <a:pt x="1995" y="2104"/>
                        <a:pt x="2003" y="2099"/>
                      </a:cubicBezTo>
                      <a:cubicBezTo>
                        <a:pt x="2265" y="1947"/>
                        <a:pt x="2314" y="1157"/>
                        <a:pt x="2090" y="734"/>
                      </a:cubicBezTo>
                      <a:cubicBezTo>
                        <a:pt x="1986" y="536"/>
                        <a:pt x="1837" y="435"/>
                        <a:pt x="1659" y="435"/>
                      </a:cubicBezTo>
                      <a:cubicBezTo>
                        <a:pt x="1573" y="435"/>
                        <a:pt x="1481" y="458"/>
                        <a:pt x="1383" y="506"/>
                      </a:cubicBezTo>
                      <a:cubicBezTo>
                        <a:pt x="1275" y="558"/>
                        <a:pt x="1168" y="580"/>
                        <a:pt x="1065" y="580"/>
                      </a:cubicBezTo>
                      <a:cubicBezTo>
                        <a:pt x="548" y="580"/>
                        <a:pt x="124" y="32"/>
                        <a:pt x="119" y="25"/>
                      </a:cubicBezTo>
                      <a:cubicBezTo>
                        <a:pt x="107" y="9"/>
                        <a:pt x="89" y="1"/>
                        <a:pt x="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27"/>
                <p:cNvSpPr/>
                <p:nvPr/>
              </p:nvSpPr>
              <p:spPr>
                <a:xfrm>
                  <a:off x="-2596050" y="1731025"/>
                  <a:ext cx="79750" cy="43975"/>
                </a:xfrm>
                <a:custGeom>
                  <a:rect b="b" l="l" r="r" t="t"/>
                  <a:pathLst>
                    <a:path extrusionOk="0" h="1759" w="3190">
                      <a:moveTo>
                        <a:pt x="1686" y="0"/>
                      </a:moveTo>
                      <a:cubicBezTo>
                        <a:pt x="1658" y="0"/>
                        <a:pt x="1632" y="19"/>
                        <a:pt x="1626" y="48"/>
                      </a:cubicBezTo>
                      <a:cubicBezTo>
                        <a:pt x="1618" y="82"/>
                        <a:pt x="1638" y="114"/>
                        <a:pt x="1672" y="122"/>
                      </a:cubicBezTo>
                      <a:cubicBezTo>
                        <a:pt x="2380" y="283"/>
                        <a:pt x="2832" y="533"/>
                        <a:pt x="2979" y="845"/>
                      </a:cubicBezTo>
                      <a:cubicBezTo>
                        <a:pt x="3060" y="1018"/>
                        <a:pt x="3047" y="1215"/>
                        <a:pt x="2939" y="1430"/>
                      </a:cubicBezTo>
                      <a:cubicBezTo>
                        <a:pt x="2874" y="1557"/>
                        <a:pt x="2685" y="1635"/>
                        <a:pt x="2452" y="1635"/>
                      </a:cubicBezTo>
                      <a:cubicBezTo>
                        <a:pt x="2416" y="1635"/>
                        <a:pt x="2380" y="1634"/>
                        <a:pt x="2343" y="1630"/>
                      </a:cubicBezTo>
                      <a:cubicBezTo>
                        <a:pt x="2063" y="1602"/>
                        <a:pt x="1703" y="1451"/>
                        <a:pt x="1610" y="1119"/>
                      </a:cubicBezTo>
                      <a:cubicBezTo>
                        <a:pt x="1580" y="1011"/>
                        <a:pt x="1512" y="926"/>
                        <a:pt x="1406" y="869"/>
                      </a:cubicBezTo>
                      <a:cubicBezTo>
                        <a:pt x="1286" y="805"/>
                        <a:pt x="1128" y="781"/>
                        <a:pt x="962" y="781"/>
                      </a:cubicBezTo>
                      <a:cubicBezTo>
                        <a:pt x="544" y="781"/>
                        <a:pt x="78" y="928"/>
                        <a:pt x="51" y="937"/>
                      </a:cubicBezTo>
                      <a:cubicBezTo>
                        <a:pt x="18" y="947"/>
                        <a:pt x="0" y="982"/>
                        <a:pt x="11" y="1014"/>
                      </a:cubicBezTo>
                      <a:cubicBezTo>
                        <a:pt x="19" y="1041"/>
                        <a:pt x="44" y="1057"/>
                        <a:pt x="69" y="1057"/>
                      </a:cubicBezTo>
                      <a:cubicBezTo>
                        <a:pt x="76" y="1057"/>
                        <a:pt x="82" y="1056"/>
                        <a:pt x="88" y="1054"/>
                      </a:cubicBezTo>
                      <a:cubicBezTo>
                        <a:pt x="95" y="1052"/>
                        <a:pt x="564" y="904"/>
                        <a:pt x="963" y="904"/>
                      </a:cubicBezTo>
                      <a:cubicBezTo>
                        <a:pt x="1110" y="904"/>
                        <a:pt x="1247" y="924"/>
                        <a:pt x="1348" y="979"/>
                      </a:cubicBezTo>
                      <a:cubicBezTo>
                        <a:pt x="1425" y="1020"/>
                        <a:pt x="1472" y="1077"/>
                        <a:pt x="1493" y="1152"/>
                      </a:cubicBezTo>
                      <a:cubicBezTo>
                        <a:pt x="1601" y="1544"/>
                        <a:pt x="2013" y="1722"/>
                        <a:pt x="2332" y="1753"/>
                      </a:cubicBezTo>
                      <a:cubicBezTo>
                        <a:pt x="2373" y="1756"/>
                        <a:pt x="2412" y="1759"/>
                        <a:pt x="2453" y="1759"/>
                      </a:cubicBezTo>
                      <a:cubicBezTo>
                        <a:pt x="2735" y="1759"/>
                        <a:pt x="2962" y="1657"/>
                        <a:pt x="3049" y="1487"/>
                      </a:cubicBezTo>
                      <a:cubicBezTo>
                        <a:pt x="3175" y="1237"/>
                        <a:pt x="3189" y="1003"/>
                        <a:pt x="3090" y="793"/>
                      </a:cubicBezTo>
                      <a:cubicBezTo>
                        <a:pt x="2925" y="440"/>
                        <a:pt x="2457" y="175"/>
                        <a:pt x="1699" y="2"/>
                      </a:cubicBezTo>
                      <a:cubicBezTo>
                        <a:pt x="1695" y="1"/>
                        <a:pt x="1690" y="0"/>
                        <a:pt x="16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27"/>
                <p:cNvSpPr/>
                <p:nvPr/>
              </p:nvSpPr>
              <p:spPr>
                <a:xfrm>
                  <a:off x="-2756600" y="1526525"/>
                  <a:ext cx="162300" cy="261325"/>
                </a:xfrm>
                <a:custGeom>
                  <a:rect b="b" l="l" r="r" t="t"/>
                  <a:pathLst>
                    <a:path extrusionOk="0" h="10453" w="6492">
                      <a:moveTo>
                        <a:pt x="0" y="1"/>
                      </a:moveTo>
                      <a:lnTo>
                        <a:pt x="0" y="1181"/>
                      </a:lnTo>
                      <a:lnTo>
                        <a:pt x="0" y="10453"/>
                      </a:lnTo>
                      <a:lnTo>
                        <a:pt x="6492" y="10453"/>
                      </a:lnTo>
                      <a:lnTo>
                        <a:pt x="6492" y="1181"/>
                      </a:lnTo>
                      <a:lnTo>
                        <a:pt x="64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27"/>
                <p:cNvSpPr/>
                <p:nvPr/>
              </p:nvSpPr>
              <p:spPr>
                <a:xfrm>
                  <a:off x="-2724700" y="1584825"/>
                  <a:ext cx="114325" cy="158500"/>
                </a:xfrm>
                <a:custGeom>
                  <a:rect b="b" l="l" r="r" t="t"/>
                  <a:pathLst>
                    <a:path extrusionOk="0" h="6340" w="4573">
                      <a:moveTo>
                        <a:pt x="4449" y="59"/>
                      </a:moveTo>
                      <a:cubicBezTo>
                        <a:pt x="4483" y="59"/>
                        <a:pt x="4511" y="87"/>
                        <a:pt x="4511" y="121"/>
                      </a:cubicBezTo>
                      <a:lnTo>
                        <a:pt x="4511" y="6216"/>
                      </a:lnTo>
                      <a:cubicBezTo>
                        <a:pt x="4511" y="6251"/>
                        <a:pt x="4482" y="6278"/>
                        <a:pt x="4449" y="6278"/>
                      </a:cubicBezTo>
                      <a:lnTo>
                        <a:pt x="123" y="6278"/>
                      </a:lnTo>
                      <a:cubicBezTo>
                        <a:pt x="89" y="6278"/>
                        <a:pt x="61" y="6250"/>
                        <a:pt x="61" y="6216"/>
                      </a:cubicBezTo>
                      <a:lnTo>
                        <a:pt x="61" y="121"/>
                      </a:lnTo>
                      <a:cubicBezTo>
                        <a:pt x="61" y="86"/>
                        <a:pt x="90" y="59"/>
                        <a:pt x="123" y="59"/>
                      </a:cubicBezTo>
                      <a:close/>
                      <a:moveTo>
                        <a:pt x="123" y="0"/>
                      </a:moveTo>
                      <a:cubicBezTo>
                        <a:pt x="56" y="0"/>
                        <a:pt x="1" y="54"/>
                        <a:pt x="1" y="122"/>
                      </a:cubicBezTo>
                      <a:lnTo>
                        <a:pt x="1" y="6218"/>
                      </a:lnTo>
                      <a:cubicBezTo>
                        <a:pt x="1" y="6285"/>
                        <a:pt x="55" y="6340"/>
                        <a:pt x="123" y="6340"/>
                      </a:cubicBezTo>
                      <a:lnTo>
                        <a:pt x="4449" y="6340"/>
                      </a:lnTo>
                      <a:cubicBezTo>
                        <a:pt x="4517" y="6340"/>
                        <a:pt x="4573" y="6285"/>
                        <a:pt x="4571" y="6218"/>
                      </a:cubicBezTo>
                      <a:lnTo>
                        <a:pt x="4571" y="122"/>
                      </a:lnTo>
                      <a:cubicBezTo>
                        <a:pt x="4571" y="55"/>
                        <a:pt x="4517" y="0"/>
                        <a:pt x="44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27"/>
                <p:cNvSpPr/>
                <p:nvPr/>
              </p:nvSpPr>
              <p:spPr>
                <a:xfrm>
                  <a:off x="-2713425" y="1600200"/>
                  <a:ext cx="91750" cy="127675"/>
                </a:xfrm>
                <a:custGeom>
                  <a:rect b="b" l="l" r="r" t="t"/>
                  <a:pathLst>
                    <a:path extrusionOk="0" h="5107" w="3670">
                      <a:moveTo>
                        <a:pt x="94" y="0"/>
                      </a:moveTo>
                      <a:cubicBezTo>
                        <a:pt x="42" y="0"/>
                        <a:pt x="1" y="42"/>
                        <a:pt x="1" y="93"/>
                      </a:cubicBezTo>
                      <a:lnTo>
                        <a:pt x="1" y="5015"/>
                      </a:lnTo>
                      <a:cubicBezTo>
                        <a:pt x="1" y="5066"/>
                        <a:pt x="42" y="5107"/>
                        <a:pt x="94" y="5107"/>
                      </a:cubicBezTo>
                      <a:lnTo>
                        <a:pt x="3577" y="5107"/>
                      </a:lnTo>
                      <a:cubicBezTo>
                        <a:pt x="3627" y="5107"/>
                        <a:pt x="3669" y="5066"/>
                        <a:pt x="3670" y="5015"/>
                      </a:cubicBezTo>
                      <a:lnTo>
                        <a:pt x="3670" y="93"/>
                      </a:lnTo>
                      <a:cubicBezTo>
                        <a:pt x="3670" y="42"/>
                        <a:pt x="3628" y="0"/>
                        <a:pt x="35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27"/>
                <p:cNvSpPr/>
                <p:nvPr/>
              </p:nvSpPr>
              <p:spPr>
                <a:xfrm>
                  <a:off x="-2706225" y="1600225"/>
                  <a:ext cx="29725" cy="127650"/>
                </a:xfrm>
                <a:custGeom>
                  <a:rect b="b" l="l" r="r" t="t"/>
                  <a:pathLst>
                    <a:path extrusionOk="0" h="5106" w="1189">
                      <a:moveTo>
                        <a:pt x="1" y="0"/>
                      </a:moveTo>
                      <a:lnTo>
                        <a:pt x="1" y="708"/>
                      </a:lnTo>
                      <a:lnTo>
                        <a:pt x="1128" y="1074"/>
                      </a:lnTo>
                      <a:lnTo>
                        <a:pt x="1128" y="4033"/>
                      </a:lnTo>
                      <a:lnTo>
                        <a:pt x="1" y="4398"/>
                      </a:lnTo>
                      <a:lnTo>
                        <a:pt x="1" y="5106"/>
                      </a:lnTo>
                      <a:lnTo>
                        <a:pt x="63" y="5106"/>
                      </a:lnTo>
                      <a:lnTo>
                        <a:pt x="63" y="4443"/>
                      </a:lnTo>
                      <a:lnTo>
                        <a:pt x="1189" y="4077"/>
                      </a:lnTo>
                      <a:lnTo>
                        <a:pt x="1189" y="1028"/>
                      </a:lnTo>
                      <a:lnTo>
                        <a:pt x="63" y="664"/>
                      </a:lnTo>
                      <a:lnTo>
                        <a:pt x="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27"/>
                <p:cNvSpPr/>
                <p:nvPr/>
              </p:nvSpPr>
              <p:spPr>
                <a:xfrm>
                  <a:off x="-2693400" y="1770450"/>
                  <a:ext cx="82250" cy="4800"/>
                </a:xfrm>
                <a:custGeom>
                  <a:rect b="b" l="l" r="r" t="t"/>
                  <a:pathLst>
                    <a:path extrusionOk="0" h="192" w="3290">
                      <a:moveTo>
                        <a:pt x="71" y="0"/>
                      </a:moveTo>
                      <a:cubicBezTo>
                        <a:pt x="32" y="0"/>
                        <a:pt x="1" y="31"/>
                        <a:pt x="1" y="70"/>
                      </a:cubicBezTo>
                      <a:lnTo>
                        <a:pt x="1" y="121"/>
                      </a:lnTo>
                      <a:cubicBezTo>
                        <a:pt x="1" y="160"/>
                        <a:pt x="32" y="191"/>
                        <a:pt x="71" y="191"/>
                      </a:cubicBezTo>
                      <a:lnTo>
                        <a:pt x="3220" y="191"/>
                      </a:lnTo>
                      <a:cubicBezTo>
                        <a:pt x="3259" y="191"/>
                        <a:pt x="3290" y="160"/>
                        <a:pt x="3290" y="121"/>
                      </a:cubicBezTo>
                      <a:lnTo>
                        <a:pt x="3290" y="70"/>
                      </a:lnTo>
                      <a:cubicBezTo>
                        <a:pt x="3290" y="31"/>
                        <a:pt x="3259" y="0"/>
                        <a:pt x="3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27"/>
                <p:cNvSpPr/>
                <p:nvPr/>
              </p:nvSpPr>
              <p:spPr>
                <a:xfrm>
                  <a:off x="-2728150" y="1563400"/>
                  <a:ext cx="92775" cy="4800"/>
                </a:xfrm>
                <a:custGeom>
                  <a:rect b="b" l="l" r="r" t="t"/>
                  <a:pathLst>
                    <a:path extrusionOk="0" h="192" w="3711">
                      <a:moveTo>
                        <a:pt x="70" y="1"/>
                      </a:moveTo>
                      <a:cubicBezTo>
                        <a:pt x="32" y="1"/>
                        <a:pt x="1" y="32"/>
                        <a:pt x="1" y="70"/>
                      </a:cubicBezTo>
                      <a:lnTo>
                        <a:pt x="1" y="121"/>
                      </a:lnTo>
                      <a:cubicBezTo>
                        <a:pt x="1" y="161"/>
                        <a:pt x="32" y="192"/>
                        <a:pt x="70" y="192"/>
                      </a:cubicBezTo>
                      <a:lnTo>
                        <a:pt x="3641" y="192"/>
                      </a:lnTo>
                      <a:cubicBezTo>
                        <a:pt x="3679" y="192"/>
                        <a:pt x="3710" y="158"/>
                        <a:pt x="3711" y="121"/>
                      </a:cubicBezTo>
                      <a:lnTo>
                        <a:pt x="3711" y="70"/>
                      </a:lnTo>
                      <a:cubicBezTo>
                        <a:pt x="3711" y="32"/>
                        <a:pt x="3680" y="1"/>
                        <a:pt x="36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27"/>
                <p:cNvSpPr/>
                <p:nvPr/>
              </p:nvSpPr>
              <p:spPr>
                <a:xfrm>
                  <a:off x="-2621725" y="1534950"/>
                  <a:ext cx="8475" cy="8475"/>
                </a:xfrm>
                <a:custGeom>
                  <a:rect b="b" l="l" r="r" t="t"/>
                  <a:pathLst>
                    <a:path extrusionOk="0" h="339" w="339">
                      <a:moveTo>
                        <a:pt x="169" y="0"/>
                      </a:moveTo>
                      <a:cubicBezTo>
                        <a:pt x="76" y="0"/>
                        <a:pt x="1" y="77"/>
                        <a:pt x="1" y="170"/>
                      </a:cubicBezTo>
                      <a:cubicBezTo>
                        <a:pt x="1" y="262"/>
                        <a:pt x="77" y="339"/>
                        <a:pt x="169" y="339"/>
                      </a:cubicBezTo>
                      <a:cubicBezTo>
                        <a:pt x="263" y="339"/>
                        <a:pt x="338" y="262"/>
                        <a:pt x="338" y="170"/>
                      </a:cubicBezTo>
                      <a:cubicBezTo>
                        <a:pt x="338" y="77"/>
                        <a:pt x="263"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27"/>
                <p:cNvSpPr/>
                <p:nvPr/>
              </p:nvSpPr>
              <p:spPr>
                <a:xfrm>
                  <a:off x="-2643875" y="1534950"/>
                  <a:ext cx="8475" cy="8475"/>
                </a:xfrm>
                <a:custGeom>
                  <a:rect b="b" l="l" r="r" t="t"/>
                  <a:pathLst>
                    <a:path extrusionOk="0" h="339" w="339">
                      <a:moveTo>
                        <a:pt x="169" y="0"/>
                      </a:moveTo>
                      <a:cubicBezTo>
                        <a:pt x="77" y="0"/>
                        <a:pt x="0" y="77"/>
                        <a:pt x="0" y="170"/>
                      </a:cubicBezTo>
                      <a:cubicBezTo>
                        <a:pt x="0" y="262"/>
                        <a:pt x="77" y="339"/>
                        <a:pt x="169" y="339"/>
                      </a:cubicBezTo>
                      <a:cubicBezTo>
                        <a:pt x="262" y="339"/>
                        <a:pt x="339" y="262"/>
                        <a:pt x="339" y="170"/>
                      </a:cubicBezTo>
                      <a:cubicBezTo>
                        <a:pt x="339" y="77"/>
                        <a:pt x="262"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27"/>
                <p:cNvSpPr/>
                <p:nvPr/>
              </p:nvSpPr>
              <p:spPr>
                <a:xfrm>
                  <a:off x="-2666000" y="1534950"/>
                  <a:ext cx="8475" cy="8475"/>
                </a:xfrm>
                <a:custGeom>
                  <a:rect b="b" l="l" r="r" t="t"/>
                  <a:pathLst>
                    <a:path extrusionOk="0" h="339" w="339">
                      <a:moveTo>
                        <a:pt x="169" y="0"/>
                      </a:moveTo>
                      <a:cubicBezTo>
                        <a:pt x="76" y="0"/>
                        <a:pt x="1" y="77"/>
                        <a:pt x="1" y="170"/>
                      </a:cubicBezTo>
                      <a:cubicBezTo>
                        <a:pt x="1" y="262"/>
                        <a:pt x="76" y="339"/>
                        <a:pt x="169" y="339"/>
                      </a:cubicBezTo>
                      <a:cubicBezTo>
                        <a:pt x="262" y="339"/>
                        <a:pt x="338" y="262"/>
                        <a:pt x="338" y="170"/>
                      </a:cubicBezTo>
                      <a:cubicBezTo>
                        <a:pt x="338" y="77"/>
                        <a:pt x="264"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27"/>
                <p:cNvSpPr/>
                <p:nvPr/>
              </p:nvSpPr>
              <p:spPr>
                <a:xfrm>
                  <a:off x="-2687100" y="1534950"/>
                  <a:ext cx="6350" cy="6350"/>
                </a:xfrm>
                <a:custGeom>
                  <a:rect b="b" l="l" r="r" t="t"/>
                  <a:pathLst>
                    <a:path extrusionOk="0" h="254" w="254">
                      <a:moveTo>
                        <a:pt x="126" y="0"/>
                      </a:moveTo>
                      <a:cubicBezTo>
                        <a:pt x="57" y="0"/>
                        <a:pt x="1" y="57"/>
                        <a:pt x="1" y="127"/>
                      </a:cubicBezTo>
                      <a:cubicBezTo>
                        <a:pt x="1" y="196"/>
                        <a:pt x="57" y="253"/>
                        <a:pt x="126" y="253"/>
                      </a:cubicBezTo>
                      <a:cubicBezTo>
                        <a:pt x="197" y="253"/>
                        <a:pt x="253" y="196"/>
                        <a:pt x="253" y="127"/>
                      </a:cubicBezTo>
                      <a:cubicBezTo>
                        <a:pt x="253" y="57"/>
                        <a:pt x="197" y="0"/>
                        <a:pt x="1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27"/>
                <p:cNvSpPr/>
                <p:nvPr/>
              </p:nvSpPr>
              <p:spPr>
                <a:xfrm>
                  <a:off x="-2717475" y="1534950"/>
                  <a:ext cx="6350" cy="6350"/>
                </a:xfrm>
                <a:custGeom>
                  <a:rect b="b" l="l" r="r" t="t"/>
                  <a:pathLst>
                    <a:path extrusionOk="0" h="254" w="254">
                      <a:moveTo>
                        <a:pt x="127" y="0"/>
                      </a:moveTo>
                      <a:cubicBezTo>
                        <a:pt x="57" y="0"/>
                        <a:pt x="1" y="57"/>
                        <a:pt x="1" y="127"/>
                      </a:cubicBezTo>
                      <a:cubicBezTo>
                        <a:pt x="1" y="196"/>
                        <a:pt x="57" y="253"/>
                        <a:pt x="127" y="253"/>
                      </a:cubicBezTo>
                      <a:cubicBezTo>
                        <a:pt x="197" y="253"/>
                        <a:pt x="254" y="196"/>
                        <a:pt x="254" y="127"/>
                      </a:cubicBezTo>
                      <a:cubicBezTo>
                        <a:pt x="254" y="57"/>
                        <a:pt x="197" y="0"/>
                        <a:pt x="1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27"/>
                <p:cNvSpPr/>
                <p:nvPr/>
              </p:nvSpPr>
              <p:spPr>
                <a:xfrm>
                  <a:off x="-2797000" y="1704075"/>
                  <a:ext cx="6700" cy="35175"/>
                </a:xfrm>
                <a:custGeom>
                  <a:rect b="b" l="l" r="r" t="t"/>
                  <a:pathLst>
                    <a:path extrusionOk="0" h="1407" w="268">
                      <a:moveTo>
                        <a:pt x="50" y="0"/>
                      </a:moveTo>
                      <a:cubicBezTo>
                        <a:pt x="22" y="0"/>
                        <a:pt x="0" y="22"/>
                        <a:pt x="0" y="50"/>
                      </a:cubicBezTo>
                      <a:lnTo>
                        <a:pt x="0" y="1357"/>
                      </a:lnTo>
                      <a:cubicBezTo>
                        <a:pt x="0" y="1384"/>
                        <a:pt x="22" y="1407"/>
                        <a:pt x="50" y="1407"/>
                      </a:cubicBezTo>
                      <a:lnTo>
                        <a:pt x="268" y="1407"/>
                      </a:lnTo>
                      <a:lnTo>
                        <a:pt x="2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27"/>
                <p:cNvSpPr/>
                <p:nvPr/>
              </p:nvSpPr>
              <p:spPr>
                <a:xfrm>
                  <a:off x="-2803325" y="1708300"/>
                  <a:ext cx="6350" cy="24575"/>
                </a:xfrm>
                <a:custGeom>
                  <a:rect b="b" l="l" r="r" t="t"/>
                  <a:pathLst>
                    <a:path extrusionOk="0" h="983" w="254">
                      <a:moveTo>
                        <a:pt x="0" y="0"/>
                      </a:moveTo>
                      <a:lnTo>
                        <a:pt x="0" y="983"/>
                      </a:lnTo>
                      <a:lnTo>
                        <a:pt x="253" y="983"/>
                      </a:lnTo>
                      <a:lnTo>
                        <a:pt x="2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27"/>
                <p:cNvSpPr/>
                <p:nvPr/>
              </p:nvSpPr>
              <p:spPr>
                <a:xfrm>
                  <a:off x="-2560600" y="1704075"/>
                  <a:ext cx="6675" cy="35175"/>
                </a:xfrm>
                <a:custGeom>
                  <a:rect b="b" l="l" r="r" t="t"/>
                  <a:pathLst>
                    <a:path extrusionOk="0" h="1407" w="267">
                      <a:moveTo>
                        <a:pt x="0" y="0"/>
                      </a:moveTo>
                      <a:lnTo>
                        <a:pt x="0" y="1407"/>
                      </a:lnTo>
                      <a:lnTo>
                        <a:pt x="218" y="1407"/>
                      </a:lnTo>
                      <a:cubicBezTo>
                        <a:pt x="245" y="1407"/>
                        <a:pt x="267" y="1384"/>
                        <a:pt x="267" y="1357"/>
                      </a:cubicBezTo>
                      <a:lnTo>
                        <a:pt x="267" y="50"/>
                      </a:lnTo>
                      <a:cubicBezTo>
                        <a:pt x="267" y="22"/>
                        <a:pt x="245"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27"/>
                <p:cNvSpPr/>
                <p:nvPr/>
              </p:nvSpPr>
              <p:spPr>
                <a:xfrm>
                  <a:off x="-2553925" y="1708325"/>
                  <a:ext cx="6350" cy="24600"/>
                </a:xfrm>
                <a:custGeom>
                  <a:rect b="b" l="l" r="r" t="t"/>
                  <a:pathLst>
                    <a:path extrusionOk="0" h="984" w="254">
                      <a:moveTo>
                        <a:pt x="1" y="0"/>
                      </a:moveTo>
                      <a:lnTo>
                        <a:pt x="1" y="984"/>
                      </a:lnTo>
                      <a:lnTo>
                        <a:pt x="254" y="984"/>
                      </a:lnTo>
                      <a:lnTo>
                        <a:pt x="2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27"/>
                <p:cNvSpPr/>
                <p:nvPr/>
              </p:nvSpPr>
              <p:spPr>
                <a:xfrm>
                  <a:off x="-2662850" y="1620875"/>
                  <a:ext cx="15450" cy="15475"/>
                </a:xfrm>
                <a:custGeom>
                  <a:rect b="b" l="l" r="r" t="t"/>
                  <a:pathLst>
                    <a:path extrusionOk="0" h="619" w="618">
                      <a:moveTo>
                        <a:pt x="309" y="1"/>
                      </a:moveTo>
                      <a:cubicBezTo>
                        <a:pt x="139" y="1"/>
                        <a:pt x="1" y="139"/>
                        <a:pt x="1" y="309"/>
                      </a:cubicBezTo>
                      <a:cubicBezTo>
                        <a:pt x="1" y="480"/>
                        <a:pt x="139" y="618"/>
                        <a:pt x="309" y="618"/>
                      </a:cubicBezTo>
                      <a:cubicBezTo>
                        <a:pt x="480" y="618"/>
                        <a:pt x="618" y="480"/>
                        <a:pt x="618" y="309"/>
                      </a:cubicBezTo>
                      <a:cubicBezTo>
                        <a:pt x="618" y="139"/>
                        <a:pt x="480" y="1"/>
                        <a:pt x="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27"/>
                <p:cNvSpPr/>
                <p:nvPr/>
              </p:nvSpPr>
              <p:spPr>
                <a:xfrm>
                  <a:off x="-2662850" y="1691775"/>
                  <a:ext cx="15450" cy="15425"/>
                </a:xfrm>
                <a:custGeom>
                  <a:rect b="b" l="l" r="r" t="t"/>
                  <a:pathLst>
                    <a:path extrusionOk="0" h="617" w="618">
                      <a:moveTo>
                        <a:pt x="309" y="1"/>
                      </a:moveTo>
                      <a:cubicBezTo>
                        <a:pt x="139" y="1"/>
                        <a:pt x="1" y="139"/>
                        <a:pt x="1" y="308"/>
                      </a:cubicBezTo>
                      <a:cubicBezTo>
                        <a:pt x="1" y="479"/>
                        <a:pt x="139" y="617"/>
                        <a:pt x="309" y="617"/>
                      </a:cubicBezTo>
                      <a:cubicBezTo>
                        <a:pt x="480" y="617"/>
                        <a:pt x="618" y="479"/>
                        <a:pt x="618" y="308"/>
                      </a:cubicBezTo>
                      <a:cubicBezTo>
                        <a:pt x="618" y="139"/>
                        <a:pt x="480" y="1"/>
                        <a:pt x="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27"/>
                <p:cNvSpPr/>
                <p:nvPr/>
              </p:nvSpPr>
              <p:spPr>
                <a:xfrm>
                  <a:off x="-2756600" y="1526525"/>
                  <a:ext cx="19700" cy="261325"/>
                </a:xfrm>
                <a:custGeom>
                  <a:rect b="b" l="l" r="r" t="t"/>
                  <a:pathLst>
                    <a:path extrusionOk="0" h="10453" w="788">
                      <a:moveTo>
                        <a:pt x="0" y="1"/>
                      </a:moveTo>
                      <a:lnTo>
                        <a:pt x="0" y="1181"/>
                      </a:lnTo>
                      <a:lnTo>
                        <a:pt x="0" y="10453"/>
                      </a:lnTo>
                      <a:lnTo>
                        <a:pt x="788" y="10453"/>
                      </a:lnTo>
                      <a:lnTo>
                        <a:pt x="788" y="1181"/>
                      </a:lnTo>
                      <a:lnTo>
                        <a:pt x="7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27"/>
                <p:cNvSpPr/>
                <p:nvPr/>
              </p:nvSpPr>
              <p:spPr>
                <a:xfrm>
                  <a:off x="-2750625" y="1489650"/>
                  <a:ext cx="9850" cy="48500"/>
                </a:xfrm>
                <a:custGeom>
                  <a:rect b="b" l="l" r="r" t="t"/>
                  <a:pathLst>
                    <a:path extrusionOk="0" h="1940" w="394">
                      <a:moveTo>
                        <a:pt x="84" y="0"/>
                      </a:moveTo>
                      <a:lnTo>
                        <a:pt x="1" y="1798"/>
                      </a:lnTo>
                      <a:cubicBezTo>
                        <a:pt x="1" y="1875"/>
                        <a:pt x="64" y="1939"/>
                        <a:pt x="141" y="1939"/>
                      </a:cubicBezTo>
                      <a:lnTo>
                        <a:pt x="254" y="1939"/>
                      </a:lnTo>
                      <a:cubicBezTo>
                        <a:pt x="331" y="1939"/>
                        <a:pt x="394" y="1877"/>
                        <a:pt x="393" y="1798"/>
                      </a:cubicBezTo>
                      <a:lnTo>
                        <a:pt x="2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27"/>
                <p:cNvSpPr/>
                <p:nvPr/>
              </p:nvSpPr>
              <p:spPr>
                <a:xfrm>
                  <a:off x="-2592025" y="1687950"/>
                  <a:ext cx="31425" cy="63900"/>
                </a:xfrm>
                <a:custGeom>
                  <a:rect b="b" l="l" r="r" t="t"/>
                  <a:pathLst>
                    <a:path extrusionOk="0" h="2556" w="1257">
                      <a:moveTo>
                        <a:pt x="105" y="0"/>
                      </a:moveTo>
                      <a:cubicBezTo>
                        <a:pt x="105" y="0"/>
                        <a:pt x="0" y="598"/>
                        <a:pt x="20" y="1476"/>
                      </a:cubicBezTo>
                      <a:lnTo>
                        <a:pt x="20" y="1497"/>
                      </a:lnTo>
                      <a:cubicBezTo>
                        <a:pt x="21" y="1535"/>
                        <a:pt x="22" y="1573"/>
                        <a:pt x="24" y="1611"/>
                      </a:cubicBezTo>
                      <a:cubicBezTo>
                        <a:pt x="24" y="1620"/>
                        <a:pt x="24" y="1629"/>
                        <a:pt x="25" y="1637"/>
                      </a:cubicBezTo>
                      <a:cubicBezTo>
                        <a:pt x="26" y="1678"/>
                        <a:pt x="29" y="1719"/>
                        <a:pt x="30" y="1763"/>
                      </a:cubicBezTo>
                      <a:cubicBezTo>
                        <a:pt x="30" y="1767"/>
                        <a:pt x="30" y="1771"/>
                        <a:pt x="31" y="1775"/>
                      </a:cubicBezTo>
                      <a:cubicBezTo>
                        <a:pt x="35" y="1823"/>
                        <a:pt x="37" y="1870"/>
                        <a:pt x="41" y="1920"/>
                      </a:cubicBezTo>
                      <a:cubicBezTo>
                        <a:pt x="41" y="1925"/>
                        <a:pt x="42" y="1929"/>
                        <a:pt x="42" y="1934"/>
                      </a:cubicBezTo>
                      <a:cubicBezTo>
                        <a:pt x="45" y="1975"/>
                        <a:pt x="48" y="2018"/>
                        <a:pt x="51" y="2060"/>
                      </a:cubicBezTo>
                      <a:cubicBezTo>
                        <a:pt x="52" y="2074"/>
                        <a:pt x="53" y="2090"/>
                        <a:pt x="55" y="2104"/>
                      </a:cubicBezTo>
                      <a:cubicBezTo>
                        <a:pt x="57" y="2137"/>
                        <a:pt x="61" y="2171"/>
                        <a:pt x="63" y="2205"/>
                      </a:cubicBezTo>
                      <a:cubicBezTo>
                        <a:pt x="65" y="2223"/>
                        <a:pt x="68" y="2239"/>
                        <a:pt x="69" y="2256"/>
                      </a:cubicBezTo>
                      <a:cubicBezTo>
                        <a:pt x="73" y="2290"/>
                        <a:pt x="77" y="2324"/>
                        <a:pt x="80" y="2359"/>
                      </a:cubicBezTo>
                      <a:cubicBezTo>
                        <a:pt x="82" y="2375"/>
                        <a:pt x="84" y="2390"/>
                        <a:pt x="85" y="2406"/>
                      </a:cubicBezTo>
                      <a:cubicBezTo>
                        <a:pt x="92" y="2455"/>
                        <a:pt x="97" y="2504"/>
                        <a:pt x="105" y="2553"/>
                      </a:cubicBezTo>
                      <a:lnTo>
                        <a:pt x="105" y="2555"/>
                      </a:lnTo>
                      <a:lnTo>
                        <a:pt x="1256" y="2317"/>
                      </a:lnTo>
                      <a:lnTo>
                        <a:pt x="1256" y="1348"/>
                      </a:lnTo>
                      <a:lnTo>
                        <a:pt x="1256" y="252"/>
                      </a:lnTo>
                      <a:lnTo>
                        <a:pt x="1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27"/>
                <p:cNvSpPr/>
                <p:nvPr/>
              </p:nvSpPr>
              <p:spPr>
                <a:xfrm>
                  <a:off x="-2790300" y="1687925"/>
                  <a:ext cx="31200" cy="63925"/>
                </a:xfrm>
                <a:custGeom>
                  <a:rect b="b" l="l" r="r" t="t"/>
                  <a:pathLst>
                    <a:path extrusionOk="0" h="2557" w="1248">
                      <a:moveTo>
                        <a:pt x="1152" y="0"/>
                      </a:moveTo>
                      <a:lnTo>
                        <a:pt x="1" y="253"/>
                      </a:lnTo>
                      <a:lnTo>
                        <a:pt x="1" y="1349"/>
                      </a:lnTo>
                      <a:lnTo>
                        <a:pt x="1" y="2318"/>
                      </a:lnTo>
                      <a:lnTo>
                        <a:pt x="1152" y="2556"/>
                      </a:lnTo>
                      <a:lnTo>
                        <a:pt x="1172" y="2406"/>
                      </a:lnTo>
                      <a:cubicBezTo>
                        <a:pt x="1173" y="2390"/>
                        <a:pt x="1176" y="2375"/>
                        <a:pt x="1177" y="2359"/>
                      </a:cubicBezTo>
                      <a:cubicBezTo>
                        <a:pt x="1181" y="2326"/>
                        <a:pt x="1185" y="2291"/>
                        <a:pt x="1187" y="2257"/>
                      </a:cubicBezTo>
                      <a:cubicBezTo>
                        <a:pt x="1188" y="2240"/>
                        <a:pt x="1192" y="2224"/>
                        <a:pt x="1193" y="2207"/>
                      </a:cubicBezTo>
                      <a:cubicBezTo>
                        <a:pt x="1197" y="2172"/>
                        <a:pt x="1199" y="2138"/>
                        <a:pt x="1202" y="2105"/>
                      </a:cubicBezTo>
                      <a:cubicBezTo>
                        <a:pt x="1203" y="2091"/>
                        <a:pt x="1204" y="2076"/>
                        <a:pt x="1206" y="2061"/>
                      </a:cubicBezTo>
                      <a:cubicBezTo>
                        <a:pt x="1209" y="2019"/>
                        <a:pt x="1212" y="1976"/>
                        <a:pt x="1214" y="1935"/>
                      </a:cubicBezTo>
                      <a:cubicBezTo>
                        <a:pt x="1214" y="1931"/>
                        <a:pt x="1216" y="1926"/>
                        <a:pt x="1216" y="1921"/>
                      </a:cubicBezTo>
                      <a:cubicBezTo>
                        <a:pt x="1219" y="1872"/>
                        <a:pt x="1222" y="1824"/>
                        <a:pt x="1225" y="1776"/>
                      </a:cubicBezTo>
                      <a:cubicBezTo>
                        <a:pt x="1225" y="1771"/>
                        <a:pt x="1225" y="1767"/>
                        <a:pt x="1227" y="1764"/>
                      </a:cubicBezTo>
                      <a:cubicBezTo>
                        <a:pt x="1229" y="1720"/>
                        <a:pt x="1230" y="1679"/>
                        <a:pt x="1232" y="1638"/>
                      </a:cubicBezTo>
                      <a:cubicBezTo>
                        <a:pt x="1232" y="1630"/>
                        <a:pt x="1232" y="1620"/>
                        <a:pt x="1233" y="1611"/>
                      </a:cubicBezTo>
                      <a:lnTo>
                        <a:pt x="1237" y="1498"/>
                      </a:lnTo>
                      <a:lnTo>
                        <a:pt x="1237" y="1477"/>
                      </a:lnTo>
                      <a:cubicBezTo>
                        <a:pt x="1238" y="1434"/>
                        <a:pt x="1238" y="1392"/>
                        <a:pt x="1239" y="1351"/>
                      </a:cubicBezTo>
                      <a:lnTo>
                        <a:pt x="1239" y="1349"/>
                      </a:lnTo>
                      <a:cubicBezTo>
                        <a:pt x="1247" y="541"/>
                        <a:pt x="1152" y="0"/>
                        <a:pt x="11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27"/>
                <p:cNvSpPr/>
                <p:nvPr/>
              </p:nvSpPr>
              <p:spPr>
                <a:xfrm>
                  <a:off x="-2803325" y="1720600"/>
                  <a:ext cx="6350" cy="12300"/>
                </a:xfrm>
                <a:custGeom>
                  <a:rect b="b" l="l" r="r" t="t"/>
                  <a:pathLst>
                    <a:path extrusionOk="0" h="492" w="254">
                      <a:moveTo>
                        <a:pt x="0" y="1"/>
                      </a:moveTo>
                      <a:lnTo>
                        <a:pt x="0" y="492"/>
                      </a:lnTo>
                      <a:lnTo>
                        <a:pt x="253" y="492"/>
                      </a:lnTo>
                      <a:lnTo>
                        <a:pt x="2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27"/>
                <p:cNvSpPr/>
                <p:nvPr/>
              </p:nvSpPr>
              <p:spPr>
                <a:xfrm>
                  <a:off x="-2797000" y="1720600"/>
                  <a:ext cx="6700" cy="18650"/>
                </a:xfrm>
                <a:custGeom>
                  <a:rect b="b" l="l" r="r" t="t"/>
                  <a:pathLst>
                    <a:path extrusionOk="0" h="746" w="268">
                      <a:moveTo>
                        <a:pt x="0" y="1"/>
                      </a:moveTo>
                      <a:lnTo>
                        <a:pt x="0" y="692"/>
                      </a:lnTo>
                      <a:cubicBezTo>
                        <a:pt x="0" y="722"/>
                        <a:pt x="24" y="746"/>
                        <a:pt x="53" y="746"/>
                      </a:cubicBezTo>
                      <a:lnTo>
                        <a:pt x="268" y="746"/>
                      </a:lnTo>
                      <a:lnTo>
                        <a:pt x="2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27"/>
                <p:cNvSpPr/>
                <p:nvPr/>
              </p:nvSpPr>
              <p:spPr>
                <a:xfrm>
                  <a:off x="-2560600" y="1720600"/>
                  <a:ext cx="6675" cy="18625"/>
                </a:xfrm>
                <a:custGeom>
                  <a:rect b="b" l="l" r="r" t="t"/>
                  <a:pathLst>
                    <a:path extrusionOk="0" h="745" w="267">
                      <a:moveTo>
                        <a:pt x="0" y="1"/>
                      </a:moveTo>
                      <a:lnTo>
                        <a:pt x="0" y="745"/>
                      </a:lnTo>
                      <a:lnTo>
                        <a:pt x="214" y="745"/>
                      </a:lnTo>
                      <a:cubicBezTo>
                        <a:pt x="244" y="745"/>
                        <a:pt x="267" y="722"/>
                        <a:pt x="267" y="692"/>
                      </a:cubicBezTo>
                      <a:lnTo>
                        <a:pt x="2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27"/>
                <p:cNvSpPr/>
                <p:nvPr/>
              </p:nvSpPr>
              <p:spPr>
                <a:xfrm>
                  <a:off x="-2553950" y="1720600"/>
                  <a:ext cx="6350" cy="12300"/>
                </a:xfrm>
                <a:custGeom>
                  <a:rect b="b" l="l" r="r" t="t"/>
                  <a:pathLst>
                    <a:path extrusionOk="0" h="492" w="254">
                      <a:moveTo>
                        <a:pt x="1" y="1"/>
                      </a:moveTo>
                      <a:lnTo>
                        <a:pt x="1" y="492"/>
                      </a:lnTo>
                      <a:lnTo>
                        <a:pt x="254" y="492"/>
                      </a:lnTo>
                      <a:lnTo>
                        <a:pt x="2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75" name="Google Shape;2075;p27"/>
            <p:cNvGrpSpPr/>
            <p:nvPr/>
          </p:nvGrpSpPr>
          <p:grpSpPr>
            <a:xfrm>
              <a:off x="7951706" y="4657776"/>
              <a:ext cx="311030" cy="295747"/>
              <a:chOff x="5164484" y="526738"/>
              <a:chExt cx="133266" cy="126713"/>
            </a:xfrm>
          </p:grpSpPr>
          <p:sp>
            <p:nvSpPr>
              <p:cNvPr id="2076" name="Google Shape;2076;p27"/>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27"/>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 name="Google Shape;2078;p27"/>
            <p:cNvGrpSpPr/>
            <p:nvPr/>
          </p:nvGrpSpPr>
          <p:grpSpPr>
            <a:xfrm>
              <a:off x="456997" y="3974553"/>
              <a:ext cx="185701" cy="172104"/>
              <a:chOff x="3508459" y="336863"/>
              <a:chExt cx="94750" cy="87813"/>
            </a:xfrm>
          </p:grpSpPr>
          <p:sp>
            <p:nvSpPr>
              <p:cNvPr id="2079" name="Google Shape;2079;p27"/>
              <p:cNvSpPr/>
              <p:nvPr/>
            </p:nvSpPr>
            <p:spPr>
              <a:xfrm>
                <a:off x="3508459" y="336863"/>
                <a:ext cx="94750" cy="86125"/>
              </a:xfrm>
              <a:custGeom>
                <a:rect b="b" l="l" r="r" t="t"/>
                <a:pathLst>
                  <a:path extrusionOk="0" h="3445" w="3790">
                    <a:moveTo>
                      <a:pt x="1897" y="0"/>
                    </a:moveTo>
                    <a:cubicBezTo>
                      <a:pt x="1766" y="0"/>
                      <a:pt x="1633" y="15"/>
                      <a:pt x="1500" y="47"/>
                    </a:cubicBezTo>
                    <a:cubicBezTo>
                      <a:pt x="574" y="265"/>
                      <a:pt x="0" y="1192"/>
                      <a:pt x="219" y="2118"/>
                    </a:cubicBezTo>
                    <a:cubicBezTo>
                      <a:pt x="406" y="2911"/>
                      <a:pt x="1114" y="3445"/>
                      <a:pt x="1895" y="3445"/>
                    </a:cubicBezTo>
                    <a:cubicBezTo>
                      <a:pt x="2026" y="3445"/>
                      <a:pt x="2159" y="3430"/>
                      <a:pt x="2291" y="3399"/>
                    </a:cubicBezTo>
                    <a:cubicBezTo>
                      <a:pt x="3217" y="3180"/>
                      <a:pt x="3790" y="2252"/>
                      <a:pt x="3571" y="1326"/>
                    </a:cubicBezTo>
                    <a:cubicBezTo>
                      <a:pt x="3384" y="534"/>
                      <a:pt x="2678" y="0"/>
                      <a:pt x="1897"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27"/>
              <p:cNvSpPr/>
              <p:nvPr/>
            </p:nvSpPr>
            <p:spPr>
              <a:xfrm>
                <a:off x="3514125" y="338525"/>
                <a:ext cx="86100" cy="86150"/>
              </a:xfrm>
              <a:custGeom>
                <a:rect b="b" l="l" r="r" t="t"/>
                <a:pathLst>
                  <a:path extrusionOk="0" h="3446" w="3444">
                    <a:moveTo>
                      <a:pt x="1721" y="1"/>
                    </a:moveTo>
                    <a:cubicBezTo>
                      <a:pt x="771" y="1"/>
                      <a:pt x="0" y="772"/>
                      <a:pt x="0" y="1723"/>
                    </a:cubicBezTo>
                    <a:cubicBezTo>
                      <a:pt x="0" y="2674"/>
                      <a:pt x="771" y="3445"/>
                      <a:pt x="1721" y="3445"/>
                    </a:cubicBezTo>
                    <a:cubicBezTo>
                      <a:pt x="2673" y="3445"/>
                      <a:pt x="3444" y="2674"/>
                      <a:pt x="3444" y="1723"/>
                    </a:cubicBezTo>
                    <a:cubicBezTo>
                      <a:pt x="3444" y="772"/>
                      <a:pt x="2673" y="1"/>
                      <a:pt x="17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27"/>
              <p:cNvSpPr/>
              <p:nvPr/>
            </p:nvSpPr>
            <p:spPr>
              <a:xfrm>
                <a:off x="3514125" y="338525"/>
                <a:ext cx="86100" cy="43075"/>
              </a:xfrm>
              <a:custGeom>
                <a:rect b="b" l="l" r="r" t="t"/>
                <a:pathLst>
                  <a:path extrusionOk="0" h="1723" w="3444">
                    <a:moveTo>
                      <a:pt x="1721" y="1"/>
                    </a:moveTo>
                    <a:cubicBezTo>
                      <a:pt x="771" y="1"/>
                      <a:pt x="0" y="771"/>
                      <a:pt x="0" y="1723"/>
                    </a:cubicBezTo>
                    <a:lnTo>
                      <a:pt x="3444" y="1723"/>
                    </a:lnTo>
                    <a:cubicBezTo>
                      <a:pt x="3444" y="772"/>
                      <a:pt x="2674" y="1"/>
                      <a:pt x="17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 name="Google Shape;2082;p27"/>
            <p:cNvGrpSpPr/>
            <p:nvPr/>
          </p:nvGrpSpPr>
          <p:grpSpPr>
            <a:xfrm>
              <a:off x="35776" y="1017715"/>
              <a:ext cx="606934" cy="489723"/>
              <a:chOff x="-1636175" y="409550"/>
              <a:chExt cx="448750" cy="362088"/>
            </a:xfrm>
          </p:grpSpPr>
          <p:sp>
            <p:nvSpPr>
              <p:cNvPr id="2083" name="Google Shape;2083;p27"/>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27"/>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2085" name="Shape 2085"/>
        <p:cNvGrpSpPr/>
        <p:nvPr/>
      </p:nvGrpSpPr>
      <p:grpSpPr>
        <a:xfrm>
          <a:off x="0" y="0"/>
          <a:ext cx="0" cy="0"/>
          <a:chOff x="0" y="0"/>
          <a:chExt cx="0" cy="0"/>
        </a:xfrm>
      </p:grpSpPr>
      <p:sp>
        <p:nvSpPr>
          <p:cNvPr id="2086" name="Google Shape;2086;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2087" name="Google Shape;2087;p28"/>
          <p:cNvGrpSpPr/>
          <p:nvPr/>
        </p:nvGrpSpPr>
        <p:grpSpPr>
          <a:xfrm>
            <a:off x="93580" y="49895"/>
            <a:ext cx="8992447" cy="5061162"/>
            <a:chOff x="93580" y="49895"/>
            <a:chExt cx="8992447" cy="5061162"/>
          </a:xfrm>
        </p:grpSpPr>
        <p:grpSp>
          <p:nvGrpSpPr>
            <p:cNvPr id="2088" name="Google Shape;2088;p28"/>
            <p:cNvGrpSpPr/>
            <p:nvPr/>
          </p:nvGrpSpPr>
          <p:grpSpPr>
            <a:xfrm>
              <a:off x="268728" y="228395"/>
              <a:ext cx="311019" cy="311110"/>
              <a:chOff x="5038846" y="235350"/>
              <a:chExt cx="158691" cy="158738"/>
            </a:xfrm>
          </p:grpSpPr>
          <p:sp>
            <p:nvSpPr>
              <p:cNvPr id="2089" name="Google Shape;2089;p28"/>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28"/>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 name="Google Shape;2091;p28"/>
            <p:cNvGrpSpPr/>
            <p:nvPr/>
          </p:nvGrpSpPr>
          <p:grpSpPr>
            <a:xfrm>
              <a:off x="1280128" y="4744495"/>
              <a:ext cx="311019" cy="311110"/>
              <a:chOff x="5038846" y="235350"/>
              <a:chExt cx="158691" cy="158738"/>
            </a:xfrm>
          </p:grpSpPr>
          <p:sp>
            <p:nvSpPr>
              <p:cNvPr id="2092" name="Google Shape;2092;p28"/>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28"/>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 name="Google Shape;2094;p28"/>
            <p:cNvGrpSpPr/>
            <p:nvPr/>
          </p:nvGrpSpPr>
          <p:grpSpPr>
            <a:xfrm>
              <a:off x="8073228" y="49895"/>
              <a:ext cx="311019" cy="311110"/>
              <a:chOff x="5038846" y="235350"/>
              <a:chExt cx="158691" cy="158738"/>
            </a:xfrm>
          </p:grpSpPr>
          <p:sp>
            <p:nvSpPr>
              <p:cNvPr id="2095" name="Google Shape;2095;p28"/>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28"/>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 name="Google Shape;2097;p28"/>
            <p:cNvGrpSpPr/>
            <p:nvPr/>
          </p:nvGrpSpPr>
          <p:grpSpPr>
            <a:xfrm>
              <a:off x="8234442" y="4262615"/>
              <a:ext cx="769783" cy="770069"/>
              <a:chOff x="3515584" y="2040188"/>
              <a:chExt cx="392766" cy="392913"/>
            </a:xfrm>
          </p:grpSpPr>
          <p:sp>
            <p:nvSpPr>
              <p:cNvPr id="2098" name="Google Shape;2098;p28"/>
              <p:cNvSpPr/>
              <p:nvPr/>
            </p:nvSpPr>
            <p:spPr>
              <a:xfrm>
                <a:off x="3515584" y="2040188"/>
                <a:ext cx="391425" cy="391425"/>
              </a:xfrm>
              <a:custGeom>
                <a:rect b="b" l="l" r="r" t="t"/>
                <a:pathLst>
                  <a:path extrusionOk="0" h="15657" w="15657">
                    <a:moveTo>
                      <a:pt x="5300" y="1"/>
                    </a:moveTo>
                    <a:cubicBezTo>
                      <a:pt x="4809" y="1"/>
                      <a:pt x="4329" y="67"/>
                      <a:pt x="3876" y="196"/>
                    </a:cubicBezTo>
                    <a:cubicBezTo>
                      <a:pt x="2751" y="507"/>
                      <a:pt x="1777" y="1182"/>
                      <a:pt x="1088" y="2086"/>
                    </a:cubicBezTo>
                    <a:cubicBezTo>
                      <a:pt x="725" y="2559"/>
                      <a:pt x="439" y="3098"/>
                      <a:pt x="255" y="3679"/>
                    </a:cubicBezTo>
                    <a:cubicBezTo>
                      <a:pt x="114" y="4117"/>
                      <a:pt x="28" y="4581"/>
                      <a:pt x="6" y="5059"/>
                    </a:cubicBezTo>
                    <a:lnTo>
                      <a:pt x="0" y="5059"/>
                    </a:lnTo>
                    <a:lnTo>
                      <a:pt x="0" y="6981"/>
                    </a:lnTo>
                    <a:lnTo>
                      <a:pt x="0" y="8286"/>
                    </a:lnTo>
                    <a:lnTo>
                      <a:pt x="0" y="10507"/>
                    </a:lnTo>
                    <a:lnTo>
                      <a:pt x="0" y="11688"/>
                    </a:lnTo>
                    <a:lnTo>
                      <a:pt x="0" y="14310"/>
                    </a:lnTo>
                    <a:lnTo>
                      <a:pt x="0" y="15656"/>
                    </a:lnTo>
                    <a:lnTo>
                      <a:pt x="10599" y="15656"/>
                    </a:lnTo>
                    <a:lnTo>
                      <a:pt x="10599" y="15650"/>
                    </a:lnTo>
                    <a:cubicBezTo>
                      <a:pt x="10860" y="15637"/>
                      <a:pt x="11116" y="15609"/>
                      <a:pt x="11368" y="15558"/>
                    </a:cubicBezTo>
                    <a:cubicBezTo>
                      <a:pt x="11843" y="15466"/>
                      <a:pt x="12297" y="15309"/>
                      <a:pt x="12719" y="15098"/>
                    </a:cubicBezTo>
                    <a:cubicBezTo>
                      <a:pt x="13267" y="14823"/>
                      <a:pt x="13763" y="14458"/>
                      <a:pt x="14182" y="14019"/>
                    </a:cubicBezTo>
                    <a:cubicBezTo>
                      <a:pt x="14459" y="13733"/>
                      <a:pt x="14702" y="13415"/>
                      <a:pt x="14907" y="13071"/>
                    </a:cubicBezTo>
                    <a:cubicBezTo>
                      <a:pt x="15182" y="12617"/>
                      <a:pt x="15386" y="12120"/>
                      <a:pt x="15512" y="11590"/>
                    </a:cubicBezTo>
                    <a:cubicBezTo>
                      <a:pt x="15606" y="11193"/>
                      <a:pt x="15657" y="10780"/>
                      <a:pt x="15657" y="10355"/>
                    </a:cubicBezTo>
                    <a:cubicBezTo>
                      <a:pt x="15657" y="9610"/>
                      <a:pt x="15502" y="8902"/>
                      <a:pt x="15224" y="8262"/>
                    </a:cubicBezTo>
                    <a:cubicBezTo>
                      <a:pt x="14989" y="7710"/>
                      <a:pt x="14657" y="7202"/>
                      <a:pt x="14254" y="6767"/>
                    </a:cubicBezTo>
                    <a:cubicBezTo>
                      <a:pt x="13473" y="5919"/>
                      <a:pt x="12417" y="5326"/>
                      <a:pt x="11229" y="5131"/>
                    </a:cubicBezTo>
                    <a:cubicBezTo>
                      <a:pt x="11022" y="5094"/>
                      <a:pt x="10810" y="5072"/>
                      <a:pt x="10593" y="5062"/>
                    </a:cubicBezTo>
                    <a:cubicBezTo>
                      <a:pt x="10579" y="4787"/>
                      <a:pt x="10548" y="4520"/>
                      <a:pt x="10494" y="4258"/>
                    </a:cubicBezTo>
                    <a:cubicBezTo>
                      <a:pt x="10317" y="3379"/>
                      <a:pt x="9924" y="2575"/>
                      <a:pt x="9370" y="1910"/>
                    </a:cubicBezTo>
                    <a:cubicBezTo>
                      <a:pt x="9243" y="1759"/>
                      <a:pt x="9107" y="1614"/>
                      <a:pt x="8965" y="1476"/>
                    </a:cubicBezTo>
                    <a:cubicBezTo>
                      <a:pt x="8764" y="1280"/>
                      <a:pt x="8544" y="1100"/>
                      <a:pt x="8310" y="943"/>
                    </a:cubicBezTo>
                    <a:cubicBezTo>
                      <a:pt x="7500" y="378"/>
                      <a:pt x="6523" y="35"/>
                      <a:pt x="5471" y="4"/>
                    </a:cubicBezTo>
                    <a:cubicBezTo>
                      <a:pt x="5414" y="1"/>
                      <a:pt x="5357" y="1"/>
                      <a:pt x="530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28"/>
              <p:cNvSpPr/>
              <p:nvPr/>
            </p:nvSpPr>
            <p:spPr>
              <a:xfrm>
                <a:off x="3516900" y="2041650"/>
                <a:ext cx="391450" cy="391450"/>
              </a:xfrm>
              <a:custGeom>
                <a:rect b="b" l="l" r="r" t="t"/>
                <a:pathLst>
                  <a:path extrusionOk="0" h="15658" w="15658">
                    <a:moveTo>
                      <a:pt x="5301" y="1"/>
                    </a:moveTo>
                    <a:cubicBezTo>
                      <a:pt x="4810" y="1"/>
                      <a:pt x="4331" y="67"/>
                      <a:pt x="3877" y="196"/>
                    </a:cubicBezTo>
                    <a:cubicBezTo>
                      <a:pt x="2752" y="507"/>
                      <a:pt x="1779" y="1182"/>
                      <a:pt x="1088" y="2086"/>
                    </a:cubicBezTo>
                    <a:cubicBezTo>
                      <a:pt x="726" y="2560"/>
                      <a:pt x="439" y="3098"/>
                      <a:pt x="257" y="3679"/>
                    </a:cubicBezTo>
                    <a:cubicBezTo>
                      <a:pt x="114" y="4116"/>
                      <a:pt x="29" y="4581"/>
                      <a:pt x="7" y="5059"/>
                    </a:cubicBezTo>
                    <a:lnTo>
                      <a:pt x="1" y="5059"/>
                    </a:lnTo>
                    <a:lnTo>
                      <a:pt x="1" y="15657"/>
                    </a:lnTo>
                    <a:lnTo>
                      <a:pt x="10599" y="15657"/>
                    </a:lnTo>
                    <a:lnTo>
                      <a:pt x="10599" y="15651"/>
                    </a:lnTo>
                    <a:cubicBezTo>
                      <a:pt x="10861" y="15639"/>
                      <a:pt x="11116" y="15610"/>
                      <a:pt x="11368" y="15559"/>
                    </a:cubicBezTo>
                    <a:cubicBezTo>
                      <a:pt x="11845" y="15468"/>
                      <a:pt x="12299" y="15310"/>
                      <a:pt x="12720" y="15099"/>
                    </a:cubicBezTo>
                    <a:cubicBezTo>
                      <a:pt x="13268" y="14824"/>
                      <a:pt x="13763" y="14459"/>
                      <a:pt x="14183" y="14020"/>
                    </a:cubicBezTo>
                    <a:cubicBezTo>
                      <a:pt x="14460" y="13735"/>
                      <a:pt x="14703" y="13416"/>
                      <a:pt x="14908" y="13072"/>
                    </a:cubicBezTo>
                    <a:cubicBezTo>
                      <a:pt x="15181" y="12618"/>
                      <a:pt x="15387" y="12120"/>
                      <a:pt x="15512" y="11591"/>
                    </a:cubicBezTo>
                    <a:cubicBezTo>
                      <a:pt x="15607" y="11194"/>
                      <a:pt x="15658" y="10781"/>
                      <a:pt x="15658" y="10356"/>
                    </a:cubicBezTo>
                    <a:cubicBezTo>
                      <a:pt x="15658" y="9612"/>
                      <a:pt x="15503" y="8902"/>
                      <a:pt x="15227" y="8265"/>
                    </a:cubicBezTo>
                    <a:cubicBezTo>
                      <a:pt x="14989" y="7710"/>
                      <a:pt x="14659" y="7202"/>
                      <a:pt x="14256" y="6766"/>
                    </a:cubicBezTo>
                    <a:cubicBezTo>
                      <a:pt x="13474" y="5919"/>
                      <a:pt x="12419" y="5326"/>
                      <a:pt x="11230" y="5131"/>
                    </a:cubicBezTo>
                    <a:cubicBezTo>
                      <a:pt x="11021" y="5093"/>
                      <a:pt x="10811" y="5071"/>
                      <a:pt x="10593" y="5062"/>
                    </a:cubicBezTo>
                    <a:cubicBezTo>
                      <a:pt x="10580" y="4787"/>
                      <a:pt x="10549" y="4520"/>
                      <a:pt x="10495" y="4258"/>
                    </a:cubicBezTo>
                    <a:cubicBezTo>
                      <a:pt x="10318" y="3379"/>
                      <a:pt x="9924" y="2576"/>
                      <a:pt x="9370" y="1910"/>
                    </a:cubicBezTo>
                    <a:cubicBezTo>
                      <a:pt x="9243" y="1759"/>
                      <a:pt x="9108" y="1615"/>
                      <a:pt x="8967" y="1475"/>
                    </a:cubicBezTo>
                    <a:cubicBezTo>
                      <a:pt x="8765" y="1279"/>
                      <a:pt x="8544" y="1100"/>
                      <a:pt x="8311" y="943"/>
                    </a:cubicBezTo>
                    <a:cubicBezTo>
                      <a:pt x="7501" y="378"/>
                      <a:pt x="6524" y="35"/>
                      <a:pt x="5471" y="4"/>
                    </a:cubicBezTo>
                    <a:cubicBezTo>
                      <a:pt x="5414" y="1"/>
                      <a:pt x="5358" y="1"/>
                      <a:pt x="53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28"/>
              <p:cNvSpPr/>
              <p:nvPr/>
            </p:nvSpPr>
            <p:spPr>
              <a:xfrm>
                <a:off x="3516825" y="2216025"/>
                <a:ext cx="179500" cy="59125"/>
              </a:xfrm>
              <a:custGeom>
                <a:rect b="b" l="l" r="r" t="t"/>
                <a:pathLst>
                  <a:path extrusionOk="0" h="2365" w="7180">
                    <a:moveTo>
                      <a:pt x="0" y="1"/>
                    </a:moveTo>
                    <a:lnTo>
                      <a:pt x="0" y="1304"/>
                    </a:lnTo>
                    <a:cubicBezTo>
                      <a:pt x="1815" y="1993"/>
                      <a:pt x="3779" y="2364"/>
                      <a:pt x="5831" y="2364"/>
                    </a:cubicBezTo>
                    <a:cubicBezTo>
                      <a:pt x="5896" y="2364"/>
                      <a:pt x="5960" y="2364"/>
                      <a:pt x="6025" y="2361"/>
                    </a:cubicBezTo>
                    <a:lnTo>
                      <a:pt x="6080" y="2361"/>
                    </a:lnTo>
                    <a:cubicBezTo>
                      <a:pt x="6146" y="2361"/>
                      <a:pt x="6215" y="2359"/>
                      <a:pt x="6285" y="2359"/>
                    </a:cubicBezTo>
                    <a:cubicBezTo>
                      <a:pt x="6292" y="2356"/>
                      <a:pt x="6302" y="2356"/>
                      <a:pt x="6311" y="2356"/>
                    </a:cubicBezTo>
                    <a:lnTo>
                      <a:pt x="6374" y="2356"/>
                    </a:lnTo>
                    <a:cubicBezTo>
                      <a:pt x="6380" y="2354"/>
                      <a:pt x="6386" y="2354"/>
                      <a:pt x="6396" y="2354"/>
                    </a:cubicBezTo>
                    <a:lnTo>
                      <a:pt x="6450" y="2354"/>
                    </a:lnTo>
                    <a:cubicBezTo>
                      <a:pt x="6452" y="2352"/>
                      <a:pt x="6454" y="2352"/>
                      <a:pt x="6455" y="2352"/>
                    </a:cubicBezTo>
                    <a:cubicBezTo>
                      <a:pt x="6457" y="2352"/>
                      <a:pt x="6460" y="2352"/>
                      <a:pt x="6463" y="2354"/>
                    </a:cubicBezTo>
                    <a:cubicBezTo>
                      <a:pt x="6469" y="2351"/>
                      <a:pt x="6479" y="2351"/>
                      <a:pt x="6489" y="2351"/>
                    </a:cubicBezTo>
                    <a:lnTo>
                      <a:pt x="6518" y="2351"/>
                    </a:lnTo>
                    <a:cubicBezTo>
                      <a:pt x="6518" y="2350"/>
                      <a:pt x="6518" y="2349"/>
                      <a:pt x="6519" y="2349"/>
                    </a:cubicBezTo>
                    <a:cubicBezTo>
                      <a:pt x="6521" y="2349"/>
                      <a:pt x="6522" y="2350"/>
                      <a:pt x="6524" y="2351"/>
                    </a:cubicBezTo>
                    <a:cubicBezTo>
                      <a:pt x="6530" y="2349"/>
                      <a:pt x="6536" y="2349"/>
                      <a:pt x="6543" y="2349"/>
                    </a:cubicBezTo>
                    <a:lnTo>
                      <a:pt x="6559" y="2349"/>
                    </a:lnTo>
                    <a:cubicBezTo>
                      <a:pt x="6574" y="2349"/>
                      <a:pt x="6590" y="2346"/>
                      <a:pt x="6608" y="2346"/>
                    </a:cubicBezTo>
                    <a:lnTo>
                      <a:pt x="6618" y="2346"/>
                    </a:lnTo>
                    <a:cubicBezTo>
                      <a:pt x="6803" y="2337"/>
                      <a:pt x="6993" y="2324"/>
                      <a:pt x="7179" y="2309"/>
                    </a:cubicBezTo>
                    <a:cubicBezTo>
                      <a:pt x="7076" y="2299"/>
                      <a:pt x="6968" y="2289"/>
                      <a:pt x="6861" y="2269"/>
                    </a:cubicBezTo>
                    <a:cubicBezTo>
                      <a:pt x="6835" y="2269"/>
                      <a:pt x="6814" y="2266"/>
                      <a:pt x="6792" y="2263"/>
                    </a:cubicBezTo>
                    <a:cubicBezTo>
                      <a:pt x="6726" y="2259"/>
                      <a:pt x="6663" y="2251"/>
                      <a:pt x="6600" y="2244"/>
                    </a:cubicBezTo>
                    <a:lnTo>
                      <a:pt x="6597" y="2244"/>
                    </a:lnTo>
                    <a:lnTo>
                      <a:pt x="6531" y="2235"/>
                    </a:lnTo>
                    <a:cubicBezTo>
                      <a:pt x="6523" y="2235"/>
                      <a:pt x="6515" y="2235"/>
                      <a:pt x="6509" y="2232"/>
                    </a:cubicBezTo>
                    <a:lnTo>
                      <a:pt x="6494" y="2232"/>
                    </a:lnTo>
                    <a:cubicBezTo>
                      <a:pt x="6484" y="2232"/>
                      <a:pt x="6478" y="2230"/>
                      <a:pt x="6472" y="2230"/>
                    </a:cubicBezTo>
                    <a:lnTo>
                      <a:pt x="6459" y="2230"/>
                    </a:lnTo>
                    <a:cubicBezTo>
                      <a:pt x="6453" y="2227"/>
                      <a:pt x="6446" y="2227"/>
                      <a:pt x="6440" y="2227"/>
                    </a:cubicBezTo>
                    <a:cubicBezTo>
                      <a:pt x="6431" y="2225"/>
                      <a:pt x="6421" y="2225"/>
                      <a:pt x="6411" y="2225"/>
                    </a:cubicBezTo>
                    <a:lnTo>
                      <a:pt x="6409" y="2225"/>
                    </a:lnTo>
                    <a:cubicBezTo>
                      <a:pt x="6402" y="2222"/>
                      <a:pt x="6397" y="2222"/>
                      <a:pt x="6394" y="2222"/>
                    </a:cubicBezTo>
                    <a:lnTo>
                      <a:pt x="6386" y="2222"/>
                    </a:lnTo>
                    <a:cubicBezTo>
                      <a:pt x="6374" y="2218"/>
                      <a:pt x="6361" y="2218"/>
                      <a:pt x="6352" y="2216"/>
                    </a:cubicBezTo>
                    <a:cubicBezTo>
                      <a:pt x="6342" y="2216"/>
                      <a:pt x="6333" y="2216"/>
                      <a:pt x="6327" y="2213"/>
                    </a:cubicBezTo>
                    <a:cubicBezTo>
                      <a:pt x="6314" y="2213"/>
                      <a:pt x="6304" y="2210"/>
                      <a:pt x="6296" y="2210"/>
                    </a:cubicBezTo>
                    <a:cubicBezTo>
                      <a:pt x="6288" y="2210"/>
                      <a:pt x="6285" y="2207"/>
                      <a:pt x="6282" y="2207"/>
                    </a:cubicBezTo>
                    <a:cubicBezTo>
                      <a:pt x="6225" y="2201"/>
                      <a:pt x="6169" y="2191"/>
                      <a:pt x="6112" y="2182"/>
                    </a:cubicBezTo>
                    <a:lnTo>
                      <a:pt x="6092" y="2182"/>
                    </a:lnTo>
                    <a:cubicBezTo>
                      <a:pt x="3889" y="1857"/>
                      <a:pt x="1830" y="110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28"/>
              <p:cNvSpPr/>
              <p:nvPr/>
            </p:nvSpPr>
            <p:spPr>
              <a:xfrm>
                <a:off x="3658900" y="2273150"/>
                <a:ext cx="245825" cy="95275"/>
              </a:xfrm>
              <a:custGeom>
                <a:rect b="b" l="l" r="r" t="t"/>
                <a:pathLst>
                  <a:path extrusionOk="0" h="3811" w="9833">
                    <a:moveTo>
                      <a:pt x="1390" y="1"/>
                    </a:moveTo>
                    <a:cubicBezTo>
                      <a:pt x="1375" y="1"/>
                      <a:pt x="1360" y="1"/>
                      <a:pt x="1345" y="1"/>
                    </a:cubicBezTo>
                    <a:lnTo>
                      <a:pt x="1181" y="1"/>
                    </a:lnTo>
                    <a:cubicBezTo>
                      <a:pt x="1152" y="1"/>
                      <a:pt x="1125" y="3"/>
                      <a:pt x="1096" y="3"/>
                    </a:cubicBezTo>
                    <a:cubicBezTo>
                      <a:pt x="1031" y="3"/>
                      <a:pt x="965" y="6"/>
                      <a:pt x="894" y="6"/>
                    </a:cubicBezTo>
                    <a:cubicBezTo>
                      <a:pt x="886" y="6"/>
                      <a:pt x="876" y="6"/>
                      <a:pt x="867" y="8"/>
                    </a:cubicBezTo>
                    <a:lnTo>
                      <a:pt x="807" y="8"/>
                    </a:lnTo>
                    <a:cubicBezTo>
                      <a:pt x="800" y="8"/>
                      <a:pt x="790" y="8"/>
                      <a:pt x="781" y="11"/>
                    </a:cubicBezTo>
                    <a:cubicBezTo>
                      <a:pt x="780" y="10"/>
                      <a:pt x="779" y="10"/>
                      <a:pt x="778" y="10"/>
                    </a:cubicBezTo>
                    <a:cubicBezTo>
                      <a:pt x="775" y="10"/>
                      <a:pt x="770" y="11"/>
                      <a:pt x="765" y="11"/>
                    </a:cubicBezTo>
                    <a:cubicBezTo>
                      <a:pt x="764" y="12"/>
                      <a:pt x="763" y="12"/>
                      <a:pt x="762" y="12"/>
                    </a:cubicBezTo>
                    <a:cubicBezTo>
                      <a:pt x="761" y="12"/>
                      <a:pt x="759" y="11"/>
                      <a:pt x="759" y="11"/>
                    </a:cubicBezTo>
                    <a:lnTo>
                      <a:pt x="716" y="11"/>
                    </a:lnTo>
                    <a:cubicBezTo>
                      <a:pt x="709" y="11"/>
                      <a:pt x="698" y="11"/>
                      <a:pt x="690" y="13"/>
                    </a:cubicBezTo>
                    <a:lnTo>
                      <a:pt x="655" y="13"/>
                    </a:lnTo>
                    <a:cubicBezTo>
                      <a:pt x="649" y="13"/>
                      <a:pt x="642" y="13"/>
                      <a:pt x="635" y="16"/>
                    </a:cubicBezTo>
                    <a:lnTo>
                      <a:pt x="630" y="16"/>
                    </a:lnTo>
                    <a:cubicBezTo>
                      <a:pt x="613" y="16"/>
                      <a:pt x="593" y="16"/>
                      <a:pt x="571" y="18"/>
                    </a:cubicBezTo>
                    <a:lnTo>
                      <a:pt x="568" y="18"/>
                    </a:lnTo>
                    <a:cubicBezTo>
                      <a:pt x="378" y="25"/>
                      <a:pt x="191" y="38"/>
                      <a:pt x="1" y="53"/>
                    </a:cubicBezTo>
                    <a:cubicBezTo>
                      <a:pt x="118" y="63"/>
                      <a:pt x="234" y="71"/>
                      <a:pt x="347" y="84"/>
                    </a:cubicBezTo>
                    <a:cubicBezTo>
                      <a:pt x="363" y="89"/>
                      <a:pt x="378" y="89"/>
                      <a:pt x="392" y="91"/>
                    </a:cubicBezTo>
                    <a:lnTo>
                      <a:pt x="582" y="110"/>
                    </a:lnTo>
                    <a:cubicBezTo>
                      <a:pt x="582" y="110"/>
                      <a:pt x="584" y="110"/>
                      <a:pt x="584" y="112"/>
                    </a:cubicBezTo>
                    <a:cubicBezTo>
                      <a:pt x="605" y="112"/>
                      <a:pt x="628" y="116"/>
                      <a:pt x="650" y="120"/>
                    </a:cubicBezTo>
                    <a:cubicBezTo>
                      <a:pt x="656" y="120"/>
                      <a:pt x="665" y="120"/>
                      <a:pt x="671" y="122"/>
                    </a:cubicBezTo>
                    <a:lnTo>
                      <a:pt x="685" y="122"/>
                    </a:lnTo>
                    <a:cubicBezTo>
                      <a:pt x="691" y="122"/>
                      <a:pt x="701" y="125"/>
                      <a:pt x="711" y="125"/>
                    </a:cubicBezTo>
                    <a:lnTo>
                      <a:pt x="719" y="125"/>
                    </a:lnTo>
                    <a:cubicBezTo>
                      <a:pt x="726" y="127"/>
                      <a:pt x="732" y="127"/>
                      <a:pt x="742" y="127"/>
                    </a:cubicBezTo>
                    <a:cubicBezTo>
                      <a:pt x="748" y="130"/>
                      <a:pt x="758" y="130"/>
                      <a:pt x="767" y="130"/>
                    </a:cubicBezTo>
                    <a:lnTo>
                      <a:pt x="774" y="130"/>
                    </a:lnTo>
                    <a:cubicBezTo>
                      <a:pt x="778" y="132"/>
                      <a:pt x="780" y="132"/>
                      <a:pt x="786" y="132"/>
                    </a:cubicBezTo>
                    <a:lnTo>
                      <a:pt x="795" y="132"/>
                    </a:lnTo>
                    <a:cubicBezTo>
                      <a:pt x="805" y="136"/>
                      <a:pt x="817" y="136"/>
                      <a:pt x="830" y="138"/>
                    </a:cubicBezTo>
                    <a:cubicBezTo>
                      <a:pt x="837" y="138"/>
                      <a:pt x="843" y="138"/>
                      <a:pt x="852" y="141"/>
                    </a:cubicBezTo>
                    <a:cubicBezTo>
                      <a:pt x="861" y="141"/>
                      <a:pt x="874" y="143"/>
                      <a:pt x="887" y="143"/>
                    </a:cubicBezTo>
                    <a:cubicBezTo>
                      <a:pt x="889" y="146"/>
                      <a:pt x="893" y="146"/>
                      <a:pt x="896" y="146"/>
                    </a:cubicBezTo>
                    <a:cubicBezTo>
                      <a:pt x="953" y="153"/>
                      <a:pt x="1012" y="163"/>
                      <a:pt x="1069" y="172"/>
                    </a:cubicBezTo>
                    <a:cubicBezTo>
                      <a:pt x="1075" y="172"/>
                      <a:pt x="1084" y="172"/>
                      <a:pt x="1090" y="174"/>
                    </a:cubicBezTo>
                    <a:cubicBezTo>
                      <a:pt x="4157" y="625"/>
                      <a:pt x="6952" y="1920"/>
                      <a:pt x="9228" y="3811"/>
                    </a:cubicBezTo>
                    <a:cubicBezTo>
                      <a:pt x="9501" y="3357"/>
                      <a:pt x="9707" y="2859"/>
                      <a:pt x="9832" y="2330"/>
                    </a:cubicBezTo>
                    <a:cubicBezTo>
                      <a:pt x="7361" y="854"/>
                      <a:pt x="4474" y="1"/>
                      <a:pt x="13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28"/>
              <p:cNvSpPr/>
              <p:nvPr/>
            </p:nvSpPr>
            <p:spPr>
              <a:xfrm>
                <a:off x="3676675" y="2065100"/>
                <a:ext cx="74500" cy="227675"/>
              </a:xfrm>
              <a:custGeom>
                <a:rect b="b" l="l" r="r" t="t"/>
                <a:pathLst>
                  <a:path extrusionOk="0" h="9107" w="2980">
                    <a:moveTo>
                      <a:pt x="1930" y="1"/>
                    </a:moveTo>
                    <a:cubicBezTo>
                      <a:pt x="697" y="2318"/>
                      <a:pt x="1" y="4955"/>
                      <a:pt x="1" y="7759"/>
                    </a:cubicBezTo>
                    <a:cubicBezTo>
                      <a:pt x="1" y="7825"/>
                      <a:pt x="1" y="7888"/>
                      <a:pt x="3" y="7954"/>
                    </a:cubicBezTo>
                    <a:lnTo>
                      <a:pt x="3" y="8009"/>
                    </a:lnTo>
                    <a:cubicBezTo>
                      <a:pt x="3" y="8074"/>
                      <a:pt x="6" y="8140"/>
                      <a:pt x="6" y="8210"/>
                    </a:cubicBezTo>
                    <a:cubicBezTo>
                      <a:pt x="8" y="8219"/>
                      <a:pt x="8" y="8229"/>
                      <a:pt x="8" y="8238"/>
                    </a:cubicBezTo>
                    <a:lnTo>
                      <a:pt x="8" y="8254"/>
                    </a:lnTo>
                    <a:lnTo>
                      <a:pt x="8" y="8260"/>
                    </a:lnTo>
                    <a:lnTo>
                      <a:pt x="8" y="8298"/>
                    </a:lnTo>
                    <a:cubicBezTo>
                      <a:pt x="11" y="8304"/>
                      <a:pt x="11" y="8315"/>
                      <a:pt x="11" y="8324"/>
                    </a:cubicBezTo>
                    <a:lnTo>
                      <a:pt x="11" y="8373"/>
                    </a:lnTo>
                    <a:cubicBezTo>
                      <a:pt x="13" y="8376"/>
                      <a:pt x="13" y="8383"/>
                      <a:pt x="11" y="8389"/>
                    </a:cubicBezTo>
                    <a:cubicBezTo>
                      <a:pt x="13" y="8396"/>
                      <a:pt x="13" y="8406"/>
                      <a:pt x="13" y="8415"/>
                    </a:cubicBezTo>
                    <a:lnTo>
                      <a:pt x="13" y="8440"/>
                    </a:lnTo>
                    <a:lnTo>
                      <a:pt x="13" y="8448"/>
                    </a:lnTo>
                    <a:cubicBezTo>
                      <a:pt x="16" y="8454"/>
                      <a:pt x="16" y="8460"/>
                      <a:pt x="16" y="8469"/>
                    </a:cubicBezTo>
                    <a:lnTo>
                      <a:pt x="16" y="8482"/>
                    </a:lnTo>
                    <a:cubicBezTo>
                      <a:pt x="16" y="8499"/>
                      <a:pt x="18" y="8517"/>
                      <a:pt x="18" y="8536"/>
                    </a:cubicBezTo>
                    <a:lnTo>
                      <a:pt x="18" y="8543"/>
                    </a:lnTo>
                    <a:cubicBezTo>
                      <a:pt x="28" y="8732"/>
                      <a:pt x="41" y="8917"/>
                      <a:pt x="56" y="9106"/>
                    </a:cubicBezTo>
                    <a:cubicBezTo>
                      <a:pt x="65" y="9000"/>
                      <a:pt x="74" y="8897"/>
                      <a:pt x="87" y="8791"/>
                    </a:cubicBezTo>
                    <a:cubicBezTo>
                      <a:pt x="87" y="8766"/>
                      <a:pt x="90" y="8744"/>
                      <a:pt x="94" y="8722"/>
                    </a:cubicBezTo>
                    <a:cubicBezTo>
                      <a:pt x="98" y="8656"/>
                      <a:pt x="106" y="8593"/>
                      <a:pt x="113" y="8530"/>
                    </a:cubicBezTo>
                    <a:lnTo>
                      <a:pt x="113" y="8527"/>
                    </a:lnTo>
                    <a:cubicBezTo>
                      <a:pt x="115" y="8505"/>
                      <a:pt x="119" y="8480"/>
                      <a:pt x="121" y="8458"/>
                    </a:cubicBezTo>
                    <a:cubicBezTo>
                      <a:pt x="121" y="8451"/>
                      <a:pt x="121" y="8443"/>
                      <a:pt x="125" y="8435"/>
                    </a:cubicBezTo>
                    <a:lnTo>
                      <a:pt x="125" y="8429"/>
                    </a:lnTo>
                    <a:lnTo>
                      <a:pt x="125" y="8423"/>
                    </a:lnTo>
                    <a:cubicBezTo>
                      <a:pt x="125" y="8417"/>
                      <a:pt x="127" y="8406"/>
                      <a:pt x="127" y="8397"/>
                    </a:cubicBezTo>
                    <a:lnTo>
                      <a:pt x="127" y="8388"/>
                    </a:lnTo>
                    <a:cubicBezTo>
                      <a:pt x="130" y="8382"/>
                      <a:pt x="130" y="8375"/>
                      <a:pt x="130" y="8366"/>
                    </a:cubicBezTo>
                    <a:cubicBezTo>
                      <a:pt x="132" y="8360"/>
                      <a:pt x="132" y="8350"/>
                      <a:pt x="132" y="8340"/>
                    </a:cubicBezTo>
                    <a:lnTo>
                      <a:pt x="132" y="8337"/>
                    </a:lnTo>
                    <a:cubicBezTo>
                      <a:pt x="135" y="8335"/>
                      <a:pt x="135" y="8329"/>
                      <a:pt x="135" y="8322"/>
                    </a:cubicBezTo>
                    <a:lnTo>
                      <a:pt x="135" y="8314"/>
                    </a:lnTo>
                    <a:cubicBezTo>
                      <a:pt x="139" y="8304"/>
                      <a:pt x="139" y="8291"/>
                      <a:pt x="141" y="8278"/>
                    </a:cubicBezTo>
                    <a:cubicBezTo>
                      <a:pt x="141" y="8272"/>
                      <a:pt x="141" y="8265"/>
                      <a:pt x="144" y="8259"/>
                    </a:cubicBezTo>
                    <a:cubicBezTo>
                      <a:pt x="144" y="8247"/>
                      <a:pt x="146" y="8235"/>
                      <a:pt x="146" y="8222"/>
                    </a:cubicBezTo>
                    <a:cubicBezTo>
                      <a:pt x="146" y="8220"/>
                      <a:pt x="149" y="8216"/>
                      <a:pt x="149" y="8212"/>
                    </a:cubicBezTo>
                    <a:cubicBezTo>
                      <a:pt x="156" y="8156"/>
                      <a:pt x="166" y="8097"/>
                      <a:pt x="175" y="8040"/>
                    </a:cubicBezTo>
                    <a:cubicBezTo>
                      <a:pt x="175" y="8034"/>
                      <a:pt x="175" y="8025"/>
                      <a:pt x="177" y="8018"/>
                    </a:cubicBezTo>
                    <a:cubicBezTo>
                      <a:pt x="559" y="5424"/>
                      <a:pt x="1543" y="3026"/>
                      <a:pt x="2979" y="971"/>
                    </a:cubicBezTo>
                    <a:cubicBezTo>
                      <a:pt x="2853" y="820"/>
                      <a:pt x="2717" y="674"/>
                      <a:pt x="2585" y="533"/>
                    </a:cubicBezTo>
                    <a:cubicBezTo>
                      <a:pt x="2384" y="337"/>
                      <a:pt x="2163" y="158"/>
                      <a:pt x="1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28"/>
              <p:cNvSpPr/>
              <p:nvPr/>
            </p:nvSpPr>
            <p:spPr>
              <a:xfrm>
                <a:off x="3620675" y="2255375"/>
                <a:ext cx="58100" cy="177700"/>
              </a:xfrm>
              <a:custGeom>
                <a:rect b="b" l="l" r="r" t="t"/>
                <a:pathLst>
                  <a:path extrusionOk="0" h="7108" w="2324">
                    <a:moveTo>
                      <a:pt x="2261" y="1"/>
                    </a:moveTo>
                    <a:cubicBezTo>
                      <a:pt x="2252" y="118"/>
                      <a:pt x="2243" y="234"/>
                      <a:pt x="2230" y="348"/>
                    </a:cubicBezTo>
                    <a:cubicBezTo>
                      <a:pt x="2226" y="363"/>
                      <a:pt x="2226" y="376"/>
                      <a:pt x="2223" y="392"/>
                    </a:cubicBezTo>
                    <a:cubicBezTo>
                      <a:pt x="2217" y="455"/>
                      <a:pt x="2211" y="518"/>
                      <a:pt x="2205" y="578"/>
                    </a:cubicBezTo>
                    <a:cubicBezTo>
                      <a:pt x="2205" y="580"/>
                      <a:pt x="2201" y="580"/>
                      <a:pt x="2201" y="580"/>
                    </a:cubicBezTo>
                    <a:cubicBezTo>
                      <a:pt x="2201" y="601"/>
                      <a:pt x="2197" y="624"/>
                      <a:pt x="2195" y="646"/>
                    </a:cubicBezTo>
                    <a:cubicBezTo>
                      <a:pt x="2195" y="655"/>
                      <a:pt x="2195" y="661"/>
                      <a:pt x="2192" y="667"/>
                    </a:cubicBezTo>
                    <a:lnTo>
                      <a:pt x="2192" y="681"/>
                    </a:lnTo>
                    <a:lnTo>
                      <a:pt x="2192" y="683"/>
                    </a:lnTo>
                    <a:cubicBezTo>
                      <a:pt x="2192" y="692"/>
                      <a:pt x="2190" y="698"/>
                      <a:pt x="2190" y="705"/>
                    </a:cubicBezTo>
                    <a:lnTo>
                      <a:pt x="2190" y="718"/>
                    </a:lnTo>
                    <a:cubicBezTo>
                      <a:pt x="2188" y="724"/>
                      <a:pt x="2188" y="730"/>
                      <a:pt x="2188" y="738"/>
                    </a:cubicBezTo>
                    <a:cubicBezTo>
                      <a:pt x="2185" y="746"/>
                      <a:pt x="2185" y="756"/>
                      <a:pt x="2185" y="765"/>
                    </a:cubicBezTo>
                    <a:lnTo>
                      <a:pt x="2185" y="769"/>
                    </a:lnTo>
                    <a:cubicBezTo>
                      <a:pt x="2183" y="775"/>
                      <a:pt x="2183" y="780"/>
                      <a:pt x="2183" y="784"/>
                    </a:cubicBezTo>
                    <a:lnTo>
                      <a:pt x="2183" y="790"/>
                    </a:lnTo>
                    <a:cubicBezTo>
                      <a:pt x="2179" y="803"/>
                      <a:pt x="2179" y="816"/>
                      <a:pt x="2176" y="825"/>
                    </a:cubicBezTo>
                    <a:cubicBezTo>
                      <a:pt x="2176" y="836"/>
                      <a:pt x="2174" y="844"/>
                      <a:pt x="2174" y="851"/>
                    </a:cubicBezTo>
                    <a:cubicBezTo>
                      <a:pt x="2174" y="863"/>
                      <a:pt x="2171" y="873"/>
                      <a:pt x="2171" y="882"/>
                    </a:cubicBezTo>
                    <a:cubicBezTo>
                      <a:pt x="2168" y="888"/>
                      <a:pt x="2165" y="892"/>
                      <a:pt x="2168" y="894"/>
                    </a:cubicBezTo>
                    <a:cubicBezTo>
                      <a:pt x="2162" y="951"/>
                      <a:pt x="2152" y="1008"/>
                      <a:pt x="2143" y="1065"/>
                    </a:cubicBezTo>
                    <a:lnTo>
                      <a:pt x="2143" y="1084"/>
                    </a:lnTo>
                    <a:cubicBezTo>
                      <a:pt x="1822" y="3259"/>
                      <a:pt x="1081" y="5295"/>
                      <a:pt x="0" y="7107"/>
                    </a:cubicBezTo>
                    <a:lnTo>
                      <a:pt x="1292" y="7107"/>
                    </a:lnTo>
                    <a:cubicBezTo>
                      <a:pt x="1961" y="5315"/>
                      <a:pt x="2323" y="3372"/>
                      <a:pt x="2323" y="1347"/>
                    </a:cubicBezTo>
                    <a:lnTo>
                      <a:pt x="2323" y="1182"/>
                    </a:lnTo>
                    <a:cubicBezTo>
                      <a:pt x="2323" y="1154"/>
                      <a:pt x="2319" y="1126"/>
                      <a:pt x="2311" y="1097"/>
                    </a:cubicBezTo>
                    <a:cubicBezTo>
                      <a:pt x="2311" y="1032"/>
                      <a:pt x="2309" y="962"/>
                      <a:pt x="2309" y="892"/>
                    </a:cubicBezTo>
                    <a:cubicBezTo>
                      <a:pt x="2309" y="885"/>
                      <a:pt x="2309" y="875"/>
                      <a:pt x="2306" y="867"/>
                    </a:cubicBezTo>
                    <a:lnTo>
                      <a:pt x="2306" y="803"/>
                    </a:lnTo>
                    <a:cubicBezTo>
                      <a:pt x="2306" y="796"/>
                      <a:pt x="2306" y="790"/>
                      <a:pt x="2304" y="781"/>
                    </a:cubicBezTo>
                    <a:cubicBezTo>
                      <a:pt x="2306" y="779"/>
                      <a:pt x="2304" y="772"/>
                      <a:pt x="2304" y="765"/>
                    </a:cubicBezTo>
                    <a:lnTo>
                      <a:pt x="2304" y="759"/>
                    </a:lnTo>
                    <a:lnTo>
                      <a:pt x="2304" y="715"/>
                    </a:lnTo>
                    <a:cubicBezTo>
                      <a:pt x="2304" y="709"/>
                      <a:pt x="2304" y="703"/>
                      <a:pt x="2301" y="693"/>
                    </a:cubicBezTo>
                    <a:lnTo>
                      <a:pt x="2301" y="652"/>
                    </a:lnTo>
                    <a:cubicBezTo>
                      <a:pt x="2301" y="650"/>
                      <a:pt x="2301" y="643"/>
                      <a:pt x="2299" y="636"/>
                    </a:cubicBezTo>
                    <a:lnTo>
                      <a:pt x="2301" y="634"/>
                    </a:lnTo>
                    <a:cubicBezTo>
                      <a:pt x="2301" y="630"/>
                      <a:pt x="2301" y="627"/>
                      <a:pt x="2299" y="627"/>
                    </a:cubicBezTo>
                    <a:cubicBezTo>
                      <a:pt x="2299" y="609"/>
                      <a:pt x="2299" y="590"/>
                      <a:pt x="2295" y="570"/>
                    </a:cubicBezTo>
                    <a:lnTo>
                      <a:pt x="2295" y="568"/>
                    </a:lnTo>
                    <a:cubicBezTo>
                      <a:pt x="2289" y="378"/>
                      <a:pt x="2277" y="191"/>
                      <a:pt x="2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28"/>
              <p:cNvSpPr/>
              <p:nvPr/>
            </p:nvSpPr>
            <p:spPr>
              <a:xfrm>
                <a:off x="3516850" y="2264450"/>
                <a:ext cx="176775" cy="69400"/>
              </a:xfrm>
              <a:custGeom>
                <a:rect b="b" l="l" r="r" t="t"/>
                <a:pathLst>
                  <a:path extrusionOk="0" h="2776" w="7071">
                    <a:moveTo>
                      <a:pt x="7071" y="0"/>
                    </a:moveTo>
                    <a:cubicBezTo>
                      <a:pt x="6981" y="44"/>
                      <a:pt x="6889" y="86"/>
                      <a:pt x="6788" y="128"/>
                    </a:cubicBezTo>
                    <a:cubicBezTo>
                      <a:pt x="6766" y="140"/>
                      <a:pt x="6741" y="154"/>
                      <a:pt x="6716" y="163"/>
                    </a:cubicBezTo>
                    <a:cubicBezTo>
                      <a:pt x="6659" y="189"/>
                      <a:pt x="6599" y="217"/>
                      <a:pt x="6539" y="238"/>
                    </a:cubicBezTo>
                    <a:cubicBezTo>
                      <a:pt x="6539" y="238"/>
                      <a:pt x="6539" y="242"/>
                      <a:pt x="6536" y="242"/>
                    </a:cubicBezTo>
                    <a:cubicBezTo>
                      <a:pt x="6518" y="252"/>
                      <a:pt x="6496" y="261"/>
                      <a:pt x="6473" y="267"/>
                    </a:cubicBezTo>
                    <a:cubicBezTo>
                      <a:pt x="6469" y="272"/>
                      <a:pt x="6464" y="275"/>
                      <a:pt x="6460" y="275"/>
                    </a:cubicBezTo>
                    <a:cubicBezTo>
                      <a:pt x="6458" y="275"/>
                      <a:pt x="6456" y="274"/>
                      <a:pt x="6455" y="273"/>
                    </a:cubicBezTo>
                    <a:lnTo>
                      <a:pt x="6452" y="277"/>
                    </a:lnTo>
                    <a:cubicBezTo>
                      <a:pt x="6447" y="279"/>
                      <a:pt x="6447" y="279"/>
                      <a:pt x="6445" y="279"/>
                    </a:cubicBezTo>
                    <a:cubicBezTo>
                      <a:pt x="6445" y="279"/>
                      <a:pt x="6445" y="281"/>
                      <a:pt x="6442" y="281"/>
                    </a:cubicBezTo>
                    <a:lnTo>
                      <a:pt x="6440" y="281"/>
                    </a:lnTo>
                    <a:cubicBezTo>
                      <a:pt x="6431" y="288"/>
                      <a:pt x="6418" y="291"/>
                      <a:pt x="6409" y="294"/>
                    </a:cubicBezTo>
                    <a:lnTo>
                      <a:pt x="6406" y="294"/>
                    </a:lnTo>
                    <a:cubicBezTo>
                      <a:pt x="6400" y="300"/>
                      <a:pt x="6398" y="300"/>
                      <a:pt x="6391" y="303"/>
                    </a:cubicBezTo>
                    <a:cubicBezTo>
                      <a:pt x="6384" y="305"/>
                      <a:pt x="6375" y="310"/>
                      <a:pt x="6369" y="312"/>
                    </a:cubicBezTo>
                    <a:lnTo>
                      <a:pt x="6367" y="312"/>
                    </a:lnTo>
                    <a:cubicBezTo>
                      <a:pt x="6360" y="316"/>
                      <a:pt x="6353" y="319"/>
                      <a:pt x="6347" y="319"/>
                    </a:cubicBezTo>
                    <a:lnTo>
                      <a:pt x="6347" y="321"/>
                    </a:lnTo>
                    <a:cubicBezTo>
                      <a:pt x="6334" y="327"/>
                      <a:pt x="6318" y="334"/>
                      <a:pt x="6306" y="336"/>
                    </a:cubicBezTo>
                    <a:cubicBezTo>
                      <a:pt x="6300" y="340"/>
                      <a:pt x="6293" y="343"/>
                      <a:pt x="6286" y="346"/>
                    </a:cubicBezTo>
                    <a:cubicBezTo>
                      <a:pt x="6275" y="352"/>
                      <a:pt x="6262" y="355"/>
                      <a:pt x="6249" y="361"/>
                    </a:cubicBezTo>
                    <a:lnTo>
                      <a:pt x="6246" y="361"/>
                    </a:lnTo>
                    <a:cubicBezTo>
                      <a:pt x="6191" y="386"/>
                      <a:pt x="6135" y="408"/>
                      <a:pt x="6080" y="427"/>
                    </a:cubicBezTo>
                    <a:cubicBezTo>
                      <a:pt x="6078" y="430"/>
                      <a:pt x="6074" y="433"/>
                      <a:pt x="6071" y="433"/>
                    </a:cubicBezTo>
                    <a:cubicBezTo>
                      <a:pt x="4098" y="1218"/>
                      <a:pt x="2040" y="1593"/>
                      <a:pt x="1" y="1593"/>
                    </a:cubicBezTo>
                    <a:lnTo>
                      <a:pt x="1" y="2775"/>
                    </a:lnTo>
                    <a:cubicBezTo>
                      <a:pt x="2034" y="2488"/>
                      <a:pt x="4048" y="1810"/>
                      <a:pt x="5936" y="719"/>
                    </a:cubicBezTo>
                    <a:cubicBezTo>
                      <a:pt x="5980" y="696"/>
                      <a:pt x="6027" y="667"/>
                      <a:pt x="6071" y="641"/>
                    </a:cubicBezTo>
                    <a:cubicBezTo>
                      <a:pt x="6100" y="624"/>
                      <a:pt x="6125" y="609"/>
                      <a:pt x="6153" y="593"/>
                    </a:cubicBezTo>
                    <a:cubicBezTo>
                      <a:pt x="6210" y="558"/>
                      <a:pt x="6270" y="523"/>
                      <a:pt x="6327" y="486"/>
                    </a:cubicBezTo>
                    <a:cubicBezTo>
                      <a:pt x="6333" y="484"/>
                      <a:pt x="6336" y="480"/>
                      <a:pt x="6342" y="477"/>
                    </a:cubicBezTo>
                    <a:cubicBezTo>
                      <a:pt x="6351" y="474"/>
                      <a:pt x="6358" y="466"/>
                      <a:pt x="6364" y="464"/>
                    </a:cubicBezTo>
                    <a:cubicBezTo>
                      <a:pt x="6370" y="461"/>
                      <a:pt x="6374" y="458"/>
                      <a:pt x="6377" y="455"/>
                    </a:cubicBezTo>
                    <a:cubicBezTo>
                      <a:pt x="6385" y="451"/>
                      <a:pt x="6393" y="445"/>
                      <a:pt x="6399" y="443"/>
                    </a:cubicBezTo>
                    <a:cubicBezTo>
                      <a:pt x="6405" y="436"/>
                      <a:pt x="6411" y="432"/>
                      <a:pt x="6418" y="429"/>
                    </a:cubicBezTo>
                    <a:cubicBezTo>
                      <a:pt x="6425" y="427"/>
                      <a:pt x="6429" y="423"/>
                      <a:pt x="6431" y="420"/>
                    </a:cubicBezTo>
                    <a:cubicBezTo>
                      <a:pt x="6434" y="420"/>
                      <a:pt x="6437" y="418"/>
                      <a:pt x="6440" y="418"/>
                    </a:cubicBezTo>
                    <a:cubicBezTo>
                      <a:pt x="6446" y="412"/>
                      <a:pt x="6453" y="408"/>
                      <a:pt x="6456" y="405"/>
                    </a:cubicBezTo>
                    <a:cubicBezTo>
                      <a:pt x="6460" y="405"/>
                      <a:pt x="6462" y="405"/>
                      <a:pt x="6462" y="402"/>
                    </a:cubicBezTo>
                    <a:cubicBezTo>
                      <a:pt x="6468" y="398"/>
                      <a:pt x="6472" y="396"/>
                      <a:pt x="6475" y="396"/>
                    </a:cubicBezTo>
                    <a:cubicBezTo>
                      <a:pt x="6483" y="389"/>
                      <a:pt x="6491" y="387"/>
                      <a:pt x="6497" y="381"/>
                    </a:cubicBezTo>
                    <a:cubicBezTo>
                      <a:pt x="6507" y="374"/>
                      <a:pt x="6517" y="372"/>
                      <a:pt x="6523" y="365"/>
                    </a:cubicBezTo>
                    <a:cubicBezTo>
                      <a:pt x="6529" y="361"/>
                      <a:pt x="6535" y="355"/>
                      <a:pt x="6542" y="352"/>
                    </a:cubicBezTo>
                    <a:cubicBezTo>
                      <a:pt x="6545" y="352"/>
                      <a:pt x="6549" y="350"/>
                      <a:pt x="6549" y="350"/>
                    </a:cubicBezTo>
                    <a:cubicBezTo>
                      <a:pt x="6568" y="336"/>
                      <a:pt x="6584" y="328"/>
                      <a:pt x="6599" y="315"/>
                    </a:cubicBezTo>
                    <a:lnTo>
                      <a:pt x="6601" y="315"/>
                    </a:lnTo>
                    <a:cubicBezTo>
                      <a:pt x="6759" y="212"/>
                      <a:pt x="6916" y="107"/>
                      <a:pt x="7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28"/>
              <p:cNvSpPr/>
              <p:nvPr/>
            </p:nvSpPr>
            <p:spPr>
              <a:xfrm>
                <a:off x="3661625" y="2210750"/>
                <a:ext cx="235925" cy="72900"/>
              </a:xfrm>
              <a:custGeom>
                <a:rect b="b" l="l" r="r" t="t"/>
                <a:pathLst>
                  <a:path extrusionOk="0" h="2916" w="9437">
                    <a:moveTo>
                      <a:pt x="8465" y="0"/>
                    </a:moveTo>
                    <a:cubicBezTo>
                      <a:pt x="5963" y="138"/>
                      <a:pt x="3451" y="850"/>
                      <a:pt x="1131" y="2193"/>
                    </a:cubicBezTo>
                    <a:cubicBezTo>
                      <a:pt x="1088" y="2218"/>
                      <a:pt x="1046" y="2244"/>
                      <a:pt x="1002" y="2272"/>
                    </a:cubicBezTo>
                    <a:cubicBezTo>
                      <a:pt x="970" y="2287"/>
                      <a:pt x="941" y="2307"/>
                      <a:pt x="911" y="2329"/>
                    </a:cubicBezTo>
                    <a:cubicBezTo>
                      <a:pt x="856" y="2358"/>
                      <a:pt x="801" y="2392"/>
                      <a:pt x="744" y="2433"/>
                    </a:cubicBezTo>
                    <a:cubicBezTo>
                      <a:pt x="743" y="2432"/>
                      <a:pt x="741" y="2432"/>
                      <a:pt x="740" y="2432"/>
                    </a:cubicBezTo>
                    <a:cubicBezTo>
                      <a:pt x="734" y="2432"/>
                      <a:pt x="727" y="2437"/>
                      <a:pt x="722" y="2442"/>
                    </a:cubicBezTo>
                    <a:lnTo>
                      <a:pt x="720" y="2444"/>
                    </a:lnTo>
                    <a:cubicBezTo>
                      <a:pt x="719" y="2443"/>
                      <a:pt x="718" y="2443"/>
                      <a:pt x="717" y="2443"/>
                    </a:cubicBezTo>
                    <a:cubicBezTo>
                      <a:pt x="715" y="2443"/>
                      <a:pt x="713" y="2445"/>
                      <a:pt x="713" y="2447"/>
                    </a:cubicBezTo>
                    <a:lnTo>
                      <a:pt x="711" y="2447"/>
                    </a:lnTo>
                    <a:cubicBezTo>
                      <a:pt x="711" y="2447"/>
                      <a:pt x="711" y="2451"/>
                      <a:pt x="708" y="2453"/>
                    </a:cubicBezTo>
                    <a:cubicBezTo>
                      <a:pt x="707" y="2452"/>
                      <a:pt x="707" y="2452"/>
                      <a:pt x="706" y="2452"/>
                    </a:cubicBezTo>
                    <a:cubicBezTo>
                      <a:pt x="704" y="2452"/>
                      <a:pt x="701" y="2454"/>
                      <a:pt x="700" y="2457"/>
                    </a:cubicBezTo>
                    <a:cubicBezTo>
                      <a:pt x="690" y="2460"/>
                      <a:pt x="680" y="2467"/>
                      <a:pt x="671" y="2475"/>
                    </a:cubicBezTo>
                    <a:cubicBezTo>
                      <a:pt x="665" y="2475"/>
                      <a:pt x="658" y="2482"/>
                      <a:pt x="651" y="2489"/>
                    </a:cubicBezTo>
                    <a:cubicBezTo>
                      <a:pt x="651" y="2487"/>
                      <a:pt x="650" y="2487"/>
                      <a:pt x="649" y="2487"/>
                    </a:cubicBezTo>
                    <a:cubicBezTo>
                      <a:pt x="647" y="2487"/>
                      <a:pt x="644" y="2489"/>
                      <a:pt x="643" y="2491"/>
                    </a:cubicBezTo>
                    <a:cubicBezTo>
                      <a:pt x="640" y="2491"/>
                      <a:pt x="636" y="2495"/>
                      <a:pt x="634" y="2498"/>
                    </a:cubicBezTo>
                    <a:cubicBezTo>
                      <a:pt x="627" y="2501"/>
                      <a:pt x="620" y="2504"/>
                      <a:pt x="614" y="2510"/>
                    </a:cubicBezTo>
                    <a:cubicBezTo>
                      <a:pt x="610" y="2510"/>
                      <a:pt x="608" y="2510"/>
                      <a:pt x="608" y="2513"/>
                    </a:cubicBezTo>
                    <a:cubicBezTo>
                      <a:pt x="602" y="2513"/>
                      <a:pt x="598" y="2516"/>
                      <a:pt x="594" y="2520"/>
                    </a:cubicBezTo>
                    <a:cubicBezTo>
                      <a:pt x="588" y="2524"/>
                      <a:pt x="582" y="2530"/>
                      <a:pt x="576" y="2532"/>
                    </a:cubicBezTo>
                    <a:cubicBezTo>
                      <a:pt x="566" y="2539"/>
                      <a:pt x="558" y="2541"/>
                      <a:pt x="550" y="2547"/>
                    </a:cubicBezTo>
                    <a:lnTo>
                      <a:pt x="550" y="2550"/>
                    </a:lnTo>
                    <a:lnTo>
                      <a:pt x="547" y="2550"/>
                    </a:lnTo>
                    <a:cubicBezTo>
                      <a:pt x="541" y="2553"/>
                      <a:pt x="538" y="2557"/>
                      <a:pt x="532" y="2560"/>
                    </a:cubicBezTo>
                    <a:cubicBezTo>
                      <a:pt x="529" y="2560"/>
                      <a:pt x="525" y="2563"/>
                      <a:pt x="522" y="2566"/>
                    </a:cubicBezTo>
                    <a:cubicBezTo>
                      <a:pt x="506" y="2575"/>
                      <a:pt x="490" y="2586"/>
                      <a:pt x="475" y="2601"/>
                    </a:cubicBezTo>
                    <a:cubicBezTo>
                      <a:pt x="475" y="2598"/>
                      <a:pt x="473" y="2598"/>
                      <a:pt x="473" y="2598"/>
                    </a:cubicBezTo>
                    <a:cubicBezTo>
                      <a:pt x="473" y="2601"/>
                      <a:pt x="470" y="2601"/>
                      <a:pt x="470" y="2601"/>
                    </a:cubicBezTo>
                    <a:cubicBezTo>
                      <a:pt x="309" y="2704"/>
                      <a:pt x="155" y="2808"/>
                      <a:pt x="0" y="2916"/>
                    </a:cubicBezTo>
                    <a:cubicBezTo>
                      <a:pt x="94" y="2871"/>
                      <a:pt x="190" y="2828"/>
                      <a:pt x="284" y="2787"/>
                    </a:cubicBezTo>
                    <a:cubicBezTo>
                      <a:pt x="305" y="2774"/>
                      <a:pt x="328" y="2764"/>
                      <a:pt x="354" y="2756"/>
                    </a:cubicBezTo>
                    <a:cubicBezTo>
                      <a:pt x="411" y="2727"/>
                      <a:pt x="471" y="2701"/>
                      <a:pt x="530" y="2679"/>
                    </a:cubicBezTo>
                    <a:lnTo>
                      <a:pt x="533" y="2676"/>
                    </a:lnTo>
                    <a:cubicBezTo>
                      <a:pt x="551" y="2666"/>
                      <a:pt x="571" y="2658"/>
                      <a:pt x="592" y="2651"/>
                    </a:cubicBezTo>
                    <a:cubicBezTo>
                      <a:pt x="599" y="2644"/>
                      <a:pt x="608" y="2642"/>
                      <a:pt x="614" y="2642"/>
                    </a:cubicBezTo>
                    <a:cubicBezTo>
                      <a:pt x="618" y="2639"/>
                      <a:pt x="618" y="2639"/>
                      <a:pt x="620" y="2639"/>
                    </a:cubicBezTo>
                    <a:cubicBezTo>
                      <a:pt x="623" y="2637"/>
                      <a:pt x="627" y="2637"/>
                      <a:pt x="630" y="2637"/>
                    </a:cubicBezTo>
                    <a:cubicBezTo>
                      <a:pt x="639" y="2630"/>
                      <a:pt x="651" y="2624"/>
                      <a:pt x="661" y="2624"/>
                    </a:cubicBezTo>
                    <a:lnTo>
                      <a:pt x="664" y="2622"/>
                    </a:lnTo>
                    <a:cubicBezTo>
                      <a:pt x="667" y="2618"/>
                      <a:pt x="674" y="2614"/>
                      <a:pt x="676" y="2614"/>
                    </a:cubicBezTo>
                    <a:cubicBezTo>
                      <a:pt x="682" y="2612"/>
                      <a:pt x="691" y="2608"/>
                      <a:pt x="698" y="2606"/>
                    </a:cubicBezTo>
                    <a:cubicBezTo>
                      <a:pt x="701" y="2603"/>
                      <a:pt x="705" y="2603"/>
                      <a:pt x="707" y="2603"/>
                    </a:cubicBezTo>
                    <a:cubicBezTo>
                      <a:pt x="711" y="2599"/>
                      <a:pt x="717" y="2597"/>
                      <a:pt x="720" y="2597"/>
                    </a:cubicBezTo>
                    <a:lnTo>
                      <a:pt x="722" y="2597"/>
                    </a:lnTo>
                    <a:cubicBezTo>
                      <a:pt x="734" y="2591"/>
                      <a:pt x="747" y="2584"/>
                      <a:pt x="760" y="2581"/>
                    </a:cubicBezTo>
                    <a:cubicBezTo>
                      <a:pt x="770" y="2575"/>
                      <a:pt x="779" y="2571"/>
                      <a:pt x="785" y="2568"/>
                    </a:cubicBezTo>
                    <a:cubicBezTo>
                      <a:pt x="798" y="2565"/>
                      <a:pt x="808" y="2558"/>
                      <a:pt x="816" y="2556"/>
                    </a:cubicBezTo>
                    <a:cubicBezTo>
                      <a:pt x="820" y="2556"/>
                      <a:pt x="824" y="2554"/>
                      <a:pt x="824" y="2554"/>
                    </a:cubicBezTo>
                    <a:cubicBezTo>
                      <a:pt x="880" y="2531"/>
                      <a:pt x="933" y="2509"/>
                      <a:pt x="987" y="2490"/>
                    </a:cubicBezTo>
                    <a:cubicBezTo>
                      <a:pt x="994" y="2488"/>
                      <a:pt x="996" y="2483"/>
                      <a:pt x="1002" y="2481"/>
                    </a:cubicBezTo>
                    <a:cubicBezTo>
                      <a:pt x="2970" y="1701"/>
                      <a:pt x="5022" y="1325"/>
                      <a:pt x="7053" y="1325"/>
                    </a:cubicBezTo>
                    <a:cubicBezTo>
                      <a:pt x="7853" y="1325"/>
                      <a:pt x="8650" y="1383"/>
                      <a:pt x="9437" y="1498"/>
                    </a:cubicBezTo>
                    <a:cubicBezTo>
                      <a:pt x="9200" y="944"/>
                      <a:pt x="8870" y="436"/>
                      <a:pt x="84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28"/>
              <p:cNvSpPr/>
              <p:nvPr/>
            </p:nvSpPr>
            <p:spPr>
              <a:xfrm>
                <a:off x="3612275" y="2041600"/>
                <a:ext cx="74925" cy="248375"/>
              </a:xfrm>
              <a:custGeom>
                <a:rect b="b" l="l" r="r" t="t"/>
                <a:pathLst>
                  <a:path extrusionOk="0" h="9935" w="2997">
                    <a:moveTo>
                      <a:pt x="1487" y="1"/>
                    </a:moveTo>
                    <a:cubicBezTo>
                      <a:pt x="995" y="1"/>
                      <a:pt x="517" y="66"/>
                      <a:pt x="63" y="195"/>
                    </a:cubicBezTo>
                    <a:cubicBezTo>
                      <a:pt x="1" y="3117"/>
                      <a:pt x="709" y="6092"/>
                      <a:pt x="2278" y="8806"/>
                    </a:cubicBezTo>
                    <a:cubicBezTo>
                      <a:pt x="2304" y="8850"/>
                      <a:pt x="2329" y="8893"/>
                      <a:pt x="2355" y="8935"/>
                    </a:cubicBezTo>
                    <a:cubicBezTo>
                      <a:pt x="2371" y="8964"/>
                      <a:pt x="2387" y="8991"/>
                      <a:pt x="2402" y="9017"/>
                    </a:cubicBezTo>
                    <a:cubicBezTo>
                      <a:pt x="2442" y="9078"/>
                      <a:pt x="2476" y="9137"/>
                      <a:pt x="2514" y="9194"/>
                    </a:cubicBezTo>
                    <a:cubicBezTo>
                      <a:pt x="2516" y="9201"/>
                      <a:pt x="2520" y="9207"/>
                      <a:pt x="2522" y="9209"/>
                    </a:cubicBezTo>
                    <a:cubicBezTo>
                      <a:pt x="2526" y="9218"/>
                      <a:pt x="2532" y="9225"/>
                      <a:pt x="2535" y="9232"/>
                    </a:cubicBezTo>
                    <a:lnTo>
                      <a:pt x="2535" y="9234"/>
                    </a:lnTo>
                    <a:cubicBezTo>
                      <a:pt x="2540" y="9237"/>
                      <a:pt x="2542" y="9240"/>
                      <a:pt x="2542" y="9243"/>
                    </a:cubicBezTo>
                    <a:cubicBezTo>
                      <a:pt x="2548" y="9254"/>
                      <a:pt x="2555" y="9263"/>
                      <a:pt x="2557" y="9269"/>
                    </a:cubicBezTo>
                    <a:cubicBezTo>
                      <a:pt x="2563" y="9275"/>
                      <a:pt x="2567" y="9281"/>
                      <a:pt x="2571" y="9289"/>
                    </a:cubicBezTo>
                    <a:cubicBezTo>
                      <a:pt x="2573" y="9295"/>
                      <a:pt x="2577" y="9299"/>
                      <a:pt x="2579" y="9301"/>
                    </a:cubicBezTo>
                    <a:cubicBezTo>
                      <a:pt x="2579" y="9305"/>
                      <a:pt x="2582" y="9307"/>
                      <a:pt x="2582" y="9307"/>
                    </a:cubicBezTo>
                    <a:cubicBezTo>
                      <a:pt x="2584" y="9314"/>
                      <a:pt x="2588" y="9321"/>
                      <a:pt x="2591" y="9323"/>
                    </a:cubicBezTo>
                    <a:cubicBezTo>
                      <a:pt x="2594" y="9326"/>
                      <a:pt x="2593" y="9328"/>
                      <a:pt x="2597" y="9332"/>
                    </a:cubicBezTo>
                    <a:cubicBezTo>
                      <a:pt x="2601" y="9336"/>
                      <a:pt x="2604" y="9342"/>
                      <a:pt x="2604" y="9345"/>
                    </a:cubicBezTo>
                    <a:cubicBezTo>
                      <a:pt x="2610" y="9352"/>
                      <a:pt x="2613" y="9358"/>
                      <a:pt x="2619" y="9364"/>
                    </a:cubicBezTo>
                    <a:cubicBezTo>
                      <a:pt x="2623" y="9374"/>
                      <a:pt x="2629" y="9382"/>
                      <a:pt x="2632" y="9390"/>
                    </a:cubicBezTo>
                    <a:cubicBezTo>
                      <a:pt x="2635" y="9390"/>
                      <a:pt x="2635" y="9393"/>
                      <a:pt x="2635" y="9393"/>
                    </a:cubicBezTo>
                    <a:cubicBezTo>
                      <a:pt x="2639" y="9399"/>
                      <a:pt x="2645" y="9405"/>
                      <a:pt x="2648" y="9412"/>
                    </a:cubicBezTo>
                    <a:cubicBezTo>
                      <a:pt x="2648" y="9416"/>
                      <a:pt x="2650" y="9416"/>
                      <a:pt x="2650" y="9419"/>
                    </a:cubicBezTo>
                    <a:cubicBezTo>
                      <a:pt x="2659" y="9434"/>
                      <a:pt x="2669" y="9450"/>
                      <a:pt x="2681" y="9462"/>
                    </a:cubicBezTo>
                    <a:cubicBezTo>
                      <a:pt x="2681" y="9466"/>
                      <a:pt x="2684" y="9469"/>
                      <a:pt x="2684" y="9469"/>
                    </a:cubicBezTo>
                    <a:lnTo>
                      <a:pt x="2684" y="9471"/>
                    </a:lnTo>
                    <a:cubicBezTo>
                      <a:pt x="2788" y="9632"/>
                      <a:pt x="2891" y="9786"/>
                      <a:pt x="2997" y="9935"/>
                    </a:cubicBezTo>
                    <a:cubicBezTo>
                      <a:pt x="2949" y="9837"/>
                      <a:pt x="2906" y="9739"/>
                      <a:pt x="2862" y="9637"/>
                    </a:cubicBezTo>
                    <a:cubicBezTo>
                      <a:pt x="2851" y="9620"/>
                      <a:pt x="2842" y="9600"/>
                      <a:pt x="2836" y="9579"/>
                    </a:cubicBezTo>
                    <a:cubicBezTo>
                      <a:pt x="2808" y="9522"/>
                      <a:pt x="2783" y="9465"/>
                      <a:pt x="2757" y="9405"/>
                    </a:cubicBezTo>
                    <a:lnTo>
                      <a:pt x="2757" y="9403"/>
                    </a:lnTo>
                    <a:cubicBezTo>
                      <a:pt x="2747" y="9385"/>
                      <a:pt x="2738" y="9365"/>
                      <a:pt x="2732" y="9343"/>
                    </a:cubicBezTo>
                    <a:cubicBezTo>
                      <a:pt x="2725" y="9337"/>
                      <a:pt x="2722" y="9328"/>
                      <a:pt x="2722" y="9322"/>
                    </a:cubicBezTo>
                    <a:cubicBezTo>
                      <a:pt x="2718" y="9319"/>
                      <a:pt x="2716" y="9315"/>
                      <a:pt x="2716" y="9312"/>
                    </a:cubicBezTo>
                    <a:lnTo>
                      <a:pt x="2716" y="9310"/>
                    </a:lnTo>
                    <a:cubicBezTo>
                      <a:pt x="2710" y="9301"/>
                      <a:pt x="2706" y="9288"/>
                      <a:pt x="2703" y="9279"/>
                    </a:cubicBezTo>
                    <a:lnTo>
                      <a:pt x="2703" y="9276"/>
                    </a:lnTo>
                    <a:cubicBezTo>
                      <a:pt x="2696" y="9270"/>
                      <a:pt x="2696" y="9268"/>
                      <a:pt x="2694" y="9261"/>
                    </a:cubicBezTo>
                    <a:cubicBezTo>
                      <a:pt x="2691" y="9250"/>
                      <a:pt x="2687" y="9244"/>
                      <a:pt x="2685" y="9235"/>
                    </a:cubicBezTo>
                    <a:cubicBezTo>
                      <a:pt x="2682" y="9235"/>
                      <a:pt x="2682" y="9235"/>
                      <a:pt x="2682" y="9233"/>
                    </a:cubicBezTo>
                    <a:cubicBezTo>
                      <a:pt x="2680" y="9229"/>
                      <a:pt x="2680" y="9223"/>
                      <a:pt x="2680" y="9219"/>
                    </a:cubicBezTo>
                    <a:cubicBezTo>
                      <a:pt x="2677" y="9216"/>
                      <a:pt x="2677" y="9216"/>
                      <a:pt x="2677" y="9213"/>
                    </a:cubicBezTo>
                    <a:cubicBezTo>
                      <a:pt x="2671" y="9202"/>
                      <a:pt x="2664" y="9189"/>
                      <a:pt x="2661" y="9176"/>
                    </a:cubicBezTo>
                    <a:cubicBezTo>
                      <a:pt x="2659" y="9167"/>
                      <a:pt x="2655" y="9161"/>
                      <a:pt x="2653" y="9154"/>
                    </a:cubicBezTo>
                    <a:cubicBezTo>
                      <a:pt x="2646" y="9141"/>
                      <a:pt x="2644" y="9129"/>
                      <a:pt x="2638" y="9119"/>
                    </a:cubicBezTo>
                    <a:lnTo>
                      <a:pt x="2638" y="9116"/>
                    </a:lnTo>
                    <a:cubicBezTo>
                      <a:pt x="2613" y="9062"/>
                      <a:pt x="2591" y="9005"/>
                      <a:pt x="2572" y="8950"/>
                    </a:cubicBezTo>
                    <a:cubicBezTo>
                      <a:pt x="2567" y="8948"/>
                      <a:pt x="2565" y="8944"/>
                      <a:pt x="2565" y="8941"/>
                    </a:cubicBezTo>
                    <a:cubicBezTo>
                      <a:pt x="1415" y="6035"/>
                      <a:pt x="1137" y="2940"/>
                      <a:pt x="1657" y="3"/>
                    </a:cubicBezTo>
                    <a:cubicBezTo>
                      <a:pt x="1600" y="1"/>
                      <a:pt x="1544" y="1"/>
                      <a:pt x="14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28"/>
              <p:cNvSpPr/>
              <p:nvPr/>
            </p:nvSpPr>
            <p:spPr>
              <a:xfrm>
                <a:off x="3668025" y="2258075"/>
                <a:ext cx="69200" cy="175000"/>
              </a:xfrm>
              <a:custGeom>
                <a:rect b="b" l="l" r="r" t="t"/>
                <a:pathLst>
                  <a:path extrusionOk="0" h="7000" w="2768">
                    <a:moveTo>
                      <a:pt x="1" y="0"/>
                    </a:moveTo>
                    <a:lnTo>
                      <a:pt x="1" y="0"/>
                    </a:lnTo>
                    <a:cubicBezTo>
                      <a:pt x="44" y="91"/>
                      <a:pt x="86" y="183"/>
                      <a:pt x="127" y="277"/>
                    </a:cubicBezTo>
                    <a:cubicBezTo>
                      <a:pt x="139" y="299"/>
                      <a:pt x="150" y="321"/>
                      <a:pt x="158" y="347"/>
                    </a:cubicBezTo>
                    <a:cubicBezTo>
                      <a:pt x="187" y="404"/>
                      <a:pt x="212" y="465"/>
                      <a:pt x="237" y="523"/>
                    </a:cubicBezTo>
                    <a:cubicBezTo>
                      <a:pt x="237" y="523"/>
                      <a:pt x="239" y="527"/>
                      <a:pt x="239" y="530"/>
                    </a:cubicBezTo>
                    <a:cubicBezTo>
                      <a:pt x="250" y="549"/>
                      <a:pt x="259" y="571"/>
                      <a:pt x="265" y="594"/>
                    </a:cubicBezTo>
                    <a:cubicBezTo>
                      <a:pt x="271" y="600"/>
                      <a:pt x="274" y="609"/>
                      <a:pt x="274" y="615"/>
                    </a:cubicBezTo>
                    <a:lnTo>
                      <a:pt x="277" y="617"/>
                    </a:lnTo>
                    <a:cubicBezTo>
                      <a:pt x="280" y="620"/>
                      <a:pt x="280" y="624"/>
                      <a:pt x="280" y="627"/>
                    </a:cubicBezTo>
                    <a:cubicBezTo>
                      <a:pt x="286" y="640"/>
                      <a:pt x="290" y="648"/>
                      <a:pt x="292" y="662"/>
                    </a:cubicBezTo>
                    <a:lnTo>
                      <a:pt x="295" y="662"/>
                    </a:lnTo>
                    <a:cubicBezTo>
                      <a:pt x="299" y="668"/>
                      <a:pt x="299" y="671"/>
                      <a:pt x="301" y="677"/>
                    </a:cubicBezTo>
                    <a:cubicBezTo>
                      <a:pt x="305" y="683"/>
                      <a:pt x="307" y="689"/>
                      <a:pt x="307" y="697"/>
                    </a:cubicBezTo>
                    <a:cubicBezTo>
                      <a:pt x="312" y="699"/>
                      <a:pt x="315" y="703"/>
                      <a:pt x="315" y="705"/>
                    </a:cubicBezTo>
                    <a:cubicBezTo>
                      <a:pt x="318" y="712"/>
                      <a:pt x="318" y="714"/>
                      <a:pt x="321" y="720"/>
                    </a:cubicBezTo>
                    <a:cubicBezTo>
                      <a:pt x="327" y="734"/>
                      <a:pt x="333" y="749"/>
                      <a:pt x="336" y="762"/>
                    </a:cubicBezTo>
                    <a:cubicBezTo>
                      <a:pt x="338" y="769"/>
                      <a:pt x="343" y="777"/>
                      <a:pt x="346" y="784"/>
                    </a:cubicBezTo>
                    <a:cubicBezTo>
                      <a:pt x="352" y="797"/>
                      <a:pt x="354" y="810"/>
                      <a:pt x="360" y="818"/>
                    </a:cubicBezTo>
                    <a:lnTo>
                      <a:pt x="360" y="826"/>
                    </a:lnTo>
                    <a:cubicBezTo>
                      <a:pt x="385" y="882"/>
                      <a:pt x="408" y="935"/>
                      <a:pt x="426" y="989"/>
                    </a:cubicBezTo>
                    <a:cubicBezTo>
                      <a:pt x="429" y="996"/>
                      <a:pt x="433" y="998"/>
                      <a:pt x="435" y="1004"/>
                    </a:cubicBezTo>
                    <a:cubicBezTo>
                      <a:pt x="1208" y="2953"/>
                      <a:pt x="1584" y="4986"/>
                      <a:pt x="1592" y="6999"/>
                    </a:cubicBezTo>
                    <a:lnTo>
                      <a:pt x="2768" y="6999"/>
                    </a:lnTo>
                    <a:cubicBezTo>
                      <a:pt x="2474" y="4988"/>
                      <a:pt x="1799" y="3000"/>
                      <a:pt x="725" y="1133"/>
                    </a:cubicBezTo>
                    <a:cubicBezTo>
                      <a:pt x="698" y="1084"/>
                      <a:pt x="669" y="1035"/>
                      <a:pt x="638" y="986"/>
                    </a:cubicBezTo>
                    <a:cubicBezTo>
                      <a:pt x="625" y="961"/>
                      <a:pt x="610" y="939"/>
                      <a:pt x="596" y="913"/>
                    </a:cubicBezTo>
                    <a:cubicBezTo>
                      <a:pt x="562" y="857"/>
                      <a:pt x="527" y="800"/>
                      <a:pt x="489" y="743"/>
                    </a:cubicBezTo>
                    <a:cubicBezTo>
                      <a:pt x="486" y="736"/>
                      <a:pt x="483" y="730"/>
                      <a:pt x="477" y="724"/>
                    </a:cubicBezTo>
                    <a:cubicBezTo>
                      <a:pt x="477" y="717"/>
                      <a:pt x="473" y="713"/>
                      <a:pt x="471" y="710"/>
                    </a:cubicBezTo>
                    <a:cubicBezTo>
                      <a:pt x="471" y="707"/>
                      <a:pt x="471" y="704"/>
                      <a:pt x="467" y="704"/>
                    </a:cubicBezTo>
                    <a:cubicBezTo>
                      <a:pt x="467" y="702"/>
                      <a:pt x="463" y="698"/>
                      <a:pt x="461" y="695"/>
                    </a:cubicBezTo>
                    <a:cubicBezTo>
                      <a:pt x="459" y="684"/>
                      <a:pt x="452" y="676"/>
                      <a:pt x="446" y="669"/>
                    </a:cubicBezTo>
                    <a:cubicBezTo>
                      <a:pt x="442" y="663"/>
                      <a:pt x="440" y="656"/>
                      <a:pt x="433" y="650"/>
                    </a:cubicBezTo>
                    <a:cubicBezTo>
                      <a:pt x="433" y="643"/>
                      <a:pt x="429" y="640"/>
                      <a:pt x="426" y="637"/>
                    </a:cubicBezTo>
                    <a:cubicBezTo>
                      <a:pt x="423" y="635"/>
                      <a:pt x="423" y="631"/>
                      <a:pt x="420" y="628"/>
                    </a:cubicBezTo>
                    <a:cubicBezTo>
                      <a:pt x="416" y="621"/>
                      <a:pt x="410" y="615"/>
                      <a:pt x="408" y="609"/>
                    </a:cubicBezTo>
                    <a:cubicBezTo>
                      <a:pt x="405" y="609"/>
                      <a:pt x="405" y="606"/>
                      <a:pt x="405" y="606"/>
                    </a:cubicBezTo>
                    <a:cubicBezTo>
                      <a:pt x="405" y="604"/>
                      <a:pt x="400" y="600"/>
                      <a:pt x="398" y="597"/>
                    </a:cubicBezTo>
                    <a:cubicBezTo>
                      <a:pt x="394" y="588"/>
                      <a:pt x="392" y="581"/>
                      <a:pt x="385" y="575"/>
                    </a:cubicBezTo>
                    <a:cubicBezTo>
                      <a:pt x="379" y="566"/>
                      <a:pt x="373" y="555"/>
                      <a:pt x="366" y="547"/>
                    </a:cubicBezTo>
                    <a:cubicBezTo>
                      <a:pt x="363" y="540"/>
                      <a:pt x="359" y="534"/>
                      <a:pt x="357" y="532"/>
                    </a:cubicBezTo>
                    <a:cubicBezTo>
                      <a:pt x="357" y="528"/>
                      <a:pt x="353" y="524"/>
                      <a:pt x="351" y="522"/>
                    </a:cubicBezTo>
                    <a:cubicBezTo>
                      <a:pt x="342" y="503"/>
                      <a:pt x="331" y="487"/>
                      <a:pt x="316" y="472"/>
                    </a:cubicBezTo>
                    <a:lnTo>
                      <a:pt x="316" y="470"/>
                    </a:lnTo>
                    <a:cubicBezTo>
                      <a:pt x="313" y="470"/>
                      <a:pt x="313" y="470"/>
                      <a:pt x="313" y="467"/>
                    </a:cubicBezTo>
                    <a:cubicBezTo>
                      <a:pt x="213" y="308"/>
                      <a:pt x="108" y="15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28"/>
              <p:cNvSpPr/>
              <p:nvPr/>
            </p:nvSpPr>
            <p:spPr>
              <a:xfrm>
                <a:off x="3516850" y="2257675"/>
                <a:ext cx="169850" cy="175375"/>
              </a:xfrm>
              <a:custGeom>
                <a:rect b="b" l="l" r="r" t="t"/>
                <a:pathLst>
                  <a:path extrusionOk="0" h="7015" w="6794">
                    <a:moveTo>
                      <a:pt x="6793" y="1"/>
                    </a:moveTo>
                    <a:lnTo>
                      <a:pt x="6793" y="1"/>
                    </a:lnTo>
                    <a:cubicBezTo>
                      <a:pt x="6734" y="88"/>
                      <a:pt x="6674" y="173"/>
                      <a:pt x="6602" y="257"/>
                    </a:cubicBezTo>
                    <a:cubicBezTo>
                      <a:pt x="6593" y="276"/>
                      <a:pt x="6577" y="294"/>
                      <a:pt x="6565" y="313"/>
                    </a:cubicBezTo>
                    <a:cubicBezTo>
                      <a:pt x="6528" y="368"/>
                      <a:pt x="6487" y="421"/>
                      <a:pt x="6448" y="474"/>
                    </a:cubicBezTo>
                    <a:lnTo>
                      <a:pt x="6448" y="477"/>
                    </a:lnTo>
                    <a:cubicBezTo>
                      <a:pt x="6437" y="494"/>
                      <a:pt x="6425" y="509"/>
                      <a:pt x="6411" y="525"/>
                    </a:cubicBezTo>
                    <a:cubicBezTo>
                      <a:pt x="6405" y="534"/>
                      <a:pt x="6399" y="540"/>
                      <a:pt x="6396" y="547"/>
                    </a:cubicBezTo>
                    <a:cubicBezTo>
                      <a:pt x="6392" y="551"/>
                      <a:pt x="6392" y="554"/>
                      <a:pt x="6390" y="554"/>
                    </a:cubicBezTo>
                    <a:cubicBezTo>
                      <a:pt x="6390" y="557"/>
                      <a:pt x="6383" y="560"/>
                      <a:pt x="6383" y="560"/>
                    </a:cubicBezTo>
                    <a:cubicBezTo>
                      <a:pt x="6380" y="569"/>
                      <a:pt x="6374" y="575"/>
                      <a:pt x="6368" y="582"/>
                    </a:cubicBezTo>
                    <a:lnTo>
                      <a:pt x="6365" y="582"/>
                    </a:lnTo>
                    <a:lnTo>
                      <a:pt x="6365" y="585"/>
                    </a:lnTo>
                    <a:cubicBezTo>
                      <a:pt x="6361" y="591"/>
                      <a:pt x="6359" y="597"/>
                      <a:pt x="6352" y="600"/>
                    </a:cubicBezTo>
                    <a:cubicBezTo>
                      <a:pt x="6352" y="606"/>
                      <a:pt x="6349" y="611"/>
                      <a:pt x="6343" y="613"/>
                    </a:cubicBezTo>
                    <a:cubicBezTo>
                      <a:pt x="6343" y="619"/>
                      <a:pt x="6341" y="623"/>
                      <a:pt x="6334" y="626"/>
                    </a:cubicBezTo>
                    <a:cubicBezTo>
                      <a:pt x="6334" y="632"/>
                      <a:pt x="6332" y="636"/>
                      <a:pt x="6326" y="638"/>
                    </a:cubicBezTo>
                    <a:cubicBezTo>
                      <a:pt x="6326" y="642"/>
                      <a:pt x="6323" y="642"/>
                      <a:pt x="6323" y="642"/>
                    </a:cubicBezTo>
                    <a:cubicBezTo>
                      <a:pt x="6316" y="650"/>
                      <a:pt x="6310" y="660"/>
                      <a:pt x="6301" y="669"/>
                    </a:cubicBezTo>
                    <a:cubicBezTo>
                      <a:pt x="6298" y="680"/>
                      <a:pt x="6292" y="689"/>
                      <a:pt x="6285" y="695"/>
                    </a:cubicBezTo>
                    <a:cubicBezTo>
                      <a:pt x="6275" y="704"/>
                      <a:pt x="6269" y="715"/>
                      <a:pt x="6260" y="724"/>
                    </a:cubicBezTo>
                    <a:cubicBezTo>
                      <a:pt x="6260" y="726"/>
                      <a:pt x="6256" y="726"/>
                      <a:pt x="6256" y="726"/>
                    </a:cubicBezTo>
                    <a:cubicBezTo>
                      <a:pt x="6224" y="774"/>
                      <a:pt x="6187" y="822"/>
                      <a:pt x="6152" y="865"/>
                    </a:cubicBezTo>
                    <a:cubicBezTo>
                      <a:pt x="6148" y="872"/>
                      <a:pt x="6142" y="875"/>
                      <a:pt x="6140" y="881"/>
                    </a:cubicBezTo>
                    <a:cubicBezTo>
                      <a:pt x="4469" y="2992"/>
                      <a:pt x="2348" y="4606"/>
                      <a:pt x="1" y="5668"/>
                    </a:cubicBezTo>
                    <a:lnTo>
                      <a:pt x="1" y="7014"/>
                    </a:lnTo>
                    <a:lnTo>
                      <a:pt x="518" y="7014"/>
                    </a:lnTo>
                    <a:cubicBezTo>
                      <a:pt x="2787" y="5621"/>
                      <a:pt x="4750" y="3660"/>
                      <a:pt x="6172" y="1192"/>
                    </a:cubicBezTo>
                    <a:cubicBezTo>
                      <a:pt x="6200" y="1144"/>
                      <a:pt x="6225" y="1098"/>
                      <a:pt x="6254" y="1050"/>
                    </a:cubicBezTo>
                    <a:cubicBezTo>
                      <a:pt x="6267" y="1025"/>
                      <a:pt x="6282" y="1000"/>
                      <a:pt x="6296" y="972"/>
                    </a:cubicBezTo>
                    <a:cubicBezTo>
                      <a:pt x="6331" y="915"/>
                      <a:pt x="6362" y="858"/>
                      <a:pt x="6390" y="798"/>
                    </a:cubicBezTo>
                    <a:cubicBezTo>
                      <a:pt x="6394" y="792"/>
                      <a:pt x="6396" y="786"/>
                      <a:pt x="6403" y="779"/>
                    </a:cubicBezTo>
                    <a:cubicBezTo>
                      <a:pt x="6403" y="777"/>
                      <a:pt x="6406" y="771"/>
                      <a:pt x="6409" y="763"/>
                    </a:cubicBezTo>
                    <a:cubicBezTo>
                      <a:pt x="6413" y="763"/>
                      <a:pt x="6413" y="760"/>
                      <a:pt x="6415" y="757"/>
                    </a:cubicBezTo>
                    <a:cubicBezTo>
                      <a:pt x="6415" y="755"/>
                      <a:pt x="6420" y="748"/>
                      <a:pt x="6422" y="742"/>
                    </a:cubicBezTo>
                    <a:cubicBezTo>
                      <a:pt x="6426" y="735"/>
                      <a:pt x="6429" y="729"/>
                      <a:pt x="6435" y="720"/>
                    </a:cubicBezTo>
                    <a:cubicBezTo>
                      <a:pt x="6437" y="714"/>
                      <a:pt x="6441" y="707"/>
                      <a:pt x="6444" y="698"/>
                    </a:cubicBezTo>
                    <a:cubicBezTo>
                      <a:pt x="6447" y="695"/>
                      <a:pt x="6447" y="691"/>
                      <a:pt x="6450" y="689"/>
                    </a:cubicBezTo>
                    <a:cubicBezTo>
                      <a:pt x="6455" y="685"/>
                      <a:pt x="6455" y="683"/>
                      <a:pt x="6457" y="676"/>
                    </a:cubicBezTo>
                    <a:cubicBezTo>
                      <a:pt x="6461" y="673"/>
                      <a:pt x="6461" y="669"/>
                      <a:pt x="6463" y="667"/>
                    </a:cubicBezTo>
                    <a:cubicBezTo>
                      <a:pt x="6463" y="663"/>
                      <a:pt x="6467" y="657"/>
                      <a:pt x="6470" y="654"/>
                    </a:cubicBezTo>
                    <a:cubicBezTo>
                      <a:pt x="6470" y="650"/>
                      <a:pt x="6473" y="644"/>
                      <a:pt x="6476" y="642"/>
                    </a:cubicBezTo>
                    <a:cubicBezTo>
                      <a:pt x="6480" y="634"/>
                      <a:pt x="6482" y="626"/>
                      <a:pt x="6489" y="619"/>
                    </a:cubicBezTo>
                    <a:cubicBezTo>
                      <a:pt x="6493" y="611"/>
                      <a:pt x="6499" y="600"/>
                      <a:pt x="6502" y="591"/>
                    </a:cubicBezTo>
                    <a:cubicBezTo>
                      <a:pt x="6504" y="585"/>
                      <a:pt x="6508" y="578"/>
                      <a:pt x="6511" y="571"/>
                    </a:cubicBezTo>
                    <a:lnTo>
                      <a:pt x="6511" y="569"/>
                    </a:lnTo>
                    <a:lnTo>
                      <a:pt x="6513" y="566"/>
                    </a:lnTo>
                    <a:cubicBezTo>
                      <a:pt x="6524" y="550"/>
                      <a:pt x="6530" y="534"/>
                      <a:pt x="6539" y="519"/>
                    </a:cubicBezTo>
                    <a:cubicBezTo>
                      <a:pt x="6539" y="517"/>
                      <a:pt x="6542" y="513"/>
                      <a:pt x="6542" y="509"/>
                    </a:cubicBezTo>
                    <a:cubicBezTo>
                      <a:pt x="6544" y="509"/>
                      <a:pt x="6544" y="507"/>
                      <a:pt x="6544" y="507"/>
                    </a:cubicBezTo>
                    <a:cubicBezTo>
                      <a:pt x="6630" y="341"/>
                      <a:pt x="6711" y="171"/>
                      <a:pt x="67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28"/>
              <p:cNvSpPr/>
              <p:nvPr/>
            </p:nvSpPr>
            <p:spPr>
              <a:xfrm>
                <a:off x="3668550" y="2147925"/>
                <a:ext cx="129075" cy="142450"/>
              </a:xfrm>
              <a:custGeom>
                <a:rect b="b" l="l" r="r" t="t"/>
                <a:pathLst>
                  <a:path extrusionOk="0" h="5698" w="5163">
                    <a:moveTo>
                      <a:pt x="4428" y="1"/>
                    </a:moveTo>
                    <a:cubicBezTo>
                      <a:pt x="2938" y="1223"/>
                      <a:pt x="1643" y="2732"/>
                      <a:pt x="621" y="4501"/>
                    </a:cubicBezTo>
                    <a:cubicBezTo>
                      <a:pt x="593" y="4549"/>
                      <a:pt x="567" y="4595"/>
                      <a:pt x="538" y="4642"/>
                    </a:cubicBezTo>
                    <a:cubicBezTo>
                      <a:pt x="526" y="4667"/>
                      <a:pt x="510" y="4696"/>
                      <a:pt x="497" y="4722"/>
                    </a:cubicBezTo>
                    <a:cubicBezTo>
                      <a:pt x="462" y="4783"/>
                      <a:pt x="430" y="4839"/>
                      <a:pt x="399" y="4898"/>
                    </a:cubicBezTo>
                    <a:cubicBezTo>
                      <a:pt x="395" y="4905"/>
                      <a:pt x="389" y="4914"/>
                      <a:pt x="387" y="4920"/>
                    </a:cubicBezTo>
                    <a:cubicBezTo>
                      <a:pt x="382" y="4924"/>
                      <a:pt x="382" y="4930"/>
                      <a:pt x="379" y="4933"/>
                    </a:cubicBezTo>
                    <a:cubicBezTo>
                      <a:pt x="379" y="4933"/>
                      <a:pt x="379" y="4936"/>
                      <a:pt x="377" y="4936"/>
                    </a:cubicBezTo>
                    <a:cubicBezTo>
                      <a:pt x="377" y="4942"/>
                      <a:pt x="373" y="4945"/>
                      <a:pt x="371" y="4951"/>
                    </a:cubicBezTo>
                    <a:cubicBezTo>
                      <a:pt x="364" y="4961"/>
                      <a:pt x="361" y="4968"/>
                      <a:pt x="358" y="4977"/>
                    </a:cubicBezTo>
                    <a:cubicBezTo>
                      <a:pt x="352" y="4983"/>
                      <a:pt x="348" y="4990"/>
                      <a:pt x="348" y="4996"/>
                    </a:cubicBezTo>
                    <a:cubicBezTo>
                      <a:pt x="346" y="5003"/>
                      <a:pt x="342" y="5007"/>
                      <a:pt x="340" y="5009"/>
                    </a:cubicBezTo>
                    <a:cubicBezTo>
                      <a:pt x="336" y="5016"/>
                      <a:pt x="336" y="5019"/>
                      <a:pt x="333" y="5022"/>
                    </a:cubicBezTo>
                    <a:cubicBezTo>
                      <a:pt x="330" y="5028"/>
                      <a:pt x="330" y="5033"/>
                      <a:pt x="327" y="5035"/>
                    </a:cubicBezTo>
                    <a:cubicBezTo>
                      <a:pt x="325" y="5038"/>
                      <a:pt x="325" y="5042"/>
                      <a:pt x="325" y="5044"/>
                    </a:cubicBezTo>
                    <a:cubicBezTo>
                      <a:pt x="321" y="5047"/>
                      <a:pt x="317" y="5050"/>
                      <a:pt x="317" y="5053"/>
                    </a:cubicBezTo>
                    <a:cubicBezTo>
                      <a:pt x="311" y="5063"/>
                      <a:pt x="307" y="5073"/>
                      <a:pt x="305" y="5079"/>
                    </a:cubicBezTo>
                    <a:cubicBezTo>
                      <a:pt x="299" y="5089"/>
                      <a:pt x="295" y="5099"/>
                      <a:pt x="292" y="5105"/>
                    </a:cubicBezTo>
                    <a:lnTo>
                      <a:pt x="290" y="5107"/>
                    </a:lnTo>
                    <a:cubicBezTo>
                      <a:pt x="285" y="5114"/>
                      <a:pt x="283" y="5120"/>
                      <a:pt x="283" y="5122"/>
                    </a:cubicBezTo>
                    <a:cubicBezTo>
                      <a:pt x="280" y="5130"/>
                      <a:pt x="276" y="5133"/>
                      <a:pt x="274" y="5136"/>
                    </a:cubicBezTo>
                    <a:cubicBezTo>
                      <a:pt x="268" y="5151"/>
                      <a:pt x="261" y="5164"/>
                      <a:pt x="255" y="5177"/>
                    </a:cubicBezTo>
                    <a:cubicBezTo>
                      <a:pt x="252" y="5183"/>
                      <a:pt x="249" y="5187"/>
                      <a:pt x="252" y="5189"/>
                    </a:cubicBezTo>
                    <a:lnTo>
                      <a:pt x="249" y="5192"/>
                    </a:lnTo>
                    <a:cubicBezTo>
                      <a:pt x="162" y="5360"/>
                      <a:pt x="79" y="5527"/>
                      <a:pt x="1" y="5697"/>
                    </a:cubicBezTo>
                    <a:cubicBezTo>
                      <a:pt x="59" y="5609"/>
                      <a:pt x="120" y="5524"/>
                      <a:pt x="186" y="5439"/>
                    </a:cubicBezTo>
                    <a:cubicBezTo>
                      <a:pt x="197" y="5416"/>
                      <a:pt x="212" y="5399"/>
                      <a:pt x="228" y="5379"/>
                    </a:cubicBezTo>
                    <a:cubicBezTo>
                      <a:pt x="263" y="5329"/>
                      <a:pt x="301" y="5279"/>
                      <a:pt x="338" y="5229"/>
                    </a:cubicBezTo>
                    <a:lnTo>
                      <a:pt x="338" y="5222"/>
                    </a:lnTo>
                    <a:cubicBezTo>
                      <a:pt x="354" y="5203"/>
                      <a:pt x="367" y="5191"/>
                      <a:pt x="379" y="5172"/>
                    </a:cubicBezTo>
                    <a:cubicBezTo>
                      <a:pt x="382" y="5166"/>
                      <a:pt x="389" y="5163"/>
                      <a:pt x="395" y="5156"/>
                    </a:cubicBezTo>
                    <a:cubicBezTo>
                      <a:pt x="395" y="5153"/>
                      <a:pt x="395" y="5150"/>
                      <a:pt x="398" y="5147"/>
                    </a:cubicBezTo>
                    <a:lnTo>
                      <a:pt x="407" y="5138"/>
                    </a:lnTo>
                    <a:cubicBezTo>
                      <a:pt x="410" y="5132"/>
                      <a:pt x="418" y="5125"/>
                      <a:pt x="420" y="5119"/>
                    </a:cubicBezTo>
                    <a:cubicBezTo>
                      <a:pt x="424" y="5115"/>
                      <a:pt x="424" y="5112"/>
                      <a:pt x="426" y="5112"/>
                    </a:cubicBezTo>
                    <a:cubicBezTo>
                      <a:pt x="429" y="5106"/>
                      <a:pt x="433" y="5102"/>
                      <a:pt x="435" y="5100"/>
                    </a:cubicBezTo>
                    <a:cubicBezTo>
                      <a:pt x="439" y="5093"/>
                      <a:pt x="441" y="5086"/>
                      <a:pt x="449" y="5084"/>
                    </a:cubicBezTo>
                    <a:cubicBezTo>
                      <a:pt x="449" y="5081"/>
                      <a:pt x="452" y="5078"/>
                      <a:pt x="455" y="5075"/>
                    </a:cubicBezTo>
                    <a:cubicBezTo>
                      <a:pt x="459" y="5069"/>
                      <a:pt x="461" y="5065"/>
                      <a:pt x="467" y="5062"/>
                    </a:cubicBezTo>
                    <a:lnTo>
                      <a:pt x="467" y="5059"/>
                    </a:lnTo>
                    <a:cubicBezTo>
                      <a:pt x="474" y="5048"/>
                      <a:pt x="485" y="5038"/>
                      <a:pt x="493" y="5028"/>
                    </a:cubicBezTo>
                    <a:cubicBezTo>
                      <a:pt x="496" y="5020"/>
                      <a:pt x="502" y="5013"/>
                      <a:pt x="508" y="5007"/>
                    </a:cubicBezTo>
                    <a:cubicBezTo>
                      <a:pt x="516" y="4995"/>
                      <a:pt x="524" y="4985"/>
                      <a:pt x="531" y="4976"/>
                    </a:cubicBezTo>
                    <a:lnTo>
                      <a:pt x="533" y="4976"/>
                    </a:lnTo>
                    <a:cubicBezTo>
                      <a:pt x="564" y="4930"/>
                      <a:pt x="599" y="4887"/>
                      <a:pt x="634" y="4843"/>
                    </a:cubicBezTo>
                    <a:cubicBezTo>
                      <a:pt x="640" y="4836"/>
                      <a:pt x="645" y="4827"/>
                      <a:pt x="653" y="4821"/>
                    </a:cubicBezTo>
                    <a:cubicBezTo>
                      <a:pt x="1929" y="3211"/>
                      <a:pt x="3464" y="1888"/>
                      <a:pt x="5163" y="879"/>
                    </a:cubicBezTo>
                    <a:cubicBezTo>
                      <a:pt x="4955" y="841"/>
                      <a:pt x="4744" y="818"/>
                      <a:pt x="4526" y="804"/>
                    </a:cubicBezTo>
                    <a:cubicBezTo>
                      <a:pt x="4513" y="529"/>
                      <a:pt x="4482" y="263"/>
                      <a:pt x="44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28"/>
              <p:cNvSpPr/>
              <p:nvPr/>
            </p:nvSpPr>
            <p:spPr>
              <a:xfrm>
                <a:off x="3523325" y="2093775"/>
                <a:ext cx="170775" cy="189275"/>
              </a:xfrm>
              <a:custGeom>
                <a:rect b="b" l="l" r="r" t="t"/>
                <a:pathLst>
                  <a:path extrusionOk="0" h="7571" w="6831">
                    <a:moveTo>
                      <a:pt x="832" y="0"/>
                    </a:moveTo>
                    <a:cubicBezTo>
                      <a:pt x="470" y="474"/>
                      <a:pt x="184" y="1012"/>
                      <a:pt x="1" y="1593"/>
                    </a:cubicBezTo>
                    <a:cubicBezTo>
                      <a:pt x="1377" y="3736"/>
                      <a:pt x="3275" y="5593"/>
                      <a:pt x="5635" y="6954"/>
                    </a:cubicBezTo>
                    <a:cubicBezTo>
                      <a:pt x="5683" y="6982"/>
                      <a:pt x="5729" y="7008"/>
                      <a:pt x="5778" y="7037"/>
                    </a:cubicBezTo>
                    <a:cubicBezTo>
                      <a:pt x="5801" y="7049"/>
                      <a:pt x="5827" y="7064"/>
                      <a:pt x="5856" y="7078"/>
                    </a:cubicBezTo>
                    <a:cubicBezTo>
                      <a:pt x="5913" y="7112"/>
                      <a:pt x="5974" y="7145"/>
                      <a:pt x="6033" y="7176"/>
                    </a:cubicBezTo>
                    <a:cubicBezTo>
                      <a:pt x="6039" y="7179"/>
                      <a:pt x="6046" y="7186"/>
                      <a:pt x="6054" y="7188"/>
                    </a:cubicBezTo>
                    <a:lnTo>
                      <a:pt x="6057" y="7188"/>
                    </a:lnTo>
                    <a:cubicBezTo>
                      <a:pt x="6061" y="7191"/>
                      <a:pt x="6061" y="7191"/>
                      <a:pt x="6064" y="7191"/>
                    </a:cubicBezTo>
                    <a:cubicBezTo>
                      <a:pt x="6064" y="7194"/>
                      <a:pt x="6068" y="7194"/>
                      <a:pt x="6070" y="7198"/>
                    </a:cubicBezTo>
                    <a:cubicBezTo>
                      <a:pt x="6073" y="7198"/>
                      <a:pt x="6079" y="7202"/>
                      <a:pt x="6085" y="7204"/>
                    </a:cubicBezTo>
                    <a:cubicBezTo>
                      <a:pt x="6092" y="7208"/>
                      <a:pt x="6099" y="7214"/>
                      <a:pt x="6108" y="7217"/>
                    </a:cubicBezTo>
                    <a:cubicBezTo>
                      <a:pt x="6114" y="7219"/>
                      <a:pt x="6120" y="7223"/>
                      <a:pt x="6130" y="7225"/>
                    </a:cubicBezTo>
                    <a:cubicBezTo>
                      <a:pt x="6132" y="7229"/>
                      <a:pt x="6136" y="7233"/>
                      <a:pt x="6139" y="7233"/>
                    </a:cubicBezTo>
                    <a:cubicBezTo>
                      <a:pt x="6141" y="7236"/>
                      <a:pt x="6145" y="7236"/>
                      <a:pt x="6147" y="7239"/>
                    </a:cubicBezTo>
                    <a:cubicBezTo>
                      <a:pt x="6154" y="7241"/>
                      <a:pt x="6161" y="7245"/>
                      <a:pt x="6167" y="7248"/>
                    </a:cubicBezTo>
                    <a:cubicBezTo>
                      <a:pt x="6171" y="7248"/>
                      <a:pt x="6171" y="7250"/>
                      <a:pt x="6173" y="7250"/>
                    </a:cubicBezTo>
                    <a:cubicBezTo>
                      <a:pt x="6177" y="7254"/>
                      <a:pt x="6183" y="7254"/>
                      <a:pt x="6186" y="7256"/>
                    </a:cubicBezTo>
                    <a:cubicBezTo>
                      <a:pt x="6193" y="7260"/>
                      <a:pt x="6202" y="7267"/>
                      <a:pt x="6208" y="7270"/>
                    </a:cubicBezTo>
                    <a:cubicBezTo>
                      <a:pt x="6217" y="7274"/>
                      <a:pt x="6228" y="7280"/>
                      <a:pt x="6237" y="7282"/>
                    </a:cubicBezTo>
                    <a:lnTo>
                      <a:pt x="6239" y="7285"/>
                    </a:lnTo>
                    <a:cubicBezTo>
                      <a:pt x="6245" y="7289"/>
                      <a:pt x="6248" y="7291"/>
                      <a:pt x="6254" y="7291"/>
                    </a:cubicBezTo>
                    <a:lnTo>
                      <a:pt x="6261" y="7298"/>
                    </a:lnTo>
                    <a:cubicBezTo>
                      <a:pt x="6278" y="7305"/>
                      <a:pt x="6294" y="7313"/>
                      <a:pt x="6309" y="7320"/>
                    </a:cubicBezTo>
                    <a:cubicBezTo>
                      <a:pt x="6311" y="7322"/>
                      <a:pt x="6315" y="7322"/>
                      <a:pt x="6317" y="7322"/>
                    </a:cubicBezTo>
                    <a:lnTo>
                      <a:pt x="6317" y="7325"/>
                    </a:lnTo>
                    <a:cubicBezTo>
                      <a:pt x="6488" y="7410"/>
                      <a:pt x="6658" y="7496"/>
                      <a:pt x="6830" y="7570"/>
                    </a:cubicBezTo>
                    <a:cubicBezTo>
                      <a:pt x="6742" y="7511"/>
                      <a:pt x="6657" y="7450"/>
                      <a:pt x="6572" y="7384"/>
                    </a:cubicBezTo>
                    <a:cubicBezTo>
                      <a:pt x="6553" y="7375"/>
                      <a:pt x="6534" y="7360"/>
                      <a:pt x="6516" y="7347"/>
                    </a:cubicBezTo>
                    <a:cubicBezTo>
                      <a:pt x="6461" y="7310"/>
                      <a:pt x="6410" y="7271"/>
                      <a:pt x="6361" y="7234"/>
                    </a:cubicBezTo>
                    <a:lnTo>
                      <a:pt x="6358" y="7231"/>
                    </a:lnTo>
                    <a:cubicBezTo>
                      <a:pt x="6338" y="7219"/>
                      <a:pt x="6319" y="7207"/>
                      <a:pt x="6304" y="7193"/>
                    </a:cubicBezTo>
                    <a:cubicBezTo>
                      <a:pt x="6297" y="7187"/>
                      <a:pt x="6291" y="7184"/>
                      <a:pt x="6284" y="7178"/>
                    </a:cubicBezTo>
                    <a:cubicBezTo>
                      <a:pt x="6280" y="7178"/>
                      <a:pt x="6278" y="7176"/>
                      <a:pt x="6278" y="7176"/>
                    </a:cubicBezTo>
                    <a:lnTo>
                      <a:pt x="6269" y="7167"/>
                    </a:lnTo>
                    <a:cubicBezTo>
                      <a:pt x="6260" y="7163"/>
                      <a:pt x="6253" y="7157"/>
                      <a:pt x="6247" y="7151"/>
                    </a:cubicBezTo>
                    <a:cubicBezTo>
                      <a:pt x="6244" y="7151"/>
                      <a:pt x="6244" y="7151"/>
                      <a:pt x="6244" y="7148"/>
                    </a:cubicBezTo>
                    <a:cubicBezTo>
                      <a:pt x="6238" y="7146"/>
                      <a:pt x="6234" y="7142"/>
                      <a:pt x="6232" y="7140"/>
                    </a:cubicBezTo>
                    <a:cubicBezTo>
                      <a:pt x="6224" y="7136"/>
                      <a:pt x="6218" y="7132"/>
                      <a:pt x="6216" y="7126"/>
                    </a:cubicBezTo>
                    <a:cubicBezTo>
                      <a:pt x="6209" y="7126"/>
                      <a:pt x="6206" y="7124"/>
                      <a:pt x="6203" y="7117"/>
                    </a:cubicBezTo>
                    <a:cubicBezTo>
                      <a:pt x="6197" y="7117"/>
                      <a:pt x="6193" y="7115"/>
                      <a:pt x="6190" y="7109"/>
                    </a:cubicBezTo>
                    <a:lnTo>
                      <a:pt x="6187" y="7109"/>
                    </a:lnTo>
                    <a:cubicBezTo>
                      <a:pt x="6178" y="7098"/>
                      <a:pt x="6168" y="7091"/>
                      <a:pt x="6159" y="7083"/>
                    </a:cubicBezTo>
                    <a:cubicBezTo>
                      <a:pt x="6149" y="7080"/>
                      <a:pt x="6140" y="7074"/>
                      <a:pt x="6134" y="7067"/>
                    </a:cubicBezTo>
                    <a:cubicBezTo>
                      <a:pt x="6124" y="7057"/>
                      <a:pt x="6114" y="7050"/>
                      <a:pt x="6105" y="7042"/>
                    </a:cubicBezTo>
                    <a:lnTo>
                      <a:pt x="6103" y="7042"/>
                    </a:lnTo>
                    <a:cubicBezTo>
                      <a:pt x="6100" y="7042"/>
                      <a:pt x="6100" y="7042"/>
                      <a:pt x="6100" y="7039"/>
                    </a:cubicBezTo>
                    <a:cubicBezTo>
                      <a:pt x="6052" y="7003"/>
                      <a:pt x="6005" y="6969"/>
                      <a:pt x="5960" y="6931"/>
                    </a:cubicBezTo>
                    <a:cubicBezTo>
                      <a:pt x="5954" y="6928"/>
                      <a:pt x="5951" y="6921"/>
                      <a:pt x="5945" y="6919"/>
                    </a:cubicBezTo>
                    <a:cubicBezTo>
                      <a:pt x="3603" y="5062"/>
                      <a:pt x="1873" y="2658"/>
                      <a:pt x="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28"/>
              <p:cNvSpPr/>
              <p:nvPr/>
            </p:nvSpPr>
            <p:spPr>
              <a:xfrm>
                <a:off x="3661325" y="2264975"/>
                <a:ext cx="173575" cy="165675"/>
              </a:xfrm>
              <a:custGeom>
                <a:rect b="b" l="l" r="r" t="t"/>
                <a:pathLst>
                  <a:path extrusionOk="0" h="6627" w="6943">
                    <a:moveTo>
                      <a:pt x="1" y="1"/>
                    </a:moveTo>
                    <a:cubicBezTo>
                      <a:pt x="88" y="61"/>
                      <a:pt x="173" y="121"/>
                      <a:pt x="259" y="186"/>
                    </a:cubicBezTo>
                    <a:cubicBezTo>
                      <a:pt x="280" y="197"/>
                      <a:pt x="299" y="212"/>
                      <a:pt x="317" y="228"/>
                    </a:cubicBezTo>
                    <a:cubicBezTo>
                      <a:pt x="372" y="263"/>
                      <a:pt x="423" y="300"/>
                      <a:pt x="472" y="341"/>
                    </a:cubicBezTo>
                    <a:lnTo>
                      <a:pt x="475" y="341"/>
                    </a:lnTo>
                    <a:cubicBezTo>
                      <a:pt x="491" y="354"/>
                      <a:pt x="510" y="366"/>
                      <a:pt x="526" y="379"/>
                    </a:cubicBezTo>
                    <a:cubicBezTo>
                      <a:pt x="532" y="386"/>
                      <a:pt x="538" y="388"/>
                      <a:pt x="545" y="395"/>
                    </a:cubicBezTo>
                    <a:cubicBezTo>
                      <a:pt x="548" y="395"/>
                      <a:pt x="552" y="398"/>
                      <a:pt x="554" y="401"/>
                    </a:cubicBezTo>
                    <a:cubicBezTo>
                      <a:pt x="558" y="401"/>
                      <a:pt x="560" y="407"/>
                      <a:pt x="560" y="407"/>
                    </a:cubicBezTo>
                    <a:cubicBezTo>
                      <a:pt x="567" y="411"/>
                      <a:pt x="573" y="413"/>
                      <a:pt x="575" y="421"/>
                    </a:cubicBezTo>
                    <a:cubicBezTo>
                      <a:pt x="579" y="421"/>
                      <a:pt x="583" y="424"/>
                      <a:pt x="585" y="427"/>
                    </a:cubicBezTo>
                    <a:cubicBezTo>
                      <a:pt x="591" y="429"/>
                      <a:pt x="598" y="433"/>
                      <a:pt x="600" y="436"/>
                    </a:cubicBezTo>
                    <a:cubicBezTo>
                      <a:pt x="606" y="439"/>
                      <a:pt x="611" y="442"/>
                      <a:pt x="614" y="449"/>
                    </a:cubicBezTo>
                    <a:cubicBezTo>
                      <a:pt x="616" y="449"/>
                      <a:pt x="620" y="453"/>
                      <a:pt x="622" y="455"/>
                    </a:cubicBezTo>
                    <a:cubicBezTo>
                      <a:pt x="629" y="459"/>
                      <a:pt x="635" y="462"/>
                      <a:pt x="637" y="468"/>
                    </a:cubicBezTo>
                    <a:cubicBezTo>
                      <a:pt x="641" y="468"/>
                      <a:pt x="641" y="470"/>
                      <a:pt x="641" y="470"/>
                    </a:cubicBezTo>
                    <a:cubicBezTo>
                      <a:pt x="650" y="477"/>
                      <a:pt x="660" y="484"/>
                      <a:pt x="668" y="493"/>
                    </a:cubicBezTo>
                    <a:cubicBezTo>
                      <a:pt x="678" y="495"/>
                      <a:pt x="684" y="501"/>
                      <a:pt x="691" y="508"/>
                    </a:cubicBezTo>
                    <a:cubicBezTo>
                      <a:pt x="699" y="515"/>
                      <a:pt x="710" y="521"/>
                      <a:pt x="719" y="527"/>
                    </a:cubicBezTo>
                    <a:cubicBezTo>
                      <a:pt x="719" y="531"/>
                      <a:pt x="722" y="534"/>
                      <a:pt x="722" y="534"/>
                    </a:cubicBezTo>
                    <a:cubicBezTo>
                      <a:pt x="770" y="566"/>
                      <a:pt x="813" y="603"/>
                      <a:pt x="861" y="638"/>
                    </a:cubicBezTo>
                    <a:cubicBezTo>
                      <a:pt x="868" y="645"/>
                      <a:pt x="870" y="649"/>
                      <a:pt x="877" y="651"/>
                    </a:cubicBezTo>
                    <a:cubicBezTo>
                      <a:pt x="2938" y="2283"/>
                      <a:pt x="4530" y="4344"/>
                      <a:pt x="5591" y="6626"/>
                    </a:cubicBezTo>
                    <a:cubicBezTo>
                      <a:pt x="6068" y="6535"/>
                      <a:pt x="6522" y="6377"/>
                      <a:pt x="6943" y="6166"/>
                    </a:cubicBezTo>
                    <a:cubicBezTo>
                      <a:pt x="5557" y="3943"/>
                      <a:pt x="3619" y="2021"/>
                      <a:pt x="1197" y="622"/>
                    </a:cubicBezTo>
                    <a:cubicBezTo>
                      <a:pt x="1148" y="593"/>
                      <a:pt x="1102" y="567"/>
                      <a:pt x="1054" y="539"/>
                    </a:cubicBezTo>
                    <a:cubicBezTo>
                      <a:pt x="1030" y="526"/>
                      <a:pt x="1002" y="510"/>
                      <a:pt x="976" y="498"/>
                    </a:cubicBezTo>
                    <a:cubicBezTo>
                      <a:pt x="919" y="463"/>
                      <a:pt x="859" y="431"/>
                      <a:pt x="803" y="400"/>
                    </a:cubicBezTo>
                    <a:cubicBezTo>
                      <a:pt x="796" y="400"/>
                      <a:pt x="790" y="397"/>
                      <a:pt x="784" y="391"/>
                    </a:cubicBezTo>
                    <a:cubicBezTo>
                      <a:pt x="777" y="388"/>
                      <a:pt x="768" y="385"/>
                      <a:pt x="761" y="381"/>
                    </a:cubicBezTo>
                    <a:lnTo>
                      <a:pt x="761" y="379"/>
                    </a:lnTo>
                    <a:cubicBezTo>
                      <a:pt x="755" y="379"/>
                      <a:pt x="753" y="375"/>
                      <a:pt x="746" y="372"/>
                    </a:cubicBezTo>
                    <a:cubicBezTo>
                      <a:pt x="740" y="369"/>
                      <a:pt x="730" y="366"/>
                      <a:pt x="724" y="360"/>
                    </a:cubicBezTo>
                    <a:cubicBezTo>
                      <a:pt x="718" y="357"/>
                      <a:pt x="709" y="354"/>
                      <a:pt x="702" y="351"/>
                    </a:cubicBezTo>
                    <a:cubicBezTo>
                      <a:pt x="696" y="348"/>
                      <a:pt x="692" y="344"/>
                      <a:pt x="689" y="341"/>
                    </a:cubicBezTo>
                    <a:cubicBezTo>
                      <a:pt x="683" y="341"/>
                      <a:pt x="679" y="338"/>
                      <a:pt x="677" y="335"/>
                    </a:cubicBezTo>
                    <a:cubicBezTo>
                      <a:pt x="674" y="335"/>
                      <a:pt x="674" y="333"/>
                      <a:pt x="674" y="333"/>
                    </a:cubicBezTo>
                    <a:cubicBezTo>
                      <a:pt x="673" y="334"/>
                      <a:pt x="671" y="334"/>
                      <a:pt x="671" y="334"/>
                    </a:cubicBezTo>
                    <a:cubicBezTo>
                      <a:pt x="669" y="334"/>
                      <a:pt x="667" y="333"/>
                      <a:pt x="667" y="333"/>
                    </a:cubicBezTo>
                    <a:cubicBezTo>
                      <a:pt x="665" y="329"/>
                      <a:pt x="661" y="329"/>
                      <a:pt x="658" y="326"/>
                    </a:cubicBezTo>
                    <a:cubicBezTo>
                      <a:pt x="652" y="326"/>
                      <a:pt x="648" y="323"/>
                      <a:pt x="646" y="320"/>
                    </a:cubicBezTo>
                    <a:cubicBezTo>
                      <a:pt x="635" y="315"/>
                      <a:pt x="626" y="309"/>
                      <a:pt x="620" y="307"/>
                    </a:cubicBezTo>
                    <a:cubicBezTo>
                      <a:pt x="610" y="303"/>
                      <a:pt x="600" y="297"/>
                      <a:pt x="594" y="294"/>
                    </a:cubicBezTo>
                    <a:lnTo>
                      <a:pt x="594" y="292"/>
                    </a:lnTo>
                    <a:cubicBezTo>
                      <a:pt x="588" y="292"/>
                      <a:pt x="581" y="288"/>
                      <a:pt x="574" y="284"/>
                    </a:cubicBezTo>
                    <a:cubicBezTo>
                      <a:pt x="568" y="282"/>
                      <a:pt x="564" y="278"/>
                      <a:pt x="562" y="276"/>
                    </a:cubicBezTo>
                    <a:cubicBezTo>
                      <a:pt x="547" y="269"/>
                      <a:pt x="533" y="263"/>
                      <a:pt x="521" y="257"/>
                    </a:cubicBezTo>
                    <a:cubicBezTo>
                      <a:pt x="514" y="254"/>
                      <a:pt x="507" y="250"/>
                      <a:pt x="505" y="247"/>
                    </a:cubicBezTo>
                    <a:cubicBezTo>
                      <a:pt x="337" y="165"/>
                      <a:pt x="171" y="8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 name="Google Shape;2112;p28"/>
            <p:cNvGrpSpPr/>
            <p:nvPr/>
          </p:nvGrpSpPr>
          <p:grpSpPr>
            <a:xfrm>
              <a:off x="8580621" y="3918294"/>
              <a:ext cx="505392" cy="244130"/>
              <a:chOff x="3129734" y="107288"/>
              <a:chExt cx="257866" cy="124563"/>
            </a:xfrm>
          </p:grpSpPr>
          <p:sp>
            <p:nvSpPr>
              <p:cNvPr id="2113" name="Google Shape;2113;p28"/>
              <p:cNvSpPr/>
              <p:nvPr/>
            </p:nvSpPr>
            <p:spPr>
              <a:xfrm>
                <a:off x="3129734" y="107288"/>
                <a:ext cx="256475" cy="123125"/>
              </a:xfrm>
              <a:custGeom>
                <a:rect b="b" l="l" r="r" t="t"/>
                <a:pathLst>
                  <a:path extrusionOk="0" h="4925" w="10259">
                    <a:moveTo>
                      <a:pt x="5130" y="0"/>
                    </a:moveTo>
                    <a:cubicBezTo>
                      <a:pt x="2297" y="0"/>
                      <a:pt x="1" y="2463"/>
                      <a:pt x="1" y="2463"/>
                    </a:cubicBezTo>
                    <a:cubicBezTo>
                      <a:pt x="1" y="2463"/>
                      <a:pt x="2297" y="4925"/>
                      <a:pt x="5130" y="4925"/>
                    </a:cubicBezTo>
                    <a:cubicBezTo>
                      <a:pt x="7962" y="4925"/>
                      <a:pt x="10259" y="2463"/>
                      <a:pt x="10259" y="2463"/>
                    </a:cubicBezTo>
                    <a:cubicBezTo>
                      <a:pt x="10259" y="2463"/>
                      <a:pt x="7962" y="0"/>
                      <a:pt x="5130"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28"/>
              <p:cNvSpPr/>
              <p:nvPr/>
            </p:nvSpPr>
            <p:spPr>
              <a:xfrm>
                <a:off x="3131125" y="108700"/>
                <a:ext cx="256475" cy="123150"/>
              </a:xfrm>
              <a:custGeom>
                <a:rect b="b" l="l" r="r" t="t"/>
                <a:pathLst>
                  <a:path extrusionOk="0" h="4926" w="10259">
                    <a:moveTo>
                      <a:pt x="5129" y="0"/>
                    </a:moveTo>
                    <a:cubicBezTo>
                      <a:pt x="2296" y="0"/>
                      <a:pt x="0" y="2463"/>
                      <a:pt x="0" y="2463"/>
                    </a:cubicBezTo>
                    <a:cubicBezTo>
                      <a:pt x="0" y="2463"/>
                      <a:pt x="2296" y="4926"/>
                      <a:pt x="5129" y="4926"/>
                    </a:cubicBezTo>
                    <a:cubicBezTo>
                      <a:pt x="7962" y="4926"/>
                      <a:pt x="10258" y="2463"/>
                      <a:pt x="10258" y="2463"/>
                    </a:cubicBezTo>
                    <a:cubicBezTo>
                      <a:pt x="10258" y="2463"/>
                      <a:pt x="7962" y="0"/>
                      <a:pt x="51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28"/>
              <p:cNvSpPr/>
              <p:nvPr/>
            </p:nvSpPr>
            <p:spPr>
              <a:xfrm>
                <a:off x="3205475" y="116400"/>
                <a:ext cx="107725" cy="107750"/>
              </a:xfrm>
              <a:custGeom>
                <a:rect b="b" l="l" r="r" t="t"/>
                <a:pathLst>
                  <a:path extrusionOk="0" h="4310" w="4309">
                    <a:moveTo>
                      <a:pt x="2155" y="1"/>
                    </a:moveTo>
                    <a:cubicBezTo>
                      <a:pt x="965" y="1"/>
                      <a:pt x="0" y="966"/>
                      <a:pt x="0" y="2155"/>
                    </a:cubicBezTo>
                    <a:cubicBezTo>
                      <a:pt x="0" y="3344"/>
                      <a:pt x="965" y="4309"/>
                      <a:pt x="2155" y="4309"/>
                    </a:cubicBezTo>
                    <a:cubicBezTo>
                      <a:pt x="3345" y="4309"/>
                      <a:pt x="4309" y="3344"/>
                      <a:pt x="4309" y="2155"/>
                    </a:cubicBezTo>
                    <a:cubicBezTo>
                      <a:pt x="4309" y="966"/>
                      <a:pt x="3345" y="1"/>
                      <a:pt x="21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28"/>
              <p:cNvSpPr/>
              <p:nvPr/>
            </p:nvSpPr>
            <p:spPr>
              <a:xfrm>
                <a:off x="3222550" y="135325"/>
                <a:ext cx="73550" cy="69900"/>
              </a:xfrm>
              <a:custGeom>
                <a:rect b="b" l="l" r="r" t="t"/>
                <a:pathLst>
                  <a:path extrusionOk="0" h="2796" w="2942">
                    <a:moveTo>
                      <a:pt x="1793" y="0"/>
                    </a:moveTo>
                    <a:cubicBezTo>
                      <a:pt x="1732" y="0"/>
                      <a:pt x="1670" y="30"/>
                      <a:pt x="1633" y="96"/>
                    </a:cubicBezTo>
                    <a:cubicBezTo>
                      <a:pt x="1598" y="160"/>
                      <a:pt x="1534" y="192"/>
                      <a:pt x="1471" y="192"/>
                    </a:cubicBezTo>
                    <a:cubicBezTo>
                      <a:pt x="1408" y="192"/>
                      <a:pt x="1344" y="160"/>
                      <a:pt x="1308" y="96"/>
                    </a:cubicBezTo>
                    <a:cubicBezTo>
                      <a:pt x="1271" y="30"/>
                      <a:pt x="1209" y="0"/>
                      <a:pt x="1148" y="0"/>
                    </a:cubicBezTo>
                    <a:cubicBezTo>
                      <a:pt x="1053" y="0"/>
                      <a:pt x="958" y="72"/>
                      <a:pt x="960" y="189"/>
                    </a:cubicBezTo>
                    <a:cubicBezTo>
                      <a:pt x="962" y="300"/>
                      <a:pt x="872" y="379"/>
                      <a:pt x="774" y="379"/>
                    </a:cubicBezTo>
                    <a:cubicBezTo>
                      <a:pt x="742" y="379"/>
                      <a:pt x="709" y="370"/>
                      <a:pt x="679" y="352"/>
                    </a:cubicBezTo>
                    <a:cubicBezTo>
                      <a:pt x="647" y="333"/>
                      <a:pt x="614" y="324"/>
                      <a:pt x="583" y="324"/>
                    </a:cubicBezTo>
                    <a:cubicBezTo>
                      <a:pt x="452" y="324"/>
                      <a:pt x="345" y="473"/>
                      <a:pt x="425" y="606"/>
                    </a:cubicBezTo>
                    <a:cubicBezTo>
                      <a:pt x="499" y="730"/>
                      <a:pt x="409" y="888"/>
                      <a:pt x="264" y="888"/>
                    </a:cubicBezTo>
                    <a:cubicBezTo>
                      <a:pt x="264" y="888"/>
                      <a:pt x="263" y="888"/>
                      <a:pt x="262" y="888"/>
                    </a:cubicBezTo>
                    <a:cubicBezTo>
                      <a:pt x="260" y="888"/>
                      <a:pt x="259" y="888"/>
                      <a:pt x="258" y="888"/>
                    </a:cubicBezTo>
                    <a:cubicBezTo>
                      <a:pt x="69" y="888"/>
                      <a:pt x="1" y="1142"/>
                      <a:pt x="169" y="1235"/>
                    </a:cubicBezTo>
                    <a:cubicBezTo>
                      <a:pt x="297" y="1307"/>
                      <a:pt x="297" y="1489"/>
                      <a:pt x="169" y="1560"/>
                    </a:cubicBezTo>
                    <a:cubicBezTo>
                      <a:pt x="0" y="1654"/>
                      <a:pt x="68" y="1909"/>
                      <a:pt x="259" y="1909"/>
                    </a:cubicBezTo>
                    <a:cubicBezTo>
                      <a:pt x="260" y="1909"/>
                      <a:pt x="261" y="1909"/>
                      <a:pt x="262" y="1909"/>
                    </a:cubicBezTo>
                    <a:cubicBezTo>
                      <a:pt x="263" y="1909"/>
                      <a:pt x="264" y="1909"/>
                      <a:pt x="266" y="1909"/>
                    </a:cubicBezTo>
                    <a:cubicBezTo>
                      <a:pt x="410" y="1909"/>
                      <a:pt x="498" y="2066"/>
                      <a:pt x="425" y="2190"/>
                    </a:cubicBezTo>
                    <a:cubicBezTo>
                      <a:pt x="345" y="2323"/>
                      <a:pt x="451" y="2472"/>
                      <a:pt x="582" y="2472"/>
                    </a:cubicBezTo>
                    <a:cubicBezTo>
                      <a:pt x="614" y="2472"/>
                      <a:pt x="647" y="2463"/>
                      <a:pt x="679" y="2444"/>
                    </a:cubicBezTo>
                    <a:cubicBezTo>
                      <a:pt x="709" y="2426"/>
                      <a:pt x="741" y="2418"/>
                      <a:pt x="773" y="2418"/>
                    </a:cubicBezTo>
                    <a:cubicBezTo>
                      <a:pt x="871" y="2418"/>
                      <a:pt x="962" y="2497"/>
                      <a:pt x="960" y="2607"/>
                    </a:cubicBezTo>
                    <a:cubicBezTo>
                      <a:pt x="958" y="2724"/>
                      <a:pt x="1053" y="2796"/>
                      <a:pt x="1148" y="2796"/>
                    </a:cubicBezTo>
                    <a:cubicBezTo>
                      <a:pt x="1210" y="2796"/>
                      <a:pt x="1271" y="2766"/>
                      <a:pt x="1308" y="2700"/>
                    </a:cubicBezTo>
                    <a:cubicBezTo>
                      <a:pt x="1344" y="2636"/>
                      <a:pt x="1407" y="2604"/>
                      <a:pt x="1471" y="2604"/>
                    </a:cubicBezTo>
                    <a:cubicBezTo>
                      <a:pt x="1534" y="2604"/>
                      <a:pt x="1598" y="2636"/>
                      <a:pt x="1633" y="2700"/>
                    </a:cubicBezTo>
                    <a:cubicBezTo>
                      <a:pt x="1670" y="2766"/>
                      <a:pt x="1732" y="2796"/>
                      <a:pt x="1793" y="2796"/>
                    </a:cubicBezTo>
                    <a:cubicBezTo>
                      <a:pt x="1889" y="2796"/>
                      <a:pt x="1983" y="2724"/>
                      <a:pt x="1982" y="2607"/>
                    </a:cubicBezTo>
                    <a:cubicBezTo>
                      <a:pt x="1980" y="2497"/>
                      <a:pt x="2070" y="2418"/>
                      <a:pt x="2168" y="2418"/>
                    </a:cubicBezTo>
                    <a:cubicBezTo>
                      <a:pt x="2200" y="2418"/>
                      <a:pt x="2232" y="2426"/>
                      <a:pt x="2263" y="2444"/>
                    </a:cubicBezTo>
                    <a:cubicBezTo>
                      <a:pt x="2295" y="2463"/>
                      <a:pt x="2327" y="2472"/>
                      <a:pt x="2359" y="2472"/>
                    </a:cubicBezTo>
                    <a:cubicBezTo>
                      <a:pt x="2490" y="2472"/>
                      <a:pt x="2597" y="2323"/>
                      <a:pt x="2517" y="2190"/>
                    </a:cubicBezTo>
                    <a:cubicBezTo>
                      <a:pt x="2443" y="2066"/>
                      <a:pt x="2532" y="1909"/>
                      <a:pt x="2675" y="1909"/>
                    </a:cubicBezTo>
                    <a:cubicBezTo>
                      <a:pt x="2677" y="1909"/>
                      <a:pt x="2678" y="1909"/>
                      <a:pt x="2680" y="1909"/>
                    </a:cubicBezTo>
                    <a:cubicBezTo>
                      <a:pt x="2680" y="1909"/>
                      <a:pt x="2681" y="1909"/>
                      <a:pt x="2682" y="1909"/>
                    </a:cubicBezTo>
                    <a:cubicBezTo>
                      <a:pt x="2872" y="1909"/>
                      <a:pt x="2941" y="1654"/>
                      <a:pt x="2772" y="1560"/>
                    </a:cubicBezTo>
                    <a:cubicBezTo>
                      <a:pt x="2644" y="1489"/>
                      <a:pt x="2644" y="1307"/>
                      <a:pt x="2772" y="1235"/>
                    </a:cubicBezTo>
                    <a:cubicBezTo>
                      <a:pt x="2941" y="1142"/>
                      <a:pt x="2873" y="888"/>
                      <a:pt x="2683" y="888"/>
                    </a:cubicBezTo>
                    <a:cubicBezTo>
                      <a:pt x="2682" y="888"/>
                      <a:pt x="2681" y="888"/>
                      <a:pt x="2680" y="888"/>
                    </a:cubicBezTo>
                    <a:cubicBezTo>
                      <a:pt x="2679" y="888"/>
                      <a:pt x="2678" y="888"/>
                      <a:pt x="2677" y="888"/>
                    </a:cubicBezTo>
                    <a:cubicBezTo>
                      <a:pt x="2533" y="888"/>
                      <a:pt x="2443" y="730"/>
                      <a:pt x="2517" y="606"/>
                    </a:cubicBezTo>
                    <a:cubicBezTo>
                      <a:pt x="2597" y="473"/>
                      <a:pt x="2490" y="324"/>
                      <a:pt x="2359" y="324"/>
                    </a:cubicBezTo>
                    <a:cubicBezTo>
                      <a:pt x="2327" y="324"/>
                      <a:pt x="2294" y="333"/>
                      <a:pt x="2263" y="352"/>
                    </a:cubicBezTo>
                    <a:cubicBezTo>
                      <a:pt x="2232" y="370"/>
                      <a:pt x="2200" y="378"/>
                      <a:pt x="2168" y="378"/>
                    </a:cubicBezTo>
                    <a:cubicBezTo>
                      <a:pt x="2070" y="378"/>
                      <a:pt x="1980" y="299"/>
                      <a:pt x="1982" y="189"/>
                    </a:cubicBezTo>
                    <a:cubicBezTo>
                      <a:pt x="1983" y="72"/>
                      <a:pt x="1888" y="0"/>
                      <a:pt x="17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28"/>
              <p:cNvSpPr/>
              <p:nvPr/>
            </p:nvSpPr>
            <p:spPr>
              <a:xfrm>
                <a:off x="3243500" y="154425"/>
                <a:ext cx="31675" cy="31700"/>
              </a:xfrm>
              <a:custGeom>
                <a:rect b="b" l="l" r="r" t="t"/>
                <a:pathLst>
                  <a:path extrusionOk="0" h="1268" w="1267">
                    <a:moveTo>
                      <a:pt x="634" y="1"/>
                    </a:moveTo>
                    <a:cubicBezTo>
                      <a:pt x="284" y="1"/>
                      <a:pt x="1" y="285"/>
                      <a:pt x="1" y="634"/>
                    </a:cubicBezTo>
                    <a:cubicBezTo>
                      <a:pt x="1" y="983"/>
                      <a:pt x="284" y="1267"/>
                      <a:pt x="634" y="1267"/>
                    </a:cubicBezTo>
                    <a:cubicBezTo>
                      <a:pt x="984" y="1267"/>
                      <a:pt x="1267" y="983"/>
                      <a:pt x="1267" y="634"/>
                    </a:cubicBezTo>
                    <a:cubicBezTo>
                      <a:pt x="1267" y="285"/>
                      <a:pt x="984" y="1"/>
                      <a:pt x="6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 name="Google Shape;2118;p28"/>
            <p:cNvGrpSpPr/>
            <p:nvPr/>
          </p:nvGrpSpPr>
          <p:grpSpPr>
            <a:xfrm rot="-806723">
              <a:off x="167614" y="4329546"/>
              <a:ext cx="659906" cy="714584"/>
              <a:chOff x="-2686850" y="3696525"/>
              <a:chExt cx="332050" cy="359563"/>
            </a:xfrm>
          </p:grpSpPr>
          <p:sp>
            <p:nvSpPr>
              <p:cNvPr id="2119" name="Google Shape;2119;p28"/>
              <p:cNvSpPr/>
              <p:nvPr/>
            </p:nvSpPr>
            <p:spPr>
              <a:xfrm>
                <a:off x="-2686850" y="3696525"/>
                <a:ext cx="332050" cy="359525"/>
              </a:xfrm>
              <a:custGeom>
                <a:rect b="b" l="l" r="r" t="t"/>
                <a:pathLst>
                  <a:path extrusionOk="0" h="14381" w="13282">
                    <a:moveTo>
                      <a:pt x="12504" y="10802"/>
                    </a:moveTo>
                    <a:lnTo>
                      <a:pt x="12497" y="10829"/>
                    </a:lnTo>
                    <a:lnTo>
                      <a:pt x="12497" y="10806"/>
                    </a:lnTo>
                    <a:lnTo>
                      <a:pt x="12504" y="10802"/>
                    </a:lnTo>
                    <a:close/>
                    <a:moveTo>
                      <a:pt x="6678" y="1"/>
                    </a:moveTo>
                    <a:cubicBezTo>
                      <a:pt x="4442" y="1"/>
                      <a:pt x="2280" y="1136"/>
                      <a:pt x="1036" y="2962"/>
                    </a:cubicBezTo>
                    <a:cubicBezTo>
                      <a:pt x="902" y="3158"/>
                      <a:pt x="912" y="3410"/>
                      <a:pt x="1042" y="3594"/>
                    </a:cubicBezTo>
                    <a:cubicBezTo>
                      <a:pt x="505" y="4550"/>
                      <a:pt x="247" y="5625"/>
                      <a:pt x="300" y="6729"/>
                    </a:cubicBezTo>
                    <a:cubicBezTo>
                      <a:pt x="352" y="7770"/>
                      <a:pt x="675" y="10117"/>
                      <a:pt x="739" y="10573"/>
                    </a:cubicBezTo>
                    <a:lnTo>
                      <a:pt x="739" y="10663"/>
                    </a:lnTo>
                    <a:lnTo>
                      <a:pt x="256" y="8957"/>
                    </a:lnTo>
                    <a:cubicBezTo>
                      <a:pt x="241" y="8903"/>
                      <a:pt x="192" y="8868"/>
                      <a:pt x="138" y="8868"/>
                    </a:cubicBezTo>
                    <a:cubicBezTo>
                      <a:pt x="126" y="8868"/>
                      <a:pt x="115" y="8869"/>
                      <a:pt x="103" y="8873"/>
                    </a:cubicBezTo>
                    <a:cubicBezTo>
                      <a:pt x="37" y="8890"/>
                      <a:pt x="0" y="8958"/>
                      <a:pt x="19" y="9024"/>
                    </a:cubicBezTo>
                    <a:lnTo>
                      <a:pt x="738" y="11566"/>
                    </a:lnTo>
                    <a:lnTo>
                      <a:pt x="738" y="12528"/>
                    </a:lnTo>
                    <a:lnTo>
                      <a:pt x="738" y="13556"/>
                    </a:lnTo>
                    <a:lnTo>
                      <a:pt x="738" y="13808"/>
                    </a:lnTo>
                    <a:lnTo>
                      <a:pt x="1665" y="13808"/>
                    </a:lnTo>
                    <a:lnTo>
                      <a:pt x="1665" y="14373"/>
                    </a:lnTo>
                    <a:lnTo>
                      <a:pt x="1947" y="14373"/>
                    </a:lnTo>
                    <a:lnTo>
                      <a:pt x="1947" y="14380"/>
                    </a:lnTo>
                    <a:lnTo>
                      <a:pt x="2635" y="14380"/>
                    </a:lnTo>
                    <a:lnTo>
                      <a:pt x="2635" y="14369"/>
                    </a:lnTo>
                    <a:cubicBezTo>
                      <a:pt x="3018" y="14307"/>
                      <a:pt x="3314" y="13987"/>
                      <a:pt x="3411" y="13555"/>
                    </a:cubicBezTo>
                    <a:cubicBezTo>
                      <a:pt x="3433" y="13457"/>
                      <a:pt x="3446" y="13353"/>
                      <a:pt x="3446" y="13245"/>
                    </a:cubicBezTo>
                    <a:lnTo>
                      <a:pt x="3446" y="12527"/>
                    </a:lnTo>
                    <a:lnTo>
                      <a:pt x="3446" y="11097"/>
                    </a:lnTo>
                    <a:cubicBezTo>
                      <a:pt x="3446" y="10515"/>
                      <a:pt x="3105" y="10039"/>
                      <a:pt x="2635" y="9961"/>
                    </a:cubicBezTo>
                    <a:lnTo>
                      <a:pt x="2635" y="9948"/>
                    </a:lnTo>
                    <a:lnTo>
                      <a:pt x="1985" y="9948"/>
                    </a:lnTo>
                    <a:lnTo>
                      <a:pt x="1985" y="9942"/>
                    </a:lnTo>
                    <a:lnTo>
                      <a:pt x="1665" y="9942"/>
                    </a:lnTo>
                    <a:lnTo>
                      <a:pt x="1665" y="10506"/>
                    </a:lnTo>
                    <a:lnTo>
                      <a:pt x="1165" y="10506"/>
                    </a:lnTo>
                    <a:cubicBezTo>
                      <a:pt x="1100" y="10047"/>
                      <a:pt x="780" y="7711"/>
                      <a:pt x="731" y="6704"/>
                    </a:cubicBezTo>
                    <a:cubicBezTo>
                      <a:pt x="680" y="5690"/>
                      <a:pt x="918" y="4700"/>
                      <a:pt x="1409" y="3819"/>
                    </a:cubicBezTo>
                    <a:cubicBezTo>
                      <a:pt x="1438" y="3823"/>
                      <a:pt x="1466" y="3825"/>
                      <a:pt x="1494" y="3825"/>
                    </a:cubicBezTo>
                    <a:cubicBezTo>
                      <a:pt x="1671" y="3825"/>
                      <a:pt x="1845" y="3741"/>
                      <a:pt x="1952" y="3583"/>
                    </a:cubicBezTo>
                    <a:cubicBezTo>
                      <a:pt x="2992" y="2056"/>
                      <a:pt x="4803" y="1106"/>
                      <a:pt x="6678" y="1106"/>
                    </a:cubicBezTo>
                    <a:cubicBezTo>
                      <a:pt x="8431" y="1106"/>
                      <a:pt x="10117" y="1922"/>
                      <a:pt x="11187" y="3286"/>
                    </a:cubicBezTo>
                    <a:cubicBezTo>
                      <a:pt x="11297" y="3426"/>
                      <a:pt x="11458" y="3497"/>
                      <a:pt x="11621" y="3497"/>
                    </a:cubicBezTo>
                    <a:cubicBezTo>
                      <a:pt x="11663" y="3497"/>
                      <a:pt x="11704" y="3493"/>
                      <a:pt x="11744" y="3484"/>
                    </a:cubicBezTo>
                    <a:cubicBezTo>
                      <a:pt x="12373" y="4446"/>
                      <a:pt x="12682" y="5559"/>
                      <a:pt x="12626" y="6704"/>
                    </a:cubicBezTo>
                    <a:cubicBezTo>
                      <a:pt x="12576" y="7711"/>
                      <a:pt x="12255" y="10047"/>
                      <a:pt x="12191" y="10506"/>
                    </a:cubicBezTo>
                    <a:lnTo>
                      <a:pt x="11569" y="10506"/>
                    </a:lnTo>
                    <a:lnTo>
                      <a:pt x="11569" y="9942"/>
                    </a:lnTo>
                    <a:lnTo>
                      <a:pt x="11249" y="9942"/>
                    </a:lnTo>
                    <a:lnTo>
                      <a:pt x="11249" y="9948"/>
                    </a:lnTo>
                    <a:lnTo>
                      <a:pt x="10602" y="9948"/>
                    </a:lnTo>
                    <a:lnTo>
                      <a:pt x="10602" y="9961"/>
                    </a:lnTo>
                    <a:cubicBezTo>
                      <a:pt x="10130" y="10039"/>
                      <a:pt x="9790" y="10515"/>
                      <a:pt x="9790" y="11097"/>
                    </a:cubicBezTo>
                    <a:lnTo>
                      <a:pt x="9790" y="12526"/>
                    </a:lnTo>
                    <a:lnTo>
                      <a:pt x="9790" y="13244"/>
                    </a:lnTo>
                    <a:cubicBezTo>
                      <a:pt x="9790" y="13353"/>
                      <a:pt x="9803" y="13456"/>
                      <a:pt x="9825" y="13554"/>
                    </a:cubicBezTo>
                    <a:cubicBezTo>
                      <a:pt x="9922" y="13984"/>
                      <a:pt x="10218" y="14306"/>
                      <a:pt x="10602" y="14368"/>
                    </a:cubicBezTo>
                    <a:lnTo>
                      <a:pt x="10602" y="14379"/>
                    </a:lnTo>
                    <a:lnTo>
                      <a:pt x="11289" y="14379"/>
                    </a:lnTo>
                    <a:lnTo>
                      <a:pt x="11289" y="14371"/>
                    </a:lnTo>
                    <a:lnTo>
                      <a:pt x="11572" y="14371"/>
                    </a:lnTo>
                    <a:lnTo>
                      <a:pt x="11572" y="13807"/>
                    </a:lnTo>
                    <a:lnTo>
                      <a:pt x="12498" y="13807"/>
                    </a:lnTo>
                    <a:lnTo>
                      <a:pt x="12498" y="13555"/>
                    </a:lnTo>
                    <a:lnTo>
                      <a:pt x="12498" y="12527"/>
                    </a:lnTo>
                    <a:lnTo>
                      <a:pt x="12498" y="11733"/>
                    </a:lnTo>
                    <a:lnTo>
                      <a:pt x="13265" y="9024"/>
                    </a:lnTo>
                    <a:cubicBezTo>
                      <a:pt x="13282" y="8957"/>
                      <a:pt x="13245" y="8889"/>
                      <a:pt x="13179" y="8871"/>
                    </a:cubicBezTo>
                    <a:cubicBezTo>
                      <a:pt x="13168" y="8868"/>
                      <a:pt x="13157" y="8866"/>
                      <a:pt x="13146" y="8866"/>
                    </a:cubicBezTo>
                    <a:cubicBezTo>
                      <a:pt x="13092" y="8866"/>
                      <a:pt x="13042" y="8901"/>
                      <a:pt x="13027" y="8956"/>
                    </a:cubicBezTo>
                    <a:lnTo>
                      <a:pt x="12664" y="10236"/>
                    </a:lnTo>
                    <a:cubicBezTo>
                      <a:pt x="12775" y="9420"/>
                      <a:pt x="13013" y="7608"/>
                      <a:pt x="13056" y="6728"/>
                    </a:cubicBezTo>
                    <a:cubicBezTo>
                      <a:pt x="13118" y="5484"/>
                      <a:pt x="12780" y="4275"/>
                      <a:pt x="12095" y="3234"/>
                    </a:cubicBezTo>
                    <a:cubicBezTo>
                      <a:pt x="12211" y="3042"/>
                      <a:pt x="12205" y="2791"/>
                      <a:pt x="12058" y="2604"/>
                    </a:cubicBezTo>
                    <a:cubicBezTo>
                      <a:pt x="10778" y="974"/>
                      <a:pt x="8767" y="1"/>
                      <a:pt x="6678"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0" name="Google Shape;2120;p28"/>
              <p:cNvGrpSpPr/>
              <p:nvPr/>
            </p:nvGrpSpPr>
            <p:grpSpPr>
              <a:xfrm>
                <a:off x="-2686850" y="3696563"/>
                <a:ext cx="332050" cy="359525"/>
                <a:chOff x="-2348725" y="2237525"/>
                <a:chExt cx="332050" cy="359525"/>
              </a:xfrm>
            </p:grpSpPr>
            <p:sp>
              <p:nvSpPr>
                <p:cNvPr id="2121" name="Google Shape;2121;p28"/>
                <p:cNvSpPr/>
                <p:nvPr/>
              </p:nvSpPr>
              <p:spPr>
                <a:xfrm>
                  <a:off x="-2343200" y="2245975"/>
                  <a:ext cx="322925" cy="262375"/>
                </a:xfrm>
                <a:custGeom>
                  <a:rect b="b" l="l" r="r" t="t"/>
                  <a:pathLst>
                    <a:path extrusionOk="0" h="10495" w="12917">
                      <a:moveTo>
                        <a:pt x="6459" y="0"/>
                      </a:moveTo>
                      <a:cubicBezTo>
                        <a:pt x="4680" y="0"/>
                        <a:pt x="2959" y="736"/>
                        <a:pt x="1736" y="2022"/>
                      </a:cubicBezTo>
                      <a:cubicBezTo>
                        <a:pt x="588" y="3226"/>
                        <a:pt x="0" y="4778"/>
                        <a:pt x="79" y="6389"/>
                      </a:cubicBezTo>
                      <a:cubicBezTo>
                        <a:pt x="135" y="7520"/>
                        <a:pt x="513" y="10195"/>
                        <a:pt x="528" y="10309"/>
                      </a:cubicBezTo>
                      <a:cubicBezTo>
                        <a:pt x="544" y="10417"/>
                        <a:pt x="636" y="10494"/>
                        <a:pt x="742" y="10494"/>
                      </a:cubicBezTo>
                      <a:cubicBezTo>
                        <a:pt x="752" y="10494"/>
                        <a:pt x="761" y="10494"/>
                        <a:pt x="773" y="10491"/>
                      </a:cubicBezTo>
                      <a:cubicBezTo>
                        <a:pt x="890" y="10475"/>
                        <a:pt x="972" y="10365"/>
                        <a:pt x="956" y="10248"/>
                      </a:cubicBezTo>
                      <a:cubicBezTo>
                        <a:pt x="952" y="10221"/>
                        <a:pt x="567" y="7479"/>
                        <a:pt x="511" y="6368"/>
                      </a:cubicBezTo>
                      <a:cubicBezTo>
                        <a:pt x="438" y="4875"/>
                        <a:pt x="982" y="3437"/>
                        <a:pt x="2049" y="2318"/>
                      </a:cubicBezTo>
                      <a:cubicBezTo>
                        <a:pt x="3190" y="1119"/>
                        <a:pt x="4798" y="430"/>
                        <a:pt x="6459" y="430"/>
                      </a:cubicBezTo>
                      <a:cubicBezTo>
                        <a:pt x="8120" y="430"/>
                        <a:pt x="9728" y="1119"/>
                        <a:pt x="10869" y="2318"/>
                      </a:cubicBezTo>
                      <a:cubicBezTo>
                        <a:pt x="11935" y="3437"/>
                        <a:pt x="12481" y="4875"/>
                        <a:pt x="12407" y="6368"/>
                      </a:cubicBezTo>
                      <a:cubicBezTo>
                        <a:pt x="12353" y="7479"/>
                        <a:pt x="11966" y="10221"/>
                        <a:pt x="11962" y="10248"/>
                      </a:cubicBezTo>
                      <a:cubicBezTo>
                        <a:pt x="11945" y="10367"/>
                        <a:pt x="12028" y="10475"/>
                        <a:pt x="12146" y="10491"/>
                      </a:cubicBezTo>
                      <a:cubicBezTo>
                        <a:pt x="12156" y="10493"/>
                        <a:pt x="12166" y="10493"/>
                        <a:pt x="12176" y="10493"/>
                      </a:cubicBezTo>
                      <a:cubicBezTo>
                        <a:pt x="12282" y="10493"/>
                        <a:pt x="12374" y="10415"/>
                        <a:pt x="12389" y="10309"/>
                      </a:cubicBezTo>
                      <a:cubicBezTo>
                        <a:pt x="12405" y="10195"/>
                        <a:pt x="12782" y="7520"/>
                        <a:pt x="12838" y="6389"/>
                      </a:cubicBezTo>
                      <a:cubicBezTo>
                        <a:pt x="12916" y="4778"/>
                        <a:pt x="12328" y="3226"/>
                        <a:pt x="11182" y="2022"/>
                      </a:cubicBezTo>
                      <a:cubicBezTo>
                        <a:pt x="9959" y="737"/>
                        <a:pt x="8237"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28"/>
                <p:cNvSpPr/>
                <p:nvPr/>
              </p:nvSpPr>
              <p:spPr>
                <a:xfrm>
                  <a:off x="-2327125" y="2237525"/>
                  <a:ext cx="284600" cy="95700"/>
                </a:xfrm>
                <a:custGeom>
                  <a:rect b="b" l="l" r="r" t="t"/>
                  <a:pathLst>
                    <a:path extrusionOk="0" h="3828" w="11384">
                      <a:moveTo>
                        <a:pt x="5815" y="1"/>
                      </a:moveTo>
                      <a:cubicBezTo>
                        <a:pt x="3578" y="1"/>
                        <a:pt x="1417" y="1136"/>
                        <a:pt x="173" y="2964"/>
                      </a:cubicBezTo>
                      <a:cubicBezTo>
                        <a:pt x="1" y="3216"/>
                        <a:pt x="66" y="3560"/>
                        <a:pt x="319" y="3732"/>
                      </a:cubicBezTo>
                      <a:cubicBezTo>
                        <a:pt x="415" y="3796"/>
                        <a:pt x="523" y="3827"/>
                        <a:pt x="630" y="3827"/>
                      </a:cubicBezTo>
                      <a:cubicBezTo>
                        <a:pt x="807" y="3827"/>
                        <a:pt x="981" y="3743"/>
                        <a:pt x="1088" y="3585"/>
                      </a:cubicBezTo>
                      <a:cubicBezTo>
                        <a:pt x="2128" y="2057"/>
                        <a:pt x="3939" y="1108"/>
                        <a:pt x="5814" y="1108"/>
                      </a:cubicBezTo>
                      <a:cubicBezTo>
                        <a:pt x="7567" y="1108"/>
                        <a:pt x="9251" y="1923"/>
                        <a:pt x="10323" y="3289"/>
                      </a:cubicBezTo>
                      <a:cubicBezTo>
                        <a:pt x="10433" y="3428"/>
                        <a:pt x="10595" y="3500"/>
                        <a:pt x="10760" y="3500"/>
                      </a:cubicBezTo>
                      <a:cubicBezTo>
                        <a:pt x="10879" y="3500"/>
                        <a:pt x="11000" y="3462"/>
                        <a:pt x="11101" y="3382"/>
                      </a:cubicBezTo>
                      <a:cubicBezTo>
                        <a:pt x="11343" y="3193"/>
                        <a:pt x="11384" y="2845"/>
                        <a:pt x="11195" y="2604"/>
                      </a:cubicBezTo>
                      <a:cubicBezTo>
                        <a:pt x="9915" y="974"/>
                        <a:pt x="7904" y="1"/>
                        <a:pt x="58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28"/>
                <p:cNvSpPr/>
                <p:nvPr/>
              </p:nvSpPr>
              <p:spPr>
                <a:xfrm>
                  <a:off x="-2083125" y="2486225"/>
                  <a:ext cx="4050" cy="450"/>
                </a:xfrm>
                <a:custGeom>
                  <a:rect b="b" l="l" r="r" t="t"/>
                  <a:pathLst>
                    <a:path extrusionOk="0" h="18" w="162">
                      <a:moveTo>
                        <a:pt x="1" y="0"/>
                      </a:moveTo>
                      <a:lnTo>
                        <a:pt x="1" y="18"/>
                      </a:lnTo>
                      <a:cubicBezTo>
                        <a:pt x="53" y="7"/>
                        <a:pt x="107" y="0"/>
                        <a:pt x="162" y="0"/>
                      </a:cubicBezTo>
                      <a:close/>
                    </a:path>
                  </a:pathLst>
                </a:custGeom>
                <a:solidFill>
                  <a:srgbClr val="E61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28"/>
                <p:cNvSpPr/>
                <p:nvPr/>
              </p:nvSpPr>
              <p:spPr>
                <a:xfrm>
                  <a:off x="-2330250" y="2550650"/>
                  <a:ext cx="23150" cy="32050"/>
                </a:xfrm>
                <a:custGeom>
                  <a:rect b="b" l="l" r="r" t="t"/>
                  <a:pathLst>
                    <a:path extrusionOk="0" h="1282" w="926">
                      <a:moveTo>
                        <a:pt x="0" y="1"/>
                      </a:moveTo>
                      <a:lnTo>
                        <a:pt x="0" y="1030"/>
                      </a:lnTo>
                      <a:lnTo>
                        <a:pt x="0"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28"/>
                <p:cNvSpPr/>
                <p:nvPr/>
              </p:nvSpPr>
              <p:spPr>
                <a:xfrm>
                  <a:off x="-2307125" y="2550650"/>
                  <a:ext cx="7075" cy="46200"/>
                </a:xfrm>
                <a:custGeom>
                  <a:rect b="b" l="l" r="r" t="t"/>
                  <a:pathLst>
                    <a:path extrusionOk="0" h="1848" w="283">
                      <a:moveTo>
                        <a:pt x="1" y="1"/>
                      </a:moveTo>
                      <a:lnTo>
                        <a:pt x="1" y="1030"/>
                      </a:lnTo>
                      <a:lnTo>
                        <a:pt x="1" y="1282"/>
                      </a:lnTo>
                      <a:lnTo>
                        <a:pt x="1" y="1847"/>
                      </a:lnTo>
                      <a:lnTo>
                        <a:pt x="283" y="1847"/>
                      </a:lnTo>
                      <a:lnTo>
                        <a:pt x="283" y="1030"/>
                      </a:lnTo>
                      <a:lnTo>
                        <a:pt x="283" y="1"/>
                      </a:lnTo>
                      <a:close/>
                    </a:path>
                  </a:pathLst>
                </a:custGeom>
                <a:solidFill>
                  <a:srgbClr val="B20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28"/>
                <p:cNvSpPr/>
                <p:nvPr/>
              </p:nvSpPr>
              <p:spPr>
                <a:xfrm>
                  <a:off x="-2282875" y="2486550"/>
                  <a:ext cx="20300" cy="110225"/>
                </a:xfrm>
                <a:custGeom>
                  <a:rect b="b" l="l" r="r" t="t"/>
                  <a:pathLst>
                    <a:path extrusionOk="0" h="4409" w="812">
                      <a:moveTo>
                        <a:pt x="1" y="0"/>
                      </a:moveTo>
                      <a:lnTo>
                        <a:pt x="1" y="2566"/>
                      </a:lnTo>
                      <a:lnTo>
                        <a:pt x="1" y="3594"/>
                      </a:lnTo>
                      <a:lnTo>
                        <a:pt x="1" y="4408"/>
                      </a:lnTo>
                      <a:cubicBezTo>
                        <a:pt x="384" y="4346"/>
                        <a:pt x="680" y="4026"/>
                        <a:pt x="777" y="3594"/>
                      </a:cubicBezTo>
                      <a:cubicBezTo>
                        <a:pt x="799" y="3496"/>
                        <a:pt x="812" y="3392"/>
                        <a:pt x="812" y="3284"/>
                      </a:cubicBezTo>
                      <a:lnTo>
                        <a:pt x="812" y="2566"/>
                      </a:lnTo>
                      <a:lnTo>
                        <a:pt x="812" y="1137"/>
                      </a:lnTo>
                      <a:cubicBezTo>
                        <a:pt x="812" y="554"/>
                        <a:pt x="471" y="7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28"/>
                <p:cNvSpPr/>
                <p:nvPr/>
              </p:nvSpPr>
              <p:spPr>
                <a:xfrm>
                  <a:off x="-2330250" y="2500225"/>
                  <a:ext cx="23150" cy="82475"/>
                </a:xfrm>
                <a:custGeom>
                  <a:rect b="b" l="l" r="r" t="t"/>
                  <a:pathLst>
                    <a:path extrusionOk="0" h="3299" w="926">
                      <a:moveTo>
                        <a:pt x="0" y="0"/>
                      </a:moveTo>
                      <a:lnTo>
                        <a:pt x="0" y="2018"/>
                      </a:lnTo>
                      <a:lnTo>
                        <a:pt x="0" y="3047"/>
                      </a:lnTo>
                      <a:lnTo>
                        <a:pt x="0"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28"/>
                <p:cNvSpPr/>
                <p:nvPr/>
              </p:nvSpPr>
              <p:spPr>
                <a:xfrm>
                  <a:off x="-2307125" y="2486050"/>
                  <a:ext cx="8025" cy="110800"/>
                </a:xfrm>
                <a:custGeom>
                  <a:rect b="b" l="l" r="r" t="t"/>
                  <a:pathLst>
                    <a:path extrusionOk="0" h="4432" w="321">
                      <a:moveTo>
                        <a:pt x="1" y="1"/>
                      </a:moveTo>
                      <a:lnTo>
                        <a:pt x="1" y="567"/>
                      </a:lnTo>
                      <a:lnTo>
                        <a:pt x="1" y="2585"/>
                      </a:lnTo>
                      <a:lnTo>
                        <a:pt x="1" y="3614"/>
                      </a:lnTo>
                      <a:lnTo>
                        <a:pt x="1" y="3866"/>
                      </a:lnTo>
                      <a:lnTo>
                        <a:pt x="1" y="4431"/>
                      </a:lnTo>
                      <a:lnTo>
                        <a:pt x="283" y="4431"/>
                      </a:lnTo>
                      <a:lnTo>
                        <a:pt x="283" y="3614"/>
                      </a:lnTo>
                      <a:lnTo>
                        <a:pt x="283" y="2585"/>
                      </a:lnTo>
                      <a:lnTo>
                        <a:pt x="283" y="7"/>
                      </a:lnTo>
                      <a:lnTo>
                        <a:pt x="321" y="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28"/>
                <p:cNvSpPr/>
                <p:nvPr/>
              </p:nvSpPr>
              <p:spPr>
                <a:xfrm>
                  <a:off x="-2300075" y="2486225"/>
                  <a:ext cx="17225" cy="110825"/>
                </a:xfrm>
                <a:custGeom>
                  <a:rect b="b" l="l" r="r" t="t"/>
                  <a:pathLst>
                    <a:path extrusionOk="0" h="4433" w="689">
                      <a:moveTo>
                        <a:pt x="1" y="0"/>
                      </a:moveTo>
                      <a:lnTo>
                        <a:pt x="1" y="2578"/>
                      </a:lnTo>
                      <a:lnTo>
                        <a:pt x="1" y="3607"/>
                      </a:lnTo>
                      <a:lnTo>
                        <a:pt x="1" y="4424"/>
                      </a:lnTo>
                      <a:lnTo>
                        <a:pt x="1" y="4432"/>
                      </a:lnTo>
                      <a:lnTo>
                        <a:pt x="689" y="4432"/>
                      </a:lnTo>
                      <a:lnTo>
                        <a:pt x="689" y="4420"/>
                      </a:lnTo>
                      <a:lnTo>
                        <a:pt x="689" y="3607"/>
                      </a:lnTo>
                      <a:lnTo>
                        <a:pt x="689" y="2578"/>
                      </a:lnTo>
                      <a:lnTo>
                        <a:pt x="689" y="13"/>
                      </a:lnTo>
                      <a:lnTo>
                        <a:pt x="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28"/>
                <p:cNvSpPr/>
                <p:nvPr/>
              </p:nvSpPr>
              <p:spPr>
                <a:xfrm>
                  <a:off x="-2059450" y="2550650"/>
                  <a:ext cx="23150" cy="32050"/>
                </a:xfrm>
                <a:custGeom>
                  <a:rect b="b" l="l" r="r" t="t"/>
                  <a:pathLst>
                    <a:path extrusionOk="0" h="1282" w="926">
                      <a:moveTo>
                        <a:pt x="1" y="1"/>
                      </a:moveTo>
                      <a:lnTo>
                        <a:pt x="1" y="1030"/>
                      </a:lnTo>
                      <a:lnTo>
                        <a:pt x="1"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28"/>
                <p:cNvSpPr/>
                <p:nvPr/>
              </p:nvSpPr>
              <p:spPr>
                <a:xfrm>
                  <a:off x="-2104000" y="2486525"/>
                  <a:ext cx="20325" cy="110225"/>
                </a:xfrm>
                <a:custGeom>
                  <a:rect b="b" l="l" r="r" t="t"/>
                  <a:pathLst>
                    <a:path extrusionOk="0" h="4409" w="813">
                      <a:moveTo>
                        <a:pt x="813" y="0"/>
                      </a:moveTo>
                      <a:cubicBezTo>
                        <a:pt x="341" y="79"/>
                        <a:pt x="1" y="555"/>
                        <a:pt x="1" y="1137"/>
                      </a:cubicBezTo>
                      <a:lnTo>
                        <a:pt x="1" y="2566"/>
                      </a:lnTo>
                      <a:lnTo>
                        <a:pt x="1" y="3284"/>
                      </a:lnTo>
                      <a:cubicBezTo>
                        <a:pt x="1" y="3393"/>
                        <a:pt x="14" y="3496"/>
                        <a:pt x="36" y="3594"/>
                      </a:cubicBezTo>
                      <a:cubicBezTo>
                        <a:pt x="133" y="4024"/>
                        <a:pt x="429" y="4346"/>
                        <a:pt x="813" y="4408"/>
                      </a:cubicBezTo>
                      <a:lnTo>
                        <a:pt x="813" y="3594"/>
                      </a:lnTo>
                      <a:lnTo>
                        <a:pt x="813" y="2566"/>
                      </a:lnTo>
                      <a:lnTo>
                        <a:pt x="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28"/>
                <p:cNvSpPr/>
                <p:nvPr/>
              </p:nvSpPr>
              <p:spPr>
                <a:xfrm>
                  <a:off x="-2059450" y="2500225"/>
                  <a:ext cx="23150" cy="82475"/>
                </a:xfrm>
                <a:custGeom>
                  <a:rect b="b" l="l" r="r" t="t"/>
                  <a:pathLst>
                    <a:path extrusionOk="0" h="3299" w="926">
                      <a:moveTo>
                        <a:pt x="1" y="0"/>
                      </a:moveTo>
                      <a:lnTo>
                        <a:pt x="1" y="2018"/>
                      </a:lnTo>
                      <a:lnTo>
                        <a:pt x="1" y="3047"/>
                      </a:lnTo>
                      <a:lnTo>
                        <a:pt x="1"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28"/>
                <p:cNvSpPr/>
                <p:nvPr/>
              </p:nvSpPr>
              <p:spPr>
                <a:xfrm>
                  <a:off x="-2067450" y="2486050"/>
                  <a:ext cx="8025" cy="110800"/>
                </a:xfrm>
                <a:custGeom>
                  <a:rect b="b" l="l" r="r" t="t"/>
                  <a:pathLst>
                    <a:path extrusionOk="0" h="4432" w="321">
                      <a:moveTo>
                        <a:pt x="1" y="1"/>
                      </a:moveTo>
                      <a:lnTo>
                        <a:pt x="1" y="7"/>
                      </a:lnTo>
                      <a:lnTo>
                        <a:pt x="37" y="7"/>
                      </a:lnTo>
                      <a:lnTo>
                        <a:pt x="37" y="2585"/>
                      </a:lnTo>
                      <a:lnTo>
                        <a:pt x="37" y="3614"/>
                      </a:lnTo>
                      <a:lnTo>
                        <a:pt x="37" y="4431"/>
                      </a:lnTo>
                      <a:lnTo>
                        <a:pt x="321" y="4431"/>
                      </a:lnTo>
                      <a:lnTo>
                        <a:pt x="321" y="3866"/>
                      </a:lnTo>
                      <a:lnTo>
                        <a:pt x="321" y="3614"/>
                      </a:lnTo>
                      <a:lnTo>
                        <a:pt x="321" y="2585"/>
                      </a:lnTo>
                      <a:lnTo>
                        <a:pt x="321" y="56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28"/>
                <p:cNvSpPr/>
                <p:nvPr/>
              </p:nvSpPr>
              <p:spPr>
                <a:xfrm>
                  <a:off x="-2083700" y="2486225"/>
                  <a:ext cx="17200" cy="110825"/>
                </a:xfrm>
                <a:custGeom>
                  <a:rect b="b" l="l" r="r" t="t"/>
                  <a:pathLst>
                    <a:path extrusionOk="0" h="4433" w="688">
                      <a:moveTo>
                        <a:pt x="1" y="0"/>
                      </a:moveTo>
                      <a:lnTo>
                        <a:pt x="1" y="13"/>
                      </a:lnTo>
                      <a:lnTo>
                        <a:pt x="1" y="2578"/>
                      </a:lnTo>
                      <a:lnTo>
                        <a:pt x="1" y="3607"/>
                      </a:lnTo>
                      <a:lnTo>
                        <a:pt x="1" y="4420"/>
                      </a:lnTo>
                      <a:lnTo>
                        <a:pt x="1" y="4432"/>
                      </a:lnTo>
                      <a:lnTo>
                        <a:pt x="687" y="4432"/>
                      </a:lnTo>
                      <a:lnTo>
                        <a:pt x="687" y="4424"/>
                      </a:lnTo>
                      <a:lnTo>
                        <a:pt x="687" y="3607"/>
                      </a:lnTo>
                      <a:lnTo>
                        <a:pt x="687" y="2578"/>
                      </a:lnTo>
                      <a:lnTo>
                        <a:pt x="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28"/>
                <p:cNvSpPr/>
                <p:nvPr/>
              </p:nvSpPr>
              <p:spPr>
                <a:xfrm>
                  <a:off x="-2047700" y="2459150"/>
                  <a:ext cx="31025" cy="91650"/>
                </a:xfrm>
                <a:custGeom>
                  <a:rect b="b" l="l" r="r" t="t"/>
                  <a:pathLst>
                    <a:path extrusionOk="0" h="3666" w="1241">
                      <a:moveTo>
                        <a:pt x="1105" y="0"/>
                      </a:moveTo>
                      <a:cubicBezTo>
                        <a:pt x="1050" y="0"/>
                        <a:pt x="1001" y="35"/>
                        <a:pt x="986" y="90"/>
                      </a:cubicBezTo>
                      <a:lnTo>
                        <a:pt x="18" y="3507"/>
                      </a:lnTo>
                      <a:cubicBezTo>
                        <a:pt x="0" y="3573"/>
                        <a:pt x="38" y="3641"/>
                        <a:pt x="104" y="3660"/>
                      </a:cubicBezTo>
                      <a:cubicBezTo>
                        <a:pt x="115" y="3663"/>
                        <a:pt x="125" y="3665"/>
                        <a:pt x="137" y="3665"/>
                      </a:cubicBezTo>
                      <a:cubicBezTo>
                        <a:pt x="191" y="3665"/>
                        <a:pt x="240" y="3629"/>
                        <a:pt x="255" y="3574"/>
                      </a:cubicBezTo>
                      <a:lnTo>
                        <a:pt x="1223" y="157"/>
                      </a:lnTo>
                      <a:cubicBezTo>
                        <a:pt x="1241" y="91"/>
                        <a:pt x="1204" y="23"/>
                        <a:pt x="1138" y="5"/>
                      </a:cubicBezTo>
                      <a:cubicBezTo>
                        <a:pt x="1127" y="2"/>
                        <a:pt x="1116" y="0"/>
                        <a:pt x="1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28"/>
                <p:cNvSpPr/>
                <p:nvPr/>
              </p:nvSpPr>
              <p:spPr>
                <a:xfrm>
                  <a:off x="-2348725" y="2459175"/>
                  <a:ext cx="31050" cy="91625"/>
                </a:xfrm>
                <a:custGeom>
                  <a:rect b="b" l="l" r="r" t="t"/>
                  <a:pathLst>
                    <a:path extrusionOk="0" h="3665" w="1242">
                      <a:moveTo>
                        <a:pt x="138" y="1"/>
                      </a:moveTo>
                      <a:cubicBezTo>
                        <a:pt x="126" y="1"/>
                        <a:pt x="115" y="2"/>
                        <a:pt x="103" y="6"/>
                      </a:cubicBezTo>
                      <a:cubicBezTo>
                        <a:pt x="37" y="24"/>
                        <a:pt x="0" y="91"/>
                        <a:pt x="19" y="157"/>
                      </a:cubicBezTo>
                      <a:lnTo>
                        <a:pt x="986" y="3574"/>
                      </a:lnTo>
                      <a:cubicBezTo>
                        <a:pt x="1001" y="3629"/>
                        <a:pt x="1051" y="3664"/>
                        <a:pt x="1104" y="3664"/>
                      </a:cubicBezTo>
                      <a:cubicBezTo>
                        <a:pt x="1116" y="3664"/>
                        <a:pt x="1128" y="3661"/>
                        <a:pt x="1138" y="3660"/>
                      </a:cubicBezTo>
                      <a:cubicBezTo>
                        <a:pt x="1203" y="3640"/>
                        <a:pt x="1242" y="3573"/>
                        <a:pt x="1223" y="3507"/>
                      </a:cubicBezTo>
                      <a:lnTo>
                        <a:pt x="256" y="90"/>
                      </a:lnTo>
                      <a:cubicBezTo>
                        <a:pt x="240" y="36"/>
                        <a:pt x="191" y="1"/>
                        <a:pt x="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37" name="Google Shape;2137;p28"/>
            <p:cNvGrpSpPr/>
            <p:nvPr/>
          </p:nvGrpSpPr>
          <p:grpSpPr>
            <a:xfrm>
              <a:off x="8430767" y="149213"/>
              <a:ext cx="655260" cy="780572"/>
              <a:chOff x="-2294600" y="1951375"/>
              <a:chExt cx="438125" cy="521913"/>
            </a:xfrm>
          </p:grpSpPr>
          <p:sp>
            <p:nvSpPr>
              <p:cNvPr id="2138" name="Google Shape;2138;p28"/>
              <p:cNvSpPr/>
              <p:nvPr/>
            </p:nvSpPr>
            <p:spPr>
              <a:xfrm>
                <a:off x="-2294600" y="1951375"/>
                <a:ext cx="438100" cy="521900"/>
              </a:xfrm>
              <a:custGeom>
                <a:rect b="b" l="l" r="r" t="t"/>
                <a:pathLst>
                  <a:path extrusionOk="0" h="20876" w="17524">
                    <a:moveTo>
                      <a:pt x="5361" y="0"/>
                    </a:moveTo>
                    <a:lnTo>
                      <a:pt x="0" y="13683"/>
                    </a:lnTo>
                    <a:lnTo>
                      <a:pt x="965" y="16487"/>
                    </a:lnTo>
                    <a:lnTo>
                      <a:pt x="12161" y="20875"/>
                    </a:lnTo>
                    <a:lnTo>
                      <a:pt x="17524" y="7192"/>
                    </a:lnTo>
                    <a:lnTo>
                      <a:pt x="16559" y="4387"/>
                    </a:lnTo>
                    <a:lnTo>
                      <a:pt x="5361"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9" name="Google Shape;2139;p28"/>
              <p:cNvGrpSpPr/>
              <p:nvPr/>
            </p:nvGrpSpPr>
            <p:grpSpPr>
              <a:xfrm>
                <a:off x="-2294575" y="1951463"/>
                <a:ext cx="438100" cy="521825"/>
                <a:chOff x="-2294575" y="1951463"/>
                <a:chExt cx="438100" cy="521825"/>
              </a:xfrm>
            </p:grpSpPr>
            <p:sp>
              <p:nvSpPr>
                <p:cNvPr id="2140" name="Google Shape;2140;p28"/>
                <p:cNvSpPr/>
                <p:nvPr/>
              </p:nvSpPr>
              <p:spPr>
                <a:xfrm>
                  <a:off x="-2294550" y="1951463"/>
                  <a:ext cx="413950" cy="451750"/>
                </a:xfrm>
                <a:custGeom>
                  <a:rect b="b" l="l" r="r" t="t"/>
                  <a:pathLst>
                    <a:path extrusionOk="0" h="18070" w="16558">
                      <a:moveTo>
                        <a:pt x="5361" y="0"/>
                      </a:moveTo>
                      <a:lnTo>
                        <a:pt x="0" y="13684"/>
                      </a:lnTo>
                      <a:lnTo>
                        <a:pt x="11196" y="18070"/>
                      </a:lnTo>
                      <a:lnTo>
                        <a:pt x="16558" y="4387"/>
                      </a:lnTo>
                      <a:lnTo>
                        <a:pt x="53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28"/>
                <p:cNvSpPr/>
                <p:nvPr/>
              </p:nvSpPr>
              <p:spPr>
                <a:xfrm>
                  <a:off x="-1933525" y="2073913"/>
                  <a:ext cx="20450" cy="14275"/>
                </a:xfrm>
                <a:custGeom>
                  <a:rect b="b" l="l" r="r" t="t"/>
                  <a:pathLst>
                    <a:path extrusionOk="0" h="571" w="818">
                      <a:moveTo>
                        <a:pt x="0" y="0"/>
                      </a:moveTo>
                      <a:lnTo>
                        <a:pt x="0" y="159"/>
                      </a:lnTo>
                      <a:lnTo>
                        <a:pt x="2" y="159"/>
                      </a:lnTo>
                      <a:cubicBezTo>
                        <a:pt x="2" y="322"/>
                        <a:pt x="99" y="477"/>
                        <a:pt x="261" y="542"/>
                      </a:cubicBezTo>
                      <a:cubicBezTo>
                        <a:pt x="310" y="561"/>
                        <a:pt x="361" y="570"/>
                        <a:pt x="411" y="570"/>
                      </a:cubicBezTo>
                      <a:cubicBezTo>
                        <a:pt x="576" y="570"/>
                        <a:pt x="731" y="471"/>
                        <a:pt x="795" y="310"/>
                      </a:cubicBezTo>
                      <a:cubicBezTo>
                        <a:pt x="812" y="259"/>
                        <a:pt x="817" y="209"/>
                        <a:pt x="817" y="159"/>
                      </a:cubicBezTo>
                      <a:lnTo>
                        <a:pt x="817" y="0"/>
                      </a:lnTo>
                      <a:close/>
                    </a:path>
                  </a:pathLst>
                </a:custGeom>
                <a:solidFill>
                  <a:srgbClr val="11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28"/>
                <p:cNvSpPr/>
                <p:nvPr/>
              </p:nvSpPr>
              <p:spPr>
                <a:xfrm>
                  <a:off x="-1934925" y="2064938"/>
                  <a:ext cx="23300" cy="20575"/>
                </a:xfrm>
                <a:custGeom>
                  <a:rect b="b" l="l" r="r" t="t"/>
                  <a:pathLst>
                    <a:path extrusionOk="0" h="823" w="932">
                      <a:moveTo>
                        <a:pt x="466" y="0"/>
                      </a:moveTo>
                      <a:cubicBezTo>
                        <a:pt x="302" y="0"/>
                        <a:pt x="147" y="99"/>
                        <a:pt x="84" y="261"/>
                      </a:cubicBezTo>
                      <a:cubicBezTo>
                        <a:pt x="0" y="473"/>
                        <a:pt x="105" y="711"/>
                        <a:pt x="316" y="794"/>
                      </a:cubicBezTo>
                      <a:cubicBezTo>
                        <a:pt x="366" y="813"/>
                        <a:pt x="417" y="823"/>
                        <a:pt x="467" y="823"/>
                      </a:cubicBezTo>
                      <a:cubicBezTo>
                        <a:pt x="631" y="823"/>
                        <a:pt x="785" y="723"/>
                        <a:pt x="849" y="561"/>
                      </a:cubicBezTo>
                      <a:cubicBezTo>
                        <a:pt x="931" y="351"/>
                        <a:pt x="828" y="113"/>
                        <a:pt x="616" y="29"/>
                      </a:cubicBezTo>
                      <a:cubicBezTo>
                        <a:pt x="567" y="9"/>
                        <a:pt x="516" y="0"/>
                        <a:pt x="4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28"/>
                <p:cNvSpPr/>
                <p:nvPr/>
              </p:nvSpPr>
              <p:spPr>
                <a:xfrm>
                  <a:off x="-2100450" y="2284813"/>
                  <a:ext cx="39275" cy="38750"/>
                </a:xfrm>
                <a:custGeom>
                  <a:rect b="b" l="l" r="r" t="t"/>
                  <a:pathLst>
                    <a:path extrusionOk="0" h="1550" w="1571">
                      <a:moveTo>
                        <a:pt x="1488" y="944"/>
                      </a:moveTo>
                      <a:cubicBezTo>
                        <a:pt x="1482" y="967"/>
                        <a:pt x="1474" y="988"/>
                        <a:pt x="1465" y="1012"/>
                      </a:cubicBezTo>
                      <a:cubicBezTo>
                        <a:pt x="1474" y="988"/>
                        <a:pt x="1482" y="966"/>
                        <a:pt x="1488" y="944"/>
                      </a:cubicBezTo>
                      <a:close/>
                      <a:moveTo>
                        <a:pt x="379" y="1369"/>
                      </a:moveTo>
                      <a:cubicBezTo>
                        <a:pt x="383" y="1370"/>
                        <a:pt x="387" y="1373"/>
                        <a:pt x="390" y="1375"/>
                      </a:cubicBezTo>
                      <a:cubicBezTo>
                        <a:pt x="387" y="1373"/>
                        <a:pt x="383" y="1372"/>
                        <a:pt x="379" y="1369"/>
                      </a:cubicBezTo>
                      <a:close/>
                      <a:moveTo>
                        <a:pt x="439" y="1403"/>
                      </a:moveTo>
                      <a:cubicBezTo>
                        <a:pt x="459" y="1413"/>
                        <a:pt x="480" y="1422"/>
                        <a:pt x="502" y="1431"/>
                      </a:cubicBezTo>
                      <a:cubicBezTo>
                        <a:pt x="479" y="1422"/>
                        <a:pt x="459" y="1413"/>
                        <a:pt x="439" y="1403"/>
                      </a:cubicBezTo>
                      <a:close/>
                      <a:moveTo>
                        <a:pt x="775" y="1"/>
                      </a:moveTo>
                      <a:cubicBezTo>
                        <a:pt x="480" y="1"/>
                        <a:pt x="199" y="179"/>
                        <a:pt x="85" y="471"/>
                      </a:cubicBezTo>
                      <a:cubicBezTo>
                        <a:pt x="0" y="688"/>
                        <a:pt x="24" y="919"/>
                        <a:pt x="130" y="1107"/>
                      </a:cubicBezTo>
                      <a:cubicBezTo>
                        <a:pt x="206" y="1279"/>
                        <a:pt x="346" y="1424"/>
                        <a:pt x="534" y="1498"/>
                      </a:cubicBezTo>
                      <a:cubicBezTo>
                        <a:pt x="622" y="1533"/>
                        <a:pt x="714" y="1550"/>
                        <a:pt x="804" y="1550"/>
                      </a:cubicBezTo>
                      <a:cubicBezTo>
                        <a:pt x="1100" y="1550"/>
                        <a:pt x="1380" y="1371"/>
                        <a:pt x="1494" y="1079"/>
                      </a:cubicBezTo>
                      <a:cubicBezTo>
                        <a:pt x="1571" y="883"/>
                        <a:pt x="1555" y="677"/>
                        <a:pt x="1476" y="501"/>
                      </a:cubicBezTo>
                      <a:cubicBezTo>
                        <a:pt x="1407" y="302"/>
                        <a:pt x="1256" y="135"/>
                        <a:pt x="1045" y="52"/>
                      </a:cubicBezTo>
                      <a:cubicBezTo>
                        <a:pt x="957" y="17"/>
                        <a:pt x="865" y="1"/>
                        <a:pt x="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28"/>
                <p:cNvSpPr/>
                <p:nvPr/>
              </p:nvSpPr>
              <p:spPr>
                <a:xfrm>
                  <a:off x="-2193050" y="2258163"/>
                  <a:ext cx="13675" cy="12050"/>
                </a:xfrm>
                <a:custGeom>
                  <a:rect b="b" l="l" r="r" t="t"/>
                  <a:pathLst>
                    <a:path extrusionOk="0" h="482" w="547">
                      <a:moveTo>
                        <a:pt x="273" y="0"/>
                      </a:moveTo>
                      <a:cubicBezTo>
                        <a:pt x="177" y="0"/>
                        <a:pt x="86" y="58"/>
                        <a:pt x="48" y="153"/>
                      </a:cubicBezTo>
                      <a:cubicBezTo>
                        <a:pt x="0" y="277"/>
                        <a:pt x="61" y="417"/>
                        <a:pt x="185" y="465"/>
                      </a:cubicBezTo>
                      <a:cubicBezTo>
                        <a:pt x="214" y="476"/>
                        <a:pt x="243" y="482"/>
                        <a:pt x="272" y="482"/>
                      </a:cubicBezTo>
                      <a:cubicBezTo>
                        <a:pt x="368" y="482"/>
                        <a:pt x="459" y="424"/>
                        <a:pt x="497" y="329"/>
                      </a:cubicBezTo>
                      <a:cubicBezTo>
                        <a:pt x="546" y="205"/>
                        <a:pt x="485" y="66"/>
                        <a:pt x="359" y="16"/>
                      </a:cubicBezTo>
                      <a:cubicBezTo>
                        <a:pt x="331" y="5"/>
                        <a:pt x="302"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28"/>
                <p:cNvSpPr/>
                <p:nvPr/>
              </p:nvSpPr>
              <p:spPr>
                <a:xfrm>
                  <a:off x="-2031325" y="2321538"/>
                  <a:ext cx="13650" cy="12050"/>
                </a:xfrm>
                <a:custGeom>
                  <a:rect b="b" l="l" r="r" t="t"/>
                  <a:pathLst>
                    <a:path extrusionOk="0" h="482" w="546">
                      <a:moveTo>
                        <a:pt x="272" y="0"/>
                      </a:moveTo>
                      <a:cubicBezTo>
                        <a:pt x="176" y="0"/>
                        <a:pt x="85" y="58"/>
                        <a:pt x="48" y="153"/>
                      </a:cubicBezTo>
                      <a:cubicBezTo>
                        <a:pt x="1" y="277"/>
                        <a:pt x="61" y="416"/>
                        <a:pt x="184" y="466"/>
                      </a:cubicBezTo>
                      <a:cubicBezTo>
                        <a:pt x="213" y="477"/>
                        <a:pt x="242" y="482"/>
                        <a:pt x="271" y="482"/>
                      </a:cubicBezTo>
                      <a:cubicBezTo>
                        <a:pt x="368" y="482"/>
                        <a:pt x="459" y="424"/>
                        <a:pt x="497" y="328"/>
                      </a:cubicBezTo>
                      <a:cubicBezTo>
                        <a:pt x="546" y="205"/>
                        <a:pt x="486" y="65"/>
                        <a:pt x="360" y="17"/>
                      </a:cubicBezTo>
                      <a:cubicBezTo>
                        <a:pt x="331" y="6"/>
                        <a:pt x="301"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28"/>
                <p:cNvSpPr/>
                <p:nvPr/>
              </p:nvSpPr>
              <p:spPr>
                <a:xfrm>
                  <a:off x="-2294575" y="2061113"/>
                  <a:ext cx="438100" cy="412175"/>
                </a:xfrm>
                <a:custGeom>
                  <a:rect b="b" l="l" r="r" t="t"/>
                  <a:pathLst>
                    <a:path extrusionOk="0" h="16487" w="17524">
                      <a:moveTo>
                        <a:pt x="16558" y="0"/>
                      </a:moveTo>
                      <a:lnTo>
                        <a:pt x="11197" y="13682"/>
                      </a:lnTo>
                      <a:lnTo>
                        <a:pt x="0" y="9296"/>
                      </a:lnTo>
                      <a:lnTo>
                        <a:pt x="965" y="12098"/>
                      </a:lnTo>
                      <a:lnTo>
                        <a:pt x="12162" y="16486"/>
                      </a:lnTo>
                      <a:lnTo>
                        <a:pt x="17524" y="2803"/>
                      </a:lnTo>
                      <a:lnTo>
                        <a:pt x="165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28"/>
                <p:cNvSpPr/>
                <p:nvPr/>
              </p:nvSpPr>
              <p:spPr>
                <a:xfrm>
                  <a:off x="-2087625" y="2056038"/>
                  <a:ext cx="184150" cy="187625"/>
                </a:xfrm>
                <a:custGeom>
                  <a:rect b="b" l="l" r="r" t="t"/>
                  <a:pathLst>
                    <a:path extrusionOk="0" h="7505" w="7366">
                      <a:moveTo>
                        <a:pt x="6207" y="0"/>
                      </a:moveTo>
                      <a:lnTo>
                        <a:pt x="5783" y="1083"/>
                      </a:lnTo>
                      <a:lnTo>
                        <a:pt x="5783" y="1189"/>
                      </a:lnTo>
                      <a:lnTo>
                        <a:pt x="5979" y="1266"/>
                      </a:lnTo>
                      <a:lnTo>
                        <a:pt x="1434" y="6904"/>
                      </a:lnTo>
                      <a:lnTo>
                        <a:pt x="713" y="6108"/>
                      </a:lnTo>
                      <a:lnTo>
                        <a:pt x="29" y="6546"/>
                      </a:lnTo>
                      <a:lnTo>
                        <a:pt x="1" y="6634"/>
                      </a:lnTo>
                      <a:lnTo>
                        <a:pt x="1004" y="7439"/>
                      </a:lnTo>
                      <a:lnTo>
                        <a:pt x="1057" y="7373"/>
                      </a:lnTo>
                      <a:lnTo>
                        <a:pt x="1435" y="6906"/>
                      </a:lnTo>
                      <a:lnTo>
                        <a:pt x="1058" y="7374"/>
                      </a:lnTo>
                      <a:lnTo>
                        <a:pt x="1004" y="7441"/>
                      </a:lnTo>
                      <a:cubicBezTo>
                        <a:pt x="1012" y="7449"/>
                        <a:pt x="1023" y="7455"/>
                        <a:pt x="1032" y="7461"/>
                      </a:cubicBezTo>
                      <a:lnTo>
                        <a:pt x="1040" y="7466"/>
                      </a:lnTo>
                      <a:cubicBezTo>
                        <a:pt x="1048" y="7471"/>
                        <a:pt x="1057" y="7475"/>
                        <a:pt x="1066" y="7479"/>
                      </a:cubicBezTo>
                      <a:cubicBezTo>
                        <a:pt x="1067" y="7480"/>
                        <a:pt x="1069" y="7480"/>
                        <a:pt x="1071" y="7481"/>
                      </a:cubicBezTo>
                      <a:cubicBezTo>
                        <a:pt x="1107" y="7497"/>
                        <a:pt x="1145" y="7504"/>
                        <a:pt x="1183" y="7504"/>
                      </a:cubicBezTo>
                      <a:cubicBezTo>
                        <a:pt x="1266" y="7504"/>
                        <a:pt x="1348" y="7468"/>
                        <a:pt x="1404" y="7397"/>
                      </a:cubicBezTo>
                      <a:lnTo>
                        <a:pt x="6259" y="1375"/>
                      </a:lnTo>
                      <a:lnTo>
                        <a:pt x="6941" y="1641"/>
                      </a:lnTo>
                      <a:lnTo>
                        <a:pt x="7365" y="559"/>
                      </a:lnTo>
                      <a:lnTo>
                        <a:pt x="7365" y="453"/>
                      </a:lnTo>
                      <a:lnTo>
                        <a:pt x="62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28"/>
                <p:cNvSpPr/>
                <p:nvPr/>
              </p:nvSpPr>
              <p:spPr>
                <a:xfrm>
                  <a:off x="-2153650" y="2264638"/>
                  <a:ext cx="39300" cy="38750"/>
                </a:xfrm>
                <a:custGeom>
                  <a:rect b="b" l="l" r="r" t="t"/>
                  <a:pathLst>
                    <a:path extrusionOk="0" h="1550" w="1572">
                      <a:moveTo>
                        <a:pt x="1505" y="876"/>
                      </a:moveTo>
                      <a:lnTo>
                        <a:pt x="1505" y="876"/>
                      </a:lnTo>
                      <a:cubicBezTo>
                        <a:pt x="1504" y="880"/>
                        <a:pt x="1504" y="884"/>
                        <a:pt x="1502" y="887"/>
                      </a:cubicBezTo>
                      <a:cubicBezTo>
                        <a:pt x="1502" y="882"/>
                        <a:pt x="1504" y="880"/>
                        <a:pt x="1505" y="876"/>
                      </a:cubicBezTo>
                      <a:close/>
                      <a:moveTo>
                        <a:pt x="380" y="1370"/>
                      </a:moveTo>
                      <a:lnTo>
                        <a:pt x="380" y="1370"/>
                      </a:lnTo>
                      <a:cubicBezTo>
                        <a:pt x="384" y="1371"/>
                        <a:pt x="387" y="1374"/>
                        <a:pt x="391" y="1376"/>
                      </a:cubicBezTo>
                      <a:cubicBezTo>
                        <a:pt x="387" y="1374"/>
                        <a:pt x="383" y="1372"/>
                        <a:pt x="380" y="1370"/>
                      </a:cubicBezTo>
                      <a:close/>
                      <a:moveTo>
                        <a:pt x="777" y="0"/>
                      </a:moveTo>
                      <a:cubicBezTo>
                        <a:pt x="481" y="0"/>
                        <a:pt x="201" y="179"/>
                        <a:pt x="86" y="471"/>
                      </a:cubicBezTo>
                      <a:cubicBezTo>
                        <a:pt x="0" y="688"/>
                        <a:pt x="25" y="918"/>
                        <a:pt x="131" y="1107"/>
                      </a:cubicBezTo>
                      <a:cubicBezTo>
                        <a:pt x="206" y="1278"/>
                        <a:pt x="346" y="1423"/>
                        <a:pt x="535" y="1498"/>
                      </a:cubicBezTo>
                      <a:cubicBezTo>
                        <a:pt x="623" y="1533"/>
                        <a:pt x="715" y="1550"/>
                        <a:pt x="804" y="1550"/>
                      </a:cubicBezTo>
                      <a:cubicBezTo>
                        <a:pt x="1101" y="1550"/>
                        <a:pt x="1381" y="1370"/>
                        <a:pt x="1495" y="1078"/>
                      </a:cubicBezTo>
                      <a:cubicBezTo>
                        <a:pt x="1572" y="884"/>
                        <a:pt x="1556" y="678"/>
                        <a:pt x="1476" y="500"/>
                      </a:cubicBezTo>
                      <a:cubicBezTo>
                        <a:pt x="1408" y="302"/>
                        <a:pt x="1257" y="134"/>
                        <a:pt x="1046" y="51"/>
                      </a:cubicBezTo>
                      <a:cubicBezTo>
                        <a:pt x="958" y="17"/>
                        <a:pt x="86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28"/>
                <p:cNvSpPr/>
                <p:nvPr/>
              </p:nvSpPr>
              <p:spPr>
                <a:xfrm>
                  <a:off x="-2259050" y="2223338"/>
                  <a:ext cx="39325" cy="38775"/>
                </a:xfrm>
                <a:custGeom>
                  <a:rect b="b" l="l" r="r" t="t"/>
                  <a:pathLst>
                    <a:path extrusionOk="0" h="1551" w="1573">
                      <a:moveTo>
                        <a:pt x="1505" y="877"/>
                      </a:moveTo>
                      <a:cubicBezTo>
                        <a:pt x="1505" y="881"/>
                        <a:pt x="1503" y="885"/>
                        <a:pt x="1502" y="887"/>
                      </a:cubicBezTo>
                      <a:cubicBezTo>
                        <a:pt x="1504" y="883"/>
                        <a:pt x="1505" y="879"/>
                        <a:pt x="1505" y="877"/>
                      </a:cubicBezTo>
                      <a:close/>
                      <a:moveTo>
                        <a:pt x="439" y="1404"/>
                      </a:moveTo>
                      <a:cubicBezTo>
                        <a:pt x="460" y="1413"/>
                        <a:pt x="482" y="1424"/>
                        <a:pt x="504" y="1433"/>
                      </a:cubicBezTo>
                      <a:cubicBezTo>
                        <a:pt x="482" y="1424"/>
                        <a:pt x="460" y="1414"/>
                        <a:pt x="439" y="1404"/>
                      </a:cubicBezTo>
                      <a:close/>
                      <a:moveTo>
                        <a:pt x="777" y="1"/>
                      </a:moveTo>
                      <a:cubicBezTo>
                        <a:pt x="481" y="1"/>
                        <a:pt x="201" y="180"/>
                        <a:pt x="86" y="472"/>
                      </a:cubicBezTo>
                      <a:cubicBezTo>
                        <a:pt x="0" y="689"/>
                        <a:pt x="25" y="919"/>
                        <a:pt x="131" y="1108"/>
                      </a:cubicBezTo>
                      <a:cubicBezTo>
                        <a:pt x="207" y="1279"/>
                        <a:pt x="346" y="1424"/>
                        <a:pt x="535" y="1499"/>
                      </a:cubicBezTo>
                      <a:cubicBezTo>
                        <a:pt x="624" y="1534"/>
                        <a:pt x="715" y="1550"/>
                        <a:pt x="805" y="1550"/>
                      </a:cubicBezTo>
                      <a:cubicBezTo>
                        <a:pt x="1101" y="1550"/>
                        <a:pt x="1381" y="1371"/>
                        <a:pt x="1496" y="1079"/>
                      </a:cubicBezTo>
                      <a:cubicBezTo>
                        <a:pt x="1572" y="883"/>
                        <a:pt x="1558" y="679"/>
                        <a:pt x="1476" y="501"/>
                      </a:cubicBezTo>
                      <a:cubicBezTo>
                        <a:pt x="1408" y="303"/>
                        <a:pt x="1257" y="135"/>
                        <a:pt x="1047" y="52"/>
                      </a:cubicBezTo>
                      <a:cubicBezTo>
                        <a:pt x="958" y="17"/>
                        <a:pt x="867"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28"/>
                <p:cNvSpPr/>
                <p:nvPr/>
              </p:nvSpPr>
              <p:spPr>
                <a:xfrm>
                  <a:off x="-2252275" y="2229838"/>
                  <a:ext cx="24300" cy="23125"/>
                </a:xfrm>
                <a:custGeom>
                  <a:rect b="b" l="l" r="r" t="t"/>
                  <a:pathLst>
                    <a:path extrusionOk="0" h="925" w="972">
                      <a:moveTo>
                        <a:pt x="468" y="1"/>
                      </a:moveTo>
                      <a:cubicBezTo>
                        <a:pt x="236" y="1"/>
                        <a:pt x="40" y="178"/>
                        <a:pt x="18" y="414"/>
                      </a:cubicBezTo>
                      <a:cubicBezTo>
                        <a:pt x="1" y="611"/>
                        <a:pt x="111" y="788"/>
                        <a:pt x="279" y="866"/>
                      </a:cubicBezTo>
                      <a:lnTo>
                        <a:pt x="279" y="869"/>
                      </a:lnTo>
                      <a:cubicBezTo>
                        <a:pt x="333" y="896"/>
                        <a:pt x="393" y="916"/>
                        <a:pt x="456" y="922"/>
                      </a:cubicBezTo>
                      <a:cubicBezTo>
                        <a:pt x="473" y="924"/>
                        <a:pt x="490" y="925"/>
                        <a:pt x="506" y="925"/>
                      </a:cubicBezTo>
                      <a:cubicBezTo>
                        <a:pt x="743" y="925"/>
                        <a:pt x="941" y="751"/>
                        <a:pt x="957" y="516"/>
                      </a:cubicBezTo>
                      <a:cubicBezTo>
                        <a:pt x="972" y="329"/>
                        <a:pt x="870" y="158"/>
                        <a:pt x="714" y="71"/>
                      </a:cubicBezTo>
                      <a:cubicBezTo>
                        <a:pt x="655" y="34"/>
                        <a:pt x="586" y="9"/>
                        <a:pt x="512" y="3"/>
                      </a:cubicBezTo>
                      <a:cubicBezTo>
                        <a:pt x="497" y="1"/>
                        <a:pt x="483"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28"/>
                <p:cNvSpPr/>
                <p:nvPr/>
              </p:nvSpPr>
              <p:spPr>
                <a:xfrm>
                  <a:off x="-1975575" y="2193263"/>
                  <a:ext cx="23375" cy="52875"/>
                </a:xfrm>
                <a:custGeom>
                  <a:rect b="b" l="l" r="r" t="t"/>
                  <a:pathLst>
                    <a:path extrusionOk="0" h="2115" w="935">
                      <a:moveTo>
                        <a:pt x="683" y="0"/>
                      </a:moveTo>
                      <a:lnTo>
                        <a:pt x="1" y="1743"/>
                      </a:lnTo>
                      <a:lnTo>
                        <a:pt x="1" y="2022"/>
                      </a:lnTo>
                      <a:lnTo>
                        <a:pt x="251" y="2115"/>
                      </a:lnTo>
                      <a:lnTo>
                        <a:pt x="935" y="372"/>
                      </a:lnTo>
                      <a:lnTo>
                        <a:pt x="935" y="93"/>
                      </a:lnTo>
                      <a:lnTo>
                        <a:pt x="6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28"/>
                <p:cNvSpPr/>
                <p:nvPr/>
              </p:nvSpPr>
              <p:spPr>
                <a:xfrm>
                  <a:off x="-2167200" y="1989363"/>
                  <a:ext cx="134500" cy="203875"/>
                </a:xfrm>
                <a:custGeom>
                  <a:rect b="b" l="l" r="r" t="t"/>
                  <a:pathLst>
                    <a:path extrusionOk="0" h="8155" w="5380">
                      <a:moveTo>
                        <a:pt x="2881" y="0"/>
                      </a:moveTo>
                      <a:cubicBezTo>
                        <a:pt x="1808" y="0"/>
                        <a:pt x="775" y="428"/>
                        <a:pt x="15" y="1179"/>
                      </a:cubicBezTo>
                      <a:cubicBezTo>
                        <a:pt x="0" y="1485"/>
                        <a:pt x="155" y="1740"/>
                        <a:pt x="660" y="1803"/>
                      </a:cubicBezTo>
                      <a:cubicBezTo>
                        <a:pt x="2133" y="1988"/>
                        <a:pt x="3800" y="2316"/>
                        <a:pt x="2089" y="4028"/>
                      </a:cubicBezTo>
                      <a:cubicBezTo>
                        <a:pt x="595" y="5525"/>
                        <a:pt x="2520" y="5619"/>
                        <a:pt x="3030" y="5619"/>
                      </a:cubicBezTo>
                      <a:cubicBezTo>
                        <a:pt x="3104" y="5619"/>
                        <a:pt x="3148" y="5618"/>
                        <a:pt x="3148" y="5618"/>
                      </a:cubicBezTo>
                      <a:lnTo>
                        <a:pt x="3148" y="5618"/>
                      </a:lnTo>
                      <a:cubicBezTo>
                        <a:pt x="3148" y="5618"/>
                        <a:pt x="4018" y="6541"/>
                        <a:pt x="2706" y="6726"/>
                      </a:cubicBezTo>
                      <a:cubicBezTo>
                        <a:pt x="1948" y="6831"/>
                        <a:pt x="1688" y="7465"/>
                        <a:pt x="1857" y="8022"/>
                      </a:cubicBezTo>
                      <a:cubicBezTo>
                        <a:pt x="2198" y="8112"/>
                        <a:pt x="2542" y="8155"/>
                        <a:pt x="2883" y="8155"/>
                      </a:cubicBezTo>
                      <a:cubicBezTo>
                        <a:pt x="3587" y="8155"/>
                        <a:pt x="4275" y="7970"/>
                        <a:pt x="4881" y="7630"/>
                      </a:cubicBezTo>
                      <a:cubicBezTo>
                        <a:pt x="4438" y="7437"/>
                        <a:pt x="4058" y="7138"/>
                        <a:pt x="4365" y="6727"/>
                      </a:cubicBezTo>
                      <a:cubicBezTo>
                        <a:pt x="4934" y="5963"/>
                        <a:pt x="5380" y="4346"/>
                        <a:pt x="4348" y="4346"/>
                      </a:cubicBezTo>
                      <a:cubicBezTo>
                        <a:pt x="4298" y="4346"/>
                        <a:pt x="4244" y="4350"/>
                        <a:pt x="4187" y="4357"/>
                      </a:cubicBezTo>
                      <a:cubicBezTo>
                        <a:pt x="4143" y="4363"/>
                        <a:pt x="4102" y="4366"/>
                        <a:pt x="4064" y="4366"/>
                      </a:cubicBezTo>
                      <a:cubicBezTo>
                        <a:pt x="3007" y="4366"/>
                        <a:pt x="3753" y="2192"/>
                        <a:pt x="2957" y="1834"/>
                      </a:cubicBezTo>
                      <a:cubicBezTo>
                        <a:pt x="2333" y="1556"/>
                        <a:pt x="2444" y="467"/>
                        <a:pt x="3109" y="7"/>
                      </a:cubicBezTo>
                      <a:cubicBezTo>
                        <a:pt x="3033" y="2"/>
                        <a:pt x="2957" y="0"/>
                        <a:pt x="2881"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28"/>
                <p:cNvSpPr/>
                <p:nvPr/>
              </p:nvSpPr>
              <p:spPr>
                <a:xfrm>
                  <a:off x="-2197600" y="1989338"/>
                  <a:ext cx="205850" cy="207900"/>
                </a:xfrm>
                <a:custGeom>
                  <a:rect b="b" l="l" r="r" t="t"/>
                  <a:pathLst>
                    <a:path extrusionOk="0" h="8316" w="8234">
                      <a:moveTo>
                        <a:pt x="8150" y="4500"/>
                      </a:moveTo>
                      <a:cubicBezTo>
                        <a:pt x="8150" y="4505"/>
                        <a:pt x="8150" y="4512"/>
                        <a:pt x="8149" y="4517"/>
                      </a:cubicBezTo>
                      <a:cubicBezTo>
                        <a:pt x="8149" y="4511"/>
                        <a:pt x="8150" y="4505"/>
                        <a:pt x="8150" y="4500"/>
                      </a:cubicBezTo>
                      <a:close/>
                      <a:moveTo>
                        <a:pt x="8136" y="4636"/>
                      </a:moveTo>
                      <a:cubicBezTo>
                        <a:pt x="8136" y="4637"/>
                        <a:pt x="8135" y="4638"/>
                        <a:pt x="8135" y="4639"/>
                      </a:cubicBezTo>
                      <a:lnTo>
                        <a:pt x="8135" y="4639"/>
                      </a:lnTo>
                      <a:cubicBezTo>
                        <a:pt x="8135" y="4638"/>
                        <a:pt x="8136" y="4637"/>
                        <a:pt x="8136" y="4636"/>
                      </a:cubicBezTo>
                      <a:close/>
                      <a:moveTo>
                        <a:pt x="1080" y="6817"/>
                      </a:moveTo>
                      <a:lnTo>
                        <a:pt x="1080" y="6817"/>
                      </a:lnTo>
                      <a:cubicBezTo>
                        <a:pt x="1081" y="6819"/>
                        <a:pt x="1082" y="6820"/>
                        <a:pt x="1084" y="6822"/>
                      </a:cubicBezTo>
                      <a:cubicBezTo>
                        <a:pt x="1082" y="6821"/>
                        <a:pt x="1081" y="6820"/>
                        <a:pt x="1080" y="6817"/>
                      </a:cubicBezTo>
                      <a:close/>
                      <a:moveTo>
                        <a:pt x="1469" y="7194"/>
                      </a:moveTo>
                      <a:cubicBezTo>
                        <a:pt x="1490" y="7212"/>
                        <a:pt x="1510" y="7229"/>
                        <a:pt x="1531" y="7246"/>
                      </a:cubicBezTo>
                      <a:cubicBezTo>
                        <a:pt x="1509" y="7229"/>
                        <a:pt x="1489" y="7212"/>
                        <a:pt x="1469" y="7194"/>
                      </a:cubicBezTo>
                      <a:close/>
                      <a:moveTo>
                        <a:pt x="1595" y="7297"/>
                      </a:moveTo>
                      <a:lnTo>
                        <a:pt x="1595" y="7297"/>
                      </a:lnTo>
                      <a:cubicBezTo>
                        <a:pt x="1623" y="7318"/>
                        <a:pt x="1651" y="7340"/>
                        <a:pt x="1680" y="7362"/>
                      </a:cubicBezTo>
                      <a:cubicBezTo>
                        <a:pt x="1650" y="7341"/>
                        <a:pt x="1622" y="7319"/>
                        <a:pt x="1595" y="7297"/>
                      </a:cubicBezTo>
                      <a:close/>
                      <a:moveTo>
                        <a:pt x="5632" y="7855"/>
                      </a:moveTo>
                      <a:cubicBezTo>
                        <a:pt x="5566" y="7883"/>
                        <a:pt x="5501" y="7908"/>
                        <a:pt x="5435" y="7930"/>
                      </a:cubicBezTo>
                      <a:cubicBezTo>
                        <a:pt x="5501" y="7906"/>
                        <a:pt x="5566" y="7883"/>
                        <a:pt x="5632" y="7855"/>
                      </a:cubicBezTo>
                      <a:close/>
                      <a:moveTo>
                        <a:pt x="5233" y="7993"/>
                      </a:moveTo>
                      <a:cubicBezTo>
                        <a:pt x="5132" y="8024"/>
                        <a:pt x="5029" y="8049"/>
                        <a:pt x="4925" y="8071"/>
                      </a:cubicBezTo>
                      <a:cubicBezTo>
                        <a:pt x="5028" y="8049"/>
                        <a:pt x="5132" y="8023"/>
                        <a:pt x="5233" y="7993"/>
                      </a:cubicBezTo>
                      <a:close/>
                      <a:moveTo>
                        <a:pt x="4822" y="8091"/>
                      </a:moveTo>
                      <a:cubicBezTo>
                        <a:pt x="4753" y="8105"/>
                        <a:pt x="4683" y="8115"/>
                        <a:pt x="4612" y="8123"/>
                      </a:cubicBezTo>
                      <a:cubicBezTo>
                        <a:pt x="4682" y="8115"/>
                        <a:pt x="4752" y="8105"/>
                        <a:pt x="4822" y="8091"/>
                      </a:cubicBezTo>
                      <a:close/>
                      <a:moveTo>
                        <a:pt x="4097" y="1"/>
                      </a:moveTo>
                      <a:cubicBezTo>
                        <a:pt x="2386" y="1"/>
                        <a:pt x="774" y="1086"/>
                        <a:pt x="212" y="2841"/>
                      </a:cubicBezTo>
                      <a:cubicBezTo>
                        <a:pt x="71" y="3280"/>
                        <a:pt x="11" y="3729"/>
                        <a:pt x="22" y="4170"/>
                      </a:cubicBezTo>
                      <a:cubicBezTo>
                        <a:pt x="1" y="5736"/>
                        <a:pt x="890" y="7240"/>
                        <a:pt x="2366" y="7929"/>
                      </a:cubicBezTo>
                      <a:cubicBezTo>
                        <a:pt x="2930" y="8192"/>
                        <a:pt x="3518" y="8316"/>
                        <a:pt x="4096" y="8316"/>
                      </a:cubicBezTo>
                      <a:cubicBezTo>
                        <a:pt x="5807" y="8316"/>
                        <a:pt x="7419" y="7231"/>
                        <a:pt x="7981" y="5475"/>
                      </a:cubicBezTo>
                      <a:cubicBezTo>
                        <a:pt x="8110" y="5073"/>
                        <a:pt x="8169" y="4663"/>
                        <a:pt x="8169" y="4256"/>
                      </a:cubicBezTo>
                      <a:cubicBezTo>
                        <a:pt x="8234" y="2650"/>
                        <a:pt x="7336" y="1091"/>
                        <a:pt x="5827" y="387"/>
                      </a:cubicBezTo>
                      <a:cubicBezTo>
                        <a:pt x="5264" y="124"/>
                        <a:pt x="4675" y="1"/>
                        <a:pt x="4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28"/>
                <p:cNvSpPr/>
                <p:nvPr/>
              </p:nvSpPr>
              <p:spPr>
                <a:xfrm>
                  <a:off x="-2149900" y="2043388"/>
                  <a:ext cx="109250" cy="95825"/>
                </a:xfrm>
                <a:custGeom>
                  <a:rect b="b" l="l" r="r" t="t"/>
                  <a:pathLst>
                    <a:path extrusionOk="0" h="3833" w="4370">
                      <a:moveTo>
                        <a:pt x="2190" y="0"/>
                      </a:moveTo>
                      <a:cubicBezTo>
                        <a:pt x="1932" y="0"/>
                        <a:pt x="1670" y="52"/>
                        <a:pt x="1419" y="162"/>
                      </a:cubicBezTo>
                      <a:cubicBezTo>
                        <a:pt x="446" y="588"/>
                        <a:pt x="1" y="1718"/>
                        <a:pt x="424" y="2686"/>
                      </a:cubicBezTo>
                      <a:cubicBezTo>
                        <a:pt x="738" y="3404"/>
                        <a:pt x="1441" y="3832"/>
                        <a:pt x="2180" y="3832"/>
                      </a:cubicBezTo>
                      <a:cubicBezTo>
                        <a:pt x="2438" y="3832"/>
                        <a:pt x="2700" y="3780"/>
                        <a:pt x="2951" y="3670"/>
                      </a:cubicBezTo>
                      <a:cubicBezTo>
                        <a:pt x="3924" y="3245"/>
                        <a:pt x="4369" y="2116"/>
                        <a:pt x="3946" y="1147"/>
                      </a:cubicBezTo>
                      <a:cubicBezTo>
                        <a:pt x="3632" y="428"/>
                        <a:pt x="2929" y="0"/>
                        <a:pt x="2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28"/>
                <p:cNvSpPr/>
                <p:nvPr/>
              </p:nvSpPr>
              <p:spPr>
                <a:xfrm>
                  <a:off x="-2107125" y="2079913"/>
                  <a:ext cx="23875" cy="22775"/>
                </a:xfrm>
                <a:custGeom>
                  <a:rect b="b" l="l" r="r" t="t"/>
                  <a:pathLst>
                    <a:path extrusionOk="0" h="911" w="955">
                      <a:moveTo>
                        <a:pt x="478" y="1"/>
                      </a:moveTo>
                      <a:cubicBezTo>
                        <a:pt x="264" y="1"/>
                        <a:pt x="63" y="153"/>
                        <a:pt x="27" y="391"/>
                      </a:cubicBezTo>
                      <a:cubicBezTo>
                        <a:pt x="1" y="560"/>
                        <a:pt x="77" y="735"/>
                        <a:pt x="219" y="830"/>
                      </a:cubicBezTo>
                      <a:cubicBezTo>
                        <a:pt x="300" y="885"/>
                        <a:pt x="390" y="911"/>
                        <a:pt x="477" y="911"/>
                      </a:cubicBezTo>
                      <a:cubicBezTo>
                        <a:pt x="691" y="911"/>
                        <a:pt x="892" y="759"/>
                        <a:pt x="929" y="521"/>
                      </a:cubicBezTo>
                      <a:cubicBezTo>
                        <a:pt x="954" y="351"/>
                        <a:pt x="878" y="177"/>
                        <a:pt x="737" y="81"/>
                      </a:cubicBezTo>
                      <a:cubicBezTo>
                        <a:pt x="655" y="26"/>
                        <a:pt x="565" y="1"/>
                        <a:pt x="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28"/>
                <p:cNvSpPr/>
                <p:nvPr/>
              </p:nvSpPr>
              <p:spPr>
                <a:xfrm>
                  <a:off x="-2146875" y="2271113"/>
                  <a:ext cx="24300" cy="23125"/>
                </a:xfrm>
                <a:custGeom>
                  <a:rect b="b" l="l" r="r" t="t"/>
                  <a:pathLst>
                    <a:path extrusionOk="0" h="925" w="972">
                      <a:moveTo>
                        <a:pt x="468" y="1"/>
                      </a:moveTo>
                      <a:cubicBezTo>
                        <a:pt x="236" y="1"/>
                        <a:pt x="39" y="178"/>
                        <a:pt x="18" y="415"/>
                      </a:cubicBezTo>
                      <a:cubicBezTo>
                        <a:pt x="0" y="611"/>
                        <a:pt x="111" y="788"/>
                        <a:pt x="279" y="867"/>
                      </a:cubicBezTo>
                      <a:lnTo>
                        <a:pt x="279" y="869"/>
                      </a:lnTo>
                      <a:cubicBezTo>
                        <a:pt x="333" y="897"/>
                        <a:pt x="393" y="916"/>
                        <a:pt x="456" y="922"/>
                      </a:cubicBezTo>
                      <a:cubicBezTo>
                        <a:pt x="473" y="924"/>
                        <a:pt x="489" y="925"/>
                        <a:pt x="506" y="925"/>
                      </a:cubicBezTo>
                      <a:cubicBezTo>
                        <a:pt x="742" y="925"/>
                        <a:pt x="941" y="751"/>
                        <a:pt x="957" y="516"/>
                      </a:cubicBezTo>
                      <a:cubicBezTo>
                        <a:pt x="972" y="331"/>
                        <a:pt x="869" y="161"/>
                        <a:pt x="714" y="71"/>
                      </a:cubicBezTo>
                      <a:cubicBezTo>
                        <a:pt x="654" y="34"/>
                        <a:pt x="586" y="9"/>
                        <a:pt x="511" y="3"/>
                      </a:cubicBezTo>
                      <a:cubicBezTo>
                        <a:pt x="497" y="1"/>
                        <a:pt x="482"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28"/>
                <p:cNvSpPr/>
                <p:nvPr/>
              </p:nvSpPr>
              <p:spPr>
                <a:xfrm>
                  <a:off x="-2093700" y="2291263"/>
                  <a:ext cx="24300" cy="23150"/>
                </a:xfrm>
                <a:custGeom>
                  <a:rect b="b" l="l" r="r" t="t"/>
                  <a:pathLst>
                    <a:path extrusionOk="0" h="926" w="972">
                      <a:moveTo>
                        <a:pt x="469" y="1"/>
                      </a:moveTo>
                      <a:cubicBezTo>
                        <a:pt x="236" y="1"/>
                        <a:pt x="39" y="178"/>
                        <a:pt x="18" y="415"/>
                      </a:cubicBezTo>
                      <a:cubicBezTo>
                        <a:pt x="0" y="611"/>
                        <a:pt x="111" y="788"/>
                        <a:pt x="279" y="868"/>
                      </a:cubicBezTo>
                      <a:lnTo>
                        <a:pt x="279" y="869"/>
                      </a:lnTo>
                      <a:cubicBezTo>
                        <a:pt x="333" y="897"/>
                        <a:pt x="393" y="916"/>
                        <a:pt x="456" y="922"/>
                      </a:cubicBezTo>
                      <a:cubicBezTo>
                        <a:pt x="473" y="924"/>
                        <a:pt x="490" y="925"/>
                        <a:pt x="507" y="925"/>
                      </a:cubicBezTo>
                      <a:cubicBezTo>
                        <a:pt x="743" y="925"/>
                        <a:pt x="941" y="751"/>
                        <a:pt x="957" y="517"/>
                      </a:cubicBezTo>
                      <a:cubicBezTo>
                        <a:pt x="972" y="331"/>
                        <a:pt x="870" y="161"/>
                        <a:pt x="714" y="71"/>
                      </a:cubicBezTo>
                      <a:cubicBezTo>
                        <a:pt x="655" y="34"/>
                        <a:pt x="587" y="9"/>
                        <a:pt x="511" y="3"/>
                      </a:cubicBezTo>
                      <a:cubicBezTo>
                        <a:pt x="497" y="2"/>
                        <a:pt x="483"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28"/>
                <p:cNvSpPr/>
                <p:nvPr/>
              </p:nvSpPr>
              <p:spPr>
                <a:xfrm>
                  <a:off x="-2222725" y="2179463"/>
                  <a:ext cx="114350" cy="64025"/>
                </a:xfrm>
                <a:custGeom>
                  <a:rect b="b" l="l" r="r" t="t"/>
                  <a:pathLst>
                    <a:path extrusionOk="0" h="2561" w="4574">
                      <a:moveTo>
                        <a:pt x="355" y="0"/>
                      </a:moveTo>
                      <a:lnTo>
                        <a:pt x="0" y="908"/>
                      </a:lnTo>
                      <a:lnTo>
                        <a:pt x="3360" y="2224"/>
                      </a:lnTo>
                      <a:lnTo>
                        <a:pt x="4010" y="2479"/>
                      </a:lnTo>
                      <a:lnTo>
                        <a:pt x="4217" y="2560"/>
                      </a:lnTo>
                      <a:lnTo>
                        <a:pt x="4573" y="1652"/>
                      </a:lnTo>
                      <a:lnTo>
                        <a:pt x="3807" y="1352"/>
                      </a:lnTo>
                      <a:lnTo>
                        <a:pt x="3596" y="1269"/>
                      </a:lnTo>
                      <a:lnTo>
                        <a:pt x="1863" y="591"/>
                      </a:lnTo>
                      <a:lnTo>
                        <a:pt x="1545" y="466"/>
                      </a:lnTo>
                      <a:lnTo>
                        <a:pt x="3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59" name="Google Shape;2159;p28"/>
            <p:cNvGrpSpPr/>
            <p:nvPr/>
          </p:nvGrpSpPr>
          <p:grpSpPr>
            <a:xfrm>
              <a:off x="173795" y="766572"/>
              <a:ext cx="500560" cy="472885"/>
              <a:chOff x="-1174275" y="581450"/>
              <a:chExt cx="370100" cy="349638"/>
            </a:xfrm>
          </p:grpSpPr>
          <p:sp>
            <p:nvSpPr>
              <p:cNvPr id="2160" name="Google Shape;2160;p28"/>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28"/>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1_1">
    <p:spTree>
      <p:nvGrpSpPr>
        <p:cNvPr id="2162" name="Shape 2162"/>
        <p:cNvGrpSpPr/>
        <p:nvPr/>
      </p:nvGrpSpPr>
      <p:grpSpPr>
        <a:xfrm>
          <a:off x="0" y="0"/>
          <a:ext cx="0" cy="0"/>
          <a:chOff x="0" y="0"/>
          <a:chExt cx="0" cy="0"/>
        </a:xfrm>
      </p:grpSpPr>
      <p:sp>
        <p:nvSpPr>
          <p:cNvPr id="2163" name="Google Shape;2163;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2164" name="Google Shape;2164;p29"/>
          <p:cNvGrpSpPr/>
          <p:nvPr/>
        </p:nvGrpSpPr>
        <p:grpSpPr>
          <a:xfrm>
            <a:off x="-106331" y="228395"/>
            <a:ext cx="9066642" cy="4867970"/>
            <a:chOff x="-106331" y="228395"/>
            <a:chExt cx="9066642" cy="4867970"/>
          </a:xfrm>
        </p:grpSpPr>
        <p:grpSp>
          <p:nvGrpSpPr>
            <p:cNvPr id="2165" name="Google Shape;2165;p29"/>
            <p:cNvGrpSpPr/>
            <p:nvPr/>
          </p:nvGrpSpPr>
          <p:grpSpPr>
            <a:xfrm>
              <a:off x="268728" y="228395"/>
              <a:ext cx="311019" cy="311110"/>
              <a:chOff x="5038846" y="235350"/>
              <a:chExt cx="158691" cy="158738"/>
            </a:xfrm>
          </p:grpSpPr>
          <p:sp>
            <p:nvSpPr>
              <p:cNvPr id="2166" name="Google Shape;2166;p29"/>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29"/>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 name="Google Shape;2168;p29"/>
            <p:cNvGrpSpPr/>
            <p:nvPr/>
          </p:nvGrpSpPr>
          <p:grpSpPr>
            <a:xfrm>
              <a:off x="8595003" y="3815420"/>
              <a:ext cx="311019" cy="311110"/>
              <a:chOff x="5038846" y="235350"/>
              <a:chExt cx="158691" cy="158738"/>
            </a:xfrm>
          </p:grpSpPr>
          <p:sp>
            <p:nvSpPr>
              <p:cNvPr id="2169" name="Google Shape;2169;p29"/>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29"/>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 name="Google Shape;2171;p29"/>
            <p:cNvGrpSpPr/>
            <p:nvPr/>
          </p:nvGrpSpPr>
          <p:grpSpPr>
            <a:xfrm>
              <a:off x="193003" y="3862920"/>
              <a:ext cx="311019" cy="311110"/>
              <a:chOff x="5038846" y="235350"/>
              <a:chExt cx="158691" cy="158738"/>
            </a:xfrm>
          </p:grpSpPr>
          <p:sp>
            <p:nvSpPr>
              <p:cNvPr id="2172" name="Google Shape;2172;p29"/>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29"/>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 name="Google Shape;2174;p29"/>
            <p:cNvGrpSpPr/>
            <p:nvPr/>
          </p:nvGrpSpPr>
          <p:grpSpPr>
            <a:xfrm>
              <a:off x="408055" y="1622578"/>
              <a:ext cx="215033" cy="215222"/>
              <a:chOff x="5062659" y="967188"/>
              <a:chExt cx="109716" cy="109813"/>
            </a:xfrm>
          </p:grpSpPr>
          <p:sp>
            <p:nvSpPr>
              <p:cNvPr id="2175" name="Google Shape;2175;p29"/>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29"/>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29"/>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8" name="Google Shape;2178;p29"/>
            <p:cNvGrpSpPr/>
            <p:nvPr/>
          </p:nvGrpSpPr>
          <p:grpSpPr>
            <a:xfrm>
              <a:off x="-106331" y="675544"/>
              <a:ext cx="514376" cy="759657"/>
              <a:chOff x="1886004" y="3062663"/>
              <a:chExt cx="262450" cy="387600"/>
            </a:xfrm>
          </p:grpSpPr>
          <p:sp>
            <p:nvSpPr>
              <p:cNvPr id="2179" name="Google Shape;2179;p29"/>
              <p:cNvSpPr/>
              <p:nvPr/>
            </p:nvSpPr>
            <p:spPr>
              <a:xfrm>
                <a:off x="1886029" y="3062663"/>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0" name="Google Shape;2180;p29"/>
              <p:cNvGrpSpPr/>
              <p:nvPr/>
            </p:nvGrpSpPr>
            <p:grpSpPr>
              <a:xfrm>
                <a:off x="1886004" y="3062688"/>
                <a:ext cx="262450" cy="387550"/>
                <a:chOff x="2433900" y="2829400"/>
                <a:chExt cx="262450" cy="387550"/>
              </a:xfrm>
            </p:grpSpPr>
            <p:sp>
              <p:nvSpPr>
                <p:cNvPr id="2181" name="Google Shape;2181;p29"/>
                <p:cNvSpPr/>
                <p:nvPr/>
              </p:nvSpPr>
              <p:spPr>
                <a:xfrm>
                  <a:off x="2433900" y="2829400"/>
                  <a:ext cx="262450" cy="387550"/>
                </a:xfrm>
                <a:custGeom>
                  <a:rect b="b" l="l" r="r" t="t"/>
                  <a:pathLst>
                    <a:path extrusionOk="0" h="15502" w="10498">
                      <a:moveTo>
                        <a:pt x="0" y="1"/>
                      </a:moveTo>
                      <a:lnTo>
                        <a:pt x="0" y="10257"/>
                      </a:lnTo>
                      <a:cubicBezTo>
                        <a:pt x="0" y="10417"/>
                        <a:pt x="7" y="10575"/>
                        <a:pt x="22" y="10733"/>
                      </a:cubicBezTo>
                      <a:cubicBezTo>
                        <a:pt x="26" y="10779"/>
                        <a:pt x="31" y="10826"/>
                        <a:pt x="36" y="10871"/>
                      </a:cubicBezTo>
                      <a:cubicBezTo>
                        <a:pt x="56" y="11038"/>
                        <a:pt x="84" y="11204"/>
                        <a:pt x="119" y="11367"/>
                      </a:cubicBezTo>
                      <a:cubicBezTo>
                        <a:pt x="133" y="11431"/>
                        <a:pt x="147" y="11495"/>
                        <a:pt x="164" y="11558"/>
                      </a:cubicBezTo>
                      <a:cubicBezTo>
                        <a:pt x="224" y="11795"/>
                        <a:pt x="300" y="12024"/>
                        <a:pt x="392" y="12246"/>
                      </a:cubicBezTo>
                      <a:cubicBezTo>
                        <a:pt x="490" y="12484"/>
                        <a:pt x="605" y="12714"/>
                        <a:pt x="735" y="12933"/>
                      </a:cubicBezTo>
                      <a:cubicBezTo>
                        <a:pt x="846" y="13119"/>
                        <a:pt x="967" y="13298"/>
                        <a:pt x="1100" y="13468"/>
                      </a:cubicBezTo>
                      <a:cubicBezTo>
                        <a:pt x="1140" y="13520"/>
                        <a:pt x="1182" y="13571"/>
                        <a:pt x="1223" y="13621"/>
                      </a:cubicBezTo>
                      <a:cubicBezTo>
                        <a:pt x="1317" y="13733"/>
                        <a:pt x="1416" y="13843"/>
                        <a:pt x="1521" y="13947"/>
                      </a:cubicBezTo>
                      <a:lnTo>
                        <a:pt x="1539" y="13965"/>
                      </a:lnTo>
                      <a:cubicBezTo>
                        <a:pt x="1658" y="14086"/>
                        <a:pt x="1785" y="14200"/>
                        <a:pt x="1916" y="14309"/>
                      </a:cubicBezTo>
                      <a:cubicBezTo>
                        <a:pt x="2028" y="14400"/>
                        <a:pt x="2142" y="14486"/>
                        <a:pt x="2261" y="14569"/>
                      </a:cubicBezTo>
                      <a:cubicBezTo>
                        <a:pt x="2425" y="14682"/>
                        <a:pt x="2596" y="14788"/>
                        <a:pt x="2772" y="14882"/>
                      </a:cubicBezTo>
                      <a:cubicBezTo>
                        <a:pt x="2847" y="14922"/>
                        <a:pt x="2922" y="14960"/>
                        <a:pt x="2998" y="14996"/>
                      </a:cubicBezTo>
                      <a:cubicBezTo>
                        <a:pt x="3200" y="15093"/>
                        <a:pt x="3411" y="15176"/>
                        <a:pt x="3628" y="15247"/>
                      </a:cubicBezTo>
                      <a:cubicBezTo>
                        <a:pt x="3774" y="15294"/>
                        <a:pt x="3923" y="15335"/>
                        <a:pt x="4075" y="15370"/>
                      </a:cubicBezTo>
                      <a:cubicBezTo>
                        <a:pt x="4452" y="15456"/>
                        <a:pt x="4845" y="15501"/>
                        <a:pt x="5249" y="15501"/>
                      </a:cubicBezTo>
                      <a:cubicBezTo>
                        <a:pt x="5501" y="15501"/>
                        <a:pt x="5748" y="15485"/>
                        <a:pt x="5991" y="15450"/>
                      </a:cubicBezTo>
                      <a:cubicBezTo>
                        <a:pt x="6186" y="15422"/>
                        <a:pt x="6378" y="15384"/>
                        <a:pt x="6565" y="15335"/>
                      </a:cubicBezTo>
                      <a:cubicBezTo>
                        <a:pt x="6890" y="15252"/>
                        <a:pt x="7202" y="15138"/>
                        <a:pt x="7500" y="14996"/>
                      </a:cubicBezTo>
                      <a:cubicBezTo>
                        <a:pt x="7533" y="14980"/>
                        <a:pt x="7565" y="14964"/>
                        <a:pt x="7597" y="14948"/>
                      </a:cubicBezTo>
                      <a:cubicBezTo>
                        <a:pt x="7689" y="14902"/>
                        <a:pt x="7778" y="14854"/>
                        <a:pt x="7868" y="14803"/>
                      </a:cubicBezTo>
                      <a:cubicBezTo>
                        <a:pt x="8121" y="14656"/>
                        <a:pt x="8359" y="14490"/>
                        <a:pt x="8582" y="14307"/>
                      </a:cubicBezTo>
                      <a:cubicBezTo>
                        <a:pt x="8683" y="14223"/>
                        <a:pt x="8780" y="14137"/>
                        <a:pt x="8875" y="14046"/>
                      </a:cubicBezTo>
                      <a:cubicBezTo>
                        <a:pt x="8963" y="13963"/>
                        <a:pt x="9048" y="13875"/>
                        <a:pt x="9130" y="13784"/>
                      </a:cubicBezTo>
                      <a:cubicBezTo>
                        <a:pt x="9180" y="13730"/>
                        <a:pt x="9228" y="13675"/>
                        <a:pt x="9275" y="13618"/>
                      </a:cubicBezTo>
                      <a:cubicBezTo>
                        <a:pt x="9455" y="13402"/>
                        <a:pt x="9618" y="13173"/>
                        <a:pt x="9763" y="12931"/>
                      </a:cubicBezTo>
                      <a:cubicBezTo>
                        <a:pt x="9772" y="12914"/>
                        <a:pt x="9782" y="12899"/>
                        <a:pt x="9791" y="12881"/>
                      </a:cubicBezTo>
                      <a:cubicBezTo>
                        <a:pt x="9855" y="12772"/>
                        <a:pt x="9913" y="12661"/>
                        <a:pt x="9969" y="12548"/>
                      </a:cubicBezTo>
                      <a:cubicBezTo>
                        <a:pt x="10018" y="12447"/>
                        <a:pt x="10063" y="12345"/>
                        <a:pt x="10105" y="12241"/>
                      </a:cubicBezTo>
                      <a:cubicBezTo>
                        <a:pt x="10197" y="12020"/>
                        <a:pt x="10274" y="11790"/>
                        <a:pt x="10334" y="11554"/>
                      </a:cubicBezTo>
                      <a:cubicBezTo>
                        <a:pt x="10392" y="11331"/>
                        <a:pt x="10435" y="11101"/>
                        <a:pt x="10461" y="10867"/>
                      </a:cubicBezTo>
                      <a:cubicBezTo>
                        <a:pt x="10486" y="10666"/>
                        <a:pt x="10498" y="10460"/>
                        <a:pt x="10498" y="10253"/>
                      </a:cubicBezTo>
                      <a:lnTo>
                        <a:pt x="10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29"/>
                <p:cNvSpPr/>
                <p:nvPr/>
              </p:nvSpPr>
              <p:spPr>
                <a:xfrm>
                  <a:off x="2433925" y="28430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29"/>
                <p:cNvSpPr/>
                <p:nvPr/>
              </p:nvSpPr>
              <p:spPr>
                <a:xfrm>
                  <a:off x="2433925" y="2877500"/>
                  <a:ext cx="262425" cy="17200"/>
                </a:xfrm>
                <a:custGeom>
                  <a:rect b="b" l="l" r="r" t="t"/>
                  <a:pathLst>
                    <a:path extrusionOk="0" h="688"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29"/>
                <p:cNvSpPr/>
                <p:nvPr/>
              </p:nvSpPr>
              <p:spPr>
                <a:xfrm>
                  <a:off x="2433925" y="2911875"/>
                  <a:ext cx="262425" cy="17225"/>
                </a:xfrm>
                <a:custGeom>
                  <a:rect b="b" l="l" r="r" t="t"/>
                  <a:pathLst>
                    <a:path extrusionOk="0" h="689" w="10497">
                      <a:moveTo>
                        <a:pt x="0" y="0"/>
                      </a:moveTo>
                      <a:lnTo>
                        <a:pt x="0" y="689"/>
                      </a:lnTo>
                      <a:lnTo>
                        <a:pt x="10497" y="689"/>
                      </a:lnTo>
                      <a:lnTo>
                        <a:pt x="104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29"/>
                <p:cNvSpPr/>
                <p:nvPr/>
              </p:nvSpPr>
              <p:spPr>
                <a:xfrm>
                  <a:off x="2433925" y="29462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29"/>
                <p:cNvSpPr/>
                <p:nvPr/>
              </p:nvSpPr>
              <p:spPr>
                <a:xfrm>
                  <a:off x="2433925" y="2980700"/>
                  <a:ext cx="262425" cy="17200"/>
                </a:xfrm>
                <a:custGeom>
                  <a:rect b="b" l="l" r="r" t="t"/>
                  <a:pathLst>
                    <a:path extrusionOk="0" h="688"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29"/>
                <p:cNvSpPr/>
                <p:nvPr/>
              </p:nvSpPr>
              <p:spPr>
                <a:xfrm>
                  <a:off x="2433925" y="3015075"/>
                  <a:ext cx="262425" cy="17225"/>
                </a:xfrm>
                <a:custGeom>
                  <a:rect b="b" l="l" r="r" t="t"/>
                  <a:pathLst>
                    <a:path extrusionOk="0" h="689" w="10497">
                      <a:moveTo>
                        <a:pt x="0" y="0"/>
                      </a:moveTo>
                      <a:lnTo>
                        <a:pt x="0" y="688"/>
                      </a:lnTo>
                      <a:lnTo>
                        <a:pt x="10497" y="688"/>
                      </a:lnTo>
                      <a:lnTo>
                        <a:pt x="104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29"/>
                <p:cNvSpPr/>
                <p:nvPr/>
              </p:nvSpPr>
              <p:spPr>
                <a:xfrm>
                  <a:off x="2433925" y="30494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29"/>
                <p:cNvSpPr/>
                <p:nvPr/>
              </p:nvSpPr>
              <p:spPr>
                <a:xfrm>
                  <a:off x="2433900" y="3083900"/>
                  <a:ext cx="262450" cy="17200"/>
                </a:xfrm>
                <a:custGeom>
                  <a:rect b="b" l="l" r="r" t="t"/>
                  <a:pathLst>
                    <a:path extrusionOk="0" h="688" w="10498">
                      <a:moveTo>
                        <a:pt x="0" y="1"/>
                      </a:moveTo>
                      <a:lnTo>
                        <a:pt x="0" y="74"/>
                      </a:lnTo>
                      <a:cubicBezTo>
                        <a:pt x="0" y="234"/>
                        <a:pt x="7" y="393"/>
                        <a:pt x="22" y="550"/>
                      </a:cubicBezTo>
                      <a:cubicBezTo>
                        <a:pt x="26" y="596"/>
                        <a:pt x="31" y="642"/>
                        <a:pt x="36" y="688"/>
                      </a:cubicBezTo>
                      <a:lnTo>
                        <a:pt x="10461" y="688"/>
                      </a:lnTo>
                      <a:cubicBezTo>
                        <a:pt x="10486" y="487"/>
                        <a:pt x="10498" y="281"/>
                        <a:pt x="10498" y="74"/>
                      </a:cubicBezTo>
                      <a:lnTo>
                        <a:pt x="104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29"/>
                <p:cNvSpPr/>
                <p:nvPr/>
              </p:nvSpPr>
              <p:spPr>
                <a:xfrm>
                  <a:off x="2438000" y="3118275"/>
                  <a:ext cx="254300" cy="17225"/>
                </a:xfrm>
                <a:custGeom>
                  <a:rect b="b" l="l" r="r" t="t"/>
                  <a:pathLst>
                    <a:path extrusionOk="0" h="689" w="10172">
                      <a:moveTo>
                        <a:pt x="0" y="0"/>
                      </a:moveTo>
                      <a:cubicBezTo>
                        <a:pt x="60" y="236"/>
                        <a:pt x="136" y="467"/>
                        <a:pt x="228" y="688"/>
                      </a:cubicBezTo>
                      <a:lnTo>
                        <a:pt x="9943" y="688"/>
                      </a:lnTo>
                      <a:cubicBezTo>
                        <a:pt x="10034" y="467"/>
                        <a:pt x="10111" y="236"/>
                        <a:pt x="101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29"/>
                <p:cNvSpPr/>
                <p:nvPr/>
              </p:nvSpPr>
              <p:spPr>
                <a:xfrm>
                  <a:off x="2452250" y="3152675"/>
                  <a:ext cx="225750" cy="17225"/>
                </a:xfrm>
                <a:custGeom>
                  <a:rect b="b" l="l" r="r" t="t"/>
                  <a:pathLst>
                    <a:path extrusionOk="0" h="689" w="9030">
                      <a:moveTo>
                        <a:pt x="1" y="1"/>
                      </a:moveTo>
                      <a:cubicBezTo>
                        <a:pt x="112" y="187"/>
                        <a:pt x="233" y="366"/>
                        <a:pt x="366" y="536"/>
                      </a:cubicBezTo>
                      <a:cubicBezTo>
                        <a:pt x="406" y="588"/>
                        <a:pt x="448" y="639"/>
                        <a:pt x="489" y="688"/>
                      </a:cubicBezTo>
                      <a:lnTo>
                        <a:pt x="8543" y="688"/>
                      </a:lnTo>
                      <a:cubicBezTo>
                        <a:pt x="8723" y="473"/>
                        <a:pt x="8885" y="243"/>
                        <a:pt x="90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29"/>
                <p:cNvSpPr/>
                <p:nvPr/>
              </p:nvSpPr>
              <p:spPr>
                <a:xfrm>
                  <a:off x="2481800" y="3187100"/>
                  <a:ext cx="166675" cy="17225"/>
                </a:xfrm>
                <a:custGeom>
                  <a:rect b="b" l="l" r="r" t="t"/>
                  <a:pathLst>
                    <a:path extrusionOk="0" h="689" w="6667">
                      <a:moveTo>
                        <a:pt x="6666" y="1"/>
                      </a:moveTo>
                      <a:cubicBezTo>
                        <a:pt x="6666" y="1"/>
                        <a:pt x="6665" y="1"/>
                        <a:pt x="6665" y="2"/>
                      </a:cubicBezTo>
                      <a:lnTo>
                        <a:pt x="6666" y="2"/>
                      </a:lnTo>
                      <a:lnTo>
                        <a:pt x="6666" y="1"/>
                      </a:lnTo>
                      <a:close/>
                      <a:moveTo>
                        <a:pt x="0" y="2"/>
                      </a:moveTo>
                      <a:cubicBezTo>
                        <a:pt x="112" y="93"/>
                        <a:pt x="226" y="180"/>
                        <a:pt x="345" y="263"/>
                      </a:cubicBezTo>
                      <a:cubicBezTo>
                        <a:pt x="509" y="376"/>
                        <a:pt x="680" y="481"/>
                        <a:pt x="856" y="575"/>
                      </a:cubicBezTo>
                      <a:cubicBezTo>
                        <a:pt x="931" y="615"/>
                        <a:pt x="1006" y="653"/>
                        <a:pt x="1082" y="689"/>
                      </a:cubicBezTo>
                      <a:lnTo>
                        <a:pt x="5584" y="689"/>
                      </a:lnTo>
                      <a:cubicBezTo>
                        <a:pt x="5617" y="673"/>
                        <a:pt x="5649" y="657"/>
                        <a:pt x="5681" y="641"/>
                      </a:cubicBezTo>
                      <a:cubicBezTo>
                        <a:pt x="5773" y="595"/>
                        <a:pt x="5862" y="547"/>
                        <a:pt x="5952" y="496"/>
                      </a:cubicBezTo>
                      <a:cubicBezTo>
                        <a:pt x="6204" y="351"/>
                        <a:pt x="6442" y="184"/>
                        <a:pt x="6665"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93" name="Google Shape;2193;p29"/>
            <p:cNvGrpSpPr/>
            <p:nvPr/>
          </p:nvGrpSpPr>
          <p:grpSpPr>
            <a:xfrm>
              <a:off x="113988" y="4366257"/>
              <a:ext cx="866978" cy="636471"/>
              <a:chOff x="-3031700" y="3408550"/>
              <a:chExt cx="323475" cy="237463"/>
            </a:xfrm>
          </p:grpSpPr>
          <p:sp>
            <p:nvSpPr>
              <p:cNvPr id="2194" name="Google Shape;2194;p29"/>
              <p:cNvSpPr/>
              <p:nvPr/>
            </p:nvSpPr>
            <p:spPr>
              <a:xfrm>
                <a:off x="-3031700" y="3408550"/>
                <a:ext cx="323425" cy="236300"/>
              </a:xfrm>
              <a:custGeom>
                <a:rect b="b" l="l" r="r" t="t"/>
                <a:pathLst>
                  <a:path extrusionOk="0" h="9452" w="12937">
                    <a:moveTo>
                      <a:pt x="6968" y="1"/>
                    </a:moveTo>
                    <a:cubicBezTo>
                      <a:pt x="6829" y="1"/>
                      <a:pt x="6706" y="95"/>
                      <a:pt x="6686" y="228"/>
                    </a:cubicBezTo>
                    <a:lnTo>
                      <a:pt x="6684" y="228"/>
                    </a:lnTo>
                    <a:cubicBezTo>
                      <a:pt x="6683" y="239"/>
                      <a:pt x="6682" y="251"/>
                      <a:pt x="6682" y="263"/>
                    </a:cubicBezTo>
                    <a:lnTo>
                      <a:pt x="6682" y="289"/>
                    </a:lnTo>
                    <a:lnTo>
                      <a:pt x="792" y="289"/>
                    </a:lnTo>
                    <a:cubicBezTo>
                      <a:pt x="356" y="289"/>
                      <a:pt x="1" y="642"/>
                      <a:pt x="1" y="1079"/>
                    </a:cubicBezTo>
                    <a:lnTo>
                      <a:pt x="1" y="8660"/>
                    </a:lnTo>
                    <a:cubicBezTo>
                      <a:pt x="1" y="9097"/>
                      <a:pt x="355" y="9452"/>
                      <a:pt x="792" y="9452"/>
                    </a:cubicBezTo>
                    <a:lnTo>
                      <a:pt x="12146" y="9452"/>
                    </a:lnTo>
                    <a:cubicBezTo>
                      <a:pt x="12583" y="9452"/>
                      <a:pt x="12937" y="9098"/>
                      <a:pt x="12937" y="8660"/>
                    </a:cubicBezTo>
                    <a:lnTo>
                      <a:pt x="12937" y="1079"/>
                    </a:lnTo>
                    <a:cubicBezTo>
                      <a:pt x="12936" y="642"/>
                      <a:pt x="12583" y="289"/>
                      <a:pt x="12146" y="289"/>
                    </a:cubicBezTo>
                    <a:lnTo>
                      <a:pt x="11872" y="289"/>
                    </a:lnTo>
                    <a:lnTo>
                      <a:pt x="11872" y="263"/>
                    </a:lnTo>
                    <a:cubicBezTo>
                      <a:pt x="11872" y="251"/>
                      <a:pt x="11870" y="239"/>
                      <a:pt x="11869" y="228"/>
                    </a:cubicBezTo>
                    <a:lnTo>
                      <a:pt x="11868" y="228"/>
                    </a:lnTo>
                    <a:cubicBezTo>
                      <a:pt x="11851" y="95"/>
                      <a:pt x="11743" y="1"/>
                      <a:pt x="11604" y="1"/>
                    </a:cubicBezTo>
                    <a:lnTo>
                      <a:pt x="10284" y="1"/>
                    </a:lnTo>
                    <a:lnTo>
                      <a:pt x="10284" y="228"/>
                    </a:lnTo>
                    <a:lnTo>
                      <a:pt x="10284" y="288"/>
                    </a:lnTo>
                    <a:lnTo>
                      <a:pt x="10085" y="288"/>
                    </a:lnTo>
                    <a:lnTo>
                      <a:pt x="10085" y="228"/>
                    </a:lnTo>
                    <a:lnTo>
                      <a:pt x="10085" y="1"/>
                    </a:lnTo>
                    <a:lnTo>
                      <a:pt x="8497" y="1"/>
                    </a:lnTo>
                    <a:lnTo>
                      <a:pt x="8497" y="228"/>
                    </a:lnTo>
                    <a:lnTo>
                      <a:pt x="8497" y="288"/>
                    </a:lnTo>
                    <a:lnTo>
                      <a:pt x="8270" y="288"/>
                    </a:lnTo>
                    <a:lnTo>
                      <a:pt x="8270" y="228"/>
                    </a:lnTo>
                    <a:lnTo>
                      <a:pt x="8270" y="1"/>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5" name="Google Shape;2195;p29"/>
              <p:cNvGrpSpPr/>
              <p:nvPr/>
            </p:nvGrpSpPr>
            <p:grpSpPr>
              <a:xfrm>
                <a:off x="-3031650" y="3408613"/>
                <a:ext cx="323425" cy="237400"/>
                <a:chOff x="-2707800" y="2378775"/>
                <a:chExt cx="323425" cy="237400"/>
              </a:xfrm>
            </p:grpSpPr>
            <p:sp>
              <p:nvSpPr>
                <p:cNvPr id="2196" name="Google Shape;2196;p29"/>
                <p:cNvSpPr/>
                <p:nvPr/>
              </p:nvSpPr>
              <p:spPr>
                <a:xfrm>
                  <a:off x="-2540875" y="2378775"/>
                  <a:ext cx="39725" cy="29125"/>
                </a:xfrm>
                <a:custGeom>
                  <a:rect b="b" l="l" r="r" t="t"/>
                  <a:pathLst>
                    <a:path extrusionOk="0" h="1165" w="1589">
                      <a:moveTo>
                        <a:pt x="287" y="1"/>
                      </a:moveTo>
                      <a:cubicBezTo>
                        <a:pt x="147" y="2"/>
                        <a:pt x="24" y="96"/>
                        <a:pt x="4" y="229"/>
                      </a:cubicBezTo>
                      <a:cubicBezTo>
                        <a:pt x="2" y="240"/>
                        <a:pt x="1" y="252"/>
                        <a:pt x="1" y="263"/>
                      </a:cubicBezTo>
                      <a:lnTo>
                        <a:pt x="1" y="1165"/>
                      </a:lnTo>
                      <a:lnTo>
                        <a:pt x="1588" y="1165"/>
                      </a:lnTo>
                      <a:lnTo>
                        <a:pt x="1588" y="228"/>
                      </a:lnTo>
                      <a:lnTo>
                        <a:pt x="15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29"/>
                <p:cNvSpPr/>
                <p:nvPr/>
              </p:nvSpPr>
              <p:spPr>
                <a:xfrm>
                  <a:off x="-2495450" y="2378800"/>
                  <a:ext cx="39700" cy="29075"/>
                </a:xfrm>
                <a:custGeom>
                  <a:rect b="b" l="l" r="r" t="t"/>
                  <a:pathLst>
                    <a:path extrusionOk="0" h="1163" w="1588">
                      <a:moveTo>
                        <a:pt x="0" y="1"/>
                      </a:moveTo>
                      <a:lnTo>
                        <a:pt x="0" y="228"/>
                      </a:lnTo>
                      <a:lnTo>
                        <a:pt x="0" y="1163"/>
                      </a:lnTo>
                      <a:lnTo>
                        <a:pt x="1587" y="1163"/>
                      </a:lnTo>
                      <a:lnTo>
                        <a:pt x="1587" y="228"/>
                      </a:lnTo>
                      <a:lnTo>
                        <a:pt x="15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29"/>
                <p:cNvSpPr/>
                <p:nvPr/>
              </p:nvSpPr>
              <p:spPr>
                <a:xfrm>
                  <a:off x="-2450775" y="2378775"/>
                  <a:ext cx="39725" cy="29125"/>
                </a:xfrm>
                <a:custGeom>
                  <a:rect b="b" l="l" r="r" t="t"/>
                  <a:pathLst>
                    <a:path extrusionOk="0" h="1165" w="1589">
                      <a:moveTo>
                        <a:pt x="1" y="1"/>
                      </a:moveTo>
                      <a:lnTo>
                        <a:pt x="1" y="229"/>
                      </a:lnTo>
                      <a:lnTo>
                        <a:pt x="1" y="1165"/>
                      </a:lnTo>
                      <a:lnTo>
                        <a:pt x="1589" y="1165"/>
                      </a:lnTo>
                      <a:lnTo>
                        <a:pt x="1589" y="263"/>
                      </a:lnTo>
                      <a:cubicBezTo>
                        <a:pt x="1588" y="251"/>
                        <a:pt x="1588" y="240"/>
                        <a:pt x="1586" y="229"/>
                      </a:cubicBezTo>
                      <a:cubicBezTo>
                        <a:pt x="1568" y="96"/>
                        <a:pt x="1460" y="1"/>
                        <a:pt x="13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29"/>
                <p:cNvSpPr/>
                <p:nvPr/>
              </p:nvSpPr>
              <p:spPr>
                <a:xfrm>
                  <a:off x="-2707800" y="2387075"/>
                  <a:ext cx="323425" cy="229100"/>
                </a:xfrm>
                <a:custGeom>
                  <a:rect b="b" l="l" r="r" t="t"/>
                  <a:pathLst>
                    <a:path extrusionOk="0" h="9164" w="12937">
                      <a:moveTo>
                        <a:pt x="792" y="1"/>
                      </a:moveTo>
                      <a:cubicBezTo>
                        <a:pt x="355" y="1"/>
                        <a:pt x="1" y="356"/>
                        <a:pt x="1" y="791"/>
                      </a:cubicBezTo>
                      <a:lnTo>
                        <a:pt x="1" y="8373"/>
                      </a:lnTo>
                      <a:cubicBezTo>
                        <a:pt x="1" y="8810"/>
                        <a:pt x="356" y="9164"/>
                        <a:pt x="792" y="9164"/>
                      </a:cubicBezTo>
                      <a:lnTo>
                        <a:pt x="12146" y="9164"/>
                      </a:lnTo>
                      <a:cubicBezTo>
                        <a:pt x="12583" y="9164"/>
                        <a:pt x="12936" y="8809"/>
                        <a:pt x="12937" y="8373"/>
                      </a:cubicBezTo>
                      <a:lnTo>
                        <a:pt x="12937" y="791"/>
                      </a:lnTo>
                      <a:cubicBezTo>
                        <a:pt x="12937" y="355"/>
                        <a:pt x="12583" y="1"/>
                        <a:pt x="121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29"/>
                <p:cNvSpPr/>
                <p:nvPr/>
              </p:nvSpPr>
              <p:spPr>
                <a:xfrm>
                  <a:off x="-2645875" y="2538050"/>
                  <a:ext cx="224800" cy="29075"/>
                </a:xfrm>
                <a:custGeom>
                  <a:rect b="b" l="l" r="r" t="t"/>
                  <a:pathLst>
                    <a:path extrusionOk="0" h="1163" w="8992">
                      <a:moveTo>
                        <a:pt x="141" y="0"/>
                      </a:moveTo>
                      <a:cubicBezTo>
                        <a:pt x="64" y="0"/>
                        <a:pt x="1" y="63"/>
                        <a:pt x="1" y="141"/>
                      </a:cubicBezTo>
                      <a:lnTo>
                        <a:pt x="1" y="1022"/>
                      </a:lnTo>
                      <a:cubicBezTo>
                        <a:pt x="1" y="1099"/>
                        <a:pt x="64" y="1162"/>
                        <a:pt x="141" y="1162"/>
                      </a:cubicBezTo>
                      <a:lnTo>
                        <a:pt x="8851" y="1162"/>
                      </a:lnTo>
                      <a:cubicBezTo>
                        <a:pt x="8928" y="1162"/>
                        <a:pt x="8991" y="1099"/>
                        <a:pt x="8991" y="1022"/>
                      </a:cubicBezTo>
                      <a:lnTo>
                        <a:pt x="8991" y="141"/>
                      </a:lnTo>
                      <a:cubicBezTo>
                        <a:pt x="8991" y="63"/>
                        <a:pt x="8928" y="0"/>
                        <a:pt x="8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29"/>
                <p:cNvSpPr/>
                <p:nvPr/>
              </p:nvSpPr>
              <p:spPr>
                <a:xfrm>
                  <a:off x="-2700050" y="2444600"/>
                  <a:ext cx="307650" cy="165175"/>
                </a:xfrm>
                <a:custGeom>
                  <a:rect b="b" l="l" r="r" t="t"/>
                  <a:pathLst>
                    <a:path extrusionOk="0" h="6607" w="12306">
                      <a:moveTo>
                        <a:pt x="1508" y="0"/>
                      </a:moveTo>
                      <a:lnTo>
                        <a:pt x="1" y="604"/>
                      </a:lnTo>
                      <a:lnTo>
                        <a:pt x="1" y="6137"/>
                      </a:lnTo>
                      <a:cubicBezTo>
                        <a:pt x="1" y="6396"/>
                        <a:pt x="210" y="6606"/>
                        <a:pt x="470" y="6606"/>
                      </a:cubicBezTo>
                      <a:lnTo>
                        <a:pt x="11837" y="6606"/>
                      </a:lnTo>
                      <a:cubicBezTo>
                        <a:pt x="12097" y="6606"/>
                        <a:pt x="12306" y="6396"/>
                        <a:pt x="12306" y="6137"/>
                      </a:cubicBezTo>
                      <a:lnTo>
                        <a:pt x="12306" y="604"/>
                      </a:lnTo>
                      <a:lnTo>
                        <a:pt x="11702" y="0"/>
                      </a:lnTo>
                      <a:lnTo>
                        <a:pt x="11702" y="5772"/>
                      </a:lnTo>
                      <a:lnTo>
                        <a:pt x="11704" y="5772"/>
                      </a:lnTo>
                      <a:cubicBezTo>
                        <a:pt x="11704" y="5899"/>
                        <a:pt x="11601" y="6003"/>
                        <a:pt x="11474" y="6003"/>
                      </a:cubicBezTo>
                      <a:lnTo>
                        <a:pt x="1737" y="6003"/>
                      </a:lnTo>
                      <a:cubicBezTo>
                        <a:pt x="1611" y="6003"/>
                        <a:pt x="1508" y="5899"/>
                        <a:pt x="1508" y="5772"/>
                      </a:cubicBezTo>
                      <a:lnTo>
                        <a:pt x="150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29"/>
                <p:cNvSpPr/>
                <p:nvPr/>
              </p:nvSpPr>
              <p:spPr>
                <a:xfrm>
                  <a:off x="-2687925" y="2582975"/>
                  <a:ext cx="4275" cy="32075"/>
                </a:xfrm>
                <a:custGeom>
                  <a:rect b="b" l="l" r="r" t="t"/>
                  <a:pathLst>
                    <a:path extrusionOk="0" h="1283" w="171">
                      <a:moveTo>
                        <a:pt x="1" y="0"/>
                      </a:moveTo>
                      <a:lnTo>
                        <a:pt x="1" y="1283"/>
                      </a:lnTo>
                      <a:lnTo>
                        <a:pt x="171" y="1283"/>
                      </a:lnTo>
                      <a:lnTo>
                        <a:pt x="171" y="81"/>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29"/>
                <p:cNvSpPr/>
                <p:nvPr/>
              </p:nvSpPr>
              <p:spPr>
                <a:xfrm>
                  <a:off x="-2681550" y="2586050"/>
                  <a:ext cx="3575" cy="29000"/>
                </a:xfrm>
                <a:custGeom>
                  <a:rect b="b" l="l" r="r" t="t"/>
                  <a:pathLst>
                    <a:path extrusionOk="0" h="1160" w="143">
                      <a:moveTo>
                        <a:pt x="0" y="1"/>
                      </a:moveTo>
                      <a:lnTo>
                        <a:pt x="0" y="1160"/>
                      </a:lnTo>
                      <a:lnTo>
                        <a:pt x="143" y="1160"/>
                      </a:lnTo>
                      <a:lnTo>
                        <a:pt x="143" y="80"/>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29"/>
                <p:cNvSpPr/>
                <p:nvPr/>
              </p:nvSpPr>
              <p:spPr>
                <a:xfrm>
                  <a:off x="-2675875" y="2589125"/>
                  <a:ext cx="3575" cy="25925"/>
                </a:xfrm>
                <a:custGeom>
                  <a:rect b="b" l="l" r="r" t="t"/>
                  <a:pathLst>
                    <a:path extrusionOk="0" h="1037" w="143">
                      <a:moveTo>
                        <a:pt x="0" y="1"/>
                      </a:moveTo>
                      <a:lnTo>
                        <a:pt x="0" y="1037"/>
                      </a:lnTo>
                      <a:lnTo>
                        <a:pt x="143" y="1037"/>
                      </a:lnTo>
                      <a:lnTo>
                        <a:pt x="143" y="79"/>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29"/>
                <p:cNvSpPr/>
                <p:nvPr/>
              </p:nvSpPr>
              <p:spPr>
                <a:xfrm>
                  <a:off x="-2700000" y="2395100"/>
                  <a:ext cx="307825" cy="72175"/>
                </a:xfrm>
                <a:custGeom>
                  <a:rect b="b" l="l" r="r" t="t"/>
                  <a:pathLst>
                    <a:path extrusionOk="0" h="2887" w="12313">
                      <a:moveTo>
                        <a:pt x="468" y="0"/>
                      </a:moveTo>
                      <a:cubicBezTo>
                        <a:pt x="208" y="0"/>
                        <a:pt x="1" y="229"/>
                        <a:pt x="1" y="489"/>
                      </a:cubicBezTo>
                      <a:lnTo>
                        <a:pt x="1" y="2584"/>
                      </a:lnTo>
                      <a:lnTo>
                        <a:pt x="484" y="2390"/>
                      </a:lnTo>
                      <a:lnTo>
                        <a:pt x="484" y="2560"/>
                      </a:lnTo>
                      <a:lnTo>
                        <a:pt x="654" y="2639"/>
                      </a:lnTo>
                      <a:lnTo>
                        <a:pt x="654" y="2322"/>
                      </a:lnTo>
                      <a:lnTo>
                        <a:pt x="738" y="2288"/>
                      </a:lnTo>
                      <a:lnTo>
                        <a:pt x="738" y="2684"/>
                      </a:lnTo>
                      <a:lnTo>
                        <a:pt x="881" y="2763"/>
                      </a:lnTo>
                      <a:lnTo>
                        <a:pt x="881" y="2231"/>
                      </a:lnTo>
                      <a:lnTo>
                        <a:pt x="965" y="2198"/>
                      </a:lnTo>
                      <a:lnTo>
                        <a:pt x="965" y="2808"/>
                      </a:lnTo>
                      <a:lnTo>
                        <a:pt x="1108" y="2887"/>
                      </a:lnTo>
                      <a:lnTo>
                        <a:pt x="1108" y="2141"/>
                      </a:lnTo>
                      <a:lnTo>
                        <a:pt x="1505" y="1981"/>
                      </a:lnTo>
                      <a:lnTo>
                        <a:pt x="1505" y="1456"/>
                      </a:lnTo>
                      <a:cubicBezTo>
                        <a:pt x="1505" y="1330"/>
                        <a:pt x="1609" y="1222"/>
                        <a:pt x="1735" y="1222"/>
                      </a:cubicBezTo>
                      <a:lnTo>
                        <a:pt x="11472" y="1222"/>
                      </a:lnTo>
                      <a:cubicBezTo>
                        <a:pt x="11599" y="1222"/>
                        <a:pt x="11688" y="1330"/>
                        <a:pt x="11688" y="1456"/>
                      </a:cubicBezTo>
                      <a:lnTo>
                        <a:pt x="11688" y="1981"/>
                      </a:lnTo>
                      <a:lnTo>
                        <a:pt x="12312" y="2585"/>
                      </a:lnTo>
                      <a:lnTo>
                        <a:pt x="12312" y="490"/>
                      </a:lnTo>
                      <a:cubicBezTo>
                        <a:pt x="12312" y="229"/>
                        <a:pt x="12096" y="0"/>
                        <a:pt x="118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29"/>
                <p:cNvSpPr/>
                <p:nvPr/>
              </p:nvSpPr>
              <p:spPr>
                <a:xfrm>
                  <a:off x="-2667425" y="2422755"/>
                  <a:ext cx="265550" cy="169850"/>
                </a:xfrm>
                <a:custGeom>
                  <a:rect b="b" l="l" r="r" t="t"/>
                  <a:pathLst>
                    <a:path extrusionOk="0" h="6794" w="10622">
                      <a:moveTo>
                        <a:pt x="10163" y="337"/>
                      </a:moveTo>
                      <a:cubicBezTo>
                        <a:pt x="10244" y="337"/>
                        <a:pt x="10308" y="406"/>
                        <a:pt x="10308" y="493"/>
                      </a:cubicBezTo>
                      <a:lnTo>
                        <a:pt x="10308" y="6302"/>
                      </a:lnTo>
                      <a:cubicBezTo>
                        <a:pt x="10308" y="6388"/>
                        <a:pt x="10244" y="6457"/>
                        <a:pt x="10163" y="6457"/>
                      </a:cubicBezTo>
                      <a:lnTo>
                        <a:pt x="460" y="6457"/>
                      </a:lnTo>
                      <a:cubicBezTo>
                        <a:pt x="379" y="6457"/>
                        <a:pt x="315" y="6388"/>
                        <a:pt x="315" y="6302"/>
                      </a:cubicBezTo>
                      <a:lnTo>
                        <a:pt x="315" y="493"/>
                      </a:lnTo>
                      <a:cubicBezTo>
                        <a:pt x="315" y="406"/>
                        <a:pt x="379" y="337"/>
                        <a:pt x="460" y="337"/>
                      </a:cubicBezTo>
                      <a:close/>
                      <a:moveTo>
                        <a:pt x="458" y="0"/>
                      </a:moveTo>
                      <a:cubicBezTo>
                        <a:pt x="205" y="0"/>
                        <a:pt x="0" y="220"/>
                        <a:pt x="0" y="493"/>
                      </a:cubicBezTo>
                      <a:lnTo>
                        <a:pt x="0" y="6302"/>
                      </a:lnTo>
                      <a:cubicBezTo>
                        <a:pt x="0" y="6574"/>
                        <a:pt x="205" y="6794"/>
                        <a:pt x="458" y="6794"/>
                      </a:cubicBezTo>
                      <a:lnTo>
                        <a:pt x="10162" y="6794"/>
                      </a:lnTo>
                      <a:cubicBezTo>
                        <a:pt x="10415" y="6794"/>
                        <a:pt x="10622" y="6572"/>
                        <a:pt x="10621" y="6302"/>
                      </a:cubicBezTo>
                      <a:lnTo>
                        <a:pt x="10621" y="493"/>
                      </a:lnTo>
                      <a:cubicBezTo>
                        <a:pt x="10621" y="220"/>
                        <a:pt x="10415" y="0"/>
                        <a:pt x="10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7" name="Google Shape;2207;p29"/>
                <p:cNvGrpSpPr/>
                <p:nvPr/>
              </p:nvGrpSpPr>
              <p:grpSpPr>
                <a:xfrm rot="-30288">
                  <a:off x="-2658134" y="2392530"/>
                  <a:ext cx="249296" cy="188952"/>
                  <a:chOff x="-2273495" y="2002057"/>
                  <a:chExt cx="332782" cy="252263"/>
                </a:xfrm>
              </p:grpSpPr>
              <p:sp>
                <p:nvSpPr>
                  <p:cNvPr id="2208" name="Google Shape;2208;p29"/>
                  <p:cNvSpPr/>
                  <p:nvPr/>
                </p:nvSpPr>
                <p:spPr>
                  <a:xfrm rot="1176986">
                    <a:off x="-2254782" y="2046919"/>
                    <a:ext cx="295356" cy="162539"/>
                  </a:xfrm>
                  <a:custGeom>
                    <a:rect b="b" l="l" r="r" t="t"/>
                    <a:pathLst>
                      <a:path extrusionOk="0" h="6502" w="11815">
                        <a:moveTo>
                          <a:pt x="10085" y="0"/>
                        </a:moveTo>
                        <a:cubicBezTo>
                          <a:pt x="9955" y="0"/>
                          <a:pt x="9824" y="21"/>
                          <a:pt x="9694" y="66"/>
                        </a:cubicBezTo>
                        <a:lnTo>
                          <a:pt x="962" y="3066"/>
                        </a:lnTo>
                        <a:cubicBezTo>
                          <a:pt x="334" y="3281"/>
                          <a:pt x="1" y="3965"/>
                          <a:pt x="217" y="4593"/>
                        </a:cubicBezTo>
                        <a:lnTo>
                          <a:pt x="594" y="5690"/>
                        </a:lnTo>
                        <a:cubicBezTo>
                          <a:pt x="764" y="6188"/>
                          <a:pt x="1230" y="6501"/>
                          <a:pt x="1729" y="6501"/>
                        </a:cubicBezTo>
                        <a:cubicBezTo>
                          <a:pt x="1859" y="6501"/>
                          <a:pt x="1992" y="6480"/>
                          <a:pt x="2121" y="6435"/>
                        </a:cubicBezTo>
                        <a:lnTo>
                          <a:pt x="10853" y="3435"/>
                        </a:lnTo>
                        <a:cubicBezTo>
                          <a:pt x="11482" y="3220"/>
                          <a:pt x="11815" y="2535"/>
                          <a:pt x="11598" y="1908"/>
                        </a:cubicBezTo>
                        <a:lnTo>
                          <a:pt x="11222" y="811"/>
                        </a:lnTo>
                        <a:cubicBezTo>
                          <a:pt x="11051" y="313"/>
                          <a:pt x="10585" y="0"/>
                          <a:pt x="100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29"/>
                  <p:cNvSpPr/>
                  <p:nvPr/>
                </p:nvSpPr>
                <p:spPr>
                  <a:xfrm rot="1176986">
                    <a:off x="-2157279" y="2104752"/>
                    <a:ext cx="66346" cy="46472"/>
                  </a:xfrm>
                  <a:custGeom>
                    <a:rect b="b" l="l" r="r" t="t"/>
                    <a:pathLst>
                      <a:path extrusionOk="0" h="1859" w="2654">
                        <a:moveTo>
                          <a:pt x="1786" y="1"/>
                        </a:moveTo>
                        <a:cubicBezTo>
                          <a:pt x="1704" y="1"/>
                          <a:pt x="1619" y="14"/>
                          <a:pt x="1536" y="43"/>
                        </a:cubicBezTo>
                        <a:lnTo>
                          <a:pt x="617" y="359"/>
                        </a:lnTo>
                        <a:cubicBezTo>
                          <a:pt x="214" y="497"/>
                          <a:pt x="1" y="936"/>
                          <a:pt x="138" y="1338"/>
                        </a:cubicBezTo>
                        <a:cubicBezTo>
                          <a:pt x="248" y="1658"/>
                          <a:pt x="547" y="1858"/>
                          <a:pt x="868" y="1858"/>
                        </a:cubicBezTo>
                        <a:cubicBezTo>
                          <a:pt x="951" y="1858"/>
                          <a:pt x="1035" y="1845"/>
                          <a:pt x="1117" y="1817"/>
                        </a:cubicBezTo>
                        <a:lnTo>
                          <a:pt x="2037" y="1500"/>
                        </a:lnTo>
                        <a:cubicBezTo>
                          <a:pt x="2439" y="1363"/>
                          <a:pt x="2654" y="924"/>
                          <a:pt x="2516" y="522"/>
                        </a:cubicBezTo>
                        <a:cubicBezTo>
                          <a:pt x="2406" y="202"/>
                          <a:pt x="2107" y="1"/>
                          <a:pt x="1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29"/>
                  <p:cNvSpPr/>
                  <p:nvPr/>
                </p:nvSpPr>
                <p:spPr>
                  <a:xfrm rot="1176986">
                    <a:off x="-2079543" y="2109983"/>
                    <a:ext cx="25498" cy="37298"/>
                  </a:xfrm>
                  <a:custGeom>
                    <a:rect b="b" l="l" r="r" t="t"/>
                    <a:pathLst>
                      <a:path extrusionOk="0" h="1492" w="1020">
                        <a:moveTo>
                          <a:pt x="365" y="0"/>
                        </a:moveTo>
                        <a:cubicBezTo>
                          <a:pt x="330" y="0"/>
                          <a:pt x="294" y="6"/>
                          <a:pt x="259" y="18"/>
                        </a:cubicBezTo>
                        <a:cubicBezTo>
                          <a:pt x="91" y="75"/>
                          <a:pt x="0" y="260"/>
                          <a:pt x="58" y="429"/>
                        </a:cubicBezTo>
                        <a:lnTo>
                          <a:pt x="349" y="1273"/>
                        </a:lnTo>
                        <a:cubicBezTo>
                          <a:pt x="395" y="1407"/>
                          <a:pt x="521" y="1491"/>
                          <a:pt x="655" y="1491"/>
                        </a:cubicBezTo>
                        <a:cubicBezTo>
                          <a:pt x="690" y="1491"/>
                          <a:pt x="725" y="1486"/>
                          <a:pt x="760" y="1474"/>
                        </a:cubicBezTo>
                        <a:cubicBezTo>
                          <a:pt x="929" y="1416"/>
                          <a:pt x="1020" y="1231"/>
                          <a:pt x="961" y="1063"/>
                        </a:cubicBezTo>
                        <a:lnTo>
                          <a:pt x="671" y="219"/>
                        </a:lnTo>
                        <a:cubicBezTo>
                          <a:pt x="625" y="84"/>
                          <a:pt x="500"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29"/>
                  <p:cNvSpPr/>
                  <p:nvPr/>
                </p:nvSpPr>
                <p:spPr>
                  <a:xfrm rot="1176986">
                    <a:off x="-2240196" y="2097709"/>
                    <a:ext cx="63896" cy="58221"/>
                  </a:xfrm>
                  <a:custGeom>
                    <a:rect b="b" l="l" r="r" t="t"/>
                    <a:pathLst>
                      <a:path extrusionOk="0" h="2329" w="2556">
                        <a:moveTo>
                          <a:pt x="1278" y="1"/>
                        </a:moveTo>
                        <a:cubicBezTo>
                          <a:pt x="980" y="1"/>
                          <a:pt x="683" y="114"/>
                          <a:pt x="456" y="341"/>
                        </a:cubicBezTo>
                        <a:cubicBezTo>
                          <a:pt x="0" y="796"/>
                          <a:pt x="0" y="1532"/>
                          <a:pt x="456" y="1988"/>
                        </a:cubicBezTo>
                        <a:cubicBezTo>
                          <a:pt x="683" y="2215"/>
                          <a:pt x="980" y="2328"/>
                          <a:pt x="1278" y="2328"/>
                        </a:cubicBezTo>
                        <a:cubicBezTo>
                          <a:pt x="1576" y="2328"/>
                          <a:pt x="1874" y="2215"/>
                          <a:pt x="2101" y="1988"/>
                        </a:cubicBezTo>
                        <a:cubicBezTo>
                          <a:pt x="2556" y="1532"/>
                          <a:pt x="2556"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29"/>
                  <p:cNvSpPr/>
                  <p:nvPr/>
                </p:nvSpPr>
                <p:spPr>
                  <a:xfrm rot="1176986">
                    <a:off x="-2220723" y="2114887"/>
                    <a:ext cx="26098" cy="24223"/>
                  </a:xfrm>
                  <a:custGeom>
                    <a:rect b="b" l="l" r="r" t="t"/>
                    <a:pathLst>
                      <a:path extrusionOk="0" h="969" w="1044">
                        <a:moveTo>
                          <a:pt x="501" y="1"/>
                        </a:moveTo>
                        <a:cubicBezTo>
                          <a:pt x="449" y="1"/>
                          <a:pt x="395" y="10"/>
                          <a:pt x="343" y="29"/>
                        </a:cubicBezTo>
                        <a:cubicBezTo>
                          <a:pt x="221" y="71"/>
                          <a:pt x="123" y="158"/>
                          <a:pt x="67" y="273"/>
                        </a:cubicBezTo>
                        <a:cubicBezTo>
                          <a:pt x="10" y="390"/>
                          <a:pt x="1" y="520"/>
                          <a:pt x="43" y="643"/>
                        </a:cubicBezTo>
                        <a:cubicBezTo>
                          <a:pt x="110" y="837"/>
                          <a:pt x="294" y="969"/>
                          <a:pt x="500" y="969"/>
                        </a:cubicBezTo>
                        <a:cubicBezTo>
                          <a:pt x="553" y="969"/>
                          <a:pt x="605" y="960"/>
                          <a:pt x="657" y="942"/>
                        </a:cubicBezTo>
                        <a:cubicBezTo>
                          <a:pt x="910" y="855"/>
                          <a:pt x="1044" y="579"/>
                          <a:pt x="957" y="327"/>
                        </a:cubicBezTo>
                        <a:cubicBezTo>
                          <a:pt x="890" y="133"/>
                          <a:pt x="708" y="1"/>
                          <a:pt x="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29"/>
                  <p:cNvSpPr/>
                  <p:nvPr/>
                </p:nvSpPr>
                <p:spPr>
                  <a:xfrm rot="1176986">
                    <a:off x="-2038830" y="2100022"/>
                    <a:ext cx="63871" cy="58196"/>
                  </a:xfrm>
                  <a:custGeom>
                    <a:rect b="b" l="l" r="r" t="t"/>
                    <a:pathLst>
                      <a:path extrusionOk="0" h="2328" w="2555">
                        <a:moveTo>
                          <a:pt x="1278" y="1"/>
                        </a:moveTo>
                        <a:cubicBezTo>
                          <a:pt x="980" y="1"/>
                          <a:pt x="682" y="114"/>
                          <a:pt x="455" y="341"/>
                        </a:cubicBezTo>
                        <a:cubicBezTo>
                          <a:pt x="1" y="796"/>
                          <a:pt x="1" y="1533"/>
                          <a:pt x="455" y="1987"/>
                        </a:cubicBezTo>
                        <a:cubicBezTo>
                          <a:pt x="682" y="2214"/>
                          <a:pt x="980" y="2328"/>
                          <a:pt x="1278" y="2328"/>
                        </a:cubicBezTo>
                        <a:cubicBezTo>
                          <a:pt x="1576" y="2328"/>
                          <a:pt x="1874" y="2214"/>
                          <a:pt x="2101" y="1987"/>
                        </a:cubicBezTo>
                        <a:cubicBezTo>
                          <a:pt x="2555" y="1533"/>
                          <a:pt x="2555"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29"/>
                  <p:cNvSpPr/>
                  <p:nvPr/>
                </p:nvSpPr>
                <p:spPr>
                  <a:xfrm rot="1176986">
                    <a:off x="-2020432" y="2117028"/>
                    <a:ext cx="27248" cy="24223"/>
                  </a:xfrm>
                  <a:custGeom>
                    <a:rect b="b" l="l" r="r" t="t"/>
                    <a:pathLst>
                      <a:path extrusionOk="0" h="969" w="1090">
                        <a:moveTo>
                          <a:pt x="544" y="1"/>
                        </a:moveTo>
                        <a:cubicBezTo>
                          <a:pt x="492" y="1"/>
                          <a:pt x="439" y="10"/>
                          <a:pt x="387" y="28"/>
                        </a:cubicBezTo>
                        <a:cubicBezTo>
                          <a:pt x="135" y="114"/>
                          <a:pt x="0" y="391"/>
                          <a:pt x="86" y="642"/>
                        </a:cubicBezTo>
                        <a:cubicBezTo>
                          <a:pt x="153" y="837"/>
                          <a:pt x="337" y="969"/>
                          <a:pt x="543" y="969"/>
                        </a:cubicBezTo>
                        <a:cubicBezTo>
                          <a:pt x="597" y="969"/>
                          <a:pt x="651" y="960"/>
                          <a:pt x="702" y="941"/>
                        </a:cubicBezTo>
                        <a:cubicBezTo>
                          <a:pt x="955" y="854"/>
                          <a:pt x="1089" y="579"/>
                          <a:pt x="1002" y="327"/>
                        </a:cubicBezTo>
                        <a:cubicBezTo>
                          <a:pt x="935" y="132"/>
                          <a:pt x="751" y="1"/>
                          <a:pt x="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215" name="Google Shape;2215;p29"/>
            <p:cNvGrpSpPr/>
            <p:nvPr/>
          </p:nvGrpSpPr>
          <p:grpSpPr>
            <a:xfrm rot="-808174">
              <a:off x="7977374" y="4371454"/>
              <a:ext cx="922714" cy="626057"/>
              <a:chOff x="-3794680" y="4317442"/>
              <a:chExt cx="866989" cy="588248"/>
            </a:xfrm>
          </p:grpSpPr>
          <p:sp>
            <p:nvSpPr>
              <p:cNvPr id="2216" name="Google Shape;2216;p29"/>
              <p:cNvSpPr/>
              <p:nvPr/>
            </p:nvSpPr>
            <p:spPr>
              <a:xfrm>
                <a:off x="-3794375" y="4317442"/>
                <a:ext cx="866684" cy="558918"/>
              </a:xfrm>
              <a:custGeom>
                <a:rect b="b" l="l" r="r" t="t"/>
                <a:pathLst>
                  <a:path extrusionOk="0" h="5499" w="8527">
                    <a:moveTo>
                      <a:pt x="7325" y="858"/>
                    </a:moveTo>
                    <a:cubicBezTo>
                      <a:pt x="7416" y="858"/>
                      <a:pt x="7489" y="932"/>
                      <a:pt x="7489" y="1022"/>
                    </a:cubicBezTo>
                    <a:lnTo>
                      <a:pt x="7489" y="1282"/>
                    </a:lnTo>
                    <a:lnTo>
                      <a:pt x="4440" y="1287"/>
                    </a:lnTo>
                    <a:lnTo>
                      <a:pt x="4440" y="1287"/>
                    </a:lnTo>
                    <a:lnTo>
                      <a:pt x="5199" y="858"/>
                    </a:lnTo>
                    <a:close/>
                    <a:moveTo>
                      <a:pt x="5031" y="858"/>
                    </a:moveTo>
                    <a:lnTo>
                      <a:pt x="4270" y="1287"/>
                    </a:lnTo>
                    <a:lnTo>
                      <a:pt x="4225" y="1287"/>
                    </a:lnTo>
                    <a:lnTo>
                      <a:pt x="3464" y="858"/>
                    </a:lnTo>
                    <a:close/>
                    <a:moveTo>
                      <a:pt x="3296" y="858"/>
                    </a:moveTo>
                    <a:lnTo>
                      <a:pt x="4058" y="1287"/>
                    </a:lnTo>
                    <a:lnTo>
                      <a:pt x="1032" y="1291"/>
                    </a:lnTo>
                    <a:lnTo>
                      <a:pt x="1032" y="1022"/>
                    </a:lnTo>
                    <a:cubicBezTo>
                      <a:pt x="1032" y="932"/>
                      <a:pt x="1106" y="858"/>
                      <a:pt x="1196" y="858"/>
                    </a:cubicBezTo>
                    <a:close/>
                    <a:moveTo>
                      <a:pt x="2091" y="1"/>
                    </a:moveTo>
                    <a:cubicBezTo>
                      <a:pt x="2019" y="1"/>
                      <a:pt x="1962" y="58"/>
                      <a:pt x="1962" y="130"/>
                    </a:cubicBezTo>
                    <a:cubicBezTo>
                      <a:pt x="1962" y="200"/>
                      <a:pt x="2019" y="259"/>
                      <a:pt x="2091" y="259"/>
                    </a:cubicBezTo>
                    <a:cubicBezTo>
                      <a:pt x="2124" y="259"/>
                      <a:pt x="2154" y="245"/>
                      <a:pt x="2176" y="225"/>
                    </a:cubicBezTo>
                    <a:lnTo>
                      <a:pt x="2783" y="566"/>
                    </a:lnTo>
                    <a:lnTo>
                      <a:pt x="1196" y="566"/>
                    </a:lnTo>
                    <a:cubicBezTo>
                      <a:pt x="946" y="566"/>
                      <a:pt x="744" y="771"/>
                      <a:pt x="744" y="1019"/>
                    </a:cubicBezTo>
                    <a:lnTo>
                      <a:pt x="744" y="1289"/>
                    </a:lnTo>
                    <a:lnTo>
                      <a:pt x="447" y="1289"/>
                    </a:lnTo>
                    <a:cubicBezTo>
                      <a:pt x="202" y="1289"/>
                      <a:pt x="1" y="1490"/>
                      <a:pt x="1" y="1735"/>
                    </a:cubicBezTo>
                    <a:lnTo>
                      <a:pt x="2" y="2143"/>
                    </a:lnTo>
                    <a:lnTo>
                      <a:pt x="7" y="4856"/>
                    </a:lnTo>
                    <a:lnTo>
                      <a:pt x="7" y="5050"/>
                    </a:lnTo>
                    <a:cubicBezTo>
                      <a:pt x="8" y="5295"/>
                      <a:pt x="207" y="5496"/>
                      <a:pt x="453" y="5496"/>
                    </a:cubicBezTo>
                    <a:cubicBezTo>
                      <a:pt x="454" y="5496"/>
                      <a:pt x="454" y="5496"/>
                      <a:pt x="455" y="5496"/>
                    </a:cubicBezTo>
                    <a:lnTo>
                      <a:pt x="3144" y="5492"/>
                    </a:lnTo>
                    <a:lnTo>
                      <a:pt x="3144" y="5498"/>
                    </a:lnTo>
                    <a:lnTo>
                      <a:pt x="5382" y="5498"/>
                    </a:lnTo>
                    <a:lnTo>
                      <a:pt x="5382" y="5492"/>
                    </a:lnTo>
                    <a:lnTo>
                      <a:pt x="8079" y="5488"/>
                    </a:lnTo>
                    <a:cubicBezTo>
                      <a:pt x="8325" y="5487"/>
                      <a:pt x="8526" y="5287"/>
                      <a:pt x="8526" y="5040"/>
                    </a:cubicBezTo>
                    <a:lnTo>
                      <a:pt x="8526" y="4857"/>
                    </a:lnTo>
                    <a:lnTo>
                      <a:pt x="8521" y="2144"/>
                    </a:lnTo>
                    <a:lnTo>
                      <a:pt x="8519" y="1725"/>
                    </a:lnTo>
                    <a:cubicBezTo>
                      <a:pt x="8518" y="1480"/>
                      <a:pt x="8318" y="1280"/>
                      <a:pt x="8072" y="1280"/>
                    </a:cubicBezTo>
                    <a:lnTo>
                      <a:pt x="7776" y="1280"/>
                    </a:lnTo>
                    <a:lnTo>
                      <a:pt x="7776" y="1019"/>
                    </a:lnTo>
                    <a:cubicBezTo>
                      <a:pt x="7776" y="770"/>
                      <a:pt x="7573" y="566"/>
                      <a:pt x="7324" y="566"/>
                    </a:cubicBezTo>
                    <a:lnTo>
                      <a:pt x="5712" y="566"/>
                    </a:lnTo>
                    <a:lnTo>
                      <a:pt x="6319" y="225"/>
                    </a:lnTo>
                    <a:cubicBezTo>
                      <a:pt x="6341" y="245"/>
                      <a:pt x="6371" y="259"/>
                      <a:pt x="6405" y="259"/>
                    </a:cubicBezTo>
                    <a:cubicBezTo>
                      <a:pt x="6476" y="259"/>
                      <a:pt x="6534" y="200"/>
                      <a:pt x="6534" y="130"/>
                    </a:cubicBezTo>
                    <a:cubicBezTo>
                      <a:pt x="6534" y="58"/>
                      <a:pt x="6476" y="1"/>
                      <a:pt x="6405" y="1"/>
                    </a:cubicBezTo>
                    <a:cubicBezTo>
                      <a:pt x="6334" y="1"/>
                      <a:pt x="6276" y="58"/>
                      <a:pt x="6276" y="130"/>
                    </a:cubicBezTo>
                    <a:cubicBezTo>
                      <a:pt x="6276" y="137"/>
                      <a:pt x="6277" y="146"/>
                      <a:pt x="6279" y="153"/>
                    </a:cubicBezTo>
                    <a:lnTo>
                      <a:pt x="5545" y="566"/>
                    </a:lnTo>
                    <a:lnTo>
                      <a:pt x="2950" y="566"/>
                    </a:lnTo>
                    <a:lnTo>
                      <a:pt x="2217" y="153"/>
                    </a:lnTo>
                    <a:cubicBezTo>
                      <a:pt x="2218" y="146"/>
                      <a:pt x="2220" y="138"/>
                      <a:pt x="2220" y="130"/>
                    </a:cubicBezTo>
                    <a:cubicBezTo>
                      <a:pt x="2220" y="58"/>
                      <a:pt x="2161" y="1"/>
                      <a:pt x="2091"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29"/>
              <p:cNvSpPr/>
              <p:nvPr/>
            </p:nvSpPr>
            <p:spPr>
              <a:xfrm>
                <a:off x="-3794680" y="4447695"/>
                <a:ext cx="866989" cy="428718"/>
              </a:xfrm>
              <a:custGeom>
                <a:rect b="b" l="l" r="r" t="t"/>
                <a:pathLst>
                  <a:path extrusionOk="0" h="4218" w="8530">
                    <a:moveTo>
                      <a:pt x="8075" y="0"/>
                    </a:moveTo>
                    <a:lnTo>
                      <a:pt x="448" y="11"/>
                    </a:lnTo>
                    <a:cubicBezTo>
                      <a:pt x="201" y="11"/>
                      <a:pt x="1" y="212"/>
                      <a:pt x="1" y="457"/>
                    </a:cubicBezTo>
                    <a:lnTo>
                      <a:pt x="2" y="864"/>
                    </a:lnTo>
                    <a:lnTo>
                      <a:pt x="7" y="3577"/>
                    </a:lnTo>
                    <a:lnTo>
                      <a:pt x="7" y="3772"/>
                    </a:lnTo>
                    <a:cubicBezTo>
                      <a:pt x="9" y="4017"/>
                      <a:pt x="210" y="4217"/>
                      <a:pt x="455" y="4217"/>
                    </a:cubicBezTo>
                    <a:lnTo>
                      <a:pt x="8082" y="4208"/>
                    </a:lnTo>
                    <a:cubicBezTo>
                      <a:pt x="8329" y="4207"/>
                      <a:pt x="8529" y="4006"/>
                      <a:pt x="8529" y="3761"/>
                    </a:cubicBezTo>
                    <a:lnTo>
                      <a:pt x="8529" y="3577"/>
                    </a:lnTo>
                    <a:lnTo>
                      <a:pt x="8524" y="864"/>
                    </a:lnTo>
                    <a:lnTo>
                      <a:pt x="8523" y="445"/>
                    </a:lnTo>
                    <a:cubicBezTo>
                      <a:pt x="8521" y="200"/>
                      <a:pt x="8320" y="0"/>
                      <a:pt x="8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29"/>
              <p:cNvSpPr/>
              <p:nvPr/>
            </p:nvSpPr>
            <p:spPr>
              <a:xfrm>
                <a:off x="-3594959" y="4317696"/>
                <a:ext cx="464800" cy="141788"/>
              </a:xfrm>
              <a:custGeom>
                <a:rect b="b" l="l" r="r" t="t"/>
                <a:pathLst>
                  <a:path extrusionOk="0" h="1395" w="4573">
                    <a:moveTo>
                      <a:pt x="130" y="1"/>
                    </a:moveTo>
                    <a:cubicBezTo>
                      <a:pt x="59" y="1"/>
                      <a:pt x="1" y="59"/>
                      <a:pt x="1" y="130"/>
                    </a:cubicBezTo>
                    <a:cubicBezTo>
                      <a:pt x="1" y="201"/>
                      <a:pt x="59" y="259"/>
                      <a:pt x="130" y="259"/>
                    </a:cubicBezTo>
                    <a:cubicBezTo>
                      <a:pt x="163" y="259"/>
                      <a:pt x="193" y="246"/>
                      <a:pt x="216" y="225"/>
                    </a:cubicBezTo>
                    <a:lnTo>
                      <a:pt x="2286" y="1394"/>
                    </a:lnTo>
                    <a:lnTo>
                      <a:pt x="4357" y="227"/>
                    </a:lnTo>
                    <a:cubicBezTo>
                      <a:pt x="4381" y="247"/>
                      <a:pt x="4409" y="260"/>
                      <a:pt x="4443" y="260"/>
                    </a:cubicBezTo>
                    <a:cubicBezTo>
                      <a:pt x="4515" y="260"/>
                      <a:pt x="4572" y="202"/>
                      <a:pt x="4572" y="131"/>
                    </a:cubicBezTo>
                    <a:cubicBezTo>
                      <a:pt x="4572" y="61"/>
                      <a:pt x="4516" y="1"/>
                      <a:pt x="4443" y="1"/>
                    </a:cubicBezTo>
                    <a:cubicBezTo>
                      <a:pt x="4372" y="1"/>
                      <a:pt x="4314" y="59"/>
                      <a:pt x="4314" y="130"/>
                    </a:cubicBezTo>
                    <a:cubicBezTo>
                      <a:pt x="4314" y="138"/>
                      <a:pt x="4315" y="146"/>
                      <a:pt x="4317" y="155"/>
                    </a:cubicBezTo>
                    <a:lnTo>
                      <a:pt x="2287" y="1298"/>
                    </a:lnTo>
                    <a:lnTo>
                      <a:pt x="256" y="155"/>
                    </a:lnTo>
                    <a:cubicBezTo>
                      <a:pt x="258" y="146"/>
                      <a:pt x="259" y="139"/>
                      <a:pt x="259" y="130"/>
                    </a:cubicBezTo>
                    <a:cubicBezTo>
                      <a:pt x="259" y="59"/>
                      <a:pt x="201" y="1"/>
                      <a:pt x="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29"/>
              <p:cNvSpPr/>
              <p:nvPr/>
            </p:nvSpPr>
            <p:spPr>
              <a:xfrm>
                <a:off x="-3718857" y="4375428"/>
                <a:ext cx="715037" cy="76637"/>
              </a:xfrm>
              <a:custGeom>
                <a:rect b="b" l="l" r="r" t="t"/>
                <a:pathLst>
                  <a:path extrusionOk="0" h="754" w="7035">
                    <a:moveTo>
                      <a:pt x="453" y="0"/>
                    </a:moveTo>
                    <a:cubicBezTo>
                      <a:pt x="204" y="0"/>
                      <a:pt x="1" y="203"/>
                      <a:pt x="1" y="453"/>
                    </a:cubicBezTo>
                    <a:lnTo>
                      <a:pt x="1" y="754"/>
                    </a:lnTo>
                    <a:lnTo>
                      <a:pt x="289" y="754"/>
                    </a:lnTo>
                    <a:lnTo>
                      <a:pt x="289" y="453"/>
                    </a:lnTo>
                    <a:cubicBezTo>
                      <a:pt x="289" y="363"/>
                      <a:pt x="363" y="289"/>
                      <a:pt x="453" y="289"/>
                    </a:cubicBezTo>
                    <a:lnTo>
                      <a:pt x="6582" y="289"/>
                    </a:lnTo>
                    <a:cubicBezTo>
                      <a:pt x="6673" y="289"/>
                      <a:pt x="6746" y="363"/>
                      <a:pt x="6746" y="453"/>
                    </a:cubicBezTo>
                    <a:lnTo>
                      <a:pt x="6746" y="754"/>
                    </a:lnTo>
                    <a:lnTo>
                      <a:pt x="7035" y="754"/>
                    </a:lnTo>
                    <a:lnTo>
                      <a:pt x="7035" y="453"/>
                    </a:lnTo>
                    <a:cubicBezTo>
                      <a:pt x="7035" y="203"/>
                      <a:pt x="6833" y="0"/>
                      <a:pt x="65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29"/>
              <p:cNvSpPr/>
              <p:nvPr/>
            </p:nvSpPr>
            <p:spPr>
              <a:xfrm>
                <a:off x="-3530000" y="4363021"/>
                <a:ext cx="338351" cy="54275"/>
              </a:xfrm>
              <a:custGeom>
                <a:rect b="b" l="l" r="r" t="t"/>
                <a:pathLst>
                  <a:path extrusionOk="0" h="290" w="3329">
                    <a:moveTo>
                      <a:pt x="1" y="0"/>
                    </a:moveTo>
                    <a:lnTo>
                      <a:pt x="1" y="289"/>
                    </a:lnTo>
                    <a:lnTo>
                      <a:pt x="3329" y="289"/>
                    </a:lnTo>
                    <a:lnTo>
                      <a:pt x="33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29"/>
              <p:cNvSpPr/>
              <p:nvPr/>
            </p:nvSpPr>
            <p:spPr>
              <a:xfrm>
                <a:off x="-3794579" y="4447797"/>
                <a:ext cx="866379" cy="88020"/>
              </a:xfrm>
              <a:custGeom>
                <a:rect b="b" l="l" r="r" t="t"/>
                <a:pathLst>
                  <a:path extrusionOk="0" h="866" w="8524">
                    <a:moveTo>
                      <a:pt x="8075" y="0"/>
                    </a:moveTo>
                    <a:lnTo>
                      <a:pt x="448" y="11"/>
                    </a:lnTo>
                    <a:cubicBezTo>
                      <a:pt x="201" y="11"/>
                      <a:pt x="1" y="212"/>
                      <a:pt x="1" y="457"/>
                    </a:cubicBezTo>
                    <a:lnTo>
                      <a:pt x="2" y="865"/>
                    </a:lnTo>
                    <a:lnTo>
                      <a:pt x="8523" y="865"/>
                    </a:lnTo>
                    <a:lnTo>
                      <a:pt x="8523" y="445"/>
                    </a:lnTo>
                    <a:cubicBezTo>
                      <a:pt x="8521" y="201"/>
                      <a:pt x="8320" y="0"/>
                      <a:pt x="8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29"/>
              <p:cNvSpPr/>
              <p:nvPr/>
            </p:nvSpPr>
            <p:spPr>
              <a:xfrm>
                <a:off x="-3679930" y="4464669"/>
                <a:ext cx="638198" cy="54276"/>
              </a:xfrm>
              <a:custGeom>
                <a:rect b="b" l="l" r="r" t="t"/>
                <a:pathLst>
                  <a:path extrusionOk="0" h="534" w="6279">
                    <a:moveTo>
                      <a:pt x="6278" y="1"/>
                    </a:moveTo>
                    <a:lnTo>
                      <a:pt x="1" y="9"/>
                    </a:lnTo>
                    <a:lnTo>
                      <a:pt x="1" y="533"/>
                    </a:lnTo>
                    <a:lnTo>
                      <a:pt x="6278" y="533"/>
                    </a:lnTo>
                    <a:lnTo>
                      <a:pt x="62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29"/>
              <p:cNvSpPr/>
              <p:nvPr/>
            </p:nvSpPr>
            <p:spPr>
              <a:xfrm>
                <a:off x="-3490068" y="4488555"/>
                <a:ext cx="430445" cy="6403"/>
              </a:xfrm>
              <a:custGeom>
                <a:rect b="b" l="l" r="r" t="t"/>
                <a:pathLst>
                  <a:path extrusionOk="0" h="63" w="4235">
                    <a:moveTo>
                      <a:pt x="32" y="1"/>
                    </a:moveTo>
                    <a:cubicBezTo>
                      <a:pt x="15" y="1"/>
                      <a:pt x="1" y="15"/>
                      <a:pt x="1" y="32"/>
                    </a:cubicBezTo>
                    <a:cubicBezTo>
                      <a:pt x="1" y="48"/>
                      <a:pt x="15" y="63"/>
                      <a:pt x="32" y="63"/>
                    </a:cubicBezTo>
                    <a:lnTo>
                      <a:pt x="4204" y="63"/>
                    </a:lnTo>
                    <a:cubicBezTo>
                      <a:pt x="4222" y="63"/>
                      <a:pt x="4235" y="48"/>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29"/>
              <p:cNvSpPr/>
              <p:nvPr/>
            </p:nvSpPr>
            <p:spPr>
              <a:xfrm>
                <a:off x="-3490068" y="4475545"/>
                <a:ext cx="430649" cy="6403"/>
              </a:xfrm>
              <a:custGeom>
                <a:rect b="b" l="l" r="r" t="t"/>
                <a:pathLst>
                  <a:path extrusionOk="0" h="63" w="4237">
                    <a:moveTo>
                      <a:pt x="32" y="1"/>
                    </a:moveTo>
                    <a:cubicBezTo>
                      <a:pt x="15" y="1"/>
                      <a:pt x="1" y="15"/>
                      <a:pt x="1" y="32"/>
                    </a:cubicBezTo>
                    <a:cubicBezTo>
                      <a:pt x="1" y="48"/>
                      <a:pt x="15" y="63"/>
                      <a:pt x="32" y="63"/>
                    </a:cubicBezTo>
                    <a:lnTo>
                      <a:pt x="4204" y="63"/>
                    </a:lnTo>
                    <a:cubicBezTo>
                      <a:pt x="4222" y="63"/>
                      <a:pt x="4236" y="51"/>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29"/>
              <p:cNvSpPr/>
              <p:nvPr/>
            </p:nvSpPr>
            <p:spPr>
              <a:xfrm>
                <a:off x="-3490068" y="4501565"/>
                <a:ext cx="430649" cy="6403"/>
              </a:xfrm>
              <a:custGeom>
                <a:rect b="b" l="l" r="r" t="t"/>
                <a:pathLst>
                  <a:path extrusionOk="0" h="63" w="4237">
                    <a:moveTo>
                      <a:pt x="32" y="1"/>
                    </a:moveTo>
                    <a:cubicBezTo>
                      <a:pt x="15" y="1"/>
                      <a:pt x="1" y="14"/>
                      <a:pt x="1" y="32"/>
                    </a:cubicBezTo>
                    <a:cubicBezTo>
                      <a:pt x="1" y="48"/>
                      <a:pt x="15" y="63"/>
                      <a:pt x="32" y="63"/>
                    </a:cubicBezTo>
                    <a:lnTo>
                      <a:pt x="4204" y="63"/>
                    </a:lnTo>
                    <a:cubicBezTo>
                      <a:pt x="4222" y="63"/>
                      <a:pt x="4236" y="48"/>
                      <a:pt x="4235" y="32"/>
                    </a:cubicBezTo>
                    <a:cubicBezTo>
                      <a:pt x="4235" y="14"/>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29"/>
              <p:cNvSpPr/>
              <p:nvPr/>
            </p:nvSpPr>
            <p:spPr>
              <a:xfrm>
                <a:off x="-3136466" y="4472800"/>
                <a:ext cx="6403" cy="46246"/>
              </a:xfrm>
              <a:custGeom>
                <a:rect b="b" l="l" r="r" t="t"/>
                <a:pathLst>
                  <a:path extrusionOk="0" h="455" w="63">
                    <a:moveTo>
                      <a:pt x="1" y="0"/>
                    </a:moveTo>
                    <a:lnTo>
                      <a:pt x="1" y="454"/>
                    </a:lnTo>
                    <a:lnTo>
                      <a:pt x="62" y="454"/>
                    </a:lnTo>
                    <a:lnTo>
                      <a:pt x="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29"/>
              <p:cNvSpPr/>
              <p:nvPr/>
            </p:nvSpPr>
            <p:spPr>
              <a:xfrm>
                <a:off x="-3656045" y="4473105"/>
                <a:ext cx="37302" cy="37302"/>
              </a:xfrm>
              <a:custGeom>
                <a:rect b="b" l="l" r="r" t="t"/>
                <a:pathLst>
                  <a:path extrusionOk="0" h="367" w="367">
                    <a:moveTo>
                      <a:pt x="184" y="0"/>
                    </a:moveTo>
                    <a:cubicBezTo>
                      <a:pt x="83" y="0"/>
                      <a:pt x="0" y="83"/>
                      <a:pt x="0" y="184"/>
                    </a:cubicBezTo>
                    <a:cubicBezTo>
                      <a:pt x="0" y="285"/>
                      <a:pt x="83"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29"/>
              <p:cNvSpPr/>
              <p:nvPr/>
            </p:nvSpPr>
            <p:spPr>
              <a:xfrm>
                <a:off x="-3637445" y="4473105"/>
                <a:ext cx="18702" cy="18702"/>
              </a:xfrm>
              <a:custGeom>
                <a:rect b="b" l="l" r="r" t="t"/>
                <a:pathLst>
                  <a:path extrusionOk="0" h="184" w="184">
                    <a:moveTo>
                      <a:pt x="1" y="0"/>
                    </a:moveTo>
                    <a:lnTo>
                      <a:pt x="1" y="184"/>
                    </a:lnTo>
                    <a:lnTo>
                      <a:pt x="183" y="184"/>
                    </a:lnTo>
                    <a:cubicBezTo>
                      <a:pt x="183" y="83"/>
                      <a:pt x="10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29"/>
              <p:cNvSpPr/>
              <p:nvPr/>
            </p:nvSpPr>
            <p:spPr>
              <a:xfrm>
                <a:off x="-3600550" y="4473105"/>
                <a:ext cx="37302" cy="37302"/>
              </a:xfrm>
              <a:custGeom>
                <a:rect b="b" l="l" r="r" t="t"/>
                <a:pathLst>
                  <a:path extrusionOk="0" h="367" w="367">
                    <a:moveTo>
                      <a:pt x="183" y="0"/>
                    </a:moveTo>
                    <a:cubicBezTo>
                      <a:pt x="82" y="0"/>
                      <a:pt x="0" y="83"/>
                      <a:pt x="0" y="184"/>
                    </a:cubicBezTo>
                    <a:cubicBezTo>
                      <a:pt x="0" y="285"/>
                      <a:pt x="82" y="367"/>
                      <a:pt x="183" y="367"/>
                    </a:cubicBezTo>
                    <a:cubicBezTo>
                      <a:pt x="285" y="367"/>
                      <a:pt x="366" y="285"/>
                      <a:pt x="366" y="184"/>
                    </a:cubicBezTo>
                    <a:cubicBezTo>
                      <a:pt x="366" y="83"/>
                      <a:pt x="285"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29"/>
              <p:cNvSpPr/>
              <p:nvPr/>
            </p:nvSpPr>
            <p:spPr>
              <a:xfrm>
                <a:off x="-3595163" y="4473207"/>
                <a:ext cx="26325" cy="18600"/>
              </a:xfrm>
              <a:custGeom>
                <a:rect b="b" l="l" r="r" t="t"/>
                <a:pathLst>
                  <a:path extrusionOk="0" h="183" w="259">
                    <a:moveTo>
                      <a:pt x="130" y="0"/>
                    </a:moveTo>
                    <a:cubicBezTo>
                      <a:pt x="83" y="0"/>
                      <a:pt x="36" y="18"/>
                      <a:pt x="1" y="54"/>
                    </a:cubicBezTo>
                    <a:lnTo>
                      <a:pt x="130" y="183"/>
                    </a:lnTo>
                    <a:lnTo>
                      <a:pt x="259" y="54"/>
                    </a:lnTo>
                    <a:cubicBezTo>
                      <a:pt x="223" y="18"/>
                      <a:pt x="176" y="0"/>
                      <a:pt x="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29"/>
              <p:cNvSpPr/>
              <p:nvPr/>
            </p:nvSpPr>
            <p:spPr>
              <a:xfrm>
                <a:off x="-3545258" y="4473105"/>
                <a:ext cx="37302" cy="37302"/>
              </a:xfrm>
              <a:custGeom>
                <a:rect b="b" l="l" r="r" t="t"/>
                <a:pathLst>
                  <a:path extrusionOk="0" h="367" w="367">
                    <a:moveTo>
                      <a:pt x="184" y="0"/>
                    </a:moveTo>
                    <a:cubicBezTo>
                      <a:pt x="82" y="0"/>
                      <a:pt x="1" y="83"/>
                      <a:pt x="1" y="184"/>
                    </a:cubicBezTo>
                    <a:cubicBezTo>
                      <a:pt x="1" y="285"/>
                      <a:pt x="82"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29"/>
              <p:cNvSpPr/>
              <p:nvPr/>
            </p:nvSpPr>
            <p:spPr>
              <a:xfrm>
                <a:off x="-3545360" y="4491706"/>
                <a:ext cx="18803" cy="18702"/>
              </a:xfrm>
              <a:custGeom>
                <a:rect b="b" l="l" r="r" t="t"/>
                <a:pathLst>
                  <a:path extrusionOk="0" h="184" w="185">
                    <a:moveTo>
                      <a:pt x="1" y="1"/>
                    </a:moveTo>
                    <a:cubicBezTo>
                      <a:pt x="1" y="103"/>
                      <a:pt x="84" y="184"/>
                      <a:pt x="185" y="184"/>
                    </a:cubicBezTo>
                    <a:lnTo>
                      <a:pt x="1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29"/>
              <p:cNvSpPr/>
              <p:nvPr/>
            </p:nvSpPr>
            <p:spPr>
              <a:xfrm>
                <a:off x="-3474924" y="4596193"/>
                <a:ext cx="227674" cy="280323"/>
              </a:xfrm>
              <a:custGeom>
                <a:rect b="b" l="l" r="r" t="t"/>
                <a:pathLst>
                  <a:path extrusionOk="0" h="2758" w="2240">
                    <a:moveTo>
                      <a:pt x="284" y="1"/>
                    </a:moveTo>
                    <a:cubicBezTo>
                      <a:pt x="126" y="1"/>
                      <a:pt x="0" y="129"/>
                      <a:pt x="0" y="285"/>
                    </a:cubicBezTo>
                    <a:lnTo>
                      <a:pt x="0" y="2757"/>
                    </a:lnTo>
                    <a:lnTo>
                      <a:pt x="2240" y="2757"/>
                    </a:lnTo>
                    <a:lnTo>
                      <a:pt x="2240" y="285"/>
                    </a:lnTo>
                    <a:cubicBezTo>
                      <a:pt x="2240" y="128"/>
                      <a:pt x="2112" y="1"/>
                      <a:pt x="19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29"/>
              <p:cNvSpPr/>
              <p:nvPr/>
            </p:nvSpPr>
            <p:spPr>
              <a:xfrm>
                <a:off x="-3458153" y="4612963"/>
                <a:ext cx="194132" cy="263553"/>
              </a:xfrm>
              <a:custGeom>
                <a:rect b="b" l="l" r="r" t="t"/>
                <a:pathLst>
                  <a:path extrusionOk="0" h="2593" w="1910">
                    <a:moveTo>
                      <a:pt x="0" y="1"/>
                    </a:moveTo>
                    <a:lnTo>
                      <a:pt x="0" y="2592"/>
                    </a:lnTo>
                    <a:lnTo>
                      <a:pt x="1910" y="2592"/>
                    </a:lnTo>
                    <a:lnTo>
                      <a:pt x="19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29"/>
              <p:cNvSpPr/>
              <p:nvPr/>
            </p:nvSpPr>
            <p:spPr>
              <a:xfrm>
                <a:off x="-3441789" y="4631259"/>
                <a:ext cx="161303" cy="93407"/>
              </a:xfrm>
              <a:custGeom>
                <a:rect b="b" l="l" r="r" t="t"/>
                <a:pathLst>
                  <a:path extrusionOk="0" h="919" w="1587">
                    <a:moveTo>
                      <a:pt x="0" y="0"/>
                    </a:moveTo>
                    <a:lnTo>
                      <a:pt x="0" y="919"/>
                    </a:lnTo>
                    <a:lnTo>
                      <a:pt x="1587" y="919"/>
                    </a:lnTo>
                    <a:lnTo>
                      <a:pt x="15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29"/>
              <p:cNvSpPr/>
              <p:nvPr/>
            </p:nvSpPr>
            <p:spPr>
              <a:xfrm>
                <a:off x="-3793969" y="4811265"/>
                <a:ext cx="866278" cy="65151"/>
              </a:xfrm>
              <a:custGeom>
                <a:rect b="b" l="l" r="r" t="t"/>
                <a:pathLst>
                  <a:path extrusionOk="0" h="641" w="8523">
                    <a:moveTo>
                      <a:pt x="0" y="0"/>
                    </a:moveTo>
                    <a:lnTo>
                      <a:pt x="0" y="195"/>
                    </a:lnTo>
                    <a:cubicBezTo>
                      <a:pt x="2" y="440"/>
                      <a:pt x="203" y="640"/>
                      <a:pt x="448" y="640"/>
                    </a:cubicBezTo>
                    <a:lnTo>
                      <a:pt x="8075" y="631"/>
                    </a:lnTo>
                    <a:cubicBezTo>
                      <a:pt x="8322" y="630"/>
                      <a:pt x="8522" y="429"/>
                      <a:pt x="8522" y="184"/>
                    </a:cubicBezTo>
                    <a:lnTo>
                      <a:pt x="85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29"/>
              <p:cNvSpPr/>
              <p:nvPr/>
            </p:nvSpPr>
            <p:spPr>
              <a:xfrm>
                <a:off x="-3773336" y="4511932"/>
                <a:ext cx="47466" cy="47568"/>
              </a:xfrm>
              <a:custGeom>
                <a:rect b="b" l="l" r="r" t="t"/>
                <a:pathLst>
                  <a:path extrusionOk="0" h="468" w="467">
                    <a:moveTo>
                      <a:pt x="234" y="0"/>
                    </a:moveTo>
                    <a:cubicBezTo>
                      <a:pt x="105" y="0"/>
                      <a:pt x="0" y="105"/>
                      <a:pt x="0" y="234"/>
                    </a:cubicBezTo>
                    <a:cubicBezTo>
                      <a:pt x="0" y="362"/>
                      <a:pt x="105" y="468"/>
                      <a:pt x="234" y="468"/>
                    </a:cubicBezTo>
                    <a:cubicBezTo>
                      <a:pt x="363" y="468"/>
                      <a:pt x="467" y="362"/>
                      <a:pt x="467" y="234"/>
                    </a:cubicBezTo>
                    <a:cubicBezTo>
                      <a:pt x="467"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29"/>
              <p:cNvSpPr/>
              <p:nvPr/>
            </p:nvSpPr>
            <p:spPr>
              <a:xfrm>
                <a:off x="-3766425" y="4518945"/>
                <a:ext cx="33643" cy="33643"/>
              </a:xfrm>
              <a:custGeom>
                <a:rect b="b" l="l" r="r" t="t"/>
                <a:pathLst>
                  <a:path extrusionOk="0" h="331" w="331">
                    <a:moveTo>
                      <a:pt x="166" y="0"/>
                    </a:moveTo>
                    <a:cubicBezTo>
                      <a:pt x="74" y="0"/>
                      <a:pt x="0" y="73"/>
                      <a:pt x="0" y="165"/>
                    </a:cubicBezTo>
                    <a:cubicBezTo>
                      <a:pt x="0" y="256"/>
                      <a:pt x="74" y="330"/>
                      <a:pt x="166" y="330"/>
                    </a:cubicBezTo>
                    <a:cubicBezTo>
                      <a:pt x="256" y="330"/>
                      <a:pt x="331" y="256"/>
                      <a:pt x="331" y="165"/>
                    </a:cubicBezTo>
                    <a:cubicBezTo>
                      <a:pt x="331" y="73"/>
                      <a:pt x="256"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29"/>
              <p:cNvSpPr/>
              <p:nvPr/>
            </p:nvSpPr>
            <p:spPr>
              <a:xfrm>
                <a:off x="-3770084"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29"/>
              <p:cNvSpPr/>
              <p:nvPr/>
            </p:nvSpPr>
            <p:spPr>
              <a:xfrm>
                <a:off x="-3759513"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2" y="2194"/>
                      <a:pt x="2194" y="1703"/>
                      <a:pt x="2194" y="1098"/>
                    </a:cubicBezTo>
                    <a:cubicBezTo>
                      <a:pt x="2194" y="492"/>
                      <a:pt x="1702"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29"/>
              <p:cNvSpPr/>
              <p:nvPr/>
            </p:nvSpPr>
            <p:spPr>
              <a:xfrm>
                <a:off x="-3689890" y="4635629"/>
                <a:ext cx="83751" cy="83853"/>
              </a:xfrm>
              <a:custGeom>
                <a:rect b="b" l="l" r="r" t="t"/>
                <a:pathLst>
                  <a:path extrusionOk="0" h="825" w="824">
                    <a:moveTo>
                      <a:pt x="413" y="1"/>
                    </a:moveTo>
                    <a:cubicBezTo>
                      <a:pt x="184" y="1"/>
                      <a:pt x="1" y="186"/>
                      <a:pt x="1" y="413"/>
                    </a:cubicBezTo>
                    <a:cubicBezTo>
                      <a:pt x="1" y="640"/>
                      <a:pt x="184"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29"/>
              <p:cNvSpPr/>
              <p:nvPr/>
            </p:nvSpPr>
            <p:spPr>
              <a:xfrm>
                <a:off x="-2996407" y="4511932"/>
                <a:ext cx="47568" cy="47568"/>
              </a:xfrm>
              <a:custGeom>
                <a:rect b="b" l="l" r="r" t="t"/>
                <a:pathLst>
                  <a:path extrusionOk="0" h="468" w="468">
                    <a:moveTo>
                      <a:pt x="234" y="0"/>
                    </a:moveTo>
                    <a:cubicBezTo>
                      <a:pt x="105" y="0"/>
                      <a:pt x="0" y="105"/>
                      <a:pt x="0" y="234"/>
                    </a:cubicBezTo>
                    <a:cubicBezTo>
                      <a:pt x="0" y="362"/>
                      <a:pt x="105" y="468"/>
                      <a:pt x="234" y="468"/>
                    </a:cubicBezTo>
                    <a:cubicBezTo>
                      <a:pt x="363" y="468"/>
                      <a:pt x="468" y="362"/>
                      <a:pt x="468" y="234"/>
                    </a:cubicBezTo>
                    <a:cubicBezTo>
                      <a:pt x="468"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29"/>
              <p:cNvSpPr/>
              <p:nvPr/>
            </p:nvSpPr>
            <p:spPr>
              <a:xfrm>
                <a:off x="-2989496" y="4518945"/>
                <a:ext cx="33643" cy="33643"/>
              </a:xfrm>
              <a:custGeom>
                <a:rect b="b" l="l" r="r" t="t"/>
                <a:pathLst>
                  <a:path extrusionOk="0" h="331" w="331">
                    <a:moveTo>
                      <a:pt x="166" y="0"/>
                    </a:moveTo>
                    <a:cubicBezTo>
                      <a:pt x="75" y="0"/>
                      <a:pt x="0" y="73"/>
                      <a:pt x="0" y="165"/>
                    </a:cubicBezTo>
                    <a:cubicBezTo>
                      <a:pt x="0" y="256"/>
                      <a:pt x="75" y="330"/>
                      <a:pt x="166" y="330"/>
                    </a:cubicBezTo>
                    <a:cubicBezTo>
                      <a:pt x="257" y="330"/>
                      <a:pt x="331" y="256"/>
                      <a:pt x="331" y="165"/>
                    </a:cubicBezTo>
                    <a:cubicBezTo>
                      <a:pt x="331" y="73"/>
                      <a:pt x="257"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29"/>
              <p:cNvSpPr/>
              <p:nvPr/>
            </p:nvSpPr>
            <p:spPr>
              <a:xfrm>
                <a:off x="-3196229"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29"/>
              <p:cNvSpPr/>
              <p:nvPr/>
            </p:nvSpPr>
            <p:spPr>
              <a:xfrm>
                <a:off x="-3185659"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3" y="2194"/>
                      <a:pt x="2194" y="1703"/>
                      <a:pt x="2194" y="1098"/>
                    </a:cubicBezTo>
                    <a:cubicBezTo>
                      <a:pt x="2194" y="492"/>
                      <a:pt x="1703"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29"/>
              <p:cNvSpPr/>
              <p:nvPr/>
            </p:nvSpPr>
            <p:spPr>
              <a:xfrm>
                <a:off x="-3116036" y="4635629"/>
                <a:ext cx="83751" cy="83853"/>
              </a:xfrm>
              <a:custGeom>
                <a:rect b="b" l="l" r="r" t="t"/>
                <a:pathLst>
                  <a:path extrusionOk="0" h="825" w="824">
                    <a:moveTo>
                      <a:pt x="413" y="1"/>
                    </a:moveTo>
                    <a:cubicBezTo>
                      <a:pt x="186" y="1"/>
                      <a:pt x="1" y="186"/>
                      <a:pt x="1" y="413"/>
                    </a:cubicBezTo>
                    <a:cubicBezTo>
                      <a:pt x="1" y="640"/>
                      <a:pt x="186"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29"/>
              <p:cNvSpPr/>
              <p:nvPr/>
            </p:nvSpPr>
            <p:spPr>
              <a:xfrm>
                <a:off x="-3400219" y="4700171"/>
                <a:ext cx="78161" cy="24089"/>
              </a:xfrm>
              <a:custGeom>
                <a:rect b="b" l="l" r="r" t="t"/>
                <a:pathLst>
                  <a:path extrusionOk="0" h="237" w="769">
                    <a:moveTo>
                      <a:pt x="228" y="0"/>
                    </a:moveTo>
                    <a:cubicBezTo>
                      <a:pt x="159" y="0"/>
                      <a:pt x="94" y="41"/>
                      <a:pt x="63" y="104"/>
                    </a:cubicBezTo>
                    <a:lnTo>
                      <a:pt x="0" y="237"/>
                    </a:lnTo>
                    <a:lnTo>
                      <a:pt x="769" y="237"/>
                    </a:lnTo>
                    <a:lnTo>
                      <a:pt x="706" y="104"/>
                    </a:lnTo>
                    <a:cubicBezTo>
                      <a:pt x="676" y="41"/>
                      <a:pt x="611" y="0"/>
                      <a:pt x="5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29"/>
              <p:cNvSpPr/>
              <p:nvPr/>
            </p:nvSpPr>
            <p:spPr>
              <a:xfrm>
                <a:off x="-3427458" y="4657990"/>
                <a:ext cx="31407" cy="31305"/>
              </a:xfrm>
              <a:custGeom>
                <a:rect b="b" l="l" r="r" t="t"/>
                <a:pathLst>
                  <a:path extrusionOk="0" h="308" w="309">
                    <a:moveTo>
                      <a:pt x="155" y="82"/>
                    </a:moveTo>
                    <a:cubicBezTo>
                      <a:pt x="194" y="82"/>
                      <a:pt x="226" y="114"/>
                      <a:pt x="226" y="152"/>
                    </a:cubicBezTo>
                    <a:cubicBezTo>
                      <a:pt x="226" y="193"/>
                      <a:pt x="195" y="224"/>
                      <a:pt x="155" y="224"/>
                    </a:cubicBezTo>
                    <a:cubicBezTo>
                      <a:pt x="116" y="224"/>
                      <a:pt x="83" y="192"/>
                      <a:pt x="83" y="152"/>
                    </a:cubicBezTo>
                    <a:cubicBezTo>
                      <a:pt x="83" y="114"/>
                      <a:pt x="116" y="82"/>
                      <a:pt x="155" y="82"/>
                    </a:cubicBezTo>
                    <a:close/>
                    <a:moveTo>
                      <a:pt x="155" y="1"/>
                    </a:moveTo>
                    <a:cubicBezTo>
                      <a:pt x="71" y="1"/>
                      <a:pt x="1" y="69"/>
                      <a:pt x="1" y="153"/>
                    </a:cubicBezTo>
                    <a:cubicBezTo>
                      <a:pt x="1" y="239"/>
                      <a:pt x="71" y="307"/>
                      <a:pt x="155" y="307"/>
                    </a:cubicBezTo>
                    <a:cubicBezTo>
                      <a:pt x="240" y="307"/>
                      <a:pt x="308" y="239"/>
                      <a:pt x="308" y="153"/>
                    </a:cubicBezTo>
                    <a:cubicBezTo>
                      <a:pt x="308" y="69"/>
                      <a:pt x="240"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29"/>
              <p:cNvSpPr/>
              <p:nvPr/>
            </p:nvSpPr>
            <p:spPr>
              <a:xfrm>
                <a:off x="-3326226" y="4657990"/>
                <a:ext cx="31407" cy="31305"/>
              </a:xfrm>
              <a:custGeom>
                <a:rect b="b" l="l" r="r" t="t"/>
                <a:pathLst>
                  <a:path extrusionOk="0" h="308" w="309">
                    <a:moveTo>
                      <a:pt x="154" y="82"/>
                    </a:moveTo>
                    <a:cubicBezTo>
                      <a:pt x="193" y="82"/>
                      <a:pt x="226" y="114"/>
                      <a:pt x="226" y="152"/>
                    </a:cubicBezTo>
                    <a:cubicBezTo>
                      <a:pt x="226" y="193"/>
                      <a:pt x="195" y="224"/>
                      <a:pt x="154" y="224"/>
                    </a:cubicBezTo>
                    <a:cubicBezTo>
                      <a:pt x="115" y="224"/>
                      <a:pt x="83" y="192"/>
                      <a:pt x="83" y="152"/>
                    </a:cubicBezTo>
                    <a:cubicBezTo>
                      <a:pt x="83" y="114"/>
                      <a:pt x="115" y="82"/>
                      <a:pt x="154" y="82"/>
                    </a:cubicBezTo>
                    <a:close/>
                    <a:moveTo>
                      <a:pt x="154" y="1"/>
                    </a:moveTo>
                    <a:cubicBezTo>
                      <a:pt x="69" y="1"/>
                      <a:pt x="1" y="69"/>
                      <a:pt x="1" y="153"/>
                    </a:cubicBezTo>
                    <a:cubicBezTo>
                      <a:pt x="1" y="239"/>
                      <a:pt x="71" y="307"/>
                      <a:pt x="154" y="307"/>
                    </a:cubicBezTo>
                    <a:cubicBezTo>
                      <a:pt x="238" y="307"/>
                      <a:pt x="308" y="239"/>
                      <a:pt x="308" y="153"/>
                    </a:cubicBezTo>
                    <a:cubicBezTo>
                      <a:pt x="308" y="69"/>
                      <a:pt x="240" y="1"/>
                      <a:pt x="1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29"/>
              <p:cNvSpPr/>
              <p:nvPr/>
            </p:nvSpPr>
            <p:spPr>
              <a:xfrm>
                <a:off x="-3393511" y="4658092"/>
                <a:ext cx="64745" cy="31102"/>
              </a:xfrm>
              <a:custGeom>
                <a:rect b="b" l="l" r="r" t="t"/>
                <a:pathLst>
                  <a:path extrusionOk="0" h="306" w="637">
                    <a:moveTo>
                      <a:pt x="2" y="1"/>
                    </a:moveTo>
                    <a:cubicBezTo>
                      <a:pt x="36" y="42"/>
                      <a:pt x="57" y="95"/>
                      <a:pt x="57" y="151"/>
                    </a:cubicBezTo>
                    <a:cubicBezTo>
                      <a:pt x="57" y="210"/>
                      <a:pt x="36" y="264"/>
                      <a:pt x="0" y="305"/>
                    </a:cubicBezTo>
                    <a:lnTo>
                      <a:pt x="637" y="305"/>
                    </a:lnTo>
                    <a:cubicBezTo>
                      <a:pt x="602" y="264"/>
                      <a:pt x="580" y="210"/>
                      <a:pt x="580" y="151"/>
                    </a:cubicBezTo>
                    <a:cubicBezTo>
                      <a:pt x="580" y="94"/>
                      <a:pt x="600" y="42"/>
                      <a:pt x="6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29"/>
              <p:cNvSpPr/>
              <p:nvPr/>
            </p:nvSpPr>
            <p:spPr>
              <a:xfrm>
                <a:off x="-338273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29"/>
              <p:cNvSpPr/>
              <p:nvPr/>
            </p:nvSpPr>
            <p:spPr>
              <a:xfrm>
                <a:off x="-3411704"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29"/>
              <p:cNvSpPr/>
              <p:nvPr/>
            </p:nvSpPr>
            <p:spPr>
              <a:xfrm>
                <a:off x="-335356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29"/>
              <p:cNvSpPr/>
              <p:nvPr/>
            </p:nvSpPr>
            <p:spPr>
              <a:xfrm>
                <a:off x="-3324600"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29"/>
              <p:cNvSpPr/>
              <p:nvPr/>
            </p:nvSpPr>
            <p:spPr>
              <a:xfrm>
                <a:off x="-3295429" y="4738795"/>
                <a:ext cx="14535" cy="38522"/>
              </a:xfrm>
              <a:custGeom>
                <a:rect b="b" l="l" r="r" t="t"/>
                <a:pathLst>
                  <a:path extrusionOk="0" h="379" w="143">
                    <a:moveTo>
                      <a:pt x="0" y="0"/>
                    </a:moveTo>
                    <a:lnTo>
                      <a:pt x="0" y="379"/>
                    </a:lnTo>
                    <a:lnTo>
                      <a:pt x="142" y="379"/>
                    </a:lnTo>
                    <a:lnTo>
                      <a:pt x="1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29"/>
              <p:cNvSpPr/>
              <p:nvPr/>
            </p:nvSpPr>
            <p:spPr>
              <a:xfrm>
                <a:off x="-3440773"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29"/>
              <p:cNvSpPr/>
              <p:nvPr/>
            </p:nvSpPr>
            <p:spPr>
              <a:xfrm>
                <a:off x="-3714080" y="4876315"/>
                <a:ext cx="67184" cy="29374"/>
              </a:xfrm>
              <a:custGeom>
                <a:rect b="b" l="l" r="r" t="t"/>
                <a:pathLst>
                  <a:path extrusionOk="0" h="289" w="661">
                    <a:moveTo>
                      <a:pt x="0" y="0"/>
                    </a:moveTo>
                    <a:lnTo>
                      <a:pt x="0" y="50"/>
                    </a:lnTo>
                    <a:cubicBezTo>
                      <a:pt x="0" y="181"/>
                      <a:pt x="107" y="288"/>
                      <a:pt x="239" y="288"/>
                    </a:cubicBezTo>
                    <a:lnTo>
                      <a:pt x="421" y="288"/>
                    </a:lnTo>
                    <a:cubicBezTo>
                      <a:pt x="555" y="288"/>
                      <a:pt x="661" y="182"/>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29"/>
              <p:cNvSpPr/>
              <p:nvPr/>
            </p:nvSpPr>
            <p:spPr>
              <a:xfrm>
                <a:off x="-3075279" y="4876315"/>
                <a:ext cx="67184" cy="29374"/>
              </a:xfrm>
              <a:custGeom>
                <a:rect b="b" l="l" r="r" t="t"/>
                <a:pathLst>
                  <a:path extrusionOk="0" h="289" w="661">
                    <a:moveTo>
                      <a:pt x="0" y="0"/>
                    </a:moveTo>
                    <a:lnTo>
                      <a:pt x="0" y="50"/>
                    </a:lnTo>
                    <a:cubicBezTo>
                      <a:pt x="0" y="182"/>
                      <a:pt x="107" y="288"/>
                      <a:pt x="239" y="288"/>
                    </a:cubicBezTo>
                    <a:lnTo>
                      <a:pt x="421" y="288"/>
                    </a:lnTo>
                    <a:cubicBezTo>
                      <a:pt x="553" y="288"/>
                      <a:pt x="661" y="181"/>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29"/>
              <p:cNvSpPr/>
              <p:nvPr/>
            </p:nvSpPr>
            <p:spPr>
              <a:xfrm>
                <a:off x="-3447075" y="4828646"/>
                <a:ext cx="171873" cy="10875"/>
              </a:xfrm>
              <a:custGeom>
                <a:rect b="b" l="l" r="r" t="t"/>
                <a:pathLst>
                  <a:path extrusionOk="0" h="107" w="1691">
                    <a:moveTo>
                      <a:pt x="44" y="1"/>
                    </a:moveTo>
                    <a:cubicBezTo>
                      <a:pt x="19" y="1"/>
                      <a:pt x="1" y="20"/>
                      <a:pt x="1" y="45"/>
                    </a:cubicBezTo>
                    <a:lnTo>
                      <a:pt x="1" y="63"/>
                    </a:lnTo>
                    <a:cubicBezTo>
                      <a:pt x="1" y="87"/>
                      <a:pt x="19" y="107"/>
                      <a:pt x="44" y="107"/>
                    </a:cubicBezTo>
                    <a:lnTo>
                      <a:pt x="1647" y="107"/>
                    </a:lnTo>
                    <a:cubicBezTo>
                      <a:pt x="1671" y="107"/>
                      <a:pt x="1690" y="87"/>
                      <a:pt x="1690" y="63"/>
                    </a:cubicBezTo>
                    <a:lnTo>
                      <a:pt x="1690" y="45"/>
                    </a:lnTo>
                    <a:cubicBezTo>
                      <a:pt x="1690" y="20"/>
                      <a:pt x="1672" y="1"/>
                      <a:pt x="16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29"/>
              <p:cNvSpPr/>
              <p:nvPr/>
            </p:nvSpPr>
            <p:spPr>
              <a:xfrm>
                <a:off x="-3447075" y="4849990"/>
                <a:ext cx="171873" cy="10774"/>
              </a:xfrm>
              <a:custGeom>
                <a:rect b="b" l="l" r="r" t="t"/>
                <a:pathLst>
                  <a:path extrusionOk="0" h="106" w="1691">
                    <a:moveTo>
                      <a:pt x="44" y="0"/>
                    </a:moveTo>
                    <a:cubicBezTo>
                      <a:pt x="19" y="0"/>
                      <a:pt x="1" y="19"/>
                      <a:pt x="1" y="44"/>
                    </a:cubicBezTo>
                    <a:lnTo>
                      <a:pt x="1" y="62"/>
                    </a:lnTo>
                    <a:cubicBezTo>
                      <a:pt x="1" y="86"/>
                      <a:pt x="19" y="105"/>
                      <a:pt x="44" y="105"/>
                    </a:cubicBezTo>
                    <a:lnTo>
                      <a:pt x="1647" y="105"/>
                    </a:lnTo>
                    <a:cubicBezTo>
                      <a:pt x="1671" y="105"/>
                      <a:pt x="1690" y="86"/>
                      <a:pt x="1690" y="62"/>
                    </a:cubicBezTo>
                    <a:lnTo>
                      <a:pt x="1690" y="44"/>
                    </a:lnTo>
                    <a:cubicBezTo>
                      <a:pt x="1690" y="21"/>
                      <a:pt x="1672" y="0"/>
                      <a:pt x="16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 name="Google Shape;2261;p29"/>
            <p:cNvGrpSpPr/>
            <p:nvPr/>
          </p:nvGrpSpPr>
          <p:grpSpPr>
            <a:xfrm>
              <a:off x="1174565" y="4702860"/>
              <a:ext cx="261189" cy="248344"/>
              <a:chOff x="5164484" y="526738"/>
              <a:chExt cx="133266" cy="126713"/>
            </a:xfrm>
          </p:grpSpPr>
          <p:sp>
            <p:nvSpPr>
              <p:cNvPr id="2262" name="Google Shape;2262;p29"/>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29"/>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2264" name="Shape 2264"/>
        <p:cNvGrpSpPr/>
        <p:nvPr/>
      </p:nvGrpSpPr>
      <p:grpSpPr>
        <a:xfrm>
          <a:off x="0" y="0"/>
          <a:ext cx="0" cy="0"/>
          <a:chOff x="0" y="0"/>
          <a:chExt cx="0" cy="0"/>
        </a:xfrm>
      </p:grpSpPr>
      <p:sp>
        <p:nvSpPr>
          <p:cNvPr id="2265" name="Google Shape;2265;p30"/>
          <p:cNvSpPr txBox="1"/>
          <p:nvPr>
            <p:ph hasCustomPrompt="1" type="title"/>
          </p:nvPr>
        </p:nvSpPr>
        <p:spPr>
          <a:xfrm>
            <a:off x="969300" y="1005788"/>
            <a:ext cx="3602700" cy="7314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500">
                <a:solidFill>
                  <a:schemeClr val="l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66" name="Google Shape;2266;p30"/>
          <p:cNvSpPr txBox="1"/>
          <p:nvPr>
            <p:ph idx="1" type="subTitle"/>
          </p:nvPr>
        </p:nvSpPr>
        <p:spPr>
          <a:xfrm>
            <a:off x="969300" y="1737188"/>
            <a:ext cx="3602700" cy="36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None/>
              <a:defRPr>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2267" name="Google Shape;2267;p30"/>
          <p:cNvSpPr txBox="1"/>
          <p:nvPr>
            <p:ph hasCustomPrompt="1" idx="2" type="title"/>
          </p:nvPr>
        </p:nvSpPr>
        <p:spPr>
          <a:xfrm>
            <a:off x="4572000" y="1005781"/>
            <a:ext cx="3602700" cy="7314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500">
                <a:solidFill>
                  <a:schemeClr val="accent5"/>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68" name="Google Shape;2268;p30"/>
          <p:cNvSpPr txBox="1"/>
          <p:nvPr>
            <p:ph idx="3" type="subTitle"/>
          </p:nvPr>
        </p:nvSpPr>
        <p:spPr>
          <a:xfrm>
            <a:off x="4572000" y="1739753"/>
            <a:ext cx="3602700" cy="36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None/>
              <a:defRPr>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2269" name="Google Shape;2269;p30"/>
          <p:cNvSpPr txBox="1"/>
          <p:nvPr>
            <p:ph hasCustomPrompt="1" idx="4" type="title"/>
          </p:nvPr>
        </p:nvSpPr>
        <p:spPr>
          <a:xfrm>
            <a:off x="2770650" y="3036750"/>
            <a:ext cx="3602700" cy="7314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500">
                <a:solidFill>
                  <a:schemeClr val="accen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70" name="Google Shape;2270;p30"/>
          <p:cNvSpPr txBox="1"/>
          <p:nvPr>
            <p:ph idx="5" type="subTitle"/>
          </p:nvPr>
        </p:nvSpPr>
        <p:spPr>
          <a:xfrm>
            <a:off x="2770650" y="3773293"/>
            <a:ext cx="3602700" cy="36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None/>
              <a:defRPr>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grpSp>
        <p:nvGrpSpPr>
          <p:cNvPr id="2271" name="Google Shape;2271;p30"/>
          <p:cNvGrpSpPr/>
          <p:nvPr/>
        </p:nvGrpSpPr>
        <p:grpSpPr>
          <a:xfrm>
            <a:off x="281690" y="-1"/>
            <a:ext cx="8777168" cy="5059520"/>
            <a:chOff x="281690" y="-1"/>
            <a:chExt cx="8777168" cy="5059520"/>
          </a:xfrm>
        </p:grpSpPr>
        <p:grpSp>
          <p:nvGrpSpPr>
            <p:cNvPr id="2272" name="Google Shape;2272;p30"/>
            <p:cNvGrpSpPr/>
            <p:nvPr/>
          </p:nvGrpSpPr>
          <p:grpSpPr>
            <a:xfrm>
              <a:off x="281690" y="3567810"/>
              <a:ext cx="261189" cy="248344"/>
              <a:chOff x="5164484" y="526738"/>
              <a:chExt cx="133266" cy="126713"/>
            </a:xfrm>
          </p:grpSpPr>
          <p:sp>
            <p:nvSpPr>
              <p:cNvPr id="2273" name="Google Shape;2273;p30"/>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30"/>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5" name="Google Shape;2275;p30"/>
            <p:cNvGrpSpPr/>
            <p:nvPr/>
          </p:nvGrpSpPr>
          <p:grpSpPr>
            <a:xfrm rot="-666286">
              <a:off x="4044854" y="84508"/>
              <a:ext cx="958174" cy="829369"/>
              <a:chOff x="3725309" y="381575"/>
              <a:chExt cx="533375" cy="461700"/>
            </a:xfrm>
          </p:grpSpPr>
          <p:sp>
            <p:nvSpPr>
              <p:cNvPr id="2276" name="Google Shape;2276;p30"/>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30"/>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30"/>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30"/>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30"/>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30"/>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30"/>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30"/>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30"/>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30"/>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30"/>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30"/>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30"/>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30"/>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30"/>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1" name="Google Shape;2291;p30"/>
            <p:cNvGrpSpPr/>
            <p:nvPr/>
          </p:nvGrpSpPr>
          <p:grpSpPr>
            <a:xfrm>
              <a:off x="2210174" y="4604008"/>
              <a:ext cx="185799" cy="185799"/>
              <a:chOff x="5035425" y="2779450"/>
              <a:chExt cx="94800" cy="94800"/>
            </a:xfrm>
          </p:grpSpPr>
          <p:sp>
            <p:nvSpPr>
              <p:cNvPr id="2292" name="Google Shape;2292;p30"/>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30"/>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4" name="Google Shape;2294;p30"/>
            <p:cNvGrpSpPr/>
            <p:nvPr/>
          </p:nvGrpSpPr>
          <p:grpSpPr>
            <a:xfrm rot="-1471223">
              <a:off x="8377683" y="3816187"/>
              <a:ext cx="606923" cy="489714"/>
              <a:chOff x="-1636175" y="409550"/>
              <a:chExt cx="448750" cy="362088"/>
            </a:xfrm>
          </p:grpSpPr>
          <p:sp>
            <p:nvSpPr>
              <p:cNvPr id="2295" name="Google Shape;2295;p30"/>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30"/>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 name="Google Shape;2297;p30"/>
            <p:cNvGrpSpPr/>
            <p:nvPr/>
          </p:nvGrpSpPr>
          <p:grpSpPr>
            <a:xfrm rot="1102078">
              <a:off x="7792398" y="4519810"/>
              <a:ext cx="500563" cy="472887"/>
              <a:chOff x="-1174275" y="581450"/>
              <a:chExt cx="370100" cy="349638"/>
            </a:xfrm>
          </p:grpSpPr>
          <p:sp>
            <p:nvSpPr>
              <p:cNvPr id="2298" name="Google Shape;2298;p30"/>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30"/>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0" name="Google Shape;2300;p30"/>
            <p:cNvGrpSpPr/>
            <p:nvPr/>
          </p:nvGrpSpPr>
          <p:grpSpPr>
            <a:xfrm rot="464907">
              <a:off x="465174" y="3768061"/>
              <a:ext cx="1592198" cy="1080298"/>
              <a:chOff x="-3794680" y="4317442"/>
              <a:chExt cx="866989" cy="588248"/>
            </a:xfrm>
          </p:grpSpPr>
          <p:sp>
            <p:nvSpPr>
              <p:cNvPr id="2301" name="Google Shape;2301;p30"/>
              <p:cNvSpPr/>
              <p:nvPr/>
            </p:nvSpPr>
            <p:spPr>
              <a:xfrm>
                <a:off x="-3794375" y="4317442"/>
                <a:ext cx="866684" cy="558918"/>
              </a:xfrm>
              <a:custGeom>
                <a:rect b="b" l="l" r="r" t="t"/>
                <a:pathLst>
                  <a:path extrusionOk="0" h="5499" w="8527">
                    <a:moveTo>
                      <a:pt x="7325" y="858"/>
                    </a:moveTo>
                    <a:cubicBezTo>
                      <a:pt x="7416" y="858"/>
                      <a:pt x="7489" y="932"/>
                      <a:pt x="7489" y="1022"/>
                    </a:cubicBezTo>
                    <a:lnTo>
                      <a:pt x="7489" y="1282"/>
                    </a:lnTo>
                    <a:lnTo>
                      <a:pt x="4440" y="1287"/>
                    </a:lnTo>
                    <a:lnTo>
                      <a:pt x="4440" y="1287"/>
                    </a:lnTo>
                    <a:lnTo>
                      <a:pt x="5199" y="858"/>
                    </a:lnTo>
                    <a:close/>
                    <a:moveTo>
                      <a:pt x="5031" y="858"/>
                    </a:moveTo>
                    <a:lnTo>
                      <a:pt x="4270" y="1287"/>
                    </a:lnTo>
                    <a:lnTo>
                      <a:pt x="4225" y="1287"/>
                    </a:lnTo>
                    <a:lnTo>
                      <a:pt x="3464" y="858"/>
                    </a:lnTo>
                    <a:close/>
                    <a:moveTo>
                      <a:pt x="3296" y="858"/>
                    </a:moveTo>
                    <a:lnTo>
                      <a:pt x="4058" y="1287"/>
                    </a:lnTo>
                    <a:lnTo>
                      <a:pt x="1032" y="1291"/>
                    </a:lnTo>
                    <a:lnTo>
                      <a:pt x="1032" y="1022"/>
                    </a:lnTo>
                    <a:cubicBezTo>
                      <a:pt x="1032" y="932"/>
                      <a:pt x="1106" y="858"/>
                      <a:pt x="1196" y="858"/>
                    </a:cubicBezTo>
                    <a:close/>
                    <a:moveTo>
                      <a:pt x="2091" y="1"/>
                    </a:moveTo>
                    <a:cubicBezTo>
                      <a:pt x="2019" y="1"/>
                      <a:pt x="1962" y="58"/>
                      <a:pt x="1962" y="130"/>
                    </a:cubicBezTo>
                    <a:cubicBezTo>
                      <a:pt x="1962" y="200"/>
                      <a:pt x="2019" y="259"/>
                      <a:pt x="2091" y="259"/>
                    </a:cubicBezTo>
                    <a:cubicBezTo>
                      <a:pt x="2124" y="259"/>
                      <a:pt x="2154" y="245"/>
                      <a:pt x="2176" y="225"/>
                    </a:cubicBezTo>
                    <a:lnTo>
                      <a:pt x="2783" y="566"/>
                    </a:lnTo>
                    <a:lnTo>
                      <a:pt x="1196" y="566"/>
                    </a:lnTo>
                    <a:cubicBezTo>
                      <a:pt x="946" y="566"/>
                      <a:pt x="744" y="771"/>
                      <a:pt x="744" y="1019"/>
                    </a:cubicBezTo>
                    <a:lnTo>
                      <a:pt x="744" y="1289"/>
                    </a:lnTo>
                    <a:lnTo>
                      <a:pt x="447" y="1289"/>
                    </a:lnTo>
                    <a:cubicBezTo>
                      <a:pt x="202" y="1289"/>
                      <a:pt x="1" y="1490"/>
                      <a:pt x="1" y="1735"/>
                    </a:cubicBezTo>
                    <a:lnTo>
                      <a:pt x="2" y="2143"/>
                    </a:lnTo>
                    <a:lnTo>
                      <a:pt x="7" y="4856"/>
                    </a:lnTo>
                    <a:lnTo>
                      <a:pt x="7" y="5050"/>
                    </a:lnTo>
                    <a:cubicBezTo>
                      <a:pt x="8" y="5295"/>
                      <a:pt x="207" y="5496"/>
                      <a:pt x="453" y="5496"/>
                    </a:cubicBezTo>
                    <a:cubicBezTo>
                      <a:pt x="454" y="5496"/>
                      <a:pt x="454" y="5496"/>
                      <a:pt x="455" y="5496"/>
                    </a:cubicBezTo>
                    <a:lnTo>
                      <a:pt x="3144" y="5492"/>
                    </a:lnTo>
                    <a:lnTo>
                      <a:pt x="3144" y="5498"/>
                    </a:lnTo>
                    <a:lnTo>
                      <a:pt x="5382" y="5498"/>
                    </a:lnTo>
                    <a:lnTo>
                      <a:pt x="5382" y="5492"/>
                    </a:lnTo>
                    <a:lnTo>
                      <a:pt x="8079" y="5488"/>
                    </a:lnTo>
                    <a:cubicBezTo>
                      <a:pt x="8325" y="5487"/>
                      <a:pt x="8526" y="5287"/>
                      <a:pt x="8526" y="5040"/>
                    </a:cubicBezTo>
                    <a:lnTo>
                      <a:pt x="8526" y="4857"/>
                    </a:lnTo>
                    <a:lnTo>
                      <a:pt x="8521" y="2144"/>
                    </a:lnTo>
                    <a:lnTo>
                      <a:pt x="8519" y="1725"/>
                    </a:lnTo>
                    <a:cubicBezTo>
                      <a:pt x="8518" y="1480"/>
                      <a:pt x="8318" y="1280"/>
                      <a:pt x="8072" y="1280"/>
                    </a:cubicBezTo>
                    <a:lnTo>
                      <a:pt x="7776" y="1280"/>
                    </a:lnTo>
                    <a:lnTo>
                      <a:pt x="7776" y="1019"/>
                    </a:lnTo>
                    <a:cubicBezTo>
                      <a:pt x="7776" y="770"/>
                      <a:pt x="7573" y="566"/>
                      <a:pt x="7324" y="566"/>
                    </a:cubicBezTo>
                    <a:lnTo>
                      <a:pt x="5712" y="566"/>
                    </a:lnTo>
                    <a:lnTo>
                      <a:pt x="6319" y="225"/>
                    </a:lnTo>
                    <a:cubicBezTo>
                      <a:pt x="6341" y="245"/>
                      <a:pt x="6371" y="259"/>
                      <a:pt x="6405" y="259"/>
                    </a:cubicBezTo>
                    <a:cubicBezTo>
                      <a:pt x="6476" y="259"/>
                      <a:pt x="6534" y="200"/>
                      <a:pt x="6534" y="130"/>
                    </a:cubicBezTo>
                    <a:cubicBezTo>
                      <a:pt x="6534" y="58"/>
                      <a:pt x="6476" y="1"/>
                      <a:pt x="6405" y="1"/>
                    </a:cubicBezTo>
                    <a:cubicBezTo>
                      <a:pt x="6334" y="1"/>
                      <a:pt x="6276" y="58"/>
                      <a:pt x="6276" y="130"/>
                    </a:cubicBezTo>
                    <a:cubicBezTo>
                      <a:pt x="6276" y="137"/>
                      <a:pt x="6277" y="146"/>
                      <a:pt x="6279" y="153"/>
                    </a:cubicBezTo>
                    <a:lnTo>
                      <a:pt x="5545" y="566"/>
                    </a:lnTo>
                    <a:lnTo>
                      <a:pt x="2950" y="566"/>
                    </a:lnTo>
                    <a:lnTo>
                      <a:pt x="2217" y="153"/>
                    </a:lnTo>
                    <a:cubicBezTo>
                      <a:pt x="2218" y="146"/>
                      <a:pt x="2220" y="138"/>
                      <a:pt x="2220" y="130"/>
                    </a:cubicBezTo>
                    <a:cubicBezTo>
                      <a:pt x="2220" y="58"/>
                      <a:pt x="2161" y="1"/>
                      <a:pt x="2091"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30"/>
              <p:cNvSpPr/>
              <p:nvPr/>
            </p:nvSpPr>
            <p:spPr>
              <a:xfrm>
                <a:off x="-3794680" y="4447695"/>
                <a:ext cx="866989" cy="428718"/>
              </a:xfrm>
              <a:custGeom>
                <a:rect b="b" l="l" r="r" t="t"/>
                <a:pathLst>
                  <a:path extrusionOk="0" h="4218" w="8530">
                    <a:moveTo>
                      <a:pt x="8075" y="0"/>
                    </a:moveTo>
                    <a:lnTo>
                      <a:pt x="448" y="11"/>
                    </a:lnTo>
                    <a:cubicBezTo>
                      <a:pt x="201" y="11"/>
                      <a:pt x="1" y="212"/>
                      <a:pt x="1" y="457"/>
                    </a:cubicBezTo>
                    <a:lnTo>
                      <a:pt x="2" y="864"/>
                    </a:lnTo>
                    <a:lnTo>
                      <a:pt x="7" y="3577"/>
                    </a:lnTo>
                    <a:lnTo>
                      <a:pt x="7" y="3772"/>
                    </a:lnTo>
                    <a:cubicBezTo>
                      <a:pt x="9" y="4017"/>
                      <a:pt x="210" y="4217"/>
                      <a:pt x="455" y="4217"/>
                    </a:cubicBezTo>
                    <a:lnTo>
                      <a:pt x="8082" y="4208"/>
                    </a:lnTo>
                    <a:cubicBezTo>
                      <a:pt x="8329" y="4207"/>
                      <a:pt x="8529" y="4006"/>
                      <a:pt x="8529" y="3761"/>
                    </a:cubicBezTo>
                    <a:lnTo>
                      <a:pt x="8529" y="3577"/>
                    </a:lnTo>
                    <a:lnTo>
                      <a:pt x="8524" y="864"/>
                    </a:lnTo>
                    <a:lnTo>
                      <a:pt x="8523" y="445"/>
                    </a:lnTo>
                    <a:cubicBezTo>
                      <a:pt x="8521" y="200"/>
                      <a:pt x="8320" y="0"/>
                      <a:pt x="8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30"/>
              <p:cNvSpPr/>
              <p:nvPr/>
            </p:nvSpPr>
            <p:spPr>
              <a:xfrm>
                <a:off x="-3594959" y="4317696"/>
                <a:ext cx="464800" cy="141788"/>
              </a:xfrm>
              <a:custGeom>
                <a:rect b="b" l="l" r="r" t="t"/>
                <a:pathLst>
                  <a:path extrusionOk="0" h="1395" w="4573">
                    <a:moveTo>
                      <a:pt x="130" y="1"/>
                    </a:moveTo>
                    <a:cubicBezTo>
                      <a:pt x="59" y="1"/>
                      <a:pt x="1" y="59"/>
                      <a:pt x="1" y="130"/>
                    </a:cubicBezTo>
                    <a:cubicBezTo>
                      <a:pt x="1" y="201"/>
                      <a:pt x="59" y="259"/>
                      <a:pt x="130" y="259"/>
                    </a:cubicBezTo>
                    <a:cubicBezTo>
                      <a:pt x="163" y="259"/>
                      <a:pt x="193" y="246"/>
                      <a:pt x="216" y="225"/>
                    </a:cubicBezTo>
                    <a:lnTo>
                      <a:pt x="2286" y="1394"/>
                    </a:lnTo>
                    <a:lnTo>
                      <a:pt x="4357" y="227"/>
                    </a:lnTo>
                    <a:cubicBezTo>
                      <a:pt x="4381" y="247"/>
                      <a:pt x="4409" y="260"/>
                      <a:pt x="4443" y="260"/>
                    </a:cubicBezTo>
                    <a:cubicBezTo>
                      <a:pt x="4515" y="260"/>
                      <a:pt x="4572" y="202"/>
                      <a:pt x="4572" y="131"/>
                    </a:cubicBezTo>
                    <a:cubicBezTo>
                      <a:pt x="4572" y="61"/>
                      <a:pt x="4516" y="1"/>
                      <a:pt x="4443" y="1"/>
                    </a:cubicBezTo>
                    <a:cubicBezTo>
                      <a:pt x="4372" y="1"/>
                      <a:pt x="4314" y="59"/>
                      <a:pt x="4314" y="130"/>
                    </a:cubicBezTo>
                    <a:cubicBezTo>
                      <a:pt x="4314" y="138"/>
                      <a:pt x="4315" y="146"/>
                      <a:pt x="4317" y="155"/>
                    </a:cubicBezTo>
                    <a:lnTo>
                      <a:pt x="2287" y="1298"/>
                    </a:lnTo>
                    <a:lnTo>
                      <a:pt x="256" y="155"/>
                    </a:lnTo>
                    <a:cubicBezTo>
                      <a:pt x="258" y="146"/>
                      <a:pt x="259" y="139"/>
                      <a:pt x="259" y="130"/>
                    </a:cubicBezTo>
                    <a:cubicBezTo>
                      <a:pt x="259" y="59"/>
                      <a:pt x="201" y="1"/>
                      <a:pt x="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30"/>
              <p:cNvSpPr/>
              <p:nvPr/>
            </p:nvSpPr>
            <p:spPr>
              <a:xfrm>
                <a:off x="-3718857" y="4375428"/>
                <a:ext cx="715037" cy="76637"/>
              </a:xfrm>
              <a:custGeom>
                <a:rect b="b" l="l" r="r" t="t"/>
                <a:pathLst>
                  <a:path extrusionOk="0" h="754" w="7035">
                    <a:moveTo>
                      <a:pt x="453" y="0"/>
                    </a:moveTo>
                    <a:cubicBezTo>
                      <a:pt x="204" y="0"/>
                      <a:pt x="1" y="203"/>
                      <a:pt x="1" y="453"/>
                    </a:cubicBezTo>
                    <a:lnTo>
                      <a:pt x="1" y="754"/>
                    </a:lnTo>
                    <a:lnTo>
                      <a:pt x="289" y="754"/>
                    </a:lnTo>
                    <a:lnTo>
                      <a:pt x="289" y="453"/>
                    </a:lnTo>
                    <a:cubicBezTo>
                      <a:pt x="289" y="363"/>
                      <a:pt x="363" y="289"/>
                      <a:pt x="453" y="289"/>
                    </a:cubicBezTo>
                    <a:lnTo>
                      <a:pt x="6582" y="289"/>
                    </a:lnTo>
                    <a:cubicBezTo>
                      <a:pt x="6673" y="289"/>
                      <a:pt x="6746" y="363"/>
                      <a:pt x="6746" y="453"/>
                    </a:cubicBezTo>
                    <a:lnTo>
                      <a:pt x="6746" y="754"/>
                    </a:lnTo>
                    <a:lnTo>
                      <a:pt x="7035" y="754"/>
                    </a:lnTo>
                    <a:lnTo>
                      <a:pt x="7035" y="453"/>
                    </a:lnTo>
                    <a:cubicBezTo>
                      <a:pt x="7035" y="203"/>
                      <a:pt x="6833" y="0"/>
                      <a:pt x="65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30"/>
              <p:cNvSpPr/>
              <p:nvPr/>
            </p:nvSpPr>
            <p:spPr>
              <a:xfrm>
                <a:off x="-3530000" y="4363021"/>
                <a:ext cx="338351" cy="54275"/>
              </a:xfrm>
              <a:custGeom>
                <a:rect b="b" l="l" r="r" t="t"/>
                <a:pathLst>
                  <a:path extrusionOk="0" h="290" w="3329">
                    <a:moveTo>
                      <a:pt x="1" y="0"/>
                    </a:moveTo>
                    <a:lnTo>
                      <a:pt x="1" y="289"/>
                    </a:lnTo>
                    <a:lnTo>
                      <a:pt x="3329" y="289"/>
                    </a:lnTo>
                    <a:lnTo>
                      <a:pt x="33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30"/>
              <p:cNvSpPr/>
              <p:nvPr/>
            </p:nvSpPr>
            <p:spPr>
              <a:xfrm>
                <a:off x="-3794579" y="4447797"/>
                <a:ext cx="866379" cy="88020"/>
              </a:xfrm>
              <a:custGeom>
                <a:rect b="b" l="l" r="r" t="t"/>
                <a:pathLst>
                  <a:path extrusionOk="0" h="866" w="8524">
                    <a:moveTo>
                      <a:pt x="8075" y="0"/>
                    </a:moveTo>
                    <a:lnTo>
                      <a:pt x="448" y="11"/>
                    </a:lnTo>
                    <a:cubicBezTo>
                      <a:pt x="201" y="11"/>
                      <a:pt x="1" y="212"/>
                      <a:pt x="1" y="457"/>
                    </a:cubicBezTo>
                    <a:lnTo>
                      <a:pt x="2" y="865"/>
                    </a:lnTo>
                    <a:lnTo>
                      <a:pt x="8523" y="865"/>
                    </a:lnTo>
                    <a:lnTo>
                      <a:pt x="8523" y="445"/>
                    </a:lnTo>
                    <a:cubicBezTo>
                      <a:pt x="8521" y="201"/>
                      <a:pt x="8320" y="0"/>
                      <a:pt x="8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30"/>
              <p:cNvSpPr/>
              <p:nvPr/>
            </p:nvSpPr>
            <p:spPr>
              <a:xfrm>
                <a:off x="-3679930" y="4464669"/>
                <a:ext cx="638198" cy="54276"/>
              </a:xfrm>
              <a:custGeom>
                <a:rect b="b" l="l" r="r" t="t"/>
                <a:pathLst>
                  <a:path extrusionOk="0" h="534" w="6279">
                    <a:moveTo>
                      <a:pt x="6278" y="1"/>
                    </a:moveTo>
                    <a:lnTo>
                      <a:pt x="1" y="9"/>
                    </a:lnTo>
                    <a:lnTo>
                      <a:pt x="1" y="533"/>
                    </a:lnTo>
                    <a:lnTo>
                      <a:pt x="6278" y="533"/>
                    </a:lnTo>
                    <a:lnTo>
                      <a:pt x="62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30"/>
              <p:cNvSpPr/>
              <p:nvPr/>
            </p:nvSpPr>
            <p:spPr>
              <a:xfrm>
                <a:off x="-3490068" y="4488555"/>
                <a:ext cx="430445" cy="6403"/>
              </a:xfrm>
              <a:custGeom>
                <a:rect b="b" l="l" r="r" t="t"/>
                <a:pathLst>
                  <a:path extrusionOk="0" h="63" w="4235">
                    <a:moveTo>
                      <a:pt x="32" y="1"/>
                    </a:moveTo>
                    <a:cubicBezTo>
                      <a:pt x="15" y="1"/>
                      <a:pt x="1" y="15"/>
                      <a:pt x="1" y="32"/>
                    </a:cubicBezTo>
                    <a:cubicBezTo>
                      <a:pt x="1" y="48"/>
                      <a:pt x="15" y="63"/>
                      <a:pt x="32" y="63"/>
                    </a:cubicBezTo>
                    <a:lnTo>
                      <a:pt x="4204" y="63"/>
                    </a:lnTo>
                    <a:cubicBezTo>
                      <a:pt x="4222" y="63"/>
                      <a:pt x="4235" y="48"/>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30"/>
              <p:cNvSpPr/>
              <p:nvPr/>
            </p:nvSpPr>
            <p:spPr>
              <a:xfrm>
                <a:off x="-3490068" y="4475545"/>
                <a:ext cx="430649" cy="6403"/>
              </a:xfrm>
              <a:custGeom>
                <a:rect b="b" l="l" r="r" t="t"/>
                <a:pathLst>
                  <a:path extrusionOk="0" h="63" w="4237">
                    <a:moveTo>
                      <a:pt x="32" y="1"/>
                    </a:moveTo>
                    <a:cubicBezTo>
                      <a:pt x="15" y="1"/>
                      <a:pt x="1" y="15"/>
                      <a:pt x="1" y="32"/>
                    </a:cubicBezTo>
                    <a:cubicBezTo>
                      <a:pt x="1" y="48"/>
                      <a:pt x="15" y="63"/>
                      <a:pt x="32" y="63"/>
                    </a:cubicBezTo>
                    <a:lnTo>
                      <a:pt x="4204" y="63"/>
                    </a:lnTo>
                    <a:cubicBezTo>
                      <a:pt x="4222" y="63"/>
                      <a:pt x="4236" y="51"/>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30"/>
              <p:cNvSpPr/>
              <p:nvPr/>
            </p:nvSpPr>
            <p:spPr>
              <a:xfrm>
                <a:off x="-3490068" y="4501565"/>
                <a:ext cx="430649" cy="6403"/>
              </a:xfrm>
              <a:custGeom>
                <a:rect b="b" l="l" r="r" t="t"/>
                <a:pathLst>
                  <a:path extrusionOk="0" h="63" w="4237">
                    <a:moveTo>
                      <a:pt x="32" y="1"/>
                    </a:moveTo>
                    <a:cubicBezTo>
                      <a:pt x="15" y="1"/>
                      <a:pt x="1" y="14"/>
                      <a:pt x="1" y="32"/>
                    </a:cubicBezTo>
                    <a:cubicBezTo>
                      <a:pt x="1" y="48"/>
                      <a:pt x="15" y="63"/>
                      <a:pt x="32" y="63"/>
                    </a:cubicBezTo>
                    <a:lnTo>
                      <a:pt x="4204" y="63"/>
                    </a:lnTo>
                    <a:cubicBezTo>
                      <a:pt x="4222" y="63"/>
                      <a:pt x="4236" y="48"/>
                      <a:pt x="4235" y="32"/>
                    </a:cubicBezTo>
                    <a:cubicBezTo>
                      <a:pt x="4235" y="14"/>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30"/>
              <p:cNvSpPr/>
              <p:nvPr/>
            </p:nvSpPr>
            <p:spPr>
              <a:xfrm>
                <a:off x="-3136466" y="4472800"/>
                <a:ext cx="6403" cy="46246"/>
              </a:xfrm>
              <a:custGeom>
                <a:rect b="b" l="l" r="r" t="t"/>
                <a:pathLst>
                  <a:path extrusionOk="0" h="455" w="63">
                    <a:moveTo>
                      <a:pt x="1" y="0"/>
                    </a:moveTo>
                    <a:lnTo>
                      <a:pt x="1" y="454"/>
                    </a:lnTo>
                    <a:lnTo>
                      <a:pt x="62" y="454"/>
                    </a:lnTo>
                    <a:lnTo>
                      <a:pt x="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30"/>
              <p:cNvSpPr/>
              <p:nvPr/>
            </p:nvSpPr>
            <p:spPr>
              <a:xfrm>
                <a:off x="-3656045" y="4473105"/>
                <a:ext cx="37302" cy="37302"/>
              </a:xfrm>
              <a:custGeom>
                <a:rect b="b" l="l" r="r" t="t"/>
                <a:pathLst>
                  <a:path extrusionOk="0" h="367" w="367">
                    <a:moveTo>
                      <a:pt x="184" y="0"/>
                    </a:moveTo>
                    <a:cubicBezTo>
                      <a:pt x="83" y="0"/>
                      <a:pt x="0" y="83"/>
                      <a:pt x="0" y="184"/>
                    </a:cubicBezTo>
                    <a:cubicBezTo>
                      <a:pt x="0" y="285"/>
                      <a:pt x="83"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30"/>
              <p:cNvSpPr/>
              <p:nvPr/>
            </p:nvSpPr>
            <p:spPr>
              <a:xfrm>
                <a:off x="-3637445" y="4473105"/>
                <a:ext cx="18702" cy="18702"/>
              </a:xfrm>
              <a:custGeom>
                <a:rect b="b" l="l" r="r" t="t"/>
                <a:pathLst>
                  <a:path extrusionOk="0" h="184" w="184">
                    <a:moveTo>
                      <a:pt x="1" y="0"/>
                    </a:moveTo>
                    <a:lnTo>
                      <a:pt x="1" y="184"/>
                    </a:lnTo>
                    <a:lnTo>
                      <a:pt x="183" y="184"/>
                    </a:lnTo>
                    <a:cubicBezTo>
                      <a:pt x="183" y="83"/>
                      <a:pt x="10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30"/>
              <p:cNvSpPr/>
              <p:nvPr/>
            </p:nvSpPr>
            <p:spPr>
              <a:xfrm>
                <a:off x="-3600550" y="4473105"/>
                <a:ext cx="37302" cy="37302"/>
              </a:xfrm>
              <a:custGeom>
                <a:rect b="b" l="l" r="r" t="t"/>
                <a:pathLst>
                  <a:path extrusionOk="0" h="367" w="367">
                    <a:moveTo>
                      <a:pt x="183" y="0"/>
                    </a:moveTo>
                    <a:cubicBezTo>
                      <a:pt x="82" y="0"/>
                      <a:pt x="0" y="83"/>
                      <a:pt x="0" y="184"/>
                    </a:cubicBezTo>
                    <a:cubicBezTo>
                      <a:pt x="0" y="285"/>
                      <a:pt x="82" y="367"/>
                      <a:pt x="183" y="367"/>
                    </a:cubicBezTo>
                    <a:cubicBezTo>
                      <a:pt x="285" y="367"/>
                      <a:pt x="366" y="285"/>
                      <a:pt x="366" y="184"/>
                    </a:cubicBezTo>
                    <a:cubicBezTo>
                      <a:pt x="366" y="83"/>
                      <a:pt x="285"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30"/>
              <p:cNvSpPr/>
              <p:nvPr/>
            </p:nvSpPr>
            <p:spPr>
              <a:xfrm>
                <a:off x="-3595163" y="4473207"/>
                <a:ext cx="26325" cy="18600"/>
              </a:xfrm>
              <a:custGeom>
                <a:rect b="b" l="l" r="r" t="t"/>
                <a:pathLst>
                  <a:path extrusionOk="0" h="183" w="259">
                    <a:moveTo>
                      <a:pt x="130" y="0"/>
                    </a:moveTo>
                    <a:cubicBezTo>
                      <a:pt x="83" y="0"/>
                      <a:pt x="36" y="18"/>
                      <a:pt x="1" y="54"/>
                    </a:cubicBezTo>
                    <a:lnTo>
                      <a:pt x="130" y="183"/>
                    </a:lnTo>
                    <a:lnTo>
                      <a:pt x="259" y="54"/>
                    </a:lnTo>
                    <a:cubicBezTo>
                      <a:pt x="223" y="18"/>
                      <a:pt x="176" y="0"/>
                      <a:pt x="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30"/>
              <p:cNvSpPr/>
              <p:nvPr/>
            </p:nvSpPr>
            <p:spPr>
              <a:xfrm>
                <a:off x="-3545258" y="4473105"/>
                <a:ext cx="37302" cy="37302"/>
              </a:xfrm>
              <a:custGeom>
                <a:rect b="b" l="l" r="r" t="t"/>
                <a:pathLst>
                  <a:path extrusionOk="0" h="367" w="367">
                    <a:moveTo>
                      <a:pt x="184" y="0"/>
                    </a:moveTo>
                    <a:cubicBezTo>
                      <a:pt x="82" y="0"/>
                      <a:pt x="1" y="83"/>
                      <a:pt x="1" y="184"/>
                    </a:cubicBezTo>
                    <a:cubicBezTo>
                      <a:pt x="1" y="285"/>
                      <a:pt x="82"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30"/>
              <p:cNvSpPr/>
              <p:nvPr/>
            </p:nvSpPr>
            <p:spPr>
              <a:xfrm>
                <a:off x="-3545360" y="4491706"/>
                <a:ext cx="18803" cy="18702"/>
              </a:xfrm>
              <a:custGeom>
                <a:rect b="b" l="l" r="r" t="t"/>
                <a:pathLst>
                  <a:path extrusionOk="0" h="184" w="185">
                    <a:moveTo>
                      <a:pt x="1" y="1"/>
                    </a:moveTo>
                    <a:cubicBezTo>
                      <a:pt x="1" y="103"/>
                      <a:pt x="84" y="184"/>
                      <a:pt x="185" y="184"/>
                    </a:cubicBezTo>
                    <a:lnTo>
                      <a:pt x="1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30"/>
              <p:cNvSpPr/>
              <p:nvPr/>
            </p:nvSpPr>
            <p:spPr>
              <a:xfrm>
                <a:off x="-3474924" y="4596193"/>
                <a:ext cx="227674" cy="280323"/>
              </a:xfrm>
              <a:custGeom>
                <a:rect b="b" l="l" r="r" t="t"/>
                <a:pathLst>
                  <a:path extrusionOk="0" h="2758" w="2240">
                    <a:moveTo>
                      <a:pt x="284" y="1"/>
                    </a:moveTo>
                    <a:cubicBezTo>
                      <a:pt x="126" y="1"/>
                      <a:pt x="0" y="129"/>
                      <a:pt x="0" y="285"/>
                    </a:cubicBezTo>
                    <a:lnTo>
                      <a:pt x="0" y="2757"/>
                    </a:lnTo>
                    <a:lnTo>
                      <a:pt x="2240" y="2757"/>
                    </a:lnTo>
                    <a:lnTo>
                      <a:pt x="2240" y="285"/>
                    </a:lnTo>
                    <a:cubicBezTo>
                      <a:pt x="2240" y="128"/>
                      <a:pt x="2112" y="1"/>
                      <a:pt x="19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30"/>
              <p:cNvSpPr/>
              <p:nvPr/>
            </p:nvSpPr>
            <p:spPr>
              <a:xfrm>
                <a:off x="-3458153" y="4612963"/>
                <a:ext cx="194132" cy="263553"/>
              </a:xfrm>
              <a:custGeom>
                <a:rect b="b" l="l" r="r" t="t"/>
                <a:pathLst>
                  <a:path extrusionOk="0" h="2593" w="1910">
                    <a:moveTo>
                      <a:pt x="0" y="1"/>
                    </a:moveTo>
                    <a:lnTo>
                      <a:pt x="0" y="2592"/>
                    </a:lnTo>
                    <a:lnTo>
                      <a:pt x="1910" y="2592"/>
                    </a:lnTo>
                    <a:lnTo>
                      <a:pt x="19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30"/>
              <p:cNvSpPr/>
              <p:nvPr/>
            </p:nvSpPr>
            <p:spPr>
              <a:xfrm>
                <a:off x="-3441789" y="4631259"/>
                <a:ext cx="161303" cy="93407"/>
              </a:xfrm>
              <a:custGeom>
                <a:rect b="b" l="l" r="r" t="t"/>
                <a:pathLst>
                  <a:path extrusionOk="0" h="919" w="1587">
                    <a:moveTo>
                      <a:pt x="0" y="0"/>
                    </a:moveTo>
                    <a:lnTo>
                      <a:pt x="0" y="919"/>
                    </a:lnTo>
                    <a:lnTo>
                      <a:pt x="1587" y="919"/>
                    </a:lnTo>
                    <a:lnTo>
                      <a:pt x="15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30"/>
              <p:cNvSpPr/>
              <p:nvPr/>
            </p:nvSpPr>
            <p:spPr>
              <a:xfrm>
                <a:off x="-3793969" y="4811265"/>
                <a:ext cx="866278" cy="65151"/>
              </a:xfrm>
              <a:custGeom>
                <a:rect b="b" l="l" r="r" t="t"/>
                <a:pathLst>
                  <a:path extrusionOk="0" h="641" w="8523">
                    <a:moveTo>
                      <a:pt x="0" y="0"/>
                    </a:moveTo>
                    <a:lnTo>
                      <a:pt x="0" y="195"/>
                    </a:lnTo>
                    <a:cubicBezTo>
                      <a:pt x="2" y="440"/>
                      <a:pt x="203" y="640"/>
                      <a:pt x="448" y="640"/>
                    </a:cubicBezTo>
                    <a:lnTo>
                      <a:pt x="8075" y="631"/>
                    </a:lnTo>
                    <a:cubicBezTo>
                      <a:pt x="8322" y="630"/>
                      <a:pt x="8522" y="429"/>
                      <a:pt x="8522" y="184"/>
                    </a:cubicBezTo>
                    <a:lnTo>
                      <a:pt x="85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30"/>
              <p:cNvSpPr/>
              <p:nvPr/>
            </p:nvSpPr>
            <p:spPr>
              <a:xfrm>
                <a:off x="-3773336" y="4511932"/>
                <a:ext cx="47466" cy="47568"/>
              </a:xfrm>
              <a:custGeom>
                <a:rect b="b" l="l" r="r" t="t"/>
                <a:pathLst>
                  <a:path extrusionOk="0" h="468" w="467">
                    <a:moveTo>
                      <a:pt x="234" y="0"/>
                    </a:moveTo>
                    <a:cubicBezTo>
                      <a:pt x="105" y="0"/>
                      <a:pt x="0" y="105"/>
                      <a:pt x="0" y="234"/>
                    </a:cubicBezTo>
                    <a:cubicBezTo>
                      <a:pt x="0" y="362"/>
                      <a:pt x="105" y="468"/>
                      <a:pt x="234" y="468"/>
                    </a:cubicBezTo>
                    <a:cubicBezTo>
                      <a:pt x="363" y="468"/>
                      <a:pt x="467" y="362"/>
                      <a:pt x="467" y="234"/>
                    </a:cubicBezTo>
                    <a:cubicBezTo>
                      <a:pt x="467"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30"/>
              <p:cNvSpPr/>
              <p:nvPr/>
            </p:nvSpPr>
            <p:spPr>
              <a:xfrm>
                <a:off x="-3766425" y="4518945"/>
                <a:ext cx="33643" cy="33643"/>
              </a:xfrm>
              <a:custGeom>
                <a:rect b="b" l="l" r="r" t="t"/>
                <a:pathLst>
                  <a:path extrusionOk="0" h="331" w="331">
                    <a:moveTo>
                      <a:pt x="166" y="0"/>
                    </a:moveTo>
                    <a:cubicBezTo>
                      <a:pt x="74" y="0"/>
                      <a:pt x="0" y="73"/>
                      <a:pt x="0" y="165"/>
                    </a:cubicBezTo>
                    <a:cubicBezTo>
                      <a:pt x="0" y="256"/>
                      <a:pt x="74" y="330"/>
                      <a:pt x="166" y="330"/>
                    </a:cubicBezTo>
                    <a:cubicBezTo>
                      <a:pt x="256" y="330"/>
                      <a:pt x="331" y="256"/>
                      <a:pt x="331" y="165"/>
                    </a:cubicBezTo>
                    <a:cubicBezTo>
                      <a:pt x="331" y="73"/>
                      <a:pt x="256"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30"/>
              <p:cNvSpPr/>
              <p:nvPr/>
            </p:nvSpPr>
            <p:spPr>
              <a:xfrm>
                <a:off x="-3770084"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30"/>
              <p:cNvSpPr/>
              <p:nvPr/>
            </p:nvSpPr>
            <p:spPr>
              <a:xfrm>
                <a:off x="-3759513"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2" y="2194"/>
                      <a:pt x="2194" y="1703"/>
                      <a:pt x="2194" y="1098"/>
                    </a:cubicBezTo>
                    <a:cubicBezTo>
                      <a:pt x="2194" y="492"/>
                      <a:pt x="1702"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30"/>
              <p:cNvSpPr/>
              <p:nvPr/>
            </p:nvSpPr>
            <p:spPr>
              <a:xfrm>
                <a:off x="-3689890" y="4635629"/>
                <a:ext cx="83751" cy="83853"/>
              </a:xfrm>
              <a:custGeom>
                <a:rect b="b" l="l" r="r" t="t"/>
                <a:pathLst>
                  <a:path extrusionOk="0" h="825" w="824">
                    <a:moveTo>
                      <a:pt x="413" y="1"/>
                    </a:moveTo>
                    <a:cubicBezTo>
                      <a:pt x="184" y="1"/>
                      <a:pt x="1" y="186"/>
                      <a:pt x="1" y="413"/>
                    </a:cubicBezTo>
                    <a:cubicBezTo>
                      <a:pt x="1" y="640"/>
                      <a:pt x="184"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30"/>
              <p:cNvSpPr/>
              <p:nvPr/>
            </p:nvSpPr>
            <p:spPr>
              <a:xfrm>
                <a:off x="-2996407" y="4511932"/>
                <a:ext cx="47568" cy="47568"/>
              </a:xfrm>
              <a:custGeom>
                <a:rect b="b" l="l" r="r" t="t"/>
                <a:pathLst>
                  <a:path extrusionOk="0" h="468" w="468">
                    <a:moveTo>
                      <a:pt x="234" y="0"/>
                    </a:moveTo>
                    <a:cubicBezTo>
                      <a:pt x="105" y="0"/>
                      <a:pt x="0" y="105"/>
                      <a:pt x="0" y="234"/>
                    </a:cubicBezTo>
                    <a:cubicBezTo>
                      <a:pt x="0" y="362"/>
                      <a:pt x="105" y="468"/>
                      <a:pt x="234" y="468"/>
                    </a:cubicBezTo>
                    <a:cubicBezTo>
                      <a:pt x="363" y="468"/>
                      <a:pt x="468" y="362"/>
                      <a:pt x="468" y="234"/>
                    </a:cubicBezTo>
                    <a:cubicBezTo>
                      <a:pt x="468"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30"/>
              <p:cNvSpPr/>
              <p:nvPr/>
            </p:nvSpPr>
            <p:spPr>
              <a:xfrm>
                <a:off x="-2989496" y="4518945"/>
                <a:ext cx="33643" cy="33643"/>
              </a:xfrm>
              <a:custGeom>
                <a:rect b="b" l="l" r="r" t="t"/>
                <a:pathLst>
                  <a:path extrusionOk="0" h="331" w="331">
                    <a:moveTo>
                      <a:pt x="166" y="0"/>
                    </a:moveTo>
                    <a:cubicBezTo>
                      <a:pt x="75" y="0"/>
                      <a:pt x="0" y="73"/>
                      <a:pt x="0" y="165"/>
                    </a:cubicBezTo>
                    <a:cubicBezTo>
                      <a:pt x="0" y="256"/>
                      <a:pt x="75" y="330"/>
                      <a:pt x="166" y="330"/>
                    </a:cubicBezTo>
                    <a:cubicBezTo>
                      <a:pt x="257" y="330"/>
                      <a:pt x="331" y="256"/>
                      <a:pt x="331" y="165"/>
                    </a:cubicBezTo>
                    <a:cubicBezTo>
                      <a:pt x="331" y="73"/>
                      <a:pt x="257"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30"/>
              <p:cNvSpPr/>
              <p:nvPr/>
            </p:nvSpPr>
            <p:spPr>
              <a:xfrm>
                <a:off x="-3196229"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30"/>
              <p:cNvSpPr/>
              <p:nvPr/>
            </p:nvSpPr>
            <p:spPr>
              <a:xfrm>
                <a:off x="-3185659"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3" y="2194"/>
                      <a:pt x="2194" y="1703"/>
                      <a:pt x="2194" y="1098"/>
                    </a:cubicBezTo>
                    <a:cubicBezTo>
                      <a:pt x="2194" y="492"/>
                      <a:pt x="1703"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30"/>
              <p:cNvSpPr/>
              <p:nvPr/>
            </p:nvSpPr>
            <p:spPr>
              <a:xfrm>
                <a:off x="-3116036" y="4635629"/>
                <a:ext cx="83751" cy="83853"/>
              </a:xfrm>
              <a:custGeom>
                <a:rect b="b" l="l" r="r" t="t"/>
                <a:pathLst>
                  <a:path extrusionOk="0" h="825" w="824">
                    <a:moveTo>
                      <a:pt x="413" y="1"/>
                    </a:moveTo>
                    <a:cubicBezTo>
                      <a:pt x="186" y="1"/>
                      <a:pt x="1" y="186"/>
                      <a:pt x="1" y="413"/>
                    </a:cubicBezTo>
                    <a:cubicBezTo>
                      <a:pt x="1" y="640"/>
                      <a:pt x="186"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30"/>
              <p:cNvSpPr/>
              <p:nvPr/>
            </p:nvSpPr>
            <p:spPr>
              <a:xfrm>
                <a:off x="-3400219" y="4700171"/>
                <a:ext cx="78161" cy="24089"/>
              </a:xfrm>
              <a:custGeom>
                <a:rect b="b" l="l" r="r" t="t"/>
                <a:pathLst>
                  <a:path extrusionOk="0" h="237" w="769">
                    <a:moveTo>
                      <a:pt x="228" y="0"/>
                    </a:moveTo>
                    <a:cubicBezTo>
                      <a:pt x="159" y="0"/>
                      <a:pt x="94" y="41"/>
                      <a:pt x="63" y="104"/>
                    </a:cubicBezTo>
                    <a:lnTo>
                      <a:pt x="0" y="237"/>
                    </a:lnTo>
                    <a:lnTo>
                      <a:pt x="769" y="237"/>
                    </a:lnTo>
                    <a:lnTo>
                      <a:pt x="706" y="104"/>
                    </a:lnTo>
                    <a:cubicBezTo>
                      <a:pt x="676" y="41"/>
                      <a:pt x="611" y="0"/>
                      <a:pt x="5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30"/>
              <p:cNvSpPr/>
              <p:nvPr/>
            </p:nvSpPr>
            <p:spPr>
              <a:xfrm>
                <a:off x="-3427458" y="4657990"/>
                <a:ext cx="31407" cy="31305"/>
              </a:xfrm>
              <a:custGeom>
                <a:rect b="b" l="l" r="r" t="t"/>
                <a:pathLst>
                  <a:path extrusionOk="0" h="308" w="309">
                    <a:moveTo>
                      <a:pt x="155" y="82"/>
                    </a:moveTo>
                    <a:cubicBezTo>
                      <a:pt x="194" y="82"/>
                      <a:pt x="226" y="114"/>
                      <a:pt x="226" y="152"/>
                    </a:cubicBezTo>
                    <a:cubicBezTo>
                      <a:pt x="226" y="193"/>
                      <a:pt x="195" y="224"/>
                      <a:pt x="155" y="224"/>
                    </a:cubicBezTo>
                    <a:cubicBezTo>
                      <a:pt x="116" y="224"/>
                      <a:pt x="83" y="192"/>
                      <a:pt x="83" y="152"/>
                    </a:cubicBezTo>
                    <a:cubicBezTo>
                      <a:pt x="83" y="114"/>
                      <a:pt x="116" y="82"/>
                      <a:pt x="155" y="82"/>
                    </a:cubicBezTo>
                    <a:close/>
                    <a:moveTo>
                      <a:pt x="155" y="1"/>
                    </a:moveTo>
                    <a:cubicBezTo>
                      <a:pt x="71" y="1"/>
                      <a:pt x="1" y="69"/>
                      <a:pt x="1" y="153"/>
                    </a:cubicBezTo>
                    <a:cubicBezTo>
                      <a:pt x="1" y="239"/>
                      <a:pt x="71" y="307"/>
                      <a:pt x="155" y="307"/>
                    </a:cubicBezTo>
                    <a:cubicBezTo>
                      <a:pt x="240" y="307"/>
                      <a:pt x="308" y="239"/>
                      <a:pt x="308" y="153"/>
                    </a:cubicBezTo>
                    <a:cubicBezTo>
                      <a:pt x="308" y="69"/>
                      <a:pt x="240"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30"/>
              <p:cNvSpPr/>
              <p:nvPr/>
            </p:nvSpPr>
            <p:spPr>
              <a:xfrm>
                <a:off x="-3326226" y="4657990"/>
                <a:ext cx="31407" cy="31305"/>
              </a:xfrm>
              <a:custGeom>
                <a:rect b="b" l="l" r="r" t="t"/>
                <a:pathLst>
                  <a:path extrusionOk="0" h="308" w="309">
                    <a:moveTo>
                      <a:pt x="154" y="82"/>
                    </a:moveTo>
                    <a:cubicBezTo>
                      <a:pt x="193" y="82"/>
                      <a:pt x="226" y="114"/>
                      <a:pt x="226" y="152"/>
                    </a:cubicBezTo>
                    <a:cubicBezTo>
                      <a:pt x="226" y="193"/>
                      <a:pt x="195" y="224"/>
                      <a:pt x="154" y="224"/>
                    </a:cubicBezTo>
                    <a:cubicBezTo>
                      <a:pt x="115" y="224"/>
                      <a:pt x="83" y="192"/>
                      <a:pt x="83" y="152"/>
                    </a:cubicBezTo>
                    <a:cubicBezTo>
                      <a:pt x="83" y="114"/>
                      <a:pt x="115" y="82"/>
                      <a:pt x="154" y="82"/>
                    </a:cubicBezTo>
                    <a:close/>
                    <a:moveTo>
                      <a:pt x="154" y="1"/>
                    </a:moveTo>
                    <a:cubicBezTo>
                      <a:pt x="69" y="1"/>
                      <a:pt x="1" y="69"/>
                      <a:pt x="1" y="153"/>
                    </a:cubicBezTo>
                    <a:cubicBezTo>
                      <a:pt x="1" y="239"/>
                      <a:pt x="71" y="307"/>
                      <a:pt x="154" y="307"/>
                    </a:cubicBezTo>
                    <a:cubicBezTo>
                      <a:pt x="238" y="307"/>
                      <a:pt x="308" y="239"/>
                      <a:pt x="308" y="153"/>
                    </a:cubicBezTo>
                    <a:cubicBezTo>
                      <a:pt x="308" y="69"/>
                      <a:pt x="240" y="1"/>
                      <a:pt x="1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30"/>
              <p:cNvSpPr/>
              <p:nvPr/>
            </p:nvSpPr>
            <p:spPr>
              <a:xfrm>
                <a:off x="-3393511" y="4658092"/>
                <a:ext cx="64745" cy="31102"/>
              </a:xfrm>
              <a:custGeom>
                <a:rect b="b" l="l" r="r" t="t"/>
                <a:pathLst>
                  <a:path extrusionOk="0" h="306" w="637">
                    <a:moveTo>
                      <a:pt x="2" y="1"/>
                    </a:moveTo>
                    <a:cubicBezTo>
                      <a:pt x="36" y="42"/>
                      <a:pt x="57" y="95"/>
                      <a:pt x="57" y="151"/>
                    </a:cubicBezTo>
                    <a:cubicBezTo>
                      <a:pt x="57" y="210"/>
                      <a:pt x="36" y="264"/>
                      <a:pt x="0" y="305"/>
                    </a:cubicBezTo>
                    <a:lnTo>
                      <a:pt x="637" y="305"/>
                    </a:lnTo>
                    <a:cubicBezTo>
                      <a:pt x="602" y="264"/>
                      <a:pt x="580" y="210"/>
                      <a:pt x="580" y="151"/>
                    </a:cubicBezTo>
                    <a:cubicBezTo>
                      <a:pt x="580" y="94"/>
                      <a:pt x="600" y="42"/>
                      <a:pt x="6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30"/>
              <p:cNvSpPr/>
              <p:nvPr/>
            </p:nvSpPr>
            <p:spPr>
              <a:xfrm>
                <a:off x="-338273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30"/>
              <p:cNvSpPr/>
              <p:nvPr/>
            </p:nvSpPr>
            <p:spPr>
              <a:xfrm>
                <a:off x="-3411704"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30"/>
              <p:cNvSpPr/>
              <p:nvPr/>
            </p:nvSpPr>
            <p:spPr>
              <a:xfrm>
                <a:off x="-335356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30"/>
              <p:cNvSpPr/>
              <p:nvPr/>
            </p:nvSpPr>
            <p:spPr>
              <a:xfrm>
                <a:off x="-3324600"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30"/>
              <p:cNvSpPr/>
              <p:nvPr/>
            </p:nvSpPr>
            <p:spPr>
              <a:xfrm>
                <a:off x="-3295429" y="4738795"/>
                <a:ext cx="14535" cy="38522"/>
              </a:xfrm>
              <a:custGeom>
                <a:rect b="b" l="l" r="r" t="t"/>
                <a:pathLst>
                  <a:path extrusionOk="0" h="379" w="143">
                    <a:moveTo>
                      <a:pt x="0" y="0"/>
                    </a:moveTo>
                    <a:lnTo>
                      <a:pt x="0" y="379"/>
                    </a:lnTo>
                    <a:lnTo>
                      <a:pt x="142" y="379"/>
                    </a:lnTo>
                    <a:lnTo>
                      <a:pt x="1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30"/>
              <p:cNvSpPr/>
              <p:nvPr/>
            </p:nvSpPr>
            <p:spPr>
              <a:xfrm>
                <a:off x="-3440773"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30"/>
              <p:cNvSpPr/>
              <p:nvPr/>
            </p:nvSpPr>
            <p:spPr>
              <a:xfrm>
                <a:off x="-3714080" y="4876315"/>
                <a:ext cx="67184" cy="29374"/>
              </a:xfrm>
              <a:custGeom>
                <a:rect b="b" l="l" r="r" t="t"/>
                <a:pathLst>
                  <a:path extrusionOk="0" h="289" w="661">
                    <a:moveTo>
                      <a:pt x="0" y="0"/>
                    </a:moveTo>
                    <a:lnTo>
                      <a:pt x="0" y="50"/>
                    </a:lnTo>
                    <a:cubicBezTo>
                      <a:pt x="0" y="181"/>
                      <a:pt x="107" y="288"/>
                      <a:pt x="239" y="288"/>
                    </a:cubicBezTo>
                    <a:lnTo>
                      <a:pt x="421" y="288"/>
                    </a:lnTo>
                    <a:cubicBezTo>
                      <a:pt x="555" y="288"/>
                      <a:pt x="661" y="182"/>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30"/>
              <p:cNvSpPr/>
              <p:nvPr/>
            </p:nvSpPr>
            <p:spPr>
              <a:xfrm>
                <a:off x="-3075279" y="4876315"/>
                <a:ext cx="67184" cy="29374"/>
              </a:xfrm>
              <a:custGeom>
                <a:rect b="b" l="l" r="r" t="t"/>
                <a:pathLst>
                  <a:path extrusionOk="0" h="289" w="661">
                    <a:moveTo>
                      <a:pt x="0" y="0"/>
                    </a:moveTo>
                    <a:lnTo>
                      <a:pt x="0" y="50"/>
                    </a:lnTo>
                    <a:cubicBezTo>
                      <a:pt x="0" y="182"/>
                      <a:pt x="107" y="288"/>
                      <a:pt x="239" y="288"/>
                    </a:cubicBezTo>
                    <a:lnTo>
                      <a:pt x="421" y="288"/>
                    </a:lnTo>
                    <a:cubicBezTo>
                      <a:pt x="553" y="288"/>
                      <a:pt x="661" y="181"/>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30"/>
              <p:cNvSpPr/>
              <p:nvPr/>
            </p:nvSpPr>
            <p:spPr>
              <a:xfrm>
                <a:off x="-3447075" y="4828646"/>
                <a:ext cx="171873" cy="10875"/>
              </a:xfrm>
              <a:custGeom>
                <a:rect b="b" l="l" r="r" t="t"/>
                <a:pathLst>
                  <a:path extrusionOk="0" h="107" w="1691">
                    <a:moveTo>
                      <a:pt x="44" y="1"/>
                    </a:moveTo>
                    <a:cubicBezTo>
                      <a:pt x="19" y="1"/>
                      <a:pt x="1" y="20"/>
                      <a:pt x="1" y="45"/>
                    </a:cubicBezTo>
                    <a:lnTo>
                      <a:pt x="1" y="63"/>
                    </a:lnTo>
                    <a:cubicBezTo>
                      <a:pt x="1" y="87"/>
                      <a:pt x="19" y="107"/>
                      <a:pt x="44" y="107"/>
                    </a:cubicBezTo>
                    <a:lnTo>
                      <a:pt x="1647" y="107"/>
                    </a:lnTo>
                    <a:cubicBezTo>
                      <a:pt x="1671" y="107"/>
                      <a:pt x="1690" y="87"/>
                      <a:pt x="1690" y="63"/>
                    </a:cubicBezTo>
                    <a:lnTo>
                      <a:pt x="1690" y="45"/>
                    </a:lnTo>
                    <a:cubicBezTo>
                      <a:pt x="1690" y="20"/>
                      <a:pt x="1672" y="1"/>
                      <a:pt x="16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30"/>
              <p:cNvSpPr/>
              <p:nvPr/>
            </p:nvSpPr>
            <p:spPr>
              <a:xfrm>
                <a:off x="-3447075" y="4849990"/>
                <a:ext cx="171873" cy="10774"/>
              </a:xfrm>
              <a:custGeom>
                <a:rect b="b" l="l" r="r" t="t"/>
                <a:pathLst>
                  <a:path extrusionOk="0" h="106" w="1691">
                    <a:moveTo>
                      <a:pt x="44" y="0"/>
                    </a:moveTo>
                    <a:cubicBezTo>
                      <a:pt x="19" y="0"/>
                      <a:pt x="1" y="19"/>
                      <a:pt x="1" y="44"/>
                    </a:cubicBezTo>
                    <a:lnTo>
                      <a:pt x="1" y="62"/>
                    </a:lnTo>
                    <a:cubicBezTo>
                      <a:pt x="1" y="86"/>
                      <a:pt x="19" y="105"/>
                      <a:pt x="44" y="105"/>
                    </a:cubicBezTo>
                    <a:lnTo>
                      <a:pt x="1647" y="105"/>
                    </a:lnTo>
                    <a:cubicBezTo>
                      <a:pt x="1671" y="105"/>
                      <a:pt x="1690" y="86"/>
                      <a:pt x="1690" y="62"/>
                    </a:cubicBezTo>
                    <a:lnTo>
                      <a:pt x="1690" y="44"/>
                    </a:lnTo>
                    <a:cubicBezTo>
                      <a:pt x="1690" y="21"/>
                      <a:pt x="1672" y="0"/>
                      <a:pt x="16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6" name="Google Shape;2346;p30"/>
            <p:cNvGrpSpPr/>
            <p:nvPr/>
          </p:nvGrpSpPr>
          <p:grpSpPr>
            <a:xfrm>
              <a:off x="4996628" y="313295"/>
              <a:ext cx="311019" cy="311110"/>
              <a:chOff x="5038846" y="235350"/>
              <a:chExt cx="158691" cy="158738"/>
            </a:xfrm>
          </p:grpSpPr>
          <p:sp>
            <p:nvSpPr>
              <p:cNvPr id="2347" name="Google Shape;2347;p30"/>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30"/>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9" name="Google Shape;2349;p30"/>
            <p:cNvGrpSpPr/>
            <p:nvPr/>
          </p:nvGrpSpPr>
          <p:grpSpPr>
            <a:xfrm>
              <a:off x="3798686" y="121328"/>
              <a:ext cx="248329" cy="248348"/>
              <a:chOff x="5035425" y="2779450"/>
              <a:chExt cx="94800" cy="94800"/>
            </a:xfrm>
          </p:grpSpPr>
          <p:sp>
            <p:nvSpPr>
              <p:cNvPr id="2350" name="Google Shape;2350;p30"/>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30"/>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2352" name="Shape 2352"/>
        <p:cNvGrpSpPr/>
        <p:nvPr/>
      </p:nvGrpSpPr>
      <p:grpSpPr>
        <a:xfrm>
          <a:off x="0" y="0"/>
          <a:ext cx="0" cy="0"/>
          <a:chOff x="0" y="0"/>
          <a:chExt cx="0" cy="0"/>
        </a:xfrm>
      </p:grpSpPr>
      <p:sp>
        <p:nvSpPr>
          <p:cNvPr id="2353" name="Google Shape;2353;p31"/>
          <p:cNvSpPr txBox="1"/>
          <p:nvPr>
            <p:ph type="title"/>
          </p:nvPr>
        </p:nvSpPr>
        <p:spPr>
          <a:xfrm>
            <a:off x="1168725" y="2518175"/>
            <a:ext cx="67557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4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354" name="Google Shape;2354;p31"/>
          <p:cNvSpPr txBox="1"/>
          <p:nvPr>
            <p:ph hasCustomPrompt="1" idx="2" type="title"/>
          </p:nvPr>
        </p:nvSpPr>
        <p:spPr>
          <a:xfrm>
            <a:off x="3922651" y="1497600"/>
            <a:ext cx="1298700" cy="841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l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355" name="Google Shape;2355;p31"/>
          <p:cNvSpPr txBox="1"/>
          <p:nvPr>
            <p:ph idx="1" type="subTitle"/>
          </p:nvPr>
        </p:nvSpPr>
        <p:spPr>
          <a:xfrm>
            <a:off x="1168725" y="3270900"/>
            <a:ext cx="6755700" cy="37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356" name="Google Shape;2356;p31"/>
          <p:cNvGrpSpPr/>
          <p:nvPr/>
        </p:nvGrpSpPr>
        <p:grpSpPr>
          <a:xfrm>
            <a:off x="211374" y="49052"/>
            <a:ext cx="8723306" cy="5150587"/>
            <a:chOff x="211374" y="49052"/>
            <a:chExt cx="8723306" cy="5150587"/>
          </a:xfrm>
        </p:grpSpPr>
        <p:grpSp>
          <p:nvGrpSpPr>
            <p:cNvPr id="2357" name="Google Shape;2357;p31"/>
            <p:cNvGrpSpPr/>
            <p:nvPr/>
          </p:nvGrpSpPr>
          <p:grpSpPr>
            <a:xfrm>
              <a:off x="1473971" y="4675685"/>
              <a:ext cx="927849" cy="523955"/>
              <a:chOff x="3701784" y="1690738"/>
              <a:chExt cx="473416" cy="267338"/>
            </a:xfrm>
          </p:grpSpPr>
          <p:sp>
            <p:nvSpPr>
              <p:cNvPr id="2358" name="Google Shape;2358;p31"/>
              <p:cNvSpPr/>
              <p:nvPr/>
            </p:nvSpPr>
            <p:spPr>
              <a:xfrm>
                <a:off x="3701784" y="1690738"/>
                <a:ext cx="472025" cy="265900"/>
              </a:xfrm>
              <a:custGeom>
                <a:rect b="b" l="l" r="r" t="t"/>
                <a:pathLst>
                  <a:path extrusionOk="0" h="10636" w="18881">
                    <a:moveTo>
                      <a:pt x="9441" y="0"/>
                    </a:moveTo>
                    <a:cubicBezTo>
                      <a:pt x="4235" y="0"/>
                      <a:pt x="0" y="4236"/>
                      <a:pt x="0" y="9440"/>
                    </a:cubicBezTo>
                    <a:cubicBezTo>
                      <a:pt x="0" y="10102"/>
                      <a:pt x="536" y="10635"/>
                      <a:pt x="1195" y="10635"/>
                    </a:cubicBezTo>
                    <a:cubicBezTo>
                      <a:pt x="1855" y="10635"/>
                      <a:pt x="2389" y="10100"/>
                      <a:pt x="2389" y="9440"/>
                    </a:cubicBezTo>
                    <a:cubicBezTo>
                      <a:pt x="2389" y="5553"/>
                      <a:pt x="5552" y="2390"/>
                      <a:pt x="9439" y="2390"/>
                    </a:cubicBezTo>
                    <a:cubicBezTo>
                      <a:pt x="13326" y="2390"/>
                      <a:pt x="16489" y="5554"/>
                      <a:pt x="16489" y="9440"/>
                    </a:cubicBezTo>
                    <a:cubicBezTo>
                      <a:pt x="16489" y="10102"/>
                      <a:pt x="17024" y="10635"/>
                      <a:pt x="17683" y="10635"/>
                    </a:cubicBezTo>
                    <a:cubicBezTo>
                      <a:pt x="18343" y="10635"/>
                      <a:pt x="18878" y="10100"/>
                      <a:pt x="18878" y="9440"/>
                    </a:cubicBezTo>
                    <a:cubicBezTo>
                      <a:pt x="18880" y="4236"/>
                      <a:pt x="14646" y="0"/>
                      <a:pt x="9441"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31"/>
              <p:cNvSpPr/>
              <p:nvPr/>
            </p:nvSpPr>
            <p:spPr>
              <a:xfrm>
                <a:off x="3703175" y="1692175"/>
                <a:ext cx="472025" cy="265900"/>
              </a:xfrm>
              <a:custGeom>
                <a:rect b="b" l="l" r="r" t="t"/>
                <a:pathLst>
                  <a:path extrusionOk="0" h="10636" w="18881">
                    <a:moveTo>
                      <a:pt x="9441" y="0"/>
                    </a:moveTo>
                    <a:cubicBezTo>
                      <a:pt x="4236" y="0"/>
                      <a:pt x="1" y="4236"/>
                      <a:pt x="1" y="9440"/>
                    </a:cubicBezTo>
                    <a:cubicBezTo>
                      <a:pt x="1" y="10099"/>
                      <a:pt x="535" y="10635"/>
                      <a:pt x="1196" y="10635"/>
                    </a:cubicBezTo>
                    <a:cubicBezTo>
                      <a:pt x="1855" y="10635"/>
                      <a:pt x="2390" y="10100"/>
                      <a:pt x="2390" y="9440"/>
                    </a:cubicBezTo>
                    <a:cubicBezTo>
                      <a:pt x="2390" y="5553"/>
                      <a:pt x="5552" y="2390"/>
                      <a:pt x="9440" y="2390"/>
                    </a:cubicBezTo>
                    <a:cubicBezTo>
                      <a:pt x="13327" y="2390"/>
                      <a:pt x="16490" y="5552"/>
                      <a:pt x="16490" y="9440"/>
                    </a:cubicBezTo>
                    <a:cubicBezTo>
                      <a:pt x="16490" y="10099"/>
                      <a:pt x="17023" y="10635"/>
                      <a:pt x="17684" y="10635"/>
                    </a:cubicBezTo>
                    <a:cubicBezTo>
                      <a:pt x="18344" y="10635"/>
                      <a:pt x="18879" y="10099"/>
                      <a:pt x="18881" y="9440"/>
                    </a:cubicBezTo>
                    <a:cubicBezTo>
                      <a:pt x="18881" y="4236"/>
                      <a:pt x="14646" y="0"/>
                      <a:pt x="9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0" name="Google Shape;2360;p31"/>
            <p:cNvGrpSpPr/>
            <p:nvPr/>
          </p:nvGrpSpPr>
          <p:grpSpPr>
            <a:xfrm>
              <a:off x="8721849" y="1115708"/>
              <a:ext cx="185799" cy="185799"/>
              <a:chOff x="5035425" y="2779450"/>
              <a:chExt cx="94800" cy="94800"/>
            </a:xfrm>
          </p:grpSpPr>
          <p:sp>
            <p:nvSpPr>
              <p:cNvPr id="2361" name="Google Shape;2361;p31"/>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31"/>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 name="Google Shape;2363;p31"/>
            <p:cNvGrpSpPr/>
            <p:nvPr/>
          </p:nvGrpSpPr>
          <p:grpSpPr>
            <a:xfrm>
              <a:off x="8006824" y="3606683"/>
              <a:ext cx="927856" cy="1370885"/>
              <a:chOff x="3074375" y="2791788"/>
              <a:chExt cx="262425" cy="387738"/>
            </a:xfrm>
          </p:grpSpPr>
          <p:sp>
            <p:nvSpPr>
              <p:cNvPr id="2364" name="Google Shape;2364;p31"/>
              <p:cNvSpPr/>
              <p:nvPr/>
            </p:nvSpPr>
            <p:spPr>
              <a:xfrm>
                <a:off x="3074396" y="2791788"/>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5" name="Google Shape;2365;p31"/>
              <p:cNvGrpSpPr/>
              <p:nvPr/>
            </p:nvGrpSpPr>
            <p:grpSpPr>
              <a:xfrm>
                <a:off x="3074375" y="2791800"/>
                <a:ext cx="262425" cy="387725"/>
                <a:chOff x="3074375" y="2791800"/>
                <a:chExt cx="262425" cy="387725"/>
              </a:xfrm>
            </p:grpSpPr>
            <p:sp>
              <p:nvSpPr>
                <p:cNvPr id="2366" name="Google Shape;2366;p31"/>
                <p:cNvSpPr/>
                <p:nvPr/>
              </p:nvSpPr>
              <p:spPr>
                <a:xfrm>
                  <a:off x="3074425" y="2791925"/>
                  <a:ext cx="262375" cy="387600"/>
                </a:xfrm>
                <a:custGeom>
                  <a:rect b="b" l="l" r="r" t="t"/>
                  <a:pathLst>
                    <a:path extrusionOk="0" h="15504" w="10495">
                      <a:moveTo>
                        <a:pt x="0" y="1"/>
                      </a:moveTo>
                      <a:lnTo>
                        <a:pt x="0" y="10256"/>
                      </a:lnTo>
                      <a:cubicBezTo>
                        <a:pt x="0" y="10416"/>
                        <a:pt x="9" y="10575"/>
                        <a:pt x="22" y="10733"/>
                      </a:cubicBezTo>
                      <a:cubicBezTo>
                        <a:pt x="31" y="10834"/>
                        <a:pt x="44" y="10937"/>
                        <a:pt x="59" y="11038"/>
                      </a:cubicBezTo>
                      <a:cubicBezTo>
                        <a:pt x="62" y="11068"/>
                        <a:pt x="67" y="11099"/>
                        <a:pt x="73" y="11128"/>
                      </a:cubicBezTo>
                      <a:cubicBezTo>
                        <a:pt x="86" y="11208"/>
                        <a:pt x="102" y="11288"/>
                        <a:pt x="118" y="11367"/>
                      </a:cubicBezTo>
                      <a:cubicBezTo>
                        <a:pt x="180" y="11653"/>
                        <a:pt x="266" y="11930"/>
                        <a:pt x="371" y="12196"/>
                      </a:cubicBezTo>
                      <a:cubicBezTo>
                        <a:pt x="479" y="12468"/>
                        <a:pt x="609" y="12730"/>
                        <a:pt x="760" y="12977"/>
                      </a:cubicBezTo>
                      <a:cubicBezTo>
                        <a:pt x="865" y="13148"/>
                        <a:pt x="977" y="13311"/>
                        <a:pt x="1099" y="13468"/>
                      </a:cubicBezTo>
                      <a:cubicBezTo>
                        <a:pt x="1209" y="13609"/>
                        <a:pt x="1325" y="13744"/>
                        <a:pt x="1449" y="13873"/>
                      </a:cubicBezTo>
                      <a:cubicBezTo>
                        <a:pt x="1473" y="13898"/>
                        <a:pt x="1496" y="13923"/>
                        <a:pt x="1520" y="13947"/>
                      </a:cubicBezTo>
                      <a:lnTo>
                        <a:pt x="1538" y="13965"/>
                      </a:lnTo>
                      <a:cubicBezTo>
                        <a:pt x="1646" y="14074"/>
                        <a:pt x="1761" y="14177"/>
                        <a:pt x="1879" y="14278"/>
                      </a:cubicBezTo>
                      <a:cubicBezTo>
                        <a:pt x="1962" y="14348"/>
                        <a:pt x="2048" y="14415"/>
                        <a:pt x="2137" y="14481"/>
                      </a:cubicBezTo>
                      <a:cubicBezTo>
                        <a:pt x="2177" y="14511"/>
                        <a:pt x="2219" y="14542"/>
                        <a:pt x="2260" y="14570"/>
                      </a:cubicBezTo>
                      <a:cubicBezTo>
                        <a:pt x="2425" y="14683"/>
                        <a:pt x="2595" y="14789"/>
                        <a:pt x="2771" y="14883"/>
                      </a:cubicBezTo>
                      <a:cubicBezTo>
                        <a:pt x="2790" y="14894"/>
                        <a:pt x="2806" y="14903"/>
                        <a:pt x="2825" y="14912"/>
                      </a:cubicBezTo>
                      <a:cubicBezTo>
                        <a:pt x="2889" y="14945"/>
                        <a:pt x="2954" y="14977"/>
                        <a:pt x="3019" y="15008"/>
                      </a:cubicBezTo>
                      <a:cubicBezTo>
                        <a:pt x="3179" y="15084"/>
                        <a:pt x="3344" y="15151"/>
                        <a:pt x="3512" y="15209"/>
                      </a:cubicBezTo>
                      <a:cubicBezTo>
                        <a:pt x="3550" y="15223"/>
                        <a:pt x="3589" y="15235"/>
                        <a:pt x="3627" y="15249"/>
                      </a:cubicBezTo>
                      <a:cubicBezTo>
                        <a:pt x="3774" y="15296"/>
                        <a:pt x="3922" y="15337"/>
                        <a:pt x="4075" y="15372"/>
                      </a:cubicBezTo>
                      <a:cubicBezTo>
                        <a:pt x="4117" y="15382"/>
                        <a:pt x="4158" y="15392"/>
                        <a:pt x="4201" y="15399"/>
                      </a:cubicBezTo>
                      <a:cubicBezTo>
                        <a:pt x="4426" y="15446"/>
                        <a:pt x="4655" y="15477"/>
                        <a:pt x="4889" y="15492"/>
                      </a:cubicBezTo>
                      <a:cubicBezTo>
                        <a:pt x="5008" y="15500"/>
                        <a:pt x="5127" y="15504"/>
                        <a:pt x="5248" y="15504"/>
                      </a:cubicBezTo>
                      <a:cubicBezTo>
                        <a:pt x="5358" y="15504"/>
                        <a:pt x="5468" y="15500"/>
                        <a:pt x="5576" y="15493"/>
                      </a:cubicBezTo>
                      <a:cubicBezTo>
                        <a:pt x="5690" y="15486"/>
                        <a:pt x="5801" y="15476"/>
                        <a:pt x="5913" y="15461"/>
                      </a:cubicBezTo>
                      <a:cubicBezTo>
                        <a:pt x="5937" y="15457"/>
                        <a:pt x="5963" y="15455"/>
                        <a:pt x="5989" y="15451"/>
                      </a:cubicBezTo>
                      <a:cubicBezTo>
                        <a:pt x="6082" y="15439"/>
                        <a:pt x="6174" y="15423"/>
                        <a:pt x="6264" y="15404"/>
                      </a:cubicBezTo>
                      <a:cubicBezTo>
                        <a:pt x="6365" y="15384"/>
                        <a:pt x="6464" y="15362"/>
                        <a:pt x="6563" y="15336"/>
                      </a:cubicBezTo>
                      <a:cubicBezTo>
                        <a:pt x="6695" y="15302"/>
                        <a:pt x="6824" y="15264"/>
                        <a:pt x="6951" y="15220"/>
                      </a:cubicBezTo>
                      <a:cubicBezTo>
                        <a:pt x="7098" y="15170"/>
                        <a:pt x="7242" y="15113"/>
                        <a:pt x="7381" y="15052"/>
                      </a:cubicBezTo>
                      <a:cubicBezTo>
                        <a:pt x="7452" y="15019"/>
                        <a:pt x="7526" y="14985"/>
                        <a:pt x="7596" y="14949"/>
                      </a:cubicBezTo>
                      <a:cubicBezTo>
                        <a:pt x="7610" y="14941"/>
                        <a:pt x="7625" y="14935"/>
                        <a:pt x="7639" y="14928"/>
                      </a:cubicBezTo>
                      <a:cubicBezTo>
                        <a:pt x="7715" y="14887"/>
                        <a:pt x="7791" y="14847"/>
                        <a:pt x="7866" y="14804"/>
                      </a:cubicBezTo>
                      <a:cubicBezTo>
                        <a:pt x="8024" y="14712"/>
                        <a:pt x="8178" y="14611"/>
                        <a:pt x="8326" y="14505"/>
                      </a:cubicBezTo>
                      <a:cubicBezTo>
                        <a:pt x="8519" y="14365"/>
                        <a:pt x="8702" y="14213"/>
                        <a:pt x="8873" y="14048"/>
                      </a:cubicBezTo>
                      <a:cubicBezTo>
                        <a:pt x="8921" y="14002"/>
                        <a:pt x="8967" y="13956"/>
                        <a:pt x="9014" y="13908"/>
                      </a:cubicBezTo>
                      <a:cubicBezTo>
                        <a:pt x="9052" y="13868"/>
                        <a:pt x="9091" y="13827"/>
                        <a:pt x="9128" y="13785"/>
                      </a:cubicBezTo>
                      <a:cubicBezTo>
                        <a:pt x="9343" y="13551"/>
                        <a:pt x="9535" y="13298"/>
                        <a:pt x="9702" y="13029"/>
                      </a:cubicBezTo>
                      <a:cubicBezTo>
                        <a:pt x="9721" y="13000"/>
                        <a:pt x="9737" y="12973"/>
                        <a:pt x="9754" y="12944"/>
                      </a:cubicBezTo>
                      <a:cubicBezTo>
                        <a:pt x="9766" y="12924"/>
                        <a:pt x="9779" y="12903"/>
                        <a:pt x="9790" y="12882"/>
                      </a:cubicBezTo>
                      <a:cubicBezTo>
                        <a:pt x="9854" y="12773"/>
                        <a:pt x="9913" y="12662"/>
                        <a:pt x="9968" y="12549"/>
                      </a:cubicBezTo>
                      <a:cubicBezTo>
                        <a:pt x="10132" y="12210"/>
                        <a:pt x="10263" y="11853"/>
                        <a:pt x="10351" y="11479"/>
                      </a:cubicBezTo>
                      <a:cubicBezTo>
                        <a:pt x="10366" y="11421"/>
                        <a:pt x="10379" y="11362"/>
                        <a:pt x="10390" y="11302"/>
                      </a:cubicBezTo>
                      <a:cubicBezTo>
                        <a:pt x="10459" y="10964"/>
                        <a:pt x="10495" y="10613"/>
                        <a:pt x="10495" y="10253"/>
                      </a:cubicBezTo>
                      <a:lnTo>
                        <a:pt x="104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31"/>
                <p:cNvSpPr/>
                <p:nvPr/>
              </p:nvSpPr>
              <p:spPr>
                <a:xfrm>
                  <a:off x="3074425" y="2912325"/>
                  <a:ext cx="152250" cy="55200"/>
                </a:xfrm>
                <a:custGeom>
                  <a:rect b="b" l="l" r="r" t="t"/>
                  <a:pathLst>
                    <a:path extrusionOk="0" h="2208" w="6090">
                      <a:moveTo>
                        <a:pt x="0" y="0"/>
                      </a:moveTo>
                      <a:lnTo>
                        <a:pt x="0" y="1144"/>
                      </a:lnTo>
                      <a:cubicBezTo>
                        <a:pt x="1551" y="1827"/>
                        <a:pt x="3267" y="2208"/>
                        <a:pt x="5071" y="2208"/>
                      </a:cubicBezTo>
                      <a:cubicBezTo>
                        <a:pt x="5109" y="2208"/>
                        <a:pt x="5146" y="2208"/>
                        <a:pt x="5185" y="2204"/>
                      </a:cubicBezTo>
                      <a:cubicBezTo>
                        <a:pt x="5198" y="2205"/>
                        <a:pt x="5210" y="2206"/>
                        <a:pt x="5223" y="2206"/>
                      </a:cubicBezTo>
                      <a:cubicBezTo>
                        <a:pt x="5240" y="2206"/>
                        <a:pt x="5257" y="2204"/>
                        <a:pt x="5275" y="2200"/>
                      </a:cubicBezTo>
                      <a:cubicBezTo>
                        <a:pt x="5293" y="2201"/>
                        <a:pt x="5310" y="2202"/>
                        <a:pt x="5327" y="2202"/>
                      </a:cubicBezTo>
                      <a:cubicBezTo>
                        <a:pt x="5357" y="2202"/>
                        <a:pt x="5386" y="2200"/>
                        <a:pt x="5417" y="2196"/>
                      </a:cubicBezTo>
                      <a:cubicBezTo>
                        <a:pt x="5420" y="2198"/>
                        <a:pt x="5424" y="2199"/>
                        <a:pt x="5428" y="2199"/>
                      </a:cubicBezTo>
                      <a:cubicBezTo>
                        <a:pt x="5431" y="2199"/>
                        <a:pt x="5435" y="2198"/>
                        <a:pt x="5438" y="2196"/>
                      </a:cubicBezTo>
                      <a:cubicBezTo>
                        <a:pt x="5439" y="2197"/>
                        <a:pt x="5440" y="2198"/>
                        <a:pt x="5443" y="2198"/>
                      </a:cubicBezTo>
                      <a:cubicBezTo>
                        <a:pt x="5445" y="2198"/>
                        <a:pt x="5447" y="2197"/>
                        <a:pt x="5448" y="2196"/>
                      </a:cubicBezTo>
                      <a:cubicBezTo>
                        <a:pt x="5450" y="2198"/>
                        <a:pt x="5452" y="2199"/>
                        <a:pt x="5453" y="2199"/>
                      </a:cubicBezTo>
                      <a:cubicBezTo>
                        <a:pt x="5455" y="2199"/>
                        <a:pt x="5457" y="2198"/>
                        <a:pt x="5459" y="2196"/>
                      </a:cubicBezTo>
                      <a:cubicBezTo>
                        <a:pt x="5462" y="2198"/>
                        <a:pt x="5467" y="2199"/>
                        <a:pt x="5471" y="2199"/>
                      </a:cubicBezTo>
                      <a:cubicBezTo>
                        <a:pt x="5475" y="2199"/>
                        <a:pt x="5480" y="2198"/>
                        <a:pt x="5483" y="2196"/>
                      </a:cubicBezTo>
                      <a:cubicBezTo>
                        <a:pt x="5485" y="2198"/>
                        <a:pt x="5487" y="2199"/>
                        <a:pt x="5490" y="2199"/>
                      </a:cubicBezTo>
                      <a:cubicBezTo>
                        <a:pt x="5493" y="2199"/>
                        <a:pt x="5495" y="2198"/>
                        <a:pt x="5497" y="2196"/>
                      </a:cubicBezTo>
                      <a:cubicBezTo>
                        <a:pt x="5498" y="2198"/>
                        <a:pt x="5499" y="2198"/>
                        <a:pt x="5501" y="2198"/>
                      </a:cubicBezTo>
                      <a:cubicBezTo>
                        <a:pt x="5503" y="2198"/>
                        <a:pt x="5505" y="2196"/>
                        <a:pt x="5507" y="2196"/>
                      </a:cubicBezTo>
                      <a:lnTo>
                        <a:pt x="5514" y="2196"/>
                      </a:lnTo>
                      <a:cubicBezTo>
                        <a:pt x="5521" y="2196"/>
                        <a:pt x="5525" y="2196"/>
                        <a:pt x="5531" y="2192"/>
                      </a:cubicBezTo>
                      <a:cubicBezTo>
                        <a:pt x="5532" y="2194"/>
                        <a:pt x="5532" y="2195"/>
                        <a:pt x="5533" y="2195"/>
                      </a:cubicBezTo>
                      <a:cubicBezTo>
                        <a:pt x="5534" y="2195"/>
                        <a:pt x="5535" y="2194"/>
                        <a:pt x="5537" y="2192"/>
                      </a:cubicBezTo>
                      <a:cubicBezTo>
                        <a:pt x="5537" y="2192"/>
                        <a:pt x="5538" y="2194"/>
                        <a:pt x="5540" y="2194"/>
                      </a:cubicBezTo>
                      <a:cubicBezTo>
                        <a:pt x="5541" y="2194"/>
                        <a:pt x="5542" y="2194"/>
                        <a:pt x="5543" y="2192"/>
                      </a:cubicBezTo>
                      <a:cubicBezTo>
                        <a:pt x="5545" y="2194"/>
                        <a:pt x="5548" y="2195"/>
                        <a:pt x="5552" y="2195"/>
                      </a:cubicBezTo>
                      <a:cubicBezTo>
                        <a:pt x="5555" y="2195"/>
                        <a:pt x="5559" y="2194"/>
                        <a:pt x="5562" y="2192"/>
                      </a:cubicBezTo>
                      <a:cubicBezTo>
                        <a:pt x="5565" y="2194"/>
                        <a:pt x="5568" y="2195"/>
                        <a:pt x="5573" y="2195"/>
                      </a:cubicBezTo>
                      <a:cubicBezTo>
                        <a:pt x="5577" y="2195"/>
                        <a:pt x="5581" y="2194"/>
                        <a:pt x="5587" y="2192"/>
                      </a:cubicBezTo>
                      <a:lnTo>
                        <a:pt x="5603" y="2192"/>
                      </a:lnTo>
                      <a:cubicBezTo>
                        <a:pt x="5620" y="2192"/>
                        <a:pt x="5636" y="2192"/>
                        <a:pt x="5655" y="2188"/>
                      </a:cubicBezTo>
                      <a:lnTo>
                        <a:pt x="5659" y="2188"/>
                      </a:lnTo>
                      <a:cubicBezTo>
                        <a:pt x="5660" y="2187"/>
                        <a:pt x="5661" y="2187"/>
                        <a:pt x="5661" y="2187"/>
                      </a:cubicBezTo>
                      <a:cubicBezTo>
                        <a:pt x="5662" y="2187"/>
                        <a:pt x="5662" y="2188"/>
                        <a:pt x="5662" y="2188"/>
                      </a:cubicBezTo>
                      <a:cubicBezTo>
                        <a:pt x="5804" y="2181"/>
                        <a:pt x="5948" y="2170"/>
                        <a:pt x="6089" y="2160"/>
                      </a:cubicBezTo>
                      <a:cubicBezTo>
                        <a:pt x="6014" y="2154"/>
                        <a:pt x="5937" y="2146"/>
                        <a:pt x="5862" y="2145"/>
                      </a:cubicBezTo>
                      <a:cubicBezTo>
                        <a:pt x="5840" y="2142"/>
                        <a:pt x="5820" y="2142"/>
                        <a:pt x="5799" y="2138"/>
                      </a:cubicBezTo>
                      <a:cubicBezTo>
                        <a:pt x="5751" y="2135"/>
                        <a:pt x="5702" y="2128"/>
                        <a:pt x="5654" y="2121"/>
                      </a:cubicBezTo>
                      <a:lnTo>
                        <a:pt x="5650" y="2121"/>
                      </a:lnTo>
                      <a:cubicBezTo>
                        <a:pt x="5633" y="2121"/>
                        <a:pt x="5616" y="2118"/>
                        <a:pt x="5598" y="2118"/>
                      </a:cubicBezTo>
                      <a:cubicBezTo>
                        <a:pt x="5594" y="2118"/>
                        <a:pt x="5588" y="2114"/>
                        <a:pt x="5583" y="2114"/>
                      </a:cubicBezTo>
                      <a:lnTo>
                        <a:pt x="5571" y="2114"/>
                      </a:lnTo>
                      <a:cubicBezTo>
                        <a:pt x="5565" y="2114"/>
                        <a:pt x="5557" y="2110"/>
                        <a:pt x="5550" y="2110"/>
                      </a:cubicBezTo>
                      <a:lnTo>
                        <a:pt x="5546" y="2110"/>
                      </a:lnTo>
                      <a:cubicBezTo>
                        <a:pt x="5539" y="2110"/>
                        <a:pt x="5536" y="2110"/>
                        <a:pt x="5532" y="2105"/>
                      </a:cubicBezTo>
                      <a:lnTo>
                        <a:pt x="5515" y="2105"/>
                      </a:lnTo>
                      <a:cubicBezTo>
                        <a:pt x="5513" y="2105"/>
                        <a:pt x="5511" y="2104"/>
                        <a:pt x="5509" y="2104"/>
                      </a:cubicBezTo>
                      <a:cubicBezTo>
                        <a:pt x="5508" y="2104"/>
                        <a:pt x="5506" y="2104"/>
                        <a:pt x="5505" y="2105"/>
                      </a:cubicBezTo>
                      <a:cubicBezTo>
                        <a:pt x="5501" y="2102"/>
                        <a:pt x="5499" y="2102"/>
                        <a:pt x="5495" y="2102"/>
                      </a:cubicBezTo>
                      <a:lnTo>
                        <a:pt x="5491" y="2102"/>
                      </a:lnTo>
                      <a:cubicBezTo>
                        <a:pt x="5480" y="2102"/>
                        <a:pt x="5471" y="2098"/>
                        <a:pt x="5464" y="2098"/>
                      </a:cubicBezTo>
                      <a:cubicBezTo>
                        <a:pt x="5457" y="2098"/>
                        <a:pt x="5449" y="2094"/>
                        <a:pt x="5446" y="2094"/>
                      </a:cubicBezTo>
                      <a:cubicBezTo>
                        <a:pt x="5436" y="2094"/>
                        <a:pt x="5426" y="2090"/>
                        <a:pt x="5415" y="2090"/>
                      </a:cubicBezTo>
                      <a:lnTo>
                        <a:pt x="5411" y="2090"/>
                      </a:lnTo>
                      <a:cubicBezTo>
                        <a:pt x="5370" y="2084"/>
                        <a:pt x="5328" y="2080"/>
                        <a:pt x="5286" y="2073"/>
                      </a:cubicBezTo>
                      <a:cubicBezTo>
                        <a:pt x="5279" y="2069"/>
                        <a:pt x="5272" y="2069"/>
                        <a:pt x="5266" y="2069"/>
                      </a:cubicBezTo>
                      <a:cubicBezTo>
                        <a:pt x="3332" y="1783"/>
                        <a:pt x="1542" y="106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31"/>
                <p:cNvSpPr/>
                <p:nvPr/>
              </p:nvSpPr>
              <p:spPr>
                <a:xfrm>
                  <a:off x="3198150" y="2965550"/>
                  <a:ext cx="138650" cy="46475"/>
                </a:xfrm>
                <a:custGeom>
                  <a:rect b="b" l="l" r="r" t="t"/>
                  <a:pathLst>
                    <a:path extrusionOk="0" h="1859" w="5546">
                      <a:moveTo>
                        <a:pt x="1025" y="0"/>
                      </a:moveTo>
                      <a:cubicBezTo>
                        <a:pt x="985" y="0"/>
                        <a:pt x="948" y="0"/>
                        <a:pt x="909" y="3"/>
                      </a:cubicBezTo>
                      <a:cubicBezTo>
                        <a:pt x="899" y="3"/>
                        <a:pt x="889" y="2"/>
                        <a:pt x="879" y="2"/>
                      </a:cubicBezTo>
                      <a:cubicBezTo>
                        <a:pt x="861" y="2"/>
                        <a:pt x="844" y="4"/>
                        <a:pt x="825" y="7"/>
                      </a:cubicBezTo>
                      <a:cubicBezTo>
                        <a:pt x="808" y="7"/>
                        <a:pt x="789" y="6"/>
                        <a:pt x="771" y="6"/>
                      </a:cubicBezTo>
                      <a:cubicBezTo>
                        <a:pt x="739" y="6"/>
                        <a:pt x="707" y="8"/>
                        <a:pt x="676" y="12"/>
                      </a:cubicBezTo>
                      <a:cubicBezTo>
                        <a:pt x="672" y="9"/>
                        <a:pt x="668" y="8"/>
                        <a:pt x="663" y="8"/>
                      </a:cubicBezTo>
                      <a:cubicBezTo>
                        <a:pt x="659" y="8"/>
                        <a:pt x="655" y="9"/>
                        <a:pt x="651" y="12"/>
                      </a:cubicBezTo>
                      <a:cubicBezTo>
                        <a:pt x="650" y="11"/>
                        <a:pt x="648" y="8"/>
                        <a:pt x="646" y="8"/>
                      </a:cubicBezTo>
                      <a:cubicBezTo>
                        <a:pt x="644" y="8"/>
                        <a:pt x="643" y="11"/>
                        <a:pt x="641" y="12"/>
                      </a:cubicBezTo>
                      <a:cubicBezTo>
                        <a:pt x="640" y="9"/>
                        <a:pt x="639" y="8"/>
                        <a:pt x="638" y="8"/>
                      </a:cubicBezTo>
                      <a:cubicBezTo>
                        <a:pt x="638" y="8"/>
                        <a:pt x="637" y="9"/>
                        <a:pt x="634" y="12"/>
                      </a:cubicBezTo>
                      <a:cubicBezTo>
                        <a:pt x="631" y="9"/>
                        <a:pt x="627" y="8"/>
                        <a:pt x="622" y="8"/>
                      </a:cubicBezTo>
                      <a:cubicBezTo>
                        <a:pt x="618" y="8"/>
                        <a:pt x="613" y="9"/>
                        <a:pt x="610" y="12"/>
                      </a:cubicBezTo>
                      <a:cubicBezTo>
                        <a:pt x="606" y="9"/>
                        <a:pt x="603" y="8"/>
                        <a:pt x="601" y="8"/>
                      </a:cubicBezTo>
                      <a:cubicBezTo>
                        <a:pt x="598" y="8"/>
                        <a:pt x="595" y="9"/>
                        <a:pt x="592" y="12"/>
                      </a:cubicBezTo>
                      <a:lnTo>
                        <a:pt x="576" y="12"/>
                      </a:lnTo>
                      <a:cubicBezTo>
                        <a:pt x="568" y="12"/>
                        <a:pt x="565" y="12"/>
                        <a:pt x="558" y="16"/>
                      </a:cubicBezTo>
                      <a:lnTo>
                        <a:pt x="555" y="16"/>
                      </a:lnTo>
                      <a:cubicBezTo>
                        <a:pt x="553" y="14"/>
                        <a:pt x="551" y="13"/>
                        <a:pt x="549" y="13"/>
                      </a:cubicBezTo>
                      <a:cubicBezTo>
                        <a:pt x="548" y="13"/>
                        <a:pt x="546" y="14"/>
                        <a:pt x="545" y="16"/>
                      </a:cubicBezTo>
                      <a:cubicBezTo>
                        <a:pt x="543" y="14"/>
                        <a:pt x="540" y="13"/>
                        <a:pt x="536" y="13"/>
                      </a:cubicBezTo>
                      <a:cubicBezTo>
                        <a:pt x="533" y="13"/>
                        <a:pt x="529" y="14"/>
                        <a:pt x="526" y="16"/>
                      </a:cubicBezTo>
                      <a:cubicBezTo>
                        <a:pt x="523" y="14"/>
                        <a:pt x="519" y="13"/>
                        <a:pt x="515" y="13"/>
                      </a:cubicBezTo>
                      <a:cubicBezTo>
                        <a:pt x="511" y="13"/>
                        <a:pt x="506" y="14"/>
                        <a:pt x="501" y="16"/>
                      </a:cubicBezTo>
                      <a:lnTo>
                        <a:pt x="473" y="16"/>
                      </a:lnTo>
                      <a:cubicBezTo>
                        <a:pt x="462" y="17"/>
                        <a:pt x="449" y="17"/>
                        <a:pt x="436" y="19"/>
                      </a:cubicBezTo>
                      <a:lnTo>
                        <a:pt x="432" y="19"/>
                      </a:lnTo>
                      <a:cubicBezTo>
                        <a:pt x="290" y="27"/>
                        <a:pt x="143" y="37"/>
                        <a:pt x="1" y="48"/>
                      </a:cubicBezTo>
                      <a:cubicBezTo>
                        <a:pt x="77" y="54"/>
                        <a:pt x="155" y="62"/>
                        <a:pt x="231" y="68"/>
                      </a:cubicBezTo>
                      <a:cubicBezTo>
                        <a:pt x="256" y="70"/>
                        <a:pt x="276" y="70"/>
                        <a:pt x="300" y="75"/>
                      </a:cubicBezTo>
                      <a:cubicBezTo>
                        <a:pt x="345" y="79"/>
                        <a:pt x="395" y="86"/>
                        <a:pt x="439" y="93"/>
                      </a:cubicBezTo>
                      <a:lnTo>
                        <a:pt x="444" y="93"/>
                      </a:lnTo>
                      <a:cubicBezTo>
                        <a:pt x="462" y="93"/>
                        <a:pt x="476" y="96"/>
                        <a:pt x="493" y="96"/>
                      </a:cubicBezTo>
                      <a:cubicBezTo>
                        <a:pt x="500" y="96"/>
                        <a:pt x="504" y="100"/>
                        <a:pt x="511" y="100"/>
                      </a:cubicBezTo>
                      <a:lnTo>
                        <a:pt x="525" y="100"/>
                      </a:lnTo>
                      <a:cubicBezTo>
                        <a:pt x="531" y="100"/>
                        <a:pt x="535" y="104"/>
                        <a:pt x="542" y="104"/>
                      </a:cubicBezTo>
                      <a:lnTo>
                        <a:pt x="546" y="104"/>
                      </a:lnTo>
                      <a:cubicBezTo>
                        <a:pt x="552" y="104"/>
                        <a:pt x="558" y="104"/>
                        <a:pt x="562" y="109"/>
                      </a:cubicBezTo>
                      <a:lnTo>
                        <a:pt x="587" y="109"/>
                      </a:lnTo>
                      <a:cubicBezTo>
                        <a:pt x="591" y="113"/>
                        <a:pt x="593" y="113"/>
                        <a:pt x="597" y="113"/>
                      </a:cubicBezTo>
                      <a:lnTo>
                        <a:pt x="606" y="113"/>
                      </a:lnTo>
                      <a:cubicBezTo>
                        <a:pt x="616" y="113"/>
                        <a:pt x="623" y="116"/>
                        <a:pt x="629" y="116"/>
                      </a:cubicBezTo>
                      <a:cubicBezTo>
                        <a:pt x="637" y="116"/>
                        <a:pt x="640" y="116"/>
                        <a:pt x="647" y="120"/>
                      </a:cubicBezTo>
                      <a:cubicBezTo>
                        <a:pt x="657" y="120"/>
                        <a:pt x="671" y="124"/>
                        <a:pt x="681" y="124"/>
                      </a:cubicBezTo>
                      <a:cubicBezTo>
                        <a:pt x="722" y="131"/>
                        <a:pt x="761" y="135"/>
                        <a:pt x="803" y="142"/>
                      </a:cubicBezTo>
                      <a:cubicBezTo>
                        <a:pt x="810" y="142"/>
                        <a:pt x="820" y="146"/>
                        <a:pt x="826" y="146"/>
                      </a:cubicBezTo>
                      <a:cubicBezTo>
                        <a:pt x="2536" y="396"/>
                        <a:pt x="4133" y="992"/>
                        <a:pt x="5546" y="1859"/>
                      </a:cubicBezTo>
                      <a:lnTo>
                        <a:pt x="5546" y="845"/>
                      </a:lnTo>
                      <a:cubicBezTo>
                        <a:pt x="4143" y="305"/>
                        <a:pt x="2619" y="6"/>
                        <a:pt x="1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31"/>
                <p:cNvSpPr/>
                <p:nvPr/>
              </p:nvSpPr>
              <p:spPr>
                <a:xfrm>
                  <a:off x="3211425" y="2791800"/>
                  <a:ext cx="84900" cy="189025"/>
                </a:xfrm>
                <a:custGeom>
                  <a:rect b="b" l="l" r="r" t="t"/>
                  <a:pathLst>
                    <a:path extrusionOk="0" h="7561" w="3396">
                      <a:moveTo>
                        <a:pt x="1835" y="1"/>
                      </a:moveTo>
                      <a:cubicBezTo>
                        <a:pt x="671" y="1906"/>
                        <a:pt x="0" y="4144"/>
                        <a:pt x="0" y="6538"/>
                      </a:cubicBezTo>
                      <a:cubicBezTo>
                        <a:pt x="0" y="6580"/>
                        <a:pt x="0" y="6619"/>
                        <a:pt x="4" y="6660"/>
                      </a:cubicBezTo>
                      <a:cubicBezTo>
                        <a:pt x="0" y="6684"/>
                        <a:pt x="0" y="6705"/>
                        <a:pt x="4" y="6729"/>
                      </a:cubicBezTo>
                      <a:cubicBezTo>
                        <a:pt x="4" y="6782"/>
                        <a:pt x="4" y="6832"/>
                        <a:pt x="9" y="6883"/>
                      </a:cubicBezTo>
                      <a:lnTo>
                        <a:pt x="9" y="6949"/>
                      </a:lnTo>
                      <a:cubicBezTo>
                        <a:pt x="9" y="6955"/>
                        <a:pt x="9" y="6963"/>
                        <a:pt x="12" y="6970"/>
                      </a:cubicBezTo>
                      <a:lnTo>
                        <a:pt x="12" y="7055"/>
                      </a:lnTo>
                      <a:cubicBezTo>
                        <a:pt x="12" y="7055"/>
                        <a:pt x="16" y="7055"/>
                        <a:pt x="12" y="7060"/>
                      </a:cubicBezTo>
                      <a:cubicBezTo>
                        <a:pt x="16" y="7064"/>
                        <a:pt x="16" y="7068"/>
                        <a:pt x="12" y="7074"/>
                      </a:cubicBezTo>
                      <a:cubicBezTo>
                        <a:pt x="16" y="7078"/>
                        <a:pt x="16" y="7080"/>
                        <a:pt x="16" y="7084"/>
                      </a:cubicBezTo>
                      <a:lnTo>
                        <a:pt x="16" y="7115"/>
                      </a:lnTo>
                      <a:cubicBezTo>
                        <a:pt x="16" y="7119"/>
                        <a:pt x="20" y="7126"/>
                        <a:pt x="20" y="7130"/>
                      </a:cubicBezTo>
                      <a:cubicBezTo>
                        <a:pt x="26" y="7271"/>
                        <a:pt x="36" y="7419"/>
                        <a:pt x="47" y="7560"/>
                      </a:cubicBezTo>
                      <a:cubicBezTo>
                        <a:pt x="53" y="7481"/>
                        <a:pt x="61" y="7404"/>
                        <a:pt x="67" y="7324"/>
                      </a:cubicBezTo>
                      <a:cubicBezTo>
                        <a:pt x="70" y="7303"/>
                        <a:pt x="70" y="7283"/>
                        <a:pt x="74" y="7262"/>
                      </a:cubicBezTo>
                      <a:lnTo>
                        <a:pt x="74" y="7259"/>
                      </a:lnTo>
                      <a:cubicBezTo>
                        <a:pt x="78" y="7213"/>
                        <a:pt x="86" y="7168"/>
                        <a:pt x="92" y="7123"/>
                      </a:cubicBezTo>
                      <a:lnTo>
                        <a:pt x="92" y="7119"/>
                      </a:lnTo>
                      <a:cubicBezTo>
                        <a:pt x="92" y="7102"/>
                        <a:pt x="96" y="7085"/>
                        <a:pt x="96" y="7068"/>
                      </a:cubicBezTo>
                      <a:cubicBezTo>
                        <a:pt x="96" y="7060"/>
                        <a:pt x="99" y="7055"/>
                        <a:pt x="99" y="7049"/>
                      </a:cubicBezTo>
                      <a:cubicBezTo>
                        <a:pt x="103" y="7049"/>
                        <a:pt x="99" y="7045"/>
                        <a:pt x="99" y="7045"/>
                      </a:cubicBezTo>
                      <a:lnTo>
                        <a:pt x="99" y="7039"/>
                      </a:lnTo>
                      <a:cubicBezTo>
                        <a:pt x="99" y="7033"/>
                        <a:pt x="103" y="7025"/>
                        <a:pt x="103" y="7018"/>
                      </a:cubicBezTo>
                      <a:lnTo>
                        <a:pt x="103" y="7012"/>
                      </a:lnTo>
                      <a:cubicBezTo>
                        <a:pt x="103" y="7008"/>
                        <a:pt x="103" y="7006"/>
                        <a:pt x="108" y="7002"/>
                      </a:cubicBezTo>
                      <a:lnTo>
                        <a:pt x="108" y="6977"/>
                      </a:lnTo>
                      <a:lnTo>
                        <a:pt x="108" y="6973"/>
                      </a:lnTo>
                      <a:cubicBezTo>
                        <a:pt x="112" y="6971"/>
                        <a:pt x="112" y="6967"/>
                        <a:pt x="112" y="6967"/>
                      </a:cubicBezTo>
                      <a:lnTo>
                        <a:pt x="112" y="6961"/>
                      </a:lnTo>
                      <a:cubicBezTo>
                        <a:pt x="112" y="6950"/>
                        <a:pt x="115" y="6941"/>
                        <a:pt x="115" y="6934"/>
                      </a:cubicBezTo>
                      <a:cubicBezTo>
                        <a:pt x="115" y="6925"/>
                        <a:pt x="119" y="6921"/>
                        <a:pt x="119" y="6915"/>
                      </a:cubicBezTo>
                      <a:cubicBezTo>
                        <a:pt x="119" y="6905"/>
                        <a:pt x="123" y="6899"/>
                        <a:pt x="123" y="6888"/>
                      </a:cubicBezTo>
                      <a:lnTo>
                        <a:pt x="123" y="6884"/>
                      </a:lnTo>
                      <a:cubicBezTo>
                        <a:pt x="129" y="6842"/>
                        <a:pt x="133" y="6796"/>
                        <a:pt x="140" y="6755"/>
                      </a:cubicBezTo>
                      <a:cubicBezTo>
                        <a:pt x="140" y="6751"/>
                        <a:pt x="144" y="6745"/>
                        <a:pt x="144" y="6741"/>
                      </a:cubicBezTo>
                      <a:cubicBezTo>
                        <a:pt x="523" y="4152"/>
                        <a:pt x="1692" y="1822"/>
                        <a:pt x="3396" y="2"/>
                      </a:cubicBezTo>
                      <a:lnTo>
                        <a:pt x="33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31"/>
                <p:cNvSpPr/>
                <p:nvPr/>
              </p:nvSpPr>
              <p:spPr>
                <a:xfrm>
                  <a:off x="3121350" y="2952350"/>
                  <a:ext cx="92075" cy="214750"/>
                </a:xfrm>
                <a:custGeom>
                  <a:rect b="b" l="l" r="r" t="t"/>
                  <a:pathLst>
                    <a:path extrusionOk="0" h="8590" w="3683">
                      <a:moveTo>
                        <a:pt x="3636" y="1"/>
                      </a:moveTo>
                      <a:cubicBezTo>
                        <a:pt x="3629" y="80"/>
                        <a:pt x="3622" y="157"/>
                        <a:pt x="3615" y="236"/>
                      </a:cubicBezTo>
                      <a:cubicBezTo>
                        <a:pt x="3613" y="254"/>
                        <a:pt x="3613" y="270"/>
                        <a:pt x="3608" y="288"/>
                      </a:cubicBezTo>
                      <a:cubicBezTo>
                        <a:pt x="3606" y="337"/>
                        <a:pt x="3598" y="389"/>
                        <a:pt x="3592" y="437"/>
                      </a:cubicBezTo>
                      <a:cubicBezTo>
                        <a:pt x="3592" y="455"/>
                        <a:pt x="3592" y="472"/>
                        <a:pt x="3588" y="489"/>
                      </a:cubicBezTo>
                      <a:cubicBezTo>
                        <a:pt x="3588" y="497"/>
                        <a:pt x="3588" y="501"/>
                        <a:pt x="3584" y="508"/>
                      </a:cubicBezTo>
                      <a:lnTo>
                        <a:pt x="3584" y="522"/>
                      </a:lnTo>
                      <a:cubicBezTo>
                        <a:pt x="3584" y="528"/>
                        <a:pt x="3581" y="535"/>
                        <a:pt x="3581" y="543"/>
                      </a:cubicBezTo>
                      <a:lnTo>
                        <a:pt x="3581" y="546"/>
                      </a:lnTo>
                      <a:lnTo>
                        <a:pt x="3581" y="556"/>
                      </a:lnTo>
                      <a:cubicBezTo>
                        <a:pt x="3576" y="564"/>
                        <a:pt x="3576" y="568"/>
                        <a:pt x="3576" y="575"/>
                      </a:cubicBezTo>
                      <a:lnTo>
                        <a:pt x="3576" y="585"/>
                      </a:lnTo>
                      <a:cubicBezTo>
                        <a:pt x="3576" y="587"/>
                        <a:pt x="3572" y="589"/>
                        <a:pt x="3572" y="591"/>
                      </a:cubicBezTo>
                      <a:lnTo>
                        <a:pt x="3572" y="597"/>
                      </a:lnTo>
                      <a:lnTo>
                        <a:pt x="3572" y="601"/>
                      </a:lnTo>
                      <a:cubicBezTo>
                        <a:pt x="3572" y="610"/>
                        <a:pt x="3568" y="620"/>
                        <a:pt x="3568" y="626"/>
                      </a:cubicBezTo>
                      <a:cubicBezTo>
                        <a:pt x="3568" y="633"/>
                        <a:pt x="3568" y="638"/>
                        <a:pt x="3565" y="644"/>
                      </a:cubicBezTo>
                      <a:cubicBezTo>
                        <a:pt x="3565" y="654"/>
                        <a:pt x="3565" y="664"/>
                        <a:pt x="3561" y="675"/>
                      </a:cubicBezTo>
                      <a:lnTo>
                        <a:pt x="3561" y="679"/>
                      </a:lnTo>
                      <a:cubicBezTo>
                        <a:pt x="3555" y="721"/>
                        <a:pt x="3551" y="767"/>
                        <a:pt x="3544" y="808"/>
                      </a:cubicBezTo>
                      <a:cubicBezTo>
                        <a:pt x="3544" y="811"/>
                        <a:pt x="3544" y="818"/>
                        <a:pt x="3540" y="824"/>
                      </a:cubicBezTo>
                      <a:cubicBezTo>
                        <a:pt x="3139" y="3551"/>
                        <a:pt x="1860" y="5997"/>
                        <a:pt x="1" y="7857"/>
                      </a:cubicBezTo>
                      <a:cubicBezTo>
                        <a:pt x="84" y="7929"/>
                        <a:pt x="170" y="7996"/>
                        <a:pt x="259" y="8062"/>
                      </a:cubicBezTo>
                      <a:cubicBezTo>
                        <a:pt x="299" y="8092"/>
                        <a:pt x="341" y="8123"/>
                        <a:pt x="382" y="8151"/>
                      </a:cubicBezTo>
                      <a:cubicBezTo>
                        <a:pt x="546" y="8264"/>
                        <a:pt x="717" y="8370"/>
                        <a:pt x="893" y="8464"/>
                      </a:cubicBezTo>
                      <a:cubicBezTo>
                        <a:pt x="911" y="8475"/>
                        <a:pt x="928" y="8484"/>
                        <a:pt x="946" y="8492"/>
                      </a:cubicBezTo>
                      <a:cubicBezTo>
                        <a:pt x="1011" y="8526"/>
                        <a:pt x="1075" y="8558"/>
                        <a:pt x="1141" y="8589"/>
                      </a:cubicBezTo>
                      <a:cubicBezTo>
                        <a:pt x="2733" y="6483"/>
                        <a:pt x="3678" y="3863"/>
                        <a:pt x="3678" y="1020"/>
                      </a:cubicBezTo>
                      <a:cubicBezTo>
                        <a:pt x="3678" y="983"/>
                        <a:pt x="3678" y="941"/>
                        <a:pt x="3680" y="897"/>
                      </a:cubicBezTo>
                      <a:cubicBezTo>
                        <a:pt x="3683" y="871"/>
                        <a:pt x="3683" y="844"/>
                        <a:pt x="3680" y="818"/>
                      </a:cubicBezTo>
                      <a:lnTo>
                        <a:pt x="3680" y="814"/>
                      </a:lnTo>
                      <a:cubicBezTo>
                        <a:pt x="3680" y="767"/>
                        <a:pt x="3680" y="718"/>
                        <a:pt x="3675" y="673"/>
                      </a:cubicBezTo>
                      <a:lnTo>
                        <a:pt x="3675" y="652"/>
                      </a:lnTo>
                      <a:lnTo>
                        <a:pt x="3675" y="646"/>
                      </a:lnTo>
                      <a:lnTo>
                        <a:pt x="3675" y="639"/>
                      </a:lnTo>
                      <a:lnTo>
                        <a:pt x="3675" y="608"/>
                      </a:lnTo>
                      <a:cubicBezTo>
                        <a:pt x="3675" y="601"/>
                        <a:pt x="3675" y="594"/>
                        <a:pt x="3672" y="587"/>
                      </a:cubicBezTo>
                      <a:lnTo>
                        <a:pt x="3672" y="581"/>
                      </a:lnTo>
                      <a:lnTo>
                        <a:pt x="3672" y="575"/>
                      </a:lnTo>
                      <a:lnTo>
                        <a:pt x="3672" y="501"/>
                      </a:lnTo>
                      <a:cubicBezTo>
                        <a:pt x="3668" y="497"/>
                        <a:pt x="3672" y="497"/>
                        <a:pt x="3672" y="497"/>
                      </a:cubicBezTo>
                      <a:cubicBezTo>
                        <a:pt x="3668" y="489"/>
                        <a:pt x="3668" y="487"/>
                        <a:pt x="3672" y="483"/>
                      </a:cubicBezTo>
                      <a:cubicBezTo>
                        <a:pt x="3668" y="481"/>
                        <a:pt x="3668" y="477"/>
                        <a:pt x="3668" y="477"/>
                      </a:cubicBezTo>
                      <a:lnTo>
                        <a:pt x="3668" y="431"/>
                      </a:lnTo>
                      <a:lnTo>
                        <a:pt x="3664" y="431"/>
                      </a:lnTo>
                      <a:cubicBezTo>
                        <a:pt x="3657" y="286"/>
                        <a:pt x="3647" y="142"/>
                        <a:pt x="3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31"/>
                <p:cNvSpPr/>
                <p:nvPr/>
              </p:nvSpPr>
              <p:spPr>
                <a:xfrm>
                  <a:off x="3074375" y="2959275"/>
                  <a:ext cx="150200" cy="54575"/>
                </a:xfrm>
                <a:custGeom>
                  <a:rect b="b" l="l" r="r" t="t"/>
                  <a:pathLst>
                    <a:path extrusionOk="0" h="2183" w="6008">
                      <a:moveTo>
                        <a:pt x="6008" y="0"/>
                      </a:moveTo>
                      <a:cubicBezTo>
                        <a:pt x="5935" y="36"/>
                        <a:pt x="5859" y="71"/>
                        <a:pt x="5785" y="104"/>
                      </a:cubicBezTo>
                      <a:cubicBezTo>
                        <a:pt x="5768" y="110"/>
                        <a:pt x="5754" y="118"/>
                        <a:pt x="5739" y="124"/>
                      </a:cubicBezTo>
                      <a:cubicBezTo>
                        <a:pt x="5694" y="141"/>
                        <a:pt x="5649" y="162"/>
                        <a:pt x="5608" y="180"/>
                      </a:cubicBezTo>
                      <a:cubicBezTo>
                        <a:pt x="5608" y="184"/>
                        <a:pt x="5608" y="184"/>
                        <a:pt x="5604" y="184"/>
                      </a:cubicBezTo>
                      <a:cubicBezTo>
                        <a:pt x="5588" y="190"/>
                        <a:pt x="5573" y="197"/>
                        <a:pt x="5559" y="201"/>
                      </a:cubicBezTo>
                      <a:cubicBezTo>
                        <a:pt x="5551" y="204"/>
                        <a:pt x="5547" y="207"/>
                        <a:pt x="5544" y="207"/>
                      </a:cubicBezTo>
                      <a:cubicBezTo>
                        <a:pt x="5542" y="207"/>
                        <a:pt x="5538" y="211"/>
                        <a:pt x="5538" y="211"/>
                      </a:cubicBezTo>
                      <a:lnTo>
                        <a:pt x="5534" y="211"/>
                      </a:lnTo>
                      <a:lnTo>
                        <a:pt x="5534" y="215"/>
                      </a:lnTo>
                      <a:cubicBezTo>
                        <a:pt x="5528" y="215"/>
                        <a:pt x="5520" y="217"/>
                        <a:pt x="5513" y="221"/>
                      </a:cubicBezTo>
                      <a:cubicBezTo>
                        <a:pt x="5511" y="221"/>
                        <a:pt x="5507" y="225"/>
                        <a:pt x="5507" y="225"/>
                      </a:cubicBezTo>
                      <a:cubicBezTo>
                        <a:pt x="5500" y="225"/>
                        <a:pt x="5497" y="230"/>
                        <a:pt x="5493" y="230"/>
                      </a:cubicBezTo>
                      <a:cubicBezTo>
                        <a:pt x="5485" y="232"/>
                        <a:pt x="5482" y="236"/>
                        <a:pt x="5479" y="236"/>
                      </a:cubicBezTo>
                      <a:cubicBezTo>
                        <a:pt x="5479" y="240"/>
                        <a:pt x="5479" y="240"/>
                        <a:pt x="5475" y="240"/>
                      </a:cubicBezTo>
                      <a:lnTo>
                        <a:pt x="5471" y="240"/>
                      </a:lnTo>
                      <a:cubicBezTo>
                        <a:pt x="5468" y="240"/>
                        <a:pt x="5465" y="243"/>
                        <a:pt x="5465" y="243"/>
                      </a:cubicBezTo>
                      <a:cubicBezTo>
                        <a:pt x="5462" y="243"/>
                        <a:pt x="5457" y="243"/>
                        <a:pt x="5457" y="247"/>
                      </a:cubicBezTo>
                      <a:cubicBezTo>
                        <a:pt x="5448" y="251"/>
                        <a:pt x="5440" y="253"/>
                        <a:pt x="5434" y="257"/>
                      </a:cubicBezTo>
                      <a:cubicBezTo>
                        <a:pt x="5425" y="257"/>
                        <a:pt x="5423" y="260"/>
                        <a:pt x="5419" y="264"/>
                      </a:cubicBezTo>
                      <a:cubicBezTo>
                        <a:pt x="5409" y="268"/>
                        <a:pt x="5399" y="271"/>
                        <a:pt x="5388" y="274"/>
                      </a:cubicBezTo>
                      <a:lnTo>
                        <a:pt x="5384" y="274"/>
                      </a:lnTo>
                      <a:lnTo>
                        <a:pt x="5384" y="278"/>
                      </a:lnTo>
                      <a:cubicBezTo>
                        <a:pt x="5347" y="292"/>
                        <a:pt x="5308" y="305"/>
                        <a:pt x="5274" y="319"/>
                      </a:cubicBezTo>
                      <a:cubicBezTo>
                        <a:pt x="5267" y="323"/>
                        <a:pt x="5259" y="326"/>
                        <a:pt x="5253" y="330"/>
                      </a:cubicBezTo>
                      <a:cubicBezTo>
                        <a:pt x="3756" y="923"/>
                        <a:pt x="2195" y="1209"/>
                        <a:pt x="648" y="1209"/>
                      </a:cubicBezTo>
                      <a:cubicBezTo>
                        <a:pt x="432" y="1209"/>
                        <a:pt x="216" y="1204"/>
                        <a:pt x="0" y="1192"/>
                      </a:cubicBezTo>
                      <a:lnTo>
                        <a:pt x="0" y="2182"/>
                      </a:lnTo>
                      <a:cubicBezTo>
                        <a:pt x="1762" y="2025"/>
                        <a:pt x="3517" y="1490"/>
                        <a:pt x="5150" y="549"/>
                      </a:cubicBezTo>
                      <a:cubicBezTo>
                        <a:pt x="5188" y="525"/>
                        <a:pt x="5229" y="504"/>
                        <a:pt x="5269" y="475"/>
                      </a:cubicBezTo>
                      <a:cubicBezTo>
                        <a:pt x="5275" y="473"/>
                        <a:pt x="5281" y="470"/>
                        <a:pt x="5287" y="467"/>
                      </a:cubicBezTo>
                      <a:lnTo>
                        <a:pt x="5289" y="467"/>
                      </a:lnTo>
                      <a:cubicBezTo>
                        <a:pt x="5300" y="460"/>
                        <a:pt x="5310" y="453"/>
                        <a:pt x="5320" y="444"/>
                      </a:cubicBezTo>
                      <a:cubicBezTo>
                        <a:pt x="5362" y="424"/>
                        <a:pt x="5400" y="397"/>
                        <a:pt x="5441" y="369"/>
                      </a:cubicBezTo>
                      <a:cubicBezTo>
                        <a:pt x="5447" y="369"/>
                        <a:pt x="5455" y="365"/>
                        <a:pt x="5462" y="359"/>
                      </a:cubicBezTo>
                      <a:lnTo>
                        <a:pt x="5462" y="354"/>
                      </a:lnTo>
                      <a:lnTo>
                        <a:pt x="5466" y="354"/>
                      </a:lnTo>
                      <a:cubicBezTo>
                        <a:pt x="5468" y="354"/>
                        <a:pt x="5468" y="354"/>
                        <a:pt x="5472" y="350"/>
                      </a:cubicBezTo>
                      <a:cubicBezTo>
                        <a:pt x="5475" y="350"/>
                        <a:pt x="5475" y="350"/>
                        <a:pt x="5478" y="346"/>
                      </a:cubicBezTo>
                      <a:cubicBezTo>
                        <a:pt x="5486" y="343"/>
                        <a:pt x="5491" y="339"/>
                        <a:pt x="5497" y="333"/>
                      </a:cubicBezTo>
                      <a:cubicBezTo>
                        <a:pt x="5503" y="333"/>
                        <a:pt x="5507" y="329"/>
                        <a:pt x="5513" y="322"/>
                      </a:cubicBezTo>
                      <a:cubicBezTo>
                        <a:pt x="5517" y="322"/>
                        <a:pt x="5519" y="322"/>
                        <a:pt x="5524" y="318"/>
                      </a:cubicBezTo>
                      <a:cubicBezTo>
                        <a:pt x="5527" y="318"/>
                        <a:pt x="5527" y="315"/>
                        <a:pt x="5530" y="312"/>
                      </a:cubicBezTo>
                      <a:cubicBezTo>
                        <a:pt x="5534" y="312"/>
                        <a:pt x="5537" y="309"/>
                        <a:pt x="5540" y="305"/>
                      </a:cubicBezTo>
                      <a:lnTo>
                        <a:pt x="5544" y="305"/>
                      </a:lnTo>
                      <a:cubicBezTo>
                        <a:pt x="5547" y="305"/>
                        <a:pt x="5550" y="299"/>
                        <a:pt x="5550" y="299"/>
                      </a:cubicBezTo>
                      <a:cubicBezTo>
                        <a:pt x="5559" y="299"/>
                        <a:pt x="5565" y="292"/>
                        <a:pt x="5569" y="292"/>
                      </a:cubicBezTo>
                      <a:cubicBezTo>
                        <a:pt x="5575" y="284"/>
                        <a:pt x="5583" y="282"/>
                        <a:pt x="5590" y="278"/>
                      </a:cubicBezTo>
                      <a:lnTo>
                        <a:pt x="5590" y="274"/>
                      </a:lnTo>
                      <a:cubicBezTo>
                        <a:pt x="5597" y="274"/>
                        <a:pt x="5600" y="272"/>
                        <a:pt x="5604" y="268"/>
                      </a:cubicBezTo>
                      <a:cubicBezTo>
                        <a:pt x="5621" y="257"/>
                        <a:pt x="5635" y="251"/>
                        <a:pt x="5648" y="237"/>
                      </a:cubicBezTo>
                      <a:lnTo>
                        <a:pt x="5653" y="237"/>
                      </a:lnTo>
                      <a:cubicBezTo>
                        <a:pt x="5771" y="160"/>
                        <a:pt x="5889" y="81"/>
                        <a:pt x="6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31"/>
                <p:cNvSpPr/>
                <p:nvPr/>
              </p:nvSpPr>
              <p:spPr>
                <a:xfrm>
                  <a:off x="3200150" y="2920825"/>
                  <a:ext cx="136650" cy="53025"/>
                </a:xfrm>
                <a:custGeom>
                  <a:rect b="b" l="l" r="r" t="t"/>
                  <a:pathLst>
                    <a:path extrusionOk="0" h="2121" w="5466">
                      <a:moveTo>
                        <a:pt x="5466" y="1"/>
                      </a:moveTo>
                      <a:cubicBezTo>
                        <a:pt x="3891" y="212"/>
                        <a:pt x="2329" y="730"/>
                        <a:pt x="862" y="1569"/>
                      </a:cubicBezTo>
                      <a:cubicBezTo>
                        <a:pt x="824" y="1590"/>
                        <a:pt x="790" y="1615"/>
                        <a:pt x="751" y="1640"/>
                      </a:cubicBezTo>
                      <a:cubicBezTo>
                        <a:pt x="734" y="1646"/>
                        <a:pt x="712" y="1656"/>
                        <a:pt x="695" y="1675"/>
                      </a:cubicBezTo>
                      <a:cubicBezTo>
                        <a:pt x="652" y="1694"/>
                        <a:pt x="607" y="1723"/>
                        <a:pt x="566" y="1750"/>
                      </a:cubicBezTo>
                      <a:cubicBezTo>
                        <a:pt x="563" y="1750"/>
                        <a:pt x="555" y="1754"/>
                        <a:pt x="552" y="1760"/>
                      </a:cubicBezTo>
                      <a:cubicBezTo>
                        <a:pt x="551" y="1760"/>
                        <a:pt x="550" y="1760"/>
                        <a:pt x="549" y="1760"/>
                      </a:cubicBezTo>
                      <a:cubicBezTo>
                        <a:pt x="547" y="1760"/>
                        <a:pt x="544" y="1761"/>
                        <a:pt x="542" y="1764"/>
                      </a:cubicBezTo>
                      <a:lnTo>
                        <a:pt x="538" y="1769"/>
                      </a:lnTo>
                      <a:cubicBezTo>
                        <a:pt x="535" y="1769"/>
                        <a:pt x="535" y="1769"/>
                        <a:pt x="532" y="1773"/>
                      </a:cubicBezTo>
                      <a:cubicBezTo>
                        <a:pt x="525" y="1776"/>
                        <a:pt x="517" y="1780"/>
                        <a:pt x="511" y="1786"/>
                      </a:cubicBezTo>
                      <a:cubicBezTo>
                        <a:pt x="503" y="1786"/>
                        <a:pt x="499" y="1790"/>
                        <a:pt x="493" y="1796"/>
                      </a:cubicBezTo>
                      <a:cubicBezTo>
                        <a:pt x="490" y="1796"/>
                        <a:pt x="490" y="1796"/>
                        <a:pt x="486" y="1801"/>
                      </a:cubicBezTo>
                      <a:cubicBezTo>
                        <a:pt x="482" y="1801"/>
                        <a:pt x="480" y="1804"/>
                        <a:pt x="476" y="1807"/>
                      </a:cubicBezTo>
                      <a:lnTo>
                        <a:pt x="472" y="1807"/>
                      </a:lnTo>
                      <a:cubicBezTo>
                        <a:pt x="472" y="1807"/>
                        <a:pt x="468" y="1807"/>
                        <a:pt x="468" y="1811"/>
                      </a:cubicBezTo>
                      <a:cubicBezTo>
                        <a:pt x="466" y="1811"/>
                        <a:pt x="462" y="1817"/>
                        <a:pt x="462" y="1817"/>
                      </a:cubicBezTo>
                      <a:cubicBezTo>
                        <a:pt x="460" y="1817"/>
                        <a:pt x="455" y="1821"/>
                        <a:pt x="455" y="1821"/>
                      </a:cubicBezTo>
                      <a:cubicBezTo>
                        <a:pt x="447" y="1821"/>
                        <a:pt x="445" y="1824"/>
                        <a:pt x="441" y="1827"/>
                      </a:cubicBezTo>
                      <a:cubicBezTo>
                        <a:pt x="435" y="1832"/>
                        <a:pt x="426" y="1838"/>
                        <a:pt x="420" y="1842"/>
                      </a:cubicBezTo>
                      <a:cubicBezTo>
                        <a:pt x="416" y="1842"/>
                        <a:pt x="416" y="1846"/>
                        <a:pt x="416" y="1846"/>
                      </a:cubicBezTo>
                      <a:cubicBezTo>
                        <a:pt x="409" y="1846"/>
                        <a:pt x="406" y="1848"/>
                        <a:pt x="403" y="1852"/>
                      </a:cubicBezTo>
                      <a:cubicBezTo>
                        <a:pt x="389" y="1862"/>
                        <a:pt x="375" y="1871"/>
                        <a:pt x="361" y="1881"/>
                      </a:cubicBezTo>
                      <a:cubicBezTo>
                        <a:pt x="357" y="1881"/>
                        <a:pt x="357" y="1884"/>
                        <a:pt x="357" y="1884"/>
                      </a:cubicBezTo>
                      <a:cubicBezTo>
                        <a:pt x="236" y="1961"/>
                        <a:pt x="119" y="2041"/>
                        <a:pt x="0" y="2120"/>
                      </a:cubicBezTo>
                      <a:cubicBezTo>
                        <a:pt x="76" y="2083"/>
                        <a:pt x="156" y="2048"/>
                        <a:pt x="232" y="2013"/>
                      </a:cubicBezTo>
                      <a:cubicBezTo>
                        <a:pt x="239" y="2011"/>
                        <a:pt x="245" y="2007"/>
                        <a:pt x="251" y="2005"/>
                      </a:cubicBezTo>
                      <a:lnTo>
                        <a:pt x="253" y="2005"/>
                      </a:lnTo>
                      <a:cubicBezTo>
                        <a:pt x="259" y="2001"/>
                        <a:pt x="267" y="1998"/>
                        <a:pt x="274" y="1997"/>
                      </a:cubicBezTo>
                      <a:cubicBezTo>
                        <a:pt x="318" y="1976"/>
                        <a:pt x="361" y="1958"/>
                        <a:pt x="403" y="1941"/>
                      </a:cubicBezTo>
                      <a:lnTo>
                        <a:pt x="403" y="1938"/>
                      </a:lnTo>
                      <a:cubicBezTo>
                        <a:pt x="420" y="1931"/>
                        <a:pt x="437" y="1924"/>
                        <a:pt x="451" y="1920"/>
                      </a:cubicBezTo>
                      <a:cubicBezTo>
                        <a:pt x="455" y="1918"/>
                        <a:pt x="457" y="1918"/>
                        <a:pt x="462" y="1914"/>
                      </a:cubicBezTo>
                      <a:cubicBezTo>
                        <a:pt x="466" y="1914"/>
                        <a:pt x="468" y="1910"/>
                        <a:pt x="472" y="1910"/>
                      </a:cubicBezTo>
                      <a:cubicBezTo>
                        <a:pt x="474" y="1908"/>
                        <a:pt x="475" y="1908"/>
                        <a:pt x="476" y="1908"/>
                      </a:cubicBezTo>
                      <a:cubicBezTo>
                        <a:pt x="476" y="1908"/>
                        <a:pt x="476" y="1908"/>
                        <a:pt x="476" y="1910"/>
                      </a:cubicBezTo>
                      <a:cubicBezTo>
                        <a:pt x="482" y="1907"/>
                        <a:pt x="490" y="1904"/>
                        <a:pt x="497" y="1900"/>
                      </a:cubicBezTo>
                      <a:lnTo>
                        <a:pt x="504" y="1900"/>
                      </a:lnTo>
                      <a:cubicBezTo>
                        <a:pt x="508" y="1898"/>
                        <a:pt x="511" y="1893"/>
                        <a:pt x="514" y="1893"/>
                      </a:cubicBezTo>
                      <a:cubicBezTo>
                        <a:pt x="522" y="1891"/>
                        <a:pt x="529" y="1887"/>
                        <a:pt x="533" y="1887"/>
                      </a:cubicBezTo>
                      <a:cubicBezTo>
                        <a:pt x="533" y="1887"/>
                        <a:pt x="533" y="1883"/>
                        <a:pt x="537" y="1883"/>
                      </a:cubicBezTo>
                      <a:lnTo>
                        <a:pt x="547" y="1883"/>
                      </a:lnTo>
                      <a:lnTo>
                        <a:pt x="551" y="1879"/>
                      </a:lnTo>
                      <a:cubicBezTo>
                        <a:pt x="562" y="1873"/>
                        <a:pt x="573" y="1869"/>
                        <a:pt x="579" y="1869"/>
                      </a:cubicBezTo>
                      <a:cubicBezTo>
                        <a:pt x="587" y="1867"/>
                        <a:pt x="590" y="1862"/>
                        <a:pt x="594" y="1862"/>
                      </a:cubicBezTo>
                      <a:cubicBezTo>
                        <a:pt x="604" y="1855"/>
                        <a:pt x="614" y="1852"/>
                        <a:pt x="625" y="1848"/>
                      </a:cubicBezTo>
                      <a:lnTo>
                        <a:pt x="629" y="1848"/>
                      </a:lnTo>
                      <a:cubicBezTo>
                        <a:pt x="630" y="1847"/>
                        <a:pt x="630" y="1847"/>
                        <a:pt x="631" y="1847"/>
                      </a:cubicBezTo>
                      <a:cubicBezTo>
                        <a:pt x="632" y="1847"/>
                        <a:pt x="632" y="1848"/>
                        <a:pt x="632" y="1848"/>
                      </a:cubicBezTo>
                      <a:cubicBezTo>
                        <a:pt x="671" y="1832"/>
                        <a:pt x="708" y="1814"/>
                        <a:pt x="746" y="1804"/>
                      </a:cubicBezTo>
                      <a:cubicBezTo>
                        <a:pt x="754" y="1796"/>
                        <a:pt x="761" y="1793"/>
                        <a:pt x="768" y="1793"/>
                      </a:cubicBezTo>
                      <a:cubicBezTo>
                        <a:pt x="2265" y="1198"/>
                        <a:pt x="3829" y="913"/>
                        <a:pt x="5375" y="913"/>
                      </a:cubicBezTo>
                      <a:cubicBezTo>
                        <a:pt x="5405" y="913"/>
                        <a:pt x="5436" y="913"/>
                        <a:pt x="5466" y="913"/>
                      </a:cubicBezTo>
                      <a:lnTo>
                        <a:pt x="546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31"/>
                <p:cNvSpPr/>
                <p:nvPr/>
              </p:nvSpPr>
              <p:spPr>
                <a:xfrm>
                  <a:off x="3162475" y="2791825"/>
                  <a:ext cx="57350" cy="186975"/>
                </a:xfrm>
                <a:custGeom>
                  <a:rect b="b" l="l" r="r" t="t"/>
                  <a:pathLst>
                    <a:path extrusionOk="0" h="7479" w="2294">
                      <a:moveTo>
                        <a:pt x="65" y="1"/>
                      </a:moveTo>
                      <a:cubicBezTo>
                        <a:pt x="1" y="2243"/>
                        <a:pt x="538" y="4529"/>
                        <a:pt x="1743" y="6615"/>
                      </a:cubicBezTo>
                      <a:cubicBezTo>
                        <a:pt x="1760" y="6647"/>
                        <a:pt x="1778" y="6678"/>
                        <a:pt x="1798" y="6709"/>
                      </a:cubicBezTo>
                      <a:cubicBezTo>
                        <a:pt x="1813" y="6734"/>
                        <a:pt x="1827" y="6760"/>
                        <a:pt x="1848" y="6785"/>
                      </a:cubicBezTo>
                      <a:cubicBezTo>
                        <a:pt x="1870" y="6826"/>
                        <a:pt x="1892" y="6869"/>
                        <a:pt x="1921" y="6910"/>
                      </a:cubicBezTo>
                      <a:cubicBezTo>
                        <a:pt x="1925" y="6916"/>
                        <a:pt x="1928" y="6924"/>
                        <a:pt x="1936" y="6931"/>
                      </a:cubicBezTo>
                      <a:cubicBezTo>
                        <a:pt x="1936" y="6935"/>
                        <a:pt x="1936" y="6937"/>
                        <a:pt x="1942" y="6941"/>
                      </a:cubicBezTo>
                      <a:cubicBezTo>
                        <a:pt x="1939" y="6944"/>
                        <a:pt x="1942" y="6944"/>
                        <a:pt x="1946" y="6947"/>
                      </a:cubicBezTo>
                      <a:cubicBezTo>
                        <a:pt x="1949" y="6954"/>
                        <a:pt x="1952" y="6962"/>
                        <a:pt x="1956" y="6968"/>
                      </a:cubicBezTo>
                      <a:cubicBezTo>
                        <a:pt x="1959" y="6972"/>
                        <a:pt x="1962" y="6978"/>
                        <a:pt x="1967" y="6982"/>
                      </a:cubicBezTo>
                      <a:cubicBezTo>
                        <a:pt x="1967" y="6985"/>
                        <a:pt x="1967" y="6985"/>
                        <a:pt x="1970" y="6988"/>
                      </a:cubicBezTo>
                      <a:lnTo>
                        <a:pt x="1974" y="6993"/>
                      </a:lnTo>
                      <a:cubicBezTo>
                        <a:pt x="1974" y="6997"/>
                        <a:pt x="1977" y="7003"/>
                        <a:pt x="1980" y="7007"/>
                      </a:cubicBezTo>
                      <a:lnTo>
                        <a:pt x="1982" y="7008"/>
                      </a:lnTo>
                      <a:cubicBezTo>
                        <a:pt x="1984" y="7011"/>
                        <a:pt x="1984" y="7013"/>
                        <a:pt x="1984" y="7013"/>
                      </a:cubicBezTo>
                      <a:cubicBezTo>
                        <a:pt x="1987" y="7016"/>
                        <a:pt x="1987" y="7019"/>
                        <a:pt x="1990" y="7019"/>
                      </a:cubicBezTo>
                      <a:cubicBezTo>
                        <a:pt x="1994" y="7028"/>
                        <a:pt x="1997" y="7034"/>
                        <a:pt x="2001" y="7038"/>
                      </a:cubicBezTo>
                      <a:cubicBezTo>
                        <a:pt x="2005" y="7044"/>
                        <a:pt x="2008" y="7052"/>
                        <a:pt x="2011" y="7059"/>
                      </a:cubicBezTo>
                      <a:lnTo>
                        <a:pt x="2015" y="7059"/>
                      </a:lnTo>
                      <a:cubicBezTo>
                        <a:pt x="2018" y="7067"/>
                        <a:pt x="2018" y="7069"/>
                        <a:pt x="2021" y="7073"/>
                      </a:cubicBezTo>
                      <a:cubicBezTo>
                        <a:pt x="2021" y="7077"/>
                        <a:pt x="2025" y="7077"/>
                        <a:pt x="2025" y="7077"/>
                      </a:cubicBezTo>
                      <a:cubicBezTo>
                        <a:pt x="2036" y="7091"/>
                        <a:pt x="2044" y="7104"/>
                        <a:pt x="2054" y="7118"/>
                      </a:cubicBezTo>
                      <a:lnTo>
                        <a:pt x="2054" y="7122"/>
                      </a:lnTo>
                      <a:cubicBezTo>
                        <a:pt x="2133" y="7244"/>
                        <a:pt x="2213" y="7362"/>
                        <a:pt x="2294" y="7479"/>
                      </a:cubicBezTo>
                      <a:cubicBezTo>
                        <a:pt x="2262" y="7414"/>
                        <a:pt x="2231" y="7343"/>
                        <a:pt x="2200" y="7277"/>
                      </a:cubicBezTo>
                      <a:cubicBezTo>
                        <a:pt x="2189" y="7256"/>
                        <a:pt x="2181" y="7235"/>
                        <a:pt x="2171" y="7214"/>
                      </a:cubicBezTo>
                      <a:cubicBezTo>
                        <a:pt x="2149" y="7166"/>
                        <a:pt x="2129" y="7121"/>
                        <a:pt x="2108" y="7075"/>
                      </a:cubicBezTo>
                      <a:cubicBezTo>
                        <a:pt x="2102" y="7058"/>
                        <a:pt x="2093" y="7044"/>
                        <a:pt x="2087" y="7030"/>
                      </a:cubicBezTo>
                      <a:cubicBezTo>
                        <a:pt x="2087" y="7022"/>
                        <a:pt x="2085" y="7016"/>
                        <a:pt x="2081" y="7012"/>
                      </a:cubicBezTo>
                      <a:cubicBezTo>
                        <a:pt x="2081" y="7008"/>
                        <a:pt x="2081" y="7006"/>
                        <a:pt x="2077" y="7002"/>
                      </a:cubicBezTo>
                      <a:cubicBezTo>
                        <a:pt x="2073" y="6992"/>
                        <a:pt x="2071" y="6983"/>
                        <a:pt x="2067" y="6977"/>
                      </a:cubicBezTo>
                      <a:lnTo>
                        <a:pt x="2067" y="6973"/>
                      </a:lnTo>
                      <a:cubicBezTo>
                        <a:pt x="2062" y="6971"/>
                        <a:pt x="2062" y="6967"/>
                        <a:pt x="2062" y="6967"/>
                      </a:cubicBezTo>
                      <a:cubicBezTo>
                        <a:pt x="2060" y="6961"/>
                        <a:pt x="2056" y="6952"/>
                        <a:pt x="2056" y="6946"/>
                      </a:cubicBezTo>
                      <a:lnTo>
                        <a:pt x="2052" y="6946"/>
                      </a:lnTo>
                      <a:cubicBezTo>
                        <a:pt x="2052" y="6946"/>
                        <a:pt x="2051" y="6946"/>
                        <a:pt x="2051" y="6945"/>
                      </a:cubicBezTo>
                      <a:cubicBezTo>
                        <a:pt x="2051" y="6944"/>
                        <a:pt x="2051" y="6944"/>
                        <a:pt x="2052" y="6942"/>
                      </a:cubicBezTo>
                      <a:cubicBezTo>
                        <a:pt x="2052" y="6939"/>
                        <a:pt x="2049" y="6936"/>
                        <a:pt x="2049" y="6932"/>
                      </a:cubicBezTo>
                      <a:cubicBezTo>
                        <a:pt x="2049" y="6929"/>
                        <a:pt x="2045" y="6929"/>
                        <a:pt x="2045" y="6929"/>
                      </a:cubicBezTo>
                      <a:cubicBezTo>
                        <a:pt x="2041" y="6918"/>
                        <a:pt x="2039" y="6906"/>
                        <a:pt x="2035" y="6900"/>
                      </a:cubicBezTo>
                      <a:cubicBezTo>
                        <a:pt x="2032" y="6893"/>
                        <a:pt x="2032" y="6887"/>
                        <a:pt x="2028" y="6883"/>
                      </a:cubicBezTo>
                      <a:cubicBezTo>
                        <a:pt x="2024" y="6873"/>
                        <a:pt x="2021" y="6861"/>
                        <a:pt x="2018" y="6854"/>
                      </a:cubicBezTo>
                      <a:lnTo>
                        <a:pt x="2014" y="6854"/>
                      </a:lnTo>
                      <a:cubicBezTo>
                        <a:pt x="2000" y="6813"/>
                        <a:pt x="1983" y="6771"/>
                        <a:pt x="1964" y="6729"/>
                      </a:cubicBezTo>
                      <a:cubicBezTo>
                        <a:pt x="1962" y="6722"/>
                        <a:pt x="1962" y="6715"/>
                        <a:pt x="1958" y="6712"/>
                      </a:cubicBezTo>
                      <a:cubicBezTo>
                        <a:pt x="1094" y="4529"/>
                        <a:pt x="883" y="2209"/>
                        <a:pt x="12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31"/>
                <p:cNvSpPr/>
                <p:nvPr/>
              </p:nvSpPr>
              <p:spPr>
                <a:xfrm>
                  <a:off x="3205100" y="2954350"/>
                  <a:ext cx="61225" cy="224100"/>
                </a:xfrm>
                <a:custGeom>
                  <a:rect b="b" l="l" r="r" t="t"/>
                  <a:pathLst>
                    <a:path extrusionOk="0" h="8964" w="2449">
                      <a:moveTo>
                        <a:pt x="0" y="0"/>
                      </a:moveTo>
                      <a:lnTo>
                        <a:pt x="0" y="0"/>
                      </a:lnTo>
                      <a:cubicBezTo>
                        <a:pt x="31" y="69"/>
                        <a:pt x="67" y="136"/>
                        <a:pt x="94" y="206"/>
                      </a:cubicBezTo>
                      <a:cubicBezTo>
                        <a:pt x="105" y="227"/>
                        <a:pt x="115" y="248"/>
                        <a:pt x="125" y="269"/>
                      </a:cubicBezTo>
                      <a:cubicBezTo>
                        <a:pt x="144" y="314"/>
                        <a:pt x="165" y="358"/>
                        <a:pt x="185" y="404"/>
                      </a:cubicBezTo>
                      <a:cubicBezTo>
                        <a:pt x="191" y="422"/>
                        <a:pt x="200" y="439"/>
                        <a:pt x="206" y="453"/>
                      </a:cubicBezTo>
                      <a:cubicBezTo>
                        <a:pt x="206" y="461"/>
                        <a:pt x="210" y="464"/>
                        <a:pt x="210" y="467"/>
                      </a:cubicBezTo>
                      <a:lnTo>
                        <a:pt x="213" y="467"/>
                      </a:lnTo>
                      <a:lnTo>
                        <a:pt x="213" y="471"/>
                      </a:lnTo>
                      <a:cubicBezTo>
                        <a:pt x="213" y="474"/>
                        <a:pt x="217" y="478"/>
                        <a:pt x="217" y="478"/>
                      </a:cubicBezTo>
                      <a:cubicBezTo>
                        <a:pt x="220" y="485"/>
                        <a:pt x="220" y="492"/>
                        <a:pt x="223" y="496"/>
                      </a:cubicBezTo>
                      <a:cubicBezTo>
                        <a:pt x="223" y="498"/>
                        <a:pt x="227" y="502"/>
                        <a:pt x="227" y="502"/>
                      </a:cubicBezTo>
                      <a:cubicBezTo>
                        <a:pt x="227" y="506"/>
                        <a:pt x="232" y="508"/>
                        <a:pt x="232" y="512"/>
                      </a:cubicBezTo>
                      <a:cubicBezTo>
                        <a:pt x="236" y="523"/>
                        <a:pt x="238" y="531"/>
                        <a:pt x="242" y="537"/>
                      </a:cubicBezTo>
                      <a:cubicBezTo>
                        <a:pt x="242" y="541"/>
                        <a:pt x="246" y="543"/>
                        <a:pt x="246" y="547"/>
                      </a:cubicBezTo>
                      <a:cubicBezTo>
                        <a:pt x="246" y="551"/>
                        <a:pt x="250" y="551"/>
                        <a:pt x="250" y="551"/>
                      </a:cubicBezTo>
                      <a:cubicBezTo>
                        <a:pt x="253" y="562"/>
                        <a:pt x="257" y="572"/>
                        <a:pt x="260" y="579"/>
                      </a:cubicBezTo>
                      <a:cubicBezTo>
                        <a:pt x="263" y="588"/>
                        <a:pt x="263" y="590"/>
                        <a:pt x="267" y="594"/>
                      </a:cubicBezTo>
                      <a:cubicBezTo>
                        <a:pt x="269" y="600"/>
                        <a:pt x="269" y="608"/>
                        <a:pt x="273" y="614"/>
                      </a:cubicBezTo>
                      <a:cubicBezTo>
                        <a:pt x="276" y="618"/>
                        <a:pt x="276" y="621"/>
                        <a:pt x="279" y="625"/>
                      </a:cubicBezTo>
                      <a:cubicBezTo>
                        <a:pt x="294" y="664"/>
                        <a:pt x="307" y="701"/>
                        <a:pt x="324" y="739"/>
                      </a:cubicBezTo>
                      <a:lnTo>
                        <a:pt x="324" y="743"/>
                      </a:lnTo>
                      <a:cubicBezTo>
                        <a:pt x="325" y="749"/>
                        <a:pt x="329" y="754"/>
                        <a:pt x="331" y="757"/>
                      </a:cubicBezTo>
                      <a:lnTo>
                        <a:pt x="331" y="760"/>
                      </a:lnTo>
                      <a:cubicBezTo>
                        <a:pt x="1393" y="3440"/>
                        <a:pt x="1471" y="6327"/>
                        <a:pt x="685" y="8963"/>
                      </a:cubicBezTo>
                      <a:cubicBezTo>
                        <a:pt x="708" y="8959"/>
                        <a:pt x="734" y="8957"/>
                        <a:pt x="760" y="8953"/>
                      </a:cubicBezTo>
                      <a:cubicBezTo>
                        <a:pt x="853" y="8941"/>
                        <a:pt x="945" y="8925"/>
                        <a:pt x="1036" y="8906"/>
                      </a:cubicBezTo>
                      <a:cubicBezTo>
                        <a:pt x="1136" y="8886"/>
                        <a:pt x="1235" y="8864"/>
                        <a:pt x="1335" y="8838"/>
                      </a:cubicBezTo>
                      <a:cubicBezTo>
                        <a:pt x="1466" y="8804"/>
                        <a:pt x="1595" y="8766"/>
                        <a:pt x="1723" y="8722"/>
                      </a:cubicBezTo>
                      <a:cubicBezTo>
                        <a:pt x="1870" y="8672"/>
                        <a:pt x="2013" y="8615"/>
                        <a:pt x="2152" y="8554"/>
                      </a:cubicBezTo>
                      <a:cubicBezTo>
                        <a:pt x="2448" y="5975"/>
                        <a:pt x="1949" y="3282"/>
                        <a:pt x="550" y="861"/>
                      </a:cubicBezTo>
                      <a:cubicBezTo>
                        <a:pt x="534" y="830"/>
                        <a:pt x="515" y="799"/>
                        <a:pt x="495" y="770"/>
                      </a:cubicBezTo>
                      <a:cubicBezTo>
                        <a:pt x="480" y="743"/>
                        <a:pt x="467" y="719"/>
                        <a:pt x="446" y="695"/>
                      </a:cubicBezTo>
                      <a:cubicBezTo>
                        <a:pt x="426" y="652"/>
                        <a:pt x="401" y="607"/>
                        <a:pt x="370" y="566"/>
                      </a:cubicBezTo>
                      <a:cubicBezTo>
                        <a:pt x="370" y="559"/>
                        <a:pt x="366" y="551"/>
                        <a:pt x="360" y="545"/>
                      </a:cubicBezTo>
                      <a:lnTo>
                        <a:pt x="355" y="545"/>
                      </a:lnTo>
                      <a:cubicBezTo>
                        <a:pt x="360" y="545"/>
                        <a:pt x="355" y="541"/>
                        <a:pt x="355" y="541"/>
                      </a:cubicBezTo>
                      <a:cubicBezTo>
                        <a:pt x="355" y="541"/>
                        <a:pt x="359" y="540"/>
                        <a:pt x="355" y="538"/>
                      </a:cubicBezTo>
                      <a:lnTo>
                        <a:pt x="351" y="538"/>
                      </a:lnTo>
                      <a:cubicBezTo>
                        <a:pt x="354" y="536"/>
                        <a:pt x="351" y="536"/>
                        <a:pt x="348" y="532"/>
                      </a:cubicBezTo>
                      <a:cubicBezTo>
                        <a:pt x="348" y="526"/>
                        <a:pt x="340" y="514"/>
                        <a:pt x="334" y="507"/>
                      </a:cubicBezTo>
                      <a:cubicBezTo>
                        <a:pt x="334" y="504"/>
                        <a:pt x="330" y="497"/>
                        <a:pt x="323" y="494"/>
                      </a:cubicBezTo>
                      <a:cubicBezTo>
                        <a:pt x="325" y="491"/>
                        <a:pt x="323" y="491"/>
                        <a:pt x="319" y="486"/>
                      </a:cubicBezTo>
                      <a:lnTo>
                        <a:pt x="315" y="483"/>
                      </a:lnTo>
                      <a:cubicBezTo>
                        <a:pt x="315" y="479"/>
                        <a:pt x="313" y="473"/>
                        <a:pt x="309" y="469"/>
                      </a:cubicBezTo>
                      <a:cubicBezTo>
                        <a:pt x="309" y="466"/>
                        <a:pt x="309" y="463"/>
                        <a:pt x="305" y="463"/>
                      </a:cubicBezTo>
                      <a:cubicBezTo>
                        <a:pt x="305" y="460"/>
                        <a:pt x="299" y="455"/>
                        <a:pt x="299" y="455"/>
                      </a:cubicBezTo>
                      <a:cubicBezTo>
                        <a:pt x="299" y="449"/>
                        <a:pt x="296" y="443"/>
                        <a:pt x="292" y="439"/>
                      </a:cubicBezTo>
                      <a:cubicBezTo>
                        <a:pt x="288" y="432"/>
                        <a:pt x="284" y="424"/>
                        <a:pt x="278" y="421"/>
                      </a:cubicBezTo>
                      <a:cubicBezTo>
                        <a:pt x="278" y="417"/>
                        <a:pt x="274" y="417"/>
                        <a:pt x="274" y="417"/>
                      </a:cubicBezTo>
                      <a:cubicBezTo>
                        <a:pt x="274" y="413"/>
                        <a:pt x="274" y="411"/>
                        <a:pt x="270" y="407"/>
                      </a:cubicBezTo>
                      <a:cubicBezTo>
                        <a:pt x="270" y="404"/>
                        <a:pt x="264" y="401"/>
                        <a:pt x="264" y="401"/>
                      </a:cubicBezTo>
                      <a:cubicBezTo>
                        <a:pt x="257" y="387"/>
                        <a:pt x="247" y="373"/>
                        <a:pt x="237" y="359"/>
                      </a:cubicBezTo>
                      <a:lnTo>
                        <a:pt x="237" y="355"/>
                      </a:lnTo>
                      <a:cubicBezTo>
                        <a:pt x="160" y="233"/>
                        <a:pt x="81"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31"/>
                <p:cNvSpPr/>
                <p:nvPr/>
              </p:nvSpPr>
              <p:spPr>
                <a:xfrm>
                  <a:off x="3075950" y="2954175"/>
                  <a:ext cx="143450" cy="142575"/>
                </a:xfrm>
                <a:custGeom>
                  <a:rect b="b" l="l" r="r" t="t"/>
                  <a:pathLst>
                    <a:path extrusionOk="0" h="5703" w="5738">
                      <a:moveTo>
                        <a:pt x="5737" y="0"/>
                      </a:moveTo>
                      <a:cubicBezTo>
                        <a:pt x="5688" y="69"/>
                        <a:pt x="5639" y="139"/>
                        <a:pt x="5598" y="199"/>
                      </a:cubicBezTo>
                      <a:cubicBezTo>
                        <a:pt x="5587" y="213"/>
                        <a:pt x="5579" y="227"/>
                        <a:pt x="5569" y="241"/>
                      </a:cubicBezTo>
                      <a:cubicBezTo>
                        <a:pt x="5541" y="280"/>
                        <a:pt x="5514" y="317"/>
                        <a:pt x="5485" y="356"/>
                      </a:cubicBezTo>
                      <a:lnTo>
                        <a:pt x="5481" y="356"/>
                      </a:lnTo>
                      <a:cubicBezTo>
                        <a:pt x="5474" y="370"/>
                        <a:pt x="5464" y="380"/>
                        <a:pt x="5453" y="394"/>
                      </a:cubicBezTo>
                      <a:cubicBezTo>
                        <a:pt x="5449" y="401"/>
                        <a:pt x="5447" y="405"/>
                        <a:pt x="5443" y="411"/>
                      </a:cubicBezTo>
                      <a:lnTo>
                        <a:pt x="5437" y="415"/>
                      </a:lnTo>
                      <a:lnTo>
                        <a:pt x="5437" y="419"/>
                      </a:lnTo>
                      <a:lnTo>
                        <a:pt x="5433" y="419"/>
                      </a:lnTo>
                      <a:cubicBezTo>
                        <a:pt x="5433" y="426"/>
                        <a:pt x="5426" y="434"/>
                        <a:pt x="5422" y="437"/>
                      </a:cubicBezTo>
                      <a:cubicBezTo>
                        <a:pt x="5422" y="441"/>
                        <a:pt x="5422" y="441"/>
                        <a:pt x="5418" y="441"/>
                      </a:cubicBezTo>
                      <a:cubicBezTo>
                        <a:pt x="5418" y="445"/>
                        <a:pt x="5416" y="447"/>
                        <a:pt x="5412" y="451"/>
                      </a:cubicBezTo>
                      <a:cubicBezTo>
                        <a:pt x="5408" y="459"/>
                        <a:pt x="5404" y="466"/>
                        <a:pt x="5398" y="470"/>
                      </a:cubicBezTo>
                      <a:lnTo>
                        <a:pt x="5398" y="473"/>
                      </a:lnTo>
                      <a:lnTo>
                        <a:pt x="5393" y="473"/>
                      </a:lnTo>
                      <a:cubicBezTo>
                        <a:pt x="5393" y="476"/>
                        <a:pt x="5390" y="480"/>
                        <a:pt x="5390" y="480"/>
                      </a:cubicBezTo>
                      <a:cubicBezTo>
                        <a:pt x="5390" y="483"/>
                        <a:pt x="5386" y="483"/>
                        <a:pt x="5386" y="483"/>
                      </a:cubicBezTo>
                      <a:cubicBezTo>
                        <a:pt x="5379" y="493"/>
                        <a:pt x="5376" y="502"/>
                        <a:pt x="5366" y="508"/>
                      </a:cubicBezTo>
                      <a:cubicBezTo>
                        <a:pt x="5366" y="512"/>
                        <a:pt x="5362" y="514"/>
                        <a:pt x="5358" y="518"/>
                      </a:cubicBezTo>
                      <a:cubicBezTo>
                        <a:pt x="5352" y="528"/>
                        <a:pt x="5345" y="540"/>
                        <a:pt x="5338" y="547"/>
                      </a:cubicBezTo>
                      <a:lnTo>
                        <a:pt x="5338" y="550"/>
                      </a:lnTo>
                      <a:lnTo>
                        <a:pt x="5335" y="550"/>
                      </a:lnTo>
                      <a:cubicBezTo>
                        <a:pt x="5311" y="585"/>
                        <a:pt x="5286" y="616"/>
                        <a:pt x="5262" y="647"/>
                      </a:cubicBezTo>
                      <a:cubicBezTo>
                        <a:pt x="5258" y="651"/>
                        <a:pt x="5255" y="657"/>
                        <a:pt x="5252" y="662"/>
                      </a:cubicBezTo>
                      <a:cubicBezTo>
                        <a:pt x="3841" y="2441"/>
                        <a:pt x="2018" y="3757"/>
                        <a:pt x="0" y="4544"/>
                      </a:cubicBezTo>
                      <a:cubicBezTo>
                        <a:pt x="4" y="4574"/>
                        <a:pt x="10" y="4605"/>
                        <a:pt x="15" y="4635"/>
                      </a:cubicBezTo>
                      <a:cubicBezTo>
                        <a:pt x="27" y="4714"/>
                        <a:pt x="43" y="4795"/>
                        <a:pt x="59" y="4873"/>
                      </a:cubicBezTo>
                      <a:cubicBezTo>
                        <a:pt x="121" y="5160"/>
                        <a:pt x="207" y="5436"/>
                        <a:pt x="312" y="5703"/>
                      </a:cubicBezTo>
                      <a:cubicBezTo>
                        <a:pt x="2313" y="4637"/>
                        <a:pt x="4050" y="3015"/>
                        <a:pt x="5269" y="905"/>
                      </a:cubicBezTo>
                      <a:cubicBezTo>
                        <a:pt x="5289" y="868"/>
                        <a:pt x="5310" y="833"/>
                        <a:pt x="5331" y="795"/>
                      </a:cubicBezTo>
                      <a:cubicBezTo>
                        <a:pt x="5333" y="791"/>
                        <a:pt x="5336" y="786"/>
                        <a:pt x="5338" y="781"/>
                      </a:cubicBezTo>
                      <a:cubicBezTo>
                        <a:pt x="5346" y="767"/>
                        <a:pt x="5353" y="751"/>
                        <a:pt x="5361" y="736"/>
                      </a:cubicBezTo>
                      <a:cubicBezTo>
                        <a:pt x="5384" y="692"/>
                        <a:pt x="5409" y="646"/>
                        <a:pt x="5434" y="601"/>
                      </a:cubicBezTo>
                      <a:cubicBezTo>
                        <a:pt x="5436" y="597"/>
                        <a:pt x="5438" y="595"/>
                        <a:pt x="5440" y="590"/>
                      </a:cubicBezTo>
                      <a:cubicBezTo>
                        <a:pt x="5443" y="586"/>
                        <a:pt x="5443" y="583"/>
                        <a:pt x="5446" y="576"/>
                      </a:cubicBezTo>
                      <a:lnTo>
                        <a:pt x="5446" y="573"/>
                      </a:lnTo>
                      <a:lnTo>
                        <a:pt x="5453" y="566"/>
                      </a:lnTo>
                      <a:cubicBezTo>
                        <a:pt x="5456" y="559"/>
                        <a:pt x="5460" y="552"/>
                        <a:pt x="5464" y="545"/>
                      </a:cubicBezTo>
                      <a:cubicBezTo>
                        <a:pt x="5466" y="542"/>
                        <a:pt x="5470" y="534"/>
                        <a:pt x="5470" y="527"/>
                      </a:cubicBezTo>
                      <a:cubicBezTo>
                        <a:pt x="5472" y="523"/>
                        <a:pt x="5476" y="521"/>
                        <a:pt x="5476" y="517"/>
                      </a:cubicBezTo>
                      <a:cubicBezTo>
                        <a:pt x="5480" y="517"/>
                        <a:pt x="5480" y="514"/>
                        <a:pt x="5480" y="511"/>
                      </a:cubicBezTo>
                      <a:lnTo>
                        <a:pt x="5484" y="511"/>
                      </a:lnTo>
                      <a:lnTo>
                        <a:pt x="5484" y="504"/>
                      </a:lnTo>
                      <a:cubicBezTo>
                        <a:pt x="5487" y="504"/>
                        <a:pt x="5487" y="502"/>
                        <a:pt x="5487" y="498"/>
                      </a:cubicBezTo>
                      <a:cubicBezTo>
                        <a:pt x="5490" y="498"/>
                        <a:pt x="5490" y="495"/>
                        <a:pt x="5495" y="491"/>
                      </a:cubicBezTo>
                      <a:cubicBezTo>
                        <a:pt x="5495" y="487"/>
                        <a:pt x="5497" y="480"/>
                        <a:pt x="5501" y="473"/>
                      </a:cubicBezTo>
                      <a:cubicBezTo>
                        <a:pt x="5505" y="467"/>
                        <a:pt x="5508" y="459"/>
                        <a:pt x="5515" y="452"/>
                      </a:cubicBezTo>
                      <a:lnTo>
                        <a:pt x="5513" y="452"/>
                      </a:lnTo>
                      <a:lnTo>
                        <a:pt x="5513" y="451"/>
                      </a:lnTo>
                      <a:lnTo>
                        <a:pt x="5515" y="450"/>
                      </a:lnTo>
                      <a:cubicBezTo>
                        <a:pt x="5515" y="446"/>
                        <a:pt x="5517" y="442"/>
                        <a:pt x="5521" y="436"/>
                      </a:cubicBezTo>
                      <a:lnTo>
                        <a:pt x="5526" y="431"/>
                      </a:lnTo>
                      <a:cubicBezTo>
                        <a:pt x="5528" y="420"/>
                        <a:pt x="5536" y="408"/>
                        <a:pt x="5542" y="393"/>
                      </a:cubicBezTo>
                      <a:lnTo>
                        <a:pt x="5542" y="389"/>
                      </a:lnTo>
                      <a:cubicBezTo>
                        <a:pt x="5546" y="389"/>
                        <a:pt x="5546" y="389"/>
                        <a:pt x="5546" y="385"/>
                      </a:cubicBezTo>
                      <a:cubicBezTo>
                        <a:pt x="5612" y="256"/>
                        <a:pt x="5675" y="129"/>
                        <a:pt x="57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31"/>
                <p:cNvSpPr/>
                <p:nvPr/>
              </p:nvSpPr>
              <p:spPr>
                <a:xfrm>
                  <a:off x="3205550" y="2838800"/>
                  <a:ext cx="131250" cy="140225"/>
                </a:xfrm>
                <a:custGeom>
                  <a:rect b="b" l="l" r="r" t="t"/>
                  <a:pathLst>
                    <a:path extrusionOk="0" h="5609" w="5250">
                      <a:moveTo>
                        <a:pt x="5250" y="0"/>
                      </a:moveTo>
                      <a:cubicBezTo>
                        <a:pt x="3324" y="1067"/>
                        <a:pt x="1653" y="2654"/>
                        <a:pt x="474" y="4701"/>
                      </a:cubicBezTo>
                      <a:cubicBezTo>
                        <a:pt x="450" y="4740"/>
                        <a:pt x="429" y="4781"/>
                        <a:pt x="409" y="4819"/>
                      </a:cubicBezTo>
                      <a:cubicBezTo>
                        <a:pt x="398" y="4836"/>
                        <a:pt x="388" y="4855"/>
                        <a:pt x="378" y="4875"/>
                      </a:cubicBezTo>
                      <a:cubicBezTo>
                        <a:pt x="353" y="4917"/>
                        <a:pt x="328" y="4959"/>
                        <a:pt x="307" y="5004"/>
                      </a:cubicBezTo>
                      <a:cubicBezTo>
                        <a:pt x="303" y="5006"/>
                        <a:pt x="301" y="5014"/>
                        <a:pt x="297" y="5021"/>
                      </a:cubicBezTo>
                      <a:cubicBezTo>
                        <a:pt x="293" y="5025"/>
                        <a:pt x="293" y="5027"/>
                        <a:pt x="293" y="5031"/>
                      </a:cubicBezTo>
                      <a:cubicBezTo>
                        <a:pt x="293" y="5031"/>
                        <a:pt x="290" y="5031"/>
                        <a:pt x="290" y="5035"/>
                      </a:cubicBezTo>
                      <a:cubicBezTo>
                        <a:pt x="290" y="5035"/>
                        <a:pt x="286" y="5037"/>
                        <a:pt x="286" y="5041"/>
                      </a:cubicBezTo>
                      <a:cubicBezTo>
                        <a:pt x="282" y="5049"/>
                        <a:pt x="280" y="5056"/>
                        <a:pt x="276" y="5062"/>
                      </a:cubicBezTo>
                      <a:cubicBezTo>
                        <a:pt x="271" y="5065"/>
                        <a:pt x="269" y="5072"/>
                        <a:pt x="265" y="5079"/>
                      </a:cubicBezTo>
                      <a:cubicBezTo>
                        <a:pt x="261" y="5083"/>
                        <a:pt x="261" y="5086"/>
                        <a:pt x="261" y="5090"/>
                      </a:cubicBezTo>
                      <a:cubicBezTo>
                        <a:pt x="261" y="5090"/>
                        <a:pt x="257" y="5090"/>
                        <a:pt x="257" y="5093"/>
                      </a:cubicBezTo>
                      <a:cubicBezTo>
                        <a:pt x="255" y="5097"/>
                        <a:pt x="251" y="5105"/>
                        <a:pt x="251" y="5111"/>
                      </a:cubicBezTo>
                      <a:lnTo>
                        <a:pt x="247" y="5111"/>
                      </a:lnTo>
                      <a:cubicBezTo>
                        <a:pt x="247" y="5116"/>
                        <a:pt x="244" y="5118"/>
                        <a:pt x="244" y="5122"/>
                      </a:cubicBezTo>
                      <a:cubicBezTo>
                        <a:pt x="240" y="5126"/>
                        <a:pt x="236" y="5129"/>
                        <a:pt x="236" y="5136"/>
                      </a:cubicBezTo>
                      <a:cubicBezTo>
                        <a:pt x="229" y="5142"/>
                        <a:pt x="226" y="5150"/>
                        <a:pt x="223" y="5160"/>
                      </a:cubicBezTo>
                      <a:cubicBezTo>
                        <a:pt x="220" y="5164"/>
                        <a:pt x="220" y="5168"/>
                        <a:pt x="216" y="5174"/>
                      </a:cubicBezTo>
                      <a:lnTo>
                        <a:pt x="216" y="5179"/>
                      </a:lnTo>
                      <a:cubicBezTo>
                        <a:pt x="205" y="5191"/>
                        <a:pt x="198" y="5205"/>
                        <a:pt x="192" y="5220"/>
                      </a:cubicBezTo>
                      <a:lnTo>
                        <a:pt x="192" y="5224"/>
                      </a:lnTo>
                      <a:cubicBezTo>
                        <a:pt x="126" y="5353"/>
                        <a:pt x="63" y="5480"/>
                        <a:pt x="1" y="5609"/>
                      </a:cubicBezTo>
                      <a:cubicBezTo>
                        <a:pt x="45" y="5542"/>
                        <a:pt x="94" y="5477"/>
                        <a:pt x="142" y="5411"/>
                      </a:cubicBezTo>
                      <a:cubicBezTo>
                        <a:pt x="145" y="5407"/>
                        <a:pt x="148" y="5401"/>
                        <a:pt x="151" y="5397"/>
                      </a:cubicBezTo>
                      <a:cubicBezTo>
                        <a:pt x="156" y="5389"/>
                        <a:pt x="163" y="5379"/>
                        <a:pt x="169" y="5369"/>
                      </a:cubicBezTo>
                      <a:cubicBezTo>
                        <a:pt x="197" y="5330"/>
                        <a:pt x="225" y="5289"/>
                        <a:pt x="256" y="5251"/>
                      </a:cubicBezTo>
                      <a:lnTo>
                        <a:pt x="260" y="5247"/>
                      </a:lnTo>
                      <a:cubicBezTo>
                        <a:pt x="266" y="5232"/>
                        <a:pt x="277" y="5222"/>
                        <a:pt x="287" y="5208"/>
                      </a:cubicBezTo>
                      <a:cubicBezTo>
                        <a:pt x="291" y="5204"/>
                        <a:pt x="293" y="5198"/>
                        <a:pt x="297" y="5194"/>
                      </a:cubicBezTo>
                      <a:lnTo>
                        <a:pt x="301" y="5190"/>
                      </a:lnTo>
                      <a:cubicBezTo>
                        <a:pt x="301" y="5188"/>
                        <a:pt x="301" y="5188"/>
                        <a:pt x="305" y="5184"/>
                      </a:cubicBezTo>
                      <a:lnTo>
                        <a:pt x="309" y="5184"/>
                      </a:lnTo>
                      <a:cubicBezTo>
                        <a:pt x="309" y="5178"/>
                        <a:pt x="316" y="5173"/>
                        <a:pt x="319" y="5167"/>
                      </a:cubicBezTo>
                      <a:cubicBezTo>
                        <a:pt x="319" y="5167"/>
                        <a:pt x="319" y="5163"/>
                        <a:pt x="323" y="5163"/>
                      </a:cubicBezTo>
                      <a:cubicBezTo>
                        <a:pt x="323" y="5160"/>
                        <a:pt x="326" y="5160"/>
                        <a:pt x="329" y="5157"/>
                      </a:cubicBezTo>
                      <a:cubicBezTo>
                        <a:pt x="329" y="5149"/>
                        <a:pt x="336" y="5145"/>
                        <a:pt x="339" y="5138"/>
                      </a:cubicBezTo>
                      <a:cubicBezTo>
                        <a:pt x="339" y="5136"/>
                        <a:pt x="343" y="5136"/>
                        <a:pt x="347" y="5132"/>
                      </a:cubicBezTo>
                      <a:cubicBezTo>
                        <a:pt x="347" y="5129"/>
                        <a:pt x="347" y="5129"/>
                        <a:pt x="350" y="5126"/>
                      </a:cubicBezTo>
                      <a:cubicBezTo>
                        <a:pt x="350" y="5126"/>
                        <a:pt x="350" y="5122"/>
                        <a:pt x="354" y="5122"/>
                      </a:cubicBezTo>
                      <a:cubicBezTo>
                        <a:pt x="358" y="5116"/>
                        <a:pt x="365" y="5103"/>
                        <a:pt x="373" y="5097"/>
                      </a:cubicBezTo>
                      <a:lnTo>
                        <a:pt x="383" y="5087"/>
                      </a:lnTo>
                      <a:cubicBezTo>
                        <a:pt x="389" y="5076"/>
                        <a:pt x="397" y="5066"/>
                        <a:pt x="403" y="5056"/>
                      </a:cubicBezTo>
                      <a:lnTo>
                        <a:pt x="408" y="5056"/>
                      </a:lnTo>
                      <a:cubicBezTo>
                        <a:pt x="427" y="5025"/>
                        <a:pt x="455" y="4990"/>
                        <a:pt x="483" y="4959"/>
                      </a:cubicBezTo>
                      <a:cubicBezTo>
                        <a:pt x="483" y="4956"/>
                        <a:pt x="487" y="4948"/>
                        <a:pt x="493" y="4945"/>
                      </a:cubicBezTo>
                      <a:cubicBezTo>
                        <a:pt x="1783" y="3313"/>
                        <a:pt x="3427" y="2071"/>
                        <a:pt x="5250" y="1267"/>
                      </a:cubicBezTo>
                      <a:lnTo>
                        <a:pt x="525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31"/>
                <p:cNvSpPr/>
                <p:nvPr/>
              </p:nvSpPr>
              <p:spPr>
                <a:xfrm>
                  <a:off x="3074400" y="2791850"/>
                  <a:ext cx="150450" cy="181600"/>
                </a:xfrm>
                <a:custGeom>
                  <a:rect b="b" l="l" r="r" t="t"/>
                  <a:pathLst>
                    <a:path extrusionOk="0" h="7264" w="6018">
                      <a:moveTo>
                        <a:pt x="523" y="1"/>
                      </a:moveTo>
                      <a:cubicBezTo>
                        <a:pt x="343" y="129"/>
                        <a:pt x="170" y="264"/>
                        <a:pt x="0" y="406"/>
                      </a:cubicBezTo>
                      <a:lnTo>
                        <a:pt x="0" y="1203"/>
                      </a:lnTo>
                      <a:cubicBezTo>
                        <a:pt x="1049" y="3471"/>
                        <a:pt x="2786" y="5450"/>
                        <a:pt x="5115" y="6795"/>
                      </a:cubicBezTo>
                      <a:cubicBezTo>
                        <a:pt x="5147" y="6812"/>
                        <a:pt x="5178" y="6831"/>
                        <a:pt x="5209" y="6847"/>
                      </a:cubicBezTo>
                      <a:cubicBezTo>
                        <a:pt x="5216" y="6851"/>
                        <a:pt x="5222" y="6855"/>
                        <a:pt x="5227" y="6857"/>
                      </a:cubicBezTo>
                      <a:lnTo>
                        <a:pt x="5228" y="6857"/>
                      </a:lnTo>
                      <a:cubicBezTo>
                        <a:pt x="5247" y="6868"/>
                        <a:pt x="5266" y="6878"/>
                        <a:pt x="5286" y="6888"/>
                      </a:cubicBezTo>
                      <a:cubicBezTo>
                        <a:pt x="5332" y="6915"/>
                        <a:pt x="5377" y="6940"/>
                        <a:pt x="5422" y="6961"/>
                      </a:cubicBezTo>
                      <a:cubicBezTo>
                        <a:pt x="5423" y="6964"/>
                        <a:pt x="5426" y="6966"/>
                        <a:pt x="5429" y="6967"/>
                      </a:cubicBezTo>
                      <a:cubicBezTo>
                        <a:pt x="5430" y="6968"/>
                        <a:pt x="5431" y="6968"/>
                        <a:pt x="5433" y="6968"/>
                      </a:cubicBezTo>
                      <a:cubicBezTo>
                        <a:pt x="5435" y="6968"/>
                        <a:pt x="5437" y="6968"/>
                        <a:pt x="5439" y="6967"/>
                      </a:cubicBezTo>
                      <a:cubicBezTo>
                        <a:pt x="5439" y="6972"/>
                        <a:pt x="5439" y="6974"/>
                        <a:pt x="5440" y="6974"/>
                      </a:cubicBezTo>
                      <a:cubicBezTo>
                        <a:pt x="5440" y="6974"/>
                        <a:pt x="5441" y="6973"/>
                        <a:pt x="5443" y="6971"/>
                      </a:cubicBezTo>
                      <a:cubicBezTo>
                        <a:pt x="5443" y="6971"/>
                        <a:pt x="5444" y="6976"/>
                        <a:pt x="5447" y="6976"/>
                      </a:cubicBezTo>
                      <a:cubicBezTo>
                        <a:pt x="5448" y="6976"/>
                        <a:pt x="5448" y="6976"/>
                        <a:pt x="5449" y="6975"/>
                      </a:cubicBezTo>
                      <a:cubicBezTo>
                        <a:pt x="5449" y="6975"/>
                        <a:pt x="5451" y="6980"/>
                        <a:pt x="5453" y="6980"/>
                      </a:cubicBezTo>
                      <a:cubicBezTo>
                        <a:pt x="5454" y="6980"/>
                        <a:pt x="5455" y="6980"/>
                        <a:pt x="5455" y="6979"/>
                      </a:cubicBezTo>
                      <a:cubicBezTo>
                        <a:pt x="5462" y="6985"/>
                        <a:pt x="5470" y="6989"/>
                        <a:pt x="5476" y="6989"/>
                      </a:cubicBezTo>
                      <a:cubicBezTo>
                        <a:pt x="5480" y="6996"/>
                        <a:pt x="5484" y="7000"/>
                        <a:pt x="5491" y="7000"/>
                      </a:cubicBezTo>
                      <a:cubicBezTo>
                        <a:pt x="5491" y="7004"/>
                        <a:pt x="5493" y="7004"/>
                        <a:pt x="5497" y="7004"/>
                      </a:cubicBezTo>
                      <a:cubicBezTo>
                        <a:pt x="5497" y="7007"/>
                        <a:pt x="5500" y="7007"/>
                        <a:pt x="5504" y="7007"/>
                      </a:cubicBezTo>
                      <a:lnTo>
                        <a:pt x="5505" y="7009"/>
                      </a:lnTo>
                      <a:cubicBezTo>
                        <a:pt x="5507" y="7011"/>
                        <a:pt x="5511" y="7014"/>
                        <a:pt x="5514" y="7014"/>
                      </a:cubicBezTo>
                      <a:cubicBezTo>
                        <a:pt x="5517" y="7017"/>
                        <a:pt x="5520" y="7017"/>
                        <a:pt x="5525" y="7017"/>
                      </a:cubicBezTo>
                      <a:cubicBezTo>
                        <a:pt x="5525" y="7017"/>
                        <a:pt x="5527" y="7021"/>
                        <a:pt x="5531" y="7021"/>
                      </a:cubicBezTo>
                      <a:cubicBezTo>
                        <a:pt x="5534" y="7028"/>
                        <a:pt x="5542" y="7032"/>
                        <a:pt x="5548" y="7032"/>
                      </a:cubicBezTo>
                      <a:cubicBezTo>
                        <a:pt x="5556" y="7036"/>
                        <a:pt x="5563" y="7038"/>
                        <a:pt x="5569" y="7042"/>
                      </a:cubicBezTo>
                      <a:lnTo>
                        <a:pt x="5573" y="7042"/>
                      </a:lnTo>
                      <a:cubicBezTo>
                        <a:pt x="5577" y="7048"/>
                        <a:pt x="5579" y="7048"/>
                        <a:pt x="5583" y="7048"/>
                      </a:cubicBezTo>
                      <a:lnTo>
                        <a:pt x="5588" y="7048"/>
                      </a:lnTo>
                      <a:cubicBezTo>
                        <a:pt x="5602" y="7059"/>
                        <a:pt x="5615" y="7069"/>
                        <a:pt x="5633" y="7073"/>
                      </a:cubicBezTo>
                      <a:cubicBezTo>
                        <a:pt x="5762" y="7143"/>
                        <a:pt x="5889" y="7205"/>
                        <a:pt x="6018" y="7264"/>
                      </a:cubicBezTo>
                      <a:cubicBezTo>
                        <a:pt x="5955" y="7223"/>
                        <a:pt x="5896" y="7180"/>
                        <a:pt x="5839" y="7135"/>
                      </a:cubicBezTo>
                      <a:cubicBezTo>
                        <a:pt x="5819" y="7121"/>
                        <a:pt x="5800" y="7108"/>
                        <a:pt x="5780" y="7094"/>
                      </a:cubicBezTo>
                      <a:cubicBezTo>
                        <a:pt x="5742" y="7067"/>
                        <a:pt x="5701" y="7038"/>
                        <a:pt x="5662" y="7007"/>
                      </a:cubicBezTo>
                      <a:lnTo>
                        <a:pt x="5659" y="7007"/>
                      </a:lnTo>
                      <a:cubicBezTo>
                        <a:pt x="5644" y="6997"/>
                        <a:pt x="5634" y="6986"/>
                        <a:pt x="5620" y="6976"/>
                      </a:cubicBezTo>
                      <a:cubicBezTo>
                        <a:pt x="5615" y="6973"/>
                        <a:pt x="5609" y="6970"/>
                        <a:pt x="5605" y="6966"/>
                      </a:cubicBezTo>
                      <a:cubicBezTo>
                        <a:pt x="5604" y="6966"/>
                        <a:pt x="5602" y="6965"/>
                        <a:pt x="5600" y="6964"/>
                      </a:cubicBezTo>
                      <a:cubicBezTo>
                        <a:pt x="5598" y="6963"/>
                        <a:pt x="5597" y="6961"/>
                        <a:pt x="5595" y="6960"/>
                      </a:cubicBezTo>
                      <a:cubicBezTo>
                        <a:pt x="5592" y="6955"/>
                        <a:pt x="5584" y="6952"/>
                        <a:pt x="5581" y="6945"/>
                      </a:cubicBezTo>
                      <a:lnTo>
                        <a:pt x="5577" y="6945"/>
                      </a:lnTo>
                      <a:lnTo>
                        <a:pt x="5575" y="6944"/>
                      </a:lnTo>
                      <a:cubicBezTo>
                        <a:pt x="5573" y="6942"/>
                        <a:pt x="5569" y="6942"/>
                        <a:pt x="5567" y="6935"/>
                      </a:cubicBezTo>
                      <a:cubicBezTo>
                        <a:pt x="5559" y="6935"/>
                        <a:pt x="5556" y="6929"/>
                        <a:pt x="5548" y="6924"/>
                      </a:cubicBezTo>
                      <a:cubicBezTo>
                        <a:pt x="5548" y="6924"/>
                        <a:pt x="5544" y="6924"/>
                        <a:pt x="5544" y="6921"/>
                      </a:cubicBezTo>
                      <a:cubicBezTo>
                        <a:pt x="5541" y="6921"/>
                        <a:pt x="5538" y="6918"/>
                        <a:pt x="5534" y="6914"/>
                      </a:cubicBezTo>
                      <a:lnTo>
                        <a:pt x="5534" y="6911"/>
                      </a:lnTo>
                      <a:cubicBezTo>
                        <a:pt x="5527" y="6908"/>
                        <a:pt x="5516" y="6904"/>
                        <a:pt x="5510" y="6894"/>
                      </a:cubicBezTo>
                      <a:cubicBezTo>
                        <a:pt x="5504" y="6889"/>
                        <a:pt x="5500" y="6887"/>
                        <a:pt x="5493" y="6883"/>
                      </a:cubicBezTo>
                      <a:cubicBezTo>
                        <a:pt x="5482" y="6877"/>
                        <a:pt x="5476" y="6869"/>
                        <a:pt x="5466" y="6863"/>
                      </a:cubicBezTo>
                      <a:lnTo>
                        <a:pt x="5466" y="6858"/>
                      </a:lnTo>
                      <a:cubicBezTo>
                        <a:pt x="5434" y="6838"/>
                        <a:pt x="5403" y="6814"/>
                        <a:pt x="5372" y="6785"/>
                      </a:cubicBezTo>
                      <a:cubicBezTo>
                        <a:pt x="5366" y="6781"/>
                        <a:pt x="5362" y="6778"/>
                        <a:pt x="5355" y="6771"/>
                      </a:cubicBezTo>
                      <a:cubicBezTo>
                        <a:pt x="3140" y="5020"/>
                        <a:pt x="1640" y="2619"/>
                        <a:pt x="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31"/>
                <p:cNvSpPr/>
                <p:nvPr/>
              </p:nvSpPr>
              <p:spPr>
                <a:xfrm>
                  <a:off x="3199975" y="2959675"/>
                  <a:ext cx="133250" cy="155900"/>
                </a:xfrm>
                <a:custGeom>
                  <a:rect b="b" l="l" r="r" t="t"/>
                  <a:pathLst>
                    <a:path extrusionOk="0" h="6236" w="5330">
                      <a:moveTo>
                        <a:pt x="0" y="1"/>
                      </a:moveTo>
                      <a:lnTo>
                        <a:pt x="0" y="1"/>
                      </a:lnTo>
                      <a:cubicBezTo>
                        <a:pt x="64" y="42"/>
                        <a:pt x="126" y="88"/>
                        <a:pt x="185" y="133"/>
                      </a:cubicBezTo>
                      <a:cubicBezTo>
                        <a:pt x="190" y="135"/>
                        <a:pt x="197" y="138"/>
                        <a:pt x="201" y="142"/>
                      </a:cubicBezTo>
                      <a:cubicBezTo>
                        <a:pt x="201" y="143"/>
                        <a:pt x="203" y="143"/>
                        <a:pt x="203" y="143"/>
                      </a:cubicBezTo>
                      <a:cubicBezTo>
                        <a:pt x="216" y="153"/>
                        <a:pt x="229" y="161"/>
                        <a:pt x="241" y="171"/>
                      </a:cubicBezTo>
                      <a:cubicBezTo>
                        <a:pt x="282" y="199"/>
                        <a:pt x="320" y="231"/>
                        <a:pt x="361" y="258"/>
                      </a:cubicBezTo>
                      <a:lnTo>
                        <a:pt x="361" y="262"/>
                      </a:lnTo>
                      <a:cubicBezTo>
                        <a:pt x="376" y="269"/>
                        <a:pt x="386" y="280"/>
                        <a:pt x="400" y="290"/>
                      </a:cubicBezTo>
                      <a:cubicBezTo>
                        <a:pt x="405" y="294"/>
                        <a:pt x="411" y="297"/>
                        <a:pt x="415" y="300"/>
                      </a:cubicBezTo>
                      <a:cubicBezTo>
                        <a:pt x="416" y="300"/>
                        <a:pt x="417" y="302"/>
                        <a:pt x="420" y="303"/>
                      </a:cubicBezTo>
                      <a:cubicBezTo>
                        <a:pt x="422" y="304"/>
                        <a:pt x="423" y="305"/>
                        <a:pt x="425" y="307"/>
                      </a:cubicBezTo>
                      <a:lnTo>
                        <a:pt x="425" y="311"/>
                      </a:lnTo>
                      <a:cubicBezTo>
                        <a:pt x="431" y="311"/>
                        <a:pt x="439" y="319"/>
                        <a:pt x="446" y="325"/>
                      </a:cubicBezTo>
                      <a:cubicBezTo>
                        <a:pt x="449" y="325"/>
                        <a:pt x="452" y="328"/>
                        <a:pt x="456" y="331"/>
                      </a:cubicBezTo>
                      <a:cubicBezTo>
                        <a:pt x="463" y="335"/>
                        <a:pt x="467" y="338"/>
                        <a:pt x="470" y="342"/>
                      </a:cubicBezTo>
                      <a:cubicBezTo>
                        <a:pt x="474" y="342"/>
                        <a:pt x="474" y="342"/>
                        <a:pt x="474" y="346"/>
                      </a:cubicBezTo>
                      <a:cubicBezTo>
                        <a:pt x="478" y="346"/>
                        <a:pt x="481" y="349"/>
                        <a:pt x="484" y="352"/>
                      </a:cubicBezTo>
                      <a:lnTo>
                        <a:pt x="484" y="356"/>
                      </a:lnTo>
                      <a:cubicBezTo>
                        <a:pt x="486" y="354"/>
                        <a:pt x="487" y="353"/>
                        <a:pt x="488" y="353"/>
                      </a:cubicBezTo>
                      <a:cubicBezTo>
                        <a:pt x="488" y="353"/>
                        <a:pt x="488" y="354"/>
                        <a:pt x="488" y="356"/>
                      </a:cubicBezTo>
                      <a:cubicBezTo>
                        <a:pt x="499" y="360"/>
                        <a:pt x="507" y="367"/>
                        <a:pt x="513" y="375"/>
                      </a:cubicBezTo>
                      <a:cubicBezTo>
                        <a:pt x="520" y="378"/>
                        <a:pt x="523" y="381"/>
                        <a:pt x="527" y="385"/>
                      </a:cubicBezTo>
                      <a:cubicBezTo>
                        <a:pt x="538" y="391"/>
                        <a:pt x="549" y="398"/>
                        <a:pt x="555" y="405"/>
                      </a:cubicBezTo>
                      <a:lnTo>
                        <a:pt x="555" y="409"/>
                      </a:lnTo>
                      <a:cubicBezTo>
                        <a:pt x="589" y="429"/>
                        <a:pt x="621" y="457"/>
                        <a:pt x="652" y="485"/>
                      </a:cubicBezTo>
                      <a:cubicBezTo>
                        <a:pt x="658" y="489"/>
                        <a:pt x="667" y="493"/>
                        <a:pt x="673" y="499"/>
                      </a:cubicBezTo>
                      <a:cubicBezTo>
                        <a:pt x="2593" y="2017"/>
                        <a:pt x="3971" y="4025"/>
                        <a:pt x="4733" y="6235"/>
                      </a:cubicBezTo>
                      <a:cubicBezTo>
                        <a:pt x="4744" y="6214"/>
                        <a:pt x="4757" y="6194"/>
                        <a:pt x="4769" y="6173"/>
                      </a:cubicBezTo>
                      <a:cubicBezTo>
                        <a:pt x="4832" y="6063"/>
                        <a:pt x="4891" y="5952"/>
                        <a:pt x="4946" y="5839"/>
                      </a:cubicBezTo>
                      <a:cubicBezTo>
                        <a:pt x="5110" y="5500"/>
                        <a:pt x="5241" y="5143"/>
                        <a:pt x="5329" y="4770"/>
                      </a:cubicBezTo>
                      <a:cubicBezTo>
                        <a:pt x="4271" y="3048"/>
                        <a:pt x="2782" y="1557"/>
                        <a:pt x="906" y="473"/>
                      </a:cubicBezTo>
                      <a:cubicBezTo>
                        <a:pt x="874" y="455"/>
                        <a:pt x="843" y="437"/>
                        <a:pt x="812" y="421"/>
                      </a:cubicBezTo>
                      <a:cubicBezTo>
                        <a:pt x="783" y="402"/>
                        <a:pt x="755" y="390"/>
                        <a:pt x="729" y="376"/>
                      </a:cubicBezTo>
                      <a:cubicBezTo>
                        <a:pt x="685" y="347"/>
                        <a:pt x="644" y="327"/>
                        <a:pt x="600" y="305"/>
                      </a:cubicBezTo>
                      <a:cubicBezTo>
                        <a:pt x="592" y="299"/>
                        <a:pt x="585" y="295"/>
                        <a:pt x="579" y="295"/>
                      </a:cubicBezTo>
                      <a:cubicBezTo>
                        <a:pt x="579" y="295"/>
                        <a:pt x="576" y="289"/>
                        <a:pt x="572" y="289"/>
                      </a:cubicBezTo>
                      <a:cubicBezTo>
                        <a:pt x="572" y="289"/>
                        <a:pt x="570" y="285"/>
                        <a:pt x="566" y="285"/>
                      </a:cubicBezTo>
                      <a:cubicBezTo>
                        <a:pt x="559" y="282"/>
                        <a:pt x="551" y="279"/>
                        <a:pt x="545" y="274"/>
                      </a:cubicBezTo>
                      <a:cubicBezTo>
                        <a:pt x="541" y="272"/>
                        <a:pt x="538" y="268"/>
                        <a:pt x="530" y="268"/>
                      </a:cubicBezTo>
                      <a:cubicBezTo>
                        <a:pt x="527" y="266"/>
                        <a:pt x="524" y="262"/>
                        <a:pt x="520" y="262"/>
                      </a:cubicBezTo>
                      <a:cubicBezTo>
                        <a:pt x="520" y="262"/>
                        <a:pt x="518" y="258"/>
                        <a:pt x="514" y="258"/>
                      </a:cubicBezTo>
                      <a:cubicBezTo>
                        <a:pt x="510" y="256"/>
                        <a:pt x="508" y="256"/>
                        <a:pt x="504" y="252"/>
                      </a:cubicBezTo>
                      <a:cubicBezTo>
                        <a:pt x="504" y="252"/>
                        <a:pt x="502" y="252"/>
                        <a:pt x="497" y="248"/>
                      </a:cubicBezTo>
                      <a:cubicBezTo>
                        <a:pt x="493" y="248"/>
                        <a:pt x="491" y="243"/>
                        <a:pt x="487" y="243"/>
                      </a:cubicBezTo>
                      <a:cubicBezTo>
                        <a:pt x="484" y="240"/>
                        <a:pt x="477" y="237"/>
                        <a:pt x="470" y="233"/>
                      </a:cubicBezTo>
                      <a:cubicBezTo>
                        <a:pt x="468" y="230"/>
                        <a:pt x="459" y="227"/>
                        <a:pt x="453" y="223"/>
                      </a:cubicBezTo>
                      <a:lnTo>
                        <a:pt x="449" y="223"/>
                      </a:lnTo>
                      <a:cubicBezTo>
                        <a:pt x="446" y="221"/>
                        <a:pt x="442" y="221"/>
                        <a:pt x="436" y="217"/>
                      </a:cubicBezTo>
                      <a:cubicBezTo>
                        <a:pt x="421" y="210"/>
                        <a:pt x="407" y="199"/>
                        <a:pt x="390" y="192"/>
                      </a:cubicBezTo>
                      <a:lnTo>
                        <a:pt x="386" y="192"/>
                      </a:lnTo>
                      <a:cubicBezTo>
                        <a:pt x="257" y="127"/>
                        <a:pt x="129" y="65"/>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79" name="Google Shape;2379;p31"/>
            <p:cNvGrpSpPr/>
            <p:nvPr/>
          </p:nvGrpSpPr>
          <p:grpSpPr>
            <a:xfrm rot="-1155472">
              <a:off x="285960" y="4079022"/>
              <a:ext cx="980615" cy="618634"/>
              <a:chOff x="-1963525" y="3710875"/>
              <a:chExt cx="260450" cy="164313"/>
            </a:xfrm>
          </p:grpSpPr>
          <p:sp>
            <p:nvSpPr>
              <p:cNvPr id="2380" name="Google Shape;2380;p31"/>
              <p:cNvSpPr/>
              <p:nvPr/>
            </p:nvSpPr>
            <p:spPr>
              <a:xfrm>
                <a:off x="-1963525" y="3710875"/>
                <a:ext cx="260450" cy="164225"/>
              </a:xfrm>
              <a:custGeom>
                <a:rect b="b" l="l" r="r" t="t"/>
                <a:pathLst>
                  <a:path extrusionOk="0" h="6569" w="10418">
                    <a:moveTo>
                      <a:pt x="10075" y="0"/>
                    </a:moveTo>
                    <a:lnTo>
                      <a:pt x="365" y="1"/>
                    </a:lnTo>
                    <a:cubicBezTo>
                      <a:pt x="242" y="1"/>
                      <a:pt x="138" y="109"/>
                      <a:pt x="138" y="230"/>
                    </a:cubicBezTo>
                    <a:lnTo>
                      <a:pt x="138" y="739"/>
                    </a:lnTo>
                    <a:lnTo>
                      <a:pt x="138" y="3629"/>
                    </a:lnTo>
                    <a:lnTo>
                      <a:pt x="53" y="3629"/>
                    </a:lnTo>
                    <a:cubicBezTo>
                      <a:pt x="32" y="3656"/>
                      <a:pt x="28" y="3672"/>
                      <a:pt x="1" y="3695"/>
                    </a:cubicBezTo>
                    <a:lnTo>
                      <a:pt x="1" y="5827"/>
                    </a:lnTo>
                    <a:cubicBezTo>
                      <a:pt x="28" y="5849"/>
                      <a:pt x="33" y="5860"/>
                      <a:pt x="53" y="5883"/>
                    </a:cubicBezTo>
                    <a:lnTo>
                      <a:pt x="138" y="5883"/>
                    </a:lnTo>
                    <a:lnTo>
                      <a:pt x="138" y="6359"/>
                    </a:lnTo>
                    <a:cubicBezTo>
                      <a:pt x="138" y="6482"/>
                      <a:pt x="241" y="6569"/>
                      <a:pt x="365" y="6569"/>
                    </a:cubicBezTo>
                    <a:lnTo>
                      <a:pt x="10075" y="6567"/>
                    </a:lnTo>
                    <a:cubicBezTo>
                      <a:pt x="10197" y="6567"/>
                      <a:pt x="10282" y="6481"/>
                      <a:pt x="10282" y="6358"/>
                    </a:cubicBezTo>
                    <a:lnTo>
                      <a:pt x="10282" y="5881"/>
                    </a:lnTo>
                    <a:lnTo>
                      <a:pt x="10369" y="5881"/>
                    </a:lnTo>
                    <a:cubicBezTo>
                      <a:pt x="10391" y="5859"/>
                      <a:pt x="10391" y="5848"/>
                      <a:pt x="10418" y="5826"/>
                    </a:cubicBezTo>
                    <a:lnTo>
                      <a:pt x="10418" y="3693"/>
                    </a:lnTo>
                    <a:cubicBezTo>
                      <a:pt x="10391" y="3672"/>
                      <a:pt x="10391" y="3656"/>
                      <a:pt x="10369" y="3628"/>
                    </a:cubicBezTo>
                    <a:lnTo>
                      <a:pt x="10282" y="3628"/>
                    </a:lnTo>
                    <a:lnTo>
                      <a:pt x="10282" y="738"/>
                    </a:lnTo>
                    <a:lnTo>
                      <a:pt x="10282" y="229"/>
                    </a:lnTo>
                    <a:cubicBezTo>
                      <a:pt x="10282" y="107"/>
                      <a:pt x="10197" y="0"/>
                      <a:pt x="10075"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1" name="Google Shape;2381;p31"/>
              <p:cNvGrpSpPr/>
              <p:nvPr/>
            </p:nvGrpSpPr>
            <p:grpSpPr>
              <a:xfrm>
                <a:off x="-1963525" y="3710913"/>
                <a:ext cx="260450" cy="164275"/>
                <a:chOff x="-1963525" y="2442950"/>
                <a:chExt cx="260450" cy="164275"/>
              </a:xfrm>
            </p:grpSpPr>
            <p:sp>
              <p:nvSpPr>
                <p:cNvPr id="2382" name="Google Shape;2382;p31"/>
                <p:cNvSpPr/>
                <p:nvPr/>
              </p:nvSpPr>
              <p:spPr>
                <a:xfrm>
                  <a:off x="-1963525" y="2533650"/>
                  <a:ext cx="260450" cy="56425"/>
                </a:xfrm>
                <a:custGeom>
                  <a:rect b="b" l="l" r="r" t="t"/>
                  <a:pathLst>
                    <a:path extrusionOk="0" h="2257" w="10418">
                      <a:moveTo>
                        <a:pt x="10369" y="1"/>
                      </a:moveTo>
                      <a:lnTo>
                        <a:pt x="53" y="3"/>
                      </a:lnTo>
                      <a:cubicBezTo>
                        <a:pt x="33" y="31"/>
                        <a:pt x="28" y="47"/>
                        <a:pt x="1" y="69"/>
                      </a:cubicBezTo>
                      <a:lnTo>
                        <a:pt x="1" y="2202"/>
                      </a:lnTo>
                      <a:cubicBezTo>
                        <a:pt x="28" y="2224"/>
                        <a:pt x="32" y="2235"/>
                        <a:pt x="53" y="2257"/>
                      </a:cubicBezTo>
                      <a:lnTo>
                        <a:pt x="10369" y="2255"/>
                      </a:lnTo>
                      <a:cubicBezTo>
                        <a:pt x="10391" y="2233"/>
                        <a:pt x="10391" y="2221"/>
                        <a:pt x="10418" y="2199"/>
                      </a:cubicBezTo>
                      <a:lnTo>
                        <a:pt x="10418" y="67"/>
                      </a:lnTo>
                      <a:cubicBezTo>
                        <a:pt x="10391" y="44"/>
                        <a:pt x="10391" y="28"/>
                        <a:pt x="103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31"/>
                <p:cNvSpPr/>
                <p:nvPr/>
              </p:nvSpPr>
              <p:spPr>
                <a:xfrm>
                  <a:off x="-1960125" y="2442950"/>
                  <a:ext cx="253650" cy="164275"/>
                </a:xfrm>
                <a:custGeom>
                  <a:rect b="b" l="l" r="r" t="t"/>
                  <a:pathLst>
                    <a:path extrusionOk="0" h="6571" w="10146">
                      <a:moveTo>
                        <a:pt x="9937" y="0"/>
                      </a:moveTo>
                      <a:lnTo>
                        <a:pt x="227" y="1"/>
                      </a:lnTo>
                      <a:cubicBezTo>
                        <a:pt x="105" y="1"/>
                        <a:pt x="0" y="109"/>
                        <a:pt x="0" y="232"/>
                      </a:cubicBezTo>
                      <a:lnTo>
                        <a:pt x="0" y="739"/>
                      </a:lnTo>
                      <a:lnTo>
                        <a:pt x="2" y="6362"/>
                      </a:lnTo>
                      <a:cubicBezTo>
                        <a:pt x="2" y="6483"/>
                        <a:pt x="105" y="6570"/>
                        <a:pt x="229" y="6570"/>
                      </a:cubicBezTo>
                      <a:lnTo>
                        <a:pt x="9939" y="6569"/>
                      </a:lnTo>
                      <a:cubicBezTo>
                        <a:pt x="10061" y="6569"/>
                        <a:pt x="10146" y="6482"/>
                        <a:pt x="10146" y="6360"/>
                      </a:cubicBezTo>
                      <a:lnTo>
                        <a:pt x="10143" y="738"/>
                      </a:lnTo>
                      <a:lnTo>
                        <a:pt x="10143" y="230"/>
                      </a:lnTo>
                      <a:cubicBezTo>
                        <a:pt x="10143" y="108"/>
                        <a:pt x="10061" y="0"/>
                        <a:pt x="99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31"/>
                <p:cNvSpPr/>
                <p:nvPr/>
              </p:nvSpPr>
              <p:spPr>
                <a:xfrm>
                  <a:off x="-1953625" y="2448675"/>
                  <a:ext cx="11300" cy="11325"/>
                </a:xfrm>
                <a:custGeom>
                  <a:rect b="b" l="l" r="r" t="t"/>
                  <a:pathLst>
                    <a:path extrusionOk="0" h="453" w="452">
                      <a:moveTo>
                        <a:pt x="225" y="1"/>
                      </a:moveTo>
                      <a:cubicBezTo>
                        <a:pt x="100" y="1"/>
                        <a:pt x="0" y="102"/>
                        <a:pt x="0" y="227"/>
                      </a:cubicBezTo>
                      <a:cubicBezTo>
                        <a:pt x="0" y="351"/>
                        <a:pt x="100" y="453"/>
                        <a:pt x="225" y="453"/>
                      </a:cubicBezTo>
                      <a:cubicBezTo>
                        <a:pt x="351" y="453"/>
                        <a:pt x="451" y="351"/>
                        <a:pt x="451" y="227"/>
                      </a:cubicBezTo>
                      <a:cubicBezTo>
                        <a:pt x="451" y="102"/>
                        <a:pt x="350"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31"/>
                <p:cNvSpPr/>
                <p:nvPr/>
              </p:nvSpPr>
              <p:spPr>
                <a:xfrm>
                  <a:off x="-1724150" y="2448650"/>
                  <a:ext cx="11300" cy="11325"/>
                </a:xfrm>
                <a:custGeom>
                  <a:rect b="b" l="l" r="r" t="t"/>
                  <a:pathLst>
                    <a:path extrusionOk="0" h="453" w="452">
                      <a:moveTo>
                        <a:pt x="229" y="0"/>
                      </a:moveTo>
                      <a:cubicBezTo>
                        <a:pt x="228" y="0"/>
                        <a:pt x="227" y="0"/>
                        <a:pt x="227" y="0"/>
                      </a:cubicBezTo>
                      <a:cubicBezTo>
                        <a:pt x="101" y="0"/>
                        <a:pt x="1" y="102"/>
                        <a:pt x="1" y="226"/>
                      </a:cubicBezTo>
                      <a:cubicBezTo>
                        <a:pt x="1" y="351"/>
                        <a:pt x="101" y="452"/>
                        <a:pt x="227" y="452"/>
                      </a:cubicBezTo>
                      <a:cubicBezTo>
                        <a:pt x="352" y="452"/>
                        <a:pt x="452" y="351"/>
                        <a:pt x="452" y="226"/>
                      </a:cubicBezTo>
                      <a:cubicBezTo>
                        <a:pt x="452" y="102"/>
                        <a:pt x="353" y="0"/>
                        <a:pt x="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31"/>
                <p:cNvSpPr/>
                <p:nvPr/>
              </p:nvSpPr>
              <p:spPr>
                <a:xfrm>
                  <a:off x="-1953600" y="2590250"/>
                  <a:ext cx="11325" cy="11300"/>
                </a:xfrm>
                <a:custGeom>
                  <a:rect b="b" l="l" r="r" t="t"/>
                  <a:pathLst>
                    <a:path extrusionOk="0" h="452" w="453">
                      <a:moveTo>
                        <a:pt x="226" y="0"/>
                      </a:moveTo>
                      <a:cubicBezTo>
                        <a:pt x="100" y="0"/>
                        <a:pt x="0" y="100"/>
                        <a:pt x="0" y="225"/>
                      </a:cubicBezTo>
                      <a:cubicBezTo>
                        <a:pt x="0" y="351"/>
                        <a:pt x="100" y="451"/>
                        <a:pt x="226" y="451"/>
                      </a:cubicBezTo>
                      <a:cubicBezTo>
                        <a:pt x="351" y="451"/>
                        <a:pt x="452" y="351"/>
                        <a:pt x="452" y="225"/>
                      </a:cubicBezTo>
                      <a:cubicBezTo>
                        <a:pt x="452" y="100"/>
                        <a:pt x="350" y="0"/>
                        <a:pt x="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31"/>
                <p:cNvSpPr/>
                <p:nvPr/>
              </p:nvSpPr>
              <p:spPr>
                <a:xfrm>
                  <a:off x="-1724125" y="2590175"/>
                  <a:ext cx="11325" cy="11350"/>
                </a:xfrm>
                <a:custGeom>
                  <a:rect b="b" l="l" r="r" t="t"/>
                  <a:pathLst>
                    <a:path extrusionOk="0" h="454" w="453">
                      <a:moveTo>
                        <a:pt x="229" y="1"/>
                      </a:moveTo>
                      <a:cubicBezTo>
                        <a:pt x="228" y="1"/>
                        <a:pt x="227" y="1"/>
                        <a:pt x="227" y="1"/>
                      </a:cubicBezTo>
                      <a:cubicBezTo>
                        <a:pt x="101" y="1"/>
                        <a:pt x="1" y="102"/>
                        <a:pt x="1" y="227"/>
                      </a:cubicBezTo>
                      <a:cubicBezTo>
                        <a:pt x="1" y="352"/>
                        <a:pt x="101" y="453"/>
                        <a:pt x="227" y="453"/>
                      </a:cubicBezTo>
                      <a:cubicBezTo>
                        <a:pt x="352" y="453"/>
                        <a:pt x="453" y="352"/>
                        <a:pt x="453" y="227"/>
                      </a:cubicBezTo>
                      <a:cubicBezTo>
                        <a:pt x="453" y="103"/>
                        <a:pt x="352" y="1"/>
                        <a:pt x="2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31"/>
                <p:cNvSpPr/>
                <p:nvPr/>
              </p:nvSpPr>
              <p:spPr>
                <a:xfrm>
                  <a:off x="-1942900" y="2460125"/>
                  <a:ext cx="219250" cy="102425"/>
                </a:xfrm>
                <a:custGeom>
                  <a:rect b="b" l="l" r="r" t="t"/>
                  <a:pathLst>
                    <a:path extrusionOk="0" h="4097" w="8770">
                      <a:moveTo>
                        <a:pt x="8330" y="1"/>
                      </a:moveTo>
                      <a:lnTo>
                        <a:pt x="441" y="2"/>
                      </a:lnTo>
                      <a:cubicBezTo>
                        <a:pt x="270" y="174"/>
                        <a:pt x="166" y="270"/>
                        <a:pt x="0" y="442"/>
                      </a:cubicBezTo>
                      <a:lnTo>
                        <a:pt x="1" y="4018"/>
                      </a:lnTo>
                      <a:cubicBezTo>
                        <a:pt x="1" y="4062"/>
                        <a:pt x="39" y="4097"/>
                        <a:pt x="83" y="4097"/>
                      </a:cubicBezTo>
                      <a:lnTo>
                        <a:pt x="8692" y="4096"/>
                      </a:lnTo>
                      <a:cubicBezTo>
                        <a:pt x="8736" y="4096"/>
                        <a:pt x="8769" y="4061"/>
                        <a:pt x="8769" y="4016"/>
                      </a:cubicBezTo>
                      <a:lnTo>
                        <a:pt x="8768" y="440"/>
                      </a:lnTo>
                      <a:cubicBezTo>
                        <a:pt x="8603" y="269"/>
                        <a:pt x="8501" y="172"/>
                        <a:pt x="8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31"/>
                <p:cNvSpPr/>
                <p:nvPr/>
              </p:nvSpPr>
              <p:spPr>
                <a:xfrm>
                  <a:off x="-1912775" y="2568700"/>
                  <a:ext cx="159150" cy="38525"/>
                </a:xfrm>
                <a:custGeom>
                  <a:rect b="b" l="l" r="r" t="t"/>
                  <a:pathLst>
                    <a:path extrusionOk="0" h="1541" w="6366">
                      <a:moveTo>
                        <a:pt x="5940" y="0"/>
                      </a:moveTo>
                      <a:lnTo>
                        <a:pt x="425" y="1"/>
                      </a:lnTo>
                      <a:cubicBezTo>
                        <a:pt x="338" y="1"/>
                        <a:pt x="264" y="69"/>
                        <a:pt x="248" y="155"/>
                      </a:cubicBezTo>
                      <a:lnTo>
                        <a:pt x="1" y="1540"/>
                      </a:lnTo>
                      <a:lnTo>
                        <a:pt x="6365" y="1539"/>
                      </a:lnTo>
                      <a:lnTo>
                        <a:pt x="6116" y="153"/>
                      </a:lnTo>
                      <a:cubicBezTo>
                        <a:pt x="6101" y="68"/>
                        <a:pt x="6026" y="0"/>
                        <a:pt x="59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31"/>
                <p:cNvSpPr/>
                <p:nvPr/>
              </p:nvSpPr>
              <p:spPr>
                <a:xfrm>
                  <a:off x="-1895300" y="2591325"/>
                  <a:ext cx="12525" cy="12525"/>
                </a:xfrm>
                <a:custGeom>
                  <a:rect b="b" l="l" r="r" t="t"/>
                  <a:pathLst>
                    <a:path extrusionOk="0" h="501" w="501">
                      <a:moveTo>
                        <a:pt x="253" y="0"/>
                      </a:moveTo>
                      <a:cubicBezTo>
                        <a:pt x="252" y="0"/>
                        <a:pt x="252" y="0"/>
                        <a:pt x="251" y="0"/>
                      </a:cubicBezTo>
                      <a:cubicBezTo>
                        <a:pt x="113" y="0"/>
                        <a:pt x="0" y="113"/>
                        <a:pt x="0" y="251"/>
                      </a:cubicBezTo>
                      <a:cubicBezTo>
                        <a:pt x="0" y="388"/>
                        <a:pt x="113" y="501"/>
                        <a:pt x="251" y="501"/>
                      </a:cubicBezTo>
                      <a:cubicBezTo>
                        <a:pt x="388" y="501"/>
                        <a:pt x="501" y="388"/>
                        <a:pt x="501" y="251"/>
                      </a:cubicBezTo>
                      <a:cubicBezTo>
                        <a:pt x="501" y="113"/>
                        <a:pt x="389" y="0"/>
                        <a:pt x="2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31"/>
                <p:cNvSpPr/>
                <p:nvPr/>
              </p:nvSpPr>
              <p:spPr>
                <a:xfrm>
                  <a:off x="-1783650" y="2591300"/>
                  <a:ext cx="12550" cy="12525"/>
                </a:xfrm>
                <a:custGeom>
                  <a:rect b="b" l="l" r="r" t="t"/>
                  <a:pathLst>
                    <a:path extrusionOk="0" h="501" w="502">
                      <a:moveTo>
                        <a:pt x="251" y="0"/>
                      </a:moveTo>
                      <a:cubicBezTo>
                        <a:pt x="112" y="0"/>
                        <a:pt x="1" y="113"/>
                        <a:pt x="1" y="250"/>
                      </a:cubicBezTo>
                      <a:cubicBezTo>
                        <a:pt x="1" y="388"/>
                        <a:pt x="112" y="501"/>
                        <a:pt x="251" y="501"/>
                      </a:cubicBezTo>
                      <a:cubicBezTo>
                        <a:pt x="389" y="501"/>
                        <a:pt x="501" y="388"/>
                        <a:pt x="501" y="250"/>
                      </a:cubicBezTo>
                      <a:cubicBezTo>
                        <a:pt x="501" y="113"/>
                        <a:pt x="389" y="0"/>
                        <a:pt x="2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31"/>
                <p:cNvSpPr/>
                <p:nvPr/>
              </p:nvSpPr>
              <p:spPr>
                <a:xfrm>
                  <a:off x="-1869350" y="2588650"/>
                  <a:ext cx="9650" cy="9650"/>
                </a:xfrm>
                <a:custGeom>
                  <a:rect b="b" l="l" r="r" t="t"/>
                  <a:pathLst>
                    <a:path extrusionOk="0" h="386" w="386">
                      <a:moveTo>
                        <a:pt x="188" y="0"/>
                      </a:moveTo>
                      <a:cubicBezTo>
                        <a:pt x="85" y="0"/>
                        <a:pt x="1" y="85"/>
                        <a:pt x="1" y="188"/>
                      </a:cubicBezTo>
                      <a:lnTo>
                        <a:pt x="1" y="198"/>
                      </a:lnTo>
                      <a:cubicBezTo>
                        <a:pt x="1" y="301"/>
                        <a:pt x="85" y="385"/>
                        <a:pt x="188" y="385"/>
                      </a:cubicBezTo>
                      <a:lnTo>
                        <a:pt x="199" y="385"/>
                      </a:lnTo>
                      <a:cubicBezTo>
                        <a:pt x="302" y="385"/>
                        <a:pt x="386" y="301"/>
                        <a:pt x="386" y="198"/>
                      </a:cubicBezTo>
                      <a:lnTo>
                        <a:pt x="386" y="188"/>
                      </a:lnTo>
                      <a:cubicBezTo>
                        <a:pt x="386" y="85"/>
                        <a:pt x="302" y="0"/>
                        <a:pt x="1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31"/>
                <p:cNvSpPr/>
                <p:nvPr/>
              </p:nvSpPr>
              <p:spPr>
                <a:xfrm>
                  <a:off x="-1806800" y="2588650"/>
                  <a:ext cx="9650" cy="9650"/>
                </a:xfrm>
                <a:custGeom>
                  <a:rect b="b" l="l" r="r" t="t"/>
                  <a:pathLst>
                    <a:path extrusionOk="0" h="386" w="386">
                      <a:moveTo>
                        <a:pt x="187" y="0"/>
                      </a:moveTo>
                      <a:cubicBezTo>
                        <a:pt x="84" y="0"/>
                        <a:pt x="0" y="85"/>
                        <a:pt x="0" y="188"/>
                      </a:cubicBezTo>
                      <a:lnTo>
                        <a:pt x="0" y="198"/>
                      </a:lnTo>
                      <a:cubicBezTo>
                        <a:pt x="0" y="301"/>
                        <a:pt x="84" y="385"/>
                        <a:pt x="187" y="385"/>
                      </a:cubicBezTo>
                      <a:lnTo>
                        <a:pt x="197" y="385"/>
                      </a:lnTo>
                      <a:cubicBezTo>
                        <a:pt x="300" y="385"/>
                        <a:pt x="385" y="301"/>
                        <a:pt x="385" y="198"/>
                      </a:cubicBezTo>
                      <a:lnTo>
                        <a:pt x="385" y="188"/>
                      </a:lnTo>
                      <a:cubicBezTo>
                        <a:pt x="385" y="85"/>
                        <a:pt x="300" y="0"/>
                        <a:pt x="1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31"/>
                <p:cNvSpPr/>
                <p:nvPr/>
              </p:nvSpPr>
              <p:spPr>
                <a:xfrm>
                  <a:off x="-1905125" y="2464250"/>
                  <a:ext cx="144350" cy="22725"/>
                </a:xfrm>
                <a:custGeom>
                  <a:rect b="b" l="l" r="r" t="t"/>
                  <a:pathLst>
                    <a:path extrusionOk="0" h="909" w="5774">
                      <a:moveTo>
                        <a:pt x="5436" y="1"/>
                      </a:moveTo>
                      <a:lnTo>
                        <a:pt x="337" y="2"/>
                      </a:lnTo>
                      <a:cubicBezTo>
                        <a:pt x="151" y="2"/>
                        <a:pt x="0" y="154"/>
                        <a:pt x="0" y="339"/>
                      </a:cubicBezTo>
                      <a:lnTo>
                        <a:pt x="0" y="573"/>
                      </a:lnTo>
                      <a:cubicBezTo>
                        <a:pt x="0" y="758"/>
                        <a:pt x="151" y="909"/>
                        <a:pt x="337" y="909"/>
                      </a:cubicBezTo>
                      <a:lnTo>
                        <a:pt x="5436" y="908"/>
                      </a:lnTo>
                      <a:cubicBezTo>
                        <a:pt x="5622" y="908"/>
                        <a:pt x="5773" y="757"/>
                        <a:pt x="5773" y="572"/>
                      </a:cubicBezTo>
                      <a:lnTo>
                        <a:pt x="5773" y="337"/>
                      </a:lnTo>
                      <a:cubicBezTo>
                        <a:pt x="5773" y="151"/>
                        <a:pt x="5622" y="1"/>
                        <a:pt x="54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31"/>
                <p:cNvSpPr/>
                <p:nvPr/>
              </p:nvSpPr>
              <p:spPr>
                <a:xfrm>
                  <a:off x="-1941500" y="2483875"/>
                  <a:ext cx="218450" cy="77300"/>
                </a:xfrm>
                <a:custGeom>
                  <a:rect b="b" l="l" r="r" t="t"/>
                  <a:pathLst>
                    <a:path extrusionOk="0" h="3092" w="8738">
                      <a:moveTo>
                        <a:pt x="8737" y="0"/>
                      </a:moveTo>
                      <a:lnTo>
                        <a:pt x="0" y="2241"/>
                      </a:lnTo>
                      <a:lnTo>
                        <a:pt x="0" y="3092"/>
                      </a:lnTo>
                      <a:lnTo>
                        <a:pt x="8738" y="853"/>
                      </a:lnTo>
                      <a:lnTo>
                        <a:pt x="87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31"/>
                <p:cNvSpPr/>
                <p:nvPr/>
              </p:nvSpPr>
              <p:spPr>
                <a:xfrm>
                  <a:off x="-1900975" y="2470700"/>
                  <a:ext cx="135375" cy="1575"/>
                </a:xfrm>
                <a:custGeom>
                  <a:rect b="b" l="l" r="r" t="t"/>
                  <a:pathLst>
                    <a:path extrusionOk="0" h="63" w="5415">
                      <a:moveTo>
                        <a:pt x="0" y="1"/>
                      </a:moveTo>
                      <a:lnTo>
                        <a:pt x="0" y="63"/>
                      </a:lnTo>
                      <a:lnTo>
                        <a:pt x="5414" y="63"/>
                      </a:lnTo>
                      <a:lnTo>
                        <a:pt x="54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31"/>
                <p:cNvSpPr/>
                <p:nvPr/>
              </p:nvSpPr>
              <p:spPr>
                <a:xfrm>
                  <a:off x="-1900975" y="2478975"/>
                  <a:ext cx="135375" cy="1550"/>
                </a:xfrm>
                <a:custGeom>
                  <a:rect b="b" l="l" r="r" t="t"/>
                  <a:pathLst>
                    <a:path extrusionOk="0" h="62" w="5415">
                      <a:moveTo>
                        <a:pt x="0" y="0"/>
                      </a:moveTo>
                      <a:lnTo>
                        <a:pt x="0" y="62"/>
                      </a:lnTo>
                      <a:lnTo>
                        <a:pt x="5414" y="62"/>
                      </a:lnTo>
                      <a:lnTo>
                        <a:pt x="54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31"/>
                <p:cNvSpPr/>
                <p:nvPr/>
              </p:nvSpPr>
              <p:spPr>
                <a:xfrm>
                  <a:off x="-1910875" y="2493450"/>
                  <a:ext cx="155275" cy="44050"/>
                </a:xfrm>
                <a:custGeom>
                  <a:rect b="b" l="l" r="r" t="t"/>
                  <a:pathLst>
                    <a:path extrusionOk="0" h="1762" w="6211">
                      <a:moveTo>
                        <a:pt x="5330" y="0"/>
                      </a:moveTo>
                      <a:lnTo>
                        <a:pt x="880" y="2"/>
                      </a:lnTo>
                      <a:cubicBezTo>
                        <a:pt x="395" y="2"/>
                        <a:pt x="0" y="396"/>
                        <a:pt x="0" y="881"/>
                      </a:cubicBezTo>
                      <a:cubicBezTo>
                        <a:pt x="0" y="1366"/>
                        <a:pt x="395" y="1762"/>
                        <a:pt x="880" y="1762"/>
                      </a:cubicBezTo>
                      <a:lnTo>
                        <a:pt x="5330" y="1760"/>
                      </a:lnTo>
                      <a:cubicBezTo>
                        <a:pt x="5815" y="1760"/>
                        <a:pt x="6211" y="1365"/>
                        <a:pt x="6211" y="880"/>
                      </a:cubicBezTo>
                      <a:cubicBezTo>
                        <a:pt x="6211" y="395"/>
                        <a:pt x="5815" y="0"/>
                        <a:pt x="5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31"/>
                <p:cNvSpPr/>
                <p:nvPr/>
              </p:nvSpPr>
              <p:spPr>
                <a:xfrm>
                  <a:off x="-1907850" y="2496900"/>
                  <a:ext cx="148425" cy="37150"/>
                </a:xfrm>
                <a:custGeom>
                  <a:rect b="b" l="l" r="r" t="t"/>
                  <a:pathLst>
                    <a:path extrusionOk="0" h="1486" w="5937">
                      <a:moveTo>
                        <a:pt x="5196" y="0"/>
                      </a:moveTo>
                      <a:lnTo>
                        <a:pt x="742" y="1"/>
                      </a:lnTo>
                      <a:cubicBezTo>
                        <a:pt x="332" y="1"/>
                        <a:pt x="1" y="334"/>
                        <a:pt x="1" y="743"/>
                      </a:cubicBezTo>
                      <a:cubicBezTo>
                        <a:pt x="1" y="1154"/>
                        <a:pt x="332" y="1485"/>
                        <a:pt x="742" y="1485"/>
                      </a:cubicBezTo>
                      <a:lnTo>
                        <a:pt x="5196" y="1484"/>
                      </a:lnTo>
                      <a:cubicBezTo>
                        <a:pt x="5606" y="1484"/>
                        <a:pt x="5937" y="1152"/>
                        <a:pt x="5937" y="742"/>
                      </a:cubicBezTo>
                      <a:cubicBezTo>
                        <a:pt x="5937" y="334"/>
                        <a:pt x="5605" y="0"/>
                        <a:pt x="5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31"/>
                <p:cNvSpPr/>
                <p:nvPr/>
              </p:nvSpPr>
              <p:spPr>
                <a:xfrm>
                  <a:off x="-179827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31"/>
                <p:cNvSpPr/>
                <p:nvPr/>
              </p:nvSpPr>
              <p:spPr>
                <a:xfrm>
                  <a:off x="-179664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31"/>
                <p:cNvSpPr/>
                <p:nvPr/>
              </p:nvSpPr>
              <p:spPr>
                <a:xfrm>
                  <a:off x="-178585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31"/>
                <p:cNvSpPr/>
                <p:nvPr/>
              </p:nvSpPr>
              <p:spPr>
                <a:xfrm>
                  <a:off x="-191052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31"/>
                <p:cNvSpPr/>
                <p:nvPr/>
              </p:nvSpPr>
              <p:spPr>
                <a:xfrm>
                  <a:off x="-190889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31"/>
                <p:cNvSpPr/>
                <p:nvPr/>
              </p:nvSpPr>
              <p:spPr>
                <a:xfrm>
                  <a:off x="-189810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06" name="Google Shape;2406;p31"/>
            <p:cNvGrpSpPr/>
            <p:nvPr/>
          </p:nvGrpSpPr>
          <p:grpSpPr>
            <a:xfrm rot="1269901">
              <a:off x="7784185" y="317152"/>
              <a:ext cx="980614" cy="618549"/>
              <a:chOff x="-2470750" y="3433500"/>
              <a:chExt cx="260450" cy="164288"/>
            </a:xfrm>
          </p:grpSpPr>
          <p:sp>
            <p:nvSpPr>
              <p:cNvPr id="2407" name="Google Shape;2407;p31"/>
              <p:cNvSpPr/>
              <p:nvPr/>
            </p:nvSpPr>
            <p:spPr>
              <a:xfrm>
                <a:off x="-2470750" y="3433500"/>
                <a:ext cx="260450" cy="164200"/>
              </a:xfrm>
              <a:custGeom>
                <a:rect b="b" l="l" r="r" t="t"/>
                <a:pathLst>
                  <a:path extrusionOk="0" h="6568" w="10418">
                    <a:moveTo>
                      <a:pt x="365" y="1"/>
                    </a:moveTo>
                    <a:cubicBezTo>
                      <a:pt x="242" y="1"/>
                      <a:pt x="138" y="107"/>
                      <a:pt x="138" y="230"/>
                    </a:cubicBezTo>
                    <a:lnTo>
                      <a:pt x="138" y="739"/>
                    </a:lnTo>
                    <a:lnTo>
                      <a:pt x="138" y="3628"/>
                    </a:lnTo>
                    <a:lnTo>
                      <a:pt x="53" y="3628"/>
                    </a:lnTo>
                    <a:cubicBezTo>
                      <a:pt x="32" y="3655"/>
                      <a:pt x="28" y="3672"/>
                      <a:pt x="1" y="3693"/>
                    </a:cubicBezTo>
                    <a:lnTo>
                      <a:pt x="1" y="5827"/>
                    </a:lnTo>
                    <a:cubicBezTo>
                      <a:pt x="28" y="5848"/>
                      <a:pt x="33" y="5860"/>
                      <a:pt x="53" y="5881"/>
                    </a:cubicBezTo>
                    <a:lnTo>
                      <a:pt x="138" y="5881"/>
                    </a:lnTo>
                    <a:lnTo>
                      <a:pt x="138" y="6359"/>
                    </a:lnTo>
                    <a:cubicBezTo>
                      <a:pt x="138" y="6481"/>
                      <a:pt x="241" y="6567"/>
                      <a:pt x="365" y="6567"/>
                    </a:cubicBezTo>
                    <a:lnTo>
                      <a:pt x="10074" y="6567"/>
                    </a:lnTo>
                    <a:cubicBezTo>
                      <a:pt x="10197" y="6567"/>
                      <a:pt x="10281" y="6481"/>
                      <a:pt x="10281" y="6359"/>
                    </a:cubicBezTo>
                    <a:lnTo>
                      <a:pt x="10281" y="5881"/>
                    </a:lnTo>
                    <a:lnTo>
                      <a:pt x="10368" y="5881"/>
                    </a:lnTo>
                    <a:cubicBezTo>
                      <a:pt x="10391" y="5860"/>
                      <a:pt x="10391" y="5848"/>
                      <a:pt x="10418" y="5827"/>
                    </a:cubicBezTo>
                    <a:lnTo>
                      <a:pt x="10418" y="3693"/>
                    </a:lnTo>
                    <a:cubicBezTo>
                      <a:pt x="10391" y="3672"/>
                      <a:pt x="10389" y="3655"/>
                      <a:pt x="10368" y="3628"/>
                    </a:cubicBezTo>
                    <a:lnTo>
                      <a:pt x="10281" y="3628"/>
                    </a:lnTo>
                    <a:lnTo>
                      <a:pt x="10281" y="739"/>
                    </a:lnTo>
                    <a:lnTo>
                      <a:pt x="10281" y="230"/>
                    </a:lnTo>
                    <a:lnTo>
                      <a:pt x="10282" y="230"/>
                    </a:lnTo>
                    <a:cubicBezTo>
                      <a:pt x="10282" y="107"/>
                      <a:pt x="10197" y="1"/>
                      <a:pt x="10075"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8" name="Google Shape;2408;p31"/>
              <p:cNvGrpSpPr/>
              <p:nvPr/>
            </p:nvGrpSpPr>
            <p:grpSpPr>
              <a:xfrm>
                <a:off x="-2470750" y="3433513"/>
                <a:ext cx="260450" cy="164275"/>
                <a:chOff x="-1963525" y="2264375"/>
                <a:chExt cx="260450" cy="164275"/>
              </a:xfrm>
            </p:grpSpPr>
            <p:sp>
              <p:nvSpPr>
                <p:cNvPr id="2409" name="Google Shape;2409;p31"/>
                <p:cNvSpPr/>
                <p:nvPr/>
              </p:nvSpPr>
              <p:spPr>
                <a:xfrm>
                  <a:off x="-1963525" y="2355100"/>
                  <a:ext cx="260450" cy="56375"/>
                </a:xfrm>
                <a:custGeom>
                  <a:rect b="b" l="l" r="r" t="t"/>
                  <a:pathLst>
                    <a:path extrusionOk="0" h="2255" w="10418">
                      <a:moveTo>
                        <a:pt x="53" y="0"/>
                      </a:moveTo>
                      <a:cubicBezTo>
                        <a:pt x="33" y="27"/>
                        <a:pt x="28" y="44"/>
                        <a:pt x="1" y="66"/>
                      </a:cubicBezTo>
                      <a:lnTo>
                        <a:pt x="1" y="2199"/>
                      </a:lnTo>
                      <a:cubicBezTo>
                        <a:pt x="28" y="2220"/>
                        <a:pt x="32" y="2232"/>
                        <a:pt x="53" y="2254"/>
                      </a:cubicBezTo>
                      <a:lnTo>
                        <a:pt x="10369" y="2254"/>
                      </a:lnTo>
                      <a:cubicBezTo>
                        <a:pt x="10391" y="2232"/>
                        <a:pt x="10391" y="2220"/>
                        <a:pt x="10418" y="2199"/>
                      </a:cubicBezTo>
                      <a:lnTo>
                        <a:pt x="10418" y="66"/>
                      </a:lnTo>
                      <a:cubicBezTo>
                        <a:pt x="10391" y="44"/>
                        <a:pt x="10391" y="27"/>
                        <a:pt x="103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31"/>
                <p:cNvSpPr/>
                <p:nvPr/>
              </p:nvSpPr>
              <p:spPr>
                <a:xfrm>
                  <a:off x="-1960075" y="2264375"/>
                  <a:ext cx="253600" cy="164250"/>
                </a:xfrm>
                <a:custGeom>
                  <a:rect b="b" l="l" r="r" t="t"/>
                  <a:pathLst>
                    <a:path extrusionOk="0" h="6570" w="10144">
                      <a:moveTo>
                        <a:pt x="227" y="1"/>
                      </a:moveTo>
                      <a:cubicBezTo>
                        <a:pt x="104" y="1"/>
                        <a:pt x="0" y="107"/>
                        <a:pt x="0" y="230"/>
                      </a:cubicBezTo>
                      <a:lnTo>
                        <a:pt x="0" y="739"/>
                      </a:lnTo>
                      <a:lnTo>
                        <a:pt x="0" y="6360"/>
                      </a:lnTo>
                      <a:cubicBezTo>
                        <a:pt x="0" y="6483"/>
                        <a:pt x="103" y="6570"/>
                        <a:pt x="227" y="6570"/>
                      </a:cubicBezTo>
                      <a:lnTo>
                        <a:pt x="9937" y="6570"/>
                      </a:lnTo>
                      <a:cubicBezTo>
                        <a:pt x="10059" y="6570"/>
                        <a:pt x="10144" y="6483"/>
                        <a:pt x="10144" y="6360"/>
                      </a:cubicBezTo>
                      <a:lnTo>
                        <a:pt x="10144" y="739"/>
                      </a:lnTo>
                      <a:lnTo>
                        <a:pt x="10144" y="230"/>
                      </a:lnTo>
                      <a:cubicBezTo>
                        <a:pt x="10144" y="107"/>
                        <a:pt x="10059" y="1"/>
                        <a:pt x="99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31"/>
                <p:cNvSpPr/>
                <p:nvPr/>
              </p:nvSpPr>
              <p:spPr>
                <a:xfrm>
                  <a:off x="-1953625" y="2270100"/>
                  <a:ext cx="11300" cy="11275"/>
                </a:xfrm>
                <a:custGeom>
                  <a:rect b="b" l="l" r="r" t="t"/>
                  <a:pathLst>
                    <a:path extrusionOk="0" h="451" w="452">
                      <a:moveTo>
                        <a:pt x="225" y="0"/>
                      </a:moveTo>
                      <a:cubicBezTo>
                        <a:pt x="101" y="0"/>
                        <a:pt x="0" y="101"/>
                        <a:pt x="0" y="226"/>
                      </a:cubicBezTo>
                      <a:cubicBezTo>
                        <a:pt x="0" y="350"/>
                        <a:pt x="101" y="451"/>
                        <a:pt x="225" y="451"/>
                      </a:cubicBezTo>
                      <a:cubicBezTo>
                        <a:pt x="350" y="451"/>
                        <a:pt x="451" y="350"/>
                        <a:pt x="451" y="226"/>
                      </a:cubicBezTo>
                      <a:cubicBezTo>
                        <a:pt x="451" y="101"/>
                        <a:pt x="350" y="0"/>
                        <a:pt x="2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31"/>
                <p:cNvSpPr/>
                <p:nvPr/>
              </p:nvSpPr>
              <p:spPr>
                <a:xfrm>
                  <a:off x="-1724150" y="2270100"/>
                  <a:ext cx="11300" cy="11275"/>
                </a:xfrm>
                <a:custGeom>
                  <a:rect b="b" l="l" r="r" t="t"/>
                  <a:pathLst>
                    <a:path extrusionOk="0" h="451" w="452">
                      <a:moveTo>
                        <a:pt x="227" y="0"/>
                      </a:moveTo>
                      <a:cubicBezTo>
                        <a:pt x="102" y="0"/>
                        <a:pt x="1" y="101"/>
                        <a:pt x="1" y="226"/>
                      </a:cubicBezTo>
                      <a:cubicBezTo>
                        <a:pt x="1" y="350"/>
                        <a:pt x="102" y="451"/>
                        <a:pt x="227" y="451"/>
                      </a:cubicBezTo>
                      <a:cubicBezTo>
                        <a:pt x="351" y="451"/>
                        <a:pt x="452" y="350"/>
                        <a:pt x="452" y="226"/>
                      </a:cubicBezTo>
                      <a:cubicBezTo>
                        <a:pt x="452" y="101"/>
                        <a:pt x="351" y="0"/>
                        <a:pt x="2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31"/>
                <p:cNvSpPr/>
                <p:nvPr/>
              </p:nvSpPr>
              <p:spPr>
                <a:xfrm>
                  <a:off x="-1953600" y="2411625"/>
                  <a:ext cx="11325" cy="11325"/>
                </a:xfrm>
                <a:custGeom>
                  <a:rect b="b" l="l" r="r" t="t"/>
                  <a:pathLst>
                    <a:path extrusionOk="0" h="453" w="453">
                      <a:moveTo>
                        <a:pt x="226" y="1"/>
                      </a:moveTo>
                      <a:cubicBezTo>
                        <a:pt x="100" y="1"/>
                        <a:pt x="0" y="102"/>
                        <a:pt x="0" y="227"/>
                      </a:cubicBezTo>
                      <a:cubicBezTo>
                        <a:pt x="0" y="351"/>
                        <a:pt x="100" y="453"/>
                        <a:pt x="226" y="453"/>
                      </a:cubicBezTo>
                      <a:cubicBezTo>
                        <a:pt x="351" y="453"/>
                        <a:pt x="452" y="351"/>
                        <a:pt x="452" y="227"/>
                      </a:cubicBezTo>
                      <a:cubicBezTo>
                        <a:pt x="452" y="102"/>
                        <a:pt x="350"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31"/>
                <p:cNvSpPr/>
                <p:nvPr/>
              </p:nvSpPr>
              <p:spPr>
                <a:xfrm>
                  <a:off x="-1724125" y="2411625"/>
                  <a:ext cx="11325" cy="11325"/>
                </a:xfrm>
                <a:custGeom>
                  <a:rect b="b" l="l" r="r" t="t"/>
                  <a:pathLst>
                    <a:path extrusionOk="0" h="453" w="453">
                      <a:moveTo>
                        <a:pt x="227" y="1"/>
                      </a:moveTo>
                      <a:cubicBezTo>
                        <a:pt x="101" y="1"/>
                        <a:pt x="1" y="102"/>
                        <a:pt x="1" y="227"/>
                      </a:cubicBezTo>
                      <a:cubicBezTo>
                        <a:pt x="1" y="351"/>
                        <a:pt x="101" y="453"/>
                        <a:pt x="227" y="453"/>
                      </a:cubicBezTo>
                      <a:cubicBezTo>
                        <a:pt x="352" y="453"/>
                        <a:pt x="453" y="351"/>
                        <a:pt x="453" y="227"/>
                      </a:cubicBezTo>
                      <a:cubicBezTo>
                        <a:pt x="453" y="102"/>
                        <a:pt x="351" y="1"/>
                        <a:pt x="2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31"/>
                <p:cNvSpPr/>
                <p:nvPr/>
              </p:nvSpPr>
              <p:spPr>
                <a:xfrm>
                  <a:off x="-1942900" y="2281575"/>
                  <a:ext cx="219225" cy="102375"/>
                </a:xfrm>
                <a:custGeom>
                  <a:rect b="b" l="l" r="r" t="t"/>
                  <a:pathLst>
                    <a:path extrusionOk="0" h="4095" w="8769">
                      <a:moveTo>
                        <a:pt x="441" y="0"/>
                      </a:moveTo>
                      <a:cubicBezTo>
                        <a:pt x="270" y="172"/>
                        <a:pt x="166" y="269"/>
                        <a:pt x="0" y="440"/>
                      </a:cubicBezTo>
                      <a:lnTo>
                        <a:pt x="0" y="4016"/>
                      </a:lnTo>
                      <a:cubicBezTo>
                        <a:pt x="0" y="4059"/>
                        <a:pt x="38" y="4094"/>
                        <a:pt x="82" y="4094"/>
                      </a:cubicBezTo>
                      <a:lnTo>
                        <a:pt x="8691" y="4094"/>
                      </a:lnTo>
                      <a:cubicBezTo>
                        <a:pt x="8735" y="4094"/>
                        <a:pt x="8768" y="4060"/>
                        <a:pt x="8768" y="4016"/>
                      </a:cubicBezTo>
                      <a:lnTo>
                        <a:pt x="8768" y="440"/>
                      </a:lnTo>
                      <a:cubicBezTo>
                        <a:pt x="8603" y="269"/>
                        <a:pt x="8501" y="172"/>
                        <a:pt x="83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31"/>
                <p:cNvSpPr/>
                <p:nvPr/>
              </p:nvSpPr>
              <p:spPr>
                <a:xfrm>
                  <a:off x="-1912825" y="2390150"/>
                  <a:ext cx="159175" cy="38500"/>
                </a:xfrm>
                <a:custGeom>
                  <a:rect b="b" l="l" r="r" t="t"/>
                  <a:pathLst>
                    <a:path extrusionOk="0" h="1540" w="6367">
                      <a:moveTo>
                        <a:pt x="426" y="1"/>
                      </a:moveTo>
                      <a:cubicBezTo>
                        <a:pt x="339" y="1"/>
                        <a:pt x="264" y="69"/>
                        <a:pt x="248" y="154"/>
                      </a:cubicBezTo>
                      <a:lnTo>
                        <a:pt x="1" y="1540"/>
                      </a:lnTo>
                      <a:lnTo>
                        <a:pt x="6366" y="1540"/>
                      </a:lnTo>
                      <a:lnTo>
                        <a:pt x="6117" y="154"/>
                      </a:lnTo>
                      <a:cubicBezTo>
                        <a:pt x="6102" y="69"/>
                        <a:pt x="6027" y="1"/>
                        <a:pt x="59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31"/>
                <p:cNvSpPr/>
                <p:nvPr/>
              </p:nvSpPr>
              <p:spPr>
                <a:xfrm>
                  <a:off x="-1895300" y="2412725"/>
                  <a:ext cx="12525" cy="12525"/>
                </a:xfrm>
                <a:custGeom>
                  <a:rect b="b" l="l" r="r" t="t"/>
                  <a:pathLst>
                    <a:path extrusionOk="0" h="501" w="501">
                      <a:moveTo>
                        <a:pt x="251" y="1"/>
                      </a:moveTo>
                      <a:cubicBezTo>
                        <a:pt x="113" y="1"/>
                        <a:pt x="0" y="112"/>
                        <a:pt x="0" y="251"/>
                      </a:cubicBezTo>
                      <a:cubicBezTo>
                        <a:pt x="0" y="389"/>
                        <a:pt x="113" y="500"/>
                        <a:pt x="251" y="500"/>
                      </a:cubicBezTo>
                      <a:cubicBezTo>
                        <a:pt x="388" y="500"/>
                        <a:pt x="501" y="389"/>
                        <a:pt x="501" y="251"/>
                      </a:cubicBezTo>
                      <a:cubicBezTo>
                        <a:pt x="501" y="112"/>
                        <a:pt x="388" y="1"/>
                        <a:pt x="2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31"/>
                <p:cNvSpPr/>
                <p:nvPr/>
              </p:nvSpPr>
              <p:spPr>
                <a:xfrm>
                  <a:off x="-1783700" y="2412700"/>
                  <a:ext cx="12550" cy="12550"/>
                </a:xfrm>
                <a:custGeom>
                  <a:rect b="b" l="l" r="r" t="t"/>
                  <a:pathLst>
                    <a:path extrusionOk="0" h="502" w="502">
                      <a:moveTo>
                        <a:pt x="252" y="1"/>
                      </a:moveTo>
                      <a:cubicBezTo>
                        <a:pt x="113" y="1"/>
                        <a:pt x="1" y="113"/>
                        <a:pt x="1" y="252"/>
                      </a:cubicBezTo>
                      <a:cubicBezTo>
                        <a:pt x="1" y="390"/>
                        <a:pt x="113" y="501"/>
                        <a:pt x="252" y="501"/>
                      </a:cubicBezTo>
                      <a:cubicBezTo>
                        <a:pt x="390" y="501"/>
                        <a:pt x="501" y="390"/>
                        <a:pt x="501" y="252"/>
                      </a:cubicBezTo>
                      <a:cubicBezTo>
                        <a:pt x="501" y="113"/>
                        <a:pt x="390" y="1"/>
                        <a:pt x="2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31"/>
                <p:cNvSpPr/>
                <p:nvPr/>
              </p:nvSpPr>
              <p:spPr>
                <a:xfrm>
                  <a:off x="-1869375" y="2410075"/>
                  <a:ext cx="9675" cy="9650"/>
                </a:xfrm>
                <a:custGeom>
                  <a:rect b="b" l="l" r="r" t="t"/>
                  <a:pathLst>
                    <a:path extrusionOk="0" h="386" w="387">
                      <a:moveTo>
                        <a:pt x="187" y="1"/>
                      </a:moveTo>
                      <a:cubicBezTo>
                        <a:pt x="84" y="1"/>
                        <a:pt x="1" y="84"/>
                        <a:pt x="1" y="187"/>
                      </a:cubicBezTo>
                      <a:lnTo>
                        <a:pt x="1" y="198"/>
                      </a:lnTo>
                      <a:cubicBezTo>
                        <a:pt x="1" y="301"/>
                        <a:pt x="84" y="386"/>
                        <a:pt x="187" y="386"/>
                      </a:cubicBezTo>
                      <a:lnTo>
                        <a:pt x="198" y="386"/>
                      </a:lnTo>
                      <a:cubicBezTo>
                        <a:pt x="303" y="386"/>
                        <a:pt x="387" y="301"/>
                        <a:pt x="386" y="198"/>
                      </a:cubicBezTo>
                      <a:lnTo>
                        <a:pt x="386" y="187"/>
                      </a:lnTo>
                      <a:cubicBezTo>
                        <a:pt x="386" y="84"/>
                        <a:pt x="301" y="1"/>
                        <a:pt x="1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31"/>
                <p:cNvSpPr/>
                <p:nvPr/>
              </p:nvSpPr>
              <p:spPr>
                <a:xfrm>
                  <a:off x="-1806825" y="2410075"/>
                  <a:ext cx="9625" cy="9650"/>
                </a:xfrm>
                <a:custGeom>
                  <a:rect b="b" l="l" r="r" t="t"/>
                  <a:pathLst>
                    <a:path extrusionOk="0" h="386" w="385">
                      <a:moveTo>
                        <a:pt x="187" y="1"/>
                      </a:moveTo>
                      <a:cubicBezTo>
                        <a:pt x="84" y="1"/>
                        <a:pt x="0" y="84"/>
                        <a:pt x="0" y="187"/>
                      </a:cubicBezTo>
                      <a:lnTo>
                        <a:pt x="0" y="198"/>
                      </a:lnTo>
                      <a:cubicBezTo>
                        <a:pt x="0" y="301"/>
                        <a:pt x="84" y="386"/>
                        <a:pt x="187" y="386"/>
                      </a:cubicBezTo>
                      <a:lnTo>
                        <a:pt x="197" y="386"/>
                      </a:lnTo>
                      <a:cubicBezTo>
                        <a:pt x="300" y="386"/>
                        <a:pt x="384" y="301"/>
                        <a:pt x="384" y="198"/>
                      </a:cubicBezTo>
                      <a:lnTo>
                        <a:pt x="384" y="187"/>
                      </a:lnTo>
                      <a:cubicBezTo>
                        <a:pt x="384" y="84"/>
                        <a:pt x="300" y="1"/>
                        <a:pt x="1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31"/>
                <p:cNvSpPr/>
                <p:nvPr/>
              </p:nvSpPr>
              <p:spPr>
                <a:xfrm>
                  <a:off x="-1905100" y="2285700"/>
                  <a:ext cx="144350" cy="22700"/>
                </a:xfrm>
                <a:custGeom>
                  <a:rect b="b" l="l" r="r" t="t"/>
                  <a:pathLst>
                    <a:path extrusionOk="0" h="908" w="5774">
                      <a:moveTo>
                        <a:pt x="337" y="0"/>
                      </a:moveTo>
                      <a:cubicBezTo>
                        <a:pt x="151" y="0"/>
                        <a:pt x="0" y="151"/>
                        <a:pt x="0" y="337"/>
                      </a:cubicBezTo>
                      <a:lnTo>
                        <a:pt x="0" y="570"/>
                      </a:lnTo>
                      <a:cubicBezTo>
                        <a:pt x="0" y="756"/>
                        <a:pt x="151" y="908"/>
                        <a:pt x="337" y="908"/>
                      </a:cubicBezTo>
                      <a:lnTo>
                        <a:pt x="5437" y="908"/>
                      </a:lnTo>
                      <a:cubicBezTo>
                        <a:pt x="5623" y="908"/>
                        <a:pt x="5773" y="756"/>
                        <a:pt x="5773" y="570"/>
                      </a:cubicBezTo>
                      <a:lnTo>
                        <a:pt x="5773" y="337"/>
                      </a:lnTo>
                      <a:cubicBezTo>
                        <a:pt x="5773" y="151"/>
                        <a:pt x="5623" y="0"/>
                        <a:pt x="54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31"/>
                <p:cNvSpPr/>
                <p:nvPr/>
              </p:nvSpPr>
              <p:spPr>
                <a:xfrm>
                  <a:off x="-1941500" y="2361300"/>
                  <a:ext cx="216450" cy="21300"/>
                </a:xfrm>
                <a:custGeom>
                  <a:rect b="b" l="l" r="r" t="t"/>
                  <a:pathLst>
                    <a:path extrusionOk="0" h="852" w="8658">
                      <a:moveTo>
                        <a:pt x="0" y="0"/>
                      </a:moveTo>
                      <a:lnTo>
                        <a:pt x="0" y="852"/>
                      </a:lnTo>
                      <a:lnTo>
                        <a:pt x="8658" y="852"/>
                      </a:lnTo>
                      <a:lnTo>
                        <a:pt x="86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31"/>
                <p:cNvSpPr/>
                <p:nvPr/>
              </p:nvSpPr>
              <p:spPr>
                <a:xfrm>
                  <a:off x="-1941500" y="2353025"/>
                  <a:ext cx="216450" cy="4825"/>
                </a:xfrm>
                <a:custGeom>
                  <a:rect b="b" l="l" r="r" t="t"/>
                  <a:pathLst>
                    <a:path extrusionOk="0" h="193" w="8658">
                      <a:moveTo>
                        <a:pt x="0" y="1"/>
                      </a:moveTo>
                      <a:lnTo>
                        <a:pt x="0" y="193"/>
                      </a:lnTo>
                      <a:lnTo>
                        <a:pt x="8658" y="193"/>
                      </a:lnTo>
                      <a:lnTo>
                        <a:pt x="8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31"/>
                <p:cNvSpPr/>
                <p:nvPr/>
              </p:nvSpPr>
              <p:spPr>
                <a:xfrm>
                  <a:off x="-1941500" y="2345475"/>
                  <a:ext cx="216450" cy="2775"/>
                </a:xfrm>
                <a:custGeom>
                  <a:rect b="b" l="l" r="r" t="t"/>
                  <a:pathLst>
                    <a:path extrusionOk="0" h="111" w="8658">
                      <a:moveTo>
                        <a:pt x="0" y="1"/>
                      </a:moveTo>
                      <a:lnTo>
                        <a:pt x="0" y="111"/>
                      </a:lnTo>
                      <a:lnTo>
                        <a:pt x="8658" y="111"/>
                      </a:lnTo>
                      <a:lnTo>
                        <a:pt x="8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31"/>
                <p:cNvSpPr/>
                <p:nvPr/>
              </p:nvSpPr>
              <p:spPr>
                <a:xfrm>
                  <a:off x="-1900975" y="2292925"/>
                  <a:ext cx="135425" cy="25"/>
                </a:xfrm>
                <a:custGeom>
                  <a:rect b="b" l="l" r="r" t="t"/>
                  <a:pathLst>
                    <a:path extrusionOk="0" fill="none" h="1" w="5417">
                      <a:moveTo>
                        <a:pt x="0" y="0"/>
                      </a:moveTo>
                      <a:lnTo>
                        <a:pt x="5416" y="0"/>
                      </a:lnTo>
                    </a:path>
                  </a:pathLst>
                </a:custGeom>
                <a:solidFill>
                  <a:schemeClr val="dk1"/>
                </a:solidFill>
                <a:ln cap="flat" cmpd="sng" w="1550">
                  <a:solidFill>
                    <a:srgbClr val="3A3A3C"/>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31"/>
                <p:cNvSpPr/>
                <p:nvPr/>
              </p:nvSpPr>
              <p:spPr>
                <a:xfrm>
                  <a:off x="-1900975" y="2301150"/>
                  <a:ext cx="135425" cy="25"/>
                </a:xfrm>
                <a:custGeom>
                  <a:rect b="b" l="l" r="r" t="t"/>
                  <a:pathLst>
                    <a:path extrusionOk="0" fill="none" h="1" w="5417">
                      <a:moveTo>
                        <a:pt x="0" y="1"/>
                      </a:moveTo>
                      <a:lnTo>
                        <a:pt x="5416" y="1"/>
                      </a:lnTo>
                    </a:path>
                  </a:pathLst>
                </a:custGeom>
                <a:solidFill>
                  <a:schemeClr val="dk1"/>
                </a:solidFill>
                <a:ln cap="flat" cmpd="sng" w="1550">
                  <a:solidFill>
                    <a:srgbClr val="3A3A3C"/>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31"/>
                <p:cNvSpPr/>
                <p:nvPr/>
              </p:nvSpPr>
              <p:spPr>
                <a:xfrm>
                  <a:off x="-1910875" y="2314875"/>
                  <a:ext cx="155275" cy="44025"/>
                </a:xfrm>
                <a:custGeom>
                  <a:rect b="b" l="l" r="r" t="t"/>
                  <a:pathLst>
                    <a:path extrusionOk="0" h="1761" w="6211">
                      <a:moveTo>
                        <a:pt x="880" y="1"/>
                      </a:moveTo>
                      <a:cubicBezTo>
                        <a:pt x="395" y="1"/>
                        <a:pt x="0" y="396"/>
                        <a:pt x="0" y="881"/>
                      </a:cubicBezTo>
                      <a:cubicBezTo>
                        <a:pt x="0" y="1366"/>
                        <a:pt x="395" y="1760"/>
                        <a:pt x="880" y="1760"/>
                      </a:cubicBezTo>
                      <a:lnTo>
                        <a:pt x="5330" y="1760"/>
                      </a:lnTo>
                      <a:cubicBezTo>
                        <a:pt x="5815" y="1760"/>
                        <a:pt x="6211" y="1366"/>
                        <a:pt x="6211" y="881"/>
                      </a:cubicBezTo>
                      <a:cubicBezTo>
                        <a:pt x="6211" y="396"/>
                        <a:pt x="5815" y="1"/>
                        <a:pt x="53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31"/>
                <p:cNvSpPr/>
                <p:nvPr/>
              </p:nvSpPr>
              <p:spPr>
                <a:xfrm>
                  <a:off x="-1906425" y="2318263"/>
                  <a:ext cx="148425" cy="37100"/>
                </a:xfrm>
                <a:custGeom>
                  <a:rect b="b" l="l" r="r" t="t"/>
                  <a:pathLst>
                    <a:path extrusionOk="0" h="1484" w="5937">
                      <a:moveTo>
                        <a:pt x="742" y="1"/>
                      </a:moveTo>
                      <a:cubicBezTo>
                        <a:pt x="333" y="1"/>
                        <a:pt x="1" y="332"/>
                        <a:pt x="1" y="743"/>
                      </a:cubicBezTo>
                      <a:cubicBezTo>
                        <a:pt x="1" y="1152"/>
                        <a:pt x="332" y="1484"/>
                        <a:pt x="742" y="1484"/>
                      </a:cubicBezTo>
                      <a:lnTo>
                        <a:pt x="5196" y="1484"/>
                      </a:lnTo>
                      <a:cubicBezTo>
                        <a:pt x="5605" y="1484"/>
                        <a:pt x="5937" y="1153"/>
                        <a:pt x="5937" y="743"/>
                      </a:cubicBezTo>
                      <a:cubicBezTo>
                        <a:pt x="5937" y="333"/>
                        <a:pt x="5606" y="1"/>
                        <a:pt x="5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31"/>
                <p:cNvSpPr/>
                <p:nvPr/>
              </p:nvSpPr>
              <p:spPr>
                <a:xfrm>
                  <a:off x="-1801225" y="2313350"/>
                  <a:ext cx="46925" cy="46925"/>
                </a:xfrm>
                <a:custGeom>
                  <a:rect b="b" l="l" r="r" t="t"/>
                  <a:pathLst>
                    <a:path extrusionOk="0" h="1877" w="1877">
                      <a:moveTo>
                        <a:pt x="938" y="1"/>
                      </a:moveTo>
                      <a:cubicBezTo>
                        <a:pt x="420" y="1"/>
                        <a:pt x="0" y="421"/>
                        <a:pt x="0" y="939"/>
                      </a:cubicBezTo>
                      <a:cubicBezTo>
                        <a:pt x="0" y="1457"/>
                        <a:pt x="420" y="1877"/>
                        <a:pt x="938" y="1877"/>
                      </a:cubicBezTo>
                      <a:cubicBezTo>
                        <a:pt x="1456" y="1877"/>
                        <a:pt x="1876" y="1457"/>
                        <a:pt x="1876" y="939"/>
                      </a:cubicBezTo>
                      <a:cubicBezTo>
                        <a:pt x="1876" y="421"/>
                        <a:pt x="1456" y="1"/>
                        <a:pt x="9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31"/>
                <p:cNvSpPr/>
                <p:nvPr/>
              </p:nvSpPr>
              <p:spPr>
                <a:xfrm>
                  <a:off x="-1801175" y="2315500"/>
                  <a:ext cx="46825" cy="42650"/>
                </a:xfrm>
                <a:custGeom>
                  <a:rect b="b" l="l" r="r" t="t"/>
                  <a:pathLst>
                    <a:path extrusionOk="0" h="1706" w="1873">
                      <a:moveTo>
                        <a:pt x="936" y="0"/>
                      </a:moveTo>
                      <a:cubicBezTo>
                        <a:pt x="718" y="0"/>
                        <a:pt x="500" y="83"/>
                        <a:pt x="333" y="250"/>
                      </a:cubicBezTo>
                      <a:cubicBezTo>
                        <a:pt x="0" y="583"/>
                        <a:pt x="0" y="1123"/>
                        <a:pt x="333" y="1456"/>
                      </a:cubicBezTo>
                      <a:cubicBezTo>
                        <a:pt x="500" y="1623"/>
                        <a:pt x="718" y="1706"/>
                        <a:pt x="936" y="1706"/>
                      </a:cubicBezTo>
                      <a:cubicBezTo>
                        <a:pt x="1154" y="1706"/>
                        <a:pt x="1372" y="1623"/>
                        <a:pt x="1539" y="1456"/>
                      </a:cubicBezTo>
                      <a:cubicBezTo>
                        <a:pt x="1872" y="1123"/>
                        <a:pt x="1872" y="583"/>
                        <a:pt x="1539" y="250"/>
                      </a:cubicBezTo>
                      <a:cubicBezTo>
                        <a:pt x="1372" y="83"/>
                        <a:pt x="1154" y="0"/>
                        <a:pt x="9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31"/>
                <p:cNvSpPr/>
                <p:nvPr/>
              </p:nvSpPr>
              <p:spPr>
                <a:xfrm>
                  <a:off x="-1904800" y="2322800"/>
                  <a:ext cx="30825" cy="28075"/>
                </a:xfrm>
                <a:custGeom>
                  <a:rect b="b" l="l" r="r" t="t"/>
                  <a:pathLst>
                    <a:path extrusionOk="0" h="1123" w="1233">
                      <a:moveTo>
                        <a:pt x="617" y="0"/>
                      </a:moveTo>
                      <a:cubicBezTo>
                        <a:pt x="473" y="0"/>
                        <a:pt x="329" y="55"/>
                        <a:pt x="219" y="164"/>
                      </a:cubicBezTo>
                      <a:cubicBezTo>
                        <a:pt x="1" y="383"/>
                        <a:pt x="1" y="739"/>
                        <a:pt x="219" y="958"/>
                      </a:cubicBezTo>
                      <a:cubicBezTo>
                        <a:pt x="329" y="1067"/>
                        <a:pt x="473" y="1122"/>
                        <a:pt x="617" y="1122"/>
                      </a:cubicBezTo>
                      <a:cubicBezTo>
                        <a:pt x="760" y="1122"/>
                        <a:pt x="904" y="1067"/>
                        <a:pt x="1013" y="958"/>
                      </a:cubicBezTo>
                      <a:cubicBezTo>
                        <a:pt x="1233" y="739"/>
                        <a:pt x="1233" y="383"/>
                        <a:pt x="1013" y="164"/>
                      </a:cubicBezTo>
                      <a:cubicBezTo>
                        <a:pt x="904" y="55"/>
                        <a:pt x="760" y="0"/>
                        <a:pt x="6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31"/>
                <p:cNvSpPr/>
                <p:nvPr/>
              </p:nvSpPr>
              <p:spPr>
                <a:xfrm>
                  <a:off x="-1793500" y="2322875"/>
                  <a:ext cx="31325" cy="28100"/>
                </a:xfrm>
                <a:custGeom>
                  <a:rect b="b" l="l" r="r" t="t"/>
                  <a:pathLst>
                    <a:path extrusionOk="0" h="1124" w="1253">
                      <a:moveTo>
                        <a:pt x="627" y="1"/>
                      </a:moveTo>
                      <a:cubicBezTo>
                        <a:pt x="471" y="1"/>
                        <a:pt x="316" y="65"/>
                        <a:pt x="205" y="191"/>
                      </a:cubicBezTo>
                      <a:cubicBezTo>
                        <a:pt x="1" y="425"/>
                        <a:pt x="23" y="779"/>
                        <a:pt x="257" y="984"/>
                      </a:cubicBezTo>
                      <a:cubicBezTo>
                        <a:pt x="363" y="1077"/>
                        <a:pt x="495" y="1123"/>
                        <a:pt x="626" y="1123"/>
                      </a:cubicBezTo>
                      <a:cubicBezTo>
                        <a:pt x="782" y="1123"/>
                        <a:pt x="937" y="1058"/>
                        <a:pt x="1048" y="932"/>
                      </a:cubicBezTo>
                      <a:cubicBezTo>
                        <a:pt x="1252" y="699"/>
                        <a:pt x="1230" y="345"/>
                        <a:pt x="997" y="140"/>
                      </a:cubicBezTo>
                      <a:cubicBezTo>
                        <a:pt x="890" y="46"/>
                        <a:pt x="759" y="1"/>
                        <a:pt x="6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31"/>
                <p:cNvSpPr/>
                <p:nvPr/>
              </p:nvSpPr>
              <p:spPr>
                <a:xfrm>
                  <a:off x="-1912187" y="2313350"/>
                  <a:ext cx="46925" cy="46925"/>
                </a:xfrm>
                <a:custGeom>
                  <a:rect b="b" l="l" r="r" t="t"/>
                  <a:pathLst>
                    <a:path extrusionOk="0" h="1877" w="1877">
                      <a:moveTo>
                        <a:pt x="938" y="1"/>
                      </a:moveTo>
                      <a:cubicBezTo>
                        <a:pt x="420" y="1"/>
                        <a:pt x="0" y="421"/>
                        <a:pt x="0" y="939"/>
                      </a:cubicBezTo>
                      <a:cubicBezTo>
                        <a:pt x="0" y="1457"/>
                        <a:pt x="420" y="1877"/>
                        <a:pt x="938" y="1877"/>
                      </a:cubicBezTo>
                      <a:cubicBezTo>
                        <a:pt x="1456" y="1877"/>
                        <a:pt x="1876" y="1457"/>
                        <a:pt x="1876" y="939"/>
                      </a:cubicBezTo>
                      <a:cubicBezTo>
                        <a:pt x="1876" y="421"/>
                        <a:pt x="1456" y="1"/>
                        <a:pt x="9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31"/>
                <p:cNvSpPr/>
                <p:nvPr/>
              </p:nvSpPr>
              <p:spPr>
                <a:xfrm>
                  <a:off x="-1912800" y="2315500"/>
                  <a:ext cx="46825" cy="42650"/>
                </a:xfrm>
                <a:custGeom>
                  <a:rect b="b" l="l" r="r" t="t"/>
                  <a:pathLst>
                    <a:path extrusionOk="0" h="1706" w="1873">
                      <a:moveTo>
                        <a:pt x="937" y="1"/>
                      </a:moveTo>
                      <a:cubicBezTo>
                        <a:pt x="718" y="1"/>
                        <a:pt x="500" y="84"/>
                        <a:pt x="334" y="250"/>
                      </a:cubicBezTo>
                      <a:cubicBezTo>
                        <a:pt x="1" y="583"/>
                        <a:pt x="1" y="1123"/>
                        <a:pt x="334" y="1456"/>
                      </a:cubicBezTo>
                      <a:cubicBezTo>
                        <a:pt x="500" y="1623"/>
                        <a:pt x="718" y="1706"/>
                        <a:pt x="937" y="1706"/>
                      </a:cubicBezTo>
                      <a:cubicBezTo>
                        <a:pt x="1155" y="1706"/>
                        <a:pt x="1373" y="1623"/>
                        <a:pt x="1539" y="1456"/>
                      </a:cubicBezTo>
                      <a:cubicBezTo>
                        <a:pt x="1873" y="1123"/>
                        <a:pt x="1873" y="583"/>
                        <a:pt x="1539" y="250"/>
                      </a:cubicBezTo>
                      <a:cubicBezTo>
                        <a:pt x="1373" y="84"/>
                        <a:pt x="1155" y="1"/>
                        <a:pt x="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31"/>
                <p:cNvSpPr/>
                <p:nvPr/>
              </p:nvSpPr>
              <p:spPr>
                <a:xfrm>
                  <a:off x="-1899975" y="2326200"/>
                  <a:ext cx="21225" cy="21225"/>
                </a:xfrm>
                <a:custGeom>
                  <a:rect b="b" l="l" r="r" t="t"/>
                  <a:pathLst>
                    <a:path extrusionOk="0" h="849" w="849">
                      <a:moveTo>
                        <a:pt x="425" y="1"/>
                      </a:moveTo>
                      <a:cubicBezTo>
                        <a:pt x="191" y="1"/>
                        <a:pt x="1" y="191"/>
                        <a:pt x="1" y="425"/>
                      </a:cubicBezTo>
                      <a:cubicBezTo>
                        <a:pt x="1" y="659"/>
                        <a:pt x="191" y="849"/>
                        <a:pt x="425" y="849"/>
                      </a:cubicBezTo>
                      <a:cubicBezTo>
                        <a:pt x="659" y="849"/>
                        <a:pt x="849" y="659"/>
                        <a:pt x="849" y="425"/>
                      </a:cubicBezTo>
                      <a:cubicBezTo>
                        <a:pt x="849" y="191"/>
                        <a:pt x="659" y="1"/>
                        <a:pt x="4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36" name="Google Shape;2436;p31"/>
            <p:cNvGrpSpPr/>
            <p:nvPr/>
          </p:nvGrpSpPr>
          <p:grpSpPr>
            <a:xfrm>
              <a:off x="265324" y="3831483"/>
              <a:ext cx="185799" cy="185799"/>
              <a:chOff x="5035425" y="2779450"/>
              <a:chExt cx="94800" cy="94800"/>
            </a:xfrm>
          </p:grpSpPr>
          <p:sp>
            <p:nvSpPr>
              <p:cNvPr id="2437" name="Google Shape;2437;p31"/>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31"/>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 name="Google Shape;2439;p31"/>
            <p:cNvGrpSpPr/>
            <p:nvPr/>
          </p:nvGrpSpPr>
          <p:grpSpPr>
            <a:xfrm>
              <a:off x="7322635" y="49052"/>
              <a:ext cx="490325" cy="490451"/>
              <a:chOff x="5038846" y="235350"/>
              <a:chExt cx="158691" cy="158738"/>
            </a:xfrm>
          </p:grpSpPr>
          <p:sp>
            <p:nvSpPr>
              <p:cNvPr id="2440" name="Google Shape;2440;p31"/>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31"/>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442" name="Shape 2442"/>
        <p:cNvGrpSpPr/>
        <p:nvPr/>
      </p:nvGrpSpPr>
      <p:grpSpPr>
        <a:xfrm>
          <a:off x="0" y="0"/>
          <a:ext cx="0" cy="0"/>
          <a:chOff x="0" y="0"/>
          <a:chExt cx="0" cy="0"/>
        </a:xfrm>
      </p:grpSpPr>
      <p:sp>
        <p:nvSpPr>
          <p:cNvPr id="2443" name="Google Shape;2443;p32"/>
          <p:cNvSpPr txBox="1"/>
          <p:nvPr>
            <p:ph type="title"/>
          </p:nvPr>
        </p:nvSpPr>
        <p:spPr>
          <a:xfrm>
            <a:off x="2347950" y="780325"/>
            <a:ext cx="4448100" cy="98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6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44" name="Google Shape;2444;p32"/>
          <p:cNvSpPr txBox="1"/>
          <p:nvPr>
            <p:ph idx="1" type="subTitle"/>
          </p:nvPr>
        </p:nvSpPr>
        <p:spPr>
          <a:xfrm>
            <a:off x="2347950" y="1653425"/>
            <a:ext cx="4448100" cy="105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45" name="Google Shape;2445;p32"/>
          <p:cNvSpPr txBox="1"/>
          <p:nvPr/>
        </p:nvSpPr>
        <p:spPr>
          <a:xfrm>
            <a:off x="1860400" y="3611950"/>
            <a:ext cx="54231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Work Sans"/>
                <a:ea typeface="Work Sans"/>
                <a:cs typeface="Work Sans"/>
                <a:sym typeface="Work Sans"/>
              </a:rPr>
              <a:t>CREDITS:</a:t>
            </a:r>
            <a:r>
              <a:rPr lang="en" sz="1200">
                <a:solidFill>
                  <a:schemeClr val="dk1"/>
                </a:solidFill>
                <a:latin typeface="Work Sans"/>
                <a:ea typeface="Work Sans"/>
                <a:cs typeface="Work Sans"/>
                <a:sym typeface="Work Sans"/>
              </a:rPr>
              <a:t> This presentation template was created by </a:t>
            </a:r>
            <a:r>
              <a:rPr b="1" lang="en" sz="1200" u="sng">
                <a:solidFill>
                  <a:schemeClr val="hlink"/>
                </a:solidFill>
                <a:latin typeface="Work Sans"/>
                <a:ea typeface="Work Sans"/>
                <a:cs typeface="Work Sans"/>
                <a:sym typeface="Work Sans"/>
                <a:hlinkClick r:id="rId2"/>
              </a:rPr>
              <a:t>Slidesgo</a:t>
            </a:r>
            <a:r>
              <a:rPr lang="en" sz="1200">
                <a:solidFill>
                  <a:schemeClr val="dk1"/>
                </a:solidFill>
                <a:latin typeface="Work Sans"/>
                <a:ea typeface="Work Sans"/>
                <a:cs typeface="Work Sans"/>
                <a:sym typeface="Work Sans"/>
              </a:rPr>
              <a:t>, and includes icons by </a:t>
            </a:r>
            <a:r>
              <a:rPr b="1" lang="en" sz="1200" u="sng">
                <a:solidFill>
                  <a:schemeClr val="dk1"/>
                </a:solidFill>
                <a:latin typeface="Work Sans"/>
                <a:ea typeface="Work Sans"/>
                <a:cs typeface="Work Sans"/>
                <a:sym typeface="Work Sans"/>
                <a:hlinkClick r:id="rId3">
                  <a:extLst>
                    <a:ext uri="{A12FA001-AC4F-418D-AE19-62706E023703}">
                      <ahyp:hlinkClr val="tx"/>
                    </a:ext>
                  </a:extLst>
                </a:hlinkClick>
              </a:rPr>
              <a:t>Flaticon</a:t>
            </a:r>
            <a:r>
              <a:rPr lang="en" sz="1200">
                <a:solidFill>
                  <a:schemeClr val="dk1"/>
                </a:solidFill>
                <a:latin typeface="Work Sans"/>
                <a:ea typeface="Work Sans"/>
                <a:cs typeface="Work Sans"/>
                <a:sym typeface="Work Sans"/>
              </a:rPr>
              <a:t>, and infographics &amp; images by </a:t>
            </a:r>
            <a:r>
              <a:rPr b="1" lang="en" sz="1200" u="sng">
                <a:solidFill>
                  <a:schemeClr val="dk1"/>
                </a:solidFill>
                <a:latin typeface="Work Sans"/>
                <a:ea typeface="Work Sans"/>
                <a:cs typeface="Work Sans"/>
                <a:sym typeface="Work Sans"/>
                <a:hlinkClick r:id="rId4">
                  <a:extLst>
                    <a:ext uri="{A12FA001-AC4F-418D-AE19-62706E023703}">
                      <ahyp:hlinkClr val="tx"/>
                    </a:ext>
                  </a:extLst>
                </a:hlinkClick>
              </a:rPr>
              <a:t>Freepik</a:t>
            </a:r>
            <a:r>
              <a:rPr lang="en" sz="1200" u="sng">
                <a:solidFill>
                  <a:schemeClr val="dk1"/>
                </a:solidFill>
                <a:latin typeface="Work Sans"/>
                <a:ea typeface="Work Sans"/>
                <a:cs typeface="Work Sans"/>
                <a:sym typeface="Work Sans"/>
              </a:rPr>
              <a:t> </a:t>
            </a:r>
            <a:endParaRPr b="1" sz="1200" u="sng">
              <a:solidFill>
                <a:schemeClr val="dk1"/>
              </a:solidFill>
              <a:latin typeface="Work Sans"/>
              <a:ea typeface="Work Sans"/>
              <a:cs typeface="Work Sans"/>
              <a:sym typeface="Work Sans"/>
            </a:endParaRPr>
          </a:p>
        </p:txBody>
      </p:sp>
      <p:grpSp>
        <p:nvGrpSpPr>
          <p:cNvPr id="2446" name="Google Shape;2446;p32"/>
          <p:cNvGrpSpPr/>
          <p:nvPr/>
        </p:nvGrpSpPr>
        <p:grpSpPr>
          <a:xfrm>
            <a:off x="7804009" y="-87211"/>
            <a:ext cx="1006636" cy="1487284"/>
            <a:chOff x="3074375" y="2791788"/>
            <a:chExt cx="262425" cy="387738"/>
          </a:xfrm>
        </p:grpSpPr>
        <p:sp>
          <p:nvSpPr>
            <p:cNvPr id="2447" name="Google Shape;2447;p32"/>
            <p:cNvSpPr/>
            <p:nvPr/>
          </p:nvSpPr>
          <p:spPr>
            <a:xfrm>
              <a:off x="3074396" y="2791788"/>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8" name="Google Shape;2448;p32"/>
            <p:cNvGrpSpPr/>
            <p:nvPr/>
          </p:nvGrpSpPr>
          <p:grpSpPr>
            <a:xfrm>
              <a:off x="3074375" y="2791800"/>
              <a:ext cx="262425" cy="387725"/>
              <a:chOff x="3074375" y="2791800"/>
              <a:chExt cx="262425" cy="387725"/>
            </a:xfrm>
          </p:grpSpPr>
          <p:sp>
            <p:nvSpPr>
              <p:cNvPr id="2449" name="Google Shape;2449;p32"/>
              <p:cNvSpPr/>
              <p:nvPr/>
            </p:nvSpPr>
            <p:spPr>
              <a:xfrm>
                <a:off x="3074425" y="2791925"/>
                <a:ext cx="262375" cy="387600"/>
              </a:xfrm>
              <a:custGeom>
                <a:rect b="b" l="l" r="r" t="t"/>
                <a:pathLst>
                  <a:path extrusionOk="0" h="15504" w="10495">
                    <a:moveTo>
                      <a:pt x="0" y="1"/>
                    </a:moveTo>
                    <a:lnTo>
                      <a:pt x="0" y="10256"/>
                    </a:lnTo>
                    <a:cubicBezTo>
                      <a:pt x="0" y="10416"/>
                      <a:pt x="9" y="10575"/>
                      <a:pt x="22" y="10733"/>
                    </a:cubicBezTo>
                    <a:cubicBezTo>
                      <a:pt x="31" y="10834"/>
                      <a:pt x="44" y="10937"/>
                      <a:pt x="59" y="11038"/>
                    </a:cubicBezTo>
                    <a:cubicBezTo>
                      <a:pt x="62" y="11068"/>
                      <a:pt x="67" y="11099"/>
                      <a:pt x="73" y="11128"/>
                    </a:cubicBezTo>
                    <a:cubicBezTo>
                      <a:pt x="86" y="11208"/>
                      <a:pt x="102" y="11288"/>
                      <a:pt x="118" y="11367"/>
                    </a:cubicBezTo>
                    <a:cubicBezTo>
                      <a:pt x="180" y="11653"/>
                      <a:pt x="266" y="11930"/>
                      <a:pt x="371" y="12196"/>
                    </a:cubicBezTo>
                    <a:cubicBezTo>
                      <a:pt x="479" y="12468"/>
                      <a:pt x="609" y="12730"/>
                      <a:pt x="760" y="12977"/>
                    </a:cubicBezTo>
                    <a:cubicBezTo>
                      <a:pt x="865" y="13148"/>
                      <a:pt x="977" y="13311"/>
                      <a:pt x="1099" y="13468"/>
                    </a:cubicBezTo>
                    <a:cubicBezTo>
                      <a:pt x="1209" y="13609"/>
                      <a:pt x="1325" y="13744"/>
                      <a:pt x="1449" y="13873"/>
                    </a:cubicBezTo>
                    <a:cubicBezTo>
                      <a:pt x="1473" y="13898"/>
                      <a:pt x="1496" y="13923"/>
                      <a:pt x="1520" y="13947"/>
                    </a:cubicBezTo>
                    <a:lnTo>
                      <a:pt x="1538" y="13965"/>
                    </a:lnTo>
                    <a:cubicBezTo>
                      <a:pt x="1646" y="14074"/>
                      <a:pt x="1761" y="14177"/>
                      <a:pt x="1879" y="14278"/>
                    </a:cubicBezTo>
                    <a:cubicBezTo>
                      <a:pt x="1962" y="14348"/>
                      <a:pt x="2048" y="14415"/>
                      <a:pt x="2137" y="14481"/>
                    </a:cubicBezTo>
                    <a:cubicBezTo>
                      <a:pt x="2177" y="14511"/>
                      <a:pt x="2219" y="14542"/>
                      <a:pt x="2260" y="14570"/>
                    </a:cubicBezTo>
                    <a:cubicBezTo>
                      <a:pt x="2425" y="14683"/>
                      <a:pt x="2595" y="14789"/>
                      <a:pt x="2771" y="14883"/>
                    </a:cubicBezTo>
                    <a:cubicBezTo>
                      <a:pt x="2790" y="14894"/>
                      <a:pt x="2806" y="14903"/>
                      <a:pt x="2825" y="14912"/>
                    </a:cubicBezTo>
                    <a:cubicBezTo>
                      <a:pt x="2889" y="14945"/>
                      <a:pt x="2954" y="14977"/>
                      <a:pt x="3019" y="15008"/>
                    </a:cubicBezTo>
                    <a:cubicBezTo>
                      <a:pt x="3179" y="15084"/>
                      <a:pt x="3344" y="15151"/>
                      <a:pt x="3512" y="15209"/>
                    </a:cubicBezTo>
                    <a:cubicBezTo>
                      <a:pt x="3550" y="15223"/>
                      <a:pt x="3589" y="15235"/>
                      <a:pt x="3627" y="15249"/>
                    </a:cubicBezTo>
                    <a:cubicBezTo>
                      <a:pt x="3774" y="15296"/>
                      <a:pt x="3922" y="15337"/>
                      <a:pt x="4075" y="15372"/>
                    </a:cubicBezTo>
                    <a:cubicBezTo>
                      <a:pt x="4117" y="15382"/>
                      <a:pt x="4158" y="15392"/>
                      <a:pt x="4201" y="15399"/>
                    </a:cubicBezTo>
                    <a:cubicBezTo>
                      <a:pt x="4426" y="15446"/>
                      <a:pt x="4655" y="15477"/>
                      <a:pt x="4889" y="15492"/>
                    </a:cubicBezTo>
                    <a:cubicBezTo>
                      <a:pt x="5008" y="15500"/>
                      <a:pt x="5127" y="15504"/>
                      <a:pt x="5248" y="15504"/>
                    </a:cubicBezTo>
                    <a:cubicBezTo>
                      <a:pt x="5358" y="15504"/>
                      <a:pt x="5468" y="15500"/>
                      <a:pt x="5576" y="15493"/>
                    </a:cubicBezTo>
                    <a:cubicBezTo>
                      <a:pt x="5690" y="15486"/>
                      <a:pt x="5801" y="15476"/>
                      <a:pt x="5913" y="15461"/>
                    </a:cubicBezTo>
                    <a:cubicBezTo>
                      <a:pt x="5937" y="15457"/>
                      <a:pt x="5963" y="15455"/>
                      <a:pt x="5989" y="15451"/>
                    </a:cubicBezTo>
                    <a:cubicBezTo>
                      <a:pt x="6082" y="15439"/>
                      <a:pt x="6174" y="15423"/>
                      <a:pt x="6264" y="15404"/>
                    </a:cubicBezTo>
                    <a:cubicBezTo>
                      <a:pt x="6365" y="15384"/>
                      <a:pt x="6464" y="15362"/>
                      <a:pt x="6563" y="15336"/>
                    </a:cubicBezTo>
                    <a:cubicBezTo>
                      <a:pt x="6695" y="15302"/>
                      <a:pt x="6824" y="15264"/>
                      <a:pt x="6951" y="15220"/>
                    </a:cubicBezTo>
                    <a:cubicBezTo>
                      <a:pt x="7098" y="15170"/>
                      <a:pt x="7242" y="15113"/>
                      <a:pt x="7381" y="15052"/>
                    </a:cubicBezTo>
                    <a:cubicBezTo>
                      <a:pt x="7452" y="15019"/>
                      <a:pt x="7526" y="14985"/>
                      <a:pt x="7596" y="14949"/>
                    </a:cubicBezTo>
                    <a:cubicBezTo>
                      <a:pt x="7610" y="14941"/>
                      <a:pt x="7625" y="14935"/>
                      <a:pt x="7639" y="14928"/>
                    </a:cubicBezTo>
                    <a:cubicBezTo>
                      <a:pt x="7715" y="14887"/>
                      <a:pt x="7791" y="14847"/>
                      <a:pt x="7866" y="14804"/>
                    </a:cubicBezTo>
                    <a:cubicBezTo>
                      <a:pt x="8024" y="14712"/>
                      <a:pt x="8178" y="14611"/>
                      <a:pt x="8326" y="14505"/>
                    </a:cubicBezTo>
                    <a:cubicBezTo>
                      <a:pt x="8519" y="14365"/>
                      <a:pt x="8702" y="14213"/>
                      <a:pt x="8873" y="14048"/>
                    </a:cubicBezTo>
                    <a:cubicBezTo>
                      <a:pt x="8921" y="14002"/>
                      <a:pt x="8967" y="13956"/>
                      <a:pt x="9014" y="13908"/>
                    </a:cubicBezTo>
                    <a:cubicBezTo>
                      <a:pt x="9052" y="13868"/>
                      <a:pt x="9091" y="13827"/>
                      <a:pt x="9128" y="13785"/>
                    </a:cubicBezTo>
                    <a:cubicBezTo>
                      <a:pt x="9343" y="13551"/>
                      <a:pt x="9535" y="13298"/>
                      <a:pt x="9702" y="13029"/>
                    </a:cubicBezTo>
                    <a:cubicBezTo>
                      <a:pt x="9721" y="13000"/>
                      <a:pt x="9737" y="12973"/>
                      <a:pt x="9754" y="12944"/>
                    </a:cubicBezTo>
                    <a:cubicBezTo>
                      <a:pt x="9766" y="12924"/>
                      <a:pt x="9779" y="12903"/>
                      <a:pt x="9790" y="12882"/>
                    </a:cubicBezTo>
                    <a:cubicBezTo>
                      <a:pt x="9854" y="12773"/>
                      <a:pt x="9913" y="12662"/>
                      <a:pt x="9968" y="12549"/>
                    </a:cubicBezTo>
                    <a:cubicBezTo>
                      <a:pt x="10132" y="12210"/>
                      <a:pt x="10263" y="11853"/>
                      <a:pt x="10351" y="11479"/>
                    </a:cubicBezTo>
                    <a:cubicBezTo>
                      <a:pt x="10366" y="11421"/>
                      <a:pt x="10379" y="11362"/>
                      <a:pt x="10390" y="11302"/>
                    </a:cubicBezTo>
                    <a:cubicBezTo>
                      <a:pt x="10459" y="10964"/>
                      <a:pt x="10495" y="10613"/>
                      <a:pt x="10495" y="10253"/>
                    </a:cubicBezTo>
                    <a:lnTo>
                      <a:pt x="104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32"/>
              <p:cNvSpPr/>
              <p:nvPr/>
            </p:nvSpPr>
            <p:spPr>
              <a:xfrm>
                <a:off x="3074425" y="2912325"/>
                <a:ext cx="152250" cy="55200"/>
              </a:xfrm>
              <a:custGeom>
                <a:rect b="b" l="l" r="r" t="t"/>
                <a:pathLst>
                  <a:path extrusionOk="0" h="2208" w="6090">
                    <a:moveTo>
                      <a:pt x="0" y="0"/>
                    </a:moveTo>
                    <a:lnTo>
                      <a:pt x="0" y="1144"/>
                    </a:lnTo>
                    <a:cubicBezTo>
                      <a:pt x="1551" y="1827"/>
                      <a:pt x="3267" y="2208"/>
                      <a:pt x="5071" y="2208"/>
                    </a:cubicBezTo>
                    <a:cubicBezTo>
                      <a:pt x="5109" y="2208"/>
                      <a:pt x="5146" y="2208"/>
                      <a:pt x="5185" y="2204"/>
                    </a:cubicBezTo>
                    <a:cubicBezTo>
                      <a:pt x="5198" y="2205"/>
                      <a:pt x="5210" y="2206"/>
                      <a:pt x="5223" y="2206"/>
                    </a:cubicBezTo>
                    <a:cubicBezTo>
                      <a:pt x="5240" y="2206"/>
                      <a:pt x="5257" y="2204"/>
                      <a:pt x="5275" y="2200"/>
                    </a:cubicBezTo>
                    <a:cubicBezTo>
                      <a:pt x="5293" y="2201"/>
                      <a:pt x="5310" y="2202"/>
                      <a:pt x="5327" y="2202"/>
                    </a:cubicBezTo>
                    <a:cubicBezTo>
                      <a:pt x="5357" y="2202"/>
                      <a:pt x="5386" y="2200"/>
                      <a:pt x="5417" y="2196"/>
                    </a:cubicBezTo>
                    <a:cubicBezTo>
                      <a:pt x="5420" y="2198"/>
                      <a:pt x="5424" y="2199"/>
                      <a:pt x="5428" y="2199"/>
                    </a:cubicBezTo>
                    <a:cubicBezTo>
                      <a:pt x="5431" y="2199"/>
                      <a:pt x="5435" y="2198"/>
                      <a:pt x="5438" y="2196"/>
                    </a:cubicBezTo>
                    <a:cubicBezTo>
                      <a:pt x="5439" y="2197"/>
                      <a:pt x="5440" y="2198"/>
                      <a:pt x="5443" y="2198"/>
                    </a:cubicBezTo>
                    <a:cubicBezTo>
                      <a:pt x="5445" y="2198"/>
                      <a:pt x="5447" y="2197"/>
                      <a:pt x="5448" y="2196"/>
                    </a:cubicBezTo>
                    <a:cubicBezTo>
                      <a:pt x="5450" y="2198"/>
                      <a:pt x="5452" y="2199"/>
                      <a:pt x="5453" y="2199"/>
                    </a:cubicBezTo>
                    <a:cubicBezTo>
                      <a:pt x="5455" y="2199"/>
                      <a:pt x="5457" y="2198"/>
                      <a:pt x="5459" y="2196"/>
                    </a:cubicBezTo>
                    <a:cubicBezTo>
                      <a:pt x="5462" y="2198"/>
                      <a:pt x="5467" y="2199"/>
                      <a:pt x="5471" y="2199"/>
                    </a:cubicBezTo>
                    <a:cubicBezTo>
                      <a:pt x="5475" y="2199"/>
                      <a:pt x="5480" y="2198"/>
                      <a:pt x="5483" y="2196"/>
                    </a:cubicBezTo>
                    <a:cubicBezTo>
                      <a:pt x="5485" y="2198"/>
                      <a:pt x="5487" y="2199"/>
                      <a:pt x="5490" y="2199"/>
                    </a:cubicBezTo>
                    <a:cubicBezTo>
                      <a:pt x="5493" y="2199"/>
                      <a:pt x="5495" y="2198"/>
                      <a:pt x="5497" y="2196"/>
                    </a:cubicBezTo>
                    <a:cubicBezTo>
                      <a:pt x="5498" y="2198"/>
                      <a:pt x="5499" y="2198"/>
                      <a:pt x="5501" y="2198"/>
                    </a:cubicBezTo>
                    <a:cubicBezTo>
                      <a:pt x="5503" y="2198"/>
                      <a:pt x="5505" y="2196"/>
                      <a:pt x="5507" y="2196"/>
                    </a:cubicBezTo>
                    <a:lnTo>
                      <a:pt x="5514" y="2196"/>
                    </a:lnTo>
                    <a:cubicBezTo>
                      <a:pt x="5521" y="2196"/>
                      <a:pt x="5525" y="2196"/>
                      <a:pt x="5531" y="2192"/>
                    </a:cubicBezTo>
                    <a:cubicBezTo>
                      <a:pt x="5532" y="2194"/>
                      <a:pt x="5532" y="2195"/>
                      <a:pt x="5533" y="2195"/>
                    </a:cubicBezTo>
                    <a:cubicBezTo>
                      <a:pt x="5534" y="2195"/>
                      <a:pt x="5535" y="2194"/>
                      <a:pt x="5537" y="2192"/>
                    </a:cubicBezTo>
                    <a:cubicBezTo>
                      <a:pt x="5537" y="2192"/>
                      <a:pt x="5538" y="2194"/>
                      <a:pt x="5540" y="2194"/>
                    </a:cubicBezTo>
                    <a:cubicBezTo>
                      <a:pt x="5541" y="2194"/>
                      <a:pt x="5542" y="2194"/>
                      <a:pt x="5543" y="2192"/>
                    </a:cubicBezTo>
                    <a:cubicBezTo>
                      <a:pt x="5545" y="2194"/>
                      <a:pt x="5548" y="2195"/>
                      <a:pt x="5552" y="2195"/>
                    </a:cubicBezTo>
                    <a:cubicBezTo>
                      <a:pt x="5555" y="2195"/>
                      <a:pt x="5559" y="2194"/>
                      <a:pt x="5562" y="2192"/>
                    </a:cubicBezTo>
                    <a:cubicBezTo>
                      <a:pt x="5565" y="2194"/>
                      <a:pt x="5568" y="2195"/>
                      <a:pt x="5573" y="2195"/>
                    </a:cubicBezTo>
                    <a:cubicBezTo>
                      <a:pt x="5577" y="2195"/>
                      <a:pt x="5581" y="2194"/>
                      <a:pt x="5587" y="2192"/>
                    </a:cubicBezTo>
                    <a:lnTo>
                      <a:pt x="5603" y="2192"/>
                    </a:lnTo>
                    <a:cubicBezTo>
                      <a:pt x="5620" y="2192"/>
                      <a:pt x="5636" y="2192"/>
                      <a:pt x="5655" y="2188"/>
                    </a:cubicBezTo>
                    <a:lnTo>
                      <a:pt x="5659" y="2188"/>
                    </a:lnTo>
                    <a:cubicBezTo>
                      <a:pt x="5660" y="2187"/>
                      <a:pt x="5661" y="2187"/>
                      <a:pt x="5661" y="2187"/>
                    </a:cubicBezTo>
                    <a:cubicBezTo>
                      <a:pt x="5662" y="2187"/>
                      <a:pt x="5662" y="2188"/>
                      <a:pt x="5662" y="2188"/>
                    </a:cubicBezTo>
                    <a:cubicBezTo>
                      <a:pt x="5804" y="2181"/>
                      <a:pt x="5948" y="2170"/>
                      <a:pt x="6089" y="2160"/>
                    </a:cubicBezTo>
                    <a:cubicBezTo>
                      <a:pt x="6014" y="2154"/>
                      <a:pt x="5937" y="2146"/>
                      <a:pt x="5862" y="2145"/>
                    </a:cubicBezTo>
                    <a:cubicBezTo>
                      <a:pt x="5840" y="2142"/>
                      <a:pt x="5820" y="2142"/>
                      <a:pt x="5799" y="2138"/>
                    </a:cubicBezTo>
                    <a:cubicBezTo>
                      <a:pt x="5751" y="2135"/>
                      <a:pt x="5702" y="2128"/>
                      <a:pt x="5654" y="2121"/>
                    </a:cubicBezTo>
                    <a:lnTo>
                      <a:pt x="5650" y="2121"/>
                    </a:lnTo>
                    <a:cubicBezTo>
                      <a:pt x="5633" y="2121"/>
                      <a:pt x="5616" y="2118"/>
                      <a:pt x="5598" y="2118"/>
                    </a:cubicBezTo>
                    <a:cubicBezTo>
                      <a:pt x="5594" y="2118"/>
                      <a:pt x="5588" y="2114"/>
                      <a:pt x="5583" y="2114"/>
                    </a:cubicBezTo>
                    <a:lnTo>
                      <a:pt x="5571" y="2114"/>
                    </a:lnTo>
                    <a:cubicBezTo>
                      <a:pt x="5565" y="2114"/>
                      <a:pt x="5557" y="2110"/>
                      <a:pt x="5550" y="2110"/>
                    </a:cubicBezTo>
                    <a:lnTo>
                      <a:pt x="5546" y="2110"/>
                    </a:lnTo>
                    <a:cubicBezTo>
                      <a:pt x="5539" y="2110"/>
                      <a:pt x="5536" y="2110"/>
                      <a:pt x="5532" y="2105"/>
                    </a:cubicBezTo>
                    <a:lnTo>
                      <a:pt x="5515" y="2105"/>
                    </a:lnTo>
                    <a:cubicBezTo>
                      <a:pt x="5513" y="2105"/>
                      <a:pt x="5511" y="2104"/>
                      <a:pt x="5509" y="2104"/>
                    </a:cubicBezTo>
                    <a:cubicBezTo>
                      <a:pt x="5508" y="2104"/>
                      <a:pt x="5506" y="2104"/>
                      <a:pt x="5505" y="2105"/>
                    </a:cubicBezTo>
                    <a:cubicBezTo>
                      <a:pt x="5501" y="2102"/>
                      <a:pt x="5499" y="2102"/>
                      <a:pt x="5495" y="2102"/>
                    </a:cubicBezTo>
                    <a:lnTo>
                      <a:pt x="5491" y="2102"/>
                    </a:lnTo>
                    <a:cubicBezTo>
                      <a:pt x="5480" y="2102"/>
                      <a:pt x="5471" y="2098"/>
                      <a:pt x="5464" y="2098"/>
                    </a:cubicBezTo>
                    <a:cubicBezTo>
                      <a:pt x="5457" y="2098"/>
                      <a:pt x="5449" y="2094"/>
                      <a:pt x="5446" y="2094"/>
                    </a:cubicBezTo>
                    <a:cubicBezTo>
                      <a:pt x="5436" y="2094"/>
                      <a:pt x="5426" y="2090"/>
                      <a:pt x="5415" y="2090"/>
                    </a:cubicBezTo>
                    <a:lnTo>
                      <a:pt x="5411" y="2090"/>
                    </a:lnTo>
                    <a:cubicBezTo>
                      <a:pt x="5370" y="2084"/>
                      <a:pt x="5328" y="2080"/>
                      <a:pt x="5286" y="2073"/>
                    </a:cubicBezTo>
                    <a:cubicBezTo>
                      <a:pt x="5279" y="2069"/>
                      <a:pt x="5272" y="2069"/>
                      <a:pt x="5266" y="2069"/>
                    </a:cubicBezTo>
                    <a:cubicBezTo>
                      <a:pt x="3332" y="1783"/>
                      <a:pt x="1542" y="106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32"/>
              <p:cNvSpPr/>
              <p:nvPr/>
            </p:nvSpPr>
            <p:spPr>
              <a:xfrm>
                <a:off x="3198150" y="2965550"/>
                <a:ext cx="138650" cy="46475"/>
              </a:xfrm>
              <a:custGeom>
                <a:rect b="b" l="l" r="r" t="t"/>
                <a:pathLst>
                  <a:path extrusionOk="0" h="1859" w="5546">
                    <a:moveTo>
                      <a:pt x="1025" y="0"/>
                    </a:moveTo>
                    <a:cubicBezTo>
                      <a:pt x="985" y="0"/>
                      <a:pt x="948" y="0"/>
                      <a:pt x="909" y="3"/>
                    </a:cubicBezTo>
                    <a:cubicBezTo>
                      <a:pt x="899" y="3"/>
                      <a:pt x="889" y="2"/>
                      <a:pt x="879" y="2"/>
                    </a:cubicBezTo>
                    <a:cubicBezTo>
                      <a:pt x="861" y="2"/>
                      <a:pt x="844" y="4"/>
                      <a:pt x="825" y="7"/>
                    </a:cubicBezTo>
                    <a:cubicBezTo>
                      <a:pt x="808" y="7"/>
                      <a:pt x="789" y="6"/>
                      <a:pt x="771" y="6"/>
                    </a:cubicBezTo>
                    <a:cubicBezTo>
                      <a:pt x="739" y="6"/>
                      <a:pt x="707" y="8"/>
                      <a:pt x="676" y="12"/>
                    </a:cubicBezTo>
                    <a:cubicBezTo>
                      <a:pt x="672" y="9"/>
                      <a:pt x="668" y="8"/>
                      <a:pt x="663" y="8"/>
                    </a:cubicBezTo>
                    <a:cubicBezTo>
                      <a:pt x="659" y="8"/>
                      <a:pt x="655" y="9"/>
                      <a:pt x="651" y="12"/>
                    </a:cubicBezTo>
                    <a:cubicBezTo>
                      <a:pt x="650" y="11"/>
                      <a:pt x="648" y="8"/>
                      <a:pt x="646" y="8"/>
                    </a:cubicBezTo>
                    <a:cubicBezTo>
                      <a:pt x="644" y="8"/>
                      <a:pt x="643" y="11"/>
                      <a:pt x="641" y="12"/>
                    </a:cubicBezTo>
                    <a:cubicBezTo>
                      <a:pt x="640" y="9"/>
                      <a:pt x="639" y="8"/>
                      <a:pt x="638" y="8"/>
                    </a:cubicBezTo>
                    <a:cubicBezTo>
                      <a:pt x="638" y="8"/>
                      <a:pt x="637" y="9"/>
                      <a:pt x="634" y="12"/>
                    </a:cubicBezTo>
                    <a:cubicBezTo>
                      <a:pt x="631" y="9"/>
                      <a:pt x="627" y="8"/>
                      <a:pt x="622" y="8"/>
                    </a:cubicBezTo>
                    <a:cubicBezTo>
                      <a:pt x="618" y="8"/>
                      <a:pt x="613" y="9"/>
                      <a:pt x="610" y="12"/>
                    </a:cubicBezTo>
                    <a:cubicBezTo>
                      <a:pt x="606" y="9"/>
                      <a:pt x="603" y="8"/>
                      <a:pt x="601" y="8"/>
                    </a:cubicBezTo>
                    <a:cubicBezTo>
                      <a:pt x="598" y="8"/>
                      <a:pt x="595" y="9"/>
                      <a:pt x="592" y="12"/>
                    </a:cubicBezTo>
                    <a:lnTo>
                      <a:pt x="576" y="12"/>
                    </a:lnTo>
                    <a:cubicBezTo>
                      <a:pt x="568" y="12"/>
                      <a:pt x="565" y="12"/>
                      <a:pt x="558" y="16"/>
                    </a:cubicBezTo>
                    <a:lnTo>
                      <a:pt x="555" y="16"/>
                    </a:lnTo>
                    <a:cubicBezTo>
                      <a:pt x="553" y="14"/>
                      <a:pt x="551" y="13"/>
                      <a:pt x="549" y="13"/>
                    </a:cubicBezTo>
                    <a:cubicBezTo>
                      <a:pt x="548" y="13"/>
                      <a:pt x="546" y="14"/>
                      <a:pt x="545" y="16"/>
                    </a:cubicBezTo>
                    <a:cubicBezTo>
                      <a:pt x="543" y="14"/>
                      <a:pt x="540" y="13"/>
                      <a:pt x="536" y="13"/>
                    </a:cubicBezTo>
                    <a:cubicBezTo>
                      <a:pt x="533" y="13"/>
                      <a:pt x="529" y="14"/>
                      <a:pt x="526" y="16"/>
                    </a:cubicBezTo>
                    <a:cubicBezTo>
                      <a:pt x="523" y="14"/>
                      <a:pt x="519" y="13"/>
                      <a:pt x="515" y="13"/>
                    </a:cubicBezTo>
                    <a:cubicBezTo>
                      <a:pt x="511" y="13"/>
                      <a:pt x="506" y="14"/>
                      <a:pt x="501" y="16"/>
                    </a:cubicBezTo>
                    <a:lnTo>
                      <a:pt x="473" y="16"/>
                    </a:lnTo>
                    <a:cubicBezTo>
                      <a:pt x="462" y="17"/>
                      <a:pt x="449" y="17"/>
                      <a:pt x="436" y="19"/>
                    </a:cubicBezTo>
                    <a:lnTo>
                      <a:pt x="432" y="19"/>
                    </a:lnTo>
                    <a:cubicBezTo>
                      <a:pt x="290" y="27"/>
                      <a:pt x="143" y="37"/>
                      <a:pt x="1" y="48"/>
                    </a:cubicBezTo>
                    <a:cubicBezTo>
                      <a:pt x="77" y="54"/>
                      <a:pt x="155" y="62"/>
                      <a:pt x="231" y="68"/>
                    </a:cubicBezTo>
                    <a:cubicBezTo>
                      <a:pt x="256" y="70"/>
                      <a:pt x="276" y="70"/>
                      <a:pt x="300" y="75"/>
                    </a:cubicBezTo>
                    <a:cubicBezTo>
                      <a:pt x="345" y="79"/>
                      <a:pt x="395" y="86"/>
                      <a:pt x="439" y="93"/>
                    </a:cubicBezTo>
                    <a:lnTo>
                      <a:pt x="444" y="93"/>
                    </a:lnTo>
                    <a:cubicBezTo>
                      <a:pt x="462" y="93"/>
                      <a:pt x="476" y="96"/>
                      <a:pt x="493" y="96"/>
                    </a:cubicBezTo>
                    <a:cubicBezTo>
                      <a:pt x="500" y="96"/>
                      <a:pt x="504" y="100"/>
                      <a:pt x="511" y="100"/>
                    </a:cubicBezTo>
                    <a:lnTo>
                      <a:pt x="525" y="100"/>
                    </a:lnTo>
                    <a:cubicBezTo>
                      <a:pt x="531" y="100"/>
                      <a:pt x="535" y="104"/>
                      <a:pt x="542" y="104"/>
                    </a:cubicBezTo>
                    <a:lnTo>
                      <a:pt x="546" y="104"/>
                    </a:lnTo>
                    <a:cubicBezTo>
                      <a:pt x="552" y="104"/>
                      <a:pt x="558" y="104"/>
                      <a:pt x="562" y="109"/>
                    </a:cubicBezTo>
                    <a:lnTo>
                      <a:pt x="587" y="109"/>
                    </a:lnTo>
                    <a:cubicBezTo>
                      <a:pt x="591" y="113"/>
                      <a:pt x="593" y="113"/>
                      <a:pt x="597" y="113"/>
                    </a:cubicBezTo>
                    <a:lnTo>
                      <a:pt x="606" y="113"/>
                    </a:lnTo>
                    <a:cubicBezTo>
                      <a:pt x="616" y="113"/>
                      <a:pt x="623" y="116"/>
                      <a:pt x="629" y="116"/>
                    </a:cubicBezTo>
                    <a:cubicBezTo>
                      <a:pt x="637" y="116"/>
                      <a:pt x="640" y="116"/>
                      <a:pt x="647" y="120"/>
                    </a:cubicBezTo>
                    <a:cubicBezTo>
                      <a:pt x="657" y="120"/>
                      <a:pt x="671" y="124"/>
                      <a:pt x="681" y="124"/>
                    </a:cubicBezTo>
                    <a:cubicBezTo>
                      <a:pt x="722" y="131"/>
                      <a:pt x="761" y="135"/>
                      <a:pt x="803" y="142"/>
                    </a:cubicBezTo>
                    <a:cubicBezTo>
                      <a:pt x="810" y="142"/>
                      <a:pt x="820" y="146"/>
                      <a:pt x="826" y="146"/>
                    </a:cubicBezTo>
                    <a:cubicBezTo>
                      <a:pt x="2536" y="396"/>
                      <a:pt x="4133" y="992"/>
                      <a:pt x="5546" y="1859"/>
                    </a:cubicBezTo>
                    <a:lnTo>
                      <a:pt x="5546" y="845"/>
                    </a:lnTo>
                    <a:cubicBezTo>
                      <a:pt x="4143" y="305"/>
                      <a:pt x="2619" y="6"/>
                      <a:pt x="1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32"/>
              <p:cNvSpPr/>
              <p:nvPr/>
            </p:nvSpPr>
            <p:spPr>
              <a:xfrm>
                <a:off x="3211425" y="2791800"/>
                <a:ext cx="84900" cy="189025"/>
              </a:xfrm>
              <a:custGeom>
                <a:rect b="b" l="l" r="r" t="t"/>
                <a:pathLst>
                  <a:path extrusionOk="0" h="7561" w="3396">
                    <a:moveTo>
                      <a:pt x="1835" y="1"/>
                    </a:moveTo>
                    <a:cubicBezTo>
                      <a:pt x="671" y="1906"/>
                      <a:pt x="0" y="4144"/>
                      <a:pt x="0" y="6538"/>
                    </a:cubicBezTo>
                    <a:cubicBezTo>
                      <a:pt x="0" y="6580"/>
                      <a:pt x="0" y="6619"/>
                      <a:pt x="4" y="6660"/>
                    </a:cubicBezTo>
                    <a:cubicBezTo>
                      <a:pt x="0" y="6684"/>
                      <a:pt x="0" y="6705"/>
                      <a:pt x="4" y="6729"/>
                    </a:cubicBezTo>
                    <a:cubicBezTo>
                      <a:pt x="4" y="6782"/>
                      <a:pt x="4" y="6832"/>
                      <a:pt x="9" y="6883"/>
                    </a:cubicBezTo>
                    <a:lnTo>
                      <a:pt x="9" y="6949"/>
                    </a:lnTo>
                    <a:cubicBezTo>
                      <a:pt x="9" y="6955"/>
                      <a:pt x="9" y="6963"/>
                      <a:pt x="12" y="6970"/>
                    </a:cubicBezTo>
                    <a:lnTo>
                      <a:pt x="12" y="7055"/>
                    </a:lnTo>
                    <a:cubicBezTo>
                      <a:pt x="12" y="7055"/>
                      <a:pt x="16" y="7055"/>
                      <a:pt x="12" y="7060"/>
                    </a:cubicBezTo>
                    <a:cubicBezTo>
                      <a:pt x="16" y="7064"/>
                      <a:pt x="16" y="7068"/>
                      <a:pt x="12" y="7074"/>
                    </a:cubicBezTo>
                    <a:cubicBezTo>
                      <a:pt x="16" y="7078"/>
                      <a:pt x="16" y="7080"/>
                      <a:pt x="16" y="7084"/>
                    </a:cubicBezTo>
                    <a:lnTo>
                      <a:pt x="16" y="7115"/>
                    </a:lnTo>
                    <a:cubicBezTo>
                      <a:pt x="16" y="7119"/>
                      <a:pt x="20" y="7126"/>
                      <a:pt x="20" y="7130"/>
                    </a:cubicBezTo>
                    <a:cubicBezTo>
                      <a:pt x="26" y="7271"/>
                      <a:pt x="36" y="7419"/>
                      <a:pt x="47" y="7560"/>
                    </a:cubicBezTo>
                    <a:cubicBezTo>
                      <a:pt x="53" y="7481"/>
                      <a:pt x="61" y="7404"/>
                      <a:pt x="67" y="7324"/>
                    </a:cubicBezTo>
                    <a:cubicBezTo>
                      <a:pt x="70" y="7303"/>
                      <a:pt x="70" y="7283"/>
                      <a:pt x="74" y="7262"/>
                    </a:cubicBezTo>
                    <a:lnTo>
                      <a:pt x="74" y="7259"/>
                    </a:lnTo>
                    <a:cubicBezTo>
                      <a:pt x="78" y="7213"/>
                      <a:pt x="86" y="7168"/>
                      <a:pt x="92" y="7123"/>
                    </a:cubicBezTo>
                    <a:lnTo>
                      <a:pt x="92" y="7119"/>
                    </a:lnTo>
                    <a:cubicBezTo>
                      <a:pt x="92" y="7102"/>
                      <a:pt x="96" y="7085"/>
                      <a:pt x="96" y="7068"/>
                    </a:cubicBezTo>
                    <a:cubicBezTo>
                      <a:pt x="96" y="7060"/>
                      <a:pt x="99" y="7055"/>
                      <a:pt x="99" y="7049"/>
                    </a:cubicBezTo>
                    <a:cubicBezTo>
                      <a:pt x="103" y="7049"/>
                      <a:pt x="99" y="7045"/>
                      <a:pt x="99" y="7045"/>
                    </a:cubicBezTo>
                    <a:lnTo>
                      <a:pt x="99" y="7039"/>
                    </a:lnTo>
                    <a:cubicBezTo>
                      <a:pt x="99" y="7033"/>
                      <a:pt x="103" y="7025"/>
                      <a:pt x="103" y="7018"/>
                    </a:cubicBezTo>
                    <a:lnTo>
                      <a:pt x="103" y="7012"/>
                    </a:lnTo>
                    <a:cubicBezTo>
                      <a:pt x="103" y="7008"/>
                      <a:pt x="103" y="7006"/>
                      <a:pt x="108" y="7002"/>
                    </a:cubicBezTo>
                    <a:lnTo>
                      <a:pt x="108" y="6977"/>
                    </a:lnTo>
                    <a:lnTo>
                      <a:pt x="108" y="6973"/>
                    </a:lnTo>
                    <a:cubicBezTo>
                      <a:pt x="112" y="6971"/>
                      <a:pt x="112" y="6967"/>
                      <a:pt x="112" y="6967"/>
                    </a:cubicBezTo>
                    <a:lnTo>
                      <a:pt x="112" y="6961"/>
                    </a:lnTo>
                    <a:cubicBezTo>
                      <a:pt x="112" y="6950"/>
                      <a:pt x="115" y="6941"/>
                      <a:pt x="115" y="6934"/>
                    </a:cubicBezTo>
                    <a:cubicBezTo>
                      <a:pt x="115" y="6925"/>
                      <a:pt x="119" y="6921"/>
                      <a:pt x="119" y="6915"/>
                    </a:cubicBezTo>
                    <a:cubicBezTo>
                      <a:pt x="119" y="6905"/>
                      <a:pt x="123" y="6899"/>
                      <a:pt x="123" y="6888"/>
                    </a:cubicBezTo>
                    <a:lnTo>
                      <a:pt x="123" y="6884"/>
                    </a:lnTo>
                    <a:cubicBezTo>
                      <a:pt x="129" y="6842"/>
                      <a:pt x="133" y="6796"/>
                      <a:pt x="140" y="6755"/>
                    </a:cubicBezTo>
                    <a:cubicBezTo>
                      <a:pt x="140" y="6751"/>
                      <a:pt x="144" y="6745"/>
                      <a:pt x="144" y="6741"/>
                    </a:cubicBezTo>
                    <a:cubicBezTo>
                      <a:pt x="523" y="4152"/>
                      <a:pt x="1692" y="1822"/>
                      <a:pt x="3396" y="2"/>
                    </a:cubicBezTo>
                    <a:lnTo>
                      <a:pt x="33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32"/>
              <p:cNvSpPr/>
              <p:nvPr/>
            </p:nvSpPr>
            <p:spPr>
              <a:xfrm>
                <a:off x="3121350" y="2952350"/>
                <a:ext cx="92075" cy="214750"/>
              </a:xfrm>
              <a:custGeom>
                <a:rect b="b" l="l" r="r" t="t"/>
                <a:pathLst>
                  <a:path extrusionOk="0" h="8590" w="3683">
                    <a:moveTo>
                      <a:pt x="3636" y="1"/>
                    </a:moveTo>
                    <a:cubicBezTo>
                      <a:pt x="3629" y="80"/>
                      <a:pt x="3622" y="157"/>
                      <a:pt x="3615" y="236"/>
                    </a:cubicBezTo>
                    <a:cubicBezTo>
                      <a:pt x="3613" y="254"/>
                      <a:pt x="3613" y="270"/>
                      <a:pt x="3608" y="288"/>
                    </a:cubicBezTo>
                    <a:cubicBezTo>
                      <a:pt x="3606" y="337"/>
                      <a:pt x="3598" y="389"/>
                      <a:pt x="3592" y="437"/>
                    </a:cubicBezTo>
                    <a:cubicBezTo>
                      <a:pt x="3592" y="455"/>
                      <a:pt x="3592" y="472"/>
                      <a:pt x="3588" y="489"/>
                    </a:cubicBezTo>
                    <a:cubicBezTo>
                      <a:pt x="3588" y="497"/>
                      <a:pt x="3588" y="501"/>
                      <a:pt x="3584" y="508"/>
                    </a:cubicBezTo>
                    <a:lnTo>
                      <a:pt x="3584" y="522"/>
                    </a:lnTo>
                    <a:cubicBezTo>
                      <a:pt x="3584" y="528"/>
                      <a:pt x="3581" y="535"/>
                      <a:pt x="3581" y="543"/>
                    </a:cubicBezTo>
                    <a:lnTo>
                      <a:pt x="3581" y="546"/>
                    </a:lnTo>
                    <a:lnTo>
                      <a:pt x="3581" y="556"/>
                    </a:lnTo>
                    <a:cubicBezTo>
                      <a:pt x="3576" y="564"/>
                      <a:pt x="3576" y="568"/>
                      <a:pt x="3576" y="575"/>
                    </a:cubicBezTo>
                    <a:lnTo>
                      <a:pt x="3576" y="585"/>
                    </a:lnTo>
                    <a:cubicBezTo>
                      <a:pt x="3576" y="587"/>
                      <a:pt x="3572" y="589"/>
                      <a:pt x="3572" y="591"/>
                    </a:cubicBezTo>
                    <a:lnTo>
                      <a:pt x="3572" y="597"/>
                    </a:lnTo>
                    <a:lnTo>
                      <a:pt x="3572" y="601"/>
                    </a:lnTo>
                    <a:cubicBezTo>
                      <a:pt x="3572" y="610"/>
                      <a:pt x="3568" y="620"/>
                      <a:pt x="3568" y="626"/>
                    </a:cubicBezTo>
                    <a:cubicBezTo>
                      <a:pt x="3568" y="633"/>
                      <a:pt x="3568" y="638"/>
                      <a:pt x="3565" y="644"/>
                    </a:cubicBezTo>
                    <a:cubicBezTo>
                      <a:pt x="3565" y="654"/>
                      <a:pt x="3565" y="664"/>
                      <a:pt x="3561" y="675"/>
                    </a:cubicBezTo>
                    <a:lnTo>
                      <a:pt x="3561" y="679"/>
                    </a:lnTo>
                    <a:cubicBezTo>
                      <a:pt x="3555" y="721"/>
                      <a:pt x="3551" y="767"/>
                      <a:pt x="3544" y="808"/>
                    </a:cubicBezTo>
                    <a:cubicBezTo>
                      <a:pt x="3544" y="811"/>
                      <a:pt x="3544" y="818"/>
                      <a:pt x="3540" y="824"/>
                    </a:cubicBezTo>
                    <a:cubicBezTo>
                      <a:pt x="3139" y="3551"/>
                      <a:pt x="1860" y="5997"/>
                      <a:pt x="1" y="7857"/>
                    </a:cubicBezTo>
                    <a:cubicBezTo>
                      <a:pt x="84" y="7929"/>
                      <a:pt x="170" y="7996"/>
                      <a:pt x="259" y="8062"/>
                    </a:cubicBezTo>
                    <a:cubicBezTo>
                      <a:pt x="299" y="8092"/>
                      <a:pt x="341" y="8123"/>
                      <a:pt x="382" y="8151"/>
                    </a:cubicBezTo>
                    <a:cubicBezTo>
                      <a:pt x="546" y="8264"/>
                      <a:pt x="717" y="8370"/>
                      <a:pt x="893" y="8464"/>
                    </a:cubicBezTo>
                    <a:cubicBezTo>
                      <a:pt x="911" y="8475"/>
                      <a:pt x="928" y="8484"/>
                      <a:pt x="946" y="8492"/>
                    </a:cubicBezTo>
                    <a:cubicBezTo>
                      <a:pt x="1011" y="8526"/>
                      <a:pt x="1075" y="8558"/>
                      <a:pt x="1141" y="8589"/>
                    </a:cubicBezTo>
                    <a:cubicBezTo>
                      <a:pt x="2733" y="6483"/>
                      <a:pt x="3678" y="3863"/>
                      <a:pt x="3678" y="1020"/>
                    </a:cubicBezTo>
                    <a:cubicBezTo>
                      <a:pt x="3678" y="983"/>
                      <a:pt x="3678" y="941"/>
                      <a:pt x="3680" y="897"/>
                    </a:cubicBezTo>
                    <a:cubicBezTo>
                      <a:pt x="3683" y="871"/>
                      <a:pt x="3683" y="844"/>
                      <a:pt x="3680" y="818"/>
                    </a:cubicBezTo>
                    <a:lnTo>
                      <a:pt x="3680" y="814"/>
                    </a:lnTo>
                    <a:cubicBezTo>
                      <a:pt x="3680" y="767"/>
                      <a:pt x="3680" y="718"/>
                      <a:pt x="3675" y="673"/>
                    </a:cubicBezTo>
                    <a:lnTo>
                      <a:pt x="3675" y="652"/>
                    </a:lnTo>
                    <a:lnTo>
                      <a:pt x="3675" y="646"/>
                    </a:lnTo>
                    <a:lnTo>
                      <a:pt x="3675" y="639"/>
                    </a:lnTo>
                    <a:lnTo>
                      <a:pt x="3675" y="608"/>
                    </a:lnTo>
                    <a:cubicBezTo>
                      <a:pt x="3675" y="601"/>
                      <a:pt x="3675" y="594"/>
                      <a:pt x="3672" y="587"/>
                    </a:cubicBezTo>
                    <a:lnTo>
                      <a:pt x="3672" y="581"/>
                    </a:lnTo>
                    <a:lnTo>
                      <a:pt x="3672" y="575"/>
                    </a:lnTo>
                    <a:lnTo>
                      <a:pt x="3672" y="501"/>
                    </a:lnTo>
                    <a:cubicBezTo>
                      <a:pt x="3668" y="497"/>
                      <a:pt x="3672" y="497"/>
                      <a:pt x="3672" y="497"/>
                    </a:cubicBezTo>
                    <a:cubicBezTo>
                      <a:pt x="3668" y="489"/>
                      <a:pt x="3668" y="487"/>
                      <a:pt x="3672" y="483"/>
                    </a:cubicBezTo>
                    <a:cubicBezTo>
                      <a:pt x="3668" y="481"/>
                      <a:pt x="3668" y="477"/>
                      <a:pt x="3668" y="477"/>
                    </a:cubicBezTo>
                    <a:lnTo>
                      <a:pt x="3668" y="431"/>
                    </a:lnTo>
                    <a:lnTo>
                      <a:pt x="3664" y="431"/>
                    </a:lnTo>
                    <a:cubicBezTo>
                      <a:pt x="3657" y="286"/>
                      <a:pt x="3647" y="142"/>
                      <a:pt x="3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32"/>
              <p:cNvSpPr/>
              <p:nvPr/>
            </p:nvSpPr>
            <p:spPr>
              <a:xfrm>
                <a:off x="3074375" y="2959275"/>
                <a:ext cx="150200" cy="54575"/>
              </a:xfrm>
              <a:custGeom>
                <a:rect b="b" l="l" r="r" t="t"/>
                <a:pathLst>
                  <a:path extrusionOk="0" h="2183" w="6008">
                    <a:moveTo>
                      <a:pt x="6008" y="0"/>
                    </a:moveTo>
                    <a:cubicBezTo>
                      <a:pt x="5935" y="36"/>
                      <a:pt x="5859" y="71"/>
                      <a:pt x="5785" y="104"/>
                    </a:cubicBezTo>
                    <a:cubicBezTo>
                      <a:pt x="5768" y="110"/>
                      <a:pt x="5754" y="118"/>
                      <a:pt x="5739" y="124"/>
                    </a:cubicBezTo>
                    <a:cubicBezTo>
                      <a:pt x="5694" y="141"/>
                      <a:pt x="5649" y="162"/>
                      <a:pt x="5608" y="180"/>
                    </a:cubicBezTo>
                    <a:cubicBezTo>
                      <a:pt x="5608" y="184"/>
                      <a:pt x="5608" y="184"/>
                      <a:pt x="5604" y="184"/>
                    </a:cubicBezTo>
                    <a:cubicBezTo>
                      <a:pt x="5588" y="190"/>
                      <a:pt x="5573" y="197"/>
                      <a:pt x="5559" y="201"/>
                    </a:cubicBezTo>
                    <a:cubicBezTo>
                      <a:pt x="5551" y="204"/>
                      <a:pt x="5547" y="207"/>
                      <a:pt x="5544" y="207"/>
                    </a:cubicBezTo>
                    <a:cubicBezTo>
                      <a:pt x="5542" y="207"/>
                      <a:pt x="5538" y="211"/>
                      <a:pt x="5538" y="211"/>
                    </a:cubicBezTo>
                    <a:lnTo>
                      <a:pt x="5534" y="211"/>
                    </a:lnTo>
                    <a:lnTo>
                      <a:pt x="5534" y="215"/>
                    </a:lnTo>
                    <a:cubicBezTo>
                      <a:pt x="5528" y="215"/>
                      <a:pt x="5520" y="217"/>
                      <a:pt x="5513" y="221"/>
                    </a:cubicBezTo>
                    <a:cubicBezTo>
                      <a:pt x="5511" y="221"/>
                      <a:pt x="5507" y="225"/>
                      <a:pt x="5507" y="225"/>
                    </a:cubicBezTo>
                    <a:cubicBezTo>
                      <a:pt x="5500" y="225"/>
                      <a:pt x="5497" y="230"/>
                      <a:pt x="5493" y="230"/>
                    </a:cubicBezTo>
                    <a:cubicBezTo>
                      <a:pt x="5485" y="232"/>
                      <a:pt x="5482" y="236"/>
                      <a:pt x="5479" y="236"/>
                    </a:cubicBezTo>
                    <a:cubicBezTo>
                      <a:pt x="5479" y="240"/>
                      <a:pt x="5479" y="240"/>
                      <a:pt x="5475" y="240"/>
                    </a:cubicBezTo>
                    <a:lnTo>
                      <a:pt x="5471" y="240"/>
                    </a:lnTo>
                    <a:cubicBezTo>
                      <a:pt x="5468" y="240"/>
                      <a:pt x="5465" y="243"/>
                      <a:pt x="5465" y="243"/>
                    </a:cubicBezTo>
                    <a:cubicBezTo>
                      <a:pt x="5462" y="243"/>
                      <a:pt x="5457" y="243"/>
                      <a:pt x="5457" y="247"/>
                    </a:cubicBezTo>
                    <a:cubicBezTo>
                      <a:pt x="5448" y="251"/>
                      <a:pt x="5440" y="253"/>
                      <a:pt x="5434" y="257"/>
                    </a:cubicBezTo>
                    <a:cubicBezTo>
                      <a:pt x="5425" y="257"/>
                      <a:pt x="5423" y="260"/>
                      <a:pt x="5419" y="264"/>
                    </a:cubicBezTo>
                    <a:cubicBezTo>
                      <a:pt x="5409" y="268"/>
                      <a:pt x="5399" y="271"/>
                      <a:pt x="5388" y="274"/>
                    </a:cubicBezTo>
                    <a:lnTo>
                      <a:pt x="5384" y="274"/>
                    </a:lnTo>
                    <a:lnTo>
                      <a:pt x="5384" y="278"/>
                    </a:lnTo>
                    <a:cubicBezTo>
                      <a:pt x="5347" y="292"/>
                      <a:pt x="5308" y="305"/>
                      <a:pt x="5274" y="319"/>
                    </a:cubicBezTo>
                    <a:cubicBezTo>
                      <a:pt x="5267" y="323"/>
                      <a:pt x="5259" y="326"/>
                      <a:pt x="5253" y="330"/>
                    </a:cubicBezTo>
                    <a:cubicBezTo>
                      <a:pt x="3756" y="923"/>
                      <a:pt x="2195" y="1209"/>
                      <a:pt x="648" y="1209"/>
                    </a:cubicBezTo>
                    <a:cubicBezTo>
                      <a:pt x="432" y="1209"/>
                      <a:pt x="216" y="1204"/>
                      <a:pt x="0" y="1192"/>
                    </a:cubicBezTo>
                    <a:lnTo>
                      <a:pt x="0" y="2182"/>
                    </a:lnTo>
                    <a:cubicBezTo>
                      <a:pt x="1762" y="2025"/>
                      <a:pt x="3517" y="1490"/>
                      <a:pt x="5150" y="549"/>
                    </a:cubicBezTo>
                    <a:cubicBezTo>
                      <a:pt x="5188" y="525"/>
                      <a:pt x="5229" y="504"/>
                      <a:pt x="5269" y="475"/>
                    </a:cubicBezTo>
                    <a:cubicBezTo>
                      <a:pt x="5275" y="473"/>
                      <a:pt x="5281" y="470"/>
                      <a:pt x="5287" y="467"/>
                    </a:cubicBezTo>
                    <a:lnTo>
                      <a:pt x="5289" y="467"/>
                    </a:lnTo>
                    <a:cubicBezTo>
                      <a:pt x="5300" y="460"/>
                      <a:pt x="5310" y="453"/>
                      <a:pt x="5320" y="444"/>
                    </a:cubicBezTo>
                    <a:cubicBezTo>
                      <a:pt x="5362" y="424"/>
                      <a:pt x="5400" y="397"/>
                      <a:pt x="5441" y="369"/>
                    </a:cubicBezTo>
                    <a:cubicBezTo>
                      <a:pt x="5447" y="369"/>
                      <a:pt x="5455" y="365"/>
                      <a:pt x="5462" y="359"/>
                    </a:cubicBezTo>
                    <a:lnTo>
                      <a:pt x="5462" y="354"/>
                    </a:lnTo>
                    <a:lnTo>
                      <a:pt x="5466" y="354"/>
                    </a:lnTo>
                    <a:cubicBezTo>
                      <a:pt x="5468" y="354"/>
                      <a:pt x="5468" y="354"/>
                      <a:pt x="5472" y="350"/>
                    </a:cubicBezTo>
                    <a:cubicBezTo>
                      <a:pt x="5475" y="350"/>
                      <a:pt x="5475" y="350"/>
                      <a:pt x="5478" y="346"/>
                    </a:cubicBezTo>
                    <a:cubicBezTo>
                      <a:pt x="5486" y="343"/>
                      <a:pt x="5491" y="339"/>
                      <a:pt x="5497" y="333"/>
                    </a:cubicBezTo>
                    <a:cubicBezTo>
                      <a:pt x="5503" y="333"/>
                      <a:pt x="5507" y="329"/>
                      <a:pt x="5513" y="322"/>
                    </a:cubicBezTo>
                    <a:cubicBezTo>
                      <a:pt x="5517" y="322"/>
                      <a:pt x="5519" y="322"/>
                      <a:pt x="5524" y="318"/>
                    </a:cubicBezTo>
                    <a:cubicBezTo>
                      <a:pt x="5527" y="318"/>
                      <a:pt x="5527" y="315"/>
                      <a:pt x="5530" y="312"/>
                    </a:cubicBezTo>
                    <a:cubicBezTo>
                      <a:pt x="5534" y="312"/>
                      <a:pt x="5537" y="309"/>
                      <a:pt x="5540" y="305"/>
                    </a:cubicBezTo>
                    <a:lnTo>
                      <a:pt x="5544" y="305"/>
                    </a:lnTo>
                    <a:cubicBezTo>
                      <a:pt x="5547" y="305"/>
                      <a:pt x="5550" y="299"/>
                      <a:pt x="5550" y="299"/>
                    </a:cubicBezTo>
                    <a:cubicBezTo>
                      <a:pt x="5559" y="299"/>
                      <a:pt x="5565" y="292"/>
                      <a:pt x="5569" y="292"/>
                    </a:cubicBezTo>
                    <a:cubicBezTo>
                      <a:pt x="5575" y="284"/>
                      <a:pt x="5583" y="282"/>
                      <a:pt x="5590" y="278"/>
                    </a:cubicBezTo>
                    <a:lnTo>
                      <a:pt x="5590" y="274"/>
                    </a:lnTo>
                    <a:cubicBezTo>
                      <a:pt x="5597" y="274"/>
                      <a:pt x="5600" y="272"/>
                      <a:pt x="5604" y="268"/>
                    </a:cubicBezTo>
                    <a:cubicBezTo>
                      <a:pt x="5621" y="257"/>
                      <a:pt x="5635" y="251"/>
                      <a:pt x="5648" y="237"/>
                    </a:cubicBezTo>
                    <a:lnTo>
                      <a:pt x="5653" y="237"/>
                    </a:lnTo>
                    <a:cubicBezTo>
                      <a:pt x="5771" y="160"/>
                      <a:pt x="5889" y="81"/>
                      <a:pt x="6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32"/>
              <p:cNvSpPr/>
              <p:nvPr/>
            </p:nvSpPr>
            <p:spPr>
              <a:xfrm>
                <a:off x="3200150" y="2920825"/>
                <a:ext cx="136650" cy="53025"/>
              </a:xfrm>
              <a:custGeom>
                <a:rect b="b" l="l" r="r" t="t"/>
                <a:pathLst>
                  <a:path extrusionOk="0" h="2121" w="5466">
                    <a:moveTo>
                      <a:pt x="5466" y="1"/>
                    </a:moveTo>
                    <a:cubicBezTo>
                      <a:pt x="3891" y="212"/>
                      <a:pt x="2329" y="730"/>
                      <a:pt x="862" y="1569"/>
                    </a:cubicBezTo>
                    <a:cubicBezTo>
                      <a:pt x="824" y="1590"/>
                      <a:pt x="790" y="1615"/>
                      <a:pt x="751" y="1640"/>
                    </a:cubicBezTo>
                    <a:cubicBezTo>
                      <a:pt x="734" y="1646"/>
                      <a:pt x="712" y="1656"/>
                      <a:pt x="695" y="1675"/>
                    </a:cubicBezTo>
                    <a:cubicBezTo>
                      <a:pt x="652" y="1694"/>
                      <a:pt x="607" y="1723"/>
                      <a:pt x="566" y="1750"/>
                    </a:cubicBezTo>
                    <a:cubicBezTo>
                      <a:pt x="563" y="1750"/>
                      <a:pt x="555" y="1754"/>
                      <a:pt x="552" y="1760"/>
                    </a:cubicBezTo>
                    <a:cubicBezTo>
                      <a:pt x="551" y="1760"/>
                      <a:pt x="550" y="1760"/>
                      <a:pt x="549" y="1760"/>
                    </a:cubicBezTo>
                    <a:cubicBezTo>
                      <a:pt x="547" y="1760"/>
                      <a:pt x="544" y="1761"/>
                      <a:pt x="542" y="1764"/>
                    </a:cubicBezTo>
                    <a:lnTo>
                      <a:pt x="538" y="1769"/>
                    </a:lnTo>
                    <a:cubicBezTo>
                      <a:pt x="535" y="1769"/>
                      <a:pt x="535" y="1769"/>
                      <a:pt x="532" y="1773"/>
                    </a:cubicBezTo>
                    <a:cubicBezTo>
                      <a:pt x="525" y="1776"/>
                      <a:pt x="517" y="1780"/>
                      <a:pt x="511" y="1786"/>
                    </a:cubicBezTo>
                    <a:cubicBezTo>
                      <a:pt x="503" y="1786"/>
                      <a:pt x="499" y="1790"/>
                      <a:pt x="493" y="1796"/>
                    </a:cubicBezTo>
                    <a:cubicBezTo>
                      <a:pt x="490" y="1796"/>
                      <a:pt x="490" y="1796"/>
                      <a:pt x="486" y="1801"/>
                    </a:cubicBezTo>
                    <a:cubicBezTo>
                      <a:pt x="482" y="1801"/>
                      <a:pt x="480" y="1804"/>
                      <a:pt x="476" y="1807"/>
                    </a:cubicBezTo>
                    <a:lnTo>
                      <a:pt x="472" y="1807"/>
                    </a:lnTo>
                    <a:cubicBezTo>
                      <a:pt x="472" y="1807"/>
                      <a:pt x="468" y="1807"/>
                      <a:pt x="468" y="1811"/>
                    </a:cubicBezTo>
                    <a:cubicBezTo>
                      <a:pt x="466" y="1811"/>
                      <a:pt x="462" y="1817"/>
                      <a:pt x="462" y="1817"/>
                    </a:cubicBezTo>
                    <a:cubicBezTo>
                      <a:pt x="460" y="1817"/>
                      <a:pt x="455" y="1821"/>
                      <a:pt x="455" y="1821"/>
                    </a:cubicBezTo>
                    <a:cubicBezTo>
                      <a:pt x="447" y="1821"/>
                      <a:pt x="445" y="1824"/>
                      <a:pt x="441" y="1827"/>
                    </a:cubicBezTo>
                    <a:cubicBezTo>
                      <a:pt x="435" y="1832"/>
                      <a:pt x="426" y="1838"/>
                      <a:pt x="420" y="1842"/>
                    </a:cubicBezTo>
                    <a:cubicBezTo>
                      <a:pt x="416" y="1842"/>
                      <a:pt x="416" y="1846"/>
                      <a:pt x="416" y="1846"/>
                    </a:cubicBezTo>
                    <a:cubicBezTo>
                      <a:pt x="409" y="1846"/>
                      <a:pt x="406" y="1848"/>
                      <a:pt x="403" y="1852"/>
                    </a:cubicBezTo>
                    <a:cubicBezTo>
                      <a:pt x="389" y="1862"/>
                      <a:pt x="375" y="1871"/>
                      <a:pt x="361" y="1881"/>
                    </a:cubicBezTo>
                    <a:cubicBezTo>
                      <a:pt x="357" y="1881"/>
                      <a:pt x="357" y="1884"/>
                      <a:pt x="357" y="1884"/>
                    </a:cubicBezTo>
                    <a:cubicBezTo>
                      <a:pt x="236" y="1961"/>
                      <a:pt x="119" y="2041"/>
                      <a:pt x="0" y="2120"/>
                    </a:cubicBezTo>
                    <a:cubicBezTo>
                      <a:pt x="76" y="2083"/>
                      <a:pt x="156" y="2048"/>
                      <a:pt x="232" y="2013"/>
                    </a:cubicBezTo>
                    <a:cubicBezTo>
                      <a:pt x="239" y="2011"/>
                      <a:pt x="245" y="2007"/>
                      <a:pt x="251" y="2005"/>
                    </a:cubicBezTo>
                    <a:lnTo>
                      <a:pt x="253" y="2005"/>
                    </a:lnTo>
                    <a:cubicBezTo>
                      <a:pt x="259" y="2001"/>
                      <a:pt x="267" y="1998"/>
                      <a:pt x="274" y="1997"/>
                    </a:cubicBezTo>
                    <a:cubicBezTo>
                      <a:pt x="318" y="1976"/>
                      <a:pt x="361" y="1958"/>
                      <a:pt x="403" y="1941"/>
                    </a:cubicBezTo>
                    <a:lnTo>
                      <a:pt x="403" y="1938"/>
                    </a:lnTo>
                    <a:cubicBezTo>
                      <a:pt x="420" y="1931"/>
                      <a:pt x="437" y="1924"/>
                      <a:pt x="451" y="1920"/>
                    </a:cubicBezTo>
                    <a:cubicBezTo>
                      <a:pt x="455" y="1918"/>
                      <a:pt x="457" y="1918"/>
                      <a:pt x="462" y="1914"/>
                    </a:cubicBezTo>
                    <a:cubicBezTo>
                      <a:pt x="466" y="1914"/>
                      <a:pt x="468" y="1910"/>
                      <a:pt x="472" y="1910"/>
                    </a:cubicBezTo>
                    <a:cubicBezTo>
                      <a:pt x="474" y="1908"/>
                      <a:pt x="475" y="1908"/>
                      <a:pt x="476" y="1908"/>
                    </a:cubicBezTo>
                    <a:cubicBezTo>
                      <a:pt x="476" y="1908"/>
                      <a:pt x="476" y="1908"/>
                      <a:pt x="476" y="1910"/>
                    </a:cubicBezTo>
                    <a:cubicBezTo>
                      <a:pt x="482" y="1907"/>
                      <a:pt x="490" y="1904"/>
                      <a:pt x="497" y="1900"/>
                    </a:cubicBezTo>
                    <a:lnTo>
                      <a:pt x="504" y="1900"/>
                    </a:lnTo>
                    <a:cubicBezTo>
                      <a:pt x="508" y="1898"/>
                      <a:pt x="511" y="1893"/>
                      <a:pt x="514" y="1893"/>
                    </a:cubicBezTo>
                    <a:cubicBezTo>
                      <a:pt x="522" y="1891"/>
                      <a:pt x="529" y="1887"/>
                      <a:pt x="533" y="1887"/>
                    </a:cubicBezTo>
                    <a:cubicBezTo>
                      <a:pt x="533" y="1887"/>
                      <a:pt x="533" y="1883"/>
                      <a:pt x="537" y="1883"/>
                    </a:cubicBezTo>
                    <a:lnTo>
                      <a:pt x="547" y="1883"/>
                    </a:lnTo>
                    <a:lnTo>
                      <a:pt x="551" y="1879"/>
                    </a:lnTo>
                    <a:cubicBezTo>
                      <a:pt x="562" y="1873"/>
                      <a:pt x="573" y="1869"/>
                      <a:pt x="579" y="1869"/>
                    </a:cubicBezTo>
                    <a:cubicBezTo>
                      <a:pt x="587" y="1867"/>
                      <a:pt x="590" y="1862"/>
                      <a:pt x="594" y="1862"/>
                    </a:cubicBezTo>
                    <a:cubicBezTo>
                      <a:pt x="604" y="1855"/>
                      <a:pt x="614" y="1852"/>
                      <a:pt x="625" y="1848"/>
                    </a:cubicBezTo>
                    <a:lnTo>
                      <a:pt x="629" y="1848"/>
                    </a:lnTo>
                    <a:cubicBezTo>
                      <a:pt x="630" y="1847"/>
                      <a:pt x="630" y="1847"/>
                      <a:pt x="631" y="1847"/>
                    </a:cubicBezTo>
                    <a:cubicBezTo>
                      <a:pt x="632" y="1847"/>
                      <a:pt x="632" y="1848"/>
                      <a:pt x="632" y="1848"/>
                    </a:cubicBezTo>
                    <a:cubicBezTo>
                      <a:pt x="671" y="1832"/>
                      <a:pt x="708" y="1814"/>
                      <a:pt x="746" y="1804"/>
                    </a:cubicBezTo>
                    <a:cubicBezTo>
                      <a:pt x="754" y="1796"/>
                      <a:pt x="761" y="1793"/>
                      <a:pt x="768" y="1793"/>
                    </a:cubicBezTo>
                    <a:cubicBezTo>
                      <a:pt x="2265" y="1198"/>
                      <a:pt x="3829" y="913"/>
                      <a:pt x="5375" y="913"/>
                    </a:cubicBezTo>
                    <a:cubicBezTo>
                      <a:pt x="5405" y="913"/>
                      <a:pt x="5436" y="913"/>
                      <a:pt x="5466" y="913"/>
                    </a:cubicBezTo>
                    <a:lnTo>
                      <a:pt x="546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32"/>
              <p:cNvSpPr/>
              <p:nvPr/>
            </p:nvSpPr>
            <p:spPr>
              <a:xfrm>
                <a:off x="3162475" y="2791825"/>
                <a:ext cx="57350" cy="186975"/>
              </a:xfrm>
              <a:custGeom>
                <a:rect b="b" l="l" r="r" t="t"/>
                <a:pathLst>
                  <a:path extrusionOk="0" h="7479" w="2294">
                    <a:moveTo>
                      <a:pt x="65" y="1"/>
                    </a:moveTo>
                    <a:cubicBezTo>
                      <a:pt x="1" y="2243"/>
                      <a:pt x="538" y="4529"/>
                      <a:pt x="1743" y="6615"/>
                    </a:cubicBezTo>
                    <a:cubicBezTo>
                      <a:pt x="1760" y="6647"/>
                      <a:pt x="1778" y="6678"/>
                      <a:pt x="1798" y="6709"/>
                    </a:cubicBezTo>
                    <a:cubicBezTo>
                      <a:pt x="1813" y="6734"/>
                      <a:pt x="1827" y="6760"/>
                      <a:pt x="1848" y="6785"/>
                    </a:cubicBezTo>
                    <a:cubicBezTo>
                      <a:pt x="1870" y="6826"/>
                      <a:pt x="1892" y="6869"/>
                      <a:pt x="1921" y="6910"/>
                    </a:cubicBezTo>
                    <a:cubicBezTo>
                      <a:pt x="1925" y="6916"/>
                      <a:pt x="1928" y="6924"/>
                      <a:pt x="1936" y="6931"/>
                    </a:cubicBezTo>
                    <a:cubicBezTo>
                      <a:pt x="1936" y="6935"/>
                      <a:pt x="1936" y="6937"/>
                      <a:pt x="1942" y="6941"/>
                    </a:cubicBezTo>
                    <a:cubicBezTo>
                      <a:pt x="1939" y="6944"/>
                      <a:pt x="1942" y="6944"/>
                      <a:pt x="1946" y="6947"/>
                    </a:cubicBezTo>
                    <a:cubicBezTo>
                      <a:pt x="1949" y="6954"/>
                      <a:pt x="1952" y="6962"/>
                      <a:pt x="1956" y="6968"/>
                    </a:cubicBezTo>
                    <a:cubicBezTo>
                      <a:pt x="1959" y="6972"/>
                      <a:pt x="1962" y="6978"/>
                      <a:pt x="1967" y="6982"/>
                    </a:cubicBezTo>
                    <a:cubicBezTo>
                      <a:pt x="1967" y="6985"/>
                      <a:pt x="1967" y="6985"/>
                      <a:pt x="1970" y="6988"/>
                    </a:cubicBezTo>
                    <a:lnTo>
                      <a:pt x="1974" y="6993"/>
                    </a:lnTo>
                    <a:cubicBezTo>
                      <a:pt x="1974" y="6997"/>
                      <a:pt x="1977" y="7003"/>
                      <a:pt x="1980" y="7007"/>
                    </a:cubicBezTo>
                    <a:lnTo>
                      <a:pt x="1982" y="7008"/>
                    </a:lnTo>
                    <a:cubicBezTo>
                      <a:pt x="1984" y="7011"/>
                      <a:pt x="1984" y="7013"/>
                      <a:pt x="1984" y="7013"/>
                    </a:cubicBezTo>
                    <a:cubicBezTo>
                      <a:pt x="1987" y="7016"/>
                      <a:pt x="1987" y="7019"/>
                      <a:pt x="1990" y="7019"/>
                    </a:cubicBezTo>
                    <a:cubicBezTo>
                      <a:pt x="1994" y="7028"/>
                      <a:pt x="1997" y="7034"/>
                      <a:pt x="2001" y="7038"/>
                    </a:cubicBezTo>
                    <a:cubicBezTo>
                      <a:pt x="2005" y="7044"/>
                      <a:pt x="2008" y="7052"/>
                      <a:pt x="2011" y="7059"/>
                    </a:cubicBezTo>
                    <a:lnTo>
                      <a:pt x="2015" y="7059"/>
                    </a:lnTo>
                    <a:cubicBezTo>
                      <a:pt x="2018" y="7067"/>
                      <a:pt x="2018" y="7069"/>
                      <a:pt x="2021" y="7073"/>
                    </a:cubicBezTo>
                    <a:cubicBezTo>
                      <a:pt x="2021" y="7077"/>
                      <a:pt x="2025" y="7077"/>
                      <a:pt x="2025" y="7077"/>
                    </a:cubicBezTo>
                    <a:cubicBezTo>
                      <a:pt x="2036" y="7091"/>
                      <a:pt x="2044" y="7104"/>
                      <a:pt x="2054" y="7118"/>
                    </a:cubicBezTo>
                    <a:lnTo>
                      <a:pt x="2054" y="7122"/>
                    </a:lnTo>
                    <a:cubicBezTo>
                      <a:pt x="2133" y="7244"/>
                      <a:pt x="2213" y="7362"/>
                      <a:pt x="2294" y="7479"/>
                    </a:cubicBezTo>
                    <a:cubicBezTo>
                      <a:pt x="2262" y="7414"/>
                      <a:pt x="2231" y="7343"/>
                      <a:pt x="2200" y="7277"/>
                    </a:cubicBezTo>
                    <a:cubicBezTo>
                      <a:pt x="2189" y="7256"/>
                      <a:pt x="2181" y="7235"/>
                      <a:pt x="2171" y="7214"/>
                    </a:cubicBezTo>
                    <a:cubicBezTo>
                      <a:pt x="2149" y="7166"/>
                      <a:pt x="2129" y="7121"/>
                      <a:pt x="2108" y="7075"/>
                    </a:cubicBezTo>
                    <a:cubicBezTo>
                      <a:pt x="2102" y="7058"/>
                      <a:pt x="2093" y="7044"/>
                      <a:pt x="2087" y="7030"/>
                    </a:cubicBezTo>
                    <a:cubicBezTo>
                      <a:pt x="2087" y="7022"/>
                      <a:pt x="2085" y="7016"/>
                      <a:pt x="2081" y="7012"/>
                    </a:cubicBezTo>
                    <a:cubicBezTo>
                      <a:pt x="2081" y="7008"/>
                      <a:pt x="2081" y="7006"/>
                      <a:pt x="2077" y="7002"/>
                    </a:cubicBezTo>
                    <a:cubicBezTo>
                      <a:pt x="2073" y="6992"/>
                      <a:pt x="2071" y="6983"/>
                      <a:pt x="2067" y="6977"/>
                    </a:cubicBezTo>
                    <a:lnTo>
                      <a:pt x="2067" y="6973"/>
                    </a:lnTo>
                    <a:cubicBezTo>
                      <a:pt x="2062" y="6971"/>
                      <a:pt x="2062" y="6967"/>
                      <a:pt x="2062" y="6967"/>
                    </a:cubicBezTo>
                    <a:cubicBezTo>
                      <a:pt x="2060" y="6961"/>
                      <a:pt x="2056" y="6952"/>
                      <a:pt x="2056" y="6946"/>
                    </a:cubicBezTo>
                    <a:lnTo>
                      <a:pt x="2052" y="6946"/>
                    </a:lnTo>
                    <a:cubicBezTo>
                      <a:pt x="2052" y="6946"/>
                      <a:pt x="2051" y="6946"/>
                      <a:pt x="2051" y="6945"/>
                    </a:cubicBezTo>
                    <a:cubicBezTo>
                      <a:pt x="2051" y="6944"/>
                      <a:pt x="2051" y="6944"/>
                      <a:pt x="2052" y="6942"/>
                    </a:cubicBezTo>
                    <a:cubicBezTo>
                      <a:pt x="2052" y="6939"/>
                      <a:pt x="2049" y="6936"/>
                      <a:pt x="2049" y="6932"/>
                    </a:cubicBezTo>
                    <a:cubicBezTo>
                      <a:pt x="2049" y="6929"/>
                      <a:pt x="2045" y="6929"/>
                      <a:pt x="2045" y="6929"/>
                    </a:cubicBezTo>
                    <a:cubicBezTo>
                      <a:pt x="2041" y="6918"/>
                      <a:pt x="2039" y="6906"/>
                      <a:pt x="2035" y="6900"/>
                    </a:cubicBezTo>
                    <a:cubicBezTo>
                      <a:pt x="2032" y="6893"/>
                      <a:pt x="2032" y="6887"/>
                      <a:pt x="2028" y="6883"/>
                    </a:cubicBezTo>
                    <a:cubicBezTo>
                      <a:pt x="2024" y="6873"/>
                      <a:pt x="2021" y="6861"/>
                      <a:pt x="2018" y="6854"/>
                    </a:cubicBezTo>
                    <a:lnTo>
                      <a:pt x="2014" y="6854"/>
                    </a:lnTo>
                    <a:cubicBezTo>
                      <a:pt x="2000" y="6813"/>
                      <a:pt x="1983" y="6771"/>
                      <a:pt x="1964" y="6729"/>
                    </a:cubicBezTo>
                    <a:cubicBezTo>
                      <a:pt x="1962" y="6722"/>
                      <a:pt x="1962" y="6715"/>
                      <a:pt x="1958" y="6712"/>
                    </a:cubicBezTo>
                    <a:cubicBezTo>
                      <a:pt x="1094" y="4529"/>
                      <a:pt x="883" y="2209"/>
                      <a:pt x="12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32"/>
              <p:cNvSpPr/>
              <p:nvPr/>
            </p:nvSpPr>
            <p:spPr>
              <a:xfrm>
                <a:off x="3205100" y="2954350"/>
                <a:ext cx="61225" cy="224100"/>
              </a:xfrm>
              <a:custGeom>
                <a:rect b="b" l="l" r="r" t="t"/>
                <a:pathLst>
                  <a:path extrusionOk="0" h="8964" w="2449">
                    <a:moveTo>
                      <a:pt x="0" y="0"/>
                    </a:moveTo>
                    <a:lnTo>
                      <a:pt x="0" y="0"/>
                    </a:lnTo>
                    <a:cubicBezTo>
                      <a:pt x="31" y="69"/>
                      <a:pt x="67" y="136"/>
                      <a:pt x="94" y="206"/>
                    </a:cubicBezTo>
                    <a:cubicBezTo>
                      <a:pt x="105" y="227"/>
                      <a:pt x="115" y="248"/>
                      <a:pt x="125" y="269"/>
                    </a:cubicBezTo>
                    <a:cubicBezTo>
                      <a:pt x="144" y="314"/>
                      <a:pt x="165" y="358"/>
                      <a:pt x="185" y="404"/>
                    </a:cubicBezTo>
                    <a:cubicBezTo>
                      <a:pt x="191" y="422"/>
                      <a:pt x="200" y="439"/>
                      <a:pt x="206" y="453"/>
                    </a:cubicBezTo>
                    <a:cubicBezTo>
                      <a:pt x="206" y="461"/>
                      <a:pt x="210" y="464"/>
                      <a:pt x="210" y="467"/>
                    </a:cubicBezTo>
                    <a:lnTo>
                      <a:pt x="213" y="467"/>
                    </a:lnTo>
                    <a:lnTo>
                      <a:pt x="213" y="471"/>
                    </a:lnTo>
                    <a:cubicBezTo>
                      <a:pt x="213" y="474"/>
                      <a:pt x="217" y="478"/>
                      <a:pt x="217" y="478"/>
                    </a:cubicBezTo>
                    <a:cubicBezTo>
                      <a:pt x="220" y="485"/>
                      <a:pt x="220" y="492"/>
                      <a:pt x="223" y="496"/>
                    </a:cubicBezTo>
                    <a:cubicBezTo>
                      <a:pt x="223" y="498"/>
                      <a:pt x="227" y="502"/>
                      <a:pt x="227" y="502"/>
                    </a:cubicBezTo>
                    <a:cubicBezTo>
                      <a:pt x="227" y="506"/>
                      <a:pt x="232" y="508"/>
                      <a:pt x="232" y="512"/>
                    </a:cubicBezTo>
                    <a:cubicBezTo>
                      <a:pt x="236" y="523"/>
                      <a:pt x="238" y="531"/>
                      <a:pt x="242" y="537"/>
                    </a:cubicBezTo>
                    <a:cubicBezTo>
                      <a:pt x="242" y="541"/>
                      <a:pt x="246" y="543"/>
                      <a:pt x="246" y="547"/>
                    </a:cubicBezTo>
                    <a:cubicBezTo>
                      <a:pt x="246" y="551"/>
                      <a:pt x="250" y="551"/>
                      <a:pt x="250" y="551"/>
                    </a:cubicBezTo>
                    <a:cubicBezTo>
                      <a:pt x="253" y="562"/>
                      <a:pt x="257" y="572"/>
                      <a:pt x="260" y="579"/>
                    </a:cubicBezTo>
                    <a:cubicBezTo>
                      <a:pt x="263" y="588"/>
                      <a:pt x="263" y="590"/>
                      <a:pt x="267" y="594"/>
                    </a:cubicBezTo>
                    <a:cubicBezTo>
                      <a:pt x="269" y="600"/>
                      <a:pt x="269" y="608"/>
                      <a:pt x="273" y="614"/>
                    </a:cubicBezTo>
                    <a:cubicBezTo>
                      <a:pt x="276" y="618"/>
                      <a:pt x="276" y="621"/>
                      <a:pt x="279" y="625"/>
                    </a:cubicBezTo>
                    <a:cubicBezTo>
                      <a:pt x="294" y="664"/>
                      <a:pt x="307" y="701"/>
                      <a:pt x="324" y="739"/>
                    </a:cubicBezTo>
                    <a:lnTo>
                      <a:pt x="324" y="743"/>
                    </a:lnTo>
                    <a:cubicBezTo>
                      <a:pt x="325" y="749"/>
                      <a:pt x="329" y="754"/>
                      <a:pt x="331" y="757"/>
                    </a:cubicBezTo>
                    <a:lnTo>
                      <a:pt x="331" y="760"/>
                    </a:lnTo>
                    <a:cubicBezTo>
                      <a:pt x="1393" y="3440"/>
                      <a:pt x="1471" y="6327"/>
                      <a:pt x="685" y="8963"/>
                    </a:cubicBezTo>
                    <a:cubicBezTo>
                      <a:pt x="708" y="8959"/>
                      <a:pt x="734" y="8957"/>
                      <a:pt x="760" y="8953"/>
                    </a:cubicBezTo>
                    <a:cubicBezTo>
                      <a:pt x="853" y="8941"/>
                      <a:pt x="945" y="8925"/>
                      <a:pt x="1036" y="8906"/>
                    </a:cubicBezTo>
                    <a:cubicBezTo>
                      <a:pt x="1136" y="8886"/>
                      <a:pt x="1235" y="8864"/>
                      <a:pt x="1335" y="8838"/>
                    </a:cubicBezTo>
                    <a:cubicBezTo>
                      <a:pt x="1466" y="8804"/>
                      <a:pt x="1595" y="8766"/>
                      <a:pt x="1723" y="8722"/>
                    </a:cubicBezTo>
                    <a:cubicBezTo>
                      <a:pt x="1870" y="8672"/>
                      <a:pt x="2013" y="8615"/>
                      <a:pt x="2152" y="8554"/>
                    </a:cubicBezTo>
                    <a:cubicBezTo>
                      <a:pt x="2448" y="5975"/>
                      <a:pt x="1949" y="3282"/>
                      <a:pt x="550" y="861"/>
                    </a:cubicBezTo>
                    <a:cubicBezTo>
                      <a:pt x="534" y="830"/>
                      <a:pt x="515" y="799"/>
                      <a:pt x="495" y="770"/>
                    </a:cubicBezTo>
                    <a:cubicBezTo>
                      <a:pt x="480" y="743"/>
                      <a:pt x="467" y="719"/>
                      <a:pt x="446" y="695"/>
                    </a:cubicBezTo>
                    <a:cubicBezTo>
                      <a:pt x="426" y="652"/>
                      <a:pt x="401" y="607"/>
                      <a:pt x="370" y="566"/>
                    </a:cubicBezTo>
                    <a:cubicBezTo>
                      <a:pt x="370" y="559"/>
                      <a:pt x="366" y="551"/>
                      <a:pt x="360" y="545"/>
                    </a:cubicBezTo>
                    <a:lnTo>
                      <a:pt x="355" y="545"/>
                    </a:lnTo>
                    <a:cubicBezTo>
                      <a:pt x="360" y="545"/>
                      <a:pt x="355" y="541"/>
                      <a:pt x="355" y="541"/>
                    </a:cubicBezTo>
                    <a:cubicBezTo>
                      <a:pt x="355" y="541"/>
                      <a:pt x="359" y="540"/>
                      <a:pt x="355" y="538"/>
                    </a:cubicBezTo>
                    <a:lnTo>
                      <a:pt x="351" y="538"/>
                    </a:lnTo>
                    <a:cubicBezTo>
                      <a:pt x="354" y="536"/>
                      <a:pt x="351" y="536"/>
                      <a:pt x="348" y="532"/>
                    </a:cubicBezTo>
                    <a:cubicBezTo>
                      <a:pt x="348" y="526"/>
                      <a:pt x="340" y="514"/>
                      <a:pt x="334" y="507"/>
                    </a:cubicBezTo>
                    <a:cubicBezTo>
                      <a:pt x="334" y="504"/>
                      <a:pt x="330" y="497"/>
                      <a:pt x="323" y="494"/>
                    </a:cubicBezTo>
                    <a:cubicBezTo>
                      <a:pt x="325" y="491"/>
                      <a:pt x="323" y="491"/>
                      <a:pt x="319" y="486"/>
                    </a:cubicBezTo>
                    <a:lnTo>
                      <a:pt x="315" y="483"/>
                    </a:lnTo>
                    <a:cubicBezTo>
                      <a:pt x="315" y="479"/>
                      <a:pt x="313" y="473"/>
                      <a:pt x="309" y="469"/>
                    </a:cubicBezTo>
                    <a:cubicBezTo>
                      <a:pt x="309" y="466"/>
                      <a:pt x="309" y="463"/>
                      <a:pt x="305" y="463"/>
                    </a:cubicBezTo>
                    <a:cubicBezTo>
                      <a:pt x="305" y="460"/>
                      <a:pt x="299" y="455"/>
                      <a:pt x="299" y="455"/>
                    </a:cubicBezTo>
                    <a:cubicBezTo>
                      <a:pt x="299" y="449"/>
                      <a:pt x="296" y="443"/>
                      <a:pt x="292" y="439"/>
                    </a:cubicBezTo>
                    <a:cubicBezTo>
                      <a:pt x="288" y="432"/>
                      <a:pt x="284" y="424"/>
                      <a:pt x="278" y="421"/>
                    </a:cubicBezTo>
                    <a:cubicBezTo>
                      <a:pt x="278" y="417"/>
                      <a:pt x="274" y="417"/>
                      <a:pt x="274" y="417"/>
                    </a:cubicBezTo>
                    <a:cubicBezTo>
                      <a:pt x="274" y="413"/>
                      <a:pt x="274" y="411"/>
                      <a:pt x="270" y="407"/>
                    </a:cubicBezTo>
                    <a:cubicBezTo>
                      <a:pt x="270" y="404"/>
                      <a:pt x="264" y="401"/>
                      <a:pt x="264" y="401"/>
                    </a:cubicBezTo>
                    <a:cubicBezTo>
                      <a:pt x="257" y="387"/>
                      <a:pt x="247" y="373"/>
                      <a:pt x="237" y="359"/>
                    </a:cubicBezTo>
                    <a:lnTo>
                      <a:pt x="237" y="355"/>
                    </a:lnTo>
                    <a:cubicBezTo>
                      <a:pt x="160" y="233"/>
                      <a:pt x="81"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32"/>
              <p:cNvSpPr/>
              <p:nvPr/>
            </p:nvSpPr>
            <p:spPr>
              <a:xfrm>
                <a:off x="3075950" y="2954175"/>
                <a:ext cx="143450" cy="142575"/>
              </a:xfrm>
              <a:custGeom>
                <a:rect b="b" l="l" r="r" t="t"/>
                <a:pathLst>
                  <a:path extrusionOk="0" h="5703" w="5738">
                    <a:moveTo>
                      <a:pt x="5737" y="0"/>
                    </a:moveTo>
                    <a:cubicBezTo>
                      <a:pt x="5688" y="69"/>
                      <a:pt x="5639" y="139"/>
                      <a:pt x="5598" y="199"/>
                    </a:cubicBezTo>
                    <a:cubicBezTo>
                      <a:pt x="5587" y="213"/>
                      <a:pt x="5579" y="227"/>
                      <a:pt x="5569" y="241"/>
                    </a:cubicBezTo>
                    <a:cubicBezTo>
                      <a:pt x="5541" y="280"/>
                      <a:pt x="5514" y="317"/>
                      <a:pt x="5485" y="356"/>
                    </a:cubicBezTo>
                    <a:lnTo>
                      <a:pt x="5481" y="356"/>
                    </a:lnTo>
                    <a:cubicBezTo>
                      <a:pt x="5474" y="370"/>
                      <a:pt x="5464" y="380"/>
                      <a:pt x="5453" y="394"/>
                    </a:cubicBezTo>
                    <a:cubicBezTo>
                      <a:pt x="5449" y="401"/>
                      <a:pt x="5447" y="405"/>
                      <a:pt x="5443" y="411"/>
                    </a:cubicBezTo>
                    <a:lnTo>
                      <a:pt x="5437" y="415"/>
                    </a:lnTo>
                    <a:lnTo>
                      <a:pt x="5437" y="419"/>
                    </a:lnTo>
                    <a:lnTo>
                      <a:pt x="5433" y="419"/>
                    </a:lnTo>
                    <a:cubicBezTo>
                      <a:pt x="5433" y="426"/>
                      <a:pt x="5426" y="434"/>
                      <a:pt x="5422" y="437"/>
                    </a:cubicBezTo>
                    <a:cubicBezTo>
                      <a:pt x="5422" y="441"/>
                      <a:pt x="5422" y="441"/>
                      <a:pt x="5418" y="441"/>
                    </a:cubicBezTo>
                    <a:cubicBezTo>
                      <a:pt x="5418" y="445"/>
                      <a:pt x="5416" y="447"/>
                      <a:pt x="5412" y="451"/>
                    </a:cubicBezTo>
                    <a:cubicBezTo>
                      <a:pt x="5408" y="459"/>
                      <a:pt x="5404" y="466"/>
                      <a:pt x="5398" y="470"/>
                    </a:cubicBezTo>
                    <a:lnTo>
                      <a:pt x="5398" y="473"/>
                    </a:lnTo>
                    <a:lnTo>
                      <a:pt x="5393" y="473"/>
                    </a:lnTo>
                    <a:cubicBezTo>
                      <a:pt x="5393" y="476"/>
                      <a:pt x="5390" y="480"/>
                      <a:pt x="5390" y="480"/>
                    </a:cubicBezTo>
                    <a:cubicBezTo>
                      <a:pt x="5390" y="483"/>
                      <a:pt x="5386" y="483"/>
                      <a:pt x="5386" y="483"/>
                    </a:cubicBezTo>
                    <a:cubicBezTo>
                      <a:pt x="5379" y="493"/>
                      <a:pt x="5376" y="502"/>
                      <a:pt x="5366" y="508"/>
                    </a:cubicBezTo>
                    <a:cubicBezTo>
                      <a:pt x="5366" y="512"/>
                      <a:pt x="5362" y="514"/>
                      <a:pt x="5358" y="518"/>
                    </a:cubicBezTo>
                    <a:cubicBezTo>
                      <a:pt x="5352" y="528"/>
                      <a:pt x="5345" y="540"/>
                      <a:pt x="5338" y="547"/>
                    </a:cubicBezTo>
                    <a:lnTo>
                      <a:pt x="5338" y="550"/>
                    </a:lnTo>
                    <a:lnTo>
                      <a:pt x="5335" y="550"/>
                    </a:lnTo>
                    <a:cubicBezTo>
                      <a:pt x="5311" y="585"/>
                      <a:pt x="5286" y="616"/>
                      <a:pt x="5262" y="647"/>
                    </a:cubicBezTo>
                    <a:cubicBezTo>
                      <a:pt x="5258" y="651"/>
                      <a:pt x="5255" y="657"/>
                      <a:pt x="5252" y="662"/>
                    </a:cubicBezTo>
                    <a:cubicBezTo>
                      <a:pt x="3841" y="2441"/>
                      <a:pt x="2018" y="3757"/>
                      <a:pt x="0" y="4544"/>
                    </a:cubicBezTo>
                    <a:cubicBezTo>
                      <a:pt x="4" y="4574"/>
                      <a:pt x="10" y="4605"/>
                      <a:pt x="15" y="4635"/>
                    </a:cubicBezTo>
                    <a:cubicBezTo>
                      <a:pt x="27" y="4714"/>
                      <a:pt x="43" y="4795"/>
                      <a:pt x="59" y="4873"/>
                    </a:cubicBezTo>
                    <a:cubicBezTo>
                      <a:pt x="121" y="5160"/>
                      <a:pt x="207" y="5436"/>
                      <a:pt x="312" y="5703"/>
                    </a:cubicBezTo>
                    <a:cubicBezTo>
                      <a:pt x="2313" y="4637"/>
                      <a:pt x="4050" y="3015"/>
                      <a:pt x="5269" y="905"/>
                    </a:cubicBezTo>
                    <a:cubicBezTo>
                      <a:pt x="5289" y="868"/>
                      <a:pt x="5310" y="833"/>
                      <a:pt x="5331" y="795"/>
                    </a:cubicBezTo>
                    <a:cubicBezTo>
                      <a:pt x="5333" y="791"/>
                      <a:pt x="5336" y="786"/>
                      <a:pt x="5338" y="781"/>
                    </a:cubicBezTo>
                    <a:cubicBezTo>
                      <a:pt x="5346" y="767"/>
                      <a:pt x="5353" y="751"/>
                      <a:pt x="5361" y="736"/>
                    </a:cubicBezTo>
                    <a:cubicBezTo>
                      <a:pt x="5384" y="692"/>
                      <a:pt x="5409" y="646"/>
                      <a:pt x="5434" y="601"/>
                    </a:cubicBezTo>
                    <a:cubicBezTo>
                      <a:pt x="5436" y="597"/>
                      <a:pt x="5438" y="595"/>
                      <a:pt x="5440" y="590"/>
                    </a:cubicBezTo>
                    <a:cubicBezTo>
                      <a:pt x="5443" y="586"/>
                      <a:pt x="5443" y="583"/>
                      <a:pt x="5446" y="576"/>
                    </a:cubicBezTo>
                    <a:lnTo>
                      <a:pt x="5446" y="573"/>
                    </a:lnTo>
                    <a:lnTo>
                      <a:pt x="5453" y="566"/>
                    </a:lnTo>
                    <a:cubicBezTo>
                      <a:pt x="5456" y="559"/>
                      <a:pt x="5460" y="552"/>
                      <a:pt x="5464" y="545"/>
                    </a:cubicBezTo>
                    <a:cubicBezTo>
                      <a:pt x="5466" y="542"/>
                      <a:pt x="5470" y="534"/>
                      <a:pt x="5470" y="527"/>
                    </a:cubicBezTo>
                    <a:cubicBezTo>
                      <a:pt x="5472" y="523"/>
                      <a:pt x="5476" y="521"/>
                      <a:pt x="5476" y="517"/>
                    </a:cubicBezTo>
                    <a:cubicBezTo>
                      <a:pt x="5480" y="517"/>
                      <a:pt x="5480" y="514"/>
                      <a:pt x="5480" y="511"/>
                    </a:cubicBezTo>
                    <a:lnTo>
                      <a:pt x="5484" y="511"/>
                    </a:lnTo>
                    <a:lnTo>
                      <a:pt x="5484" y="504"/>
                    </a:lnTo>
                    <a:cubicBezTo>
                      <a:pt x="5487" y="504"/>
                      <a:pt x="5487" y="502"/>
                      <a:pt x="5487" y="498"/>
                    </a:cubicBezTo>
                    <a:cubicBezTo>
                      <a:pt x="5490" y="498"/>
                      <a:pt x="5490" y="495"/>
                      <a:pt x="5495" y="491"/>
                    </a:cubicBezTo>
                    <a:cubicBezTo>
                      <a:pt x="5495" y="487"/>
                      <a:pt x="5497" y="480"/>
                      <a:pt x="5501" y="473"/>
                    </a:cubicBezTo>
                    <a:cubicBezTo>
                      <a:pt x="5505" y="467"/>
                      <a:pt x="5508" y="459"/>
                      <a:pt x="5515" y="452"/>
                    </a:cubicBezTo>
                    <a:lnTo>
                      <a:pt x="5513" y="452"/>
                    </a:lnTo>
                    <a:lnTo>
                      <a:pt x="5513" y="451"/>
                    </a:lnTo>
                    <a:lnTo>
                      <a:pt x="5515" y="450"/>
                    </a:lnTo>
                    <a:cubicBezTo>
                      <a:pt x="5515" y="446"/>
                      <a:pt x="5517" y="442"/>
                      <a:pt x="5521" y="436"/>
                    </a:cubicBezTo>
                    <a:lnTo>
                      <a:pt x="5526" y="431"/>
                    </a:lnTo>
                    <a:cubicBezTo>
                      <a:pt x="5528" y="420"/>
                      <a:pt x="5536" y="408"/>
                      <a:pt x="5542" y="393"/>
                    </a:cubicBezTo>
                    <a:lnTo>
                      <a:pt x="5542" y="389"/>
                    </a:lnTo>
                    <a:cubicBezTo>
                      <a:pt x="5546" y="389"/>
                      <a:pt x="5546" y="389"/>
                      <a:pt x="5546" y="385"/>
                    </a:cubicBezTo>
                    <a:cubicBezTo>
                      <a:pt x="5612" y="256"/>
                      <a:pt x="5675" y="129"/>
                      <a:pt x="57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32"/>
              <p:cNvSpPr/>
              <p:nvPr/>
            </p:nvSpPr>
            <p:spPr>
              <a:xfrm>
                <a:off x="3205550" y="2838800"/>
                <a:ext cx="131250" cy="140225"/>
              </a:xfrm>
              <a:custGeom>
                <a:rect b="b" l="l" r="r" t="t"/>
                <a:pathLst>
                  <a:path extrusionOk="0" h="5609" w="5250">
                    <a:moveTo>
                      <a:pt x="5250" y="0"/>
                    </a:moveTo>
                    <a:cubicBezTo>
                      <a:pt x="3324" y="1067"/>
                      <a:pt x="1653" y="2654"/>
                      <a:pt x="474" y="4701"/>
                    </a:cubicBezTo>
                    <a:cubicBezTo>
                      <a:pt x="450" y="4740"/>
                      <a:pt x="429" y="4781"/>
                      <a:pt x="409" y="4819"/>
                    </a:cubicBezTo>
                    <a:cubicBezTo>
                      <a:pt x="398" y="4836"/>
                      <a:pt x="388" y="4855"/>
                      <a:pt x="378" y="4875"/>
                    </a:cubicBezTo>
                    <a:cubicBezTo>
                      <a:pt x="353" y="4917"/>
                      <a:pt x="328" y="4959"/>
                      <a:pt x="307" y="5004"/>
                    </a:cubicBezTo>
                    <a:cubicBezTo>
                      <a:pt x="303" y="5006"/>
                      <a:pt x="301" y="5014"/>
                      <a:pt x="297" y="5021"/>
                    </a:cubicBezTo>
                    <a:cubicBezTo>
                      <a:pt x="293" y="5025"/>
                      <a:pt x="293" y="5027"/>
                      <a:pt x="293" y="5031"/>
                    </a:cubicBezTo>
                    <a:cubicBezTo>
                      <a:pt x="293" y="5031"/>
                      <a:pt x="290" y="5031"/>
                      <a:pt x="290" y="5035"/>
                    </a:cubicBezTo>
                    <a:cubicBezTo>
                      <a:pt x="290" y="5035"/>
                      <a:pt x="286" y="5037"/>
                      <a:pt x="286" y="5041"/>
                    </a:cubicBezTo>
                    <a:cubicBezTo>
                      <a:pt x="282" y="5049"/>
                      <a:pt x="280" y="5056"/>
                      <a:pt x="276" y="5062"/>
                    </a:cubicBezTo>
                    <a:cubicBezTo>
                      <a:pt x="271" y="5065"/>
                      <a:pt x="269" y="5072"/>
                      <a:pt x="265" y="5079"/>
                    </a:cubicBezTo>
                    <a:cubicBezTo>
                      <a:pt x="261" y="5083"/>
                      <a:pt x="261" y="5086"/>
                      <a:pt x="261" y="5090"/>
                    </a:cubicBezTo>
                    <a:cubicBezTo>
                      <a:pt x="261" y="5090"/>
                      <a:pt x="257" y="5090"/>
                      <a:pt x="257" y="5093"/>
                    </a:cubicBezTo>
                    <a:cubicBezTo>
                      <a:pt x="255" y="5097"/>
                      <a:pt x="251" y="5105"/>
                      <a:pt x="251" y="5111"/>
                    </a:cubicBezTo>
                    <a:lnTo>
                      <a:pt x="247" y="5111"/>
                    </a:lnTo>
                    <a:cubicBezTo>
                      <a:pt x="247" y="5116"/>
                      <a:pt x="244" y="5118"/>
                      <a:pt x="244" y="5122"/>
                    </a:cubicBezTo>
                    <a:cubicBezTo>
                      <a:pt x="240" y="5126"/>
                      <a:pt x="236" y="5129"/>
                      <a:pt x="236" y="5136"/>
                    </a:cubicBezTo>
                    <a:cubicBezTo>
                      <a:pt x="229" y="5142"/>
                      <a:pt x="226" y="5150"/>
                      <a:pt x="223" y="5160"/>
                    </a:cubicBezTo>
                    <a:cubicBezTo>
                      <a:pt x="220" y="5164"/>
                      <a:pt x="220" y="5168"/>
                      <a:pt x="216" y="5174"/>
                    </a:cubicBezTo>
                    <a:lnTo>
                      <a:pt x="216" y="5179"/>
                    </a:lnTo>
                    <a:cubicBezTo>
                      <a:pt x="205" y="5191"/>
                      <a:pt x="198" y="5205"/>
                      <a:pt x="192" y="5220"/>
                    </a:cubicBezTo>
                    <a:lnTo>
                      <a:pt x="192" y="5224"/>
                    </a:lnTo>
                    <a:cubicBezTo>
                      <a:pt x="126" y="5353"/>
                      <a:pt x="63" y="5480"/>
                      <a:pt x="1" y="5609"/>
                    </a:cubicBezTo>
                    <a:cubicBezTo>
                      <a:pt x="45" y="5542"/>
                      <a:pt x="94" y="5477"/>
                      <a:pt x="142" y="5411"/>
                    </a:cubicBezTo>
                    <a:cubicBezTo>
                      <a:pt x="145" y="5407"/>
                      <a:pt x="148" y="5401"/>
                      <a:pt x="151" y="5397"/>
                    </a:cubicBezTo>
                    <a:cubicBezTo>
                      <a:pt x="156" y="5389"/>
                      <a:pt x="163" y="5379"/>
                      <a:pt x="169" y="5369"/>
                    </a:cubicBezTo>
                    <a:cubicBezTo>
                      <a:pt x="197" y="5330"/>
                      <a:pt x="225" y="5289"/>
                      <a:pt x="256" y="5251"/>
                    </a:cubicBezTo>
                    <a:lnTo>
                      <a:pt x="260" y="5247"/>
                    </a:lnTo>
                    <a:cubicBezTo>
                      <a:pt x="266" y="5232"/>
                      <a:pt x="277" y="5222"/>
                      <a:pt x="287" y="5208"/>
                    </a:cubicBezTo>
                    <a:cubicBezTo>
                      <a:pt x="291" y="5204"/>
                      <a:pt x="293" y="5198"/>
                      <a:pt x="297" y="5194"/>
                    </a:cubicBezTo>
                    <a:lnTo>
                      <a:pt x="301" y="5190"/>
                    </a:lnTo>
                    <a:cubicBezTo>
                      <a:pt x="301" y="5188"/>
                      <a:pt x="301" y="5188"/>
                      <a:pt x="305" y="5184"/>
                    </a:cubicBezTo>
                    <a:lnTo>
                      <a:pt x="309" y="5184"/>
                    </a:lnTo>
                    <a:cubicBezTo>
                      <a:pt x="309" y="5178"/>
                      <a:pt x="316" y="5173"/>
                      <a:pt x="319" y="5167"/>
                    </a:cubicBezTo>
                    <a:cubicBezTo>
                      <a:pt x="319" y="5167"/>
                      <a:pt x="319" y="5163"/>
                      <a:pt x="323" y="5163"/>
                    </a:cubicBezTo>
                    <a:cubicBezTo>
                      <a:pt x="323" y="5160"/>
                      <a:pt x="326" y="5160"/>
                      <a:pt x="329" y="5157"/>
                    </a:cubicBezTo>
                    <a:cubicBezTo>
                      <a:pt x="329" y="5149"/>
                      <a:pt x="336" y="5145"/>
                      <a:pt x="339" y="5138"/>
                    </a:cubicBezTo>
                    <a:cubicBezTo>
                      <a:pt x="339" y="5136"/>
                      <a:pt x="343" y="5136"/>
                      <a:pt x="347" y="5132"/>
                    </a:cubicBezTo>
                    <a:cubicBezTo>
                      <a:pt x="347" y="5129"/>
                      <a:pt x="347" y="5129"/>
                      <a:pt x="350" y="5126"/>
                    </a:cubicBezTo>
                    <a:cubicBezTo>
                      <a:pt x="350" y="5126"/>
                      <a:pt x="350" y="5122"/>
                      <a:pt x="354" y="5122"/>
                    </a:cubicBezTo>
                    <a:cubicBezTo>
                      <a:pt x="358" y="5116"/>
                      <a:pt x="365" y="5103"/>
                      <a:pt x="373" y="5097"/>
                    </a:cubicBezTo>
                    <a:lnTo>
                      <a:pt x="383" y="5087"/>
                    </a:lnTo>
                    <a:cubicBezTo>
                      <a:pt x="389" y="5076"/>
                      <a:pt x="397" y="5066"/>
                      <a:pt x="403" y="5056"/>
                    </a:cubicBezTo>
                    <a:lnTo>
                      <a:pt x="408" y="5056"/>
                    </a:lnTo>
                    <a:cubicBezTo>
                      <a:pt x="427" y="5025"/>
                      <a:pt x="455" y="4990"/>
                      <a:pt x="483" y="4959"/>
                    </a:cubicBezTo>
                    <a:cubicBezTo>
                      <a:pt x="483" y="4956"/>
                      <a:pt x="487" y="4948"/>
                      <a:pt x="493" y="4945"/>
                    </a:cubicBezTo>
                    <a:cubicBezTo>
                      <a:pt x="1783" y="3313"/>
                      <a:pt x="3427" y="2071"/>
                      <a:pt x="5250" y="1267"/>
                    </a:cubicBezTo>
                    <a:lnTo>
                      <a:pt x="525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32"/>
              <p:cNvSpPr/>
              <p:nvPr/>
            </p:nvSpPr>
            <p:spPr>
              <a:xfrm>
                <a:off x="3074400" y="2791850"/>
                <a:ext cx="150450" cy="181600"/>
              </a:xfrm>
              <a:custGeom>
                <a:rect b="b" l="l" r="r" t="t"/>
                <a:pathLst>
                  <a:path extrusionOk="0" h="7264" w="6018">
                    <a:moveTo>
                      <a:pt x="523" y="1"/>
                    </a:moveTo>
                    <a:cubicBezTo>
                      <a:pt x="343" y="129"/>
                      <a:pt x="170" y="264"/>
                      <a:pt x="0" y="406"/>
                    </a:cubicBezTo>
                    <a:lnTo>
                      <a:pt x="0" y="1203"/>
                    </a:lnTo>
                    <a:cubicBezTo>
                      <a:pt x="1049" y="3471"/>
                      <a:pt x="2786" y="5450"/>
                      <a:pt x="5115" y="6795"/>
                    </a:cubicBezTo>
                    <a:cubicBezTo>
                      <a:pt x="5147" y="6812"/>
                      <a:pt x="5178" y="6831"/>
                      <a:pt x="5209" y="6847"/>
                    </a:cubicBezTo>
                    <a:cubicBezTo>
                      <a:pt x="5216" y="6851"/>
                      <a:pt x="5222" y="6855"/>
                      <a:pt x="5227" y="6857"/>
                    </a:cubicBezTo>
                    <a:lnTo>
                      <a:pt x="5228" y="6857"/>
                    </a:lnTo>
                    <a:cubicBezTo>
                      <a:pt x="5247" y="6868"/>
                      <a:pt x="5266" y="6878"/>
                      <a:pt x="5286" y="6888"/>
                    </a:cubicBezTo>
                    <a:cubicBezTo>
                      <a:pt x="5332" y="6915"/>
                      <a:pt x="5377" y="6940"/>
                      <a:pt x="5422" y="6961"/>
                    </a:cubicBezTo>
                    <a:cubicBezTo>
                      <a:pt x="5423" y="6964"/>
                      <a:pt x="5426" y="6966"/>
                      <a:pt x="5429" y="6967"/>
                    </a:cubicBezTo>
                    <a:cubicBezTo>
                      <a:pt x="5430" y="6968"/>
                      <a:pt x="5431" y="6968"/>
                      <a:pt x="5433" y="6968"/>
                    </a:cubicBezTo>
                    <a:cubicBezTo>
                      <a:pt x="5435" y="6968"/>
                      <a:pt x="5437" y="6968"/>
                      <a:pt x="5439" y="6967"/>
                    </a:cubicBezTo>
                    <a:cubicBezTo>
                      <a:pt x="5439" y="6972"/>
                      <a:pt x="5439" y="6974"/>
                      <a:pt x="5440" y="6974"/>
                    </a:cubicBezTo>
                    <a:cubicBezTo>
                      <a:pt x="5440" y="6974"/>
                      <a:pt x="5441" y="6973"/>
                      <a:pt x="5443" y="6971"/>
                    </a:cubicBezTo>
                    <a:cubicBezTo>
                      <a:pt x="5443" y="6971"/>
                      <a:pt x="5444" y="6976"/>
                      <a:pt x="5447" y="6976"/>
                    </a:cubicBezTo>
                    <a:cubicBezTo>
                      <a:pt x="5448" y="6976"/>
                      <a:pt x="5448" y="6976"/>
                      <a:pt x="5449" y="6975"/>
                    </a:cubicBezTo>
                    <a:cubicBezTo>
                      <a:pt x="5449" y="6975"/>
                      <a:pt x="5451" y="6980"/>
                      <a:pt x="5453" y="6980"/>
                    </a:cubicBezTo>
                    <a:cubicBezTo>
                      <a:pt x="5454" y="6980"/>
                      <a:pt x="5455" y="6980"/>
                      <a:pt x="5455" y="6979"/>
                    </a:cubicBezTo>
                    <a:cubicBezTo>
                      <a:pt x="5462" y="6985"/>
                      <a:pt x="5470" y="6989"/>
                      <a:pt x="5476" y="6989"/>
                    </a:cubicBezTo>
                    <a:cubicBezTo>
                      <a:pt x="5480" y="6996"/>
                      <a:pt x="5484" y="7000"/>
                      <a:pt x="5491" y="7000"/>
                    </a:cubicBezTo>
                    <a:cubicBezTo>
                      <a:pt x="5491" y="7004"/>
                      <a:pt x="5493" y="7004"/>
                      <a:pt x="5497" y="7004"/>
                    </a:cubicBezTo>
                    <a:cubicBezTo>
                      <a:pt x="5497" y="7007"/>
                      <a:pt x="5500" y="7007"/>
                      <a:pt x="5504" y="7007"/>
                    </a:cubicBezTo>
                    <a:lnTo>
                      <a:pt x="5505" y="7009"/>
                    </a:lnTo>
                    <a:cubicBezTo>
                      <a:pt x="5507" y="7011"/>
                      <a:pt x="5511" y="7014"/>
                      <a:pt x="5514" y="7014"/>
                    </a:cubicBezTo>
                    <a:cubicBezTo>
                      <a:pt x="5517" y="7017"/>
                      <a:pt x="5520" y="7017"/>
                      <a:pt x="5525" y="7017"/>
                    </a:cubicBezTo>
                    <a:cubicBezTo>
                      <a:pt x="5525" y="7017"/>
                      <a:pt x="5527" y="7021"/>
                      <a:pt x="5531" y="7021"/>
                    </a:cubicBezTo>
                    <a:cubicBezTo>
                      <a:pt x="5534" y="7028"/>
                      <a:pt x="5542" y="7032"/>
                      <a:pt x="5548" y="7032"/>
                    </a:cubicBezTo>
                    <a:cubicBezTo>
                      <a:pt x="5556" y="7036"/>
                      <a:pt x="5563" y="7038"/>
                      <a:pt x="5569" y="7042"/>
                    </a:cubicBezTo>
                    <a:lnTo>
                      <a:pt x="5573" y="7042"/>
                    </a:lnTo>
                    <a:cubicBezTo>
                      <a:pt x="5577" y="7048"/>
                      <a:pt x="5579" y="7048"/>
                      <a:pt x="5583" y="7048"/>
                    </a:cubicBezTo>
                    <a:lnTo>
                      <a:pt x="5588" y="7048"/>
                    </a:lnTo>
                    <a:cubicBezTo>
                      <a:pt x="5602" y="7059"/>
                      <a:pt x="5615" y="7069"/>
                      <a:pt x="5633" y="7073"/>
                    </a:cubicBezTo>
                    <a:cubicBezTo>
                      <a:pt x="5762" y="7143"/>
                      <a:pt x="5889" y="7205"/>
                      <a:pt x="6018" y="7264"/>
                    </a:cubicBezTo>
                    <a:cubicBezTo>
                      <a:pt x="5955" y="7223"/>
                      <a:pt x="5896" y="7180"/>
                      <a:pt x="5839" y="7135"/>
                    </a:cubicBezTo>
                    <a:cubicBezTo>
                      <a:pt x="5819" y="7121"/>
                      <a:pt x="5800" y="7108"/>
                      <a:pt x="5780" y="7094"/>
                    </a:cubicBezTo>
                    <a:cubicBezTo>
                      <a:pt x="5742" y="7067"/>
                      <a:pt x="5701" y="7038"/>
                      <a:pt x="5662" y="7007"/>
                    </a:cubicBezTo>
                    <a:lnTo>
                      <a:pt x="5659" y="7007"/>
                    </a:lnTo>
                    <a:cubicBezTo>
                      <a:pt x="5644" y="6997"/>
                      <a:pt x="5634" y="6986"/>
                      <a:pt x="5620" y="6976"/>
                    </a:cubicBezTo>
                    <a:cubicBezTo>
                      <a:pt x="5615" y="6973"/>
                      <a:pt x="5609" y="6970"/>
                      <a:pt x="5605" y="6966"/>
                    </a:cubicBezTo>
                    <a:cubicBezTo>
                      <a:pt x="5604" y="6966"/>
                      <a:pt x="5602" y="6965"/>
                      <a:pt x="5600" y="6964"/>
                    </a:cubicBezTo>
                    <a:cubicBezTo>
                      <a:pt x="5598" y="6963"/>
                      <a:pt x="5597" y="6961"/>
                      <a:pt x="5595" y="6960"/>
                    </a:cubicBezTo>
                    <a:cubicBezTo>
                      <a:pt x="5592" y="6955"/>
                      <a:pt x="5584" y="6952"/>
                      <a:pt x="5581" y="6945"/>
                    </a:cubicBezTo>
                    <a:lnTo>
                      <a:pt x="5577" y="6945"/>
                    </a:lnTo>
                    <a:lnTo>
                      <a:pt x="5575" y="6944"/>
                    </a:lnTo>
                    <a:cubicBezTo>
                      <a:pt x="5573" y="6942"/>
                      <a:pt x="5569" y="6942"/>
                      <a:pt x="5567" y="6935"/>
                    </a:cubicBezTo>
                    <a:cubicBezTo>
                      <a:pt x="5559" y="6935"/>
                      <a:pt x="5556" y="6929"/>
                      <a:pt x="5548" y="6924"/>
                    </a:cubicBezTo>
                    <a:cubicBezTo>
                      <a:pt x="5548" y="6924"/>
                      <a:pt x="5544" y="6924"/>
                      <a:pt x="5544" y="6921"/>
                    </a:cubicBezTo>
                    <a:cubicBezTo>
                      <a:pt x="5541" y="6921"/>
                      <a:pt x="5538" y="6918"/>
                      <a:pt x="5534" y="6914"/>
                    </a:cubicBezTo>
                    <a:lnTo>
                      <a:pt x="5534" y="6911"/>
                    </a:lnTo>
                    <a:cubicBezTo>
                      <a:pt x="5527" y="6908"/>
                      <a:pt x="5516" y="6904"/>
                      <a:pt x="5510" y="6894"/>
                    </a:cubicBezTo>
                    <a:cubicBezTo>
                      <a:pt x="5504" y="6889"/>
                      <a:pt x="5500" y="6887"/>
                      <a:pt x="5493" y="6883"/>
                    </a:cubicBezTo>
                    <a:cubicBezTo>
                      <a:pt x="5482" y="6877"/>
                      <a:pt x="5476" y="6869"/>
                      <a:pt x="5466" y="6863"/>
                    </a:cubicBezTo>
                    <a:lnTo>
                      <a:pt x="5466" y="6858"/>
                    </a:lnTo>
                    <a:cubicBezTo>
                      <a:pt x="5434" y="6838"/>
                      <a:pt x="5403" y="6814"/>
                      <a:pt x="5372" y="6785"/>
                    </a:cubicBezTo>
                    <a:cubicBezTo>
                      <a:pt x="5366" y="6781"/>
                      <a:pt x="5362" y="6778"/>
                      <a:pt x="5355" y="6771"/>
                    </a:cubicBezTo>
                    <a:cubicBezTo>
                      <a:pt x="3140" y="5020"/>
                      <a:pt x="1640" y="2619"/>
                      <a:pt x="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32"/>
              <p:cNvSpPr/>
              <p:nvPr/>
            </p:nvSpPr>
            <p:spPr>
              <a:xfrm>
                <a:off x="3199975" y="2959675"/>
                <a:ext cx="133250" cy="155900"/>
              </a:xfrm>
              <a:custGeom>
                <a:rect b="b" l="l" r="r" t="t"/>
                <a:pathLst>
                  <a:path extrusionOk="0" h="6236" w="5330">
                    <a:moveTo>
                      <a:pt x="0" y="1"/>
                    </a:moveTo>
                    <a:lnTo>
                      <a:pt x="0" y="1"/>
                    </a:lnTo>
                    <a:cubicBezTo>
                      <a:pt x="64" y="42"/>
                      <a:pt x="126" y="88"/>
                      <a:pt x="185" y="133"/>
                    </a:cubicBezTo>
                    <a:cubicBezTo>
                      <a:pt x="190" y="135"/>
                      <a:pt x="197" y="138"/>
                      <a:pt x="201" y="142"/>
                    </a:cubicBezTo>
                    <a:cubicBezTo>
                      <a:pt x="201" y="143"/>
                      <a:pt x="203" y="143"/>
                      <a:pt x="203" y="143"/>
                    </a:cubicBezTo>
                    <a:cubicBezTo>
                      <a:pt x="216" y="153"/>
                      <a:pt x="229" y="161"/>
                      <a:pt x="241" y="171"/>
                    </a:cubicBezTo>
                    <a:cubicBezTo>
                      <a:pt x="282" y="199"/>
                      <a:pt x="320" y="231"/>
                      <a:pt x="361" y="258"/>
                    </a:cubicBezTo>
                    <a:lnTo>
                      <a:pt x="361" y="262"/>
                    </a:lnTo>
                    <a:cubicBezTo>
                      <a:pt x="376" y="269"/>
                      <a:pt x="386" y="280"/>
                      <a:pt x="400" y="290"/>
                    </a:cubicBezTo>
                    <a:cubicBezTo>
                      <a:pt x="405" y="294"/>
                      <a:pt x="411" y="297"/>
                      <a:pt x="415" y="300"/>
                    </a:cubicBezTo>
                    <a:cubicBezTo>
                      <a:pt x="416" y="300"/>
                      <a:pt x="417" y="302"/>
                      <a:pt x="420" y="303"/>
                    </a:cubicBezTo>
                    <a:cubicBezTo>
                      <a:pt x="422" y="304"/>
                      <a:pt x="423" y="305"/>
                      <a:pt x="425" y="307"/>
                    </a:cubicBezTo>
                    <a:lnTo>
                      <a:pt x="425" y="311"/>
                    </a:lnTo>
                    <a:cubicBezTo>
                      <a:pt x="431" y="311"/>
                      <a:pt x="439" y="319"/>
                      <a:pt x="446" y="325"/>
                    </a:cubicBezTo>
                    <a:cubicBezTo>
                      <a:pt x="449" y="325"/>
                      <a:pt x="452" y="328"/>
                      <a:pt x="456" y="331"/>
                    </a:cubicBezTo>
                    <a:cubicBezTo>
                      <a:pt x="463" y="335"/>
                      <a:pt x="467" y="338"/>
                      <a:pt x="470" y="342"/>
                    </a:cubicBezTo>
                    <a:cubicBezTo>
                      <a:pt x="474" y="342"/>
                      <a:pt x="474" y="342"/>
                      <a:pt x="474" y="346"/>
                    </a:cubicBezTo>
                    <a:cubicBezTo>
                      <a:pt x="478" y="346"/>
                      <a:pt x="481" y="349"/>
                      <a:pt x="484" y="352"/>
                    </a:cubicBezTo>
                    <a:lnTo>
                      <a:pt x="484" y="356"/>
                    </a:lnTo>
                    <a:cubicBezTo>
                      <a:pt x="486" y="354"/>
                      <a:pt x="487" y="353"/>
                      <a:pt x="488" y="353"/>
                    </a:cubicBezTo>
                    <a:cubicBezTo>
                      <a:pt x="488" y="353"/>
                      <a:pt x="488" y="354"/>
                      <a:pt x="488" y="356"/>
                    </a:cubicBezTo>
                    <a:cubicBezTo>
                      <a:pt x="499" y="360"/>
                      <a:pt x="507" y="367"/>
                      <a:pt x="513" y="375"/>
                    </a:cubicBezTo>
                    <a:cubicBezTo>
                      <a:pt x="520" y="378"/>
                      <a:pt x="523" y="381"/>
                      <a:pt x="527" y="385"/>
                    </a:cubicBezTo>
                    <a:cubicBezTo>
                      <a:pt x="538" y="391"/>
                      <a:pt x="549" y="398"/>
                      <a:pt x="555" y="405"/>
                    </a:cubicBezTo>
                    <a:lnTo>
                      <a:pt x="555" y="409"/>
                    </a:lnTo>
                    <a:cubicBezTo>
                      <a:pt x="589" y="429"/>
                      <a:pt x="621" y="457"/>
                      <a:pt x="652" y="485"/>
                    </a:cubicBezTo>
                    <a:cubicBezTo>
                      <a:pt x="658" y="489"/>
                      <a:pt x="667" y="493"/>
                      <a:pt x="673" y="499"/>
                    </a:cubicBezTo>
                    <a:cubicBezTo>
                      <a:pt x="2593" y="2017"/>
                      <a:pt x="3971" y="4025"/>
                      <a:pt x="4733" y="6235"/>
                    </a:cubicBezTo>
                    <a:cubicBezTo>
                      <a:pt x="4744" y="6214"/>
                      <a:pt x="4757" y="6194"/>
                      <a:pt x="4769" y="6173"/>
                    </a:cubicBezTo>
                    <a:cubicBezTo>
                      <a:pt x="4832" y="6063"/>
                      <a:pt x="4891" y="5952"/>
                      <a:pt x="4946" y="5839"/>
                    </a:cubicBezTo>
                    <a:cubicBezTo>
                      <a:pt x="5110" y="5500"/>
                      <a:pt x="5241" y="5143"/>
                      <a:pt x="5329" y="4770"/>
                    </a:cubicBezTo>
                    <a:cubicBezTo>
                      <a:pt x="4271" y="3048"/>
                      <a:pt x="2782" y="1557"/>
                      <a:pt x="906" y="473"/>
                    </a:cubicBezTo>
                    <a:cubicBezTo>
                      <a:pt x="874" y="455"/>
                      <a:pt x="843" y="437"/>
                      <a:pt x="812" y="421"/>
                    </a:cubicBezTo>
                    <a:cubicBezTo>
                      <a:pt x="783" y="402"/>
                      <a:pt x="755" y="390"/>
                      <a:pt x="729" y="376"/>
                    </a:cubicBezTo>
                    <a:cubicBezTo>
                      <a:pt x="685" y="347"/>
                      <a:pt x="644" y="327"/>
                      <a:pt x="600" y="305"/>
                    </a:cubicBezTo>
                    <a:cubicBezTo>
                      <a:pt x="592" y="299"/>
                      <a:pt x="585" y="295"/>
                      <a:pt x="579" y="295"/>
                    </a:cubicBezTo>
                    <a:cubicBezTo>
                      <a:pt x="579" y="295"/>
                      <a:pt x="576" y="289"/>
                      <a:pt x="572" y="289"/>
                    </a:cubicBezTo>
                    <a:cubicBezTo>
                      <a:pt x="572" y="289"/>
                      <a:pt x="570" y="285"/>
                      <a:pt x="566" y="285"/>
                    </a:cubicBezTo>
                    <a:cubicBezTo>
                      <a:pt x="559" y="282"/>
                      <a:pt x="551" y="279"/>
                      <a:pt x="545" y="274"/>
                    </a:cubicBezTo>
                    <a:cubicBezTo>
                      <a:pt x="541" y="272"/>
                      <a:pt x="538" y="268"/>
                      <a:pt x="530" y="268"/>
                    </a:cubicBezTo>
                    <a:cubicBezTo>
                      <a:pt x="527" y="266"/>
                      <a:pt x="524" y="262"/>
                      <a:pt x="520" y="262"/>
                    </a:cubicBezTo>
                    <a:cubicBezTo>
                      <a:pt x="520" y="262"/>
                      <a:pt x="518" y="258"/>
                      <a:pt x="514" y="258"/>
                    </a:cubicBezTo>
                    <a:cubicBezTo>
                      <a:pt x="510" y="256"/>
                      <a:pt x="508" y="256"/>
                      <a:pt x="504" y="252"/>
                    </a:cubicBezTo>
                    <a:cubicBezTo>
                      <a:pt x="504" y="252"/>
                      <a:pt x="502" y="252"/>
                      <a:pt x="497" y="248"/>
                    </a:cubicBezTo>
                    <a:cubicBezTo>
                      <a:pt x="493" y="248"/>
                      <a:pt x="491" y="243"/>
                      <a:pt x="487" y="243"/>
                    </a:cubicBezTo>
                    <a:cubicBezTo>
                      <a:pt x="484" y="240"/>
                      <a:pt x="477" y="237"/>
                      <a:pt x="470" y="233"/>
                    </a:cubicBezTo>
                    <a:cubicBezTo>
                      <a:pt x="468" y="230"/>
                      <a:pt x="459" y="227"/>
                      <a:pt x="453" y="223"/>
                    </a:cubicBezTo>
                    <a:lnTo>
                      <a:pt x="449" y="223"/>
                    </a:lnTo>
                    <a:cubicBezTo>
                      <a:pt x="446" y="221"/>
                      <a:pt x="442" y="221"/>
                      <a:pt x="436" y="217"/>
                    </a:cubicBezTo>
                    <a:cubicBezTo>
                      <a:pt x="421" y="210"/>
                      <a:pt x="407" y="199"/>
                      <a:pt x="390" y="192"/>
                    </a:cubicBezTo>
                    <a:lnTo>
                      <a:pt x="386" y="192"/>
                    </a:lnTo>
                    <a:cubicBezTo>
                      <a:pt x="257" y="127"/>
                      <a:pt x="129" y="65"/>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62" name="Google Shape;2462;p32"/>
          <p:cNvGrpSpPr/>
          <p:nvPr/>
        </p:nvGrpSpPr>
        <p:grpSpPr>
          <a:xfrm>
            <a:off x="272480" y="3199878"/>
            <a:ext cx="215033" cy="215222"/>
            <a:chOff x="5062659" y="967188"/>
            <a:chExt cx="109716" cy="109813"/>
          </a:xfrm>
        </p:grpSpPr>
        <p:sp>
          <p:nvSpPr>
            <p:cNvPr id="2463" name="Google Shape;2463;p32"/>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32"/>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32"/>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6" name="Google Shape;2466;p32"/>
          <p:cNvGrpSpPr/>
          <p:nvPr/>
        </p:nvGrpSpPr>
        <p:grpSpPr>
          <a:xfrm>
            <a:off x="7315631" y="222543"/>
            <a:ext cx="666705" cy="633930"/>
            <a:chOff x="5164484" y="526738"/>
            <a:chExt cx="133266" cy="126713"/>
          </a:xfrm>
        </p:grpSpPr>
        <p:sp>
          <p:nvSpPr>
            <p:cNvPr id="2467" name="Google Shape;2467;p32"/>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32"/>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2469" name="Shape 2469"/>
        <p:cNvGrpSpPr/>
        <p:nvPr/>
      </p:nvGrpSpPr>
      <p:grpSpPr>
        <a:xfrm>
          <a:off x="0" y="0"/>
          <a:ext cx="0" cy="0"/>
          <a:chOff x="0" y="0"/>
          <a:chExt cx="0" cy="0"/>
        </a:xfrm>
      </p:grpSpPr>
      <p:grpSp>
        <p:nvGrpSpPr>
          <p:cNvPr id="2470" name="Google Shape;2470;p33"/>
          <p:cNvGrpSpPr/>
          <p:nvPr/>
        </p:nvGrpSpPr>
        <p:grpSpPr>
          <a:xfrm>
            <a:off x="1578790" y="4630035"/>
            <a:ext cx="261189" cy="248344"/>
            <a:chOff x="5164484" y="526738"/>
            <a:chExt cx="133266" cy="126713"/>
          </a:xfrm>
        </p:grpSpPr>
        <p:sp>
          <p:nvSpPr>
            <p:cNvPr id="2471" name="Google Shape;2471;p33"/>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33"/>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3" name="Google Shape;2473;p33"/>
          <p:cNvGrpSpPr/>
          <p:nvPr/>
        </p:nvGrpSpPr>
        <p:grpSpPr>
          <a:xfrm rot="-1791851">
            <a:off x="8070935" y="3368813"/>
            <a:ext cx="1045336" cy="904864"/>
            <a:chOff x="3725309" y="381575"/>
            <a:chExt cx="533375" cy="461700"/>
          </a:xfrm>
        </p:grpSpPr>
        <p:sp>
          <p:nvSpPr>
            <p:cNvPr id="2474" name="Google Shape;2474;p33"/>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33"/>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33"/>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33"/>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33"/>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33"/>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33"/>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33"/>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33"/>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33"/>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33"/>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33"/>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33"/>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33"/>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33"/>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9" name="Google Shape;2489;p33"/>
          <p:cNvGrpSpPr/>
          <p:nvPr/>
        </p:nvGrpSpPr>
        <p:grpSpPr>
          <a:xfrm>
            <a:off x="1236392" y="129390"/>
            <a:ext cx="769783" cy="770069"/>
            <a:chOff x="3515584" y="2040188"/>
            <a:chExt cx="392766" cy="392913"/>
          </a:xfrm>
        </p:grpSpPr>
        <p:sp>
          <p:nvSpPr>
            <p:cNvPr id="2490" name="Google Shape;2490;p33"/>
            <p:cNvSpPr/>
            <p:nvPr/>
          </p:nvSpPr>
          <p:spPr>
            <a:xfrm>
              <a:off x="3515584" y="2040188"/>
              <a:ext cx="391425" cy="391425"/>
            </a:xfrm>
            <a:custGeom>
              <a:rect b="b" l="l" r="r" t="t"/>
              <a:pathLst>
                <a:path extrusionOk="0" h="15657" w="15657">
                  <a:moveTo>
                    <a:pt x="5300" y="1"/>
                  </a:moveTo>
                  <a:cubicBezTo>
                    <a:pt x="4809" y="1"/>
                    <a:pt x="4329" y="67"/>
                    <a:pt x="3876" y="196"/>
                  </a:cubicBezTo>
                  <a:cubicBezTo>
                    <a:pt x="2751" y="507"/>
                    <a:pt x="1777" y="1182"/>
                    <a:pt x="1088" y="2086"/>
                  </a:cubicBezTo>
                  <a:cubicBezTo>
                    <a:pt x="725" y="2559"/>
                    <a:pt x="439" y="3098"/>
                    <a:pt x="255" y="3679"/>
                  </a:cubicBezTo>
                  <a:cubicBezTo>
                    <a:pt x="114" y="4117"/>
                    <a:pt x="28" y="4581"/>
                    <a:pt x="6" y="5059"/>
                  </a:cubicBezTo>
                  <a:lnTo>
                    <a:pt x="0" y="5059"/>
                  </a:lnTo>
                  <a:lnTo>
                    <a:pt x="0" y="6981"/>
                  </a:lnTo>
                  <a:lnTo>
                    <a:pt x="0" y="8286"/>
                  </a:lnTo>
                  <a:lnTo>
                    <a:pt x="0" y="10507"/>
                  </a:lnTo>
                  <a:lnTo>
                    <a:pt x="0" y="11688"/>
                  </a:lnTo>
                  <a:lnTo>
                    <a:pt x="0" y="14310"/>
                  </a:lnTo>
                  <a:lnTo>
                    <a:pt x="0" y="15656"/>
                  </a:lnTo>
                  <a:lnTo>
                    <a:pt x="10599" y="15656"/>
                  </a:lnTo>
                  <a:lnTo>
                    <a:pt x="10599" y="15650"/>
                  </a:lnTo>
                  <a:cubicBezTo>
                    <a:pt x="10860" y="15637"/>
                    <a:pt x="11116" y="15609"/>
                    <a:pt x="11368" y="15558"/>
                  </a:cubicBezTo>
                  <a:cubicBezTo>
                    <a:pt x="11843" y="15466"/>
                    <a:pt x="12297" y="15309"/>
                    <a:pt x="12719" y="15098"/>
                  </a:cubicBezTo>
                  <a:cubicBezTo>
                    <a:pt x="13267" y="14823"/>
                    <a:pt x="13763" y="14458"/>
                    <a:pt x="14182" y="14019"/>
                  </a:cubicBezTo>
                  <a:cubicBezTo>
                    <a:pt x="14459" y="13733"/>
                    <a:pt x="14702" y="13415"/>
                    <a:pt x="14907" y="13071"/>
                  </a:cubicBezTo>
                  <a:cubicBezTo>
                    <a:pt x="15182" y="12617"/>
                    <a:pt x="15386" y="12120"/>
                    <a:pt x="15512" y="11590"/>
                  </a:cubicBezTo>
                  <a:cubicBezTo>
                    <a:pt x="15606" y="11193"/>
                    <a:pt x="15657" y="10780"/>
                    <a:pt x="15657" y="10355"/>
                  </a:cubicBezTo>
                  <a:cubicBezTo>
                    <a:pt x="15657" y="9610"/>
                    <a:pt x="15502" y="8902"/>
                    <a:pt x="15224" y="8262"/>
                  </a:cubicBezTo>
                  <a:cubicBezTo>
                    <a:pt x="14989" y="7710"/>
                    <a:pt x="14657" y="7202"/>
                    <a:pt x="14254" y="6767"/>
                  </a:cubicBezTo>
                  <a:cubicBezTo>
                    <a:pt x="13473" y="5919"/>
                    <a:pt x="12417" y="5326"/>
                    <a:pt x="11229" y="5131"/>
                  </a:cubicBezTo>
                  <a:cubicBezTo>
                    <a:pt x="11022" y="5094"/>
                    <a:pt x="10810" y="5072"/>
                    <a:pt x="10593" y="5062"/>
                  </a:cubicBezTo>
                  <a:cubicBezTo>
                    <a:pt x="10579" y="4787"/>
                    <a:pt x="10548" y="4520"/>
                    <a:pt x="10494" y="4258"/>
                  </a:cubicBezTo>
                  <a:cubicBezTo>
                    <a:pt x="10317" y="3379"/>
                    <a:pt x="9924" y="2575"/>
                    <a:pt x="9370" y="1910"/>
                  </a:cubicBezTo>
                  <a:cubicBezTo>
                    <a:pt x="9243" y="1759"/>
                    <a:pt x="9107" y="1614"/>
                    <a:pt x="8965" y="1476"/>
                  </a:cubicBezTo>
                  <a:cubicBezTo>
                    <a:pt x="8764" y="1280"/>
                    <a:pt x="8544" y="1100"/>
                    <a:pt x="8310" y="943"/>
                  </a:cubicBezTo>
                  <a:cubicBezTo>
                    <a:pt x="7500" y="378"/>
                    <a:pt x="6523" y="35"/>
                    <a:pt x="5471" y="4"/>
                  </a:cubicBezTo>
                  <a:cubicBezTo>
                    <a:pt x="5414" y="1"/>
                    <a:pt x="5357" y="1"/>
                    <a:pt x="530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33"/>
            <p:cNvSpPr/>
            <p:nvPr/>
          </p:nvSpPr>
          <p:spPr>
            <a:xfrm>
              <a:off x="3516900" y="2041650"/>
              <a:ext cx="391450" cy="391450"/>
            </a:xfrm>
            <a:custGeom>
              <a:rect b="b" l="l" r="r" t="t"/>
              <a:pathLst>
                <a:path extrusionOk="0" h="15658" w="15658">
                  <a:moveTo>
                    <a:pt x="5301" y="1"/>
                  </a:moveTo>
                  <a:cubicBezTo>
                    <a:pt x="4810" y="1"/>
                    <a:pt x="4331" y="67"/>
                    <a:pt x="3877" y="196"/>
                  </a:cubicBezTo>
                  <a:cubicBezTo>
                    <a:pt x="2752" y="507"/>
                    <a:pt x="1779" y="1182"/>
                    <a:pt x="1088" y="2086"/>
                  </a:cubicBezTo>
                  <a:cubicBezTo>
                    <a:pt x="726" y="2560"/>
                    <a:pt x="439" y="3098"/>
                    <a:pt x="257" y="3679"/>
                  </a:cubicBezTo>
                  <a:cubicBezTo>
                    <a:pt x="114" y="4116"/>
                    <a:pt x="29" y="4581"/>
                    <a:pt x="7" y="5059"/>
                  </a:cubicBezTo>
                  <a:lnTo>
                    <a:pt x="1" y="5059"/>
                  </a:lnTo>
                  <a:lnTo>
                    <a:pt x="1" y="15657"/>
                  </a:lnTo>
                  <a:lnTo>
                    <a:pt x="10599" y="15657"/>
                  </a:lnTo>
                  <a:lnTo>
                    <a:pt x="10599" y="15651"/>
                  </a:lnTo>
                  <a:cubicBezTo>
                    <a:pt x="10861" y="15639"/>
                    <a:pt x="11116" y="15610"/>
                    <a:pt x="11368" y="15559"/>
                  </a:cubicBezTo>
                  <a:cubicBezTo>
                    <a:pt x="11845" y="15468"/>
                    <a:pt x="12299" y="15310"/>
                    <a:pt x="12720" y="15099"/>
                  </a:cubicBezTo>
                  <a:cubicBezTo>
                    <a:pt x="13268" y="14824"/>
                    <a:pt x="13763" y="14459"/>
                    <a:pt x="14183" y="14020"/>
                  </a:cubicBezTo>
                  <a:cubicBezTo>
                    <a:pt x="14460" y="13735"/>
                    <a:pt x="14703" y="13416"/>
                    <a:pt x="14908" y="13072"/>
                  </a:cubicBezTo>
                  <a:cubicBezTo>
                    <a:pt x="15181" y="12618"/>
                    <a:pt x="15387" y="12120"/>
                    <a:pt x="15512" y="11591"/>
                  </a:cubicBezTo>
                  <a:cubicBezTo>
                    <a:pt x="15607" y="11194"/>
                    <a:pt x="15658" y="10781"/>
                    <a:pt x="15658" y="10356"/>
                  </a:cubicBezTo>
                  <a:cubicBezTo>
                    <a:pt x="15658" y="9612"/>
                    <a:pt x="15503" y="8902"/>
                    <a:pt x="15227" y="8265"/>
                  </a:cubicBezTo>
                  <a:cubicBezTo>
                    <a:pt x="14989" y="7710"/>
                    <a:pt x="14659" y="7202"/>
                    <a:pt x="14256" y="6766"/>
                  </a:cubicBezTo>
                  <a:cubicBezTo>
                    <a:pt x="13474" y="5919"/>
                    <a:pt x="12419" y="5326"/>
                    <a:pt x="11230" y="5131"/>
                  </a:cubicBezTo>
                  <a:cubicBezTo>
                    <a:pt x="11021" y="5093"/>
                    <a:pt x="10811" y="5071"/>
                    <a:pt x="10593" y="5062"/>
                  </a:cubicBezTo>
                  <a:cubicBezTo>
                    <a:pt x="10580" y="4787"/>
                    <a:pt x="10549" y="4520"/>
                    <a:pt x="10495" y="4258"/>
                  </a:cubicBezTo>
                  <a:cubicBezTo>
                    <a:pt x="10318" y="3379"/>
                    <a:pt x="9924" y="2576"/>
                    <a:pt x="9370" y="1910"/>
                  </a:cubicBezTo>
                  <a:cubicBezTo>
                    <a:pt x="9243" y="1759"/>
                    <a:pt x="9108" y="1615"/>
                    <a:pt x="8967" y="1475"/>
                  </a:cubicBezTo>
                  <a:cubicBezTo>
                    <a:pt x="8765" y="1279"/>
                    <a:pt x="8544" y="1100"/>
                    <a:pt x="8311" y="943"/>
                  </a:cubicBezTo>
                  <a:cubicBezTo>
                    <a:pt x="7501" y="378"/>
                    <a:pt x="6524" y="35"/>
                    <a:pt x="5471" y="4"/>
                  </a:cubicBezTo>
                  <a:cubicBezTo>
                    <a:pt x="5414" y="1"/>
                    <a:pt x="5358" y="1"/>
                    <a:pt x="53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33"/>
            <p:cNvSpPr/>
            <p:nvPr/>
          </p:nvSpPr>
          <p:spPr>
            <a:xfrm>
              <a:off x="3516825" y="2216025"/>
              <a:ext cx="179500" cy="59125"/>
            </a:xfrm>
            <a:custGeom>
              <a:rect b="b" l="l" r="r" t="t"/>
              <a:pathLst>
                <a:path extrusionOk="0" h="2365" w="7180">
                  <a:moveTo>
                    <a:pt x="0" y="1"/>
                  </a:moveTo>
                  <a:lnTo>
                    <a:pt x="0" y="1304"/>
                  </a:lnTo>
                  <a:cubicBezTo>
                    <a:pt x="1815" y="1993"/>
                    <a:pt x="3779" y="2364"/>
                    <a:pt x="5831" y="2364"/>
                  </a:cubicBezTo>
                  <a:cubicBezTo>
                    <a:pt x="5896" y="2364"/>
                    <a:pt x="5960" y="2364"/>
                    <a:pt x="6025" y="2361"/>
                  </a:cubicBezTo>
                  <a:lnTo>
                    <a:pt x="6080" y="2361"/>
                  </a:lnTo>
                  <a:cubicBezTo>
                    <a:pt x="6146" y="2361"/>
                    <a:pt x="6215" y="2359"/>
                    <a:pt x="6285" y="2359"/>
                  </a:cubicBezTo>
                  <a:cubicBezTo>
                    <a:pt x="6292" y="2356"/>
                    <a:pt x="6302" y="2356"/>
                    <a:pt x="6311" y="2356"/>
                  </a:cubicBezTo>
                  <a:lnTo>
                    <a:pt x="6374" y="2356"/>
                  </a:lnTo>
                  <a:cubicBezTo>
                    <a:pt x="6380" y="2354"/>
                    <a:pt x="6386" y="2354"/>
                    <a:pt x="6396" y="2354"/>
                  </a:cubicBezTo>
                  <a:lnTo>
                    <a:pt x="6450" y="2354"/>
                  </a:lnTo>
                  <a:cubicBezTo>
                    <a:pt x="6452" y="2352"/>
                    <a:pt x="6454" y="2352"/>
                    <a:pt x="6455" y="2352"/>
                  </a:cubicBezTo>
                  <a:cubicBezTo>
                    <a:pt x="6457" y="2352"/>
                    <a:pt x="6460" y="2352"/>
                    <a:pt x="6463" y="2354"/>
                  </a:cubicBezTo>
                  <a:cubicBezTo>
                    <a:pt x="6469" y="2351"/>
                    <a:pt x="6479" y="2351"/>
                    <a:pt x="6489" y="2351"/>
                  </a:cubicBezTo>
                  <a:lnTo>
                    <a:pt x="6518" y="2351"/>
                  </a:lnTo>
                  <a:cubicBezTo>
                    <a:pt x="6518" y="2350"/>
                    <a:pt x="6518" y="2349"/>
                    <a:pt x="6519" y="2349"/>
                  </a:cubicBezTo>
                  <a:cubicBezTo>
                    <a:pt x="6521" y="2349"/>
                    <a:pt x="6522" y="2350"/>
                    <a:pt x="6524" y="2351"/>
                  </a:cubicBezTo>
                  <a:cubicBezTo>
                    <a:pt x="6530" y="2349"/>
                    <a:pt x="6536" y="2349"/>
                    <a:pt x="6543" y="2349"/>
                  </a:cubicBezTo>
                  <a:lnTo>
                    <a:pt x="6559" y="2349"/>
                  </a:lnTo>
                  <a:cubicBezTo>
                    <a:pt x="6574" y="2349"/>
                    <a:pt x="6590" y="2346"/>
                    <a:pt x="6608" y="2346"/>
                  </a:cubicBezTo>
                  <a:lnTo>
                    <a:pt x="6618" y="2346"/>
                  </a:lnTo>
                  <a:cubicBezTo>
                    <a:pt x="6803" y="2337"/>
                    <a:pt x="6993" y="2324"/>
                    <a:pt x="7179" y="2309"/>
                  </a:cubicBezTo>
                  <a:cubicBezTo>
                    <a:pt x="7076" y="2299"/>
                    <a:pt x="6968" y="2289"/>
                    <a:pt x="6861" y="2269"/>
                  </a:cubicBezTo>
                  <a:cubicBezTo>
                    <a:pt x="6835" y="2269"/>
                    <a:pt x="6814" y="2266"/>
                    <a:pt x="6792" y="2263"/>
                  </a:cubicBezTo>
                  <a:cubicBezTo>
                    <a:pt x="6726" y="2259"/>
                    <a:pt x="6663" y="2251"/>
                    <a:pt x="6600" y="2244"/>
                  </a:cubicBezTo>
                  <a:lnTo>
                    <a:pt x="6597" y="2244"/>
                  </a:lnTo>
                  <a:lnTo>
                    <a:pt x="6531" y="2235"/>
                  </a:lnTo>
                  <a:cubicBezTo>
                    <a:pt x="6523" y="2235"/>
                    <a:pt x="6515" y="2235"/>
                    <a:pt x="6509" y="2232"/>
                  </a:cubicBezTo>
                  <a:lnTo>
                    <a:pt x="6494" y="2232"/>
                  </a:lnTo>
                  <a:cubicBezTo>
                    <a:pt x="6484" y="2232"/>
                    <a:pt x="6478" y="2230"/>
                    <a:pt x="6472" y="2230"/>
                  </a:cubicBezTo>
                  <a:lnTo>
                    <a:pt x="6459" y="2230"/>
                  </a:lnTo>
                  <a:cubicBezTo>
                    <a:pt x="6453" y="2227"/>
                    <a:pt x="6446" y="2227"/>
                    <a:pt x="6440" y="2227"/>
                  </a:cubicBezTo>
                  <a:cubicBezTo>
                    <a:pt x="6431" y="2225"/>
                    <a:pt x="6421" y="2225"/>
                    <a:pt x="6411" y="2225"/>
                  </a:cubicBezTo>
                  <a:lnTo>
                    <a:pt x="6409" y="2225"/>
                  </a:lnTo>
                  <a:cubicBezTo>
                    <a:pt x="6402" y="2222"/>
                    <a:pt x="6397" y="2222"/>
                    <a:pt x="6394" y="2222"/>
                  </a:cubicBezTo>
                  <a:lnTo>
                    <a:pt x="6386" y="2222"/>
                  </a:lnTo>
                  <a:cubicBezTo>
                    <a:pt x="6374" y="2218"/>
                    <a:pt x="6361" y="2218"/>
                    <a:pt x="6352" y="2216"/>
                  </a:cubicBezTo>
                  <a:cubicBezTo>
                    <a:pt x="6342" y="2216"/>
                    <a:pt x="6333" y="2216"/>
                    <a:pt x="6327" y="2213"/>
                  </a:cubicBezTo>
                  <a:cubicBezTo>
                    <a:pt x="6314" y="2213"/>
                    <a:pt x="6304" y="2210"/>
                    <a:pt x="6296" y="2210"/>
                  </a:cubicBezTo>
                  <a:cubicBezTo>
                    <a:pt x="6288" y="2210"/>
                    <a:pt x="6285" y="2207"/>
                    <a:pt x="6282" y="2207"/>
                  </a:cubicBezTo>
                  <a:cubicBezTo>
                    <a:pt x="6225" y="2201"/>
                    <a:pt x="6169" y="2191"/>
                    <a:pt x="6112" y="2182"/>
                  </a:cubicBezTo>
                  <a:lnTo>
                    <a:pt x="6092" y="2182"/>
                  </a:lnTo>
                  <a:cubicBezTo>
                    <a:pt x="3889" y="1857"/>
                    <a:pt x="1830" y="110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33"/>
            <p:cNvSpPr/>
            <p:nvPr/>
          </p:nvSpPr>
          <p:spPr>
            <a:xfrm>
              <a:off x="3658900" y="2273150"/>
              <a:ext cx="245825" cy="95275"/>
            </a:xfrm>
            <a:custGeom>
              <a:rect b="b" l="l" r="r" t="t"/>
              <a:pathLst>
                <a:path extrusionOk="0" h="3811" w="9833">
                  <a:moveTo>
                    <a:pt x="1390" y="1"/>
                  </a:moveTo>
                  <a:cubicBezTo>
                    <a:pt x="1375" y="1"/>
                    <a:pt x="1360" y="1"/>
                    <a:pt x="1345" y="1"/>
                  </a:cubicBezTo>
                  <a:lnTo>
                    <a:pt x="1181" y="1"/>
                  </a:lnTo>
                  <a:cubicBezTo>
                    <a:pt x="1152" y="1"/>
                    <a:pt x="1125" y="3"/>
                    <a:pt x="1096" y="3"/>
                  </a:cubicBezTo>
                  <a:cubicBezTo>
                    <a:pt x="1031" y="3"/>
                    <a:pt x="965" y="6"/>
                    <a:pt x="894" y="6"/>
                  </a:cubicBezTo>
                  <a:cubicBezTo>
                    <a:pt x="886" y="6"/>
                    <a:pt x="876" y="6"/>
                    <a:pt x="867" y="8"/>
                  </a:cubicBezTo>
                  <a:lnTo>
                    <a:pt x="807" y="8"/>
                  </a:lnTo>
                  <a:cubicBezTo>
                    <a:pt x="800" y="8"/>
                    <a:pt x="790" y="8"/>
                    <a:pt x="781" y="11"/>
                  </a:cubicBezTo>
                  <a:cubicBezTo>
                    <a:pt x="780" y="10"/>
                    <a:pt x="779" y="10"/>
                    <a:pt x="778" y="10"/>
                  </a:cubicBezTo>
                  <a:cubicBezTo>
                    <a:pt x="775" y="10"/>
                    <a:pt x="770" y="11"/>
                    <a:pt x="765" y="11"/>
                  </a:cubicBezTo>
                  <a:cubicBezTo>
                    <a:pt x="764" y="12"/>
                    <a:pt x="763" y="12"/>
                    <a:pt x="762" y="12"/>
                  </a:cubicBezTo>
                  <a:cubicBezTo>
                    <a:pt x="761" y="12"/>
                    <a:pt x="759" y="11"/>
                    <a:pt x="759" y="11"/>
                  </a:cubicBezTo>
                  <a:lnTo>
                    <a:pt x="716" y="11"/>
                  </a:lnTo>
                  <a:cubicBezTo>
                    <a:pt x="709" y="11"/>
                    <a:pt x="698" y="11"/>
                    <a:pt x="690" y="13"/>
                  </a:cubicBezTo>
                  <a:lnTo>
                    <a:pt x="655" y="13"/>
                  </a:lnTo>
                  <a:cubicBezTo>
                    <a:pt x="649" y="13"/>
                    <a:pt x="642" y="13"/>
                    <a:pt x="635" y="16"/>
                  </a:cubicBezTo>
                  <a:lnTo>
                    <a:pt x="630" y="16"/>
                  </a:lnTo>
                  <a:cubicBezTo>
                    <a:pt x="613" y="16"/>
                    <a:pt x="593" y="16"/>
                    <a:pt x="571" y="18"/>
                  </a:cubicBezTo>
                  <a:lnTo>
                    <a:pt x="568" y="18"/>
                  </a:lnTo>
                  <a:cubicBezTo>
                    <a:pt x="378" y="25"/>
                    <a:pt x="191" y="38"/>
                    <a:pt x="1" y="53"/>
                  </a:cubicBezTo>
                  <a:cubicBezTo>
                    <a:pt x="118" y="63"/>
                    <a:pt x="234" y="71"/>
                    <a:pt x="347" y="84"/>
                  </a:cubicBezTo>
                  <a:cubicBezTo>
                    <a:pt x="363" y="89"/>
                    <a:pt x="378" y="89"/>
                    <a:pt x="392" y="91"/>
                  </a:cubicBezTo>
                  <a:lnTo>
                    <a:pt x="582" y="110"/>
                  </a:lnTo>
                  <a:cubicBezTo>
                    <a:pt x="582" y="110"/>
                    <a:pt x="584" y="110"/>
                    <a:pt x="584" y="112"/>
                  </a:cubicBezTo>
                  <a:cubicBezTo>
                    <a:pt x="605" y="112"/>
                    <a:pt x="628" y="116"/>
                    <a:pt x="650" y="120"/>
                  </a:cubicBezTo>
                  <a:cubicBezTo>
                    <a:pt x="656" y="120"/>
                    <a:pt x="665" y="120"/>
                    <a:pt x="671" y="122"/>
                  </a:cubicBezTo>
                  <a:lnTo>
                    <a:pt x="685" y="122"/>
                  </a:lnTo>
                  <a:cubicBezTo>
                    <a:pt x="691" y="122"/>
                    <a:pt x="701" y="125"/>
                    <a:pt x="711" y="125"/>
                  </a:cubicBezTo>
                  <a:lnTo>
                    <a:pt x="719" y="125"/>
                  </a:lnTo>
                  <a:cubicBezTo>
                    <a:pt x="726" y="127"/>
                    <a:pt x="732" y="127"/>
                    <a:pt x="742" y="127"/>
                  </a:cubicBezTo>
                  <a:cubicBezTo>
                    <a:pt x="748" y="130"/>
                    <a:pt x="758" y="130"/>
                    <a:pt x="767" y="130"/>
                  </a:cubicBezTo>
                  <a:lnTo>
                    <a:pt x="774" y="130"/>
                  </a:lnTo>
                  <a:cubicBezTo>
                    <a:pt x="778" y="132"/>
                    <a:pt x="780" y="132"/>
                    <a:pt x="786" y="132"/>
                  </a:cubicBezTo>
                  <a:lnTo>
                    <a:pt x="795" y="132"/>
                  </a:lnTo>
                  <a:cubicBezTo>
                    <a:pt x="805" y="136"/>
                    <a:pt x="817" y="136"/>
                    <a:pt x="830" y="138"/>
                  </a:cubicBezTo>
                  <a:cubicBezTo>
                    <a:pt x="837" y="138"/>
                    <a:pt x="843" y="138"/>
                    <a:pt x="852" y="141"/>
                  </a:cubicBezTo>
                  <a:cubicBezTo>
                    <a:pt x="861" y="141"/>
                    <a:pt x="874" y="143"/>
                    <a:pt x="887" y="143"/>
                  </a:cubicBezTo>
                  <a:cubicBezTo>
                    <a:pt x="889" y="146"/>
                    <a:pt x="893" y="146"/>
                    <a:pt x="896" y="146"/>
                  </a:cubicBezTo>
                  <a:cubicBezTo>
                    <a:pt x="953" y="153"/>
                    <a:pt x="1012" y="163"/>
                    <a:pt x="1069" y="172"/>
                  </a:cubicBezTo>
                  <a:cubicBezTo>
                    <a:pt x="1075" y="172"/>
                    <a:pt x="1084" y="172"/>
                    <a:pt x="1090" y="174"/>
                  </a:cubicBezTo>
                  <a:cubicBezTo>
                    <a:pt x="4157" y="625"/>
                    <a:pt x="6952" y="1920"/>
                    <a:pt x="9228" y="3811"/>
                  </a:cubicBezTo>
                  <a:cubicBezTo>
                    <a:pt x="9501" y="3357"/>
                    <a:pt x="9707" y="2859"/>
                    <a:pt x="9832" y="2330"/>
                  </a:cubicBezTo>
                  <a:cubicBezTo>
                    <a:pt x="7361" y="854"/>
                    <a:pt x="4474" y="1"/>
                    <a:pt x="13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33"/>
            <p:cNvSpPr/>
            <p:nvPr/>
          </p:nvSpPr>
          <p:spPr>
            <a:xfrm>
              <a:off x="3676675" y="2065100"/>
              <a:ext cx="74500" cy="227675"/>
            </a:xfrm>
            <a:custGeom>
              <a:rect b="b" l="l" r="r" t="t"/>
              <a:pathLst>
                <a:path extrusionOk="0" h="9107" w="2980">
                  <a:moveTo>
                    <a:pt x="1930" y="1"/>
                  </a:moveTo>
                  <a:cubicBezTo>
                    <a:pt x="697" y="2318"/>
                    <a:pt x="1" y="4955"/>
                    <a:pt x="1" y="7759"/>
                  </a:cubicBezTo>
                  <a:cubicBezTo>
                    <a:pt x="1" y="7825"/>
                    <a:pt x="1" y="7888"/>
                    <a:pt x="3" y="7954"/>
                  </a:cubicBezTo>
                  <a:lnTo>
                    <a:pt x="3" y="8009"/>
                  </a:lnTo>
                  <a:cubicBezTo>
                    <a:pt x="3" y="8074"/>
                    <a:pt x="6" y="8140"/>
                    <a:pt x="6" y="8210"/>
                  </a:cubicBezTo>
                  <a:cubicBezTo>
                    <a:pt x="8" y="8219"/>
                    <a:pt x="8" y="8229"/>
                    <a:pt x="8" y="8238"/>
                  </a:cubicBezTo>
                  <a:lnTo>
                    <a:pt x="8" y="8254"/>
                  </a:lnTo>
                  <a:lnTo>
                    <a:pt x="8" y="8260"/>
                  </a:lnTo>
                  <a:lnTo>
                    <a:pt x="8" y="8298"/>
                  </a:lnTo>
                  <a:cubicBezTo>
                    <a:pt x="11" y="8304"/>
                    <a:pt x="11" y="8315"/>
                    <a:pt x="11" y="8324"/>
                  </a:cubicBezTo>
                  <a:lnTo>
                    <a:pt x="11" y="8373"/>
                  </a:lnTo>
                  <a:cubicBezTo>
                    <a:pt x="13" y="8376"/>
                    <a:pt x="13" y="8383"/>
                    <a:pt x="11" y="8389"/>
                  </a:cubicBezTo>
                  <a:cubicBezTo>
                    <a:pt x="13" y="8396"/>
                    <a:pt x="13" y="8406"/>
                    <a:pt x="13" y="8415"/>
                  </a:cubicBezTo>
                  <a:lnTo>
                    <a:pt x="13" y="8440"/>
                  </a:lnTo>
                  <a:lnTo>
                    <a:pt x="13" y="8448"/>
                  </a:lnTo>
                  <a:cubicBezTo>
                    <a:pt x="16" y="8454"/>
                    <a:pt x="16" y="8460"/>
                    <a:pt x="16" y="8469"/>
                  </a:cubicBezTo>
                  <a:lnTo>
                    <a:pt x="16" y="8482"/>
                  </a:lnTo>
                  <a:cubicBezTo>
                    <a:pt x="16" y="8499"/>
                    <a:pt x="18" y="8517"/>
                    <a:pt x="18" y="8536"/>
                  </a:cubicBezTo>
                  <a:lnTo>
                    <a:pt x="18" y="8543"/>
                  </a:lnTo>
                  <a:cubicBezTo>
                    <a:pt x="28" y="8732"/>
                    <a:pt x="41" y="8917"/>
                    <a:pt x="56" y="9106"/>
                  </a:cubicBezTo>
                  <a:cubicBezTo>
                    <a:pt x="65" y="9000"/>
                    <a:pt x="74" y="8897"/>
                    <a:pt x="87" y="8791"/>
                  </a:cubicBezTo>
                  <a:cubicBezTo>
                    <a:pt x="87" y="8766"/>
                    <a:pt x="90" y="8744"/>
                    <a:pt x="94" y="8722"/>
                  </a:cubicBezTo>
                  <a:cubicBezTo>
                    <a:pt x="98" y="8656"/>
                    <a:pt x="106" y="8593"/>
                    <a:pt x="113" y="8530"/>
                  </a:cubicBezTo>
                  <a:lnTo>
                    <a:pt x="113" y="8527"/>
                  </a:lnTo>
                  <a:cubicBezTo>
                    <a:pt x="115" y="8505"/>
                    <a:pt x="119" y="8480"/>
                    <a:pt x="121" y="8458"/>
                  </a:cubicBezTo>
                  <a:cubicBezTo>
                    <a:pt x="121" y="8451"/>
                    <a:pt x="121" y="8443"/>
                    <a:pt x="125" y="8435"/>
                  </a:cubicBezTo>
                  <a:lnTo>
                    <a:pt x="125" y="8429"/>
                  </a:lnTo>
                  <a:lnTo>
                    <a:pt x="125" y="8423"/>
                  </a:lnTo>
                  <a:cubicBezTo>
                    <a:pt x="125" y="8417"/>
                    <a:pt x="127" y="8406"/>
                    <a:pt x="127" y="8397"/>
                  </a:cubicBezTo>
                  <a:lnTo>
                    <a:pt x="127" y="8388"/>
                  </a:lnTo>
                  <a:cubicBezTo>
                    <a:pt x="130" y="8382"/>
                    <a:pt x="130" y="8375"/>
                    <a:pt x="130" y="8366"/>
                  </a:cubicBezTo>
                  <a:cubicBezTo>
                    <a:pt x="132" y="8360"/>
                    <a:pt x="132" y="8350"/>
                    <a:pt x="132" y="8340"/>
                  </a:cubicBezTo>
                  <a:lnTo>
                    <a:pt x="132" y="8337"/>
                  </a:lnTo>
                  <a:cubicBezTo>
                    <a:pt x="135" y="8335"/>
                    <a:pt x="135" y="8329"/>
                    <a:pt x="135" y="8322"/>
                  </a:cubicBezTo>
                  <a:lnTo>
                    <a:pt x="135" y="8314"/>
                  </a:lnTo>
                  <a:cubicBezTo>
                    <a:pt x="139" y="8304"/>
                    <a:pt x="139" y="8291"/>
                    <a:pt x="141" y="8278"/>
                  </a:cubicBezTo>
                  <a:cubicBezTo>
                    <a:pt x="141" y="8272"/>
                    <a:pt x="141" y="8265"/>
                    <a:pt x="144" y="8259"/>
                  </a:cubicBezTo>
                  <a:cubicBezTo>
                    <a:pt x="144" y="8247"/>
                    <a:pt x="146" y="8235"/>
                    <a:pt x="146" y="8222"/>
                  </a:cubicBezTo>
                  <a:cubicBezTo>
                    <a:pt x="146" y="8220"/>
                    <a:pt x="149" y="8216"/>
                    <a:pt x="149" y="8212"/>
                  </a:cubicBezTo>
                  <a:cubicBezTo>
                    <a:pt x="156" y="8156"/>
                    <a:pt x="166" y="8097"/>
                    <a:pt x="175" y="8040"/>
                  </a:cubicBezTo>
                  <a:cubicBezTo>
                    <a:pt x="175" y="8034"/>
                    <a:pt x="175" y="8025"/>
                    <a:pt x="177" y="8018"/>
                  </a:cubicBezTo>
                  <a:cubicBezTo>
                    <a:pt x="559" y="5424"/>
                    <a:pt x="1543" y="3026"/>
                    <a:pt x="2979" y="971"/>
                  </a:cubicBezTo>
                  <a:cubicBezTo>
                    <a:pt x="2853" y="820"/>
                    <a:pt x="2717" y="674"/>
                    <a:pt x="2585" y="533"/>
                  </a:cubicBezTo>
                  <a:cubicBezTo>
                    <a:pt x="2384" y="337"/>
                    <a:pt x="2163" y="158"/>
                    <a:pt x="1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33"/>
            <p:cNvSpPr/>
            <p:nvPr/>
          </p:nvSpPr>
          <p:spPr>
            <a:xfrm>
              <a:off x="3620675" y="2255375"/>
              <a:ext cx="58100" cy="177700"/>
            </a:xfrm>
            <a:custGeom>
              <a:rect b="b" l="l" r="r" t="t"/>
              <a:pathLst>
                <a:path extrusionOk="0" h="7108" w="2324">
                  <a:moveTo>
                    <a:pt x="2261" y="1"/>
                  </a:moveTo>
                  <a:cubicBezTo>
                    <a:pt x="2252" y="118"/>
                    <a:pt x="2243" y="234"/>
                    <a:pt x="2230" y="348"/>
                  </a:cubicBezTo>
                  <a:cubicBezTo>
                    <a:pt x="2226" y="363"/>
                    <a:pt x="2226" y="376"/>
                    <a:pt x="2223" y="392"/>
                  </a:cubicBezTo>
                  <a:cubicBezTo>
                    <a:pt x="2217" y="455"/>
                    <a:pt x="2211" y="518"/>
                    <a:pt x="2205" y="578"/>
                  </a:cubicBezTo>
                  <a:cubicBezTo>
                    <a:pt x="2205" y="580"/>
                    <a:pt x="2201" y="580"/>
                    <a:pt x="2201" y="580"/>
                  </a:cubicBezTo>
                  <a:cubicBezTo>
                    <a:pt x="2201" y="601"/>
                    <a:pt x="2197" y="624"/>
                    <a:pt x="2195" y="646"/>
                  </a:cubicBezTo>
                  <a:cubicBezTo>
                    <a:pt x="2195" y="655"/>
                    <a:pt x="2195" y="661"/>
                    <a:pt x="2192" y="667"/>
                  </a:cubicBezTo>
                  <a:lnTo>
                    <a:pt x="2192" y="681"/>
                  </a:lnTo>
                  <a:lnTo>
                    <a:pt x="2192" y="683"/>
                  </a:lnTo>
                  <a:cubicBezTo>
                    <a:pt x="2192" y="692"/>
                    <a:pt x="2190" y="698"/>
                    <a:pt x="2190" y="705"/>
                  </a:cubicBezTo>
                  <a:lnTo>
                    <a:pt x="2190" y="718"/>
                  </a:lnTo>
                  <a:cubicBezTo>
                    <a:pt x="2188" y="724"/>
                    <a:pt x="2188" y="730"/>
                    <a:pt x="2188" y="738"/>
                  </a:cubicBezTo>
                  <a:cubicBezTo>
                    <a:pt x="2185" y="746"/>
                    <a:pt x="2185" y="756"/>
                    <a:pt x="2185" y="765"/>
                  </a:cubicBezTo>
                  <a:lnTo>
                    <a:pt x="2185" y="769"/>
                  </a:lnTo>
                  <a:cubicBezTo>
                    <a:pt x="2183" y="775"/>
                    <a:pt x="2183" y="780"/>
                    <a:pt x="2183" y="784"/>
                  </a:cubicBezTo>
                  <a:lnTo>
                    <a:pt x="2183" y="790"/>
                  </a:lnTo>
                  <a:cubicBezTo>
                    <a:pt x="2179" y="803"/>
                    <a:pt x="2179" y="816"/>
                    <a:pt x="2176" y="825"/>
                  </a:cubicBezTo>
                  <a:cubicBezTo>
                    <a:pt x="2176" y="836"/>
                    <a:pt x="2174" y="844"/>
                    <a:pt x="2174" y="851"/>
                  </a:cubicBezTo>
                  <a:cubicBezTo>
                    <a:pt x="2174" y="863"/>
                    <a:pt x="2171" y="873"/>
                    <a:pt x="2171" y="882"/>
                  </a:cubicBezTo>
                  <a:cubicBezTo>
                    <a:pt x="2168" y="888"/>
                    <a:pt x="2165" y="892"/>
                    <a:pt x="2168" y="894"/>
                  </a:cubicBezTo>
                  <a:cubicBezTo>
                    <a:pt x="2162" y="951"/>
                    <a:pt x="2152" y="1008"/>
                    <a:pt x="2143" y="1065"/>
                  </a:cubicBezTo>
                  <a:lnTo>
                    <a:pt x="2143" y="1084"/>
                  </a:lnTo>
                  <a:cubicBezTo>
                    <a:pt x="1822" y="3259"/>
                    <a:pt x="1081" y="5295"/>
                    <a:pt x="0" y="7107"/>
                  </a:cubicBezTo>
                  <a:lnTo>
                    <a:pt x="1292" y="7107"/>
                  </a:lnTo>
                  <a:cubicBezTo>
                    <a:pt x="1961" y="5315"/>
                    <a:pt x="2323" y="3372"/>
                    <a:pt x="2323" y="1347"/>
                  </a:cubicBezTo>
                  <a:lnTo>
                    <a:pt x="2323" y="1182"/>
                  </a:lnTo>
                  <a:cubicBezTo>
                    <a:pt x="2323" y="1154"/>
                    <a:pt x="2319" y="1126"/>
                    <a:pt x="2311" y="1097"/>
                  </a:cubicBezTo>
                  <a:cubicBezTo>
                    <a:pt x="2311" y="1032"/>
                    <a:pt x="2309" y="962"/>
                    <a:pt x="2309" y="892"/>
                  </a:cubicBezTo>
                  <a:cubicBezTo>
                    <a:pt x="2309" y="885"/>
                    <a:pt x="2309" y="875"/>
                    <a:pt x="2306" y="867"/>
                  </a:cubicBezTo>
                  <a:lnTo>
                    <a:pt x="2306" y="803"/>
                  </a:lnTo>
                  <a:cubicBezTo>
                    <a:pt x="2306" y="796"/>
                    <a:pt x="2306" y="790"/>
                    <a:pt x="2304" y="781"/>
                  </a:cubicBezTo>
                  <a:cubicBezTo>
                    <a:pt x="2306" y="779"/>
                    <a:pt x="2304" y="772"/>
                    <a:pt x="2304" y="765"/>
                  </a:cubicBezTo>
                  <a:lnTo>
                    <a:pt x="2304" y="759"/>
                  </a:lnTo>
                  <a:lnTo>
                    <a:pt x="2304" y="715"/>
                  </a:lnTo>
                  <a:cubicBezTo>
                    <a:pt x="2304" y="709"/>
                    <a:pt x="2304" y="703"/>
                    <a:pt x="2301" y="693"/>
                  </a:cubicBezTo>
                  <a:lnTo>
                    <a:pt x="2301" y="652"/>
                  </a:lnTo>
                  <a:cubicBezTo>
                    <a:pt x="2301" y="650"/>
                    <a:pt x="2301" y="643"/>
                    <a:pt x="2299" y="636"/>
                  </a:cubicBezTo>
                  <a:lnTo>
                    <a:pt x="2301" y="634"/>
                  </a:lnTo>
                  <a:cubicBezTo>
                    <a:pt x="2301" y="630"/>
                    <a:pt x="2301" y="627"/>
                    <a:pt x="2299" y="627"/>
                  </a:cubicBezTo>
                  <a:cubicBezTo>
                    <a:pt x="2299" y="609"/>
                    <a:pt x="2299" y="590"/>
                    <a:pt x="2295" y="570"/>
                  </a:cubicBezTo>
                  <a:lnTo>
                    <a:pt x="2295" y="568"/>
                  </a:lnTo>
                  <a:cubicBezTo>
                    <a:pt x="2289" y="378"/>
                    <a:pt x="2277" y="191"/>
                    <a:pt x="2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33"/>
            <p:cNvSpPr/>
            <p:nvPr/>
          </p:nvSpPr>
          <p:spPr>
            <a:xfrm>
              <a:off x="3516850" y="2264450"/>
              <a:ext cx="176775" cy="69400"/>
            </a:xfrm>
            <a:custGeom>
              <a:rect b="b" l="l" r="r" t="t"/>
              <a:pathLst>
                <a:path extrusionOk="0" h="2776" w="7071">
                  <a:moveTo>
                    <a:pt x="7071" y="0"/>
                  </a:moveTo>
                  <a:cubicBezTo>
                    <a:pt x="6981" y="44"/>
                    <a:pt x="6889" y="86"/>
                    <a:pt x="6788" y="128"/>
                  </a:cubicBezTo>
                  <a:cubicBezTo>
                    <a:pt x="6766" y="140"/>
                    <a:pt x="6741" y="154"/>
                    <a:pt x="6716" y="163"/>
                  </a:cubicBezTo>
                  <a:cubicBezTo>
                    <a:pt x="6659" y="189"/>
                    <a:pt x="6599" y="217"/>
                    <a:pt x="6539" y="238"/>
                  </a:cubicBezTo>
                  <a:cubicBezTo>
                    <a:pt x="6539" y="238"/>
                    <a:pt x="6539" y="242"/>
                    <a:pt x="6536" y="242"/>
                  </a:cubicBezTo>
                  <a:cubicBezTo>
                    <a:pt x="6518" y="252"/>
                    <a:pt x="6496" y="261"/>
                    <a:pt x="6473" y="267"/>
                  </a:cubicBezTo>
                  <a:cubicBezTo>
                    <a:pt x="6469" y="272"/>
                    <a:pt x="6464" y="275"/>
                    <a:pt x="6460" y="275"/>
                  </a:cubicBezTo>
                  <a:cubicBezTo>
                    <a:pt x="6458" y="275"/>
                    <a:pt x="6456" y="274"/>
                    <a:pt x="6455" y="273"/>
                  </a:cubicBezTo>
                  <a:lnTo>
                    <a:pt x="6452" y="277"/>
                  </a:lnTo>
                  <a:cubicBezTo>
                    <a:pt x="6447" y="279"/>
                    <a:pt x="6447" y="279"/>
                    <a:pt x="6445" y="279"/>
                  </a:cubicBezTo>
                  <a:cubicBezTo>
                    <a:pt x="6445" y="279"/>
                    <a:pt x="6445" y="281"/>
                    <a:pt x="6442" y="281"/>
                  </a:cubicBezTo>
                  <a:lnTo>
                    <a:pt x="6440" y="281"/>
                  </a:lnTo>
                  <a:cubicBezTo>
                    <a:pt x="6431" y="288"/>
                    <a:pt x="6418" y="291"/>
                    <a:pt x="6409" y="294"/>
                  </a:cubicBezTo>
                  <a:lnTo>
                    <a:pt x="6406" y="294"/>
                  </a:lnTo>
                  <a:cubicBezTo>
                    <a:pt x="6400" y="300"/>
                    <a:pt x="6398" y="300"/>
                    <a:pt x="6391" y="303"/>
                  </a:cubicBezTo>
                  <a:cubicBezTo>
                    <a:pt x="6384" y="305"/>
                    <a:pt x="6375" y="310"/>
                    <a:pt x="6369" y="312"/>
                  </a:cubicBezTo>
                  <a:lnTo>
                    <a:pt x="6367" y="312"/>
                  </a:lnTo>
                  <a:cubicBezTo>
                    <a:pt x="6360" y="316"/>
                    <a:pt x="6353" y="319"/>
                    <a:pt x="6347" y="319"/>
                  </a:cubicBezTo>
                  <a:lnTo>
                    <a:pt x="6347" y="321"/>
                  </a:lnTo>
                  <a:cubicBezTo>
                    <a:pt x="6334" y="327"/>
                    <a:pt x="6318" y="334"/>
                    <a:pt x="6306" y="336"/>
                  </a:cubicBezTo>
                  <a:cubicBezTo>
                    <a:pt x="6300" y="340"/>
                    <a:pt x="6293" y="343"/>
                    <a:pt x="6286" y="346"/>
                  </a:cubicBezTo>
                  <a:cubicBezTo>
                    <a:pt x="6275" y="352"/>
                    <a:pt x="6262" y="355"/>
                    <a:pt x="6249" y="361"/>
                  </a:cubicBezTo>
                  <a:lnTo>
                    <a:pt x="6246" y="361"/>
                  </a:lnTo>
                  <a:cubicBezTo>
                    <a:pt x="6191" y="386"/>
                    <a:pt x="6135" y="408"/>
                    <a:pt x="6080" y="427"/>
                  </a:cubicBezTo>
                  <a:cubicBezTo>
                    <a:pt x="6078" y="430"/>
                    <a:pt x="6074" y="433"/>
                    <a:pt x="6071" y="433"/>
                  </a:cubicBezTo>
                  <a:cubicBezTo>
                    <a:pt x="4098" y="1218"/>
                    <a:pt x="2040" y="1593"/>
                    <a:pt x="1" y="1593"/>
                  </a:cubicBezTo>
                  <a:lnTo>
                    <a:pt x="1" y="2775"/>
                  </a:lnTo>
                  <a:cubicBezTo>
                    <a:pt x="2034" y="2488"/>
                    <a:pt x="4048" y="1810"/>
                    <a:pt x="5936" y="719"/>
                  </a:cubicBezTo>
                  <a:cubicBezTo>
                    <a:pt x="5980" y="696"/>
                    <a:pt x="6027" y="667"/>
                    <a:pt x="6071" y="641"/>
                  </a:cubicBezTo>
                  <a:cubicBezTo>
                    <a:pt x="6100" y="624"/>
                    <a:pt x="6125" y="609"/>
                    <a:pt x="6153" y="593"/>
                  </a:cubicBezTo>
                  <a:cubicBezTo>
                    <a:pt x="6210" y="558"/>
                    <a:pt x="6270" y="523"/>
                    <a:pt x="6327" y="486"/>
                  </a:cubicBezTo>
                  <a:cubicBezTo>
                    <a:pt x="6333" y="484"/>
                    <a:pt x="6336" y="480"/>
                    <a:pt x="6342" y="477"/>
                  </a:cubicBezTo>
                  <a:cubicBezTo>
                    <a:pt x="6351" y="474"/>
                    <a:pt x="6358" y="466"/>
                    <a:pt x="6364" y="464"/>
                  </a:cubicBezTo>
                  <a:cubicBezTo>
                    <a:pt x="6370" y="461"/>
                    <a:pt x="6374" y="458"/>
                    <a:pt x="6377" y="455"/>
                  </a:cubicBezTo>
                  <a:cubicBezTo>
                    <a:pt x="6385" y="451"/>
                    <a:pt x="6393" y="445"/>
                    <a:pt x="6399" y="443"/>
                  </a:cubicBezTo>
                  <a:cubicBezTo>
                    <a:pt x="6405" y="436"/>
                    <a:pt x="6411" y="432"/>
                    <a:pt x="6418" y="429"/>
                  </a:cubicBezTo>
                  <a:cubicBezTo>
                    <a:pt x="6425" y="427"/>
                    <a:pt x="6429" y="423"/>
                    <a:pt x="6431" y="420"/>
                  </a:cubicBezTo>
                  <a:cubicBezTo>
                    <a:pt x="6434" y="420"/>
                    <a:pt x="6437" y="418"/>
                    <a:pt x="6440" y="418"/>
                  </a:cubicBezTo>
                  <a:cubicBezTo>
                    <a:pt x="6446" y="412"/>
                    <a:pt x="6453" y="408"/>
                    <a:pt x="6456" y="405"/>
                  </a:cubicBezTo>
                  <a:cubicBezTo>
                    <a:pt x="6460" y="405"/>
                    <a:pt x="6462" y="405"/>
                    <a:pt x="6462" y="402"/>
                  </a:cubicBezTo>
                  <a:cubicBezTo>
                    <a:pt x="6468" y="398"/>
                    <a:pt x="6472" y="396"/>
                    <a:pt x="6475" y="396"/>
                  </a:cubicBezTo>
                  <a:cubicBezTo>
                    <a:pt x="6483" y="389"/>
                    <a:pt x="6491" y="387"/>
                    <a:pt x="6497" y="381"/>
                  </a:cubicBezTo>
                  <a:cubicBezTo>
                    <a:pt x="6507" y="374"/>
                    <a:pt x="6517" y="372"/>
                    <a:pt x="6523" y="365"/>
                  </a:cubicBezTo>
                  <a:cubicBezTo>
                    <a:pt x="6529" y="361"/>
                    <a:pt x="6535" y="355"/>
                    <a:pt x="6542" y="352"/>
                  </a:cubicBezTo>
                  <a:cubicBezTo>
                    <a:pt x="6545" y="352"/>
                    <a:pt x="6549" y="350"/>
                    <a:pt x="6549" y="350"/>
                  </a:cubicBezTo>
                  <a:cubicBezTo>
                    <a:pt x="6568" y="336"/>
                    <a:pt x="6584" y="328"/>
                    <a:pt x="6599" y="315"/>
                  </a:cubicBezTo>
                  <a:lnTo>
                    <a:pt x="6601" y="315"/>
                  </a:lnTo>
                  <a:cubicBezTo>
                    <a:pt x="6759" y="212"/>
                    <a:pt x="6916" y="107"/>
                    <a:pt x="7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33"/>
            <p:cNvSpPr/>
            <p:nvPr/>
          </p:nvSpPr>
          <p:spPr>
            <a:xfrm>
              <a:off x="3661625" y="2210750"/>
              <a:ext cx="235925" cy="72900"/>
            </a:xfrm>
            <a:custGeom>
              <a:rect b="b" l="l" r="r" t="t"/>
              <a:pathLst>
                <a:path extrusionOk="0" h="2916" w="9437">
                  <a:moveTo>
                    <a:pt x="8465" y="0"/>
                  </a:moveTo>
                  <a:cubicBezTo>
                    <a:pt x="5963" y="138"/>
                    <a:pt x="3451" y="850"/>
                    <a:pt x="1131" y="2193"/>
                  </a:cubicBezTo>
                  <a:cubicBezTo>
                    <a:pt x="1088" y="2218"/>
                    <a:pt x="1046" y="2244"/>
                    <a:pt x="1002" y="2272"/>
                  </a:cubicBezTo>
                  <a:cubicBezTo>
                    <a:pt x="970" y="2287"/>
                    <a:pt x="941" y="2307"/>
                    <a:pt x="911" y="2329"/>
                  </a:cubicBezTo>
                  <a:cubicBezTo>
                    <a:pt x="856" y="2358"/>
                    <a:pt x="801" y="2392"/>
                    <a:pt x="744" y="2433"/>
                  </a:cubicBezTo>
                  <a:cubicBezTo>
                    <a:pt x="743" y="2432"/>
                    <a:pt x="741" y="2432"/>
                    <a:pt x="740" y="2432"/>
                  </a:cubicBezTo>
                  <a:cubicBezTo>
                    <a:pt x="734" y="2432"/>
                    <a:pt x="727" y="2437"/>
                    <a:pt x="722" y="2442"/>
                  </a:cubicBezTo>
                  <a:lnTo>
                    <a:pt x="720" y="2444"/>
                  </a:lnTo>
                  <a:cubicBezTo>
                    <a:pt x="719" y="2443"/>
                    <a:pt x="718" y="2443"/>
                    <a:pt x="717" y="2443"/>
                  </a:cubicBezTo>
                  <a:cubicBezTo>
                    <a:pt x="715" y="2443"/>
                    <a:pt x="713" y="2445"/>
                    <a:pt x="713" y="2447"/>
                  </a:cubicBezTo>
                  <a:lnTo>
                    <a:pt x="711" y="2447"/>
                  </a:lnTo>
                  <a:cubicBezTo>
                    <a:pt x="711" y="2447"/>
                    <a:pt x="711" y="2451"/>
                    <a:pt x="708" y="2453"/>
                  </a:cubicBezTo>
                  <a:cubicBezTo>
                    <a:pt x="707" y="2452"/>
                    <a:pt x="707" y="2452"/>
                    <a:pt x="706" y="2452"/>
                  </a:cubicBezTo>
                  <a:cubicBezTo>
                    <a:pt x="704" y="2452"/>
                    <a:pt x="701" y="2454"/>
                    <a:pt x="700" y="2457"/>
                  </a:cubicBezTo>
                  <a:cubicBezTo>
                    <a:pt x="690" y="2460"/>
                    <a:pt x="680" y="2467"/>
                    <a:pt x="671" y="2475"/>
                  </a:cubicBezTo>
                  <a:cubicBezTo>
                    <a:pt x="665" y="2475"/>
                    <a:pt x="658" y="2482"/>
                    <a:pt x="651" y="2489"/>
                  </a:cubicBezTo>
                  <a:cubicBezTo>
                    <a:pt x="651" y="2487"/>
                    <a:pt x="650" y="2487"/>
                    <a:pt x="649" y="2487"/>
                  </a:cubicBezTo>
                  <a:cubicBezTo>
                    <a:pt x="647" y="2487"/>
                    <a:pt x="644" y="2489"/>
                    <a:pt x="643" y="2491"/>
                  </a:cubicBezTo>
                  <a:cubicBezTo>
                    <a:pt x="640" y="2491"/>
                    <a:pt x="636" y="2495"/>
                    <a:pt x="634" y="2498"/>
                  </a:cubicBezTo>
                  <a:cubicBezTo>
                    <a:pt x="627" y="2501"/>
                    <a:pt x="620" y="2504"/>
                    <a:pt x="614" y="2510"/>
                  </a:cubicBezTo>
                  <a:cubicBezTo>
                    <a:pt x="610" y="2510"/>
                    <a:pt x="608" y="2510"/>
                    <a:pt x="608" y="2513"/>
                  </a:cubicBezTo>
                  <a:cubicBezTo>
                    <a:pt x="602" y="2513"/>
                    <a:pt x="598" y="2516"/>
                    <a:pt x="594" y="2520"/>
                  </a:cubicBezTo>
                  <a:cubicBezTo>
                    <a:pt x="588" y="2524"/>
                    <a:pt x="582" y="2530"/>
                    <a:pt x="576" y="2532"/>
                  </a:cubicBezTo>
                  <a:cubicBezTo>
                    <a:pt x="566" y="2539"/>
                    <a:pt x="558" y="2541"/>
                    <a:pt x="550" y="2547"/>
                  </a:cubicBezTo>
                  <a:lnTo>
                    <a:pt x="550" y="2550"/>
                  </a:lnTo>
                  <a:lnTo>
                    <a:pt x="547" y="2550"/>
                  </a:lnTo>
                  <a:cubicBezTo>
                    <a:pt x="541" y="2553"/>
                    <a:pt x="538" y="2557"/>
                    <a:pt x="532" y="2560"/>
                  </a:cubicBezTo>
                  <a:cubicBezTo>
                    <a:pt x="529" y="2560"/>
                    <a:pt x="525" y="2563"/>
                    <a:pt x="522" y="2566"/>
                  </a:cubicBezTo>
                  <a:cubicBezTo>
                    <a:pt x="506" y="2575"/>
                    <a:pt x="490" y="2586"/>
                    <a:pt x="475" y="2601"/>
                  </a:cubicBezTo>
                  <a:cubicBezTo>
                    <a:pt x="475" y="2598"/>
                    <a:pt x="473" y="2598"/>
                    <a:pt x="473" y="2598"/>
                  </a:cubicBezTo>
                  <a:cubicBezTo>
                    <a:pt x="473" y="2601"/>
                    <a:pt x="470" y="2601"/>
                    <a:pt x="470" y="2601"/>
                  </a:cubicBezTo>
                  <a:cubicBezTo>
                    <a:pt x="309" y="2704"/>
                    <a:pt x="155" y="2808"/>
                    <a:pt x="0" y="2916"/>
                  </a:cubicBezTo>
                  <a:cubicBezTo>
                    <a:pt x="94" y="2871"/>
                    <a:pt x="190" y="2828"/>
                    <a:pt x="284" y="2787"/>
                  </a:cubicBezTo>
                  <a:cubicBezTo>
                    <a:pt x="305" y="2774"/>
                    <a:pt x="328" y="2764"/>
                    <a:pt x="354" y="2756"/>
                  </a:cubicBezTo>
                  <a:cubicBezTo>
                    <a:pt x="411" y="2727"/>
                    <a:pt x="471" y="2701"/>
                    <a:pt x="530" y="2679"/>
                  </a:cubicBezTo>
                  <a:lnTo>
                    <a:pt x="533" y="2676"/>
                  </a:lnTo>
                  <a:cubicBezTo>
                    <a:pt x="551" y="2666"/>
                    <a:pt x="571" y="2658"/>
                    <a:pt x="592" y="2651"/>
                  </a:cubicBezTo>
                  <a:cubicBezTo>
                    <a:pt x="599" y="2644"/>
                    <a:pt x="608" y="2642"/>
                    <a:pt x="614" y="2642"/>
                  </a:cubicBezTo>
                  <a:cubicBezTo>
                    <a:pt x="618" y="2639"/>
                    <a:pt x="618" y="2639"/>
                    <a:pt x="620" y="2639"/>
                  </a:cubicBezTo>
                  <a:cubicBezTo>
                    <a:pt x="623" y="2637"/>
                    <a:pt x="627" y="2637"/>
                    <a:pt x="630" y="2637"/>
                  </a:cubicBezTo>
                  <a:cubicBezTo>
                    <a:pt x="639" y="2630"/>
                    <a:pt x="651" y="2624"/>
                    <a:pt x="661" y="2624"/>
                  </a:cubicBezTo>
                  <a:lnTo>
                    <a:pt x="664" y="2622"/>
                  </a:lnTo>
                  <a:cubicBezTo>
                    <a:pt x="667" y="2618"/>
                    <a:pt x="674" y="2614"/>
                    <a:pt x="676" y="2614"/>
                  </a:cubicBezTo>
                  <a:cubicBezTo>
                    <a:pt x="682" y="2612"/>
                    <a:pt x="691" y="2608"/>
                    <a:pt x="698" y="2606"/>
                  </a:cubicBezTo>
                  <a:cubicBezTo>
                    <a:pt x="701" y="2603"/>
                    <a:pt x="705" y="2603"/>
                    <a:pt x="707" y="2603"/>
                  </a:cubicBezTo>
                  <a:cubicBezTo>
                    <a:pt x="711" y="2599"/>
                    <a:pt x="717" y="2597"/>
                    <a:pt x="720" y="2597"/>
                  </a:cubicBezTo>
                  <a:lnTo>
                    <a:pt x="722" y="2597"/>
                  </a:lnTo>
                  <a:cubicBezTo>
                    <a:pt x="734" y="2591"/>
                    <a:pt x="747" y="2584"/>
                    <a:pt x="760" y="2581"/>
                  </a:cubicBezTo>
                  <a:cubicBezTo>
                    <a:pt x="770" y="2575"/>
                    <a:pt x="779" y="2571"/>
                    <a:pt x="785" y="2568"/>
                  </a:cubicBezTo>
                  <a:cubicBezTo>
                    <a:pt x="798" y="2565"/>
                    <a:pt x="808" y="2558"/>
                    <a:pt x="816" y="2556"/>
                  </a:cubicBezTo>
                  <a:cubicBezTo>
                    <a:pt x="820" y="2556"/>
                    <a:pt x="824" y="2554"/>
                    <a:pt x="824" y="2554"/>
                  </a:cubicBezTo>
                  <a:cubicBezTo>
                    <a:pt x="880" y="2531"/>
                    <a:pt x="933" y="2509"/>
                    <a:pt x="987" y="2490"/>
                  </a:cubicBezTo>
                  <a:cubicBezTo>
                    <a:pt x="994" y="2488"/>
                    <a:pt x="996" y="2483"/>
                    <a:pt x="1002" y="2481"/>
                  </a:cubicBezTo>
                  <a:cubicBezTo>
                    <a:pt x="2970" y="1701"/>
                    <a:pt x="5022" y="1325"/>
                    <a:pt x="7053" y="1325"/>
                  </a:cubicBezTo>
                  <a:cubicBezTo>
                    <a:pt x="7853" y="1325"/>
                    <a:pt x="8650" y="1383"/>
                    <a:pt x="9437" y="1498"/>
                  </a:cubicBezTo>
                  <a:cubicBezTo>
                    <a:pt x="9200" y="944"/>
                    <a:pt x="8870" y="436"/>
                    <a:pt x="84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33"/>
            <p:cNvSpPr/>
            <p:nvPr/>
          </p:nvSpPr>
          <p:spPr>
            <a:xfrm>
              <a:off x="3612275" y="2041600"/>
              <a:ext cx="74925" cy="248375"/>
            </a:xfrm>
            <a:custGeom>
              <a:rect b="b" l="l" r="r" t="t"/>
              <a:pathLst>
                <a:path extrusionOk="0" h="9935" w="2997">
                  <a:moveTo>
                    <a:pt x="1487" y="1"/>
                  </a:moveTo>
                  <a:cubicBezTo>
                    <a:pt x="995" y="1"/>
                    <a:pt x="517" y="66"/>
                    <a:pt x="63" y="195"/>
                  </a:cubicBezTo>
                  <a:cubicBezTo>
                    <a:pt x="1" y="3117"/>
                    <a:pt x="709" y="6092"/>
                    <a:pt x="2278" y="8806"/>
                  </a:cubicBezTo>
                  <a:cubicBezTo>
                    <a:pt x="2304" y="8850"/>
                    <a:pt x="2329" y="8893"/>
                    <a:pt x="2355" y="8935"/>
                  </a:cubicBezTo>
                  <a:cubicBezTo>
                    <a:pt x="2371" y="8964"/>
                    <a:pt x="2387" y="8991"/>
                    <a:pt x="2402" y="9017"/>
                  </a:cubicBezTo>
                  <a:cubicBezTo>
                    <a:pt x="2442" y="9078"/>
                    <a:pt x="2476" y="9137"/>
                    <a:pt x="2514" y="9194"/>
                  </a:cubicBezTo>
                  <a:cubicBezTo>
                    <a:pt x="2516" y="9201"/>
                    <a:pt x="2520" y="9207"/>
                    <a:pt x="2522" y="9209"/>
                  </a:cubicBezTo>
                  <a:cubicBezTo>
                    <a:pt x="2526" y="9218"/>
                    <a:pt x="2532" y="9225"/>
                    <a:pt x="2535" y="9232"/>
                  </a:cubicBezTo>
                  <a:lnTo>
                    <a:pt x="2535" y="9234"/>
                  </a:lnTo>
                  <a:cubicBezTo>
                    <a:pt x="2540" y="9237"/>
                    <a:pt x="2542" y="9240"/>
                    <a:pt x="2542" y="9243"/>
                  </a:cubicBezTo>
                  <a:cubicBezTo>
                    <a:pt x="2548" y="9254"/>
                    <a:pt x="2555" y="9263"/>
                    <a:pt x="2557" y="9269"/>
                  </a:cubicBezTo>
                  <a:cubicBezTo>
                    <a:pt x="2563" y="9275"/>
                    <a:pt x="2567" y="9281"/>
                    <a:pt x="2571" y="9289"/>
                  </a:cubicBezTo>
                  <a:cubicBezTo>
                    <a:pt x="2573" y="9295"/>
                    <a:pt x="2577" y="9299"/>
                    <a:pt x="2579" y="9301"/>
                  </a:cubicBezTo>
                  <a:cubicBezTo>
                    <a:pt x="2579" y="9305"/>
                    <a:pt x="2582" y="9307"/>
                    <a:pt x="2582" y="9307"/>
                  </a:cubicBezTo>
                  <a:cubicBezTo>
                    <a:pt x="2584" y="9314"/>
                    <a:pt x="2588" y="9321"/>
                    <a:pt x="2591" y="9323"/>
                  </a:cubicBezTo>
                  <a:cubicBezTo>
                    <a:pt x="2594" y="9326"/>
                    <a:pt x="2593" y="9328"/>
                    <a:pt x="2597" y="9332"/>
                  </a:cubicBezTo>
                  <a:cubicBezTo>
                    <a:pt x="2601" y="9336"/>
                    <a:pt x="2604" y="9342"/>
                    <a:pt x="2604" y="9345"/>
                  </a:cubicBezTo>
                  <a:cubicBezTo>
                    <a:pt x="2610" y="9352"/>
                    <a:pt x="2613" y="9358"/>
                    <a:pt x="2619" y="9364"/>
                  </a:cubicBezTo>
                  <a:cubicBezTo>
                    <a:pt x="2623" y="9374"/>
                    <a:pt x="2629" y="9382"/>
                    <a:pt x="2632" y="9390"/>
                  </a:cubicBezTo>
                  <a:cubicBezTo>
                    <a:pt x="2635" y="9390"/>
                    <a:pt x="2635" y="9393"/>
                    <a:pt x="2635" y="9393"/>
                  </a:cubicBezTo>
                  <a:cubicBezTo>
                    <a:pt x="2639" y="9399"/>
                    <a:pt x="2645" y="9405"/>
                    <a:pt x="2648" y="9412"/>
                  </a:cubicBezTo>
                  <a:cubicBezTo>
                    <a:pt x="2648" y="9416"/>
                    <a:pt x="2650" y="9416"/>
                    <a:pt x="2650" y="9419"/>
                  </a:cubicBezTo>
                  <a:cubicBezTo>
                    <a:pt x="2659" y="9434"/>
                    <a:pt x="2669" y="9450"/>
                    <a:pt x="2681" y="9462"/>
                  </a:cubicBezTo>
                  <a:cubicBezTo>
                    <a:pt x="2681" y="9466"/>
                    <a:pt x="2684" y="9469"/>
                    <a:pt x="2684" y="9469"/>
                  </a:cubicBezTo>
                  <a:lnTo>
                    <a:pt x="2684" y="9471"/>
                  </a:lnTo>
                  <a:cubicBezTo>
                    <a:pt x="2788" y="9632"/>
                    <a:pt x="2891" y="9786"/>
                    <a:pt x="2997" y="9935"/>
                  </a:cubicBezTo>
                  <a:cubicBezTo>
                    <a:pt x="2949" y="9837"/>
                    <a:pt x="2906" y="9739"/>
                    <a:pt x="2862" y="9637"/>
                  </a:cubicBezTo>
                  <a:cubicBezTo>
                    <a:pt x="2851" y="9620"/>
                    <a:pt x="2842" y="9600"/>
                    <a:pt x="2836" y="9579"/>
                  </a:cubicBezTo>
                  <a:cubicBezTo>
                    <a:pt x="2808" y="9522"/>
                    <a:pt x="2783" y="9465"/>
                    <a:pt x="2757" y="9405"/>
                  </a:cubicBezTo>
                  <a:lnTo>
                    <a:pt x="2757" y="9403"/>
                  </a:lnTo>
                  <a:cubicBezTo>
                    <a:pt x="2747" y="9385"/>
                    <a:pt x="2738" y="9365"/>
                    <a:pt x="2732" y="9343"/>
                  </a:cubicBezTo>
                  <a:cubicBezTo>
                    <a:pt x="2725" y="9337"/>
                    <a:pt x="2722" y="9328"/>
                    <a:pt x="2722" y="9322"/>
                  </a:cubicBezTo>
                  <a:cubicBezTo>
                    <a:pt x="2718" y="9319"/>
                    <a:pt x="2716" y="9315"/>
                    <a:pt x="2716" y="9312"/>
                  </a:cubicBezTo>
                  <a:lnTo>
                    <a:pt x="2716" y="9310"/>
                  </a:lnTo>
                  <a:cubicBezTo>
                    <a:pt x="2710" y="9301"/>
                    <a:pt x="2706" y="9288"/>
                    <a:pt x="2703" y="9279"/>
                  </a:cubicBezTo>
                  <a:lnTo>
                    <a:pt x="2703" y="9276"/>
                  </a:lnTo>
                  <a:cubicBezTo>
                    <a:pt x="2696" y="9270"/>
                    <a:pt x="2696" y="9268"/>
                    <a:pt x="2694" y="9261"/>
                  </a:cubicBezTo>
                  <a:cubicBezTo>
                    <a:pt x="2691" y="9250"/>
                    <a:pt x="2687" y="9244"/>
                    <a:pt x="2685" y="9235"/>
                  </a:cubicBezTo>
                  <a:cubicBezTo>
                    <a:pt x="2682" y="9235"/>
                    <a:pt x="2682" y="9235"/>
                    <a:pt x="2682" y="9233"/>
                  </a:cubicBezTo>
                  <a:cubicBezTo>
                    <a:pt x="2680" y="9229"/>
                    <a:pt x="2680" y="9223"/>
                    <a:pt x="2680" y="9219"/>
                  </a:cubicBezTo>
                  <a:cubicBezTo>
                    <a:pt x="2677" y="9216"/>
                    <a:pt x="2677" y="9216"/>
                    <a:pt x="2677" y="9213"/>
                  </a:cubicBezTo>
                  <a:cubicBezTo>
                    <a:pt x="2671" y="9202"/>
                    <a:pt x="2664" y="9189"/>
                    <a:pt x="2661" y="9176"/>
                  </a:cubicBezTo>
                  <a:cubicBezTo>
                    <a:pt x="2659" y="9167"/>
                    <a:pt x="2655" y="9161"/>
                    <a:pt x="2653" y="9154"/>
                  </a:cubicBezTo>
                  <a:cubicBezTo>
                    <a:pt x="2646" y="9141"/>
                    <a:pt x="2644" y="9129"/>
                    <a:pt x="2638" y="9119"/>
                  </a:cubicBezTo>
                  <a:lnTo>
                    <a:pt x="2638" y="9116"/>
                  </a:lnTo>
                  <a:cubicBezTo>
                    <a:pt x="2613" y="9062"/>
                    <a:pt x="2591" y="9005"/>
                    <a:pt x="2572" y="8950"/>
                  </a:cubicBezTo>
                  <a:cubicBezTo>
                    <a:pt x="2567" y="8948"/>
                    <a:pt x="2565" y="8944"/>
                    <a:pt x="2565" y="8941"/>
                  </a:cubicBezTo>
                  <a:cubicBezTo>
                    <a:pt x="1415" y="6035"/>
                    <a:pt x="1137" y="2940"/>
                    <a:pt x="1657" y="3"/>
                  </a:cubicBezTo>
                  <a:cubicBezTo>
                    <a:pt x="1600" y="1"/>
                    <a:pt x="1544" y="1"/>
                    <a:pt x="14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33"/>
            <p:cNvSpPr/>
            <p:nvPr/>
          </p:nvSpPr>
          <p:spPr>
            <a:xfrm>
              <a:off x="3668025" y="2258075"/>
              <a:ext cx="69200" cy="175000"/>
            </a:xfrm>
            <a:custGeom>
              <a:rect b="b" l="l" r="r" t="t"/>
              <a:pathLst>
                <a:path extrusionOk="0" h="7000" w="2768">
                  <a:moveTo>
                    <a:pt x="1" y="0"/>
                  </a:moveTo>
                  <a:lnTo>
                    <a:pt x="1" y="0"/>
                  </a:lnTo>
                  <a:cubicBezTo>
                    <a:pt x="44" y="91"/>
                    <a:pt x="86" y="183"/>
                    <a:pt x="127" y="277"/>
                  </a:cubicBezTo>
                  <a:cubicBezTo>
                    <a:pt x="139" y="299"/>
                    <a:pt x="150" y="321"/>
                    <a:pt x="158" y="347"/>
                  </a:cubicBezTo>
                  <a:cubicBezTo>
                    <a:pt x="187" y="404"/>
                    <a:pt x="212" y="465"/>
                    <a:pt x="237" y="523"/>
                  </a:cubicBezTo>
                  <a:cubicBezTo>
                    <a:pt x="237" y="523"/>
                    <a:pt x="239" y="527"/>
                    <a:pt x="239" y="530"/>
                  </a:cubicBezTo>
                  <a:cubicBezTo>
                    <a:pt x="250" y="549"/>
                    <a:pt x="259" y="571"/>
                    <a:pt x="265" y="594"/>
                  </a:cubicBezTo>
                  <a:cubicBezTo>
                    <a:pt x="271" y="600"/>
                    <a:pt x="274" y="609"/>
                    <a:pt x="274" y="615"/>
                  </a:cubicBezTo>
                  <a:lnTo>
                    <a:pt x="277" y="617"/>
                  </a:lnTo>
                  <a:cubicBezTo>
                    <a:pt x="280" y="620"/>
                    <a:pt x="280" y="624"/>
                    <a:pt x="280" y="627"/>
                  </a:cubicBezTo>
                  <a:cubicBezTo>
                    <a:pt x="286" y="640"/>
                    <a:pt x="290" y="648"/>
                    <a:pt x="292" y="662"/>
                  </a:cubicBezTo>
                  <a:lnTo>
                    <a:pt x="295" y="662"/>
                  </a:lnTo>
                  <a:cubicBezTo>
                    <a:pt x="299" y="668"/>
                    <a:pt x="299" y="671"/>
                    <a:pt x="301" y="677"/>
                  </a:cubicBezTo>
                  <a:cubicBezTo>
                    <a:pt x="305" y="683"/>
                    <a:pt x="307" y="689"/>
                    <a:pt x="307" y="697"/>
                  </a:cubicBezTo>
                  <a:cubicBezTo>
                    <a:pt x="312" y="699"/>
                    <a:pt x="315" y="703"/>
                    <a:pt x="315" y="705"/>
                  </a:cubicBezTo>
                  <a:cubicBezTo>
                    <a:pt x="318" y="712"/>
                    <a:pt x="318" y="714"/>
                    <a:pt x="321" y="720"/>
                  </a:cubicBezTo>
                  <a:cubicBezTo>
                    <a:pt x="327" y="734"/>
                    <a:pt x="333" y="749"/>
                    <a:pt x="336" y="762"/>
                  </a:cubicBezTo>
                  <a:cubicBezTo>
                    <a:pt x="338" y="769"/>
                    <a:pt x="343" y="777"/>
                    <a:pt x="346" y="784"/>
                  </a:cubicBezTo>
                  <a:cubicBezTo>
                    <a:pt x="352" y="797"/>
                    <a:pt x="354" y="810"/>
                    <a:pt x="360" y="818"/>
                  </a:cubicBezTo>
                  <a:lnTo>
                    <a:pt x="360" y="826"/>
                  </a:lnTo>
                  <a:cubicBezTo>
                    <a:pt x="385" y="882"/>
                    <a:pt x="408" y="935"/>
                    <a:pt x="426" y="989"/>
                  </a:cubicBezTo>
                  <a:cubicBezTo>
                    <a:pt x="429" y="996"/>
                    <a:pt x="433" y="998"/>
                    <a:pt x="435" y="1004"/>
                  </a:cubicBezTo>
                  <a:cubicBezTo>
                    <a:pt x="1208" y="2953"/>
                    <a:pt x="1584" y="4986"/>
                    <a:pt x="1592" y="6999"/>
                  </a:cubicBezTo>
                  <a:lnTo>
                    <a:pt x="2768" y="6999"/>
                  </a:lnTo>
                  <a:cubicBezTo>
                    <a:pt x="2474" y="4988"/>
                    <a:pt x="1799" y="3000"/>
                    <a:pt x="725" y="1133"/>
                  </a:cubicBezTo>
                  <a:cubicBezTo>
                    <a:pt x="698" y="1084"/>
                    <a:pt x="669" y="1035"/>
                    <a:pt x="638" y="986"/>
                  </a:cubicBezTo>
                  <a:cubicBezTo>
                    <a:pt x="625" y="961"/>
                    <a:pt x="610" y="939"/>
                    <a:pt x="596" y="913"/>
                  </a:cubicBezTo>
                  <a:cubicBezTo>
                    <a:pt x="562" y="857"/>
                    <a:pt x="527" y="800"/>
                    <a:pt x="489" y="743"/>
                  </a:cubicBezTo>
                  <a:cubicBezTo>
                    <a:pt x="486" y="736"/>
                    <a:pt x="483" y="730"/>
                    <a:pt x="477" y="724"/>
                  </a:cubicBezTo>
                  <a:cubicBezTo>
                    <a:pt x="477" y="717"/>
                    <a:pt x="473" y="713"/>
                    <a:pt x="471" y="710"/>
                  </a:cubicBezTo>
                  <a:cubicBezTo>
                    <a:pt x="471" y="707"/>
                    <a:pt x="471" y="704"/>
                    <a:pt x="467" y="704"/>
                  </a:cubicBezTo>
                  <a:cubicBezTo>
                    <a:pt x="467" y="702"/>
                    <a:pt x="463" y="698"/>
                    <a:pt x="461" y="695"/>
                  </a:cubicBezTo>
                  <a:cubicBezTo>
                    <a:pt x="459" y="684"/>
                    <a:pt x="452" y="676"/>
                    <a:pt x="446" y="669"/>
                  </a:cubicBezTo>
                  <a:cubicBezTo>
                    <a:pt x="442" y="663"/>
                    <a:pt x="440" y="656"/>
                    <a:pt x="433" y="650"/>
                  </a:cubicBezTo>
                  <a:cubicBezTo>
                    <a:pt x="433" y="643"/>
                    <a:pt x="429" y="640"/>
                    <a:pt x="426" y="637"/>
                  </a:cubicBezTo>
                  <a:cubicBezTo>
                    <a:pt x="423" y="635"/>
                    <a:pt x="423" y="631"/>
                    <a:pt x="420" y="628"/>
                  </a:cubicBezTo>
                  <a:cubicBezTo>
                    <a:pt x="416" y="621"/>
                    <a:pt x="410" y="615"/>
                    <a:pt x="408" y="609"/>
                  </a:cubicBezTo>
                  <a:cubicBezTo>
                    <a:pt x="405" y="609"/>
                    <a:pt x="405" y="606"/>
                    <a:pt x="405" y="606"/>
                  </a:cubicBezTo>
                  <a:cubicBezTo>
                    <a:pt x="405" y="604"/>
                    <a:pt x="400" y="600"/>
                    <a:pt x="398" y="597"/>
                  </a:cubicBezTo>
                  <a:cubicBezTo>
                    <a:pt x="394" y="588"/>
                    <a:pt x="392" y="581"/>
                    <a:pt x="385" y="575"/>
                  </a:cubicBezTo>
                  <a:cubicBezTo>
                    <a:pt x="379" y="566"/>
                    <a:pt x="373" y="555"/>
                    <a:pt x="366" y="547"/>
                  </a:cubicBezTo>
                  <a:cubicBezTo>
                    <a:pt x="363" y="540"/>
                    <a:pt x="359" y="534"/>
                    <a:pt x="357" y="532"/>
                  </a:cubicBezTo>
                  <a:cubicBezTo>
                    <a:pt x="357" y="528"/>
                    <a:pt x="353" y="524"/>
                    <a:pt x="351" y="522"/>
                  </a:cubicBezTo>
                  <a:cubicBezTo>
                    <a:pt x="342" y="503"/>
                    <a:pt x="331" y="487"/>
                    <a:pt x="316" y="472"/>
                  </a:cubicBezTo>
                  <a:lnTo>
                    <a:pt x="316" y="470"/>
                  </a:lnTo>
                  <a:cubicBezTo>
                    <a:pt x="313" y="470"/>
                    <a:pt x="313" y="470"/>
                    <a:pt x="313" y="467"/>
                  </a:cubicBezTo>
                  <a:cubicBezTo>
                    <a:pt x="213" y="308"/>
                    <a:pt x="108" y="15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33"/>
            <p:cNvSpPr/>
            <p:nvPr/>
          </p:nvSpPr>
          <p:spPr>
            <a:xfrm>
              <a:off x="3516850" y="2257675"/>
              <a:ext cx="169850" cy="175375"/>
            </a:xfrm>
            <a:custGeom>
              <a:rect b="b" l="l" r="r" t="t"/>
              <a:pathLst>
                <a:path extrusionOk="0" h="7015" w="6794">
                  <a:moveTo>
                    <a:pt x="6793" y="1"/>
                  </a:moveTo>
                  <a:lnTo>
                    <a:pt x="6793" y="1"/>
                  </a:lnTo>
                  <a:cubicBezTo>
                    <a:pt x="6734" y="88"/>
                    <a:pt x="6674" y="173"/>
                    <a:pt x="6602" y="257"/>
                  </a:cubicBezTo>
                  <a:cubicBezTo>
                    <a:pt x="6593" y="276"/>
                    <a:pt x="6577" y="294"/>
                    <a:pt x="6565" y="313"/>
                  </a:cubicBezTo>
                  <a:cubicBezTo>
                    <a:pt x="6528" y="368"/>
                    <a:pt x="6487" y="421"/>
                    <a:pt x="6448" y="474"/>
                  </a:cubicBezTo>
                  <a:lnTo>
                    <a:pt x="6448" y="477"/>
                  </a:lnTo>
                  <a:cubicBezTo>
                    <a:pt x="6437" y="494"/>
                    <a:pt x="6425" y="509"/>
                    <a:pt x="6411" y="525"/>
                  </a:cubicBezTo>
                  <a:cubicBezTo>
                    <a:pt x="6405" y="534"/>
                    <a:pt x="6399" y="540"/>
                    <a:pt x="6396" y="547"/>
                  </a:cubicBezTo>
                  <a:cubicBezTo>
                    <a:pt x="6392" y="551"/>
                    <a:pt x="6392" y="554"/>
                    <a:pt x="6390" y="554"/>
                  </a:cubicBezTo>
                  <a:cubicBezTo>
                    <a:pt x="6390" y="557"/>
                    <a:pt x="6383" y="560"/>
                    <a:pt x="6383" y="560"/>
                  </a:cubicBezTo>
                  <a:cubicBezTo>
                    <a:pt x="6380" y="569"/>
                    <a:pt x="6374" y="575"/>
                    <a:pt x="6368" y="582"/>
                  </a:cubicBezTo>
                  <a:lnTo>
                    <a:pt x="6365" y="582"/>
                  </a:lnTo>
                  <a:lnTo>
                    <a:pt x="6365" y="585"/>
                  </a:lnTo>
                  <a:cubicBezTo>
                    <a:pt x="6361" y="591"/>
                    <a:pt x="6359" y="597"/>
                    <a:pt x="6352" y="600"/>
                  </a:cubicBezTo>
                  <a:cubicBezTo>
                    <a:pt x="6352" y="606"/>
                    <a:pt x="6349" y="611"/>
                    <a:pt x="6343" y="613"/>
                  </a:cubicBezTo>
                  <a:cubicBezTo>
                    <a:pt x="6343" y="619"/>
                    <a:pt x="6341" y="623"/>
                    <a:pt x="6334" y="626"/>
                  </a:cubicBezTo>
                  <a:cubicBezTo>
                    <a:pt x="6334" y="632"/>
                    <a:pt x="6332" y="636"/>
                    <a:pt x="6326" y="638"/>
                  </a:cubicBezTo>
                  <a:cubicBezTo>
                    <a:pt x="6326" y="642"/>
                    <a:pt x="6323" y="642"/>
                    <a:pt x="6323" y="642"/>
                  </a:cubicBezTo>
                  <a:cubicBezTo>
                    <a:pt x="6316" y="650"/>
                    <a:pt x="6310" y="660"/>
                    <a:pt x="6301" y="669"/>
                  </a:cubicBezTo>
                  <a:cubicBezTo>
                    <a:pt x="6298" y="680"/>
                    <a:pt x="6292" y="689"/>
                    <a:pt x="6285" y="695"/>
                  </a:cubicBezTo>
                  <a:cubicBezTo>
                    <a:pt x="6275" y="704"/>
                    <a:pt x="6269" y="715"/>
                    <a:pt x="6260" y="724"/>
                  </a:cubicBezTo>
                  <a:cubicBezTo>
                    <a:pt x="6260" y="726"/>
                    <a:pt x="6256" y="726"/>
                    <a:pt x="6256" y="726"/>
                  </a:cubicBezTo>
                  <a:cubicBezTo>
                    <a:pt x="6224" y="774"/>
                    <a:pt x="6187" y="822"/>
                    <a:pt x="6152" y="865"/>
                  </a:cubicBezTo>
                  <a:cubicBezTo>
                    <a:pt x="6148" y="872"/>
                    <a:pt x="6142" y="875"/>
                    <a:pt x="6140" y="881"/>
                  </a:cubicBezTo>
                  <a:cubicBezTo>
                    <a:pt x="4469" y="2992"/>
                    <a:pt x="2348" y="4606"/>
                    <a:pt x="1" y="5668"/>
                  </a:cubicBezTo>
                  <a:lnTo>
                    <a:pt x="1" y="7014"/>
                  </a:lnTo>
                  <a:lnTo>
                    <a:pt x="518" y="7014"/>
                  </a:lnTo>
                  <a:cubicBezTo>
                    <a:pt x="2787" y="5621"/>
                    <a:pt x="4750" y="3660"/>
                    <a:pt x="6172" y="1192"/>
                  </a:cubicBezTo>
                  <a:cubicBezTo>
                    <a:pt x="6200" y="1144"/>
                    <a:pt x="6225" y="1098"/>
                    <a:pt x="6254" y="1050"/>
                  </a:cubicBezTo>
                  <a:cubicBezTo>
                    <a:pt x="6267" y="1025"/>
                    <a:pt x="6282" y="1000"/>
                    <a:pt x="6296" y="972"/>
                  </a:cubicBezTo>
                  <a:cubicBezTo>
                    <a:pt x="6331" y="915"/>
                    <a:pt x="6362" y="858"/>
                    <a:pt x="6390" y="798"/>
                  </a:cubicBezTo>
                  <a:cubicBezTo>
                    <a:pt x="6394" y="792"/>
                    <a:pt x="6396" y="786"/>
                    <a:pt x="6403" y="779"/>
                  </a:cubicBezTo>
                  <a:cubicBezTo>
                    <a:pt x="6403" y="777"/>
                    <a:pt x="6406" y="771"/>
                    <a:pt x="6409" y="763"/>
                  </a:cubicBezTo>
                  <a:cubicBezTo>
                    <a:pt x="6413" y="763"/>
                    <a:pt x="6413" y="760"/>
                    <a:pt x="6415" y="757"/>
                  </a:cubicBezTo>
                  <a:cubicBezTo>
                    <a:pt x="6415" y="755"/>
                    <a:pt x="6420" y="748"/>
                    <a:pt x="6422" y="742"/>
                  </a:cubicBezTo>
                  <a:cubicBezTo>
                    <a:pt x="6426" y="735"/>
                    <a:pt x="6429" y="729"/>
                    <a:pt x="6435" y="720"/>
                  </a:cubicBezTo>
                  <a:cubicBezTo>
                    <a:pt x="6437" y="714"/>
                    <a:pt x="6441" y="707"/>
                    <a:pt x="6444" y="698"/>
                  </a:cubicBezTo>
                  <a:cubicBezTo>
                    <a:pt x="6447" y="695"/>
                    <a:pt x="6447" y="691"/>
                    <a:pt x="6450" y="689"/>
                  </a:cubicBezTo>
                  <a:cubicBezTo>
                    <a:pt x="6455" y="685"/>
                    <a:pt x="6455" y="683"/>
                    <a:pt x="6457" y="676"/>
                  </a:cubicBezTo>
                  <a:cubicBezTo>
                    <a:pt x="6461" y="673"/>
                    <a:pt x="6461" y="669"/>
                    <a:pt x="6463" y="667"/>
                  </a:cubicBezTo>
                  <a:cubicBezTo>
                    <a:pt x="6463" y="663"/>
                    <a:pt x="6467" y="657"/>
                    <a:pt x="6470" y="654"/>
                  </a:cubicBezTo>
                  <a:cubicBezTo>
                    <a:pt x="6470" y="650"/>
                    <a:pt x="6473" y="644"/>
                    <a:pt x="6476" y="642"/>
                  </a:cubicBezTo>
                  <a:cubicBezTo>
                    <a:pt x="6480" y="634"/>
                    <a:pt x="6482" y="626"/>
                    <a:pt x="6489" y="619"/>
                  </a:cubicBezTo>
                  <a:cubicBezTo>
                    <a:pt x="6493" y="611"/>
                    <a:pt x="6499" y="600"/>
                    <a:pt x="6502" y="591"/>
                  </a:cubicBezTo>
                  <a:cubicBezTo>
                    <a:pt x="6504" y="585"/>
                    <a:pt x="6508" y="578"/>
                    <a:pt x="6511" y="571"/>
                  </a:cubicBezTo>
                  <a:lnTo>
                    <a:pt x="6511" y="569"/>
                  </a:lnTo>
                  <a:lnTo>
                    <a:pt x="6513" y="566"/>
                  </a:lnTo>
                  <a:cubicBezTo>
                    <a:pt x="6524" y="550"/>
                    <a:pt x="6530" y="534"/>
                    <a:pt x="6539" y="519"/>
                  </a:cubicBezTo>
                  <a:cubicBezTo>
                    <a:pt x="6539" y="517"/>
                    <a:pt x="6542" y="513"/>
                    <a:pt x="6542" y="509"/>
                  </a:cubicBezTo>
                  <a:cubicBezTo>
                    <a:pt x="6544" y="509"/>
                    <a:pt x="6544" y="507"/>
                    <a:pt x="6544" y="507"/>
                  </a:cubicBezTo>
                  <a:cubicBezTo>
                    <a:pt x="6630" y="341"/>
                    <a:pt x="6711" y="171"/>
                    <a:pt x="67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33"/>
            <p:cNvSpPr/>
            <p:nvPr/>
          </p:nvSpPr>
          <p:spPr>
            <a:xfrm>
              <a:off x="3668550" y="2147925"/>
              <a:ext cx="129075" cy="142450"/>
            </a:xfrm>
            <a:custGeom>
              <a:rect b="b" l="l" r="r" t="t"/>
              <a:pathLst>
                <a:path extrusionOk="0" h="5698" w="5163">
                  <a:moveTo>
                    <a:pt x="4428" y="1"/>
                  </a:moveTo>
                  <a:cubicBezTo>
                    <a:pt x="2938" y="1223"/>
                    <a:pt x="1643" y="2732"/>
                    <a:pt x="621" y="4501"/>
                  </a:cubicBezTo>
                  <a:cubicBezTo>
                    <a:pt x="593" y="4549"/>
                    <a:pt x="567" y="4595"/>
                    <a:pt x="538" y="4642"/>
                  </a:cubicBezTo>
                  <a:cubicBezTo>
                    <a:pt x="526" y="4667"/>
                    <a:pt x="510" y="4696"/>
                    <a:pt x="497" y="4722"/>
                  </a:cubicBezTo>
                  <a:cubicBezTo>
                    <a:pt x="462" y="4783"/>
                    <a:pt x="430" y="4839"/>
                    <a:pt x="399" y="4898"/>
                  </a:cubicBezTo>
                  <a:cubicBezTo>
                    <a:pt x="395" y="4905"/>
                    <a:pt x="389" y="4914"/>
                    <a:pt x="387" y="4920"/>
                  </a:cubicBezTo>
                  <a:cubicBezTo>
                    <a:pt x="382" y="4924"/>
                    <a:pt x="382" y="4930"/>
                    <a:pt x="379" y="4933"/>
                  </a:cubicBezTo>
                  <a:cubicBezTo>
                    <a:pt x="379" y="4933"/>
                    <a:pt x="379" y="4936"/>
                    <a:pt x="377" y="4936"/>
                  </a:cubicBezTo>
                  <a:cubicBezTo>
                    <a:pt x="377" y="4942"/>
                    <a:pt x="373" y="4945"/>
                    <a:pt x="371" y="4951"/>
                  </a:cubicBezTo>
                  <a:cubicBezTo>
                    <a:pt x="364" y="4961"/>
                    <a:pt x="361" y="4968"/>
                    <a:pt x="358" y="4977"/>
                  </a:cubicBezTo>
                  <a:cubicBezTo>
                    <a:pt x="352" y="4983"/>
                    <a:pt x="348" y="4990"/>
                    <a:pt x="348" y="4996"/>
                  </a:cubicBezTo>
                  <a:cubicBezTo>
                    <a:pt x="346" y="5003"/>
                    <a:pt x="342" y="5007"/>
                    <a:pt x="340" y="5009"/>
                  </a:cubicBezTo>
                  <a:cubicBezTo>
                    <a:pt x="336" y="5016"/>
                    <a:pt x="336" y="5019"/>
                    <a:pt x="333" y="5022"/>
                  </a:cubicBezTo>
                  <a:cubicBezTo>
                    <a:pt x="330" y="5028"/>
                    <a:pt x="330" y="5033"/>
                    <a:pt x="327" y="5035"/>
                  </a:cubicBezTo>
                  <a:cubicBezTo>
                    <a:pt x="325" y="5038"/>
                    <a:pt x="325" y="5042"/>
                    <a:pt x="325" y="5044"/>
                  </a:cubicBezTo>
                  <a:cubicBezTo>
                    <a:pt x="321" y="5047"/>
                    <a:pt x="317" y="5050"/>
                    <a:pt x="317" y="5053"/>
                  </a:cubicBezTo>
                  <a:cubicBezTo>
                    <a:pt x="311" y="5063"/>
                    <a:pt x="307" y="5073"/>
                    <a:pt x="305" y="5079"/>
                  </a:cubicBezTo>
                  <a:cubicBezTo>
                    <a:pt x="299" y="5089"/>
                    <a:pt x="295" y="5099"/>
                    <a:pt x="292" y="5105"/>
                  </a:cubicBezTo>
                  <a:lnTo>
                    <a:pt x="290" y="5107"/>
                  </a:lnTo>
                  <a:cubicBezTo>
                    <a:pt x="285" y="5114"/>
                    <a:pt x="283" y="5120"/>
                    <a:pt x="283" y="5122"/>
                  </a:cubicBezTo>
                  <a:cubicBezTo>
                    <a:pt x="280" y="5130"/>
                    <a:pt x="276" y="5133"/>
                    <a:pt x="274" y="5136"/>
                  </a:cubicBezTo>
                  <a:cubicBezTo>
                    <a:pt x="268" y="5151"/>
                    <a:pt x="261" y="5164"/>
                    <a:pt x="255" y="5177"/>
                  </a:cubicBezTo>
                  <a:cubicBezTo>
                    <a:pt x="252" y="5183"/>
                    <a:pt x="249" y="5187"/>
                    <a:pt x="252" y="5189"/>
                  </a:cubicBezTo>
                  <a:lnTo>
                    <a:pt x="249" y="5192"/>
                  </a:lnTo>
                  <a:cubicBezTo>
                    <a:pt x="162" y="5360"/>
                    <a:pt x="79" y="5527"/>
                    <a:pt x="1" y="5697"/>
                  </a:cubicBezTo>
                  <a:cubicBezTo>
                    <a:pt x="59" y="5609"/>
                    <a:pt x="120" y="5524"/>
                    <a:pt x="186" y="5439"/>
                  </a:cubicBezTo>
                  <a:cubicBezTo>
                    <a:pt x="197" y="5416"/>
                    <a:pt x="212" y="5399"/>
                    <a:pt x="228" y="5379"/>
                  </a:cubicBezTo>
                  <a:cubicBezTo>
                    <a:pt x="263" y="5329"/>
                    <a:pt x="301" y="5279"/>
                    <a:pt x="338" y="5229"/>
                  </a:cubicBezTo>
                  <a:lnTo>
                    <a:pt x="338" y="5222"/>
                  </a:lnTo>
                  <a:cubicBezTo>
                    <a:pt x="354" y="5203"/>
                    <a:pt x="367" y="5191"/>
                    <a:pt x="379" y="5172"/>
                  </a:cubicBezTo>
                  <a:cubicBezTo>
                    <a:pt x="382" y="5166"/>
                    <a:pt x="389" y="5163"/>
                    <a:pt x="395" y="5156"/>
                  </a:cubicBezTo>
                  <a:cubicBezTo>
                    <a:pt x="395" y="5153"/>
                    <a:pt x="395" y="5150"/>
                    <a:pt x="398" y="5147"/>
                  </a:cubicBezTo>
                  <a:lnTo>
                    <a:pt x="407" y="5138"/>
                  </a:lnTo>
                  <a:cubicBezTo>
                    <a:pt x="410" y="5132"/>
                    <a:pt x="418" y="5125"/>
                    <a:pt x="420" y="5119"/>
                  </a:cubicBezTo>
                  <a:cubicBezTo>
                    <a:pt x="424" y="5115"/>
                    <a:pt x="424" y="5112"/>
                    <a:pt x="426" y="5112"/>
                  </a:cubicBezTo>
                  <a:cubicBezTo>
                    <a:pt x="429" y="5106"/>
                    <a:pt x="433" y="5102"/>
                    <a:pt x="435" y="5100"/>
                  </a:cubicBezTo>
                  <a:cubicBezTo>
                    <a:pt x="439" y="5093"/>
                    <a:pt x="441" y="5086"/>
                    <a:pt x="449" y="5084"/>
                  </a:cubicBezTo>
                  <a:cubicBezTo>
                    <a:pt x="449" y="5081"/>
                    <a:pt x="452" y="5078"/>
                    <a:pt x="455" y="5075"/>
                  </a:cubicBezTo>
                  <a:cubicBezTo>
                    <a:pt x="459" y="5069"/>
                    <a:pt x="461" y="5065"/>
                    <a:pt x="467" y="5062"/>
                  </a:cubicBezTo>
                  <a:lnTo>
                    <a:pt x="467" y="5059"/>
                  </a:lnTo>
                  <a:cubicBezTo>
                    <a:pt x="474" y="5048"/>
                    <a:pt x="485" y="5038"/>
                    <a:pt x="493" y="5028"/>
                  </a:cubicBezTo>
                  <a:cubicBezTo>
                    <a:pt x="496" y="5020"/>
                    <a:pt x="502" y="5013"/>
                    <a:pt x="508" y="5007"/>
                  </a:cubicBezTo>
                  <a:cubicBezTo>
                    <a:pt x="516" y="4995"/>
                    <a:pt x="524" y="4985"/>
                    <a:pt x="531" y="4976"/>
                  </a:cubicBezTo>
                  <a:lnTo>
                    <a:pt x="533" y="4976"/>
                  </a:lnTo>
                  <a:cubicBezTo>
                    <a:pt x="564" y="4930"/>
                    <a:pt x="599" y="4887"/>
                    <a:pt x="634" y="4843"/>
                  </a:cubicBezTo>
                  <a:cubicBezTo>
                    <a:pt x="640" y="4836"/>
                    <a:pt x="645" y="4827"/>
                    <a:pt x="653" y="4821"/>
                  </a:cubicBezTo>
                  <a:cubicBezTo>
                    <a:pt x="1929" y="3211"/>
                    <a:pt x="3464" y="1888"/>
                    <a:pt x="5163" y="879"/>
                  </a:cubicBezTo>
                  <a:cubicBezTo>
                    <a:pt x="4955" y="841"/>
                    <a:pt x="4744" y="818"/>
                    <a:pt x="4526" y="804"/>
                  </a:cubicBezTo>
                  <a:cubicBezTo>
                    <a:pt x="4513" y="529"/>
                    <a:pt x="4482" y="263"/>
                    <a:pt x="44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33"/>
            <p:cNvSpPr/>
            <p:nvPr/>
          </p:nvSpPr>
          <p:spPr>
            <a:xfrm>
              <a:off x="3523325" y="2093775"/>
              <a:ext cx="170775" cy="189275"/>
            </a:xfrm>
            <a:custGeom>
              <a:rect b="b" l="l" r="r" t="t"/>
              <a:pathLst>
                <a:path extrusionOk="0" h="7571" w="6831">
                  <a:moveTo>
                    <a:pt x="832" y="0"/>
                  </a:moveTo>
                  <a:cubicBezTo>
                    <a:pt x="470" y="474"/>
                    <a:pt x="184" y="1012"/>
                    <a:pt x="1" y="1593"/>
                  </a:cubicBezTo>
                  <a:cubicBezTo>
                    <a:pt x="1377" y="3736"/>
                    <a:pt x="3275" y="5593"/>
                    <a:pt x="5635" y="6954"/>
                  </a:cubicBezTo>
                  <a:cubicBezTo>
                    <a:pt x="5683" y="6982"/>
                    <a:pt x="5729" y="7008"/>
                    <a:pt x="5778" y="7037"/>
                  </a:cubicBezTo>
                  <a:cubicBezTo>
                    <a:pt x="5801" y="7049"/>
                    <a:pt x="5827" y="7064"/>
                    <a:pt x="5856" y="7078"/>
                  </a:cubicBezTo>
                  <a:cubicBezTo>
                    <a:pt x="5913" y="7112"/>
                    <a:pt x="5974" y="7145"/>
                    <a:pt x="6033" y="7176"/>
                  </a:cubicBezTo>
                  <a:cubicBezTo>
                    <a:pt x="6039" y="7179"/>
                    <a:pt x="6046" y="7186"/>
                    <a:pt x="6054" y="7188"/>
                  </a:cubicBezTo>
                  <a:lnTo>
                    <a:pt x="6057" y="7188"/>
                  </a:lnTo>
                  <a:cubicBezTo>
                    <a:pt x="6061" y="7191"/>
                    <a:pt x="6061" y="7191"/>
                    <a:pt x="6064" y="7191"/>
                  </a:cubicBezTo>
                  <a:cubicBezTo>
                    <a:pt x="6064" y="7194"/>
                    <a:pt x="6068" y="7194"/>
                    <a:pt x="6070" y="7198"/>
                  </a:cubicBezTo>
                  <a:cubicBezTo>
                    <a:pt x="6073" y="7198"/>
                    <a:pt x="6079" y="7202"/>
                    <a:pt x="6085" y="7204"/>
                  </a:cubicBezTo>
                  <a:cubicBezTo>
                    <a:pt x="6092" y="7208"/>
                    <a:pt x="6099" y="7214"/>
                    <a:pt x="6108" y="7217"/>
                  </a:cubicBezTo>
                  <a:cubicBezTo>
                    <a:pt x="6114" y="7219"/>
                    <a:pt x="6120" y="7223"/>
                    <a:pt x="6130" y="7225"/>
                  </a:cubicBezTo>
                  <a:cubicBezTo>
                    <a:pt x="6132" y="7229"/>
                    <a:pt x="6136" y="7233"/>
                    <a:pt x="6139" y="7233"/>
                  </a:cubicBezTo>
                  <a:cubicBezTo>
                    <a:pt x="6141" y="7236"/>
                    <a:pt x="6145" y="7236"/>
                    <a:pt x="6147" y="7239"/>
                  </a:cubicBezTo>
                  <a:cubicBezTo>
                    <a:pt x="6154" y="7241"/>
                    <a:pt x="6161" y="7245"/>
                    <a:pt x="6167" y="7248"/>
                  </a:cubicBezTo>
                  <a:cubicBezTo>
                    <a:pt x="6171" y="7248"/>
                    <a:pt x="6171" y="7250"/>
                    <a:pt x="6173" y="7250"/>
                  </a:cubicBezTo>
                  <a:cubicBezTo>
                    <a:pt x="6177" y="7254"/>
                    <a:pt x="6183" y="7254"/>
                    <a:pt x="6186" y="7256"/>
                  </a:cubicBezTo>
                  <a:cubicBezTo>
                    <a:pt x="6193" y="7260"/>
                    <a:pt x="6202" y="7267"/>
                    <a:pt x="6208" y="7270"/>
                  </a:cubicBezTo>
                  <a:cubicBezTo>
                    <a:pt x="6217" y="7274"/>
                    <a:pt x="6228" y="7280"/>
                    <a:pt x="6237" y="7282"/>
                  </a:cubicBezTo>
                  <a:lnTo>
                    <a:pt x="6239" y="7285"/>
                  </a:lnTo>
                  <a:cubicBezTo>
                    <a:pt x="6245" y="7289"/>
                    <a:pt x="6248" y="7291"/>
                    <a:pt x="6254" y="7291"/>
                  </a:cubicBezTo>
                  <a:lnTo>
                    <a:pt x="6261" y="7298"/>
                  </a:lnTo>
                  <a:cubicBezTo>
                    <a:pt x="6278" y="7305"/>
                    <a:pt x="6294" y="7313"/>
                    <a:pt x="6309" y="7320"/>
                  </a:cubicBezTo>
                  <a:cubicBezTo>
                    <a:pt x="6311" y="7322"/>
                    <a:pt x="6315" y="7322"/>
                    <a:pt x="6317" y="7322"/>
                  </a:cubicBezTo>
                  <a:lnTo>
                    <a:pt x="6317" y="7325"/>
                  </a:lnTo>
                  <a:cubicBezTo>
                    <a:pt x="6488" y="7410"/>
                    <a:pt x="6658" y="7496"/>
                    <a:pt x="6830" y="7570"/>
                  </a:cubicBezTo>
                  <a:cubicBezTo>
                    <a:pt x="6742" y="7511"/>
                    <a:pt x="6657" y="7450"/>
                    <a:pt x="6572" y="7384"/>
                  </a:cubicBezTo>
                  <a:cubicBezTo>
                    <a:pt x="6553" y="7375"/>
                    <a:pt x="6534" y="7360"/>
                    <a:pt x="6516" y="7347"/>
                  </a:cubicBezTo>
                  <a:cubicBezTo>
                    <a:pt x="6461" y="7310"/>
                    <a:pt x="6410" y="7271"/>
                    <a:pt x="6361" y="7234"/>
                  </a:cubicBezTo>
                  <a:lnTo>
                    <a:pt x="6358" y="7231"/>
                  </a:lnTo>
                  <a:cubicBezTo>
                    <a:pt x="6338" y="7219"/>
                    <a:pt x="6319" y="7207"/>
                    <a:pt x="6304" y="7193"/>
                  </a:cubicBezTo>
                  <a:cubicBezTo>
                    <a:pt x="6297" y="7187"/>
                    <a:pt x="6291" y="7184"/>
                    <a:pt x="6284" y="7178"/>
                  </a:cubicBezTo>
                  <a:cubicBezTo>
                    <a:pt x="6280" y="7178"/>
                    <a:pt x="6278" y="7176"/>
                    <a:pt x="6278" y="7176"/>
                  </a:cubicBezTo>
                  <a:lnTo>
                    <a:pt x="6269" y="7167"/>
                  </a:lnTo>
                  <a:cubicBezTo>
                    <a:pt x="6260" y="7163"/>
                    <a:pt x="6253" y="7157"/>
                    <a:pt x="6247" y="7151"/>
                  </a:cubicBezTo>
                  <a:cubicBezTo>
                    <a:pt x="6244" y="7151"/>
                    <a:pt x="6244" y="7151"/>
                    <a:pt x="6244" y="7148"/>
                  </a:cubicBezTo>
                  <a:cubicBezTo>
                    <a:pt x="6238" y="7146"/>
                    <a:pt x="6234" y="7142"/>
                    <a:pt x="6232" y="7140"/>
                  </a:cubicBezTo>
                  <a:cubicBezTo>
                    <a:pt x="6224" y="7136"/>
                    <a:pt x="6218" y="7132"/>
                    <a:pt x="6216" y="7126"/>
                  </a:cubicBezTo>
                  <a:cubicBezTo>
                    <a:pt x="6209" y="7126"/>
                    <a:pt x="6206" y="7124"/>
                    <a:pt x="6203" y="7117"/>
                  </a:cubicBezTo>
                  <a:cubicBezTo>
                    <a:pt x="6197" y="7117"/>
                    <a:pt x="6193" y="7115"/>
                    <a:pt x="6190" y="7109"/>
                  </a:cubicBezTo>
                  <a:lnTo>
                    <a:pt x="6187" y="7109"/>
                  </a:lnTo>
                  <a:cubicBezTo>
                    <a:pt x="6178" y="7098"/>
                    <a:pt x="6168" y="7091"/>
                    <a:pt x="6159" y="7083"/>
                  </a:cubicBezTo>
                  <a:cubicBezTo>
                    <a:pt x="6149" y="7080"/>
                    <a:pt x="6140" y="7074"/>
                    <a:pt x="6134" y="7067"/>
                  </a:cubicBezTo>
                  <a:cubicBezTo>
                    <a:pt x="6124" y="7057"/>
                    <a:pt x="6114" y="7050"/>
                    <a:pt x="6105" y="7042"/>
                  </a:cubicBezTo>
                  <a:lnTo>
                    <a:pt x="6103" y="7042"/>
                  </a:lnTo>
                  <a:cubicBezTo>
                    <a:pt x="6100" y="7042"/>
                    <a:pt x="6100" y="7042"/>
                    <a:pt x="6100" y="7039"/>
                  </a:cubicBezTo>
                  <a:cubicBezTo>
                    <a:pt x="6052" y="7003"/>
                    <a:pt x="6005" y="6969"/>
                    <a:pt x="5960" y="6931"/>
                  </a:cubicBezTo>
                  <a:cubicBezTo>
                    <a:pt x="5954" y="6928"/>
                    <a:pt x="5951" y="6921"/>
                    <a:pt x="5945" y="6919"/>
                  </a:cubicBezTo>
                  <a:cubicBezTo>
                    <a:pt x="3603" y="5062"/>
                    <a:pt x="1873" y="2658"/>
                    <a:pt x="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33"/>
            <p:cNvSpPr/>
            <p:nvPr/>
          </p:nvSpPr>
          <p:spPr>
            <a:xfrm>
              <a:off x="3661325" y="2264975"/>
              <a:ext cx="173575" cy="165675"/>
            </a:xfrm>
            <a:custGeom>
              <a:rect b="b" l="l" r="r" t="t"/>
              <a:pathLst>
                <a:path extrusionOk="0" h="6627" w="6943">
                  <a:moveTo>
                    <a:pt x="1" y="1"/>
                  </a:moveTo>
                  <a:cubicBezTo>
                    <a:pt x="88" y="61"/>
                    <a:pt x="173" y="121"/>
                    <a:pt x="259" y="186"/>
                  </a:cubicBezTo>
                  <a:cubicBezTo>
                    <a:pt x="280" y="197"/>
                    <a:pt x="299" y="212"/>
                    <a:pt x="317" y="228"/>
                  </a:cubicBezTo>
                  <a:cubicBezTo>
                    <a:pt x="372" y="263"/>
                    <a:pt x="423" y="300"/>
                    <a:pt x="472" y="341"/>
                  </a:cubicBezTo>
                  <a:lnTo>
                    <a:pt x="475" y="341"/>
                  </a:lnTo>
                  <a:cubicBezTo>
                    <a:pt x="491" y="354"/>
                    <a:pt x="510" y="366"/>
                    <a:pt x="526" y="379"/>
                  </a:cubicBezTo>
                  <a:cubicBezTo>
                    <a:pt x="532" y="386"/>
                    <a:pt x="538" y="388"/>
                    <a:pt x="545" y="395"/>
                  </a:cubicBezTo>
                  <a:cubicBezTo>
                    <a:pt x="548" y="395"/>
                    <a:pt x="552" y="398"/>
                    <a:pt x="554" y="401"/>
                  </a:cubicBezTo>
                  <a:cubicBezTo>
                    <a:pt x="558" y="401"/>
                    <a:pt x="560" y="407"/>
                    <a:pt x="560" y="407"/>
                  </a:cubicBezTo>
                  <a:cubicBezTo>
                    <a:pt x="567" y="411"/>
                    <a:pt x="573" y="413"/>
                    <a:pt x="575" y="421"/>
                  </a:cubicBezTo>
                  <a:cubicBezTo>
                    <a:pt x="579" y="421"/>
                    <a:pt x="583" y="424"/>
                    <a:pt x="585" y="427"/>
                  </a:cubicBezTo>
                  <a:cubicBezTo>
                    <a:pt x="591" y="429"/>
                    <a:pt x="598" y="433"/>
                    <a:pt x="600" y="436"/>
                  </a:cubicBezTo>
                  <a:cubicBezTo>
                    <a:pt x="606" y="439"/>
                    <a:pt x="611" y="442"/>
                    <a:pt x="614" y="449"/>
                  </a:cubicBezTo>
                  <a:cubicBezTo>
                    <a:pt x="616" y="449"/>
                    <a:pt x="620" y="453"/>
                    <a:pt x="622" y="455"/>
                  </a:cubicBezTo>
                  <a:cubicBezTo>
                    <a:pt x="629" y="459"/>
                    <a:pt x="635" y="462"/>
                    <a:pt x="637" y="468"/>
                  </a:cubicBezTo>
                  <a:cubicBezTo>
                    <a:pt x="641" y="468"/>
                    <a:pt x="641" y="470"/>
                    <a:pt x="641" y="470"/>
                  </a:cubicBezTo>
                  <a:cubicBezTo>
                    <a:pt x="650" y="477"/>
                    <a:pt x="660" y="484"/>
                    <a:pt x="668" y="493"/>
                  </a:cubicBezTo>
                  <a:cubicBezTo>
                    <a:pt x="678" y="495"/>
                    <a:pt x="684" y="501"/>
                    <a:pt x="691" y="508"/>
                  </a:cubicBezTo>
                  <a:cubicBezTo>
                    <a:pt x="699" y="515"/>
                    <a:pt x="710" y="521"/>
                    <a:pt x="719" y="527"/>
                  </a:cubicBezTo>
                  <a:cubicBezTo>
                    <a:pt x="719" y="531"/>
                    <a:pt x="722" y="534"/>
                    <a:pt x="722" y="534"/>
                  </a:cubicBezTo>
                  <a:cubicBezTo>
                    <a:pt x="770" y="566"/>
                    <a:pt x="813" y="603"/>
                    <a:pt x="861" y="638"/>
                  </a:cubicBezTo>
                  <a:cubicBezTo>
                    <a:pt x="868" y="645"/>
                    <a:pt x="870" y="649"/>
                    <a:pt x="877" y="651"/>
                  </a:cubicBezTo>
                  <a:cubicBezTo>
                    <a:pt x="2938" y="2283"/>
                    <a:pt x="4530" y="4344"/>
                    <a:pt x="5591" y="6626"/>
                  </a:cubicBezTo>
                  <a:cubicBezTo>
                    <a:pt x="6068" y="6535"/>
                    <a:pt x="6522" y="6377"/>
                    <a:pt x="6943" y="6166"/>
                  </a:cubicBezTo>
                  <a:cubicBezTo>
                    <a:pt x="5557" y="3943"/>
                    <a:pt x="3619" y="2021"/>
                    <a:pt x="1197" y="622"/>
                  </a:cubicBezTo>
                  <a:cubicBezTo>
                    <a:pt x="1148" y="593"/>
                    <a:pt x="1102" y="567"/>
                    <a:pt x="1054" y="539"/>
                  </a:cubicBezTo>
                  <a:cubicBezTo>
                    <a:pt x="1030" y="526"/>
                    <a:pt x="1002" y="510"/>
                    <a:pt x="976" y="498"/>
                  </a:cubicBezTo>
                  <a:cubicBezTo>
                    <a:pt x="919" y="463"/>
                    <a:pt x="859" y="431"/>
                    <a:pt x="803" y="400"/>
                  </a:cubicBezTo>
                  <a:cubicBezTo>
                    <a:pt x="796" y="400"/>
                    <a:pt x="790" y="397"/>
                    <a:pt x="784" y="391"/>
                  </a:cubicBezTo>
                  <a:cubicBezTo>
                    <a:pt x="777" y="388"/>
                    <a:pt x="768" y="385"/>
                    <a:pt x="761" y="381"/>
                  </a:cubicBezTo>
                  <a:lnTo>
                    <a:pt x="761" y="379"/>
                  </a:lnTo>
                  <a:cubicBezTo>
                    <a:pt x="755" y="379"/>
                    <a:pt x="753" y="375"/>
                    <a:pt x="746" y="372"/>
                  </a:cubicBezTo>
                  <a:cubicBezTo>
                    <a:pt x="740" y="369"/>
                    <a:pt x="730" y="366"/>
                    <a:pt x="724" y="360"/>
                  </a:cubicBezTo>
                  <a:cubicBezTo>
                    <a:pt x="718" y="357"/>
                    <a:pt x="709" y="354"/>
                    <a:pt x="702" y="351"/>
                  </a:cubicBezTo>
                  <a:cubicBezTo>
                    <a:pt x="696" y="348"/>
                    <a:pt x="692" y="344"/>
                    <a:pt x="689" y="341"/>
                  </a:cubicBezTo>
                  <a:cubicBezTo>
                    <a:pt x="683" y="341"/>
                    <a:pt x="679" y="338"/>
                    <a:pt x="677" y="335"/>
                  </a:cubicBezTo>
                  <a:cubicBezTo>
                    <a:pt x="674" y="335"/>
                    <a:pt x="674" y="333"/>
                    <a:pt x="674" y="333"/>
                  </a:cubicBezTo>
                  <a:cubicBezTo>
                    <a:pt x="673" y="334"/>
                    <a:pt x="671" y="334"/>
                    <a:pt x="671" y="334"/>
                  </a:cubicBezTo>
                  <a:cubicBezTo>
                    <a:pt x="669" y="334"/>
                    <a:pt x="667" y="333"/>
                    <a:pt x="667" y="333"/>
                  </a:cubicBezTo>
                  <a:cubicBezTo>
                    <a:pt x="665" y="329"/>
                    <a:pt x="661" y="329"/>
                    <a:pt x="658" y="326"/>
                  </a:cubicBezTo>
                  <a:cubicBezTo>
                    <a:pt x="652" y="326"/>
                    <a:pt x="648" y="323"/>
                    <a:pt x="646" y="320"/>
                  </a:cubicBezTo>
                  <a:cubicBezTo>
                    <a:pt x="635" y="315"/>
                    <a:pt x="626" y="309"/>
                    <a:pt x="620" y="307"/>
                  </a:cubicBezTo>
                  <a:cubicBezTo>
                    <a:pt x="610" y="303"/>
                    <a:pt x="600" y="297"/>
                    <a:pt x="594" y="294"/>
                  </a:cubicBezTo>
                  <a:lnTo>
                    <a:pt x="594" y="292"/>
                  </a:lnTo>
                  <a:cubicBezTo>
                    <a:pt x="588" y="292"/>
                    <a:pt x="581" y="288"/>
                    <a:pt x="574" y="284"/>
                  </a:cubicBezTo>
                  <a:cubicBezTo>
                    <a:pt x="568" y="282"/>
                    <a:pt x="564" y="278"/>
                    <a:pt x="562" y="276"/>
                  </a:cubicBezTo>
                  <a:cubicBezTo>
                    <a:pt x="547" y="269"/>
                    <a:pt x="533" y="263"/>
                    <a:pt x="521" y="257"/>
                  </a:cubicBezTo>
                  <a:cubicBezTo>
                    <a:pt x="514" y="254"/>
                    <a:pt x="507" y="250"/>
                    <a:pt x="505" y="247"/>
                  </a:cubicBezTo>
                  <a:cubicBezTo>
                    <a:pt x="337" y="165"/>
                    <a:pt x="171" y="8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4" name="Google Shape;2504;p33"/>
          <p:cNvGrpSpPr/>
          <p:nvPr/>
        </p:nvGrpSpPr>
        <p:grpSpPr>
          <a:xfrm>
            <a:off x="8823999" y="1306408"/>
            <a:ext cx="185799" cy="185799"/>
            <a:chOff x="5035425" y="2779450"/>
            <a:chExt cx="94800" cy="94800"/>
          </a:xfrm>
        </p:grpSpPr>
        <p:sp>
          <p:nvSpPr>
            <p:cNvPr id="2505" name="Google Shape;2505;p33"/>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33"/>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 name="Google Shape;2507;p33"/>
          <p:cNvGrpSpPr/>
          <p:nvPr/>
        </p:nvGrpSpPr>
        <p:grpSpPr>
          <a:xfrm>
            <a:off x="7712565" y="4089733"/>
            <a:ext cx="1190679" cy="959251"/>
            <a:chOff x="-1208112" y="2710525"/>
            <a:chExt cx="531150" cy="427913"/>
          </a:xfrm>
        </p:grpSpPr>
        <p:sp>
          <p:nvSpPr>
            <p:cNvPr id="2508" name="Google Shape;2508;p33"/>
            <p:cNvSpPr/>
            <p:nvPr/>
          </p:nvSpPr>
          <p:spPr>
            <a:xfrm>
              <a:off x="-1208087" y="2710525"/>
              <a:ext cx="531125" cy="427850"/>
            </a:xfrm>
            <a:custGeom>
              <a:rect b="b" l="l" r="r" t="t"/>
              <a:pathLst>
                <a:path extrusionOk="0" h="17114" w="21245">
                  <a:moveTo>
                    <a:pt x="16464" y="1"/>
                  </a:moveTo>
                  <a:cubicBezTo>
                    <a:pt x="16305" y="1"/>
                    <a:pt x="16145" y="26"/>
                    <a:pt x="15987" y="80"/>
                  </a:cubicBezTo>
                  <a:lnTo>
                    <a:pt x="1181" y="5168"/>
                  </a:lnTo>
                  <a:cubicBezTo>
                    <a:pt x="412" y="5433"/>
                    <a:pt x="0" y="6277"/>
                    <a:pt x="264" y="7043"/>
                  </a:cubicBezTo>
                  <a:lnTo>
                    <a:pt x="3381" y="16117"/>
                  </a:lnTo>
                  <a:cubicBezTo>
                    <a:pt x="3592" y="16728"/>
                    <a:pt x="4168" y="17114"/>
                    <a:pt x="4782" y="17114"/>
                  </a:cubicBezTo>
                  <a:cubicBezTo>
                    <a:pt x="4940" y="17114"/>
                    <a:pt x="5101" y="17088"/>
                    <a:pt x="5258" y="17034"/>
                  </a:cubicBezTo>
                  <a:lnTo>
                    <a:pt x="7426" y="16290"/>
                  </a:lnTo>
                  <a:lnTo>
                    <a:pt x="16069" y="13320"/>
                  </a:lnTo>
                  <a:lnTo>
                    <a:pt x="16622" y="13130"/>
                  </a:lnTo>
                  <a:lnTo>
                    <a:pt x="17896" y="12692"/>
                  </a:lnTo>
                  <a:lnTo>
                    <a:pt x="20065" y="11947"/>
                  </a:lnTo>
                  <a:cubicBezTo>
                    <a:pt x="20832" y="11682"/>
                    <a:pt x="21245" y="10837"/>
                    <a:pt x="20981" y="10069"/>
                  </a:cubicBezTo>
                  <a:lnTo>
                    <a:pt x="17863" y="996"/>
                  </a:lnTo>
                  <a:cubicBezTo>
                    <a:pt x="17654" y="386"/>
                    <a:pt x="17077" y="1"/>
                    <a:pt x="16464"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9" name="Google Shape;2509;p33"/>
            <p:cNvGrpSpPr/>
            <p:nvPr/>
          </p:nvGrpSpPr>
          <p:grpSpPr>
            <a:xfrm>
              <a:off x="-1208112" y="2710563"/>
              <a:ext cx="531150" cy="427875"/>
              <a:chOff x="-1651000" y="1758875"/>
              <a:chExt cx="531150" cy="427875"/>
            </a:xfrm>
          </p:grpSpPr>
          <p:sp>
            <p:nvSpPr>
              <p:cNvPr id="2510" name="Google Shape;2510;p33"/>
              <p:cNvSpPr/>
              <p:nvPr/>
            </p:nvSpPr>
            <p:spPr>
              <a:xfrm>
                <a:off x="-1651000" y="1758875"/>
                <a:ext cx="531150" cy="427875"/>
              </a:xfrm>
              <a:custGeom>
                <a:rect b="b" l="l" r="r" t="t"/>
                <a:pathLst>
                  <a:path extrusionOk="0" h="17115" w="21246">
                    <a:moveTo>
                      <a:pt x="16465" y="1"/>
                    </a:moveTo>
                    <a:cubicBezTo>
                      <a:pt x="16306" y="1"/>
                      <a:pt x="16145" y="26"/>
                      <a:pt x="15987" y="81"/>
                    </a:cubicBezTo>
                    <a:lnTo>
                      <a:pt x="1181" y="5168"/>
                    </a:lnTo>
                    <a:cubicBezTo>
                      <a:pt x="413" y="5433"/>
                      <a:pt x="0" y="6277"/>
                      <a:pt x="264" y="7043"/>
                    </a:cubicBezTo>
                    <a:lnTo>
                      <a:pt x="3381" y="16117"/>
                    </a:lnTo>
                    <a:cubicBezTo>
                      <a:pt x="3591" y="16728"/>
                      <a:pt x="4168" y="17114"/>
                      <a:pt x="4781" y="17114"/>
                    </a:cubicBezTo>
                    <a:cubicBezTo>
                      <a:pt x="4940" y="17114"/>
                      <a:pt x="5101" y="17088"/>
                      <a:pt x="5258" y="17034"/>
                    </a:cubicBezTo>
                    <a:lnTo>
                      <a:pt x="20064" y="11946"/>
                    </a:lnTo>
                    <a:cubicBezTo>
                      <a:pt x="20833" y="11682"/>
                      <a:pt x="21246" y="10838"/>
                      <a:pt x="20982" y="10069"/>
                    </a:cubicBezTo>
                    <a:lnTo>
                      <a:pt x="17864" y="996"/>
                    </a:lnTo>
                    <a:cubicBezTo>
                      <a:pt x="17655" y="386"/>
                      <a:pt x="17079" y="1"/>
                      <a:pt x="16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33"/>
              <p:cNvSpPr/>
              <p:nvPr/>
            </p:nvSpPr>
            <p:spPr>
              <a:xfrm>
                <a:off x="-1627375" y="1911950"/>
                <a:ext cx="20650" cy="19975"/>
              </a:xfrm>
              <a:custGeom>
                <a:rect b="b" l="l" r="r" t="t"/>
                <a:pathLst>
                  <a:path extrusionOk="0" h="799" w="826">
                    <a:moveTo>
                      <a:pt x="413" y="1"/>
                    </a:moveTo>
                    <a:cubicBezTo>
                      <a:pt x="370" y="1"/>
                      <a:pt x="326" y="8"/>
                      <a:pt x="283" y="23"/>
                    </a:cubicBezTo>
                    <a:cubicBezTo>
                      <a:pt x="182" y="58"/>
                      <a:pt x="101" y="130"/>
                      <a:pt x="54" y="225"/>
                    </a:cubicBezTo>
                    <a:cubicBezTo>
                      <a:pt x="7" y="321"/>
                      <a:pt x="1" y="429"/>
                      <a:pt x="36" y="529"/>
                    </a:cubicBezTo>
                    <a:cubicBezTo>
                      <a:pt x="91" y="690"/>
                      <a:pt x="242" y="799"/>
                      <a:pt x="412" y="799"/>
                    </a:cubicBezTo>
                    <a:cubicBezTo>
                      <a:pt x="456" y="799"/>
                      <a:pt x="500" y="791"/>
                      <a:pt x="542" y="777"/>
                    </a:cubicBezTo>
                    <a:cubicBezTo>
                      <a:pt x="644" y="742"/>
                      <a:pt x="724" y="670"/>
                      <a:pt x="771" y="575"/>
                    </a:cubicBezTo>
                    <a:cubicBezTo>
                      <a:pt x="819" y="479"/>
                      <a:pt x="825" y="370"/>
                      <a:pt x="790" y="270"/>
                    </a:cubicBezTo>
                    <a:cubicBezTo>
                      <a:pt x="734" y="109"/>
                      <a:pt x="584"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33"/>
              <p:cNvSpPr/>
              <p:nvPr/>
            </p:nvSpPr>
            <p:spPr>
              <a:xfrm>
                <a:off x="-1243900" y="1780175"/>
                <a:ext cx="21500" cy="20000"/>
              </a:xfrm>
              <a:custGeom>
                <a:rect b="b" l="l" r="r" t="t"/>
                <a:pathLst>
                  <a:path extrusionOk="0" h="800" w="860">
                    <a:moveTo>
                      <a:pt x="413" y="0"/>
                    </a:moveTo>
                    <a:cubicBezTo>
                      <a:pt x="369" y="0"/>
                      <a:pt x="325" y="9"/>
                      <a:pt x="282" y="22"/>
                    </a:cubicBezTo>
                    <a:cubicBezTo>
                      <a:pt x="182" y="57"/>
                      <a:pt x="100" y="129"/>
                      <a:pt x="54" y="225"/>
                    </a:cubicBezTo>
                    <a:cubicBezTo>
                      <a:pt x="6" y="320"/>
                      <a:pt x="0" y="429"/>
                      <a:pt x="34" y="530"/>
                    </a:cubicBezTo>
                    <a:cubicBezTo>
                      <a:pt x="90" y="691"/>
                      <a:pt x="243" y="799"/>
                      <a:pt x="413" y="799"/>
                    </a:cubicBezTo>
                    <a:cubicBezTo>
                      <a:pt x="456" y="799"/>
                      <a:pt x="501" y="791"/>
                      <a:pt x="542" y="778"/>
                    </a:cubicBezTo>
                    <a:cubicBezTo>
                      <a:pt x="749" y="706"/>
                      <a:pt x="860" y="478"/>
                      <a:pt x="790" y="270"/>
                    </a:cubicBezTo>
                    <a:cubicBezTo>
                      <a:pt x="735" y="109"/>
                      <a:pt x="583" y="0"/>
                      <a:pt x="4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33"/>
              <p:cNvSpPr/>
              <p:nvPr/>
            </p:nvSpPr>
            <p:spPr>
              <a:xfrm>
                <a:off x="-1547425" y="2147300"/>
                <a:ext cx="22450" cy="20000"/>
              </a:xfrm>
              <a:custGeom>
                <a:rect b="b" l="l" r="r" t="t"/>
                <a:pathLst>
                  <a:path extrusionOk="0" h="800" w="898">
                    <a:moveTo>
                      <a:pt x="450" y="1"/>
                    </a:moveTo>
                    <a:cubicBezTo>
                      <a:pt x="405" y="1"/>
                      <a:pt x="362" y="9"/>
                      <a:pt x="320" y="22"/>
                    </a:cubicBezTo>
                    <a:cubicBezTo>
                      <a:pt x="111" y="94"/>
                      <a:pt x="1" y="322"/>
                      <a:pt x="72" y="530"/>
                    </a:cubicBezTo>
                    <a:cubicBezTo>
                      <a:pt x="127" y="691"/>
                      <a:pt x="279" y="800"/>
                      <a:pt x="450" y="800"/>
                    </a:cubicBezTo>
                    <a:cubicBezTo>
                      <a:pt x="493" y="800"/>
                      <a:pt x="537" y="791"/>
                      <a:pt x="579" y="778"/>
                    </a:cubicBezTo>
                    <a:cubicBezTo>
                      <a:pt x="786" y="707"/>
                      <a:pt x="898" y="479"/>
                      <a:pt x="826" y="270"/>
                    </a:cubicBezTo>
                    <a:cubicBezTo>
                      <a:pt x="772" y="109"/>
                      <a:pt x="620" y="1"/>
                      <a:pt x="4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33"/>
              <p:cNvSpPr/>
              <p:nvPr/>
            </p:nvSpPr>
            <p:spPr>
              <a:xfrm>
                <a:off x="-1163000" y="2015550"/>
                <a:ext cx="21550" cy="19975"/>
              </a:xfrm>
              <a:custGeom>
                <a:rect b="b" l="l" r="r" t="t"/>
                <a:pathLst>
                  <a:path extrusionOk="0" h="799" w="862">
                    <a:moveTo>
                      <a:pt x="413" y="0"/>
                    </a:moveTo>
                    <a:cubicBezTo>
                      <a:pt x="369" y="0"/>
                      <a:pt x="326" y="8"/>
                      <a:pt x="283" y="22"/>
                    </a:cubicBezTo>
                    <a:cubicBezTo>
                      <a:pt x="182" y="57"/>
                      <a:pt x="101" y="129"/>
                      <a:pt x="54" y="224"/>
                    </a:cubicBezTo>
                    <a:cubicBezTo>
                      <a:pt x="7" y="320"/>
                      <a:pt x="0" y="429"/>
                      <a:pt x="35" y="529"/>
                    </a:cubicBezTo>
                    <a:cubicBezTo>
                      <a:pt x="89" y="690"/>
                      <a:pt x="241" y="798"/>
                      <a:pt x="412" y="798"/>
                    </a:cubicBezTo>
                    <a:cubicBezTo>
                      <a:pt x="456" y="798"/>
                      <a:pt x="500" y="791"/>
                      <a:pt x="542" y="776"/>
                    </a:cubicBezTo>
                    <a:cubicBezTo>
                      <a:pt x="750" y="705"/>
                      <a:pt x="861" y="477"/>
                      <a:pt x="790" y="270"/>
                    </a:cubicBezTo>
                    <a:cubicBezTo>
                      <a:pt x="735" y="109"/>
                      <a:pt x="584" y="0"/>
                      <a:pt x="4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33"/>
              <p:cNvSpPr/>
              <p:nvPr/>
            </p:nvSpPr>
            <p:spPr>
              <a:xfrm>
                <a:off x="-1550125" y="1984975"/>
                <a:ext cx="386425" cy="140200"/>
              </a:xfrm>
              <a:custGeom>
                <a:rect b="b" l="l" r="r" t="t"/>
                <a:pathLst>
                  <a:path extrusionOk="0" h="5608" w="15457">
                    <a:moveTo>
                      <a:pt x="15341" y="0"/>
                    </a:moveTo>
                    <a:lnTo>
                      <a:pt x="0" y="5273"/>
                    </a:lnTo>
                    <a:lnTo>
                      <a:pt x="115" y="5607"/>
                    </a:lnTo>
                    <a:lnTo>
                      <a:pt x="15457" y="335"/>
                    </a:lnTo>
                    <a:lnTo>
                      <a:pt x="153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33"/>
              <p:cNvSpPr/>
              <p:nvPr/>
            </p:nvSpPr>
            <p:spPr>
              <a:xfrm>
                <a:off x="-1604400" y="1802800"/>
                <a:ext cx="437850" cy="314175"/>
              </a:xfrm>
              <a:custGeom>
                <a:rect b="b" l="l" r="r" t="t"/>
                <a:pathLst>
                  <a:path extrusionOk="0" h="12567" w="17514">
                    <a:moveTo>
                      <a:pt x="13353" y="1"/>
                    </a:moveTo>
                    <a:lnTo>
                      <a:pt x="8687" y="1604"/>
                    </a:lnTo>
                    <a:lnTo>
                      <a:pt x="8187" y="1776"/>
                    </a:lnTo>
                    <a:lnTo>
                      <a:pt x="7581" y="1984"/>
                    </a:lnTo>
                    <a:lnTo>
                      <a:pt x="6742" y="2273"/>
                    </a:lnTo>
                    <a:lnTo>
                      <a:pt x="6136" y="2480"/>
                    </a:lnTo>
                    <a:lnTo>
                      <a:pt x="5636" y="2652"/>
                    </a:lnTo>
                    <a:lnTo>
                      <a:pt x="969" y="4255"/>
                    </a:lnTo>
                    <a:cubicBezTo>
                      <a:pt x="1250" y="5072"/>
                      <a:pt x="814" y="5963"/>
                      <a:pt x="1" y="6242"/>
                    </a:cubicBezTo>
                    <a:lnTo>
                      <a:pt x="0" y="6243"/>
                    </a:lnTo>
                    <a:lnTo>
                      <a:pt x="2171" y="12566"/>
                    </a:lnTo>
                    <a:lnTo>
                      <a:pt x="8317" y="10454"/>
                    </a:lnTo>
                    <a:lnTo>
                      <a:pt x="8817" y="10282"/>
                    </a:lnTo>
                    <a:lnTo>
                      <a:pt x="9422" y="10075"/>
                    </a:lnTo>
                    <a:lnTo>
                      <a:pt x="10262" y="9786"/>
                    </a:lnTo>
                    <a:lnTo>
                      <a:pt x="10867" y="9578"/>
                    </a:lnTo>
                    <a:lnTo>
                      <a:pt x="11368" y="9406"/>
                    </a:lnTo>
                    <a:lnTo>
                      <a:pt x="17513" y="7295"/>
                    </a:lnTo>
                    <a:lnTo>
                      <a:pt x="15340" y="973"/>
                    </a:lnTo>
                    <a:cubicBezTo>
                      <a:pt x="15173" y="1030"/>
                      <a:pt x="15003" y="1057"/>
                      <a:pt x="14835" y="1057"/>
                    </a:cubicBezTo>
                    <a:cubicBezTo>
                      <a:pt x="14185" y="1057"/>
                      <a:pt x="13576" y="648"/>
                      <a:pt x="133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33"/>
              <p:cNvSpPr/>
              <p:nvPr/>
            </p:nvSpPr>
            <p:spPr>
              <a:xfrm>
                <a:off x="-1463475" y="1842900"/>
                <a:ext cx="143275" cy="221250"/>
              </a:xfrm>
              <a:custGeom>
                <a:rect b="b" l="l" r="r" t="t"/>
                <a:pathLst>
                  <a:path extrusionOk="0" h="8850" w="5731">
                    <a:moveTo>
                      <a:pt x="3051" y="0"/>
                    </a:moveTo>
                    <a:lnTo>
                      <a:pt x="2551" y="174"/>
                    </a:lnTo>
                    <a:lnTo>
                      <a:pt x="1946" y="380"/>
                    </a:lnTo>
                    <a:lnTo>
                      <a:pt x="1106" y="669"/>
                    </a:lnTo>
                    <a:lnTo>
                      <a:pt x="501" y="876"/>
                    </a:lnTo>
                    <a:lnTo>
                      <a:pt x="1" y="1048"/>
                    </a:lnTo>
                    <a:lnTo>
                      <a:pt x="2681" y="8850"/>
                    </a:lnTo>
                    <a:lnTo>
                      <a:pt x="3180" y="8678"/>
                    </a:lnTo>
                    <a:lnTo>
                      <a:pt x="3785" y="8471"/>
                    </a:lnTo>
                    <a:lnTo>
                      <a:pt x="4626" y="8182"/>
                    </a:lnTo>
                    <a:lnTo>
                      <a:pt x="5231" y="7974"/>
                    </a:lnTo>
                    <a:lnTo>
                      <a:pt x="5731" y="7802"/>
                    </a:lnTo>
                    <a:lnTo>
                      <a:pt x="30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33"/>
              <p:cNvSpPr/>
              <p:nvPr/>
            </p:nvSpPr>
            <p:spPr>
              <a:xfrm>
                <a:off x="-1450950" y="1847225"/>
                <a:ext cx="118275" cy="212650"/>
              </a:xfrm>
              <a:custGeom>
                <a:rect b="b" l="l" r="r" t="t"/>
                <a:pathLst>
                  <a:path extrusionOk="0" h="8506" w="4731">
                    <a:moveTo>
                      <a:pt x="2050" y="1"/>
                    </a:moveTo>
                    <a:lnTo>
                      <a:pt x="1445" y="207"/>
                    </a:lnTo>
                    <a:lnTo>
                      <a:pt x="605" y="496"/>
                    </a:lnTo>
                    <a:lnTo>
                      <a:pt x="0" y="703"/>
                    </a:lnTo>
                    <a:lnTo>
                      <a:pt x="2679" y="8505"/>
                    </a:lnTo>
                    <a:lnTo>
                      <a:pt x="3284" y="8298"/>
                    </a:lnTo>
                    <a:lnTo>
                      <a:pt x="4125" y="8009"/>
                    </a:lnTo>
                    <a:lnTo>
                      <a:pt x="4730" y="7801"/>
                    </a:lnTo>
                    <a:lnTo>
                      <a:pt x="20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33"/>
              <p:cNvSpPr/>
              <p:nvPr/>
            </p:nvSpPr>
            <p:spPr>
              <a:xfrm>
                <a:off x="-1435800" y="1852475"/>
                <a:ext cx="88125" cy="202250"/>
              </a:xfrm>
              <a:custGeom>
                <a:rect b="b" l="l" r="r" t="t"/>
                <a:pathLst>
                  <a:path extrusionOk="0" h="8090" w="3525">
                    <a:moveTo>
                      <a:pt x="840" y="0"/>
                    </a:moveTo>
                    <a:lnTo>
                      <a:pt x="0" y="289"/>
                    </a:lnTo>
                    <a:lnTo>
                      <a:pt x="2684" y="8090"/>
                    </a:lnTo>
                    <a:lnTo>
                      <a:pt x="3524" y="7801"/>
                    </a:lnTo>
                    <a:lnTo>
                      <a:pt x="84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33"/>
              <p:cNvSpPr/>
              <p:nvPr/>
            </p:nvSpPr>
            <p:spPr>
              <a:xfrm>
                <a:off x="-1465375" y="2039125"/>
                <a:ext cx="261800" cy="127000"/>
              </a:xfrm>
              <a:custGeom>
                <a:rect b="b" l="l" r="r" t="t"/>
                <a:pathLst>
                  <a:path extrusionOk="0" h="5080" w="10472">
                    <a:moveTo>
                      <a:pt x="8573" y="1"/>
                    </a:moveTo>
                    <a:cubicBezTo>
                      <a:pt x="8454" y="1"/>
                      <a:pt x="8334" y="20"/>
                      <a:pt x="8217" y="60"/>
                    </a:cubicBezTo>
                    <a:lnTo>
                      <a:pt x="905" y="2573"/>
                    </a:lnTo>
                    <a:cubicBezTo>
                      <a:pt x="502" y="2712"/>
                      <a:pt x="218" y="3068"/>
                      <a:pt x="172" y="3491"/>
                    </a:cubicBezTo>
                    <a:lnTo>
                      <a:pt x="1" y="5079"/>
                    </a:lnTo>
                    <a:lnTo>
                      <a:pt x="1" y="5079"/>
                    </a:lnTo>
                    <a:lnTo>
                      <a:pt x="10471" y="1480"/>
                    </a:lnTo>
                    <a:lnTo>
                      <a:pt x="9358" y="334"/>
                    </a:lnTo>
                    <a:cubicBezTo>
                      <a:pt x="9149" y="117"/>
                      <a:pt x="8864" y="1"/>
                      <a:pt x="8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33"/>
              <p:cNvSpPr/>
              <p:nvPr/>
            </p:nvSpPr>
            <p:spPr>
              <a:xfrm>
                <a:off x="-1437200" y="2136150"/>
                <a:ext cx="19575" cy="18825"/>
              </a:xfrm>
              <a:custGeom>
                <a:rect b="b" l="l" r="r" t="t"/>
                <a:pathLst>
                  <a:path extrusionOk="0" h="753" w="783">
                    <a:moveTo>
                      <a:pt x="365" y="1"/>
                    </a:moveTo>
                    <a:cubicBezTo>
                      <a:pt x="330" y="1"/>
                      <a:pt x="295" y="7"/>
                      <a:pt x="261" y="18"/>
                    </a:cubicBezTo>
                    <a:cubicBezTo>
                      <a:pt x="91" y="76"/>
                      <a:pt x="0" y="261"/>
                      <a:pt x="59" y="430"/>
                    </a:cubicBezTo>
                    <a:lnTo>
                      <a:pt x="170" y="752"/>
                    </a:lnTo>
                    <a:lnTo>
                      <a:pt x="783" y="543"/>
                    </a:lnTo>
                    <a:lnTo>
                      <a:pt x="671" y="220"/>
                    </a:lnTo>
                    <a:cubicBezTo>
                      <a:pt x="625" y="85"/>
                      <a:pt x="499" y="1"/>
                      <a:pt x="3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33"/>
              <p:cNvSpPr/>
              <p:nvPr/>
            </p:nvSpPr>
            <p:spPr>
              <a:xfrm>
                <a:off x="-1254975" y="2073575"/>
                <a:ext cx="19550" cy="18800"/>
              </a:xfrm>
              <a:custGeom>
                <a:rect b="b" l="l" r="r" t="t"/>
                <a:pathLst>
                  <a:path extrusionOk="0" h="752" w="782">
                    <a:moveTo>
                      <a:pt x="365" y="0"/>
                    </a:moveTo>
                    <a:cubicBezTo>
                      <a:pt x="330" y="0"/>
                      <a:pt x="294" y="6"/>
                      <a:pt x="259" y="18"/>
                    </a:cubicBezTo>
                    <a:cubicBezTo>
                      <a:pt x="90" y="76"/>
                      <a:pt x="0" y="260"/>
                      <a:pt x="58" y="430"/>
                    </a:cubicBezTo>
                    <a:lnTo>
                      <a:pt x="170" y="752"/>
                    </a:lnTo>
                    <a:lnTo>
                      <a:pt x="782" y="541"/>
                    </a:lnTo>
                    <a:lnTo>
                      <a:pt x="671" y="219"/>
                    </a:lnTo>
                    <a:cubicBezTo>
                      <a:pt x="625" y="85"/>
                      <a:pt x="499" y="0"/>
                      <a:pt x="3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33"/>
              <p:cNvSpPr/>
              <p:nvPr/>
            </p:nvSpPr>
            <p:spPr>
              <a:xfrm>
                <a:off x="-1538675" y="1874725"/>
                <a:ext cx="295375" cy="162550"/>
              </a:xfrm>
              <a:custGeom>
                <a:rect b="b" l="l" r="r" t="t"/>
                <a:pathLst>
                  <a:path extrusionOk="0" h="6502" w="11815">
                    <a:moveTo>
                      <a:pt x="10085" y="0"/>
                    </a:moveTo>
                    <a:cubicBezTo>
                      <a:pt x="9955" y="0"/>
                      <a:pt x="9824" y="21"/>
                      <a:pt x="9694" y="66"/>
                    </a:cubicBezTo>
                    <a:lnTo>
                      <a:pt x="962" y="3066"/>
                    </a:lnTo>
                    <a:cubicBezTo>
                      <a:pt x="334" y="3281"/>
                      <a:pt x="1" y="3965"/>
                      <a:pt x="217" y="4593"/>
                    </a:cubicBezTo>
                    <a:lnTo>
                      <a:pt x="594" y="5690"/>
                    </a:lnTo>
                    <a:cubicBezTo>
                      <a:pt x="764" y="6188"/>
                      <a:pt x="1230" y="6501"/>
                      <a:pt x="1729" y="6501"/>
                    </a:cubicBezTo>
                    <a:cubicBezTo>
                      <a:pt x="1859" y="6501"/>
                      <a:pt x="1992" y="6480"/>
                      <a:pt x="2121" y="6435"/>
                    </a:cubicBezTo>
                    <a:lnTo>
                      <a:pt x="10853" y="3435"/>
                    </a:lnTo>
                    <a:cubicBezTo>
                      <a:pt x="11482" y="3220"/>
                      <a:pt x="11815" y="2535"/>
                      <a:pt x="11598" y="1908"/>
                    </a:cubicBezTo>
                    <a:lnTo>
                      <a:pt x="11222" y="811"/>
                    </a:lnTo>
                    <a:cubicBezTo>
                      <a:pt x="11051" y="313"/>
                      <a:pt x="10585" y="0"/>
                      <a:pt x="100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33"/>
              <p:cNvSpPr/>
              <p:nvPr/>
            </p:nvSpPr>
            <p:spPr>
              <a:xfrm>
                <a:off x="-1440250" y="1938275"/>
                <a:ext cx="66350" cy="46475"/>
              </a:xfrm>
              <a:custGeom>
                <a:rect b="b" l="l" r="r" t="t"/>
                <a:pathLst>
                  <a:path extrusionOk="0" h="1859" w="2654">
                    <a:moveTo>
                      <a:pt x="1786" y="1"/>
                    </a:moveTo>
                    <a:cubicBezTo>
                      <a:pt x="1704" y="1"/>
                      <a:pt x="1619" y="14"/>
                      <a:pt x="1536" y="43"/>
                    </a:cubicBezTo>
                    <a:lnTo>
                      <a:pt x="617" y="359"/>
                    </a:lnTo>
                    <a:cubicBezTo>
                      <a:pt x="214" y="497"/>
                      <a:pt x="1" y="936"/>
                      <a:pt x="138" y="1338"/>
                    </a:cubicBezTo>
                    <a:cubicBezTo>
                      <a:pt x="248" y="1658"/>
                      <a:pt x="547" y="1858"/>
                      <a:pt x="868" y="1858"/>
                    </a:cubicBezTo>
                    <a:cubicBezTo>
                      <a:pt x="951" y="1858"/>
                      <a:pt x="1035" y="1845"/>
                      <a:pt x="1117" y="1817"/>
                    </a:cubicBezTo>
                    <a:lnTo>
                      <a:pt x="2037" y="1500"/>
                    </a:lnTo>
                    <a:cubicBezTo>
                      <a:pt x="2439" y="1363"/>
                      <a:pt x="2654" y="924"/>
                      <a:pt x="2516" y="522"/>
                    </a:cubicBezTo>
                    <a:cubicBezTo>
                      <a:pt x="2406" y="202"/>
                      <a:pt x="2107" y="1"/>
                      <a:pt x="1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33"/>
              <p:cNvSpPr/>
              <p:nvPr/>
            </p:nvSpPr>
            <p:spPr>
              <a:xfrm>
                <a:off x="-1365625" y="1924225"/>
                <a:ext cx="25500" cy="37300"/>
              </a:xfrm>
              <a:custGeom>
                <a:rect b="b" l="l" r="r" t="t"/>
                <a:pathLst>
                  <a:path extrusionOk="0" h="1492" w="1020">
                    <a:moveTo>
                      <a:pt x="365" y="0"/>
                    </a:moveTo>
                    <a:cubicBezTo>
                      <a:pt x="330" y="0"/>
                      <a:pt x="294" y="6"/>
                      <a:pt x="259" y="18"/>
                    </a:cubicBezTo>
                    <a:cubicBezTo>
                      <a:pt x="91" y="75"/>
                      <a:pt x="0" y="260"/>
                      <a:pt x="58" y="429"/>
                    </a:cubicBezTo>
                    <a:lnTo>
                      <a:pt x="349" y="1273"/>
                    </a:lnTo>
                    <a:cubicBezTo>
                      <a:pt x="395" y="1407"/>
                      <a:pt x="521" y="1491"/>
                      <a:pt x="655" y="1491"/>
                    </a:cubicBezTo>
                    <a:cubicBezTo>
                      <a:pt x="690" y="1491"/>
                      <a:pt x="725" y="1486"/>
                      <a:pt x="760" y="1474"/>
                    </a:cubicBezTo>
                    <a:cubicBezTo>
                      <a:pt x="929" y="1416"/>
                      <a:pt x="1020" y="1231"/>
                      <a:pt x="961" y="1063"/>
                    </a:cubicBezTo>
                    <a:lnTo>
                      <a:pt x="671" y="219"/>
                    </a:lnTo>
                    <a:cubicBezTo>
                      <a:pt x="625" y="84"/>
                      <a:pt x="500"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33"/>
              <p:cNvSpPr/>
              <p:nvPr/>
            </p:nvSpPr>
            <p:spPr>
              <a:xfrm>
                <a:off x="-1523650" y="1955000"/>
                <a:ext cx="73850" cy="67300"/>
              </a:xfrm>
              <a:custGeom>
                <a:rect b="b" l="l" r="r" t="t"/>
                <a:pathLst>
                  <a:path extrusionOk="0" h="2692" w="2954">
                    <a:moveTo>
                      <a:pt x="1477" y="1"/>
                    </a:moveTo>
                    <a:cubicBezTo>
                      <a:pt x="1133" y="1"/>
                      <a:pt x="788" y="132"/>
                      <a:pt x="526" y="394"/>
                    </a:cubicBezTo>
                    <a:cubicBezTo>
                      <a:pt x="0" y="921"/>
                      <a:pt x="0" y="1772"/>
                      <a:pt x="526" y="2297"/>
                    </a:cubicBezTo>
                    <a:cubicBezTo>
                      <a:pt x="788" y="2560"/>
                      <a:pt x="1133" y="2691"/>
                      <a:pt x="1477" y="2691"/>
                    </a:cubicBezTo>
                    <a:cubicBezTo>
                      <a:pt x="1821" y="2691"/>
                      <a:pt x="2166" y="2560"/>
                      <a:pt x="2429" y="2297"/>
                    </a:cubicBezTo>
                    <a:cubicBezTo>
                      <a:pt x="2954" y="1772"/>
                      <a:pt x="2954" y="921"/>
                      <a:pt x="2429" y="394"/>
                    </a:cubicBezTo>
                    <a:cubicBezTo>
                      <a:pt x="2166" y="132"/>
                      <a:pt x="1821" y="1"/>
                      <a:pt x="1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33"/>
              <p:cNvSpPr/>
              <p:nvPr/>
            </p:nvSpPr>
            <p:spPr>
              <a:xfrm>
                <a:off x="-1518675" y="1959550"/>
                <a:ext cx="63900" cy="58225"/>
              </a:xfrm>
              <a:custGeom>
                <a:rect b="b" l="l" r="r" t="t"/>
                <a:pathLst>
                  <a:path extrusionOk="0" h="2329" w="2556">
                    <a:moveTo>
                      <a:pt x="1278" y="1"/>
                    </a:moveTo>
                    <a:cubicBezTo>
                      <a:pt x="980" y="1"/>
                      <a:pt x="683" y="114"/>
                      <a:pt x="456" y="341"/>
                    </a:cubicBezTo>
                    <a:cubicBezTo>
                      <a:pt x="0" y="796"/>
                      <a:pt x="0" y="1532"/>
                      <a:pt x="456" y="1988"/>
                    </a:cubicBezTo>
                    <a:cubicBezTo>
                      <a:pt x="683" y="2215"/>
                      <a:pt x="980" y="2328"/>
                      <a:pt x="1278" y="2328"/>
                    </a:cubicBezTo>
                    <a:cubicBezTo>
                      <a:pt x="1576" y="2328"/>
                      <a:pt x="1874" y="2215"/>
                      <a:pt x="2101" y="1988"/>
                    </a:cubicBezTo>
                    <a:cubicBezTo>
                      <a:pt x="2556" y="1532"/>
                      <a:pt x="2556"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33"/>
              <p:cNvSpPr/>
              <p:nvPr/>
            </p:nvSpPr>
            <p:spPr>
              <a:xfrm>
                <a:off x="-1499175" y="1976525"/>
                <a:ext cx="26100" cy="24225"/>
              </a:xfrm>
              <a:custGeom>
                <a:rect b="b" l="l" r="r" t="t"/>
                <a:pathLst>
                  <a:path extrusionOk="0" h="969" w="1044">
                    <a:moveTo>
                      <a:pt x="501" y="1"/>
                    </a:moveTo>
                    <a:cubicBezTo>
                      <a:pt x="449" y="1"/>
                      <a:pt x="395" y="10"/>
                      <a:pt x="343" y="29"/>
                    </a:cubicBezTo>
                    <a:cubicBezTo>
                      <a:pt x="221" y="71"/>
                      <a:pt x="123" y="158"/>
                      <a:pt x="67" y="273"/>
                    </a:cubicBezTo>
                    <a:cubicBezTo>
                      <a:pt x="10" y="390"/>
                      <a:pt x="1" y="520"/>
                      <a:pt x="43" y="643"/>
                    </a:cubicBezTo>
                    <a:cubicBezTo>
                      <a:pt x="110" y="837"/>
                      <a:pt x="294" y="969"/>
                      <a:pt x="500" y="969"/>
                    </a:cubicBezTo>
                    <a:cubicBezTo>
                      <a:pt x="553" y="969"/>
                      <a:pt x="605" y="960"/>
                      <a:pt x="657" y="942"/>
                    </a:cubicBezTo>
                    <a:cubicBezTo>
                      <a:pt x="910" y="855"/>
                      <a:pt x="1044" y="579"/>
                      <a:pt x="957" y="327"/>
                    </a:cubicBezTo>
                    <a:cubicBezTo>
                      <a:pt x="890" y="133"/>
                      <a:pt x="708" y="1"/>
                      <a:pt x="5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33"/>
              <p:cNvSpPr/>
              <p:nvPr/>
            </p:nvSpPr>
            <p:spPr>
              <a:xfrm>
                <a:off x="-1333200" y="1889600"/>
                <a:ext cx="73850" cy="67300"/>
              </a:xfrm>
              <a:custGeom>
                <a:rect b="b" l="l" r="r" t="t"/>
                <a:pathLst>
                  <a:path extrusionOk="0" h="2692" w="2954">
                    <a:moveTo>
                      <a:pt x="1477" y="0"/>
                    </a:moveTo>
                    <a:cubicBezTo>
                      <a:pt x="1133" y="0"/>
                      <a:pt x="788" y="132"/>
                      <a:pt x="526" y="394"/>
                    </a:cubicBezTo>
                    <a:cubicBezTo>
                      <a:pt x="0" y="920"/>
                      <a:pt x="0" y="1771"/>
                      <a:pt x="526" y="2296"/>
                    </a:cubicBezTo>
                    <a:cubicBezTo>
                      <a:pt x="788" y="2559"/>
                      <a:pt x="1133" y="2691"/>
                      <a:pt x="1477" y="2691"/>
                    </a:cubicBezTo>
                    <a:cubicBezTo>
                      <a:pt x="1821" y="2691"/>
                      <a:pt x="2166" y="2559"/>
                      <a:pt x="2429" y="2296"/>
                    </a:cubicBezTo>
                    <a:cubicBezTo>
                      <a:pt x="2954" y="1771"/>
                      <a:pt x="2954" y="920"/>
                      <a:pt x="2429" y="394"/>
                    </a:cubicBezTo>
                    <a:cubicBezTo>
                      <a:pt x="2166" y="132"/>
                      <a:pt x="1821" y="0"/>
                      <a:pt x="14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33"/>
              <p:cNvSpPr/>
              <p:nvPr/>
            </p:nvSpPr>
            <p:spPr>
              <a:xfrm>
                <a:off x="-1328225" y="1894125"/>
                <a:ext cx="63875" cy="58200"/>
              </a:xfrm>
              <a:custGeom>
                <a:rect b="b" l="l" r="r" t="t"/>
                <a:pathLst>
                  <a:path extrusionOk="0" h="2328" w="2555">
                    <a:moveTo>
                      <a:pt x="1278" y="1"/>
                    </a:moveTo>
                    <a:cubicBezTo>
                      <a:pt x="980" y="1"/>
                      <a:pt x="682" y="114"/>
                      <a:pt x="455" y="341"/>
                    </a:cubicBezTo>
                    <a:cubicBezTo>
                      <a:pt x="1" y="796"/>
                      <a:pt x="1" y="1533"/>
                      <a:pt x="455" y="1987"/>
                    </a:cubicBezTo>
                    <a:cubicBezTo>
                      <a:pt x="682" y="2214"/>
                      <a:pt x="980" y="2328"/>
                      <a:pt x="1278" y="2328"/>
                    </a:cubicBezTo>
                    <a:cubicBezTo>
                      <a:pt x="1576" y="2328"/>
                      <a:pt x="1874" y="2214"/>
                      <a:pt x="2101" y="1987"/>
                    </a:cubicBezTo>
                    <a:cubicBezTo>
                      <a:pt x="2555" y="1533"/>
                      <a:pt x="2555"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33"/>
              <p:cNvSpPr/>
              <p:nvPr/>
            </p:nvSpPr>
            <p:spPr>
              <a:xfrm>
                <a:off x="-1309825" y="1911100"/>
                <a:ext cx="27250" cy="24225"/>
              </a:xfrm>
              <a:custGeom>
                <a:rect b="b" l="l" r="r" t="t"/>
                <a:pathLst>
                  <a:path extrusionOk="0" h="969" w="1090">
                    <a:moveTo>
                      <a:pt x="544" y="1"/>
                    </a:moveTo>
                    <a:cubicBezTo>
                      <a:pt x="492" y="1"/>
                      <a:pt x="439" y="10"/>
                      <a:pt x="387" y="28"/>
                    </a:cubicBezTo>
                    <a:cubicBezTo>
                      <a:pt x="135" y="114"/>
                      <a:pt x="0" y="391"/>
                      <a:pt x="86" y="642"/>
                    </a:cubicBezTo>
                    <a:cubicBezTo>
                      <a:pt x="153" y="837"/>
                      <a:pt x="337" y="969"/>
                      <a:pt x="543" y="969"/>
                    </a:cubicBezTo>
                    <a:cubicBezTo>
                      <a:pt x="597" y="969"/>
                      <a:pt x="651" y="960"/>
                      <a:pt x="702" y="941"/>
                    </a:cubicBezTo>
                    <a:cubicBezTo>
                      <a:pt x="955" y="854"/>
                      <a:pt x="1089" y="579"/>
                      <a:pt x="1002" y="327"/>
                    </a:cubicBezTo>
                    <a:cubicBezTo>
                      <a:pt x="935" y="132"/>
                      <a:pt x="751" y="1"/>
                      <a:pt x="5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33"/>
              <p:cNvSpPr/>
              <p:nvPr/>
            </p:nvSpPr>
            <p:spPr>
              <a:xfrm>
                <a:off x="-1508450" y="1967225"/>
                <a:ext cx="275125" cy="94550"/>
              </a:xfrm>
              <a:custGeom>
                <a:rect b="b" l="l" r="r" t="t"/>
                <a:pathLst>
                  <a:path extrusionOk="0" fill="none" h="3782" w="11005">
                    <a:moveTo>
                      <a:pt x="0" y="3782"/>
                    </a:moveTo>
                    <a:lnTo>
                      <a:pt x="11004" y="0"/>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33"/>
              <p:cNvSpPr/>
              <p:nvPr/>
            </p:nvSpPr>
            <p:spPr>
              <a:xfrm>
                <a:off x="-1504425" y="1979000"/>
                <a:ext cx="275175" cy="94550"/>
              </a:xfrm>
              <a:custGeom>
                <a:rect b="b" l="l" r="r" t="t"/>
                <a:pathLst>
                  <a:path extrusionOk="0" fill="none" h="3782" w="11007">
                    <a:moveTo>
                      <a:pt x="0" y="3781"/>
                    </a:moveTo>
                    <a:lnTo>
                      <a:pt x="11006" y="0"/>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33"/>
              <p:cNvSpPr/>
              <p:nvPr/>
            </p:nvSpPr>
            <p:spPr>
              <a:xfrm>
                <a:off x="-1500375" y="1990775"/>
                <a:ext cx="275200" cy="94550"/>
              </a:xfrm>
              <a:custGeom>
                <a:rect b="b" l="l" r="r" t="t"/>
                <a:pathLst>
                  <a:path extrusionOk="0" fill="none" h="3782" w="11008">
                    <a:moveTo>
                      <a:pt x="0" y="3782"/>
                    </a:moveTo>
                    <a:lnTo>
                      <a:pt x="11007" y="1"/>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35" name="Google Shape;2535;p33"/>
          <p:cNvGrpSpPr/>
          <p:nvPr/>
        </p:nvGrpSpPr>
        <p:grpSpPr>
          <a:xfrm rot="-2018233">
            <a:off x="93536" y="320709"/>
            <a:ext cx="1128892" cy="678984"/>
            <a:chOff x="-3197125" y="3291375"/>
            <a:chExt cx="286625" cy="172388"/>
          </a:xfrm>
        </p:grpSpPr>
        <p:sp>
          <p:nvSpPr>
            <p:cNvPr id="2536" name="Google Shape;2536;p33"/>
            <p:cNvSpPr/>
            <p:nvPr/>
          </p:nvSpPr>
          <p:spPr>
            <a:xfrm>
              <a:off x="-3197125" y="3291375"/>
              <a:ext cx="286625" cy="172300"/>
            </a:xfrm>
            <a:custGeom>
              <a:rect b="b" l="l" r="r" t="t"/>
              <a:pathLst>
                <a:path extrusionOk="0" h="6892" w="11465">
                  <a:moveTo>
                    <a:pt x="317" y="0"/>
                  </a:moveTo>
                  <a:cubicBezTo>
                    <a:pt x="140" y="0"/>
                    <a:pt x="0" y="141"/>
                    <a:pt x="0" y="316"/>
                  </a:cubicBezTo>
                  <a:lnTo>
                    <a:pt x="0" y="6576"/>
                  </a:lnTo>
                  <a:cubicBezTo>
                    <a:pt x="0" y="6751"/>
                    <a:pt x="143" y="6892"/>
                    <a:pt x="317" y="6892"/>
                  </a:cubicBezTo>
                  <a:lnTo>
                    <a:pt x="11149" y="6892"/>
                  </a:lnTo>
                  <a:cubicBezTo>
                    <a:pt x="11324" y="6892"/>
                    <a:pt x="11465" y="6750"/>
                    <a:pt x="11465" y="6576"/>
                  </a:cubicBezTo>
                  <a:lnTo>
                    <a:pt x="11465" y="316"/>
                  </a:lnTo>
                  <a:cubicBezTo>
                    <a:pt x="11465" y="140"/>
                    <a:pt x="11323" y="0"/>
                    <a:pt x="11149"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7" name="Google Shape;2537;p33"/>
            <p:cNvGrpSpPr/>
            <p:nvPr/>
          </p:nvGrpSpPr>
          <p:grpSpPr>
            <a:xfrm>
              <a:off x="-3197125" y="3291438"/>
              <a:ext cx="286625" cy="172325"/>
              <a:chOff x="-3197125" y="2023475"/>
              <a:chExt cx="286625" cy="172325"/>
            </a:xfrm>
          </p:grpSpPr>
          <p:sp>
            <p:nvSpPr>
              <p:cNvPr id="2538" name="Google Shape;2538;p33"/>
              <p:cNvSpPr/>
              <p:nvPr/>
            </p:nvSpPr>
            <p:spPr>
              <a:xfrm>
                <a:off x="-3197125" y="2023475"/>
                <a:ext cx="286625" cy="172325"/>
              </a:xfrm>
              <a:custGeom>
                <a:rect b="b" l="l" r="r" t="t"/>
                <a:pathLst>
                  <a:path extrusionOk="0" h="6893" w="11465">
                    <a:moveTo>
                      <a:pt x="317" y="0"/>
                    </a:moveTo>
                    <a:cubicBezTo>
                      <a:pt x="143" y="0"/>
                      <a:pt x="0" y="141"/>
                      <a:pt x="0" y="316"/>
                    </a:cubicBezTo>
                    <a:lnTo>
                      <a:pt x="0" y="6577"/>
                    </a:lnTo>
                    <a:cubicBezTo>
                      <a:pt x="0" y="6750"/>
                      <a:pt x="140" y="6893"/>
                      <a:pt x="317" y="6893"/>
                    </a:cubicBezTo>
                    <a:lnTo>
                      <a:pt x="11148" y="6893"/>
                    </a:lnTo>
                    <a:cubicBezTo>
                      <a:pt x="11323" y="6893"/>
                      <a:pt x="11465" y="6750"/>
                      <a:pt x="11465" y="6577"/>
                    </a:cubicBezTo>
                    <a:lnTo>
                      <a:pt x="11465" y="316"/>
                    </a:lnTo>
                    <a:cubicBezTo>
                      <a:pt x="11465" y="143"/>
                      <a:pt x="11324" y="0"/>
                      <a:pt x="111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33"/>
              <p:cNvSpPr/>
              <p:nvPr/>
            </p:nvSpPr>
            <p:spPr>
              <a:xfrm>
                <a:off x="-3167550" y="2038925"/>
                <a:ext cx="227450" cy="103050"/>
              </a:xfrm>
              <a:custGeom>
                <a:rect b="b" l="l" r="r" t="t"/>
                <a:pathLst>
                  <a:path extrusionOk="0" h="4122" w="9098">
                    <a:moveTo>
                      <a:pt x="1" y="0"/>
                    </a:moveTo>
                    <a:lnTo>
                      <a:pt x="1" y="4121"/>
                    </a:lnTo>
                    <a:lnTo>
                      <a:pt x="9098" y="4121"/>
                    </a:lnTo>
                    <a:lnTo>
                      <a:pt x="909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33"/>
              <p:cNvSpPr/>
              <p:nvPr/>
            </p:nvSpPr>
            <p:spPr>
              <a:xfrm>
                <a:off x="-3121150" y="2085075"/>
                <a:ext cx="134650" cy="33600"/>
              </a:xfrm>
              <a:custGeom>
                <a:rect b="b" l="l" r="r" t="t"/>
                <a:pathLst>
                  <a:path extrusionOk="0" h="1344" w="5386">
                    <a:moveTo>
                      <a:pt x="0" y="1"/>
                    </a:moveTo>
                    <a:lnTo>
                      <a:pt x="0" y="1343"/>
                    </a:lnTo>
                    <a:lnTo>
                      <a:pt x="5385" y="1343"/>
                    </a:lnTo>
                    <a:lnTo>
                      <a:pt x="53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33"/>
              <p:cNvSpPr/>
              <p:nvPr/>
            </p:nvSpPr>
            <p:spPr>
              <a:xfrm>
                <a:off x="-3121150" y="2085025"/>
                <a:ext cx="65625" cy="33650"/>
              </a:xfrm>
              <a:custGeom>
                <a:rect b="b" l="l" r="r" t="t"/>
                <a:pathLst>
                  <a:path extrusionOk="0" h="1346" w="2625">
                    <a:moveTo>
                      <a:pt x="0" y="1"/>
                    </a:moveTo>
                    <a:lnTo>
                      <a:pt x="0" y="1345"/>
                    </a:lnTo>
                    <a:lnTo>
                      <a:pt x="2534" y="1345"/>
                    </a:lnTo>
                    <a:cubicBezTo>
                      <a:pt x="2591" y="1131"/>
                      <a:pt x="2625" y="907"/>
                      <a:pt x="2625" y="673"/>
                    </a:cubicBezTo>
                    <a:cubicBezTo>
                      <a:pt x="2625" y="441"/>
                      <a:pt x="2591" y="216"/>
                      <a:pt x="25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33"/>
              <p:cNvSpPr/>
              <p:nvPr/>
            </p:nvSpPr>
            <p:spPr>
              <a:xfrm>
                <a:off x="-3034350" y="2085075"/>
                <a:ext cx="47850" cy="33625"/>
              </a:xfrm>
              <a:custGeom>
                <a:rect b="b" l="l" r="r" t="t"/>
                <a:pathLst>
                  <a:path extrusionOk="0" h="1345" w="1914">
                    <a:moveTo>
                      <a:pt x="149" y="1"/>
                    </a:moveTo>
                    <a:cubicBezTo>
                      <a:pt x="55" y="226"/>
                      <a:pt x="1" y="475"/>
                      <a:pt x="1" y="735"/>
                    </a:cubicBezTo>
                    <a:cubicBezTo>
                      <a:pt x="1" y="948"/>
                      <a:pt x="37" y="1152"/>
                      <a:pt x="102" y="1344"/>
                    </a:cubicBezTo>
                    <a:lnTo>
                      <a:pt x="1913" y="1344"/>
                    </a:lnTo>
                    <a:lnTo>
                      <a:pt x="19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33"/>
              <p:cNvSpPr/>
              <p:nvPr/>
            </p:nvSpPr>
            <p:spPr>
              <a:xfrm>
                <a:off x="-3143075" y="2078800"/>
                <a:ext cx="46125" cy="46075"/>
              </a:xfrm>
              <a:custGeom>
                <a:rect b="b" l="l" r="r" t="t"/>
                <a:pathLst>
                  <a:path extrusionOk="0" h="1843" w="1845">
                    <a:moveTo>
                      <a:pt x="922" y="1"/>
                    </a:moveTo>
                    <a:cubicBezTo>
                      <a:pt x="412" y="1"/>
                      <a:pt x="0" y="414"/>
                      <a:pt x="0" y="922"/>
                    </a:cubicBezTo>
                    <a:cubicBezTo>
                      <a:pt x="0" y="1431"/>
                      <a:pt x="413" y="1843"/>
                      <a:pt x="922" y="1843"/>
                    </a:cubicBezTo>
                    <a:cubicBezTo>
                      <a:pt x="1432" y="1843"/>
                      <a:pt x="1842" y="1430"/>
                      <a:pt x="1842" y="922"/>
                    </a:cubicBezTo>
                    <a:cubicBezTo>
                      <a:pt x="1844" y="414"/>
                      <a:pt x="1432" y="1"/>
                      <a:pt x="9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33"/>
              <p:cNvSpPr/>
              <p:nvPr/>
            </p:nvSpPr>
            <p:spPr>
              <a:xfrm>
                <a:off x="-3141550" y="2081975"/>
                <a:ext cx="42975" cy="39975"/>
              </a:xfrm>
              <a:custGeom>
                <a:rect b="b" l="l" r="r" t="t"/>
                <a:pathLst>
                  <a:path extrusionOk="0" h="1599" w="1719">
                    <a:moveTo>
                      <a:pt x="859" y="1"/>
                    </a:moveTo>
                    <a:cubicBezTo>
                      <a:pt x="817" y="1"/>
                      <a:pt x="774" y="4"/>
                      <a:pt x="731" y="11"/>
                    </a:cubicBezTo>
                    <a:cubicBezTo>
                      <a:pt x="296" y="82"/>
                      <a:pt x="0" y="493"/>
                      <a:pt x="71" y="928"/>
                    </a:cubicBezTo>
                    <a:cubicBezTo>
                      <a:pt x="135" y="1320"/>
                      <a:pt x="474" y="1599"/>
                      <a:pt x="858" y="1599"/>
                    </a:cubicBezTo>
                    <a:cubicBezTo>
                      <a:pt x="901" y="1599"/>
                      <a:pt x="944" y="1595"/>
                      <a:pt x="988" y="1588"/>
                    </a:cubicBezTo>
                    <a:cubicBezTo>
                      <a:pt x="1423" y="1517"/>
                      <a:pt x="1718" y="1106"/>
                      <a:pt x="1647" y="672"/>
                    </a:cubicBezTo>
                    <a:cubicBezTo>
                      <a:pt x="1584" y="279"/>
                      <a:pt x="1244" y="1"/>
                      <a:pt x="8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33"/>
              <p:cNvSpPr/>
              <p:nvPr/>
            </p:nvSpPr>
            <p:spPr>
              <a:xfrm>
                <a:off x="-3010650" y="2078800"/>
                <a:ext cx="46075" cy="46075"/>
              </a:xfrm>
              <a:custGeom>
                <a:rect b="b" l="l" r="r" t="t"/>
                <a:pathLst>
                  <a:path extrusionOk="0" h="1843" w="1843">
                    <a:moveTo>
                      <a:pt x="921" y="1"/>
                    </a:moveTo>
                    <a:cubicBezTo>
                      <a:pt x="412" y="1"/>
                      <a:pt x="0" y="414"/>
                      <a:pt x="0" y="922"/>
                    </a:cubicBezTo>
                    <a:cubicBezTo>
                      <a:pt x="0" y="1431"/>
                      <a:pt x="413" y="1843"/>
                      <a:pt x="921" y="1843"/>
                    </a:cubicBezTo>
                    <a:cubicBezTo>
                      <a:pt x="1431" y="1843"/>
                      <a:pt x="1842" y="1430"/>
                      <a:pt x="1842" y="922"/>
                    </a:cubicBezTo>
                    <a:cubicBezTo>
                      <a:pt x="1842" y="414"/>
                      <a:pt x="1430" y="1"/>
                      <a:pt x="9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33"/>
              <p:cNvSpPr/>
              <p:nvPr/>
            </p:nvSpPr>
            <p:spPr>
              <a:xfrm>
                <a:off x="-3009300" y="2081900"/>
                <a:ext cx="43125" cy="39950"/>
              </a:xfrm>
              <a:custGeom>
                <a:rect b="b" l="l" r="r" t="t"/>
                <a:pathLst>
                  <a:path extrusionOk="0" h="1598" w="1725">
                    <a:moveTo>
                      <a:pt x="864" y="1"/>
                    </a:moveTo>
                    <a:cubicBezTo>
                      <a:pt x="819" y="1"/>
                      <a:pt x="772" y="5"/>
                      <a:pt x="726" y="13"/>
                    </a:cubicBezTo>
                    <a:cubicBezTo>
                      <a:pt x="291" y="88"/>
                      <a:pt x="0" y="501"/>
                      <a:pt x="75" y="936"/>
                    </a:cubicBezTo>
                    <a:cubicBezTo>
                      <a:pt x="144" y="1324"/>
                      <a:pt x="481" y="1598"/>
                      <a:pt x="862" y="1598"/>
                    </a:cubicBezTo>
                    <a:cubicBezTo>
                      <a:pt x="907" y="1598"/>
                      <a:pt x="953" y="1594"/>
                      <a:pt x="999" y="1586"/>
                    </a:cubicBezTo>
                    <a:cubicBezTo>
                      <a:pt x="1433" y="1510"/>
                      <a:pt x="1724" y="1097"/>
                      <a:pt x="1649" y="662"/>
                    </a:cubicBezTo>
                    <a:cubicBezTo>
                      <a:pt x="1582" y="274"/>
                      <a:pt x="1245" y="1"/>
                      <a:pt x="8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33"/>
              <p:cNvSpPr/>
              <p:nvPr/>
            </p:nvSpPr>
            <p:spPr>
              <a:xfrm>
                <a:off x="-3021825" y="2160325"/>
                <a:ext cx="7775" cy="7775"/>
              </a:xfrm>
              <a:custGeom>
                <a:rect b="b" l="l" r="r" t="t"/>
                <a:pathLst>
                  <a:path extrusionOk="0" h="311" w="311">
                    <a:moveTo>
                      <a:pt x="155" y="1"/>
                    </a:moveTo>
                    <a:cubicBezTo>
                      <a:pt x="70" y="1"/>
                      <a:pt x="1" y="70"/>
                      <a:pt x="1" y="156"/>
                    </a:cubicBezTo>
                    <a:cubicBezTo>
                      <a:pt x="1" y="241"/>
                      <a:pt x="70" y="311"/>
                      <a:pt x="155" y="311"/>
                    </a:cubicBezTo>
                    <a:cubicBezTo>
                      <a:pt x="241" y="311"/>
                      <a:pt x="310" y="241"/>
                      <a:pt x="310" y="156"/>
                    </a:cubicBezTo>
                    <a:cubicBezTo>
                      <a:pt x="310" y="70"/>
                      <a:pt x="241"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33"/>
              <p:cNvSpPr/>
              <p:nvPr/>
            </p:nvSpPr>
            <p:spPr>
              <a:xfrm>
                <a:off x="-2924825" y="2171975"/>
                <a:ext cx="7775" cy="7750"/>
              </a:xfrm>
              <a:custGeom>
                <a:rect b="b" l="l" r="r" t="t"/>
                <a:pathLst>
                  <a:path extrusionOk="0" h="310" w="311">
                    <a:moveTo>
                      <a:pt x="156" y="0"/>
                    </a:moveTo>
                    <a:cubicBezTo>
                      <a:pt x="70" y="0"/>
                      <a:pt x="1" y="69"/>
                      <a:pt x="1" y="155"/>
                    </a:cubicBezTo>
                    <a:cubicBezTo>
                      <a:pt x="1" y="241"/>
                      <a:pt x="70" y="310"/>
                      <a:pt x="156" y="310"/>
                    </a:cubicBezTo>
                    <a:cubicBezTo>
                      <a:pt x="241" y="310"/>
                      <a:pt x="310" y="241"/>
                      <a:pt x="310" y="155"/>
                    </a:cubicBezTo>
                    <a:cubicBezTo>
                      <a:pt x="310" y="69"/>
                      <a:pt x="241" y="0"/>
                      <a:pt x="1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33"/>
              <p:cNvSpPr/>
              <p:nvPr/>
            </p:nvSpPr>
            <p:spPr>
              <a:xfrm>
                <a:off x="-3190600" y="2171975"/>
                <a:ext cx="7750" cy="7750"/>
              </a:xfrm>
              <a:custGeom>
                <a:rect b="b" l="l" r="r" t="t"/>
                <a:pathLst>
                  <a:path extrusionOk="0" h="310" w="310">
                    <a:moveTo>
                      <a:pt x="155" y="0"/>
                    </a:moveTo>
                    <a:cubicBezTo>
                      <a:pt x="69" y="0"/>
                      <a:pt x="0" y="69"/>
                      <a:pt x="0" y="155"/>
                    </a:cubicBezTo>
                    <a:cubicBezTo>
                      <a:pt x="0" y="241"/>
                      <a:pt x="69" y="310"/>
                      <a:pt x="155" y="310"/>
                    </a:cubicBezTo>
                    <a:cubicBezTo>
                      <a:pt x="241" y="310"/>
                      <a:pt x="310" y="241"/>
                      <a:pt x="310" y="155"/>
                    </a:cubicBezTo>
                    <a:cubicBezTo>
                      <a:pt x="310" y="69"/>
                      <a:pt x="241" y="0"/>
                      <a:pt x="1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33"/>
              <p:cNvSpPr/>
              <p:nvPr/>
            </p:nvSpPr>
            <p:spPr>
              <a:xfrm>
                <a:off x="-2924825" y="2030250"/>
                <a:ext cx="7775" cy="7775"/>
              </a:xfrm>
              <a:custGeom>
                <a:rect b="b" l="l" r="r" t="t"/>
                <a:pathLst>
                  <a:path extrusionOk="0" h="311" w="311">
                    <a:moveTo>
                      <a:pt x="156" y="1"/>
                    </a:moveTo>
                    <a:cubicBezTo>
                      <a:pt x="71" y="1"/>
                      <a:pt x="1" y="70"/>
                      <a:pt x="1" y="155"/>
                    </a:cubicBezTo>
                    <a:cubicBezTo>
                      <a:pt x="1" y="240"/>
                      <a:pt x="71" y="310"/>
                      <a:pt x="156" y="310"/>
                    </a:cubicBezTo>
                    <a:cubicBezTo>
                      <a:pt x="241" y="310"/>
                      <a:pt x="310" y="240"/>
                      <a:pt x="310" y="155"/>
                    </a:cubicBezTo>
                    <a:cubicBezTo>
                      <a:pt x="310" y="70"/>
                      <a:pt x="241" y="1"/>
                      <a:pt x="1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33"/>
              <p:cNvSpPr/>
              <p:nvPr/>
            </p:nvSpPr>
            <p:spPr>
              <a:xfrm>
                <a:off x="-3190575" y="2030250"/>
                <a:ext cx="7750" cy="7775"/>
              </a:xfrm>
              <a:custGeom>
                <a:rect b="b" l="l" r="r" t="t"/>
                <a:pathLst>
                  <a:path extrusionOk="0" h="311" w="310">
                    <a:moveTo>
                      <a:pt x="155" y="1"/>
                    </a:moveTo>
                    <a:cubicBezTo>
                      <a:pt x="70" y="1"/>
                      <a:pt x="0" y="70"/>
                      <a:pt x="0" y="155"/>
                    </a:cubicBezTo>
                    <a:cubicBezTo>
                      <a:pt x="0" y="240"/>
                      <a:pt x="70" y="310"/>
                      <a:pt x="155" y="310"/>
                    </a:cubicBezTo>
                    <a:cubicBezTo>
                      <a:pt x="241" y="310"/>
                      <a:pt x="310" y="240"/>
                      <a:pt x="310" y="155"/>
                    </a:cubicBezTo>
                    <a:cubicBezTo>
                      <a:pt x="310" y="70"/>
                      <a:pt x="240"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33"/>
              <p:cNvSpPr/>
              <p:nvPr/>
            </p:nvSpPr>
            <p:spPr>
              <a:xfrm>
                <a:off x="-3093600" y="2160325"/>
                <a:ext cx="7775" cy="7775"/>
              </a:xfrm>
              <a:custGeom>
                <a:rect b="b" l="l" r="r" t="t"/>
                <a:pathLst>
                  <a:path extrusionOk="0" h="311" w="311">
                    <a:moveTo>
                      <a:pt x="155" y="1"/>
                    </a:moveTo>
                    <a:cubicBezTo>
                      <a:pt x="70" y="1"/>
                      <a:pt x="1" y="70"/>
                      <a:pt x="1" y="156"/>
                    </a:cubicBezTo>
                    <a:cubicBezTo>
                      <a:pt x="1" y="241"/>
                      <a:pt x="70" y="311"/>
                      <a:pt x="155" y="311"/>
                    </a:cubicBezTo>
                    <a:cubicBezTo>
                      <a:pt x="240" y="311"/>
                      <a:pt x="310" y="241"/>
                      <a:pt x="310" y="156"/>
                    </a:cubicBezTo>
                    <a:cubicBezTo>
                      <a:pt x="310" y="71"/>
                      <a:pt x="240"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33"/>
              <p:cNvSpPr/>
              <p:nvPr/>
            </p:nvSpPr>
            <p:spPr>
              <a:xfrm>
                <a:off x="-3134000" y="2047750"/>
                <a:ext cx="160400" cy="6850"/>
              </a:xfrm>
              <a:custGeom>
                <a:rect b="b" l="l" r="r" t="t"/>
                <a:pathLst>
                  <a:path extrusionOk="0" h="274" w="6416">
                    <a:moveTo>
                      <a:pt x="0" y="0"/>
                    </a:moveTo>
                    <a:lnTo>
                      <a:pt x="0" y="274"/>
                    </a:lnTo>
                    <a:lnTo>
                      <a:pt x="6415" y="274"/>
                    </a:lnTo>
                    <a:lnTo>
                      <a:pt x="64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33"/>
              <p:cNvSpPr/>
              <p:nvPr/>
            </p:nvSpPr>
            <p:spPr>
              <a:xfrm>
                <a:off x="-3134000" y="2060000"/>
                <a:ext cx="160400" cy="6850"/>
              </a:xfrm>
              <a:custGeom>
                <a:rect b="b" l="l" r="r" t="t"/>
                <a:pathLst>
                  <a:path extrusionOk="0" h="274" w="6416">
                    <a:moveTo>
                      <a:pt x="0" y="0"/>
                    </a:moveTo>
                    <a:lnTo>
                      <a:pt x="0" y="274"/>
                    </a:lnTo>
                    <a:lnTo>
                      <a:pt x="6415" y="274"/>
                    </a:lnTo>
                    <a:lnTo>
                      <a:pt x="64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33"/>
              <p:cNvSpPr/>
              <p:nvPr/>
            </p:nvSpPr>
            <p:spPr>
              <a:xfrm>
                <a:off x="-3139125" y="2082838"/>
                <a:ext cx="38075" cy="38000"/>
              </a:xfrm>
              <a:custGeom>
                <a:rect b="b" l="l" r="r" t="t"/>
                <a:pathLst>
                  <a:path extrusionOk="0" h="1520" w="1523">
                    <a:moveTo>
                      <a:pt x="762" y="1"/>
                    </a:moveTo>
                    <a:cubicBezTo>
                      <a:pt x="732" y="1"/>
                      <a:pt x="702" y="3"/>
                      <a:pt x="672" y="7"/>
                    </a:cubicBezTo>
                    <a:cubicBezTo>
                      <a:pt x="645" y="11"/>
                      <a:pt x="626" y="35"/>
                      <a:pt x="629" y="63"/>
                    </a:cubicBezTo>
                    <a:cubicBezTo>
                      <a:pt x="629" y="82"/>
                      <a:pt x="625" y="101"/>
                      <a:pt x="618" y="121"/>
                    </a:cubicBezTo>
                    <a:cubicBezTo>
                      <a:pt x="592" y="183"/>
                      <a:pt x="532" y="220"/>
                      <a:pt x="469" y="220"/>
                    </a:cubicBezTo>
                    <a:cubicBezTo>
                      <a:pt x="448" y="220"/>
                      <a:pt x="428" y="216"/>
                      <a:pt x="408" y="208"/>
                    </a:cubicBezTo>
                    <a:cubicBezTo>
                      <a:pt x="388" y="200"/>
                      <a:pt x="373" y="189"/>
                      <a:pt x="358" y="174"/>
                    </a:cubicBezTo>
                    <a:cubicBezTo>
                      <a:pt x="347" y="163"/>
                      <a:pt x="332" y="157"/>
                      <a:pt x="317" y="157"/>
                    </a:cubicBezTo>
                    <a:cubicBezTo>
                      <a:pt x="307" y="157"/>
                      <a:pt x="296" y="160"/>
                      <a:pt x="287" y="167"/>
                    </a:cubicBezTo>
                    <a:cubicBezTo>
                      <a:pt x="243" y="203"/>
                      <a:pt x="199" y="245"/>
                      <a:pt x="163" y="291"/>
                    </a:cubicBezTo>
                    <a:cubicBezTo>
                      <a:pt x="147" y="312"/>
                      <a:pt x="152" y="343"/>
                      <a:pt x="171" y="360"/>
                    </a:cubicBezTo>
                    <a:cubicBezTo>
                      <a:pt x="215" y="405"/>
                      <a:pt x="232" y="472"/>
                      <a:pt x="206" y="532"/>
                    </a:cubicBezTo>
                    <a:cubicBezTo>
                      <a:pt x="181" y="594"/>
                      <a:pt x="122" y="628"/>
                      <a:pt x="60" y="628"/>
                    </a:cubicBezTo>
                    <a:cubicBezTo>
                      <a:pt x="33" y="628"/>
                      <a:pt x="8" y="647"/>
                      <a:pt x="6" y="674"/>
                    </a:cubicBezTo>
                    <a:cubicBezTo>
                      <a:pt x="0" y="734"/>
                      <a:pt x="0" y="792"/>
                      <a:pt x="7" y="849"/>
                    </a:cubicBezTo>
                    <a:cubicBezTo>
                      <a:pt x="11" y="875"/>
                      <a:pt x="35" y="894"/>
                      <a:pt x="61" y="894"/>
                    </a:cubicBezTo>
                    <a:cubicBezTo>
                      <a:pt x="62" y="894"/>
                      <a:pt x="62" y="894"/>
                      <a:pt x="63" y="894"/>
                    </a:cubicBezTo>
                    <a:cubicBezTo>
                      <a:pt x="83" y="894"/>
                      <a:pt x="102" y="896"/>
                      <a:pt x="121" y="904"/>
                    </a:cubicBezTo>
                    <a:cubicBezTo>
                      <a:pt x="203" y="937"/>
                      <a:pt x="243" y="1031"/>
                      <a:pt x="209" y="1114"/>
                    </a:cubicBezTo>
                    <a:cubicBezTo>
                      <a:pt x="201" y="1133"/>
                      <a:pt x="190" y="1149"/>
                      <a:pt x="175" y="1163"/>
                    </a:cubicBezTo>
                    <a:cubicBezTo>
                      <a:pt x="156" y="1183"/>
                      <a:pt x="151" y="1212"/>
                      <a:pt x="167" y="1234"/>
                    </a:cubicBezTo>
                    <a:cubicBezTo>
                      <a:pt x="203" y="1279"/>
                      <a:pt x="245" y="1322"/>
                      <a:pt x="291" y="1358"/>
                    </a:cubicBezTo>
                    <a:cubicBezTo>
                      <a:pt x="300" y="1365"/>
                      <a:pt x="310" y="1368"/>
                      <a:pt x="320" y="1368"/>
                    </a:cubicBezTo>
                    <a:cubicBezTo>
                      <a:pt x="335" y="1368"/>
                      <a:pt x="350" y="1361"/>
                      <a:pt x="361" y="1350"/>
                    </a:cubicBezTo>
                    <a:cubicBezTo>
                      <a:pt x="391" y="1320"/>
                      <a:pt x="431" y="1303"/>
                      <a:pt x="474" y="1303"/>
                    </a:cubicBezTo>
                    <a:cubicBezTo>
                      <a:pt x="493" y="1303"/>
                      <a:pt x="513" y="1307"/>
                      <a:pt x="533" y="1315"/>
                    </a:cubicBezTo>
                    <a:cubicBezTo>
                      <a:pt x="594" y="1341"/>
                      <a:pt x="630" y="1399"/>
                      <a:pt x="630" y="1461"/>
                    </a:cubicBezTo>
                    <a:cubicBezTo>
                      <a:pt x="630" y="1488"/>
                      <a:pt x="647" y="1513"/>
                      <a:pt x="674" y="1515"/>
                    </a:cubicBezTo>
                    <a:cubicBezTo>
                      <a:pt x="703" y="1518"/>
                      <a:pt x="731" y="1519"/>
                      <a:pt x="759" y="1519"/>
                    </a:cubicBezTo>
                    <a:cubicBezTo>
                      <a:pt x="790" y="1519"/>
                      <a:pt x="820" y="1518"/>
                      <a:pt x="850" y="1514"/>
                    </a:cubicBezTo>
                    <a:cubicBezTo>
                      <a:pt x="877" y="1510"/>
                      <a:pt x="895" y="1485"/>
                      <a:pt x="894" y="1458"/>
                    </a:cubicBezTo>
                    <a:cubicBezTo>
                      <a:pt x="894" y="1439"/>
                      <a:pt x="896" y="1420"/>
                      <a:pt x="904" y="1400"/>
                    </a:cubicBezTo>
                    <a:cubicBezTo>
                      <a:pt x="930" y="1338"/>
                      <a:pt x="990" y="1300"/>
                      <a:pt x="1053" y="1300"/>
                    </a:cubicBezTo>
                    <a:cubicBezTo>
                      <a:pt x="1074" y="1300"/>
                      <a:pt x="1094" y="1304"/>
                      <a:pt x="1115" y="1313"/>
                    </a:cubicBezTo>
                    <a:cubicBezTo>
                      <a:pt x="1134" y="1320"/>
                      <a:pt x="1149" y="1332"/>
                      <a:pt x="1163" y="1346"/>
                    </a:cubicBezTo>
                    <a:cubicBezTo>
                      <a:pt x="1175" y="1357"/>
                      <a:pt x="1190" y="1364"/>
                      <a:pt x="1205" y="1364"/>
                    </a:cubicBezTo>
                    <a:cubicBezTo>
                      <a:pt x="1215" y="1364"/>
                      <a:pt x="1225" y="1361"/>
                      <a:pt x="1234" y="1354"/>
                    </a:cubicBezTo>
                    <a:cubicBezTo>
                      <a:pt x="1280" y="1318"/>
                      <a:pt x="1322" y="1277"/>
                      <a:pt x="1358" y="1230"/>
                    </a:cubicBezTo>
                    <a:cubicBezTo>
                      <a:pt x="1375" y="1209"/>
                      <a:pt x="1369" y="1179"/>
                      <a:pt x="1351" y="1160"/>
                    </a:cubicBezTo>
                    <a:cubicBezTo>
                      <a:pt x="1307" y="1117"/>
                      <a:pt x="1290" y="1050"/>
                      <a:pt x="1316" y="989"/>
                    </a:cubicBezTo>
                    <a:cubicBezTo>
                      <a:pt x="1342" y="928"/>
                      <a:pt x="1399" y="892"/>
                      <a:pt x="1461" y="892"/>
                    </a:cubicBezTo>
                    <a:cubicBezTo>
                      <a:pt x="1488" y="892"/>
                      <a:pt x="1513" y="874"/>
                      <a:pt x="1516" y="847"/>
                    </a:cubicBezTo>
                    <a:cubicBezTo>
                      <a:pt x="1522" y="787"/>
                      <a:pt x="1522" y="730"/>
                      <a:pt x="1514" y="672"/>
                    </a:cubicBezTo>
                    <a:cubicBezTo>
                      <a:pt x="1510" y="645"/>
                      <a:pt x="1487" y="627"/>
                      <a:pt x="1461" y="627"/>
                    </a:cubicBezTo>
                    <a:cubicBezTo>
                      <a:pt x="1460" y="627"/>
                      <a:pt x="1459" y="627"/>
                      <a:pt x="1458" y="627"/>
                    </a:cubicBezTo>
                    <a:cubicBezTo>
                      <a:pt x="1440" y="627"/>
                      <a:pt x="1420" y="625"/>
                      <a:pt x="1400" y="617"/>
                    </a:cubicBezTo>
                    <a:cubicBezTo>
                      <a:pt x="1318" y="584"/>
                      <a:pt x="1280" y="489"/>
                      <a:pt x="1313" y="407"/>
                    </a:cubicBezTo>
                    <a:cubicBezTo>
                      <a:pt x="1321" y="388"/>
                      <a:pt x="1332" y="373"/>
                      <a:pt x="1347" y="358"/>
                    </a:cubicBezTo>
                    <a:cubicBezTo>
                      <a:pt x="1366" y="338"/>
                      <a:pt x="1371" y="309"/>
                      <a:pt x="1354" y="287"/>
                    </a:cubicBezTo>
                    <a:cubicBezTo>
                      <a:pt x="1318" y="241"/>
                      <a:pt x="1277" y="199"/>
                      <a:pt x="1230" y="163"/>
                    </a:cubicBezTo>
                    <a:cubicBezTo>
                      <a:pt x="1222" y="156"/>
                      <a:pt x="1212" y="153"/>
                      <a:pt x="1201" y="153"/>
                    </a:cubicBezTo>
                    <a:cubicBezTo>
                      <a:pt x="1186" y="153"/>
                      <a:pt x="1171" y="160"/>
                      <a:pt x="1161" y="171"/>
                    </a:cubicBezTo>
                    <a:cubicBezTo>
                      <a:pt x="1131" y="201"/>
                      <a:pt x="1091" y="218"/>
                      <a:pt x="1049" y="218"/>
                    </a:cubicBezTo>
                    <a:cubicBezTo>
                      <a:pt x="1029" y="218"/>
                      <a:pt x="1009" y="214"/>
                      <a:pt x="990" y="205"/>
                    </a:cubicBezTo>
                    <a:cubicBezTo>
                      <a:pt x="928" y="180"/>
                      <a:pt x="893" y="122"/>
                      <a:pt x="893" y="60"/>
                    </a:cubicBezTo>
                    <a:cubicBezTo>
                      <a:pt x="893" y="33"/>
                      <a:pt x="874" y="8"/>
                      <a:pt x="847" y="6"/>
                    </a:cubicBezTo>
                    <a:cubicBezTo>
                      <a:pt x="818" y="3"/>
                      <a:pt x="790" y="1"/>
                      <a:pt x="7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33"/>
              <p:cNvSpPr/>
              <p:nvPr/>
            </p:nvSpPr>
            <p:spPr>
              <a:xfrm>
                <a:off x="-3006750" y="2082838"/>
                <a:ext cx="38075" cy="38000"/>
              </a:xfrm>
              <a:custGeom>
                <a:rect b="b" l="l" r="r" t="t"/>
                <a:pathLst>
                  <a:path extrusionOk="0" h="1520" w="1523">
                    <a:moveTo>
                      <a:pt x="763" y="1"/>
                    </a:moveTo>
                    <a:cubicBezTo>
                      <a:pt x="733" y="1"/>
                      <a:pt x="702" y="3"/>
                      <a:pt x="672" y="7"/>
                    </a:cubicBezTo>
                    <a:cubicBezTo>
                      <a:pt x="645" y="11"/>
                      <a:pt x="628" y="35"/>
                      <a:pt x="629" y="63"/>
                    </a:cubicBezTo>
                    <a:cubicBezTo>
                      <a:pt x="629" y="82"/>
                      <a:pt x="626" y="101"/>
                      <a:pt x="618" y="121"/>
                    </a:cubicBezTo>
                    <a:cubicBezTo>
                      <a:pt x="593" y="183"/>
                      <a:pt x="533" y="220"/>
                      <a:pt x="469" y="220"/>
                    </a:cubicBezTo>
                    <a:cubicBezTo>
                      <a:pt x="449" y="220"/>
                      <a:pt x="428" y="216"/>
                      <a:pt x="408" y="208"/>
                    </a:cubicBezTo>
                    <a:cubicBezTo>
                      <a:pt x="388" y="200"/>
                      <a:pt x="373" y="189"/>
                      <a:pt x="359" y="174"/>
                    </a:cubicBezTo>
                    <a:cubicBezTo>
                      <a:pt x="348" y="163"/>
                      <a:pt x="333" y="157"/>
                      <a:pt x="318" y="157"/>
                    </a:cubicBezTo>
                    <a:cubicBezTo>
                      <a:pt x="307" y="157"/>
                      <a:pt x="297" y="160"/>
                      <a:pt x="288" y="167"/>
                    </a:cubicBezTo>
                    <a:cubicBezTo>
                      <a:pt x="243" y="203"/>
                      <a:pt x="200" y="245"/>
                      <a:pt x="164" y="291"/>
                    </a:cubicBezTo>
                    <a:cubicBezTo>
                      <a:pt x="147" y="312"/>
                      <a:pt x="153" y="343"/>
                      <a:pt x="172" y="360"/>
                    </a:cubicBezTo>
                    <a:cubicBezTo>
                      <a:pt x="216" y="405"/>
                      <a:pt x="232" y="472"/>
                      <a:pt x="207" y="532"/>
                    </a:cubicBezTo>
                    <a:cubicBezTo>
                      <a:pt x="181" y="594"/>
                      <a:pt x="123" y="628"/>
                      <a:pt x="61" y="628"/>
                    </a:cubicBezTo>
                    <a:cubicBezTo>
                      <a:pt x="33" y="628"/>
                      <a:pt x="9" y="647"/>
                      <a:pt x="6" y="674"/>
                    </a:cubicBezTo>
                    <a:cubicBezTo>
                      <a:pt x="0" y="734"/>
                      <a:pt x="0" y="792"/>
                      <a:pt x="8" y="849"/>
                    </a:cubicBezTo>
                    <a:cubicBezTo>
                      <a:pt x="11" y="875"/>
                      <a:pt x="35" y="894"/>
                      <a:pt x="61" y="894"/>
                    </a:cubicBezTo>
                    <a:cubicBezTo>
                      <a:pt x="62" y="894"/>
                      <a:pt x="62" y="894"/>
                      <a:pt x="63" y="894"/>
                    </a:cubicBezTo>
                    <a:cubicBezTo>
                      <a:pt x="83" y="894"/>
                      <a:pt x="102" y="896"/>
                      <a:pt x="122" y="904"/>
                    </a:cubicBezTo>
                    <a:cubicBezTo>
                      <a:pt x="205" y="937"/>
                      <a:pt x="243" y="1031"/>
                      <a:pt x="210" y="1114"/>
                    </a:cubicBezTo>
                    <a:cubicBezTo>
                      <a:pt x="201" y="1133"/>
                      <a:pt x="190" y="1149"/>
                      <a:pt x="176" y="1163"/>
                    </a:cubicBezTo>
                    <a:cubicBezTo>
                      <a:pt x="156" y="1183"/>
                      <a:pt x="151" y="1212"/>
                      <a:pt x="167" y="1234"/>
                    </a:cubicBezTo>
                    <a:cubicBezTo>
                      <a:pt x="205" y="1279"/>
                      <a:pt x="245" y="1322"/>
                      <a:pt x="292" y="1358"/>
                    </a:cubicBezTo>
                    <a:cubicBezTo>
                      <a:pt x="301" y="1365"/>
                      <a:pt x="311" y="1368"/>
                      <a:pt x="321" y="1368"/>
                    </a:cubicBezTo>
                    <a:cubicBezTo>
                      <a:pt x="336" y="1368"/>
                      <a:pt x="351" y="1361"/>
                      <a:pt x="361" y="1350"/>
                    </a:cubicBezTo>
                    <a:cubicBezTo>
                      <a:pt x="391" y="1320"/>
                      <a:pt x="432" y="1303"/>
                      <a:pt x="474" y="1303"/>
                    </a:cubicBezTo>
                    <a:cubicBezTo>
                      <a:pt x="494" y="1303"/>
                      <a:pt x="514" y="1307"/>
                      <a:pt x="533" y="1315"/>
                    </a:cubicBezTo>
                    <a:cubicBezTo>
                      <a:pt x="595" y="1341"/>
                      <a:pt x="630" y="1399"/>
                      <a:pt x="630" y="1461"/>
                    </a:cubicBezTo>
                    <a:cubicBezTo>
                      <a:pt x="630" y="1488"/>
                      <a:pt x="647" y="1513"/>
                      <a:pt x="675" y="1515"/>
                    </a:cubicBezTo>
                    <a:cubicBezTo>
                      <a:pt x="703" y="1518"/>
                      <a:pt x="732" y="1519"/>
                      <a:pt x="760" y="1519"/>
                    </a:cubicBezTo>
                    <a:cubicBezTo>
                      <a:pt x="790" y="1519"/>
                      <a:pt x="821" y="1518"/>
                      <a:pt x="851" y="1514"/>
                    </a:cubicBezTo>
                    <a:cubicBezTo>
                      <a:pt x="877" y="1510"/>
                      <a:pt x="896" y="1485"/>
                      <a:pt x="894" y="1458"/>
                    </a:cubicBezTo>
                    <a:cubicBezTo>
                      <a:pt x="894" y="1439"/>
                      <a:pt x="897" y="1420"/>
                      <a:pt x="904" y="1400"/>
                    </a:cubicBezTo>
                    <a:cubicBezTo>
                      <a:pt x="930" y="1338"/>
                      <a:pt x="990" y="1300"/>
                      <a:pt x="1053" y="1300"/>
                    </a:cubicBezTo>
                    <a:cubicBezTo>
                      <a:pt x="1074" y="1300"/>
                      <a:pt x="1095" y="1304"/>
                      <a:pt x="1115" y="1313"/>
                    </a:cubicBezTo>
                    <a:cubicBezTo>
                      <a:pt x="1134" y="1320"/>
                      <a:pt x="1150" y="1332"/>
                      <a:pt x="1164" y="1346"/>
                    </a:cubicBezTo>
                    <a:cubicBezTo>
                      <a:pt x="1175" y="1357"/>
                      <a:pt x="1190" y="1364"/>
                      <a:pt x="1205" y="1364"/>
                    </a:cubicBezTo>
                    <a:cubicBezTo>
                      <a:pt x="1215" y="1364"/>
                      <a:pt x="1226" y="1361"/>
                      <a:pt x="1234" y="1354"/>
                    </a:cubicBezTo>
                    <a:cubicBezTo>
                      <a:pt x="1280" y="1318"/>
                      <a:pt x="1322" y="1277"/>
                      <a:pt x="1358" y="1230"/>
                    </a:cubicBezTo>
                    <a:cubicBezTo>
                      <a:pt x="1376" y="1209"/>
                      <a:pt x="1371" y="1179"/>
                      <a:pt x="1351" y="1160"/>
                    </a:cubicBezTo>
                    <a:cubicBezTo>
                      <a:pt x="1307" y="1117"/>
                      <a:pt x="1290" y="1050"/>
                      <a:pt x="1316" y="989"/>
                    </a:cubicBezTo>
                    <a:cubicBezTo>
                      <a:pt x="1342" y="928"/>
                      <a:pt x="1400" y="892"/>
                      <a:pt x="1461" y="892"/>
                    </a:cubicBezTo>
                    <a:cubicBezTo>
                      <a:pt x="1489" y="892"/>
                      <a:pt x="1513" y="874"/>
                      <a:pt x="1516" y="847"/>
                    </a:cubicBezTo>
                    <a:cubicBezTo>
                      <a:pt x="1522" y="787"/>
                      <a:pt x="1522" y="730"/>
                      <a:pt x="1515" y="672"/>
                    </a:cubicBezTo>
                    <a:cubicBezTo>
                      <a:pt x="1511" y="645"/>
                      <a:pt x="1488" y="627"/>
                      <a:pt x="1462" y="627"/>
                    </a:cubicBezTo>
                    <a:cubicBezTo>
                      <a:pt x="1461" y="627"/>
                      <a:pt x="1460" y="627"/>
                      <a:pt x="1459" y="627"/>
                    </a:cubicBezTo>
                    <a:cubicBezTo>
                      <a:pt x="1440" y="627"/>
                      <a:pt x="1420" y="625"/>
                      <a:pt x="1402" y="617"/>
                    </a:cubicBezTo>
                    <a:cubicBezTo>
                      <a:pt x="1319" y="584"/>
                      <a:pt x="1280" y="489"/>
                      <a:pt x="1314" y="407"/>
                    </a:cubicBezTo>
                    <a:cubicBezTo>
                      <a:pt x="1321" y="388"/>
                      <a:pt x="1333" y="373"/>
                      <a:pt x="1347" y="358"/>
                    </a:cubicBezTo>
                    <a:cubicBezTo>
                      <a:pt x="1367" y="338"/>
                      <a:pt x="1372" y="309"/>
                      <a:pt x="1355" y="287"/>
                    </a:cubicBezTo>
                    <a:cubicBezTo>
                      <a:pt x="1319" y="241"/>
                      <a:pt x="1278" y="199"/>
                      <a:pt x="1231" y="163"/>
                    </a:cubicBezTo>
                    <a:cubicBezTo>
                      <a:pt x="1223" y="156"/>
                      <a:pt x="1213" y="153"/>
                      <a:pt x="1202" y="153"/>
                    </a:cubicBezTo>
                    <a:cubicBezTo>
                      <a:pt x="1187" y="153"/>
                      <a:pt x="1172" y="160"/>
                      <a:pt x="1161" y="171"/>
                    </a:cubicBezTo>
                    <a:cubicBezTo>
                      <a:pt x="1132" y="201"/>
                      <a:pt x="1092" y="218"/>
                      <a:pt x="1050" y="218"/>
                    </a:cubicBezTo>
                    <a:cubicBezTo>
                      <a:pt x="1030" y="218"/>
                      <a:pt x="1010" y="214"/>
                      <a:pt x="990" y="205"/>
                    </a:cubicBezTo>
                    <a:cubicBezTo>
                      <a:pt x="928" y="180"/>
                      <a:pt x="893" y="122"/>
                      <a:pt x="893" y="60"/>
                    </a:cubicBezTo>
                    <a:cubicBezTo>
                      <a:pt x="893" y="33"/>
                      <a:pt x="875" y="8"/>
                      <a:pt x="847" y="6"/>
                    </a:cubicBezTo>
                    <a:cubicBezTo>
                      <a:pt x="819" y="3"/>
                      <a:pt x="791" y="1"/>
                      <a:pt x="7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57" name="Google Shape;2557;p33"/>
          <p:cNvGrpSpPr/>
          <p:nvPr/>
        </p:nvGrpSpPr>
        <p:grpSpPr>
          <a:xfrm flipH="1" rot="1721786">
            <a:off x="333474" y="4017342"/>
            <a:ext cx="1076419" cy="679076"/>
            <a:chOff x="-1963525" y="3710875"/>
            <a:chExt cx="260450" cy="164313"/>
          </a:xfrm>
        </p:grpSpPr>
        <p:sp>
          <p:nvSpPr>
            <p:cNvPr id="2558" name="Google Shape;2558;p33"/>
            <p:cNvSpPr/>
            <p:nvPr/>
          </p:nvSpPr>
          <p:spPr>
            <a:xfrm>
              <a:off x="-1963525" y="3710875"/>
              <a:ext cx="260450" cy="164225"/>
            </a:xfrm>
            <a:custGeom>
              <a:rect b="b" l="l" r="r" t="t"/>
              <a:pathLst>
                <a:path extrusionOk="0" h="6569" w="10418">
                  <a:moveTo>
                    <a:pt x="10075" y="0"/>
                  </a:moveTo>
                  <a:lnTo>
                    <a:pt x="365" y="1"/>
                  </a:lnTo>
                  <a:cubicBezTo>
                    <a:pt x="242" y="1"/>
                    <a:pt x="138" y="109"/>
                    <a:pt x="138" y="230"/>
                  </a:cubicBezTo>
                  <a:lnTo>
                    <a:pt x="138" y="739"/>
                  </a:lnTo>
                  <a:lnTo>
                    <a:pt x="138" y="3629"/>
                  </a:lnTo>
                  <a:lnTo>
                    <a:pt x="53" y="3629"/>
                  </a:lnTo>
                  <a:cubicBezTo>
                    <a:pt x="32" y="3656"/>
                    <a:pt x="28" y="3672"/>
                    <a:pt x="1" y="3695"/>
                  </a:cubicBezTo>
                  <a:lnTo>
                    <a:pt x="1" y="5827"/>
                  </a:lnTo>
                  <a:cubicBezTo>
                    <a:pt x="28" y="5849"/>
                    <a:pt x="33" y="5860"/>
                    <a:pt x="53" y="5883"/>
                  </a:cubicBezTo>
                  <a:lnTo>
                    <a:pt x="138" y="5883"/>
                  </a:lnTo>
                  <a:lnTo>
                    <a:pt x="138" y="6359"/>
                  </a:lnTo>
                  <a:cubicBezTo>
                    <a:pt x="138" y="6482"/>
                    <a:pt x="241" y="6569"/>
                    <a:pt x="365" y="6569"/>
                  </a:cubicBezTo>
                  <a:lnTo>
                    <a:pt x="10075" y="6567"/>
                  </a:lnTo>
                  <a:cubicBezTo>
                    <a:pt x="10197" y="6567"/>
                    <a:pt x="10282" y="6481"/>
                    <a:pt x="10282" y="6358"/>
                  </a:cubicBezTo>
                  <a:lnTo>
                    <a:pt x="10282" y="5881"/>
                  </a:lnTo>
                  <a:lnTo>
                    <a:pt x="10369" y="5881"/>
                  </a:lnTo>
                  <a:cubicBezTo>
                    <a:pt x="10391" y="5859"/>
                    <a:pt x="10391" y="5848"/>
                    <a:pt x="10418" y="5826"/>
                  </a:cubicBezTo>
                  <a:lnTo>
                    <a:pt x="10418" y="3693"/>
                  </a:lnTo>
                  <a:cubicBezTo>
                    <a:pt x="10391" y="3672"/>
                    <a:pt x="10391" y="3656"/>
                    <a:pt x="10369" y="3628"/>
                  </a:cubicBezTo>
                  <a:lnTo>
                    <a:pt x="10282" y="3628"/>
                  </a:lnTo>
                  <a:lnTo>
                    <a:pt x="10282" y="738"/>
                  </a:lnTo>
                  <a:lnTo>
                    <a:pt x="10282" y="229"/>
                  </a:lnTo>
                  <a:cubicBezTo>
                    <a:pt x="10282" y="107"/>
                    <a:pt x="10197" y="0"/>
                    <a:pt x="10075"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9" name="Google Shape;2559;p33"/>
            <p:cNvGrpSpPr/>
            <p:nvPr/>
          </p:nvGrpSpPr>
          <p:grpSpPr>
            <a:xfrm>
              <a:off x="-1963525" y="3710913"/>
              <a:ext cx="260450" cy="164275"/>
              <a:chOff x="-1963525" y="2442950"/>
              <a:chExt cx="260450" cy="164275"/>
            </a:xfrm>
          </p:grpSpPr>
          <p:sp>
            <p:nvSpPr>
              <p:cNvPr id="2560" name="Google Shape;2560;p33"/>
              <p:cNvSpPr/>
              <p:nvPr/>
            </p:nvSpPr>
            <p:spPr>
              <a:xfrm>
                <a:off x="-1963525" y="2533650"/>
                <a:ext cx="260450" cy="56425"/>
              </a:xfrm>
              <a:custGeom>
                <a:rect b="b" l="l" r="r" t="t"/>
                <a:pathLst>
                  <a:path extrusionOk="0" h="2257" w="10418">
                    <a:moveTo>
                      <a:pt x="10369" y="1"/>
                    </a:moveTo>
                    <a:lnTo>
                      <a:pt x="53" y="3"/>
                    </a:lnTo>
                    <a:cubicBezTo>
                      <a:pt x="33" y="31"/>
                      <a:pt x="28" y="47"/>
                      <a:pt x="1" y="69"/>
                    </a:cubicBezTo>
                    <a:lnTo>
                      <a:pt x="1" y="2202"/>
                    </a:lnTo>
                    <a:cubicBezTo>
                      <a:pt x="28" y="2224"/>
                      <a:pt x="32" y="2235"/>
                      <a:pt x="53" y="2257"/>
                    </a:cubicBezTo>
                    <a:lnTo>
                      <a:pt x="10369" y="2255"/>
                    </a:lnTo>
                    <a:cubicBezTo>
                      <a:pt x="10391" y="2233"/>
                      <a:pt x="10391" y="2221"/>
                      <a:pt x="10418" y="2199"/>
                    </a:cubicBezTo>
                    <a:lnTo>
                      <a:pt x="10418" y="67"/>
                    </a:lnTo>
                    <a:cubicBezTo>
                      <a:pt x="10391" y="44"/>
                      <a:pt x="10391" y="28"/>
                      <a:pt x="103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33"/>
              <p:cNvSpPr/>
              <p:nvPr/>
            </p:nvSpPr>
            <p:spPr>
              <a:xfrm>
                <a:off x="-1960125" y="2442950"/>
                <a:ext cx="253650" cy="164275"/>
              </a:xfrm>
              <a:custGeom>
                <a:rect b="b" l="l" r="r" t="t"/>
                <a:pathLst>
                  <a:path extrusionOk="0" h="6571" w="10146">
                    <a:moveTo>
                      <a:pt x="9937" y="0"/>
                    </a:moveTo>
                    <a:lnTo>
                      <a:pt x="227" y="1"/>
                    </a:lnTo>
                    <a:cubicBezTo>
                      <a:pt x="105" y="1"/>
                      <a:pt x="0" y="109"/>
                      <a:pt x="0" y="232"/>
                    </a:cubicBezTo>
                    <a:lnTo>
                      <a:pt x="0" y="739"/>
                    </a:lnTo>
                    <a:lnTo>
                      <a:pt x="2" y="6362"/>
                    </a:lnTo>
                    <a:cubicBezTo>
                      <a:pt x="2" y="6483"/>
                      <a:pt x="105" y="6570"/>
                      <a:pt x="229" y="6570"/>
                    </a:cubicBezTo>
                    <a:lnTo>
                      <a:pt x="9939" y="6569"/>
                    </a:lnTo>
                    <a:cubicBezTo>
                      <a:pt x="10061" y="6569"/>
                      <a:pt x="10146" y="6482"/>
                      <a:pt x="10146" y="6360"/>
                    </a:cubicBezTo>
                    <a:lnTo>
                      <a:pt x="10143" y="738"/>
                    </a:lnTo>
                    <a:lnTo>
                      <a:pt x="10143" y="230"/>
                    </a:lnTo>
                    <a:cubicBezTo>
                      <a:pt x="10143" y="108"/>
                      <a:pt x="10061" y="0"/>
                      <a:pt x="99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33"/>
              <p:cNvSpPr/>
              <p:nvPr/>
            </p:nvSpPr>
            <p:spPr>
              <a:xfrm>
                <a:off x="-1953625" y="2448675"/>
                <a:ext cx="11300" cy="11325"/>
              </a:xfrm>
              <a:custGeom>
                <a:rect b="b" l="l" r="r" t="t"/>
                <a:pathLst>
                  <a:path extrusionOk="0" h="453" w="452">
                    <a:moveTo>
                      <a:pt x="225" y="1"/>
                    </a:moveTo>
                    <a:cubicBezTo>
                      <a:pt x="100" y="1"/>
                      <a:pt x="0" y="102"/>
                      <a:pt x="0" y="227"/>
                    </a:cubicBezTo>
                    <a:cubicBezTo>
                      <a:pt x="0" y="351"/>
                      <a:pt x="100" y="453"/>
                      <a:pt x="225" y="453"/>
                    </a:cubicBezTo>
                    <a:cubicBezTo>
                      <a:pt x="351" y="453"/>
                      <a:pt x="451" y="351"/>
                      <a:pt x="451" y="227"/>
                    </a:cubicBezTo>
                    <a:cubicBezTo>
                      <a:pt x="451" y="102"/>
                      <a:pt x="350"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33"/>
              <p:cNvSpPr/>
              <p:nvPr/>
            </p:nvSpPr>
            <p:spPr>
              <a:xfrm>
                <a:off x="-1724150" y="2448650"/>
                <a:ext cx="11300" cy="11325"/>
              </a:xfrm>
              <a:custGeom>
                <a:rect b="b" l="l" r="r" t="t"/>
                <a:pathLst>
                  <a:path extrusionOk="0" h="453" w="452">
                    <a:moveTo>
                      <a:pt x="229" y="0"/>
                    </a:moveTo>
                    <a:cubicBezTo>
                      <a:pt x="228" y="0"/>
                      <a:pt x="227" y="0"/>
                      <a:pt x="227" y="0"/>
                    </a:cubicBezTo>
                    <a:cubicBezTo>
                      <a:pt x="101" y="0"/>
                      <a:pt x="1" y="102"/>
                      <a:pt x="1" y="226"/>
                    </a:cubicBezTo>
                    <a:cubicBezTo>
                      <a:pt x="1" y="351"/>
                      <a:pt x="101" y="452"/>
                      <a:pt x="227" y="452"/>
                    </a:cubicBezTo>
                    <a:cubicBezTo>
                      <a:pt x="352" y="452"/>
                      <a:pt x="452" y="351"/>
                      <a:pt x="452" y="226"/>
                    </a:cubicBezTo>
                    <a:cubicBezTo>
                      <a:pt x="452" y="102"/>
                      <a:pt x="353" y="0"/>
                      <a:pt x="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33"/>
              <p:cNvSpPr/>
              <p:nvPr/>
            </p:nvSpPr>
            <p:spPr>
              <a:xfrm>
                <a:off x="-1953600" y="2590250"/>
                <a:ext cx="11325" cy="11300"/>
              </a:xfrm>
              <a:custGeom>
                <a:rect b="b" l="l" r="r" t="t"/>
                <a:pathLst>
                  <a:path extrusionOk="0" h="452" w="453">
                    <a:moveTo>
                      <a:pt x="226" y="0"/>
                    </a:moveTo>
                    <a:cubicBezTo>
                      <a:pt x="100" y="0"/>
                      <a:pt x="0" y="100"/>
                      <a:pt x="0" y="225"/>
                    </a:cubicBezTo>
                    <a:cubicBezTo>
                      <a:pt x="0" y="351"/>
                      <a:pt x="100" y="451"/>
                      <a:pt x="226" y="451"/>
                    </a:cubicBezTo>
                    <a:cubicBezTo>
                      <a:pt x="351" y="451"/>
                      <a:pt x="452" y="351"/>
                      <a:pt x="452" y="225"/>
                    </a:cubicBezTo>
                    <a:cubicBezTo>
                      <a:pt x="452" y="100"/>
                      <a:pt x="350" y="0"/>
                      <a:pt x="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33"/>
              <p:cNvSpPr/>
              <p:nvPr/>
            </p:nvSpPr>
            <p:spPr>
              <a:xfrm>
                <a:off x="-1724125" y="2590175"/>
                <a:ext cx="11325" cy="11350"/>
              </a:xfrm>
              <a:custGeom>
                <a:rect b="b" l="l" r="r" t="t"/>
                <a:pathLst>
                  <a:path extrusionOk="0" h="454" w="453">
                    <a:moveTo>
                      <a:pt x="229" y="1"/>
                    </a:moveTo>
                    <a:cubicBezTo>
                      <a:pt x="228" y="1"/>
                      <a:pt x="227" y="1"/>
                      <a:pt x="227" y="1"/>
                    </a:cubicBezTo>
                    <a:cubicBezTo>
                      <a:pt x="101" y="1"/>
                      <a:pt x="1" y="102"/>
                      <a:pt x="1" y="227"/>
                    </a:cubicBezTo>
                    <a:cubicBezTo>
                      <a:pt x="1" y="352"/>
                      <a:pt x="101" y="453"/>
                      <a:pt x="227" y="453"/>
                    </a:cubicBezTo>
                    <a:cubicBezTo>
                      <a:pt x="352" y="453"/>
                      <a:pt x="453" y="352"/>
                      <a:pt x="453" y="227"/>
                    </a:cubicBezTo>
                    <a:cubicBezTo>
                      <a:pt x="453" y="103"/>
                      <a:pt x="352" y="1"/>
                      <a:pt x="2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33"/>
              <p:cNvSpPr/>
              <p:nvPr/>
            </p:nvSpPr>
            <p:spPr>
              <a:xfrm>
                <a:off x="-1942900" y="2460125"/>
                <a:ext cx="219250" cy="102425"/>
              </a:xfrm>
              <a:custGeom>
                <a:rect b="b" l="l" r="r" t="t"/>
                <a:pathLst>
                  <a:path extrusionOk="0" h="4097" w="8770">
                    <a:moveTo>
                      <a:pt x="8330" y="1"/>
                    </a:moveTo>
                    <a:lnTo>
                      <a:pt x="441" y="2"/>
                    </a:lnTo>
                    <a:cubicBezTo>
                      <a:pt x="270" y="174"/>
                      <a:pt x="166" y="270"/>
                      <a:pt x="0" y="442"/>
                    </a:cubicBezTo>
                    <a:lnTo>
                      <a:pt x="1" y="4018"/>
                    </a:lnTo>
                    <a:cubicBezTo>
                      <a:pt x="1" y="4062"/>
                      <a:pt x="39" y="4097"/>
                      <a:pt x="83" y="4097"/>
                    </a:cubicBezTo>
                    <a:lnTo>
                      <a:pt x="8692" y="4096"/>
                    </a:lnTo>
                    <a:cubicBezTo>
                      <a:pt x="8736" y="4096"/>
                      <a:pt x="8769" y="4061"/>
                      <a:pt x="8769" y="4016"/>
                    </a:cubicBezTo>
                    <a:lnTo>
                      <a:pt x="8768" y="440"/>
                    </a:lnTo>
                    <a:cubicBezTo>
                      <a:pt x="8603" y="269"/>
                      <a:pt x="8501" y="172"/>
                      <a:pt x="8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33"/>
              <p:cNvSpPr/>
              <p:nvPr/>
            </p:nvSpPr>
            <p:spPr>
              <a:xfrm>
                <a:off x="-1912775" y="2568700"/>
                <a:ext cx="159150" cy="38525"/>
              </a:xfrm>
              <a:custGeom>
                <a:rect b="b" l="l" r="r" t="t"/>
                <a:pathLst>
                  <a:path extrusionOk="0" h="1541" w="6366">
                    <a:moveTo>
                      <a:pt x="5940" y="0"/>
                    </a:moveTo>
                    <a:lnTo>
                      <a:pt x="425" y="1"/>
                    </a:lnTo>
                    <a:cubicBezTo>
                      <a:pt x="338" y="1"/>
                      <a:pt x="264" y="69"/>
                      <a:pt x="248" y="155"/>
                    </a:cubicBezTo>
                    <a:lnTo>
                      <a:pt x="1" y="1540"/>
                    </a:lnTo>
                    <a:lnTo>
                      <a:pt x="6365" y="1539"/>
                    </a:lnTo>
                    <a:lnTo>
                      <a:pt x="6116" y="153"/>
                    </a:lnTo>
                    <a:cubicBezTo>
                      <a:pt x="6101" y="68"/>
                      <a:pt x="6026" y="0"/>
                      <a:pt x="59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33"/>
              <p:cNvSpPr/>
              <p:nvPr/>
            </p:nvSpPr>
            <p:spPr>
              <a:xfrm>
                <a:off x="-1895300" y="2591325"/>
                <a:ext cx="12525" cy="12525"/>
              </a:xfrm>
              <a:custGeom>
                <a:rect b="b" l="l" r="r" t="t"/>
                <a:pathLst>
                  <a:path extrusionOk="0" h="501" w="501">
                    <a:moveTo>
                      <a:pt x="253" y="0"/>
                    </a:moveTo>
                    <a:cubicBezTo>
                      <a:pt x="252" y="0"/>
                      <a:pt x="252" y="0"/>
                      <a:pt x="251" y="0"/>
                    </a:cubicBezTo>
                    <a:cubicBezTo>
                      <a:pt x="113" y="0"/>
                      <a:pt x="0" y="113"/>
                      <a:pt x="0" y="251"/>
                    </a:cubicBezTo>
                    <a:cubicBezTo>
                      <a:pt x="0" y="388"/>
                      <a:pt x="113" y="501"/>
                      <a:pt x="251" y="501"/>
                    </a:cubicBezTo>
                    <a:cubicBezTo>
                      <a:pt x="388" y="501"/>
                      <a:pt x="501" y="388"/>
                      <a:pt x="501" y="251"/>
                    </a:cubicBezTo>
                    <a:cubicBezTo>
                      <a:pt x="501" y="113"/>
                      <a:pt x="389" y="0"/>
                      <a:pt x="2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33"/>
              <p:cNvSpPr/>
              <p:nvPr/>
            </p:nvSpPr>
            <p:spPr>
              <a:xfrm>
                <a:off x="-1783650" y="2591300"/>
                <a:ext cx="12550" cy="12525"/>
              </a:xfrm>
              <a:custGeom>
                <a:rect b="b" l="l" r="r" t="t"/>
                <a:pathLst>
                  <a:path extrusionOk="0" h="501" w="502">
                    <a:moveTo>
                      <a:pt x="251" y="0"/>
                    </a:moveTo>
                    <a:cubicBezTo>
                      <a:pt x="112" y="0"/>
                      <a:pt x="1" y="113"/>
                      <a:pt x="1" y="250"/>
                    </a:cubicBezTo>
                    <a:cubicBezTo>
                      <a:pt x="1" y="388"/>
                      <a:pt x="112" y="501"/>
                      <a:pt x="251" y="501"/>
                    </a:cubicBezTo>
                    <a:cubicBezTo>
                      <a:pt x="389" y="501"/>
                      <a:pt x="501" y="388"/>
                      <a:pt x="501" y="250"/>
                    </a:cubicBezTo>
                    <a:cubicBezTo>
                      <a:pt x="501" y="113"/>
                      <a:pt x="389" y="0"/>
                      <a:pt x="2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33"/>
              <p:cNvSpPr/>
              <p:nvPr/>
            </p:nvSpPr>
            <p:spPr>
              <a:xfrm>
                <a:off x="-1869350" y="2588650"/>
                <a:ext cx="9650" cy="9650"/>
              </a:xfrm>
              <a:custGeom>
                <a:rect b="b" l="l" r="r" t="t"/>
                <a:pathLst>
                  <a:path extrusionOk="0" h="386" w="386">
                    <a:moveTo>
                      <a:pt x="188" y="0"/>
                    </a:moveTo>
                    <a:cubicBezTo>
                      <a:pt x="85" y="0"/>
                      <a:pt x="1" y="85"/>
                      <a:pt x="1" y="188"/>
                    </a:cubicBezTo>
                    <a:lnTo>
                      <a:pt x="1" y="198"/>
                    </a:lnTo>
                    <a:cubicBezTo>
                      <a:pt x="1" y="301"/>
                      <a:pt x="85" y="385"/>
                      <a:pt x="188" y="385"/>
                    </a:cubicBezTo>
                    <a:lnTo>
                      <a:pt x="199" y="385"/>
                    </a:lnTo>
                    <a:cubicBezTo>
                      <a:pt x="302" y="385"/>
                      <a:pt x="386" y="301"/>
                      <a:pt x="386" y="198"/>
                    </a:cubicBezTo>
                    <a:lnTo>
                      <a:pt x="386" y="188"/>
                    </a:lnTo>
                    <a:cubicBezTo>
                      <a:pt x="386" y="85"/>
                      <a:pt x="302" y="0"/>
                      <a:pt x="1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33"/>
              <p:cNvSpPr/>
              <p:nvPr/>
            </p:nvSpPr>
            <p:spPr>
              <a:xfrm>
                <a:off x="-1806800" y="2588650"/>
                <a:ext cx="9650" cy="9650"/>
              </a:xfrm>
              <a:custGeom>
                <a:rect b="b" l="l" r="r" t="t"/>
                <a:pathLst>
                  <a:path extrusionOk="0" h="386" w="386">
                    <a:moveTo>
                      <a:pt x="187" y="0"/>
                    </a:moveTo>
                    <a:cubicBezTo>
                      <a:pt x="84" y="0"/>
                      <a:pt x="0" y="85"/>
                      <a:pt x="0" y="188"/>
                    </a:cubicBezTo>
                    <a:lnTo>
                      <a:pt x="0" y="198"/>
                    </a:lnTo>
                    <a:cubicBezTo>
                      <a:pt x="0" y="301"/>
                      <a:pt x="84" y="385"/>
                      <a:pt x="187" y="385"/>
                    </a:cubicBezTo>
                    <a:lnTo>
                      <a:pt x="197" y="385"/>
                    </a:lnTo>
                    <a:cubicBezTo>
                      <a:pt x="300" y="385"/>
                      <a:pt x="385" y="301"/>
                      <a:pt x="385" y="198"/>
                    </a:cubicBezTo>
                    <a:lnTo>
                      <a:pt x="385" y="188"/>
                    </a:lnTo>
                    <a:cubicBezTo>
                      <a:pt x="385" y="85"/>
                      <a:pt x="300" y="0"/>
                      <a:pt x="1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33"/>
              <p:cNvSpPr/>
              <p:nvPr/>
            </p:nvSpPr>
            <p:spPr>
              <a:xfrm>
                <a:off x="-1905125" y="2464250"/>
                <a:ext cx="144350" cy="22725"/>
              </a:xfrm>
              <a:custGeom>
                <a:rect b="b" l="l" r="r" t="t"/>
                <a:pathLst>
                  <a:path extrusionOk="0" h="909" w="5774">
                    <a:moveTo>
                      <a:pt x="5436" y="1"/>
                    </a:moveTo>
                    <a:lnTo>
                      <a:pt x="337" y="2"/>
                    </a:lnTo>
                    <a:cubicBezTo>
                      <a:pt x="151" y="2"/>
                      <a:pt x="0" y="154"/>
                      <a:pt x="0" y="339"/>
                    </a:cubicBezTo>
                    <a:lnTo>
                      <a:pt x="0" y="573"/>
                    </a:lnTo>
                    <a:cubicBezTo>
                      <a:pt x="0" y="758"/>
                      <a:pt x="151" y="909"/>
                      <a:pt x="337" y="909"/>
                    </a:cubicBezTo>
                    <a:lnTo>
                      <a:pt x="5436" y="908"/>
                    </a:lnTo>
                    <a:cubicBezTo>
                      <a:pt x="5622" y="908"/>
                      <a:pt x="5773" y="757"/>
                      <a:pt x="5773" y="572"/>
                    </a:cubicBezTo>
                    <a:lnTo>
                      <a:pt x="5773" y="337"/>
                    </a:lnTo>
                    <a:cubicBezTo>
                      <a:pt x="5773" y="151"/>
                      <a:pt x="5622" y="1"/>
                      <a:pt x="54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33"/>
              <p:cNvSpPr/>
              <p:nvPr/>
            </p:nvSpPr>
            <p:spPr>
              <a:xfrm>
                <a:off x="-1941500" y="2483875"/>
                <a:ext cx="218450" cy="77300"/>
              </a:xfrm>
              <a:custGeom>
                <a:rect b="b" l="l" r="r" t="t"/>
                <a:pathLst>
                  <a:path extrusionOk="0" h="3092" w="8738">
                    <a:moveTo>
                      <a:pt x="8737" y="0"/>
                    </a:moveTo>
                    <a:lnTo>
                      <a:pt x="0" y="2241"/>
                    </a:lnTo>
                    <a:lnTo>
                      <a:pt x="0" y="3092"/>
                    </a:lnTo>
                    <a:lnTo>
                      <a:pt x="8738" y="853"/>
                    </a:lnTo>
                    <a:lnTo>
                      <a:pt x="87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33"/>
              <p:cNvSpPr/>
              <p:nvPr/>
            </p:nvSpPr>
            <p:spPr>
              <a:xfrm>
                <a:off x="-1900975" y="2470700"/>
                <a:ext cx="135375" cy="1575"/>
              </a:xfrm>
              <a:custGeom>
                <a:rect b="b" l="l" r="r" t="t"/>
                <a:pathLst>
                  <a:path extrusionOk="0" h="63" w="5415">
                    <a:moveTo>
                      <a:pt x="0" y="1"/>
                    </a:moveTo>
                    <a:lnTo>
                      <a:pt x="0" y="63"/>
                    </a:lnTo>
                    <a:lnTo>
                      <a:pt x="5414" y="63"/>
                    </a:lnTo>
                    <a:lnTo>
                      <a:pt x="54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33"/>
              <p:cNvSpPr/>
              <p:nvPr/>
            </p:nvSpPr>
            <p:spPr>
              <a:xfrm>
                <a:off x="-1900975" y="2478975"/>
                <a:ext cx="135375" cy="1550"/>
              </a:xfrm>
              <a:custGeom>
                <a:rect b="b" l="l" r="r" t="t"/>
                <a:pathLst>
                  <a:path extrusionOk="0" h="62" w="5415">
                    <a:moveTo>
                      <a:pt x="0" y="0"/>
                    </a:moveTo>
                    <a:lnTo>
                      <a:pt x="0" y="62"/>
                    </a:lnTo>
                    <a:lnTo>
                      <a:pt x="5414" y="62"/>
                    </a:lnTo>
                    <a:lnTo>
                      <a:pt x="54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33"/>
              <p:cNvSpPr/>
              <p:nvPr/>
            </p:nvSpPr>
            <p:spPr>
              <a:xfrm>
                <a:off x="-1910875" y="2493450"/>
                <a:ext cx="155275" cy="44050"/>
              </a:xfrm>
              <a:custGeom>
                <a:rect b="b" l="l" r="r" t="t"/>
                <a:pathLst>
                  <a:path extrusionOk="0" h="1762" w="6211">
                    <a:moveTo>
                      <a:pt x="5330" y="0"/>
                    </a:moveTo>
                    <a:lnTo>
                      <a:pt x="880" y="2"/>
                    </a:lnTo>
                    <a:cubicBezTo>
                      <a:pt x="395" y="2"/>
                      <a:pt x="0" y="396"/>
                      <a:pt x="0" y="881"/>
                    </a:cubicBezTo>
                    <a:cubicBezTo>
                      <a:pt x="0" y="1366"/>
                      <a:pt x="395" y="1762"/>
                      <a:pt x="880" y="1762"/>
                    </a:cubicBezTo>
                    <a:lnTo>
                      <a:pt x="5330" y="1760"/>
                    </a:lnTo>
                    <a:cubicBezTo>
                      <a:pt x="5815" y="1760"/>
                      <a:pt x="6211" y="1365"/>
                      <a:pt x="6211" y="880"/>
                    </a:cubicBezTo>
                    <a:cubicBezTo>
                      <a:pt x="6211" y="395"/>
                      <a:pt x="5815" y="0"/>
                      <a:pt x="5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33"/>
              <p:cNvSpPr/>
              <p:nvPr/>
            </p:nvSpPr>
            <p:spPr>
              <a:xfrm>
                <a:off x="-1907850" y="2496900"/>
                <a:ext cx="148425" cy="37150"/>
              </a:xfrm>
              <a:custGeom>
                <a:rect b="b" l="l" r="r" t="t"/>
                <a:pathLst>
                  <a:path extrusionOk="0" h="1486" w="5937">
                    <a:moveTo>
                      <a:pt x="5196" y="0"/>
                    </a:moveTo>
                    <a:lnTo>
                      <a:pt x="742" y="1"/>
                    </a:lnTo>
                    <a:cubicBezTo>
                      <a:pt x="332" y="1"/>
                      <a:pt x="1" y="334"/>
                      <a:pt x="1" y="743"/>
                    </a:cubicBezTo>
                    <a:cubicBezTo>
                      <a:pt x="1" y="1154"/>
                      <a:pt x="332" y="1485"/>
                      <a:pt x="742" y="1485"/>
                    </a:cubicBezTo>
                    <a:lnTo>
                      <a:pt x="5196" y="1484"/>
                    </a:lnTo>
                    <a:cubicBezTo>
                      <a:pt x="5606" y="1484"/>
                      <a:pt x="5937" y="1152"/>
                      <a:pt x="5937" y="742"/>
                    </a:cubicBezTo>
                    <a:cubicBezTo>
                      <a:pt x="5937" y="334"/>
                      <a:pt x="5605" y="0"/>
                      <a:pt x="5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33"/>
              <p:cNvSpPr/>
              <p:nvPr/>
            </p:nvSpPr>
            <p:spPr>
              <a:xfrm>
                <a:off x="-179827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33"/>
              <p:cNvSpPr/>
              <p:nvPr/>
            </p:nvSpPr>
            <p:spPr>
              <a:xfrm>
                <a:off x="-179664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33"/>
              <p:cNvSpPr/>
              <p:nvPr/>
            </p:nvSpPr>
            <p:spPr>
              <a:xfrm>
                <a:off x="-178585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33"/>
              <p:cNvSpPr/>
              <p:nvPr/>
            </p:nvSpPr>
            <p:spPr>
              <a:xfrm>
                <a:off x="-191052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33"/>
              <p:cNvSpPr/>
              <p:nvPr/>
            </p:nvSpPr>
            <p:spPr>
              <a:xfrm>
                <a:off x="-190889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33"/>
              <p:cNvSpPr/>
              <p:nvPr/>
            </p:nvSpPr>
            <p:spPr>
              <a:xfrm>
                <a:off x="-189810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84" name="Google Shape;2584;p33"/>
          <p:cNvGrpSpPr/>
          <p:nvPr/>
        </p:nvGrpSpPr>
        <p:grpSpPr>
          <a:xfrm rot="1457234">
            <a:off x="7892570" y="320716"/>
            <a:ext cx="1076409" cy="678966"/>
            <a:chOff x="-2470750" y="3433500"/>
            <a:chExt cx="260450" cy="164288"/>
          </a:xfrm>
        </p:grpSpPr>
        <p:sp>
          <p:nvSpPr>
            <p:cNvPr id="2585" name="Google Shape;2585;p33"/>
            <p:cNvSpPr/>
            <p:nvPr/>
          </p:nvSpPr>
          <p:spPr>
            <a:xfrm>
              <a:off x="-2470750" y="3433500"/>
              <a:ext cx="260450" cy="164200"/>
            </a:xfrm>
            <a:custGeom>
              <a:rect b="b" l="l" r="r" t="t"/>
              <a:pathLst>
                <a:path extrusionOk="0" h="6568" w="10418">
                  <a:moveTo>
                    <a:pt x="365" y="1"/>
                  </a:moveTo>
                  <a:cubicBezTo>
                    <a:pt x="242" y="1"/>
                    <a:pt x="138" y="107"/>
                    <a:pt x="138" y="230"/>
                  </a:cubicBezTo>
                  <a:lnTo>
                    <a:pt x="138" y="739"/>
                  </a:lnTo>
                  <a:lnTo>
                    <a:pt x="138" y="3628"/>
                  </a:lnTo>
                  <a:lnTo>
                    <a:pt x="53" y="3628"/>
                  </a:lnTo>
                  <a:cubicBezTo>
                    <a:pt x="32" y="3655"/>
                    <a:pt x="28" y="3672"/>
                    <a:pt x="1" y="3693"/>
                  </a:cubicBezTo>
                  <a:lnTo>
                    <a:pt x="1" y="5827"/>
                  </a:lnTo>
                  <a:cubicBezTo>
                    <a:pt x="28" y="5848"/>
                    <a:pt x="33" y="5860"/>
                    <a:pt x="53" y="5881"/>
                  </a:cubicBezTo>
                  <a:lnTo>
                    <a:pt x="138" y="5881"/>
                  </a:lnTo>
                  <a:lnTo>
                    <a:pt x="138" y="6359"/>
                  </a:lnTo>
                  <a:cubicBezTo>
                    <a:pt x="138" y="6481"/>
                    <a:pt x="241" y="6567"/>
                    <a:pt x="365" y="6567"/>
                  </a:cubicBezTo>
                  <a:lnTo>
                    <a:pt x="10074" y="6567"/>
                  </a:lnTo>
                  <a:cubicBezTo>
                    <a:pt x="10197" y="6567"/>
                    <a:pt x="10281" y="6481"/>
                    <a:pt x="10281" y="6359"/>
                  </a:cubicBezTo>
                  <a:lnTo>
                    <a:pt x="10281" y="5881"/>
                  </a:lnTo>
                  <a:lnTo>
                    <a:pt x="10368" y="5881"/>
                  </a:lnTo>
                  <a:cubicBezTo>
                    <a:pt x="10391" y="5860"/>
                    <a:pt x="10391" y="5848"/>
                    <a:pt x="10418" y="5827"/>
                  </a:cubicBezTo>
                  <a:lnTo>
                    <a:pt x="10418" y="3693"/>
                  </a:lnTo>
                  <a:cubicBezTo>
                    <a:pt x="10391" y="3672"/>
                    <a:pt x="10389" y="3655"/>
                    <a:pt x="10368" y="3628"/>
                  </a:cubicBezTo>
                  <a:lnTo>
                    <a:pt x="10281" y="3628"/>
                  </a:lnTo>
                  <a:lnTo>
                    <a:pt x="10281" y="739"/>
                  </a:lnTo>
                  <a:lnTo>
                    <a:pt x="10281" y="230"/>
                  </a:lnTo>
                  <a:lnTo>
                    <a:pt x="10282" y="230"/>
                  </a:lnTo>
                  <a:cubicBezTo>
                    <a:pt x="10282" y="107"/>
                    <a:pt x="10197" y="1"/>
                    <a:pt x="10075"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6" name="Google Shape;2586;p33"/>
            <p:cNvGrpSpPr/>
            <p:nvPr/>
          </p:nvGrpSpPr>
          <p:grpSpPr>
            <a:xfrm>
              <a:off x="-2470750" y="3433513"/>
              <a:ext cx="260450" cy="164275"/>
              <a:chOff x="-1963525" y="2264375"/>
              <a:chExt cx="260450" cy="164275"/>
            </a:xfrm>
          </p:grpSpPr>
          <p:sp>
            <p:nvSpPr>
              <p:cNvPr id="2587" name="Google Shape;2587;p33"/>
              <p:cNvSpPr/>
              <p:nvPr/>
            </p:nvSpPr>
            <p:spPr>
              <a:xfrm>
                <a:off x="-1963525" y="2355100"/>
                <a:ext cx="260450" cy="56375"/>
              </a:xfrm>
              <a:custGeom>
                <a:rect b="b" l="l" r="r" t="t"/>
                <a:pathLst>
                  <a:path extrusionOk="0" h="2255" w="10418">
                    <a:moveTo>
                      <a:pt x="53" y="0"/>
                    </a:moveTo>
                    <a:cubicBezTo>
                      <a:pt x="33" y="27"/>
                      <a:pt x="28" y="44"/>
                      <a:pt x="1" y="66"/>
                    </a:cubicBezTo>
                    <a:lnTo>
                      <a:pt x="1" y="2199"/>
                    </a:lnTo>
                    <a:cubicBezTo>
                      <a:pt x="28" y="2220"/>
                      <a:pt x="32" y="2232"/>
                      <a:pt x="53" y="2254"/>
                    </a:cubicBezTo>
                    <a:lnTo>
                      <a:pt x="10369" y="2254"/>
                    </a:lnTo>
                    <a:cubicBezTo>
                      <a:pt x="10391" y="2232"/>
                      <a:pt x="10391" y="2220"/>
                      <a:pt x="10418" y="2199"/>
                    </a:cubicBezTo>
                    <a:lnTo>
                      <a:pt x="10418" y="66"/>
                    </a:lnTo>
                    <a:cubicBezTo>
                      <a:pt x="10391" y="44"/>
                      <a:pt x="10391" y="27"/>
                      <a:pt x="103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33"/>
              <p:cNvSpPr/>
              <p:nvPr/>
            </p:nvSpPr>
            <p:spPr>
              <a:xfrm>
                <a:off x="-1960075" y="2264375"/>
                <a:ext cx="253600" cy="164250"/>
              </a:xfrm>
              <a:custGeom>
                <a:rect b="b" l="l" r="r" t="t"/>
                <a:pathLst>
                  <a:path extrusionOk="0" h="6570" w="10144">
                    <a:moveTo>
                      <a:pt x="227" y="1"/>
                    </a:moveTo>
                    <a:cubicBezTo>
                      <a:pt x="104" y="1"/>
                      <a:pt x="0" y="107"/>
                      <a:pt x="0" y="230"/>
                    </a:cubicBezTo>
                    <a:lnTo>
                      <a:pt x="0" y="739"/>
                    </a:lnTo>
                    <a:lnTo>
                      <a:pt x="0" y="6360"/>
                    </a:lnTo>
                    <a:cubicBezTo>
                      <a:pt x="0" y="6483"/>
                      <a:pt x="103" y="6570"/>
                      <a:pt x="227" y="6570"/>
                    </a:cubicBezTo>
                    <a:lnTo>
                      <a:pt x="9937" y="6570"/>
                    </a:lnTo>
                    <a:cubicBezTo>
                      <a:pt x="10059" y="6570"/>
                      <a:pt x="10144" y="6483"/>
                      <a:pt x="10144" y="6360"/>
                    </a:cubicBezTo>
                    <a:lnTo>
                      <a:pt x="10144" y="739"/>
                    </a:lnTo>
                    <a:lnTo>
                      <a:pt x="10144" y="230"/>
                    </a:lnTo>
                    <a:cubicBezTo>
                      <a:pt x="10144" y="107"/>
                      <a:pt x="10059" y="1"/>
                      <a:pt x="99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33"/>
              <p:cNvSpPr/>
              <p:nvPr/>
            </p:nvSpPr>
            <p:spPr>
              <a:xfrm>
                <a:off x="-1953625" y="2270100"/>
                <a:ext cx="11300" cy="11275"/>
              </a:xfrm>
              <a:custGeom>
                <a:rect b="b" l="l" r="r" t="t"/>
                <a:pathLst>
                  <a:path extrusionOk="0" h="451" w="452">
                    <a:moveTo>
                      <a:pt x="225" y="0"/>
                    </a:moveTo>
                    <a:cubicBezTo>
                      <a:pt x="101" y="0"/>
                      <a:pt x="0" y="101"/>
                      <a:pt x="0" y="226"/>
                    </a:cubicBezTo>
                    <a:cubicBezTo>
                      <a:pt x="0" y="350"/>
                      <a:pt x="101" y="451"/>
                      <a:pt x="225" y="451"/>
                    </a:cubicBezTo>
                    <a:cubicBezTo>
                      <a:pt x="350" y="451"/>
                      <a:pt x="451" y="350"/>
                      <a:pt x="451" y="226"/>
                    </a:cubicBezTo>
                    <a:cubicBezTo>
                      <a:pt x="451" y="101"/>
                      <a:pt x="350" y="0"/>
                      <a:pt x="2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33"/>
              <p:cNvSpPr/>
              <p:nvPr/>
            </p:nvSpPr>
            <p:spPr>
              <a:xfrm>
                <a:off x="-1724150" y="2270100"/>
                <a:ext cx="11300" cy="11275"/>
              </a:xfrm>
              <a:custGeom>
                <a:rect b="b" l="l" r="r" t="t"/>
                <a:pathLst>
                  <a:path extrusionOk="0" h="451" w="452">
                    <a:moveTo>
                      <a:pt x="227" y="0"/>
                    </a:moveTo>
                    <a:cubicBezTo>
                      <a:pt x="102" y="0"/>
                      <a:pt x="1" y="101"/>
                      <a:pt x="1" y="226"/>
                    </a:cubicBezTo>
                    <a:cubicBezTo>
                      <a:pt x="1" y="350"/>
                      <a:pt x="102" y="451"/>
                      <a:pt x="227" y="451"/>
                    </a:cubicBezTo>
                    <a:cubicBezTo>
                      <a:pt x="351" y="451"/>
                      <a:pt x="452" y="350"/>
                      <a:pt x="452" y="226"/>
                    </a:cubicBezTo>
                    <a:cubicBezTo>
                      <a:pt x="452" y="101"/>
                      <a:pt x="351" y="0"/>
                      <a:pt x="2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33"/>
              <p:cNvSpPr/>
              <p:nvPr/>
            </p:nvSpPr>
            <p:spPr>
              <a:xfrm>
                <a:off x="-1953600" y="2411625"/>
                <a:ext cx="11325" cy="11325"/>
              </a:xfrm>
              <a:custGeom>
                <a:rect b="b" l="l" r="r" t="t"/>
                <a:pathLst>
                  <a:path extrusionOk="0" h="453" w="453">
                    <a:moveTo>
                      <a:pt x="226" y="1"/>
                    </a:moveTo>
                    <a:cubicBezTo>
                      <a:pt x="100" y="1"/>
                      <a:pt x="0" y="102"/>
                      <a:pt x="0" y="227"/>
                    </a:cubicBezTo>
                    <a:cubicBezTo>
                      <a:pt x="0" y="351"/>
                      <a:pt x="100" y="453"/>
                      <a:pt x="226" y="453"/>
                    </a:cubicBezTo>
                    <a:cubicBezTo>
                      <a:pt x="351" y="453"/>
                      <a:pt x="452" y="351"/>
                      <a:pt x="452" y="227"/>
                    </a:cubicBezTo>
                    <a:cubicBezTo>
                      <a:pt x="452" y="102"/>
                      <a:pt x="350"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33"/>
              <p:cNvSpPr/>
              <p:nvPr/>
            </p:nvSpPr>
            <p:spPr>
              <a:xfrm>
                <a:off x="-1724125" y="2411625"/>
                <a:ext cx="11325" cy="11325"/>
              </a:xfrm>
              <a:custGeom>
                <a:rect b="b" l="l" r="r" t="t"/>
                <a:pathLst>
                  <a:path extrusionOk="0" h="453" w="453">
                    <a:moveTo>
                      <a:pt x="227" y="1"/>
                    </a:moveTo>
                    <a:cubicBezTo>
                      <a:pt x="101" y="1"/>
                      <a:pt x="1" y="102"/>
                      <a:pt x="1" y="227"/>
                    </a:cubicBezTo>
                    <a:cubicBezTo>
                      <a:pt x="1" y="351"/>
                      <a:pt x="101" y="453"/>
                      <a:pt x="227" y="453"/>
                    </a:cubicBezTo>
                    <a:cubicBezTo>
                      <a:pt x="352" y="453"/>
                      <a:pt x="453" y="351"/>
                      <a:pt x="453" y="227"/>
                    </a:cubicBezTo>
                    <a:cubicBezTo>
                      <a:pt x="453" y="102"/>
                      <a:pt x="351" y="1"/>
                      <a:pt x="2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33"/>
              <p:cNvSpPr/>
              <p:nvPr/>
            </p:nvSpPr>
            <p:spPr>
              <a:xfrm>
                <a:off x="-1942900" y="2281575"/>
                <a:ext cx="219225" cy="102375"/>
              </a:xfrm>
              <a:custGeom>
                <a:rect b="b" l="l" r="r" t="t"/>
                <a:pathLst>
                  <a:path extrusionOk="0" h="4095" w="8769">
                    <a:moveTo>
                      <a:pt x="441" y="0"/>
                    </a:moveTo>
                    <a:cubicBezTo>
                      <a:pt x="270" y="172"/>
                      <a:pt x="166" y="269"/>
                      <a:pt x="0" y="440"/>
                    </a:cubicBezTo>
                    <a:lnTo>
                      <a:pt x="0" y="4016"/>
                    </a:lnTo>
                    <a:cubicBezTo>
                      <a:pt x="0" y="4059"/>
                      <a:pt x="38" y="4094"/>
                      <a:pt x="82" y="4094"/>
                    </a:cubicBezTo>
                    <a:lnTo>
                      <a:pt x="8691" y="4094"/>
                    </a:lnTo>
                    <a:cubicBezTo>
                      <a:pt x="8735" y="4094"/>
                      <a:pt x="8768" y="4060"/>
                      <a:pt x="8768" y="4016"/>
                    </a:cubicBezTo>
                    <a:lnTo>
                      <a:pt x="8768" y="440"/>
                    </a:lnTo>
                    <a:cubicBezTo>
                      <a:pt x="8603" y="269"/>
                      <a:pt x="8501" y="172"/>
                      <a:pt x="83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33"/>
              <p:cNvSpPr/>
              <p:nvPr/>
            </p:nvSpPr>
            <p:spPr>
              <a:xfrm>
                <a:off x="-1912825" y="2390150"/>
                <a:ext cx="159175" cy="38500"/>
              </a:xfrm>
              <a:custGeom>
                <a:rect b="b" l="l" r="r" t="t"/>
                <a:pathLst>
                  <a:path extrusionOk="0" h="1540" w="6367">
                    <a:moveTo>
                      <a:pt x="426" y="1"/>
                    </a:moveTo>
                    <a:cubicBezTo>
                      <a:pt x="339" y="1"/>
                      <a:pt x="264" y="69"/>
                      <a:pt x="248" y="154"/>
                    </a:cubicBezTo>
                    <a:lnTo>
                      <a:pt x="1" y="1540"/>
                    </a:lnTo>
                    <a:lnTo>
                      <a:pt x="6366" y="1540"/>
                    </a:lnTo>
                    <a:lnTo>
                      <a:pt x="6117" y="154"/>
                    </a:lnTo>
                    <a:cubicBezTo>
                      <a:pt x="6102" y="69"/>
                      <a:pt x="6027" y="1"/>
                      <a:pt x="59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33"/>
              <p:cNvSpPr/>
              <p:nvPr/>
            </p:nvSpPr>
            <p:spPr>
              <a:xfrm>
                <a:off x="-1895300" y="2412725"/>
                <a:ext cx="12525" cy="12525"/>
              </a:xfrm>
              <a:custGeom>
                <a:rect b="b" l="l" r="r" t="t"/>
                <a:pathLst>
                  <a:path extrusionOk="0" h="501" w="501">
                    <a:moveTo>
                      <a:pt x="251" y="1"/>
                    </a:moveTo>
                    <a:cubicBezTo>
                      <a:pt x="113" y="1"/>
                      <a:pt x="0" y="112"/>
                      <a:pt x="0" y="251"/>
                    </a:cubicBezTo>
                    <a:cubicBezTo>
                      <a:pt x="0" y="389"/>
                      <a:pt x="113" y="500"/>
                      <a:pt x="251" y="500"/>
                    </a:cubicBezTo>
                    <a:cubicBezTo>
                      <a:pt x="388" y="500"/>
                      <a:pt x="501" y="389"/>
                      <a:pt x="501" y="251"/>
                    </a:cubicBezTo>
                    <a:cubicBezTo>
                      <a:pt x="501" y="112"/>
                      <a:pt x="388" y="1"/>
                      <a:pt x="2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33"/>
              <p:cNvSpPr/>
              <p:nvPr/>
            </p:nvSpPr>
            <p:spPr>
              <a:xfrm>
                <a:off x="-1783700" y="2412700"/>
                <a:ext cx="12550" cy="12550"/>
              </a:xfrm>
              <a:custGeom>
                <a:rect b="b" l="l" r="r" t="t"/>
                <a:pathLst>
                  <a:path extrusionOk="0" h="502" w="502">
                    <a:moveTo>
                      <a:pt x="252" y="1"/>
                    </a:moveTo>
                    <a:cubicBezTo>
                      <a:pt x="113" y="1"/>
                      <a:pt x="1" y="113"/>
                      <a:pt x="1" y="252"/>
                    </a:cubicBezTo>
                    <a:cubicBezTo>
                      <a:pt x="1" y="390"/>
                      <a:pt x="113" y="501"/>
                      <a:pt x="252" y="501"/>
                    </a:cubicBezTo>
                    <a:cubicBezTo>
                      <a:pt x="390" y="501"/>
                      <a:pt x="501" y="390"/>
                      <a:pt x="501" y="252"/>
                    </a:cubicBezTo>
                    <a:cubicBezTo>
                      <a:pt x="501" y="113"/>
                      <a:pt x="390" y="1"/>
                      <a:pt x="2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33"/>
              <p:cNvSpPr/>
              <p:nvPr/>
            </p:nvSpPr>
            <p:spPr>
              <a:xfrm>
                <a:off x="-1869375" y="2410075"/>
                <a:ext cx="9675" cy="9650"/>
              </a:xfrm>
              <a:custGeom>
                <a:rect b="b" l="l" r="r" t="t"/>
                <a:pathLst>
                  <a:path extrusionOk="0" h="386" w="387">
                    <a:moveTo>
                      <a:pt x="187" y="1"/>
                    </a:moveTo>
                    <a:cubicBezTo>
                      <a:pt x="84" y="1"/>
                      <a:pt x="1" y="84"/>
                      <a:pt x="1" y="187"/>
                    </a:cubicBezTo>
                    <a:lnTo>
                      <a:pt x="1" y="198"/>
                    </a:lnTo>
                    <a:cubicBezTo>
                      <a:pt x="1" y="301"/>
                      <a:pt x="84" y="386"/>
                      <a:pt x="187" y="386"/>
                    </a:cubicBezTo>
                    <a:lnTo>
                      <a:pt x="198" y="386"/>
                    </a:lnTo>
                    <a:cubicBezTo>
                      <a:pt x="303" y="386"/>
                      <a:pt x="387" y="301"/>
                      <a:pt x="386" y="198"/>
                    </a:cubicBezTo>
                    <a:lnTo>
                      <a:pt x="386" y="187"/>
                    </a:lnTo>
                    <a:cubicBezTo>
                      <a:pt x="386" y="84"/>
                      <a:pt x="301" y="1"/>
                      <a:pt x="1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33"/>
              <p:cNvSpPr/>
              <p:nvPr/>
            </p:nvSpPr>
            <p:spPr>
              <a:xfrm>
                <a:off x="-1806825" y="2410075"/>
                <a:ext cx="9625" cy="9650"/>
              </a:xfrm>
              <a:custGeom>
                <a:rect b="b" l="l" r="r" t="t"/>
                <a:pathLst>
                  <a:path extrusionOk="0" h="386" w="385">
                    <a:moveTo>
                      <a:pt x="187" y="1"/>
                    </a:moveTo>
                    <a:cubicBezTo>
                      <a:pt x="84" y="1"/>
                      <a:pt x="0" y="84"/>
                      <a:pt x="0" y="187"/>
                    </a:cubicBezTo>
                    <a:lnTo>
                      <a:pt x="0" y="198"/>
                    </a:lnTo>
                    <a:cubicBezTo>
                      <a:pt x="0" y="301"/>
                      <a:pt x="84" y="386"/>
                      <a:pt x="187" y="386"/>
                    </a:cubicBezTo>
                    <a:lnTo>
                      <a:pt x="197" y="386"/>
                    </a:lnTo>
                    <a:cubicBezTo>
                      <a:pt x="300" y="386"/>
                      <a:pt x="384" y="301"/>
                      <a:pt x="384" y="198"/>
                    </a:cubicBezTo>
                    <a:lnTo>
                      <a:pt x="384" y="187"/>
                    </a:lnTo>
                    <a:cubicBezTo>
                      <a:pt x="384" y="84"/>
                      <a:pt x="300" y="1"/>
                      <a:pt x="1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33"/>
              <p:cNvSpPr/>
              <p:nvPr/>
            </p:nvSpPr>
            <p:spPr>
              <a:xfrm>
                <a:off x="-1905100" y="2285700"/>
                <a:ext cx="144350" cy="22700"/>
              </a:xfrm>
              <a:custGeom>
                <a:rect b="b" l="l" r="r" t="t"/>
                <a:pathLst>
                  <a:path extrusionOk="0" h="908" w="5774">
                    <a:moveTo>
                      <a:pt x="337" y="0"/>
                    </a:moveTo>
                    <a:cubicBezTo>
                      <a:pt x="151" y="0"/>
                      <a:pt x="0" y="151"/>
                      <a:pt x="0" y="337"/>
                    </a:cubicBezTo>
                    <a:lnTo>
                      <a:pt x="0" y="570"/>
                    </a:lnTo>
                    <a:cubicBezTo>
                      <a:pt x="0" y="756"/>
                      <a:pt x="151" y="908"/>
                      <a:pt x="337" y="908"/>
                    </a:cubicBezTo>
                    <a:lnTo>
                      <a:pt x="5437" y="908"/>
                    </a:lnTo>
                    <a:cubicBezTo>
                      <a:pt x="5623" y="908"/>
                      <a:pt x="5773" y="756"/>
                      <a:pt x="5773" y="570"/>
                    </a:cubicBezTo>
                    <a:lnTo>
                      <a:pt x="5773" y="337"/>
                    </a:lnTo>
                    <a:cubicBezTo>
                      <a:pt x="5773" y="151"/>
                      <a:pt x="5623" y="0"/>
                      <a:pt x="54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33"/>
              <p:cNvSpPr/>
              <p:nvPr/>
            </p:nvSpPr>
            <p:spPr>
              <a:xfrm>
                <a:off x="-1941500" y="2361300"/>
                <a:ext cx="216450" cy="21300"/>
              </a:xfrm>
              <a:custGeom>
                <a:rect b="b" l="l" r="r" t="t"/>
                <a:pathLst>
                  <a:path extrusionOk="0" h="852" w="8658">
                    <a:moveTo>
                      <a:pt x="0" y="0"/>
                    </a:moveTo>
                    <a:lnTo>
                      <a:pt x="0" y="852"/>
                    </a:lnTo>
                    <a:lnTo>
                      <a:pt x="8658" y="852"/>
                    </a:lnTo>
                    <a:lnTo>
                      <a:pt x="86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33"/>
              <p:cNvSpPr/>
              <p:nvPr/>
            </p:nvSpPr>
            <p:spPr>
              <a:xfrm>
                <a:off x="-1941500" y="2353025"/>
                <a:ext cx="216450" cy="4825"/>
              </a:xfrm>
              <a:custGeom>
                <a:rect b="b" l="l" r="r" t="t"/>
                <a:pathLst>
                  <a:path extrusionOk="0" h="193" w="8658">
                    <a:moveTo>
                      <a:pt x="0" y="1"/>
                    </a:moveTo>
                    <a:lnTo>
                      <a:pt x="0" y="193"/>
                    </a:lnTo>
                    <a:lnTo>
                      <a:pt x="8658" y="193"/>
                    </a:lnTo>
                    <a:lnTo>
                      <a:pt x="8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33"/>
              <p:cNvSpPr/>
              <p:nvPr/>
            </p:nvSpPr>
            <p:spPr>
              <a:xfrm>
                <a:off x="-1941500" y="2345475"/>
                <a:ext cx="216450" cy="2775"/>
              </a:xfrm>
              <a:custGeom>
                <a:rect b="b" l="l" r="r" t="t"/>
                <a:pathLst>
                  <a:path extrusionOk="0" h="111" w="8658">
                    <a:moveTo>
                      <a:pt x="0" y="1"/>
                    </a:moveTo>
                    <a:lnTo>
                      <a:pt x="0" y="111"/>
                    </a:lnTo>
                    <a:lnTo>
                      <a:pt x="8658" y="111"/>
                    </a:lnTo>
                    <a:lnTo>
                      <a:pt x="8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33"/>
              <p:cNvSpPr/>
              <p:nvPr/>
            </p:nvSpPr>
            <p:spPr>
              <a:xfrm>
                <a:off x="-1900975" y="2292925"/>
                <a:ext cx="135425" cy="25"/>
              </a:xfrm>
              <a:custGeom>
                <a:rect b="b" l="l" r="r" t="t"/>
                <a:pathLst>
                  <a:path extrusionOk="0" fill="none" h="1" w="5417">
                    <a:moveTo>
                      <a:pt x="0" y="0"/>
                    </a:moveTo>
                    <a:lnTo>
                      <a:pt x="5416" y="0"/>
                    </a:lnTo>
                  </a:path>
                </a:pathLst>
              </a:custGeom>
              <a:solidFill>
                <a:schemeClr val="dk1"/>
              </a:solidFill>
              <a:ln cap="flat" cmpd="sng" w="1550">
                <a:solidFill>
                  <a:srgbClr val="3A3A3C"/>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33"/>
              <p:cNvSpPr/>
              <p:nvPr/>
            </p:nvSpPr>
            <p:spPr>
              <a:xfrm>
                <a:off x="-1900975" y="2301150"/>
                <a:ext cx="135425" cy="25"/>
              </a:xfrm>
              <a:custGeom>
                <a:rect b="b" l="l" r="r" t="t"/>
                <a:pathLst>
                  <a:path extrusionOk="0" fill="none" h="1" w="5417">
                    <a:moveTo>
                      <a:pt x="0" y="1"/>
                    </a:moveTo>
                    <a:lnTo>
                      <a:pt x="5416" y="1"/>
                    </a:lnTo>
                  </a:path>
                </a:pathLst>
              </a:custGeom>
              <a:solidFill>
                <a:schemeClr val="dk1"/>
              </a:solidFill>
              <a:ln cap="flat" cmpd="sng" w="1550">
                <a:solidFill>
                  <a:srgbClr val="3A3A3C"/>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33"/>
              <p:cNvSpPr/>
              <p:nvPr/>
            </p:nvSpPr>
            <p:spPr>
              <a:xfrm>
                <a:off x="-1910875" y="2314875"/>
                <a:ext cx="155275" cy="44025"/>
              </a:xfrm>
              <a:custGeom>
                <a:rect b="b" l="l" r="r" t="t"/>
                <a:pathLst>
                  <a:path extrusionOk="0" h="1761" w="6211">
                    <a:moveTo>
                      <a:pt x="880" y="1"/>
                    </a:moveTo>
                    <a:cubicBezTo>
                      <a:pt x="395" y="1"/>
                      <a:pt x="0" y="396"/>
                      <a:pt x="0" y="881"/>
                    </a:cubicBezTo>
                    <a:cubicBezTo>
                      <a:pt x="0" y="1366"/>
                      <a:pt x="395" y="1760"/>
                      <a:pt x="880" y="1760"/>
                    </a:cubicBezTo>
                    <a:lnTo>
                      <a:pt x="5330" y="1760"/>
                    </a:lnTo>
                    <a:cubicBezTo>
                      <a:pt x="5815" y="1760"/>
                      <a:pt x="6211" y="1366"/>
                      <a:pt x="6211" y="881"/>
                    </a:cubicBezTo>
                    <a:cubicBezTo>
                      <a:pt x="6211" y="396"/>
                      <a:pt x="5815" y="1"/>
                      <a:pt x="53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33"/>
              <p:cNvSpPr/>
              <p:nvPr/>
            </p:nvSpPr>
            <p:spPr>
              <a:xfrm>
                <a:off x="-1906425" y="2318263"/>
                <a:ext cx="148425" cy="37100"/>
              </a:xfrm>
              <a:custGeom>
                <a:rect b="b" l="l" r="r" t="t"/>
                <a:pathLst>
                  <a:path extrusionOk="0" h="1484" w="5937">
                    <a:moveTo>
                      <a:pt x="742" y="1"/>
                    </a:moveTo>
                    <a:cubicBezTo>
                      <a:pt x="333" y="1"/>
                      <a:pt x="1" y="332"/>
                      <a:pt x="1" y="743"/>
                    </a:cubicBezTo>
                    <a:cubicBezTo>
                      <a:pt x="1" y="1152"/>
                      <a:pt x="332" y="1484"/>
                      <a:pt x="742" y="1484"/>
                    </a:cubicBezTo>
                    <a:lnTo>
                      <a:pt x="5196" y="1484"/>
                    </a:lnTo>
                    <a:cubicBezTo>
                      <a:pt x="5605" y="1484"/>
                      <a:pt x="5937" y="1153"/>
                      <a:pt x="5937" y="743"/>
                    </a:cubicBezTo>
                    <a:cubicBezTo>
                      <a:pt x="5937" y="333"/>
                      <a:pt x="5606" y="1"/>
                      <a:pt x="5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33"/>
              <p:cNvSpPr/>
              <p:nvPr/>
            </p:nvSpPr>
            <p:spPr>
              <a:xfrm>
                <a:off x="-1801225" y="2313350"/>
                <a:ext cx="46925" cy="46925"/>
              </a:xfrm>
              <a:custGeom>
                <a:rect b="b" l="l" r="r" t="t"/>
                <a:pathLst>
                  <a:path extrusionOk="0" h="1877" w="1877">
                    <a:moveTo>
                      <a:pt x="938" y="1"/>
                    </a:moveTo>
                    <a:cubicBezTo>
                      <a:pt x="420" y="1"/>
                      <a:pt x="0" y="421"/>
                      <a:pt x="0" y="939"/>
                    </a:cubicBezTo>
                    <a:cubicBezTo>
                      <a:pt x="0" y="1457"/>
                      <a:pt x="420" y="1877"/>
                      <a:pt x="938" y="1877"/>
                    </a:cubicBezTo>
                    <a:cubicBezTo>
                      <a:pt x="1456" y="1877"/>
                      <a:pt x="1876" y="1457"/>
                      <a:pt x="1876" y="939"/>
                    </a:cubicBezTo>
                    <a:cubicBezTo>
                      <a:pt x="1876" y="421"/>
                      <a:pt x="1456" y="1"/>
                      <a:pt x="9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33"/>
              <p:cNvSpPr/>
              <p:nvPr/>
            </p:nvSpPr>
            <p:spPr>
              <a:xfrm>
                <a:off x="-1801175" y="2315500"/>
                <a:ext cx="46825" cy="42650"/>
              </a:xfrm>
              <a:custGeom>
                <a:rect b="b" l="l" r="r" t="t"/>
                <a:pathLst>
                  <a:path extrusionOk="0" h="1706" w="1873">
                    <a:moveTo>
                      <a:pt x="936" y="0"/>
                    </a:moveTo>
                    <a:cubicBezTo>
                      <a:pt x="718" y="0"/>
                      <a:pt x="500" y="83"/>
                      <a:pt x="333" y="250"/>
                    </a:cubicBezTo>
                    <a:cubicBezTo>
                      <a:pt x="0" y="583"/>
                      <a:pt x="0" y="1123"/>
                      <a:pt x="333" y="1456"/>
                    </a:cubicBezTo>
                    <a:cubicBezTo>
                      <a:pt x="500" y="1623"/>
                      <a:pt x="718" y="1706"/>
                      <a:pt x="936" y="1706"/>
                    </a:cubicBezTo>
                    <a:cubicBezTo>
                      <a:pt x="1154" y="1706"/>
                      <a:pt x="1372" y="1623"/>
                      <a:pt x="1539" y="1456"/>
                    </a:cubicBezTo>
                    <a:cubicBezTo>
                      <a:pt x="1872" y="1123"/>
                      <a:pt x="1872" y="583"/>
                      <a:pt x="1539" y="250"/>
                    </a:cubicBezTo>
                    <a:cubicBezTo>
                      <a:pt x="1372" y="83"/>
                      <a:pt x="1154" y="0"/>
                      <a:pt x="9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33"/>
              <p:cNvSpPr/>
              <p:nvPr/>
            </p:nvSpPr>
            <p:spPr>
              <a:xfrm>
                <a:off x="-1904800" y="2322800"/>
                <a:ext cx="30825" cy="28075"/>
              </a:xfrm>
              <a:custGeom>
                <a:rect b="b" l="l" r="r" t="t"/>
                <a:pathLst>
                  <a:path extrusionOk="0" h="1123" w="1233">
                    <a:moveTo>
                      <a:pt x="617" y="0"/>
                    </a:moveTo>
                    <a:cubicBezTo>
                      <a:pt x="473" y="0"/>
                      <a:pt x="329" y="55"/>
                      <a:pt x="219" y="164"/>
                    </a:cubicBezTo>
                    <a:cubicBezTo>
                      <a:pt x="1" y="383"/>
                      <a:pt x="1" y="739"/>
                      <a:pt x="219" y="958"/>
                    </a:cubicBezTo>
                    <a:cubicBezTo>
                      <a:pt x="329" y="1067"/>
                      <a:pt x="473" y="1122"/>
                      <a:pt x="617" y="1122"/>
                    </a:cubicBezTo>
                    <a:cubicBezTo>
                      <a:pt x="760" y="1122"/>
                      <a:pt x="904" y="1067"/>
                      <a:pt x="1013" y="958"/>
                    </a:cubicBezTo>
                    <a:cubicBezTo>
                      <a:pt x="1233" y="739"/>
                      <a:pt x="1233" y="383"/>
                      <a:pt x="1013" y="164"/>
                    </a:cubicBezTo>
                    <a:cubicBezTo>
                      <a:pt x="904" y="55"/>
                      <a:pt x="760" y="0"/>
                      <a:pt x="6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33"/>
              <p:cNvSpPr/>
              <p:nvPr/>
            </p:nvSpPr>
            <p:spPr>
              <a:xfrm>
                <a:off x="-1793500" y="2322875"/>
                <a:ext cx="31325" cy="28100"/>
              </a:xfrm>
              <a:custGeom>
                <a:rect b="b" l="l" r="r" t="t"/>
                <a:pathLst>
                  <a:path extrusionOk="0" h="1124" w="1253">
                    <a:moveTo>
                      <a:pt x="627" y="1"/>
                    </a:moveTo>
                    <a:cubicBezTo>
                      <a:pt x="471" y="1"/>
                      <a:pt x="316" y="65"/>
                      <a:pt x="205" y="191"/>
                    </a:cubicBezTo>
                    <a:cubicBezTo>
                      <a:pt x="1" y="425"/>
                      <a:pt x="23" y="779"/>
                      <a:pt x="257" y="984"/>
                    </a:cubicBezTo>
                    <a:cubicBezTo>
                      <a:pt x="363" y="1077"/>
                      <a:pt x="495" y="1123"/>
                      <a:pt x="626" y="1123"/>
                    </a:cubicBezTo>
                    <a:cubicBezTo>
                      <a:pt x="782" y="1123"/>
                      <a:pt x="937" y="1058"/>
                      <a:pt x="1048" y="932"/>
                    </a:cubicBezTo>
                    <a:cubicBezTo>
                      <a:pt x="1252" y="699"/>
                      <a:pt x="1230" y="345"/>
                      <a:pt x="997" y="140"/>
                    </a:cubicBezTo>
                    <a:cubicBezTo>
                      <a:pt x="890" y="46"/>
                      <a:pt x="759" y="1"/>
                      <a:pt x="6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33"/>
              <p:cNvSpPr/>
              <p:nvPr/>
            </p:nvSpPr>
            <p:spPr>
              <a:xfrm>
                <a:off x="-1912187" y="2313350"/>
                <a:ext cx="46925" cy="46925"/>
              </a:xfrm>
              <a:custGeom>
                <a:rect b="b" l="l" r="r" t="t"/>
                <a:pathLst>
                  <a:path extrusionOk="0" h="1877" w="1877">
                    <a:moveTo>
                      <a:pt x="938" y="1"/>
                    </a:moveTo>
                    <a:cubicBezTo>
                      <a:pt x="420" y="1"/>
                      <a:pt x="0" y="421"/>
                      <a:pt x="0" y="939"/>
                    </a:cubicBezTo>
                    <a:cubicBezTo>
                      <a:pt x="0" y="1457"/>
                      <a:pt x="420" y="1877"/>
                      <a:pt x="938" y="1877"/>
                    </a:cubicBezTo>
                    <a:cubicBezTo>
                      <a:pt x="1456" y="1877"/>
                      <a:pt x="1876" y="1457"/>
                      <a:pt x="1876" y="939"/>
                    </a:cubicBezTo>
                    <a:cubicBezTo>
                      <a:pt x="1876" y="421"/>
                      <a:pt x="1456" y="1"/>
                      <a:pt x="9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33"/>
              <p:cNvSpPr/>
              <p:nvPr/>
            </p:nvSpPr>
            <p:spPr>
              <a:xfrm>
                <a:off x="-1912800" y="2315500"/>
                <a:ext cx="46825" cy="42650"/>
              </a:xfrm>
              <a:custGeom>
                <a:rect b="b" l="l" r="r" t="t"/>
                <a:pathLst>
                  <a:path extrusionOk="0" h="1706" w="1873">
                    <a:moveTo>
                      <a:pt x="937" y="1"/>
                    </a:moveTo>
                    <a:cubicBezTo>
                      <a:pt x="718" y="1"/>
                      <a:pt x="500" y="84"/>
                      <a:pt x="334" y="250"/>
                    </a:cubicBezTo>
                    <a:cubicBezTo>
                      <a:pt x="1" y="583"/>
                      <a:pt x="1" y="1123"/>
                      <a:pt x="334" y="1456"/>
                    </a:cubicBezTo>
                    <a:cubicBezTo>
                      <a:pt x="500" y="1623"/>
                      <a:pt x="718" y="1706"/>
                      <a:pt x="937" y="1706"/>
                    </a:cubicBezTo>
                    <a:cubicBezTo>
                      <a:pt x="1155" y="1706"/>
                      <a:pt x="1373" y="1623"/>
                      <a:pt x="1539" y="1456"/>
                    </a:cubicBezTo>
                    <a:cubicBezTo>
                      <a:pt x="1873" y="1123"/>
                      <a:pt x="1873" y="583"/>
                      <a:pt x="1539" y="250"/>
                    </a:cubicBezTo>
                    <a:cubicBezTo>
                      <a:pt x="1373" y="84"/>
                      <a:pt x="1155" y="1"/>
                      <a:pt x="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33"/>
              <p:cNvSpPr/>
              <p:nvPr/>
            </p:nvSpPr>
            <p:spPr>
              <a:xfrm>
                <a:off x="-1899975" y="2326200"/>
                <a:ext cx="21225" cy="21225"/>
              </a:xfrm>
              <a:custGeom>
                <a:rect b="b" l="l" r="r" t="t"/>
                <a:pathLst>
                  <a:path extrusionOk="0" h="849" w="849">
                    <a:moveTo>
                      <a:pt x="425" y="1"/>
                    </a:moveTo>
                    <a:cubicBezTo>
                      <a:pt x="191" y="1"/>
                      <a:pt x="1" y="191"/>
                      <a:pt x="1" y="425"/>
                    </a:cubicBezTo>
                    <a:cubicBezTo>
                      <a:pt x="1" y="659"/>
                      <a:pt x="191" y="849"/>
                      <a:pt x="425" y="849"/>
                    </a:cubicBezTo>
                    <a:cubicBezTo>
                      <a:pt x="659" y="849"/>
                      <a:pt x="849" y="659"/>
                      <a:pt x="849" y="425"/>
                    </a:cubicBezTo>
                    <a:cubicBezTo>
                      <a:pt x="849" y="191"/>
                      <a:pt x="659" y="1"/>
                      <a:pt x="4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4" name="Google Shape;2614;p33"/>
          <p:cNvGrpSpPr/>
          <p:nvPr/>
        </p:nvGrpSpPr>
        <p:grpSpPr>
          <a:xfrm>
            <a:off x="8761391" y="64895"/>
            <a:ext cx="311019" cy="311110"/>
            <a:chOff x="5038846" y="235350"/>
            <a:chExt cx="158691" cy="158738"/>
          </a:xfrm>
        </p:grpSpPr>
        <p:sp>
          <p:nvSpPr>
            <p:cNvPr id="2615" name="Google Shape;2615;p33"/>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33"/>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7" name="Google Shape;2617;p33"/>
          <p:cNvGrpSpPr/>
          <p:nvPr/>
        </p:nvGrpSpPr>
        <p:grpSpPr>
          <a:xfrm>
            <a:off x="236541" y="3489520"/>
            <a:ext cx="311019" cy="311110"/>
            <a:chOff x="5038846" y="235350"/>
            <a:chExt cx="158691" cy="158738"/>
          </a:xfrm>
        </p:grpSpPr>
        <p:sp>
          <p:nvSpPr>
            <p:cNvPr id="2618" name="Google Shape;2618;p33"/>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33"/>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2620" name="Shape 2620"/>
        <p:cNvGrpSpPr/>
        <p:nvPr/>
      </p:nvGrpSpPr>
      <p:grpSpPr>
        <a:xfrm>
          <a:off x="0" y="0"/>
          <a:ext cx="0" cy="0"/>
          <a:chOff x="0" y="0"/>
          <a:chExt cx="0" cy="0"/>
        </a:xfrm>
      </p:grpSpPr>
      <p:grpSp>
        <p:nvGrpSpPr>
          <p:cNvPr id="2621" name="Google Shape;2621;p34"/>
          <p:cNvGrpSpPr/>
          <p:nvPr/>
        </p:nvGrpSpPr>
        <p:grpSpPr>
          <a:xfrm rot="466311">
            <a:off x="230813" y="3302416"/>
            <a:ext cx="337184" cy="1085941"/>
            <a:chOff x="-507662" y="283925"/>
            <a:chExt cx="249300" cy="802900"/>
          </a:xfrm>
        </p:grpSpPr>
        <p:sp>
          <p:nvSpPr>
            <p:cNvPr id="2622" name="Google Shape;2622;p34"/>
            <p:cNvSpPr/>
            <p:nvPr/>
          </p:nvSpPr>
          <p:spPr>
            <a:xfrm>
              <a:off x="-507662" y="283925"/>
              <a:ext cx="249300" cy="802900"/>
            </a:xfrm>
            <a:custGeom>
              <a:rect b="b" l="l" r="r" t="t"/>
              <a:pathLst>
                <a:path extrusionOk="0" h="32116" w="9972">
                  <a:moveTo>
                    <a:pt x="4820" y="1"/>
                  </a:moveTo>
                  <a:cubicBezTo>
                    <a:pt x="1333" y="1"/>
                    <a:pt x="220" y="2879"/>
                    <a:pt x="127" y="5466"/>
                  </a:cubicBezTo>
                  <a:cubicBezTo>
                    <a:pt x="45" y="5448"/>
                    <a:pt x="1" y="5439"/>
                    <a:pt x="1" y="5439"/>
                  </a:cubicBezTo>
                  <a:lnTo>
                    <a:pt x="0" y="6146"/>
                  </a:lnTo>
                  <a:cubicBezTo>
                    <a:pt x="0" y="6146"/>
                    <a:pt x="45" y="6157"/>
                    <a:pt x="135" y="6178"/>
                  </a:cubicBezTo>
                  <a:cubicBezTo>
                    <a:pt x="212" y="7236"/>
                    <a:pt x="628" y="8201"/>
                    <a:pt x="1276" y="8965"/>
                  </a:cubicBezTo>
                  <a:cubicBezTo>
                    <a:pt x="1273" y="8964"/>
                    <a:pt x="1272" y="8964"/>
                    <a:pt x="1272" y="8964"/>
                  </a:cubicBezTo>
                  <a:lnTo>
                    <a:pt x="1272" y="8964"/>
                  </a:lnTo>
                  <a:lnTo>
                    <a:pt x="1972" y="9757"/>
                  </a:lnTo>
                  <a:cubicBezTo>
                    <a:pt x="1985" y="9759"/>
                    <a:pt x="1998" y="9763"/>
                    <a:pt x="2013" y="9765"/>
                  </a:cubicBezTo>
                  <a:lnTo>
                    <a:pt x="1987" y="9765"/>
                  </a:lnTo>
                  <a:lnTo>
                    <a:pt x="2989" y="31481"/>
                  </a:lnTo>
                  <a:cubicBezTo>
                    <a:pt x="2989" y="31481"/>
                    <a:pt x="3673" y="32115"/>
                    <a:pt x="5032" y="32116"/>
                  </a:cubicBezTo>
                  <a:cubicBezTo>
                    <a:pt x="5034" y="32116"/>
                    <a:pt x="5035" y="32116"/>
                    <a:pt x="5036" y="32116"/>
                  </a:cubicBezTo>
                  <a:cubicBezTo>
                    <a:pt x="6471" y="32116"/>
                    <a:pt x="7092" y="31486"/>
                    <a:pt x="7092" y="31486"/>
                  </a:cubicBezTo>
                  <a:lnTo>
                    <a:pt x="8145" y="9772"/>
                  </a:lnTo>
                  <a:lnTo>
                    <a:pt x="8084" y="9772"/>
                  </a:lnTo>
                  <a:cubicBezTo>
                    <a:pt x="8114" y="9762"/>
                    <a:pt x="8129" y="9755"/>
                    <a:pt x="8129" y="9755"/>
                  </a:cubicBezTo>
                  <a:lnTo>
                    <a:pt x="8643" y="9035"/>
                  </a:lnTo>
                  <a:cubicBezTo>
                    <a:pt x="9322" y="8263"/>
                    <a:pt x="9763" y="7276"/>
                    <a:pt x="9844" y="6187"/>
                  </a:cubicBezTo>
                  <a:cubicBezTo>
                    <a:pt x="9928" y="6168"/>
                    <a:pt x="9971" y="6157"/>
                    <a:pt x="9971" y="6157"/>
                  </a:cubicBezTo>
                  <a:lnTo>
                    <a:pt x="9972" y="5450"/>
                  </a:lnTo>
                  <a:lnTo>
                    <a:pt x="9972" y="5450"/>
                  </a:lnTo>
                  <a:cubicBezTo>
                    <a:pt x="9972" y="5450"/>
                    <a:pt x="9930" y="5461"/>
                    <a:pt x="9851" y="5480"/>
                  </a:cubicBezTo>
                  <a:cubicBezTo>
                    <a:pt x="9738" y="2878"/>
                    <a:pt x="8299" y="43"/>
                    <a:pt x="4902" y="1"/>
                  </a:cubicBezTo>
                  <a:cubicBezTo>
                    <a:pt x="4875" y="1"/>
                    <a:pt x="4848" y="1"/>
                    <a:pt x="482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3" name="Google Shape;2623;p34"/>
            <p:cNvGrpSpPr/>
            <p:nvPr/>
          </p:nvGrpSpPr>
          <p:grpSpPr>
            <a:xfrm>
              <a:off x="-507662" y="283950"/>
              <a:ext cx="249300" cy="802850"/>
              <a:chOff x="-4628300" y="394775"/>
              <a:chExt cx="249300" cy="802850"/>
            </a:xfrm>
          </p:grpSpPr>
          <p:sp>
            <p:nvSpPr>
              <p:cNvPr id="2624" name="Google Shape;2624;p34"/>
              <p:cNvSpPr/>
              <p:nvPr/>
            </p:nvSpPr>
            <p:spPr>
              <a:xfrm>
                <a:off x="-4625325" y="394775"/>
                <a:ext cx="243575" cy="267125"/>
              </a:xfrm>
              <a:custGeom>
                <a:rect b="b" l="l" r="r" t="t"/>
                <a:pathLst>
                  <a:path extrusionOk="0" h="10685" w="9743">
                    <a:moveTo>
                      <a:pt x="4703" y="1"/>
                    </a:moveTo>
                    <a:cubicBezTo>
                      <a:pt x="1059" y="1"/>
                      <a:pt x="5" y="3143"/>
                      <a:pt x="2" y="5811"/>
                    </a:cubicBezTo>
                    <a:cubicBezTo>
                      <a:pt x="0" y="8499"/>
                      <a:pt x="2178" y="10682"/>
                      <a:pt x="4866" y="10685"/>
                    </a:cubicBezTo>
                    <a:cubicBezTo>
                      <a:pt x="4868" y="10685"/>
                      <a:pt x="4870" y="10685"/>
                      <a:pt x="4872" y="10685"/>
                    </a:cubicBezTo>
                    <a:cubicBezTo>
                      <a:pt x="7557" y="10685"/>
                      <a:pt x="9737" y="8508"/>
                      <a:pt x="9739" y="5822"/>
                    </a:cubicBezTo>
                    <a:cubicBezTo>
                      <a:pt x="9742" y="3133"/>
                      <a:pt x="8329" y="45"/>
                      <a:pt x="4783" y="1"/>
                    </a:cubicBezTo>
                    <a:cubicBezTo>
                      <a:pt x="4757" y="1"/>
                      <a:pt x="4730" y="1"/>
                      <a:pt x="4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34"/>
              <p:cNvSpPr/>
              <p:nvPr/>
            </p:nvSpPr>
            <p:spPr>
              <a:xfrm>
                <a:off x="-4578650" y="638800"/>
                <a:ext cx="153925" cy="558825"/>
              </a:xfrm>
              <a:custGeom>
                <a:rect b="b" l="l" r="r" t="t"/>
                <a:pathLst>
                  <a:path extrusionOk="0" h="22353" w="6157">
                    <a:moveTo>
                      <a:pt x="0" y="1"/>
                    </a:moveTo>
                    <a:lnTo>
                      <a:pt x="1002" y="21718"/>
                    </a:lnTo>
                    <a:cubicBezTo>
                      <a:pt x="1002" y="21718"/>
                      <a:pt x="1685" y="22352"/>
                      <a:pt x="3045" y="22353"/>
                    </a:cubicBezTo>
                    <a:cubicBezTo>
                      <a:pt x="3049" y="22353"/>
                      <a:pt x="3052" y="22353"/>
                      <a:pt x="3056" y="22353"/>
                    </a:cubicBezTo>
                    <a:cubicBezTo>
                      <a:pt x="4485" y="22353"/>
                      <a:pt x="5105" y="21723"/>
                      <a:pt x="5105" y="21723"/>
                    </a:cubicBezTo>
                    <a:lnTo>
                      <a:pt x="6157" y="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34"/>
              <p:cNvSpPr/>
              <p:nvPr/>
            </p:nvSpPr>
            <p:spPr>
              <a:xfrm>
                <a:off x="-4596525" y="618825"/>
                <a:ext cx="184925" cy="29825"/>
              </a:xfrm>
              <a:custGeom>
                <a:rect b="b" l="l" r="r" t="t"/>
                <a:pathLst>
                  <a:path extrusionOk="0" h="1193" w="7397">
                    <a:moveTo>
                      <a:pt x="1" y="0"/>
                    </a:moveTo>
                    <a:lnTo>
                      <a:pt x="701" y="793"/>
                    </a:lnTo>
                    <a:cubicBezTo>
                      <a:pt x="1992" y="1092"/>
                      <a:pt x="3106" y="1192"/>
                      <a:pt x="4019" y="1192"/>
                    </a:cubicBezTo>
                    <a:cubicBezTo>
                      <a:pt x="5843" y="1192"/>
                      <a:pt x="6857" y="793"/>
                      <a:pt x="6857" y="793"/>
                    </a:cubicBezTo>
                    <a:lnTo>
                      <a:pt x="7396" y="38"/>
                    </a:lnTo>
                    <a:lnTo>
                      <a:pt x="7396" y="38"/>
                    </a:lnTo>
                    <a:cubicBezTo>
                      <a:pt x="5867" y="370"/>
                      <a:pt x="4550" y="482"/>
                      <a:pt x="3469" y="482"/>
                    </a:cubicBezTo>
                    <a:cubicBezTo>
                      <a:pt x="1227" y="482"/>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34"/>
              <p:cNvSpPr/>
              <p:nvPr/>
            </p:nvSpPr>
            <p:spPr>
              <a:xfrm>
                <a:off x="-4628300" y="530675"/>
                <a:ext cx="249300" cy="29925"/>
              </a:xfrm>
              <a:custGeom>
                <a:rect b="b" l="l" r="r" t="t"/>
                <a:pathLst>
                  <a:path extrusionOk="0" h="1197" w="9972">
                    <a:moveTo>
                      <a:pt x="1" y="1"/>
                    </a:moveTo>
                    <a:lnTo>
                      <a:pt x="0" y="708"/>
                    </a:lnTo>
                    <a:cubicBezTo>
                      <a:pt x="0" y="708"/>
                      <a:pt x="1837" y="1193"/>
                      <a:pt x="4994" y="1197"/>
                    </a:cubicBezTo>
                    <a:cubicBezTo>
                      <a:pt x="5001" y="1197"/>
                      <a:pt x="5007" y="1197"/>
                      <a:pt x="5014" y="1197"/>
                    </a:cubicBezTo>
                    <a:cubicBezTo>
                      <a:pt x="8066" y="1197"/>
                      <a:pt x="9971" y="719"/>
                      <a:pt x="9971" y="719"/>
                    </a:cubicBezTo>
                    <a:lnTo>
                      <a:pt x="9972" y="12"/>
                    </a:lnTo>
                    <a:lnTo>
                      <a:pt x="9972" y="12"/>
                    </a:lnTo>
                    <a:cubicBezTo>
                      <a:pt x="9971" y="12"/>
                      <a:pt x="8240" y="490"/>
                      <a:pt x="5054" y="490"/>
                    </a:cubicBezTo>
                    <a:cubicBezTo>
                      <a:pt x="5040" y="490"/>
                      <a:pt x="5027" y="490"/>
                      <a:pt x="5013" y="490"/>
                    </a:cubicBezTo>
                    <a:cubicBezTo>
                      <a:pt x="2056" y="48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34"/>
              <p:cNvSpPr/>
              <p:nvPr/>
            </p:nvSpPr>
            <p:spPr>
              <a:xfrm>
                <a:off x="-4517700" y="824050"/>
                <a:ext cx="33375" cy="120300"/>
              </a:xfrm>
              <a:custGeom>
                <a:rect b="b" l="l" r="r" t="t"/>
                <a:pathLst>
                  <a:path extrusionOk="0" h="4812" w="1335">
                    <a:moveTo>
                      <a:pt x="630" y="0"/>
                    </a:moveTo>
                    <a:cubicBezTo>
                      <a:pt x="283" y="0"/>
                      <a:pt x="1" y="285"/>
                      <a:pt x="8" y="632"/>
                    </a:cubicBezTo>
                    <a:lnTo>
                      <a:pt x="76" y="4201"/>
                    </a:lnTo>
                    <a:cubicBezTo>
                      <a:pt x="82" y="4515"/>
                      <a:pt x="321" y="4776"/>
                      <a:pt x="633" y="4808"/>
                    </a:cubicBezTo>
                    <a:cubicBezTo>
                      <a:pt x="655" y="4810"/>
                      <a:pt x="677" y="4811"/>
                      <a:pt x="699" y="4811"/>
                    </a:cubicBezTo>
                    <a:cubicBezTo>
                      <a:pt x="1037" y="4811"/>
                      <a:pt x="1319" y="4538"/>
                      <a:pt x="1319" y="4193"/>
                    </a:cubicBezTo>
                    <a:lnTo>
                      <a:pt x="1334" y="627"/>
                    </a:lnTo>
                    <a:cubicBezTo>
                      <a:pt x="1335" y="292"/>
                      <a:pt x="1069" y="15"/>
                      <a:pt x="733" y="4"/>
                    </a:cubicBezTo>
                    <a:lnTo>
                      <a:pt x="651" y="1"/>
                    </a:lnTo>
                    <a:cubicBezTo>
                      <a:pt x="644" y="0"/>
                      <a:pt x="637"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34"/>
              <p:cNvSpPr/>
              <p:nvPr/>
            </p:nvSpPr>
            <p:spPr>
              <a:xfrm>
                <a:off x="-4512225" y="910675"/>
                <a:ext cx="23325" cy="18250"/>
              </a:xfrm>
              <a:custGeom>
                <a:rect b="b" l="l" r="r" t="t"/>
                <a:pathLst>
                  <a:path extrusionOk="0" h="730" w="933">
                    <a:moveTo>
                      <a:pt x="0" y="0"/>
                    </a:moveTo>
                    <a:lnTo>
                      <a:pt x="28" y="693"/>
                    </a:lnTo>
                    <a:lnTo>
                      <a:pt x="922" y="730"/>
                    </a:lnTo>
                    <a:lnTo>
                      <a:pt x="932"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30" name="Google Shape;2630;p34"/>
          <p:cNvGrpSpPr/>
          <p:nvPr/>
        </p:nvGrpSpPr>
        <p:grpSpPr>
          <a:xfrm rot="-626127">
            <a:off x="8261696" y="267916"/>
            <a:ext cx="597565" cy="732253"/>
            <a:chOff x="-476487" y="1228650"/>
            <a:chExt cx="263475" cy="322875"/>
          </a:xfrm>
        </p:grpSpPr>
        <p:sp>
          <p:nvSpPr>
            <p:cNvPr id="2631" name="Google Shape;2631;p34"/>
            <p:cNvSpPr/>
            <p:nvPr/>
          </p:nvSpPr>
          <p:spPr>
            <a:xfrm>
              <a:off x="-476487" y="1228650"/>
              <a:ext cx="263475" cy="322875"/>
            </a:xfrm>
            <a:custGeom>
              <a:rect b="b" l="l" r="r" t="t"/>
              <a:pathLst>
                <a:path extrusionOk="0" h="12915" w="10539">
                  <a:moveTo>
                    <a:pt x="1124" y="0"/>
                  </a:moveTo>
                  <a:lnTo>
                    <a:pt x="1" y="12848"/>
                  </a:lnTo>
                  <a:lnTo>
                    <a:pt x="8339" y="12900"/>
                  </a:lnTo>
                  <a:lnTo>
                    <a:pt x="10538" y="12915"/>
                  </a:lnTo>
                  <a:lnTo>
                    <a:pt x="10124" y="222"/>
                  </a:lnTo>
                  <a:lnTo>
                    <a:pt x="8471" y="182"/>
                  </a:lnTo>
                  <a:lnTo>
                    <a:pt x="1124"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2" name="Google Shape;2632;p34"/>
            <p:cNvGrpSpPr/>
            <p:nvPr/>
          </p:nvGrpSpPr>
          <p:grpSpPr>
            <a:xfrm>
              <a:off x="-476487" y="1228650"/>
              <a:ext cx="263475" cy="322875"/>
              <a:chOff x="-4190125" y="677000"/>
              <a:chExt cx="263475" cy="322875"/>
            </a:xfrm>
          </p:grpSpPr>
          <p:sp>
            <p:nvSpPr>
              <p:cNvPr id="2633" name="Google Shape;2633;p34"/>
              <p:cNvSpPr/>
              <p:nvPr/>
            </p:nvSpPr>
            <p:spPr>
              <a:xfrm>
                <a:off x="-4190125" y="677000"/>
                <a:ext cx="263475" cy="322875"/>
              </a:xfrm>
              <a:custGeom>
                <a:rect b="b" l="l" r="r" t="t"/>
                <a:pathLst>
                  <a:path extrusionOk="0" h="12915" w="10539">
                    <a:moveTo>
                      <a:pt x="1124" y="0"/>
                    </a:moveTo>
                    <a:lnTo>
                      <a:pt x="1" y="12848"/>
                    </a:lnTo>
                    <a:lnTo>
                      <a:pt x="8339" y="12900"/>
                    </a:lnTo>
                    <a:lnTo>
                      <a:pt x="10538" y="12915"/>
                    </a:lnTo>
                    <a:lnTo>
                      <a:pt x="10124" y="222"/>
                    </a:lnTo>
                    <a:lnTo>
                      <a:pt x="8471" y="183"/>
                    </a:lnTo>
                    <a:lnTo>
                      <a:pt x="11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34"/>
              <p:cNvSpPr/>
              <p:nvPr/>
            </p:nvSpPr>
            <p:spPr>
              <a:xfrm>
                <a:off x="-3981650" y="681550"/>
                <a:ext cx="55000" cy="318325"/>
              </a:xfrm>
              <a:custGeom>
                <a:rect b="b" l="l" r="r" t="t"/>
                <a:pathLst>
                  <a:path extrusionOk="0" h="12733" w="2200">
                    <a:moveTo>
                      <a:pt x="132" y="1"/>
                    </a:moveTo>
                    <a:lnTo>
                      <a:pt x="0" y="12718"/>
                    </a:lnTo>
                    <a:lnTo>
                      <a:pt x="2199" y="12733"/>
                    </a:lnTo>
                    <a:lnTo>
                      <a:pt x="1785" y="40"/>
                    </a:lnTo>
                    <a:lnTo>
                      <a:pt x="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34"/>
              <p:cNvSpPr/>
              <p:nvPr/>
            </p:nvSpPr>
            <p:spPr>
              <a:xfrm>
                <a:off x="-4130225" y="705650"/>
                <a:ext cx="97075" cy="90600"/>
              </a:xfrm>
              <a:custGeom>
                <a:rect b="b" l="l" r="r" t="t"/>
                <a:pathLst>
                  <a:path extrusionOk="0" h="3624" w="3883">
                    <a:moveTo>
                      <a:pt x="1944" y="1"/>
                    </a:moveTo>
                    <a:cubicBezTo>
                      <a:pt x="1853" y="1"/>
                      <a:pt x="1761" y="7"/>
                      <a:pt x="1669" y="21"/>
                    </a:cubicBezTo>
                    <a:cubicBezTo>
                      <a:pt x="679" y="172"/>
                      <a:pt x="0" y="1096"/>
                      <a:pt x="151" y="2084"/>
                    </a:cubicBezTo>
                    <a:cubicBezTo>
                      <a:pt x="287" y="2982"/>
                      <a:pt x="1060" y="3623"/>
                      <a:pt x="1940" y="3623"/>
                    </a:cubicBezTo>
                    <a:cubicBezTo>
                      <a:pt x="2030" y="3623"/>
                      <a:pt x="2122" y="3617"/>
                      <a:pt x="2215" y="3603"/>
                    </a:cubicBezTo>
                    <a:cubicBezTo>
                      <a:pt x="3203" y="3452"/>
                      <a:pt x="3882" y="2527"/>
                      <a:pt x="3732" y="1539"/>
                    </a:cubicBezTo>
                    <a:cubicBezTo>
                      <a:pt x="3595" y="642"/>
                      <a:pt x="2823" y="1"/>
                      <a:pt x="1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34"/>
              <p:cNvSpPr/>
              <p:nvPr/>
            </p:nvSpPr>
            <p:spPr>
              <a:xfrm>
                <a:off x="-4100850" y="732800"/>
                <a:ext cx="38350" cy="36275"/>
              </a:xfrm>
              <a:custGeom>
                <a:rect b="b" l="l" r="r" t="t"/>
                <a:pathLst>
                  <a:path extrusionOk="0" h="1451" w="1534">
                    <a:moveTo>
                      <a:pt x="765" y="1"/>
                    </a:moveTo>
                    <a:cubicBezTo>
                      <a:pt x="402" y="1"/>
                      <a:pt x="90" y="272"/>
                      <a:pt x="47" y="641"/>
                    </a:cubicBezTo>
                    <a:cubicBezTo>
                      <a:pt x="1" y="1039"/>
                      <a:pt x="285" y="1399"/>
                      <a:pt x="683" y="1445"/>
                    </a:cubicBezTo>
                    <a:cubicBezTo>
                      <a:pt x="711" y="1449"/>
                      <a:pt x="740" y="1450"/>
                      <a:pt x="768" y="1450"/>
                    </a:cubicBezTo>
                    <a:cubicBezTo>
                      <a:pt x="1130" y="1450"/>
                      <a:pt x="1443" y="1178"/>
                      <a:pt x="1487" y="810"/>
                    </a:cubicBezTo>
                    <a:cubicBezTo>
                      <a:pt x="1533" y="412"/>
                      <a:pt x="1247" y="52"/>
                      <a:pt x="850" y="6"/>
                    </a:cubicBezTo>
                    <a:cubicBezTo>
                      <a:pt x="821" y="2"/>
                      <a:pt x="793"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34"/>
              <p:cNvSpPr/>
              <p:nvPr/>
            </p:nvSpPr>
            <p:spPr>
              <a:xfrm>
                <a:off x="-4155525" y="827725"/>
                <a:ext cx="133525" cy="126375"/>
              </a:xfrm>
              <a:custGeom>
                <a:rect b="b" l="l" r="r" t="t"/>
                <a:pathLst>
                  <a:path extrusionOk="0" h="5055" w="5341">
                    <a:moveTo>
                      <a:pt x="2668" y="1"/>
                    </a:moveTo>
                    <a:cubicBezTo>
                      <a:pt x="1402" y="1"/>
                      <a:pt x="309" y="950"/>
                      <a:pt x="161" y="2237"/>
                    </a:cubicBezTo>
                    <a:cubicBezTo>
                      <a:pt x="1" y="3623"/>
                      <a:pt x="993" y="4875"/>
                      <a:pt x="2379" y="5037"/>
                    </a:cubicBezTo>
                    <a:cubicBezTo>
                      <a:pt x="2478" y="5049"/>
                      <a:pt x="2575" y="5054"/>
                      <a:pt x="2672" y="5054"/>
                    </a:cubicBezTo>
                    <a:cubicBezTo>
                      <a:pt x="3937" y="5054"/>
                      <a:pt x="5030" y="4105"/>
                      <a:pt x="5179" y="2819"/>
                    </a:cubicBezTo>
                    <a:cubicBezTo>
                      <a:pt x="5340" y="1433"/>
                      <a:pt x="4346" y="179"/>
                      <a:pt x="2960" y="18"/>
                    </a:cubicBezTo>
                    <a:cubicBezTo>
                      <a:pt x="2862" y="6"/>
                      <a:pt x="2764" y="1"/>
                      <a:pt x="2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34"/>
              <p:cNvSpPr/>
              <p:nvPr/>
            </p:nvSpPr>
            <p:spPr>
              <a:xfrm>
                <a:off x="-4116600" y="864625"/>
                <a:ext cx="55600" cy="52625"/>
              </a:xfrm>
              <a:custGeom>
                <a:rect b="b" l="l" r="r" t="t"/>
                <a:pathLst>
                  <a:path extrusionOk="0" h="2105" w="2224">
                    <a:moveTo>
                      <a:pt x="1111" y="0"/>
                    </a:moveTo>
                    <a:cubicBezTo>
                      <a:pt x="584" y="0"/>
                      <a:pt x="130" y="394"/>
                      <a:pt x="68" y="931"/>
                    </a:cubicBezTo>
                    <a:cubicBezTo>
                      <a:pt x="1" y="1508"/>
                      <a:pt x="415" y="2030"/>
                      <a:pt x="991" y="2097"/>
                    </a:cubicBezTo>
                    <a:cubicBezTo>
                      <a:pt x="1032" y="2102"/>
                      <a:pt x="1073" y="2104"/>
                      <a:pt x="1113" y="2104"/>
                    </a:cubicBezTo>
                    <a:cubicBezTo>
                      <a:pt x="1640" y="2104"/>
                      <a:pt x="2095" y="1709"/>
                      <a:pt x="2158" y="1173"/>
                    </a:cubicBezTo>
                    <a:cubicBezTo>
                      <a:pt x="2224" y="596"/>
                      <a:pt x="1810" y="74"/>
                      <a:pt x="1234" y="7"/>
                    </a:cubicBezTo>
                    <a:cubicBezTo>
                      <a:pt x="1193" y="2"/>
                      <a:pt x="1152"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34"/>
              <p:cNvSpPr/>
              <p:nvPr/>
            </p:nvSpPr>
            <p:spPr>
              <a:xfrm>
                <a:off x="-3999000" y="687450"/>
                <a:ext cx="11200" cy="10600"/>
              </a:xfrm>
              <a:custGeom>
                <a:rect b="b" l="l" r="r" t="t"/>
                <a:pathLst>
                  <a:path extrusionOk="0" h="424" w="448">
                    <a:moveTo>
                      <a:pt x="224" y="1"/>
                    </a:moveTo>
                    <a:cubicBezTo>
                      <a:pt x="118" y="1"/>
                      <a:pt x="26" y="80"/>
                      <a:pt x="14" y="188"/>
                    </a:cubicBezTo>
                    <a:cubicBezTo>
                      <a:pt x="1" y="304"/>
                      <a:pt x="83" y="408"/>
                      <a:pt x="200" y="422"/>
                    </a:cubicBezTo>
                    <a:cubicBezTo>
                      <a:pt x="208" y="423"/>
                      <a:pt x="216" y="424"/>
                      <a:pt x="225" y="424"/>
                    </a:cubicBezTo>
                    <a:cubicBezTo>
                      <a:pt x="330" y="424"/>
                      <a:pt x="422" y="345"/>
                      <a:pt x="434" y="237"/>
                    </a:cubicBezTo>
                    <a:cubicBezTo>
                      <a:pt x="448" y="121"/>
                      <a:pt x="365" y="16"/>
                      <a:pt x="248" y="2"/>
                    </a:cubicBezTo>
                    <a:cubicBezTo>
                      <a:pt x="240" y="1"/>
                      <a:pt x="232"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34"/>
              <p:cNvSpPr/>
              <p:nvPr/>
            </p:nvSpPr>
            <p:spPr>
              <a:xfrm>
                <a:off x="-4158425" y="683025"/>
                <a:ext cx="11175" cy="10625"/>
              </a:xfrm>
              <a:custGeom>
                <a:rect b="b" l="l" r="r" t="t"/>
                <a:pathLst>
                  <a:path extrusionOk="0" h="425" w="447">
                    <a:moveTo>
                      <a:pt x="225" y="1"/>
                    </a:moveTo>
                    <a:cubicBezTo>
                      <a:pt x="119" y="1"/>
                      <a:pt x="27" y="80"/>
                      <a:pt x="14" y="188"/>
                    </a:cubicBezTo>
                    <a:cubicBezTo>
                      <a:pt x="0" y="304"/>
                      <a:pt x="83" y="408"/>
                      <a:pt x="199" y="423"/>
                    </a:cubicBezTo>
                    <a:cubicBezTo>
                      <a:pt x="207" y="424"/>
                      <a:pt x="215" y="424"/>
                      <a:pt x="222" y="424"/>
                    </a:cubicBezTo>
                    <a:cubicBezTo>
                      <a:pt x="328" y="424"/>
                      <a:pt x="421" y="345"/>
                      <a:pt x="434" y="237"/>
                    </a:cubicBezTo>
                    <a:cubicBezTo>
                      <a:pt x="447" y="120"/>
                      <a:pt x="364" y="16"/>
                      <a:pt x="248" y="2"/>
                    </a:cubicBezTo>
                    <a:cubicBezTo>
                      <a:pt x="240" y="1"/>
                      <a:pt x="232"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34"/>
              <p:cNvSpPr/>
              <p:nvPr/>
            </p:nvSpPr>
            <p:spPr>
              <a:xfrm>
                <a:off x="-4183975" y="979075"/>
                <a:ext cx="11200" cy="10625"/>
              </a:xfrm>
              <a:custGeom>
                <a:rect b="b" l="l" r="r" t="t"/>
                <a:pathLst>
                  <a:path extrusionOk="0" h="425" w="448">
                    <a:moveTo>
                      <a:pt x="225" y="1"/>
                    </a:moveTo>
                    <a:cubicBezTo>
                      <a:pt x="118" y="1"/>
                      <a:pt x="25" y="80"/>
                      <a:pt x="14" y="188"/>
                    </a:cubicBezTo>
                    <a:cubicBezTo>
                      <a:pt x="0" y="304"/>
                      <a:pt x="83" y="409"/>
                      <a:pt x="200" y="423"/>
                    </a:cubicBezTo>
                    <a:cubicBezTo>
                      <a:pt x="207" y="424"/>
                      <a:pt x="215" y="424"/>
                      <a:pt x="223" y="424"/>
                    </a:cubicBezTo>
                    <a:cubicBezTo>
                      <a:pt x="329" y="424"/>
                      <a:pt x="421" y="345"/>
                      <a:pt x="434" y="237"/>
                    </a:cubicBezTo>
                    <a:cubicBezTo>
                      <a:pt x="447" y="121"/>
                      <a:pt x="365" y="16"/>
                      <a:pt x="248" y="2"/>
                    </a:cubicBezTo>
                    <a:cubicBezTo>
                      <a:pt x="240" y="1"/>
                      <a:pt x="233"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34"/>
              <p:cNvSpPr/>
              <p:nvPr/>
            </p:nvSpPr>
            <p:spPr>
              <a:xfrm>
                <a:off x="-4000300" y="980975"/>
                <a:ext cx="11200" cy="10600"/>
              </a:xfrm>
              <a:custGeom>
                <a:rect b="b" l="l" r="r" t="t"/>
                <a:pathLst>
                  <a:path extrusionOk="0" h="424" w="448">
                    <a:moveTo>
                      <a:pt x="222" y="1"/>
                    </a:moveTo>
                    <a:cubicBezTo>
                      <a:pt x="115" y="1"/>
                      <a:pt x="25" y="81"/>
                      <a:pt x="14" y="188"/>
                    </a:cubicBezTo>
                    <a:cubicBezTo>
                      <a:pt x="0" y="305"/>
                      <a:pt x="83" y="409"/>
                      <a:pt x="199" y="422"/>
                    </a:cubicBezTo>
                    <a:cubicBezTo>
                      <a:pt x="208" y="423"/>
                      <a:pt x="216" y="424"/>
                      <a:pt x="224" y="424"/>
                    </a:cubicBezTo>
                    <a:cubicBezTo>
                      <a:pt x="329" y="424"/>
                      <a:pt x="420" y="345"/>
                      <a:pt x="434" y="237"/>
                    </a:cubicBezTo>
                    <a:cubicBezTo>
                      <a:pt x="447" y="121"/>
                      <a:pt x="363" y="17"/>
                      <a:pt x="248" y="2"/>
                    </a:cubicBezTo>
                    <a:cubicBezTo>
                      <a:pt x="239" y="1"/>
                      <a:pt x="230" y="1"/>
                      <a:pt x="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43" name="Google Shape;2643;p34"/>
          <p:cNvGrpSpPr/>
          <p:nvPr/>
        </p:nvGrpSpPr>
        <p:grpSpPr>
          <a:xfrm rot="1058670">
            <a:off x="8318232" y="4217702"/>
            <a:ext cx="659915" cy="714593"/>
            <a:chOff x="-2686850" y="3696525"/>
            <a:chExt cx="332050" cy="359563"/>
          </a:xfrm>
        </p:grpSpPr>
        <p:sp>
          <p:nvSpPr>
            <p:cNvPr id="2644" name="Google Shape;2644;p34"/>
            <p:cNvSpPr/>
            <p:nvPr/>
          </p:nvSpPr>
          <p:spPr>
            <a:xfrm>
              <a:off x="-2686850" y="3696525"/>
              <a:ext cx="332050" cy="359525"/>
            </a:xfrm>
            <a:custGeom>
              <a:rect b="b" l="l" r="r" t="t"/>
              <a:pathLst>
                <a:path extrusionOk="0" h="14381" w="13282">
                  <a:moveTo>
                    <a:pt x="12504" y="10802"/>
                  </a:moveTo>
                  <a:lnTo>
                    <a:pt x="12497" y="10829"/>
                  </a:lnTo>
                  <a:lnTo>
                    <a:pt x="12497" y="10806"/>
                  </a:lnTo>
                  <a:lnTo>
                    <a:pt x="12504" y="10802"/>
                  </a:lnTo>
                  <a:close/>
                  <a:moveTo>
                    <a:pt x="6678" y="1"/>
                  </a:moveTo>
                  <a:cubicBezTo>
                    <a:pt x="4442" y="1"/>
                    <a:pt x="2280" y="1136"/>
                    <a:pt x="1036" y="2962"/>
                  </a:cubicBezTo>
                  <a:cubicBezTo>
                    <a:pt x="902" y="3158"/>
                    <a:pt x="912" y="3410"/>
                    <a:pt x="1042" y="3594"/>
                  </a:cubicBezTo>
                  <a:cubicBezTo>
                    <a:pt x="505" y="4550"/>
                    <a:pt x="247" y="5625"/>
                    <a:pt x="300" y="6729"/>
                  </a:cubicBezTo>
                  <a:cubicBezTo>
                    <a:pt x="352" y="7770"/>
                    <a:pt x="675" y="10117"/>
                    <a:pt x="739" y="10573"/>
                  </a:cubicBezTo>
                  <a:lnTo>
                    <a:pt x="739" y="10663"/>
                  </a:lnTo>
                  <a:lnTo>
                    <a:pt x="256" y="8957"/>
                  </a:lnTo>
                  <a:cubicBezTo>
                    <a:pt x="241" y="8903"/>
                    <a:pt x="192" y="8868"/>
                    <a:pt x="138" y="8868"/>
                  </a:cubicBezTo>
                  <a:cubicBezTo>
                    <a:pt x="126" y="8868"/>
                    <a:pt x="115" y="8869"/>
                    <a:pt x="103" y="8873"/>
                  </a:cubicBezTo>
                  <a:cubicBezTo>
                    <a:pt x="37" y="8890"/>
                    <a:pt x="0" y="8958"/>
                    <a:pt x="19" y="9024"/>
                  </a:cubicBezTo>
                  <a:lnTo>
                    <a:pt x="738" y="11566"/>
                  </a:lnTo>
                  <a:lnTo>
                    <a:pt x="738" y="12528"/>
                  </a:lnTo>
                  <a:lnTo>
                    <a:pt x="738" y="13556"/>
                  </a:lnTo>
                  <a:lnTo>
                    <a:pt x="738" y="13808"/>
                  </a:lnTo>
                  <a:lnTo>
                    <a:pt x="1665" y="13808"/>
                  </a:lnTo>
                  <a:lnTo>
                    <a:pt x="1665" y="14373"/>
                  </a:lnTo>
                  <a:lnTo>
                    <a:pt x="1947" y="14373"/>
                  </a:lnTo>
                  <a:lnTo>
                    <a:pt x="1947" y="14380"/>
                  </a:lnTo>
                  <a:lnTo>
                    <a:pt x="2635" y="14380"/>
                  </a:lnTo>
                  <a:lnTo>
                    <a:pt x="2635" y="14369"/>
                  </a:lnTo>
                  <a:cubicBezTo>
                    <a:pt x="3018" y="14307"/>
                    <a:pt x="3314" y="13987"/>
                    <a:pt x="3411" y="13555"/>
                  </a:cubicBezTo>
                  <a:cubicBezTo>
                    <a:pt x="3433" y="13457"/>
                    <a:pt x="3446" y="13353"/>
                    <a:pt x="3446" y="13245"/>
                  </a:cubicBezTo>
                  <a:lnTo>
                    <a:pt x="3446" y="12527"/>
                  </a:lnTo>
                  <a:lnTo>
                    <a:pt x="3446" y="11097"/>
                  </a:lnTo>
                  <a:cubicBezTo>
                    <a:pt x="3446" y="10515"/>
                    <a:pt x="3105" y="10039"/>
                    <a:pt x="2635" y="9961"/>
                  </a:cubicBezTo>
                  <a:lnTo>
                    <a:pt x="2635" y="9948"/>
                  </a:lnTo>
                  <a:lnTo>
                    <a:pt x="1985" y="9948"/>
                  </a:lnTo>
                  <a:lnTo>
                    <a:pt x="1985" y="9942"/>
                  </a:lnTo>
                  <a:lnTo>
                    <a:pt x="1665" y="9942"/>
                  </a:lnTo>
                  <a:lnTo>
                    <a:pt x="1665" y="10506"/>
                  </a:lnTo>
                  <a:lnTo>
                    <a:pt x="1165" y="10506"/>
                  </a:lnTo>
                  <a:cubicBezTo>
                    <a:pt x="1100" y="10047"/>
                    <a:pt x="780" y="7711"/>
                    <a:pt x="731" y="6704"/>
                  </a:cubicBezTo>
                  <a:cubicBezTo>
                    <a:pt x="680" y="5690"/>
                    <a:pt x="918" y="4700"/>
                    <a:pt x="1409" y="3819"/>
                  </a:cubicBezTo>
                  <a:cubicBezTo>
                    <a:pt x="1438" y="3823"/>
                    <a:pt x="1466" y="3825"/>
                    <a:pt x="1494" y="3825"/>
                  </a:cubicBezTo>
                  <a:cubicBezTo>
                    <a:pt x="1671" y="3825"/>
                    <a:pt x="1845" y="3741"/>
                    <a:pt x="1952" y="3583"/>
                  </a:cubicBezTo>
                  <a:cubicBezTo>
                    <a:pt x="2992" y="2056"/>
                    <a:pt x="4803" y="1106"/>
                    <a:pt x="6678" y="1106"/>
                  </a:cubicBezTo>
                  <a:cubicBezTo>
                    <a:pt x="8431" y="1106"/>
                    <a:pt x="10117" y="1922"/>
                    <a:pt x="11187" y="3286"/>
                  </a:cubicBezTo>
                  <a:cubicBezTo>
                    <a:pt x="11297" y="3426"/>
                    <a:pt x="11458" y="3497"/>
                    <a:pt x="11621" y="3497"/>
                  </a:cubicBezTo>
                  <a:cubicBezTo>
                    <a:pt x="11663" y="3497"/>
                    <a:pt x="11704" y="3493"/>
                    <a:pt x="11744" y="3484"/>
                  </a:cubicBezTo>
                  <a:cubicBezTo>
                    <a:pt x="12373" y="4446"/>
                    <a:pt x="12682" y="5559"/>
                    <a:pt x="12626" y="6704"/>
                  </a:cubicBezTo>
                  <a:cubicBezTo>
                    <a:pt x="12576" y="7711"/>
                    <a:pt x="12255" y="10047"/>
                    <a:pt x="12191" y="10506"/>
                  </a:cubicBezTo>
                  <a:lnTo>
                    <a:pt x="11569" y="10506"/>
                  </a:lnTo>
                  <a:lnTo>
                    <a:pt x="11569" y="9942"/>
                  </a:lnTo>
                  <a:lnTo>
                    <a:pt x="11249" y="9942"/>
                  </a:lnTo>
                  <a:lnTo>
                    <a:pt x="11249" y="9948"/>
                  </a:lnTo>
                  <a:lnTo>
                    <a:pt x="10602" y="9948"/>
                  </a:lnTo>
                  <a:lnTo>
                    <a:pt x="10602" y="9961"/>
                  </a:lnTo>
                  <a:cubicBezTo>
                    <a:pt x="10130" y="10039"/>
                    <a:pt x="9790" y="10515"/>
                    <a:pt x="9790" y="11097"/>
                  </a:cubicBezTo>
                  <a:lnTo>
                    <a:pt x="9790" y="12526"/>
                  </a:lnTo>
                  <a:lnTo>
                    <a:pt x="9790" y="13244"/>
                  </a:lnTo>
                  <a:cubicBezTo>
                    <a:pt x="9790" y="13353"/>
                    <a:pt x="9803" y="13456"/>
                    <a:pt x="9825" y="13554"/>
                  </a:cubicBezTo>
                  <a:cubicBezTo>
                    <a:pt x="9922" y="13984"/>
                    <a:pt x="10218" y="14306"/>
                    <a:pt x="10602" y="14368"/>
                  </a:cubicBezTo>
                  <a:lnTo>
                    <a:pt x="10602" y="14379"/>
                  </a:lnTo>
                  <a:lnTo>
                    <a:pt x="11289" y="14379"/>
                  </a:lnTo>
                  <a:lnTo>
                    <a:pt x="11289" y="14371"/>
                  </a:lnTo>
                  <a:lnTo>
                    <a:pt x="11572" y="14371"/>
                  </a:lnTo>
                  <a:lnTo>
                    <a:pt x="11572" y="13807"/>
                  </a:lnTo>
                  <a:lnTo>
                    <a:pt x="12498" y="13807"/>
                  </a:lnTo>
                  <a:lnTo>
                    <a:pt x="12498" y="13555"/>
                  </a:lnTo>
                  <a:lnTo>
                    <a:pt x="12498" y="12527"/>
                  </a:lnTo>
                  <a:lnTo>
                    <a:pt x="12498" y="11733"/>
                  </a:lnTo>
                  <a:lnTo>
                    <a:pt x="13265" y="9024"/>
                  </a:lnTo>
                  <a:cubicBezTo>
                    <a:pt x="13282" y="8957"/>
                    <a:pt x="13245" y="8889"/>
                    <a:pt x="13179" y="8871"/>
                  </a:cubicBezTo>
                  <a:cubicBezTo>
                    <a:pt x="13168" y="8868"/>
                    <a:pt x="13157" y="8866"/>
                    <a:pt x="13146" y="8866"/>
                  </a:cubicBezTo>
                  <a:cubicBezTo>
                    <a:pt x="13092" y="8866"/>
                    <a:pt x="13042" y="8901"/>
                    <a:pt x="13027" y="8956"/>
                  </a:cubicBezTo>
                  <a:lnTo>
                    <a:pt x="12664" y="10236"/>
                  </a:lnTo>
                  <a:cubicBezTo>
                    <a:pt x="12775" y="9420"/>
                    <a:pt x="13013" y="7608"/>
                    <a:pt x="13056" y="6728"/>
                  </a:cubicBezTo>
                  <a:cubicBezTo>
                    <a:pt x="13118" y="5484"/>
                    <a:pt x="12780" y="4275"/>
                    <a:pt x="12095" y="3234"/>
                  </a:cubicBezTo>
                  <a:cubicBezTo>
                    <a:pt x="12211" y="3042"/>
                    <a:pt x="12205" y="2791"/>
                    <a:pt x="12058" y="2604"/>
                  </a:cubicBezTo>
                  <a:cubicBezTo>
                    <a:pt x="10778" y="974"/>
                    <a:pt x="8767" y="1"/>
                    <a:pt x="6678"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45" name="Google Shape;2645;p34"/>
            <p:cNvGrpSpPr/>
            <p:nvPr/>
          </p:nvGrpSpPr>
          <p:grpSpPr>
            <a:xfrm>
              <a:off x="-2686850" y="3696563"/>
              <a:ext cx="332050" cy="359525"/>
              <a:chOff x="-2348725" y="2237525"/>
              <a:chExt cx="332050" cy="359525"/>
            </a:xfrm>
          </p:grpSpPr>
          <p:sp>
            <p:nvSpPr>
              <p:cNvPr id="2646" name="Google Shape;2646;p34"/>
              <p:cNvSpPr/>
              <p:nvPr/>
            </p:nvSpPr>
            <p:spPr>
              <a:xfrm>
                <a:off x="-2343200" y="2245975"/>
                <a:ext cx="322925" cy="262375"/>
              </a:xfrm>
              <a:custGeom>
                <a:rect b="b" l="l" r="r" t="t"/>
                <a:pathLst>
                  <a:path extrusionOk="0" h="10495" w="12917">
                    <a:moveTo>
                      <a:pt x="6459" y="0"/>
                    </a:moveTo>
                    <a:cubicBezTo>
                      <a:pt x="4680" y="0"/>
                      <a:pt x="2959" y="736"/>
                      <a:pt x="1736" y="2022"/>
                    </a:cubicBezTo>
                    <a:cubicBezTo>
                      <a:pt x="588" y="3226"/>
                      <a:pt x="0" y="4778"/>
                      <a:pt x="79" y="6389"/>
                    </a:cubicBezTo>
                    <a:cubicBezTo>
                      <a:pt x="135" y="7520"/>
                      <a:pt x="513" y="10195"/>
                      <a:pt x="528" y="10309"/>
                    </a:cubicBezTo>
                    <a:cubicBezTo>
                      <a:pt x="544" y="10417"/>
                      <a:pt x="636" y="10494"/>
                      <a:pt x="742" y="10494"/>
                    </a:cubicBezTo>
                    <a:cubicBezTo>
                      <a:pt x="752" y="10494"/>
                      <a:pt x="761" y="10494"/>
                      <a:pt x="773" y="10491"/>
                    </a:cubicBezTo>
                    <a:cubicBezTo>
                      <a:pt x="890" y="10475"/>
                      <a:pt x="972" y="10365"/>
                      <a:pt x="956" y="10248"/>
                    </a:cubicBezTo>
                    <a:cubicBezTo>
                      <a:pt x="952" y="10221"/>
                      <a:pt x="567" y="7479"/>
                      <a:pt x="511" y="6368"/>
                    </a:cubicBezTo>
                    <a:cubicBezTo>
                      <a:pt x="438" y="4875"/>
                      <a:pt x="982" y="3437"/>
                      <a:pt x="2049" y="2318"/>
                    </a:cubicBezTo>
                    <a:cubicBezTo>
                      <a:pt x="3190" y="1119"/>
                      <a:pt x="4798" y="430"/>
                      <a:pt x="6459" y="430"/>
                    </a:cubicBezTo>
                    <a:cubicBezTo>
                      <a:pt x="8120" y="430"/>
                      <a:pt x="9728" y="1119"/>
                      <a:pt x="10869" y="2318"/>
                    </a:cubicBezTo>
                    <a:cubicBezTo>
                      <a:pt x="11935" y="3437"/>
                      <a:pt x="12481" y="4875"/>
                      <a:pt x="12407" y="6368"/>
                    </a:cubicBezTo>
                    <a:cubicBezTo>
                      <a:pt x="12353" y="7479"/>
                      <a:pt x="11966" y="10221"/>
                      <a:pt x="11962" y="10248"/>
                    </a:cubicBezTo>
                    <a:cubicBezTo>
                      <a:pt x="11945" y="10367"/>
                      <a:pt x="12028" y="10475"/>
                      <a:pt x="12146" y="10491"/>
                    </a:cubicBezTo>
                    <a:cubicBezTo>
                      <a:pt x="12156" y="10493"/>
                      <a:pt x="12166" y="10493"/>
                      <a:pt x="12176" y="10493"/>
                    </a:cubicBezTo>
                    <a:cubicBezTo>
                      <a:pt x="12282" y="10493"/>
                      <a:pt x="12374" y="10415"/>
                      <a:pt x="12389" y="10309"/>
                    </a:cubicBezTo>
                    <a:cubicBezTo>
                      <a:pt x="12405" y="10195"/>
                      <a:pt x="12782" y="7520"/>
                      <a:pt x="12838" y="6389"/>
                    </a:cubicBezTo>
                    <a:cubicBezTo>
                      <a:pt x="12916" y="4778"/>
                      <a:pt x="12328" y="3226"/>
                      <a:pt x="11182" y="2022"/>
                    </a:cubicBezTo>
                    <a:cubicBezTo>
                      <a:pt x="9959" y="737"/>
                      <a:pt x="8237"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34"/>
              <p:cNvSpPr/>
              <p:nvPr/>
            </p:nvSpPr>
            <p:spPr>
              <a:xfrm>
                <a:off x="-2327125" y="2237525"/>
                <a:ext cx="284600" cy="95700"/>
              </a:xfrm>
              <a:custGeom>
                <a:rect b="b" l="l" r="r" t="t"/>
                <a:pathLst>
                  <a:path extrusionOk="0" h="3828" w="11384">
                    <a:moveTo>
                      <a:pt x="5815" y="1"/>
                    </a:moveTo>
                    <a:cubicBezTo>
                      <a:pt x="3578" y="1"/>
                      <a:pt x="1417" y="1136"/>
                      <a:pt x="173" y="2964"/>
                    </a:cubicBezTo>
                    <a:cubicBezTo>
                      <a:pt x="1" y="3216"/>
                      <a:pt x="66" y="3560"/>
                      <a:pt x="319" y="3732"/>
                    </a:cubicBezTo>
                    <a:cubicBezTo>
                      <a:pt x="415" y="3796"/>
                      <a:pt x="523" y="3827"/>
                      <a:pt x="630" y="3827"/>
                    </a:cubicBezTo>
                    <a:cubicBezTo>
                      <a:pt x="807" y="3827"/>
                      <a:pt x="981" y="3743"/>
                      <a:pt x="1088" y="3585"/>
                    </a:cubicBezTo>
                    <a:cubicBezTo>
                      <a:pt x="2128" y="2057"/>
                      <a:pt x="3939" y="1108"/>
                      <a:pt x="5814" y="1108"/>
                    </a:cubicBezTo>
                    <a:cubicBezTo>
                      <a:pt x="7567" y="1108"/>
                      <a:pt x="9251" y="1923"/>
                      <a:pt x="10323" y="3289"/>
                    </a:cubicBezTo>
                    <a:cubicBezTo>
                      <a:pt x="10433" y="3428"/>
                      <a:pt x="10595" y="3500"/>
                      <a:pt x="10760" y="3500"/>
                    </a:cubicBezTo>
                    <a:cubicBezTo>
                      <a:pt x="10879" y="3500"/>
                      <a:pt x="11000" y="3462"/>
                      <a:pt x="11101" y="3382"/>
                    </a:cubicBezTo>
                    <a:cubicBezTo>
                      <a:pt x="11343" y="3193"/>
                      <a:pt x="11384" y="2845"/>
                      <a:pt x="11195" y="2604"/>
                    </a:cubicBezTo>
                    <a:cubicBezTo>
                      <a:pt x="9915" y="974"/>
                      <a:pt x="7904" y="1"/>
                      <a:pt x="58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34"/>
              <p:cNvSpPr/>
              <p:nvPr/>
            </p:nvSpPr>
            <p:spPr>
              <a:xfrm>
                <a:off x="-2083125" y="2486225"/>
                <a:ext cx="4050" cy="450"/>
              </a:xfrm>
              <a:custGeom>
                <a:rect b="b" l="l" r="r" t="t"/>
                <a:pathLst>
                  <a:path extrusionOk="0" h="18" w="162">
                    <a:moveTo>
                      <a:pt x="1" y="0"/>
                    </a:moveTo>
                    <a:lnTo>
                      <a:pt x="1" y="18"/>
                    </a:lnTo>
                    <a:cubicBezTo>
                      <a:pt x="53" y="7"/>
                      <a:pt x="107" y="0"/>
                      <a:pt x="162" y="0"/>
                    </a:cubicBezTo>
                    <a:close/>
                  </a:path>
                </a:pathLst>
              </a:custGeom>
              <a:solidFill>
                <a:srgbClr val="E61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34"/>
              <p:cNvSpPr/>
              <p:nvPr/>
            </p:nvSpPr>
            <p:spPr>
              <a:xfrm>
                <a:off x="-2330250" y="2550650"/>
                <a:ext cx="23150" cy="32050"/>
              </a:xfrm>
              <a:custGeom>
                <a:rect b="b" l="l" r="r" t="t"/>
                <a:pathLst>
                  <a:path extrusionOk="0" h="1282" w="926">
                    <a:moveTo>
                      <a:pt x="0" y="1"/>
                    </a:moveTo>
                    <a:lnTo>
                      <a:pt x="0" y="1030"/>
                    </a:lnTo>
                    <a:lnTo>
                      <a:pt x="0"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34"/>
              <p:cNvSpPr/>
              <p:nvPr/>
            </p:nvSpPr>
            <p:spPr>
              <a:xfrm>
                <a:off x="-2307125" y="2550650"/>
                <a:ext cx="7075" cy="46200"/>
              </a:xfrm>
              <a:custGeom>
                <a:rect b="b" l="l" r="r" t="t"/>
                <a:pathLst>
                  <a:path extrusionOk="0" h="1848" w="283">
                    <a:moveTo>
                      <a:pt x="1" y="1"/>
                    </a:moveTo>
                    <a:lnTo>
                      <a:pt x="1" y="1030"/>
                    </a:lnTo>
                    <a:lnTo>
                      <a:pt x="1" y="1282"/>
                    </a:lnTo>
                    <a:lnTo>
                      <a:pt x="1" y="1847"/>
                    </a:lnTo>
                    <a:lnTo>
                      <a:pt x="283" y="1847"/>
                    </a:lnTo>
                    <a:lnTo>
                      <a:pt x="283" y="1030"/>
                    </a:lnTo>
                    <a:lnTo>
                      <a:pt x="283" y="1"/>
                    </a:lnTo>
                    <a:close/>
                  </a:path>
                </a:pathLst>
              </a:custGeom>
              <a:solidFill>
                <a:srgbClr val="B20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34"/>
              <p:cNvSpPr/>
              <p:nvPr/>
            </p:nvSpPr>
            <p:spPr>
              <a:xfrm>
                <a:off x="-2282875" y="2486550"/>
                <a:ext cx="20300" cy="110225"/>
              </a:xfrm>
              <a:custGeom>
                <a:rect b="b" l="l" r="r" t="t"/>
                <a:pathLst>
                  <a:path extrusionOk="0" h="4409" w="812">
                    <a:moveTo>
                      <a:pt x="1" y="0"/>
                    </a:moveTo>
                    <a:lnTo>
                      <a:pt x="1" y="2566"/>
                    </a:lnTo>
                    <a:lnTo>
                      <a:pt x="1" y="3594"/>
                    </a:lnTo>
                    <a:lnTo>
                      <a:pt x="1" y="4408"/>
                    </a:lnTo>
                    <a:cubicBezTo>
                      <a:pt x="384" y="4346"/>
                      <a:pt x="680" y="4026"/>
                      <a:pt x="777" y="3594"/>
                    </a:cubicBezTo>
                    <a:cubicBezTo>
                      <a:pt x="799" y="3496"/>
                      <a:pt x="812" y="3392"/>
                      <a:pt x="812" y="3284"/>
                    </a:cubicBezTo>
                    <a:lnTo>
                      <a:pt x="812" y="2566"/>
                    </a:lnTo>
                    <a:lnTo>
                      <a:pt x="812" y="1137"/>
                    </a:lnTo>
                    <a:cubicBezTo>
                      <a:pt x="812" y="554"/>
                      <a:pt x="471" y="7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34"/>
              <p:cNvSpPr/>
              <p:nvPr/>
            </p:nvSpPr>
            <p:spPr>
              <a:xfrm>
                <a:off x="-2330250" y="2500225"/>
                <a:ext cx="23150" cy="82475"/>
              </a:xfrm>
              <a:custGeom>
                <a:rect b="b" l="l" r="r" t="t"/>
                <a:pathLst>
                  <a:path extrusionOk="0" h="3299" w="926">
                    <a:moveTo>
                      <a:pt x="0" y="0"/>
                    </a:moveTo>
                    <a:lnTo>
                      <a:pt x="0" y="2018"/>
                    </a:lnTo>
                    <a:lnTo>
                      <a:pt x="0" y="3047"/>
                    </a:lnTo>
                    <a:lnTo>
                      <a:pt x="0"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34"/>
              <p:cNvSpPr/>
              <p:nvPr/>
            </p:nvSpPr>
            <p:spPr>
              <a:xfrm>
                <a:off x="-2307125" y="2486050"/>
                <a:ext cx="8025" cy="110800"/>
              </a:xfrm>
              <a:custGeom>
                <a:rect b="b" l="l" r="r" t="t"/>
                <a:pathLst>
                  <a:path extrusionOk="0" h="4432" w="321">
                    <a:moveTo>
                      <a:pt x="1" y="1"/>
                    </a:moveTo>
                    <a:lnTo>
                      <a:pt x="1" y="567"/>
                    </a:lnTo>
                    <a:lnTo>
                      <a:pt x="1" y="2585"/>
                    </a:lnTo>
                    <a:lnTo>
                      <a:pt x="1" y="3614"/>
                    </a:lnTo>
                    <a:lnTo>
                      <a:pt x="1" y="3866"/>
                    </a:lnTo>
                    <a:lnTo>
                      <a:pt x="1" y="4431"/>
                    </a:lnTo>
                    <a:lnTo>
                      <a:pt x="283" y="4431"/>
                    </a:lnTo>
                    <a:lnTo>
                      <a:pt x="283" y="3614"/>
                    </a:lnTo>
                    <a:lnTo>
                      <a:pt x="283" y="2585"/>
                    </a:lnTo>
                    <a:lnTo>
                      <a:pt x="283" y="7"/>
                    </a:lnTo>
                    <a:lnTo>
                      <a:pt x="321" y="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34"/>
              <p:cNvSpPr/>
              <p:nvPr/>
            </p:nvSpPr>
            <p:spPr>
              <a:xfrm>
                <a:off x="-2300075" y="2486225"/>
                <a:ext cx="17225" cy="110825"/>
              </a:xfrm>
              <a:custGeom>
                <a:rect b="b" l="l" r="r" t="t"/>
                <a:pathLst>
                  <a:path extrusionOk="0" h="4433" w="689">
                    <a:moveTo>
                      <a:pt x="1" y="0"/>
                    </a:moveTo>
                    <a:lnTo>
                      <a:pt x="1" y="2578"/>
                    </a:lnTo>
                    <a:lnTo>
                      <a:pt x="1" y="3607"/>
                    </a:lnTo>
                    <a:lnTo>
                      <a:pt x="1" y="4424"/>
                    </a:lnTo>
                    <a:lnTo>
                      <a:pt x="1" y="4432"/>
                    </a:lnTo>
                    <a:lnTo>
                      <a:pt x="689" y="4432"/>
                    </a:lnTo>
                    <a:lnTo>
                      <a:pt x="689" y="4420"/>
                    </a:lnTo>
                    <a:lnTo>
                      <a:pt x="689" y="3607"/>
                    </a:lnTo>
                    <a:lnTo>
                      <a:pt x="689" y="2578"/>
                    </a:lnTo>
                    <a:lnTo>
                      <a:pt x="689" y="13"/>
                    </a:lnTo>
                    <a:lnTo>
                      <a:pt x="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34"/>
              <p:cNvSpPr/>
              <p:nvPr/>
            </p:nvSpPr>
            <p:spPr>
              <a:xfrm>
                <a:off x="-2059450" y="2550650"/>
                <a:ext cx="23150" cy="32050"/>
              </a:xfrm>
              <a:custGeom>
                <a:rect b="b" l="l" r="r" t="t"/>
                <a:pathLst>
                  <a:path extrusionOk="0" h="1282" w="926">
                    <a:moveTo>
                      <a:pt x="1" y="1"/>
                    </a:moveTo>
                    <a:lnTo>
                      <a:pt x="1" y="1030"/>
                    </a:lnTo>
                    <a:lnTo>
                      <a:pt x="1"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34"/>
              <p:cNvSpPr/>
              <p:nvPr/>
            </p:nvSpPr>
            <p:spPr>
              <a:xfrm>
                <a:off x="-2104000" y="2486525"/>
                <a:ext cx="20325" cy="110225"/>
              </a:xfrm>
              <a:custGeom>
                <a:rect b="b" l="l" r="r" t="t"/>
                <a:pathLst>
                  <a:path extrusionOk="0" h="4409" w="813">
                    <a:moveTo>
                      <a:pt x="813" y="0"/>
                    </a:moveTo>
                    <a:cubicBezTo>
                      <a:pt x="341" y="79"/>
                      <a:pt x="1" y="555"/>
                      <a:pt x="1" y="1137"/>
                    </a:cubicBezTo>
                    <a:lnTo>
                      <a:pt x="1" y="2566"/>
                    </a:lnTo>
                    <a:lnTo>
                      <a:pt x="1" y="3284"/>
                    </a:lnTo>
                    <a:cubicBezTo>
                      <a:pt x="1" y="3393"/>
                      <a:pt x="14" y="3496"/>
                      <a:pt x="36" y="3594"/>
                    </a:cubicBezTo>
                    <a:cubicBezTo>
                      <a:pt x="133" y="4024"/>
                      <a:pt x="429" y="4346"/>
                      <a:pt x="813" y="4408"/>
                    </a:cubicBezTo>
                    <a:lnTo>
                      <a:pt x="813" y="3594"/>
                    </a:lnTo>
                    <a:lnTo>
                      <a:pt x="813" y="2566"/>
                    </a:lnTo>
                    <a:lnTo>
                      <a:pt x="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34"/>
              <p:cNvSpPr/>
              <p:nvPr/>
            </p:nvSpPr>
            <p:spPr>
              <a:xfrm>
                <a:off x="-2059450" y="2500225"/>
                <a:ext cx="23150" cy="82475"/>
              </a:xfrm>
              <a:custGeom>
                <a:rect b="b" l="l" r="r" t="t"/>
                <a:pathLst>
                  <a:path extrusionOk="0" h="3299" w="926">
                    <a:moveTo>
                      <a:pt x="1" y="0"/>
                    </a:moveTo>
                    <a:lnTo>
                      <a:pt x="1" y="2018"/>
                    </a:lnTo>
                    <a:lnTo>
                      <a:pt x="1" y="3047"/>
                    </a:lnTo>
                    <a:lnTo>
                      <a:pt x="1"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34"/>
              <p:cNvSpPr/>
              <p:nvPr/>
            </p:nvSpPr>
            <p:spPr>
              <a:xfrm>
                <a:off x="-2067450" y="2486050"/>
                <a:ext cx="8025" cy="110800"/>
              </a:xfrm>
              <a:custGeom>
                <a:rect b="b" l="l" r="r" t="t"/>
                <a:pathLst>
                  <a:path extrusionOk="0" h="4432" w="321">
                    <a:moveTo>
                      <a:pt x="1" y="1"/>
                    </a:moveTo>
                    <a:lnTo>
                      <a:pt x="1" y="7"/>
                    </a:lnTo>
                    <a:lnTo>
                      <a:pt x="37" y="7"/>
                    </a:lnTo>
                    <a:lnTo>
                      <a:pt x="37" y="2585"/>
                    </a:lnTo>
                    <a:lnTo>
                      <a:pt x="37" y="3614"/>
                    </a:lnTo>
                    <a:lnTo>
                      <a:pt x="37" y="4431"/>
                    </a:lnTo>
                    <a:lnTo>
                      <a:pt x="321" y="4431"/>
                    </a:lnTo>
                    <a:lnTo>
                      <a:pt x="321" y="3866"/>
                    </a:lnTo>
                    <a:lnTo>
                      <a:pt x="321" y="3614"/>
                    </a:lnTo>
                    <a:lnTo>
                      <a:pt x="321" y="2585"/>
                    </a:lnTo>
                    <a:lnTo>
                      <a:pt x="321" y="56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34"/>
              <p:cNvSpPr/>
              <p:nvPr/>
            </p:nvSpPr>
            <p:spPr>
              <a:xfrm>
                <a:off x="-2083700" y="2486225"/>
                <a:ext cx="17200" cy="110825"/>
              </a:xfrm>
              <a:custGeom>
                <a:rect b="b" l="l" r="r" t="t"/>
                <a:pathLst>
                  <a:path extrusionOk="0" h="4433" w="688">
                    <a:moveTo>
                      <a:pt x="1" y="0"/>
                    </a:moveTo>
                    <a:lnTo>
                      <a:pt x="1" y="13"/>
                    </a:lnTo>
                    <a:lnTo>
                      <a:pt x="1" y="2578"/>
                    </a:lnTo>
                    <a:lnTo>
                      <a:pt x="1" y="3607"/>
                    </a:lnTo>
                    <a:lnTo>
                      <a:pt x="1" y="4420"/>
                    </a:lnTo>
                    <a:lnTo>
                      <a:pt x="1" y="4432"/>
                    </a:lnTo>
                    <a:lnTo>
                      <a:pt x="687" y="4432"/>
                    </a:lnTo>
                    <a:lnTo>
                      <a:pt x="687" y="4424"/>
                    </a:lnTo>
                    <a:lnTo>
                      <a:pt x="687" y="3607"/>
                    </a:lnTo>
                    <a:lnTo>
                      <a:pt x="687" y="2578"/>
                    </a:lnTo>
                    <a:lnTo>
                      <a:pt x="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34"/>
              <p:cNvSpPr/>
              <p:nvPr/>
            </p:nvSpPr>
            <p:spPr>
              <a:xfrm>
                <a:off x="-2047700" y="2459150"/>
                <a:ext cx="31025" cy="91650"/>
              </a:xfrm>
              <a:custGeom>
                <a:rect b="b" l="l" r="r" t="t"/>
                <a:pathLst>
                  <a:path extrusionOk="0" h="3666" w="1241">
                    <a:moveTo>
                      <a:pt x="1105" y="0"/>
                    </a:moveTo>
                    <a:cubicBezTo>
                      <a:pt x="1050" y="0"/>
                      <a:pt x="1001" y="35"/>
                      <a:pt x="986" y="90"/>
                    </a:cubicBezTo>
                    <a:lnTo>
                      <a:pt x="18" y="3507"/>
                    </a:lnTo>
                    <a:cubicBezTo>
                      <a:pt x="0" y="3573"/>
                      <a:pt x="38" y="3641"/>
                      <a:pt x="104" y="3660"/>
                    </a:cubicBezTo>
                    <a:cubicBezTo>
                      <a:pt x="115" y="3663"/>
                      <a:pt x="125" y="3665"/>
                      <a:pt x="137" y="3665"/>
                    </a:cubicBezTo>
                    <a:cubicBezTo>
                      <a:pt x="191" y="3665"/>
                      <a:pt x="240" y="3629"/>
                      <a:pt x="255" y="3574"/>
                    </a:cubicBezTo>
                    <a:lnTo>
                      <a:pt x="1223" y="157"/>
                    </a:lnTo>
                    <a:cubicBezTo>
                      <a:pt x="1241" y="91"/>
                      <a:pt x="1204" y="23"/>
                      <a:pt x="1138" y="5"/>
                    </a:cubicBezTo>
                    <a:cubicBezTo>
                      <a:pt x="1127" y="2"/>
                      <a:pt x="1116" y="0"/>
                      <a:pt x="1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34"/>
              <p:cNvSpPr/>
              <p:nvPr/>
            </p:nvSpPr>
            <p:spPr>
              <a:xfrm>
                <a:off x="-2348725" y="2459175"/>
                <a:ext cx="31050" cy="91625"/>
              </a:xfrm>
              <a:custGeom>
                <a:rect b="b" l="l" r="r" t="t"/>
                <a:pathLst>
                  <a:path extrusionOk="0" h="3665" w="1242">
                    <a:moveTo>
                      <a:pt x="138" y="1"/>
                    </a:moveTo>
                    <a:cubicBezTo>
                      <a:pt x="126" y="1"/>
                      <a:pt x="115" y="2"/>
                      <a:pt x="103" y="6"/>
                    </a:cubicBezTo>
                    <a:cubicBezTo>
                      <a:pt x="37" y="24"/>
                      <a:pt x="0" y="91"/>
                      <a:pt x="19" y="157"/>
                    </a:cubicBezTo>
                    <a:lnTo>
                      <a:pt x="986" y="3574"/>
                    </a:lnTo>
                    <a:cubicBezTo>
                      <a:pt x="1001" y="3629"/>
                      <a:pt x="1051" y="3664"/>
                      <a:pt x="1104" y="3664"/>
                    </a:cubicBezTo>
                    <a:cubicBezTo>
                      <a:pt x="1116" y="3664"/>
                      <a:pt x="1128" y="3661"/>
                      <a:pt x="1138" y="3660"/>
                    </a:cubicBezTo>
                    <a:cubicBezTo>
                      <a:pt x="1203" y="3640"/>
                      <a:pt x="1242" y="3573"/>
                      <a:pt x="1223" y="3507"/>
                    </a:cubicBezTo>
                    <a:lnTo>
                      <a:pt x="256" y="90"/>
                    </a:lnTo>
                    <a:cubicBezTo>
                      <a:pt x="240" y="36"/>
                      <a:pt x="191" y="1"/>
                      <a:pt x="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62" name="Google Shape;2662;p34"/>
          <p:cNvGrpSpPr/>
          <p:nvPr/>
        </p:nvGrpSpPr>
        <p:grpSpPr>
          <a:xfrm>
            <a:off x="195042" y="149213"/>
            <a:ext cx="655260" cy="780572"/>
            <a:chOff x="-2294600" y="1951375"/>
            <a:chExt cx="438125" cy="521913"/>
          </a:xfrm>
        </p:grpSpPr>
        <p:sp>
          <p:nvSpPr>
            <p:cNvPr id="2663" name="Google Shape;2663;p34"/>
            <p:cNvSpPr/>
            <p:nvPr/>
          </p:nvSpPr>
          <p:spPr>
            <a:xfrm>
              <a:off x="-2294600" y="1951375"/>
              <a:ext cx="438100" cy="521900"/>
            </a:xfrm>
            <a:custGeom>
              <a:rect b="b" l="l" r="r" t="t"/>
              <a:pathLst>
                <a:path extrusionOk="0" h="20876" w="17524">
                  <a:moveTo>
                    <a:pt x="5361" y="0"/>
                  </a:moveTo>
                  <a:lnTo>
                    <a:pt x="0" y="13683"/>
                  </a:lnTo>
                  <a:lnTo>
                    <a:pt x="965" y="16487"/>
                  </a:lnTo>
                  <a:lnTo>
                    <a:pt x="12161" y="20875"/>
                  </a:lnTo>
                  <a:lnTo>
                    <a:pt x="17524" y="7192"/>
                  </a:lnTo>
                  <a:lnTo>
                    <a:pt x="16559" y="4387"/>
                  </a:lnTo>
                  <a:lnTo>
                    <a:pt x="5361"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4" name="Google Shape;2664;p34"/>
            <p:cNvGrpSpPr/>
            <p:nvPr/>
          </p:nvGrpSpPr>
          <p:grpSpPr>
            <a:xfrm>
              <a:off x="-2294575" y="1951463"/>
              <a:ext cx="438100" cy="521825"/>
              <a:chOff x="-2294575" y="1951463"/>
              <a:chExt cx="438100" cy="521825"/>
            </a:xfrm>
          </p:grpSpPr>
          <p:sp>
            <p:nvSpPr>
              <p:cNvPr id="2665" name="Google Shape;2665;p34"/>
              <p:cNvSpPr/>
              <p:nvPr/>
            </p:nvSpPr>
            <p:spPr>
              <a:xfrm>
                <a:off x="-2294550" y="1951463"/>
                <a:ext cx="413950" cy="451750"/>
              </a:xfrm>
              <a:custGeom>
                <a:rect b="b" l="l" r="r" t="t"/>
                <a:pathLst>
                  <a:path extrusionOk="0" h="18070" w="16558">
                    <a:moveTo>
                      <a:pt x="5361" y="0"/>
                    </a:moveTo>
                    <a:lnTo>
                      <a:pt x="0" y="13684"/>
                    </a:lnTo>
                    <a:lnTo>
                      <a:pt x="11196" y="18070"/>
                    </a:lnTo>
                    <a:lnTo>
                      <a:pt x="16558" y="4387"/>
                    </a:lnTo>
                    <a:lnTo>
                      <a:pt x="53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34"/>
              <p:cNvSpPr/>
              <p:nvPr/>
            </p:nvSpPr>
            <p:spPr>
              <a:xfrm>
                <a:off x="-1933525" y="2073913"/>
                <a:ext cx="20450" cy="14275"/>
              </a:xfrm>
              <a:custGeom>
                <a:rect b="b" l="l" r="r" t="t"/>
                <a:pathLst>
                  <a:path extrusionOk="0" h="571" w="818">
                    <a:moveTo>
                      <a:pt x="0" y="0"/>
                    </a:moveTo>
                    <a:lnTo>
                      <a:pt x="0" y="159"/>
                    </a:lnTo>
                    <a:lnTo>
                      <a:pt x="2" y="159"/>
                    </a:lnTo>
                    <a:cubicBezTo>
                      <a:pt x="2" y="322"/>
                      <a:pt x="99" y="477"/>
                      <a:pt x="261" y="542"/>
                    </a:cubicBezTo>
                    <a:cubicBezTo>
                      <a:pt x="310" y="561"/>
                      <a:pt x="361" y="570"/>
                      <a:pt x="411" y="570"/>
                    </a:cubicBezTo>
                    <a:cubicBezTo>
                      <a:pt x="576" y="570"/>
                      <a:pt x="731" y="471"/>
                      <a:pt x="795" y="310"/>
                    </a:cubicBezTo>
                    <a:cubicBezTo>
                      <a:pt x="812" y="259"/>
                      <a:pt x="817" y="209"/>
                      <a:pt x="817" y="159"/>
                    </a:cubicBezTo>
                    <a:lnTo>
                      <a:pt x="817" y="0"/>
                    </a:lnTo>
                    <a:close/>
                  </a:path>
                </a:pathLst>
              </a:custGeom>
              <a:solidFill>
                <a:srgbClr val="11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34"/>
              <p:cNvSpPr/>
              <p:nvPr/>
            </p:nvSpPr>
            <p:spPr>
              <a:xfrm>
                <a:off x="-1934925" y="2064938"/>
                <a:ext cx="23300" cy="20575"/>
              </a:xfrm>
              <a:custGeom>
                <a:rect b="b" l="l" r="r" t="t"/>
                <a:pathLst>
                  <a:path extrusionOk="0" h="823" w="932">
                    <a:moveTo>
                      <a:pt x="466" y="0"/>
                    </a:moveTo>
                    <a:cubicBezTo>
                      <a:pt x="302" y="0"/>
                      <a:pt x="147" y="99"/>
                      <a:pt x="84" y="261"/>
                    </a:cubicBezTo>
                    <a:cubicBezTo>
                      <a:pt x="0" y="473"/>
                      <a:pt x="105" y="711"/>
                      <a:pt x="316" y="794"/>
                    </a:cubicBezTo>
                    <a:cubicBezTo>
                      <a:pt x="366" y="813"/>
                      <a:pt x="417" y="823"/>
                      <a:pt x="467" y="823"/>
                    </a:cubicBezTo>
                    <a:cubicBezTo>
                      <a:pt x="631" y="823"/>
                      <a:pt x="785" y="723"/>
                      <a:pt x="849" y="561"/>
                    </a:cubicBezTo>
                    <a:cubicBezTo>
                      <a:pt x="931" y="351"/>
                      <a:pt x="828" y="113"/>
                      <a:pt x="616" y="29"/>
                    </a:cubicBezTo>
                    <a:cubicBezTo>
                      <a:pt x="567" y="9"/>
                      <a:pt x="516" y="0"/>
                      <a:pt x="4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34"/>
              <p:cNvSpPr/>
              <p:nvPr/>
            </p:nvSpPr>
            <p:spPr>
              <a:xfrm>
                <a:off x="-2100450" y="2284813"/>
                <a:ext cx="39275" cy="38750"/>
              </a:xfrm>
              <a:custGeom>
                <a:rect b="b" l="l" r="r" t="t"/>
                <a:pathLst>
                  <a:path extrusionOk="0" h="1550" w="1571">
                    <a:moveTo>
                      <a:pt x="1488" y="944"/>
                    </a:moveTo>
                    <a:cubicBezTo>
                      <a:pt x="1482" y="967"/>
                      <a:pt x="1474" y="988"/>
                      <a:pt x="1465" y="1012"/>
                    </a:cubicBezTo>
                    <a:cubicBezTo>
                      <a:pt x="1474" y="988"/>
                      <a:pt x="1482" y="966"/>
                      <a:pt x="1488" y="944"/>
                    </a:cubicBezTo>
                    <a:close/>
                    <a:moveTo>
                      <a:pt x="379" y="1369"/>
                    </a:moveTo>
                    <a:cubicBezTo>
                      <a:pt x="383" y="1370"/>
                      <a:pt x="387" y="1373"/>
                      <a:pt x="390" y="1375"/>
                    </a:cubicBezTo>
                    <a:cubicBezTo>
                      <a:pt x="387" y="1373"/>
                      <a:pt x="383" y="1372"/>
                      <a:pt x="379" y="1369"/>
                    </a:cubicBezTo>
                    <a:close/>
                    <a:moveTo>
                      <a:pt x="439" y="1403"/>
                    </a:moveTo>
                    <a:cubicBezTo>
                      <a:pt x="459" y="1413"/>
                      <a:pt x="480" y="1422"/>
                      <a:pt x="502" y="1431"/>
                    </a:cubicBezTo>
                    <a:cubicBezTo>
                      <a:pt x="479" y="1422"/>
                      <a:pt x="459" y="1413"/>
                      <a:pt x="439" y="1403"/>
                    </a:cubicBezTo>
                    <a:close/>
                    <a:moveTo>
                      <a:pt x="775" y="1"/>
                    </a:moveTo>
                    <a:cubicBezTo>
                      <a:pt x="480" y="1"/>
                      <a:pt x="199" y="179"/>
                      <a:pt x="85" y="471"/>
                    </a:cubicBezTo>
                    <a:cubicBezTo>
                      <a:pt x="0" y="688"/>
                      <a:pt x="24" y="919"/>
                      <a:pt x="130" y="1107"/>
                    </a:cubicBezTo>
                    <a:cubicBezTo>
                      <a:pt x="206" y="1279"/>
                      <a:pt x="346" y="1424"/>
                      <a:pt x="534" y="1498"/>
                    </a:cubicBezTo>
                    <a:cubicBezTo>
                      <a:pt x="622" y="1533"/>
                      <a:pt x="714" y="1550"/>
                      <a:pt x="804" y="1550"/>
                    </a:cubicBezTo>
                    <a:cubicBezTo>
                      <a:pt x="1100" y="1550"/>
                      <a:pt x="1380" y="1371"/>
                      <a:pt x="1494" y="1079"/>
                    </a:cubicBezTo>
                    <a:cubicBezTo>
                      <a:pt x="1571" y="883"/>
                      <a:pt x="1555" y="677"/>
                      <a:pt x="1476" y="501"/>
                    </a:cubicBezTo>
                    <a:cubicBezTo>
                      <a:pt x="1407" y="302"/>
                      <a:pt x="1256" y="135"/>
                      <a:pt x="1045" y="52"/>
                    </a:cubicBezTo>
                    <a:cubicBezTo>
                      <a:pt x="957" y="17"/>
                      <a:pt x="865" y="1"/>
                      <a:pt x="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34"/>
              <p:cNvSpPr/>
              <p:nvPr/>
            </p:nvSpPr>
            <p:spPr>
              <a:xfrm>
                <a:off x="-2193050" y="2258163"/>
                <a:ext cx="13675" cy="12050"/>
              </a:xfrm>
              <a:custGeom>
                <a:rect b="b" l="l" r="r" t="t"/>
                <a:pathLst>
                  <a:path extrusionOk="0" h="482" w="547">
                    <a:moveTo>
                      <a:pt x="273" y="0"/>
                    </a:moveTo>
                    <a:cubicBezTo>
                      <a:pt x="177" y="0"/>
                      <a:pt x="86" y="58"/>
                      <a:pt x="48" y="153"/>
                    </a:cubicBezTo>
                    <a:cubicBezTo>
                      <a:pt x="0" y="277"/>
                      <a:pt x="61" y="417"/>
                      <a:pt x="185" y="465"/>
                    </a:cubicBezTo>
                    <a:cubicBezTo>
                      <a:pt x="214" y="476"/>
                      <a:pt x="243" y="482"/>
                      <a:pt x="272" y="482"/>
                    </a:cubicBezTo>
                    <a:cubicBezTo>
                      <a:pt x="368" y="482"/>
                      <a:pt x="459" y="424"/>
                      <a:pt x="497" y="329"/>
                    </a:cubicBezTo>
                    <a:cubicBezTo>
                      <a:pt x="546" y="205"/>
                      <a:pt x="485" y="66"/>
                      <a:pt x="359" y="16"/>
                    </a:cubicBezTo>
                    <a:cubicBezTo>
                      <a:pt x="331" y="5"/>
                      <a:pt x="302"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34"/>
              <p:cNvSpPr/>
              <p:nvPr/>
            </p:nvSpPr>
            <p:spPr>
              <a:xfrm>
                <a:off x="-2031325" y="2321538"/>
                <a:ext cx="13650" cy="12050"/>
              </a:xfrm>
              <a:custGeom>
                <a:rect b="b" l="l" r="r" t="t"/>
                <a:pathLst>
                  <a:path extrusionOk="0" h="482" w="546">
                    <a:moveTo>
                      <a:pt x="272" y="0"/>
                    </a:moveTo>
                    <a:cubicBezTo>
                      <a:pt x="176" y="0"/>
                      <a:pt x="85" y="58"/>
                      <a:pt x="48" y="153"/>
                    </a:cubicBezTo>
                    <a:cubicBezTo>
                      <a:pt x="1" y="277"/>
                      <a:pt x="61" y="416"/>
                      <a:pt x="184" y="466"/>
                    </a:cubicBezTo>
                    <a:cubicBezTo>
                      <a:pt x="213" y="477"/>
                      <a:pt x="242" y="482"/>
                      <a:pt x="271" y="482"/>
                    </a:cubicBezTo>
                    <a:cubicBezTo>
                      <a:pt x="368" y="482"/>
                      <a:pt x="459" y="424"/>
                      <a:pt x="497" y="328"/>
                    </a:cubicBezTo>
                    <a:cubicBezTo>
                      <a:pt x="546" y="205"/>
                      <a:pt x="486" y="65"/>
                      <a:pt x="360" y="17"/>
                    </a:cubicBezTo>
                    <a:cubicBezTo>
                      <a:pt x="331" y="6"/>
                      <a:pt x="301"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34"/>
              <p:cNvSpPr/>
              <p:nvPr/>
            </p:nvSpPr>
            <p:spPr>
              <a:xfrm>
                <a:off x="-2294575" y="2061113"/>
                <a:ext cx="438100" cy="412175"/>
              </a:xfrm>
              <a:custGeom>
                <a:rect b="b" l="l" r="r" t="t"/>
                <a:pathLst>
                  <a:path extrusionOk="0" h="16487" w="17524">
                    <a:moveTo>
                      <a:pt x="16558" y="0"/>
                    </a:moveTo>
                    <a:lnTo>
                      <a:pt x="11197" y="13682"/>
                    </a:lnTo>
                    <a:lnTo>
                      <a:pt x="0" y="9296"/>
                    </a:lnTo>
                    <a:lnTo>
                      <a:pt x="965" y="12098"/>
                    </a:lnTo>
                    <a:lnTo>
                      <a:pt x="12162" y="16486"/>
                    </a:lnTo>
                    <a:lnTo>
                      <a:pt x="17524" y="2803"/>
                    </a:lnTo>
                    <a:lnTo>
                      <a:pt x="165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34"/>
              <p:cNvSpPr/>
              <p:nvPr/>
            </p:nvSpPr>
            <p:spPr>
              <a:xfrm>
                <a:off x="-2087625" y="2056038"/>
                <a:ext cx="184150" cy="187625"/>
              </a:xfrm>
              <a:custGeom>
                <a:rect b="b" l="l" r="r" t="t"/>
                <a:pathLst>
                  <a:path extrusionOk="0" h="7505" w="7366">
                    <a:moveTo>
                      <a:pt x="6207" y="0"/>
                    </a:moveTo>
                    <a:lnTo>
                      <a:pt x="5783" y="1083"/>
                    </a:lnTo>
                    <a:lnTo>
                      <a:pt x="5783" y="1189"/>
                    </a:lnTo>
                    <a:lnTo>
                      <a:pt x="5979" y="1266"/>
                    </a:lnTo>
                    <a:lnTo>
                      <a:pt x="1434" y="6904"/>
                    </a:lnTo>
                    <a:lnTo>
                      <a:pt x="713" y="6108"/>
                    </a:lnTo>
                    <a:lnTo>
                      <a:pt x="29" y="6546"/>
                    </a:lnTo>
                    <a:lnTo>
                      <a:pt x="1" y="6634"/>
                    </a:lnTo>
                    <a:lnTo>
                      <a:pt x="1004" y="7439"/>
                    </a:lnTo>
                    <a:lnTo>
                      <a:pt x="1057" y="7373"/>
                    </a:lnTo>
                    <a:lnTo>
                      <a:pt x="1435" y="6906"/>
                    </a:lnTo>
                    <a:lnTo>
                      <a:pt x="1058" y="7374"/>
                    </a:lnTo>
                    <a:lnTo>
                      <a:pt x="1004" y="7441"/>
                    </a:lnTo>
                    <a:cubicBezTo>
                      <a:pt x="1012" y="7449"/>
                      <a:pt x="1023" y="7455"/>
                      <a:pt x="1032" y="7461"/>
                    </a:cubicBezTo>
                    <a:lnTo>
                      <a:pt x="1040" y="7466"/>
                    </a:lnTo>
                    <a:cubicBezTo>
                      <a:pt x="1048" y="7471"/>
                      <a:pt x="1057" y="7475"/>
                      <a:pt x="1066" y="7479"/>
                    </a:cubicBezTo>
                    <a:cubicBezTo>
                      <a:pt x="1067" y="7480"/>
                      <a:pt x="1069" y="7480"/>
                      <a:pt x="1071" y="7481"/>
                    </a:cubicBezTo>
                    <a:cubicBezTo>
                      <a:pt x="1107" y="7497"/>
                      <a:pt x="1145" y="7504"/>
                      <a:pt x="1183" y="7504"/>
                    </a:cubicBezTo>
                    <a:cubicBezTo>
                      <a:pt x="1266" y="7504"/>
                      <a:pt x="1348" y="7468"/>
                      <a:pt x="1404" y="7397"/>
                    </a:cubicBezTo>
                    <a:lnTo>
                      <a:pt x="6259" y="1375"/>
                    </a:lnTo>
                    <a:lnTo>
                      <a:pt x="6941" y="1641"/>
                    </a:lnTo>
                    <a:lnTo>
                      <a:pt x="7365" y="559"/>
                    </a:lnTo>
                    <a:lnTo>
                      <a:pt x="7365" y="453"/>
                    </a:lnTo>
                    <a:lnTo>
                      <a:pt x="62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34"/>
              <p:cNvSpPr/>
              <p:nvPr/>
            </p:nvSpPr>
            <p:spPr>
              <a:xfrm>
                <a:off x="-2153650" y="2264638"/>
                <a:ext cx="39300" cy="38750"/>
              </a:xfrm>
              <a:custGeom>
                <a:rect b="b" l="l" r="r" t="t"/>
                <a:pathLst>
                  <a:path extrusionOk="0" h="1550" w="1572">
                    <a:moveTo>
                      <a:pt x="1505" y="876"/>
                    </a:moveTo>
                    <a:lnTo>
                      <a:pt x="1505" y="876"/>
                    </a:lnTo>
                    <a:cubicBezTo>
                      <a:pt x="1504" y="880"/>
                      <a:pt x="1504" y="884"/>
                      <a:pt x="1502" y="887"/>
                    </a:cubicBezTo>
                    <a:cubicBezTo>
                      <a:pt x="1502" y="882"/>
                      <a:pt x="1504" y="880"/>
                      <a:pt x="1505" y="876"/>
                    </a:cubicBezTo>
                    <a:close/>
                    <a:moveTo>
                      <a:pt x="380" y="1370"/>
                    </a:moveTo>
                    <a:lnTo>
                      <a:pt x="380" y="1370"/>
                    </a:lnTo>
                    <a:cubicBezTo>
                      <a:pt x="384" y="1371"/>
                      <a:pt x="387" y="1374"/>
                      <a:pt x="391" y="1376"/>
                    </a:cubicBezTo>
                    <a:cubicBezTo>
                      <a:pt x="387" y="1374"/>
                      <a:pt x="383" y="1372"/>
                      <a:pt x="380" y="1370"/>
                    </a:cubicBezTo>
                    <a:close/>
                    <a:moveTo>
                      <a:pt x="777" y="0"/>
                    </a:moveTo>
                    <a:cubicBezTo>
                      <a:pt x="481" y="0"/>
                      <a:pt x="201" y="179"/>
                      <a:pt x="86" y="471"/>
                    </a:cubicBezTo>
                    <a:cubicBezTo>
                      <a:pt x="0" y="688"/>
                      <a:pt x="25" y="918"/>
                      <a:pt x="131" y="1107"/>
                    </a:cubicBezTo>
                    <a:cubicBezTo>
                      <a:pt x="206" y="1278"/>
                      <a:pt x="346" y="1423"/>
                      <a:pt x="535" y="1498"/>
                    </a:cubicBezTo>
                    <a:cubicBezTo>
                      <a:pt x="623" y="1533"/>
                      <a:pt x="715" y="1550"/>
                      <a:pt x="804" y="1550"/>
                    </a:cubicBezTo>
                    <a:cubicBezTo>
                      <a:pt x="1101" y="1550"/>
                      <a:pt x="1381" y="1370"/>
                      <a:pt x="1495" y="1078"/>
                    </a:cubicBezTo>
                    <a:cubicBezTo>
                      <a:pt x="1572" y="884"/>
                      <a:pt x="1556" y="678"/>
                      <a:pt x="1476" y="500"/>
                    </a:cubicBezTo>
                    <a:cubicBezTo>
                      <a:pt x="1408" y="302"/>
                      <a:pt x="1257" y="134"/>
                      <a:pt x="1046" y="51"/>
                    </a:cubicBezTo>
                    <a:cubicBezTo>
                      <a:pt x="958" y="17"/>
                      <a:pt x="86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34"/>
              <p:cNvSpPr/>
              <p:nvPr/>
            </p:nvSpPr>
            <p:spPr>
              <a:xfrm>
                <a:off x="-2259050" y="2223338"/>
                <a:ext cx="39325" cy="38775"/>
              </a:xfrm>
              <a:custGeom>
                <a:rect b="b" l="l" r="r" t="t"/>
                <a:pathLst>
                  <a:path extrusionOk="0" h="1551" w="1573">
                    <a:moveTo>
                      <a:pt x="1505" y="877"/>
                    </a:moveTo>
                    <a:cubicBezTo>
                      <a:pt x="1505" y="881"/>
                      <a:pt x="1503" y="885"/>
                      <a:pt x="1502" y="887"/>
                    </a:cubicBezTo>
                    <a:cubicBezTo>
                      <a:pt x="1504" y="883"/>
                      <a:pt x="1505" y="879"/>
                      <a:pt x="1505" y="877"/>
                    </a:cubicBezTo>
                    <a:close/>
                    <a:moveTo>
                      <a:pt x="439" y="1404"/>
                    </a:moveTo>
                    <a:cubicBezTo>
                      <a:pt x="460" y="1413"/>
                      <a:pt x="482" y="1424"/>
                      <a:pt x="504" y="1433"/>
                    </a:cubicBezTo>
                    <a:cubicBezTo>
                      <a:pt x="482" y="1424"/>
                      <a:pt x="460" y="1414"/>
                      <a:pt x="439" y="1404"/>
                    </a:cubicBezTo>
                    <a:close/>
                    <a:moveTo>
                      <a:pt x="777" y="1"/>
                    </a:moveTo>
                    <a:cubicBezTo>
                      <a:pt x="481" y="1"/>
                      <a:pt x="201" y="180"/>
                      <a:pt x="86" y="472"/>
                    </a:cubicBezTo>
                    <a:cubicBezTo>
                      <a:pt x="0" y="689"/>
                      <a:pt x="25" y="919"/>
                      <a:pt x="131" y="1108"/>
                    </a:cubicBezTo>
                    <a:cubicBezTo>
                      <a:pt x="207" y="1279"/>
                      <a:pt x="346" y="1424"/>
                      <a:pt x="535" y="1499"/>
                    </a:cubicBezTo>
                    <a:cubicBezTo>
                      <a:pt x="624" y="1534"/>
                      <a:pt x="715" y="1550"/>
                      <a:pt x="805" y="1550"/>
                    </a:cubicBezTo>
                    <a:cubicBezTo>
                      <a:pt x="1101" y="1550"/>
                      <a:pt x="1381" y="1371"/>
                      <a:pt x="1496" y="1079"/>
                    </a:cubicBezTo>
                    <a:cubicBezTo>
                      <a:pt x="1572" y="883"/>
                      <a:pt x="1558" y="679"/>
                      <a:pt x="1476" y="501"/>
                    </a:cubicBezTo>
                    <a:cubicBezTo>
                      <a:pt x="1408" y="303"/>
                      <a:pt x="1257" y="135"/>
                      <a:pt x="1047" y="52"/>
                    </a:cubicBezTo>
                    <a:cubicBezTo>
                      <a:pt x="958" y="17"/>
                      <a:pt x="867"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34"/>
              <p:cNvSpPr/>
              <p:nvPr/>
            </p:nvSpPr>
            <p:spPr>
              <a:xfrm>
                <a:off x="-2252275" y="2229838"/>
                <a:ext cx="24300" cy="23125"/>
              </a:xfrm>
              <a:custGeom>
                <a:rect b="b" l="l" r="r" t="t"/>
                <a:pathLst>
                  <a:path extrusionOk="0" h="925" w="972">
                    <a:moveTo>
                      <a:pt x="468" y="1"/>
                    </a:moveTo>
                    <a:cubicBezTo>
                      <a:pt x="236" y="1"/>
                      <a:pt x="40" y="178"/>
                      <a:pt x="18" y="414"/>
                    </a:cubicBezTo>
                    <a:cubicBezTo>
                      <a:pt x="1" y="611"/>
                      <a:pt x="111" y="788"/>
                      <a:pt x="279" y="866"/>
                    </a:cubicBezTo>
                    <a:lnTo>
                      <a:pt x="279" y="869"/>
                    </a:lnTo>
                    <a:cubicBezTo>
                      <a:pt x="333" y="896"/>
                      <a:pt x="393" y="916"/>
                      <a:pt x="456" y="922"/>
                    </a:cubicBezTo>
                    <a:cubicBezTo>
                      <a:pt x="473" y="924"/>
                      <a:pt x="490" y="925"/>
                      <a:pt x="506" y="925"/>
                    </a:cubicBezTo>
                    <a:cubicBezTo>
                      <a:pt x="743" y="925"/>
                      <a:pt x="941" y="751"/>
                      <a:pt x="957" y="516"/>
                    </a:cubicBezTo>
                    <a:cubicBezTo>
                      <a:pt x="972" y="329"/>
                      <a:pt x="870" y="158"/>
                      <a:pt x="714" y="71"/>
                    </a:cubicBezTo>
                    <a:cubicBezTo>
                      <a:pt x="655" y="34"/>
                      <a:pt x="586" y="9"/>
                      <a:pt x="512" y="3"/>
                    </a:cubicBezTo>
                    <a:cubicBezTo>
                      <a:pt x="497" y="1"/>
                      <a:pt x="483"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34"/>
              <p:cNvSpPr/>
              <p:nvPr/>
            </p:nvSpPr>
            <p:spPr>
              <a:xfrm>
                <a:off x="-1975575" y="2193263"/>
                <a:ext cx="23375" cy="52875"/>
              </a:xfrm>
              <a:custGeom>
                <a:rect b="b" l="l" r="r" t="t"/>
                <a:pathLst>
                  <a:path extrusionOk="0" h="2115" w="935">
                    <a:moveTo>
                      <a:pt x="683" y="0"/>
                    </a:moveTo>
                    <a:lnTo>
                      <a:pt x="1" y="1743"/>
                    </a:lnTo>
                    <a:lnTo>
                      <a:pt x="1" y="2022"/>
                    </a:lnTo>
                    <a:lnTo>
                      <a:pt x="251" y="2115"/>
                    </a:lnTo>
                    <a:lnTo>
                      <a:pt x="935" y="372"/>
                    </a:lnTo>
                    <a:lnTo>
                      <a:pt x="935" y="93"/>
                    </a:lnTo>
                    <a:lnTo>
                      <a:pt x="6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34"/>
              <p:cNvSpPr/>
              <p:nvPr/>
            </p:nvSpPr>
            <p:spPr>
              <a:xfrm>
                <a:off x="-2167200" y="1989363"/>
                <a:ext cx="134500" cy="203875"/>
              </a:xfrm>
              <a:custGeom>
                <a:rect b="b" l="l" r="r" t="t"/>
                <a:pathLst>
                  <a:path extrusionOk="0" h="8155" w="5380">
                    <a:moveTo>
                      <a:pt x="2881" y="0"/>
                    </a:moveTo>
                    <a:cubicBezTo>
                      <a:pt x="1808" y="0"/>
                      <a:pt x="775" y="428"/>
                      <a:pt x="15" y="1179"/>
                    </a:cubicBezTo>
                    <a:cubicBezTo>
                      <a:pt x="0" y="1485"/>
                      <a:pt x="155" y="1740"/>
                      <a:pt x="660" y="1803"/>
                    </a:cubicBezTo>
                    <a:cubicBezTo>
                      <a:pt x="2133" y="1988"/>
                      <a:pt x="3800" y="2316"/>
                      <a:pt x="2089" y="4028"/>
                    </a:cubicBezTo>
                    <a:cubicBezTo>
                      <a:pt x="595" y="5525"/>
                      <a:pt x="2520" y="5619"/>
                      <a:pt x="3030" y="5619"/>
                    </a:cubicBezTo>
                    <a:cubicBezTo>
                      <a:pt x="3104" y="5619"/>
                      <a:pt x="3148" y="5618"/>
                      <a:pt x="3148" y="5618"/>
                    </a:cubicBezTo>
                    <a:lnTo>
                      <a:pt x="3148" y="5618"/>
                    </a:lnTo>
                    <a:cubicBezTo>
                      <a:pt x="3148" y="5618"/>
                      <a:pt x="4018" y="6541"/>
                      <a:pt x="2706" y="6726"/>
                    </a:cubicBezTo>
                    <a:cubicBezTo>
                      <a:pt x="1948" y="6831"/>
                      <a:pt x="1688" y="7465"/>
                      <a:pt x="1857" y="8022"/>
                    </a:cubicBezTo>
                    <a:cubicBezTo>
                      <a:pt x="2198" y="8112"/>
                      <a:pt x="2542" y="8155"/>
                      <a:pt x="2883" y="8155"/>
                    </a:cubicBezTo>
                    <a:cubicBezTo>
                      <a:pt x="3587" y="8155"/>
                      <a:pt x="4275" y="7970"/>
                      <a:pt x="4881" y="7630"/>
                    </a:cubicBezTo>
                    <a:cubicBezTo>
                      <a:pt x="4438" y="7437"/>
                      <a:pt x="4058" y="7138"/>
                      <a:pt x="4365" y="6727"/>
                    </a:cubicBezTo>
                    <a:cubicBezTo>
                      <a:pt x="4934" y="5963"/>
                      <a:pt x="5380" y="4346"/>
                      <a:pt x="4348" y="4346"/>
                    </a:cubicBezTo>
                    <a:cubicBezTo>
                      <a:pt x="4298" y="4346"/>
                      <a:pt x="4244" y="4350"/>
                      <a:pt x="4187" y="4357"/>
                    </a:cubicBezTo>
                    <a:cubicBezTo>
                      <a:pt x="4143" y="4363"/>
                      <a:pt x="4102" y="4366"/>
                      <a:pt x="4064" y="4366"/>
                    </a:cubicBezTo>
                    <a:cubicBezTo>
                      <a:pt x="3007" y="4366"/>
                      <a:pt x="3753" y="2192"/>
                      <a:pt x="2957" y="1834"/>
                    </a:cubicBezTo>
                    <a:cubicBezTo>
                      <a:pt x="2333" y="1556"/>
                      <a:pt x="2444" y="467"/>
                      <a:pt x="3109" y="7"/>
                    </a:cubicBezTo>
                    <a:cubicBezTo>
                      <a:pt x="3033" y="2"/>
                      <a:pt x="2957" y="0"/>
                      <a:pt x="2881"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34"/>
              <p:cNvSpPr/>
              <p:nvPr/>
            </p:nvSpPr>
            <p:spPr>
              <a:xfrm>
                <a:off x="-2197600" y="1989338"/>
                <a:ext cx="205850" cy="207900"/>
              </a:xfrm>
              <a:custGeom>
                <a:rect b="b" l="l" r="r" t="t"/>
                <a:pathLst>
                  <a:path extrusionOk="0" h="8316" w="8234">
                    <a:moveTo>
                      <a:pt x="8150" y="4500"/>
                    </a:moveTo>
                    <a:cubicBezTo>
                      <a:pt x="8150" y="4505"/>
                      <a:pt x="8150" y="4512"/>
                      <a:pt x="8149" y="4517"/>
                    </a:cubicBezTo>
                    <a:cubicBezTo>
                      <a:pt x="8149" y="4511"/>
                      <a:pt x="8150" y="4505"/>
                      <a:pt x="8150" y="4500"/>
                    </a:cubicBezTo>
                    <a:close/>
                    <a:moveTo>
                      <a:pt x="8136" y="4636"/>
                    </a:moveTo>
                    <a:cubicBezTo>
                      <a:pt x="8136" y="4637"/>
                      <a:pt x="8135" y="4638"/>
                      <a:pt x="8135" y="4639"/>
                    </a:cubicBezTo>
                    <a:lnTo>
                      <a:pt x="8135" y="4639"/>
                    </a:lnTo>
                    <a:cubicBezTo>
                      <a:pt x="8135" y="4638"/>
                      <a:pt x="8136" y="4637"/>
                      <a:pt x="8136" y="4636"/>
                    </a:cubicBezTo>
                    <a:close/>
                    <a:moveTo>
                      <a:pt x="1080" y="6817"/>
                    </a:moveTo>
                    <a:lnTo>
                      <a:pt x="1080" y="6817"/>
                    </a:lnTo>
                    <a:cubicBezTo>
                      <a:pt x="1081" y="6819"/>
                      <a:pt x="1082" y="6820"/>
                      <a:pt x="1084" y="6822"/>
                    </a:cubicBezTo>
                    <a:cubicBezTo>
                      <a:pt x="1082" y="6821"/>
                      <a:pt x="1081" y="6820"/>
                      <a:pt x="1080" y="6817"/>
                    </a:cubicBezTo>
                    <a:close/>
                    <a:moveTo>
                      <a:pt x="1469" y="7194"/>
                    </a:moveTo>
                    <a:cubicBezTo>
                      <a:pt x="1490" y="7212"/>
                      <a:pt x="1510" y="7229"/>
                      <a:pt x="1531" y="7246"/>
                    </a:cubicBezTo>
                    <a:cubicBezTo>
                      <a:pt x="1509" y="7229"/>
                      <a:pt x="1489" y="7212"/>
                      <a:pt x="1469" y="7194"/>
                    </a:cubicBezTo>
                    <a:close/>
                    <a:moveTo>
                      <a:pt x="1595" y="7297"/>
                    </a:moveTo>
                    <a:lnTo>
                      <a:pt x="1595" y="7297"/>
                    </a:lnTo>
                    <a:cubicBezTo>
                      <a:pt x="1623" y="7318"/>
                      <a:pt x="1651" y="7340"/>
                      <a:pt x="1680" y="7362"/>
                    </a:cubicBezTo>
                    <a:cubicBezTo>
                      <a:pt x="1650" y="7341"/>
                      <a:pt x="1622" y="7319"/>
                      <a:pt x="1595" y="7297"/>
                    </a:cubicBezTo>
                    <a:close/>
                    <a:moveTo>
                      <a:pt x="5632" y="7855"/>
                    </a:moveTo>
                    <a:cubicBezTo>
                      <a:pt x="5566" y="7883"/>
                      <a:pt x="5501" y="7908"/>
                      <a:pt x="5435" y="7930"/>
                    </a:cubicBezTo>
                    <a:cubicBezTo>
                      <a:pt x="5501" y="7906"/>
                      <a:pt x="5566" y="7883"/>
                      <a:pt x="5632" y="7855"/>
                    </a:cubicBezTo>
                    <a:close/>
                    <a:moveTo>
                      <a:pt x="5233" y="7993"/>
                    </a:moveTo>
                    <a:cubicBezTo>
                      <a:pt x="5132" y="8024"/>
                      <a:pt x="5029" y="8049"/>
                      <a:pt x="4925" y="8071"/>
                    </a:cubicBezTo>
                    <a:cubicBezTo>
                      <a:pt x="5028" y="8049"/>
                      <a:pt x="5132" y="8023"/>
                      <a:pt x="5233" y="7993"/>
                    </a:cubicBezTo>
                    <a:close/>
                    <a:moveTo>
                      <a:pt x="4822" y="8091"/>
                    </a:moveTo>
                    <a:cubicBezTo>
                      <a:pt x="4753" y="8105"/>
                      <a:pt x="4683" y="8115"/>
                      <a:pt x="4612" y="8123"/>
                    </a:cubicBezTo>
                    <a:cubicBezTo>
                      <a:pt x="4682" y="8115"/>
                      <a:pt x="4752" y="8105"/>
                      <a:pt x="4822" y="8091"/>
                    </a:cubicBezTo>
                    <a:close/>
                    <a:moveTo>
                      <a:pt x="4097" y="1"/>
                    </a:moveTo>
                    <a:cubicBezTo>
                      <a:pt x="2386" y="1"/>
                      <a:pt x="774" y="1086"/>
                      <a:pt x="212" y="2841"/>
                    </a:cubicBezTo>
                    <a:cubicBezTo>
                      <a:pt x="71" y="3280"/>
                      <a:pt x="11" y="3729"/>
                      <a:pt x="22" y="4170"/>
                    </a:cubicBezTo>
                    <a:cubicBezTo>
                      <a:pt x="1" y="5736"/>
                      <a:pt x="890" y="7240"/>
                      <a:pt x="2366" y="7929"/>
                    </a:cubicBezTo>
                    <a:cubicBezTo>
                      <a:pt x="2930" y="8192"/>
                      <a:pt x="3518" y="8316"/>
                      <a:pt x="4096" y="8316"/>
                    </a:cubicBezTo>
                    <a:cubicBezTo>
                      <a:pt x="5807" y="8316"/>
                      <a:pt x="7419" y="7231"/>
                      <a:pt x="7981" y="5475"/>
                    </a:cubicBezTo>
                    <a:cubicBezTo>
                      <a:pt x="8110" y="5073"/>
                      <a:pt x="8169" y="4663"/>
                      <a:pt x="8169" y="4256"/>
                    </a:cubicBezTo>
                    <a:cubicBezTo>
                      <a:pt x="8234" y="2650"/>
                      <a:pt x="7336" y="1091"/>
                      <a:pt x="5827" y="387"/>
                    </a:cubicBezTo>
                    <a:cubicBezTo>
                      <a:pt x="5264" y="124"/>
                      <a:pt x="4675" y="1"/>
                      <a:pt x="4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34"/>
              <p:cNvSpPr/>
              <p:nvPr/>
            </p:nvSpPr>
            <p:spPr>
              <a:xfrm>
                <a:off x="-2149900" y="2043388"/>
                <a:ext cx="109250" cy="95825"/>
              </a:xfrm>
              <a:custGeom>
                <a:rect b="b" l="l" r="r" t="t"/>
                <a:pathLst>
                  <a:path extrusionOk="0" h="3833" w="4370">
                    <a:moveTo>
                      <a:pt x="2190" y="0"/>
                    </a:moveTo>
                    <a:cubicBezTo>
                      <a:pt x="1932" y="0"/>
                      <a:pt x="1670" y="52"/>
                      <a:pt x="1419" y="162"/>
                    </a:cubicBezTo>
                    <a:cubicBezTo>
                      <a:pt x="446" y="588"/>
                      <a:pt x="1" y="1718"/>
                      <a:pt x="424" y="2686"/>
                    </a:cubicBezTo>
                    <a:cubicBezTo>
                      <a:pt x="738" y="3404"/>
                      <a:pt x="1441" y="3832"/>
                      <a:pt x="2180" y="3832"/>
                    </a:cubicBezTo>
                    <a:cubicBezTo>
                      <a:pt x="2438" y="3832"/>
                      <a:pt x="2700" y="3780"/>
                      <a:pt x="2951" y="3670"/>
                    </a:cubicBezTo>
                    <a:cubicBezTo>
                      <a:pt x="3924" y="3245"/>
                      <a:pt x="4369" y="2116"/>
                      <a:pt x="3946" y="1147"/>
                    </a:cubicBezTo>
                    <a:cubicBezTo>
                      <a:pt x="3632" y="428"/>
                      <a:pt x="2929" y="0"/>
                      <a:pt x="2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34"/>
              <p:cNvSpPr/>
              <p:nvPr/>
            </p:nvSpPr>
            <p:spPr>
              <a:xfrm>
                <a:off x="-2107125" y="2079913"/>
                <a:ext cx="23875" cy="22775"/>
              </a:xfrm>
              <a:custGeom>
                <a:rect b="b" l="l" r="r" t="t"/>
                <a:pathLst>
                  <a:path extrusionOk="0" h="911" w="955">
                    <a:moveTo>
                      <a:pt x="478" y="1"/>
                    </a:moveTo>
                    <a:cubicBezTo>
                      <a:pt x="264" y="1"/>
                      <a:pt x="63" y="153"/>
                      <a:pt x="27" y="391"/>
                    </a:cubicBezTo>
                    <a:cubicBezTo>
                      <a:pt x="1" y="560"/>
                      <a:pt x="77" y="735"/>
                      <a:pt x="219" y="830"/>
                    </a:cubicBezTo>
                    <a:cubicBezTo>
                      <a:pt x="300" y="885"/>
                      <a:pt x="390" y="911"/>
                      <a:pt x="477" y="911"/>
                    </a:cubicBezTo>
                    <a:cubicBezTo>
                      <a:pt x="691" y="911"/>
                      <a:pt x="892" y="759"/>
                      <a:pt x="929" y="521"/>
                    </a:cubicBezTo>
                    <a:cubicBezTo>
                      <a:pt x="954" y="351"/>
                      <a:pt x="878" y="177"/>
                      <a:pt x="737" y="81"/>
                    </a:cubicBezTo>
                    <a:cubicBezTo>
                      <a:pt x="655" y="26"/>
                      <a:pt x="565" y="1"/>
                      <a:pt x="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34"/>
              <p:cNvSpPr/>
              <p:nvPr/>
            </p:nvSpPr>
            <p:spPr>
              <a:xfrm>
                <a:off x="-2146875" y="2271113"/>
                <a:ext cx="24300" cy="23125"/>
              </a:xfrm>
              <a:custGeom>
                <a:rect b="b" l="l" r="r" t="t"/>
                <a:pathLst>
                  <a:path extrusionOk="0" h="925" w="972">
                    <a:moveTo>
                      <a:pt x="468" y="1"/>
                    </a:moveTo>
                    <a:cubicBezTo>
                      <a:pt x="236" y="1"/>
                      <a:pt x="39" y="178"/>
                      <a:pt x="18" y="415"/>
                    </a:cubicBezTo>
                    <a:cubicBezTo>
                      <a:pt x="0" y="611"/>
                      <a:pt x="111" y="788"/>
                      <a:pt x="279" y="867"/>
                    </a:cubicBezTo>
                    <a:lnTo>
                      <a:pt x="279" y="869"/>
                    </a:lnTo>
                    <a:cubicBezTo>
                      <a:pt x="333" y="897"/>
                      <a:pt x="393" y="916"/>
                      <a:pt x="456" y="922"/>
                    </a:cubicBezTo>
                    <a:cubicBezTo>
                      <a:pt x="473" y="924"/>
                      <a:pt x="489" y="925"/>
                      <a:pt x="506" y="925"/>
                    </a:cubicBezTo>
                    <a:cubicBezTo>
                      <a:pt x="742" y="925"/>
                      <a:pt x="941" y="751"/>
                      <a:pt x="957" y="516"/>
                    </a:cubicBezTo>
                    <a:cubicBezTo>
                      <a:pt x="972" y="331"/>
                      <a:pt x="869" y="161"/>
                      <a:pt x="714" y="71"/>
                    </a:cubicBezTo>
                    <a:cubicBezTo>
                      <a:pt x="654" y="34"/>
                      <a:pt x="586" y="9"/>
                      <a:pt x="511" y="3"/>
                    </a:cubicBezTo>
                    <a:cubicBezTo>
                      <a:pt x="497" y="1"/>
                      <a:pt x="482"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34"/>
              <p:cNvSpPr/>
              <p:nvPr/>
            </p:nvSpPr>
            <p:spPr>
              <a:xfrm>
                <a:off x="-2093700" y="2291263"/>
                <a:ext cx="24300" cy="23150"/>
              </a:xfrm>
              <a:custGeom>
                <a:rect b="b" l="l" r="r" t="t"/>
                <a:pathLst>
                  <a:path extrusionOk="0" h="926" w="972">
                    <a:moveTo>
                      <a:pt x="469" y="1"/>
                    </a:moveTo>
                    <a:cubicBezTo>
                      <a:pt x="236" y="1"/>
                      <a:pt x="39" y="178"/>
                      <a:pt x="18" y="415"/>
                    </a:cubicBezTo>
                    <a:cubicBezTo>
                      <a:pt x="0" y="611"/>
                      <a:pt x="111" y="788"/>
                      <a:pt x="279" y="868"/>
                    </a:cubicBezTo>
                    <a:lnTo>
                      <a:pt x="279" y="869"/>
                    </a:lnTo>
                    <a:cubicBezTo>
                      <a:pt x="333" y="897"/>
                      <a:pt x="393" y="916"/>
                      <a:pt x="456" y="922"/>
                    </a:cubicBezTo>
                    <a:cubicBezTo>
                      <a:pt x="473" y="924"/>
                      <a:pt x="490" y="925"/>
                      <a:pt x="507" y="925"/>
                    </a:cubicBezTo>
                    <a:cubicBezTo>
                      <a:pt x="743" y="925"/>
                      <a:pt x="941" y="751"/>
                      <a:pt x="957" y="517"/>
                    </a:cubicBezTo>
                    <a:cubicBezTo>
                      <a:pt x="972" y="331"/>
                      <a:pt x="870" y="161"/>
                      <a:pt x="714" y="71"/>
                    </a:cubicBezTo>
                    <a:cubicBezTo>
                      <a:pt x="655" y="34"/>
                      <a:pt x="587" y="9"/>
                      <a:pt x="511" y="3"/>
                    </a:cubicBezTo>
                    <a:cubicBezTo>
                      <a:pt x="497" y="2"/>
                      <a:pt x="483"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34"/>
              <p:cNvSpPr/>
              <p:nvPr/>
            </p:nvSpPr>
            <p:spPr>
              <a:xfrm>
                <a:off x="-2222725" y="2179463"/>
                <a:ext cx="114350" cy="64025"/>
              </a:xfrm>
              <a:custGeom>
                <a:rect b="b" l="l" r="r" t="t"/>
                <a:pathLst>
                  <a:path extrusionOk="0" h="2561" w="4574">
                    <a:moveTo>
                      <a:pt x="355" y="0"/>
                    </a:moveTo>
                    <a:lnTo>
                      <a:pt x="0" y="908"/>
                    </a:lnTo>
                    <a:lnTo>
                      <a:pt x="3360" y="2224"/>
                    </a:lnTo>
                    <a:lnTo>
                      <a:pt x="4010" y="2479"/>
                    </a:lnTo>
                    <a:lnTo>
                      <a:pt x="4217" y="2560"/>
                    </a:lnTo>
                    <a:lnTo>
                      <a:pt x="4573" y="1652"/>
                    </a:lnTo>
                    <a:lnTo>
                      <a:pt x="3807" y="1352"/>
                    </a:lnTo>
                    <a:lnTo>
                      <a:pt x="3596" y="1269"/>
                    </a:lnTo>
                    <a:lnTo>
                      <a:pt x="1863" y="591"/>
                    </a:lnTo>
                    <a:lnTo>
                      <a:pt x="1545" y="466"/>
                    </a:lnTo>
                    <a:lnTo>
                      <a:pt x="3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84" name="Google Shape;2684;p34"/>
          <p:cNvGrpSpPr/>
          <p:nvPr/>
        </p:nvGrpSpPr>
        <p:grpSpPr>
          <a:xfrm>
            <a:off x="8397908" y="3661622"/>
            <a:ext cx="500560" cy="472885"/>
            <a:chOff x="-1174275" y="581450"/>
            <a:chExt cx="370100" cy="349638"/>
          </a:xfrm>
        </p:grpSpPr>
        <p:sp>
          <p:nvSpPr>
            <p:cNvPr id="2685" name="Google Shape;2685;p34"/>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34"/>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7" name="Google Shape;2687;p34"/>
          <p:cNvGrpSpPr/>
          <p:nvPr/>
        </p:nvGrpSpPr>
        <p:grpSpPr>
          <a:xfrm rot="-823633">
            <a:off x="640142" y="4347468"/>
            <a:ext cx="866963" cy="636465"/>
            <a:chOff x="-3031700" y="3408550"/>
            <a:chExt cx="323475" cy="237463"/>
          </a:xfrm>
        </p:grpSpPr>
        <p:sp>
          <p:nvSpPr>
            <p:cNvPr id="2688" name="Google Shape;2688;p34"/>
            <p:cNvSpPr/>
            <p:nvPr/>
          </p:nvSpPr>
          <p:spPr>
            <a:xfrm>
              <a:off x="-3031700" y="3408550"/>
              <a:ext cx="323425" cy="236300"/>
            </a:xfrm>
            <a:custGeom>
              <a:rect b="b" l="l" r="r" t="t"/>
              <a:pathLst>
                <a:path extrusionOk="0" h="9452" w="12937">
                  <a:moveTo>
                    <a:pt x="6968" y="1"/>
                  </a:moveTo>
                  <a:cubicBezTo>
                    <a:pt x="6829" y="1"/>
                    <a:pt x="6706" y="95"/>
                    <a:pt x="6686" y="228"/>
                  </a:cubicBezTo>
                  <a:lnTo>
                    <a:pt x="6684" y="228"/>
                  </a:lnTo>
                  <a:cubicBezTo>
                    <a:pt x="6683" y="239"/>
                    <a:pt x="6682" y="251"/>
                    <a:pt x="6682" y="263"/>
                  </a:cubicBezTo>
                  <a:lnTo>
                    <a:pt x="6682" y="289"/>
                  </a:lnTo>
                  <a:lnTo>
                    <a:pt x="792" y="289"/>
                  </a:lnTo>
                  <a:cubicBezTo>
                    <a:pt x="356" y="289"/>
                    <a:pt x="1" y="642"/>
                    <a:pt x="1" y="1079"/>
                  </a:cubicBezTo>
                  <a:lnTo>
                    <a:pt x="1" y="8660"/>
                  </a:lnTo>
                  <a:cubicBezTo>
                    <a:pt x="1" y="9097"/>
                    <a:pt x="355" y="9452"/>
                    <a:pt x="792" y="9452"/>
                  </a:cubicBezTo>
                  <a:lnTo>
                    <a:pt x="12146" y="9452"/>
                  </a:lnTo>
                  <a:cubicBezTo>
                    <a:pt x="12583" y="9452"/>
                    <a:pt x="12937" y="9098"/>
                    <a:pt x="12937" y="8660"/>
                  </a:cubicBezTo>
                  <a:lnTo>
                    <a:pt x="12937" y="1079"/>
                  </a:lnTo>
                  <a:cubicBezTo>
                    <a:pt x="12936" y="642"/>
                    <a:pt x="12583" y="289"/>
                    <a:pt x="12146" y="289"/>
                  </a:cubicBezTo>
                  <a:lnTo>
                    <a:pt x="11872" y="289"/>
                  </a:lnTo>
                  <a:lnTo>
                    <a:pt x="11872" y="263"/>
                  </a:lnTo>
                  <a:cubicBezTo>
                    <a:pt x="11872" y="251"/>
                    <a:pt x="11870" y="239"/>
                    <a:pt x="11869" y="228"/>
                  </a:cubicBezTo>
                  <a:lnTo>
                    <a:pt x="11868" y="228"/>
                  </a:lnTo>
                  <a:cubicBezTo>
                    <a:pt x="11851" y="95"/>
                    <a:pt x="11743" y="1"/>
                    <a:pt x="11604" y="1"/>
                  </a:cubicBezTo>
                  <a:lnTo>
                    <a:pt x="10284" y="1"/>
                  </a:lnTo>
                  <a:lnTo>
                    <a:pt x="10284" y="228"/>
                  </a:lnTo>
                  <a:lnTo>
                    <a:pt x="10284" y="288"/>
                  </a:lnTo>
                  <a:lnTo>
                    <a:pt x="10085" y="288"/>
                  </a:lnTo>
                  <a:lnTo>
                    <a:pt x="10085" y="228"/>
                  </a:lnTo>
                  <a:lnTo>
                    <a:pt x="10085" y="1"/>
                  </a:lnTo>
                  <a:lnTo>
                    <a:pt x="8497" y="1"/>
                  </a:lnTo>
                  <a:lnTo>
                    <a:pt x="8497" y="228"/>
                  </a:lnTo>
                  <a:lnTo>
                    <a:pt x="8497" y="288"/>
                  </a:lnTo>
                  <a:lnTo>
                    <a:pt x="8270" y="288"/>
                  </a:lnTo>
                  <a:lnTo>
                    <a:pt x="8270" y="228"/>
                  </a:lnTo>
                  <a:lnTo>
                    <a:pt x="8270" y="1"/>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9" name="Google Shape;2689;p34"/>
            <p:cNvGrpSpPr/>
            <p:nvPr/>
          </p:nvGrpSpPr>
          <p:grpSpPr>
            <a:xfrm>
              <a:off x="-3031650" y="3408613"/>
              <a:ext cx="323425" cy="237400"/>
              <a:chOff x="-2707800" y="2378775"/>
              <a:chExt cx="323425" cy="237400"/>
            </a:xfrm>
          </p:grpSpPr>
          <p:sp>
            <p:nvSpPr>
              <p:cNvPr id="2690" name="Google Shape;2690;p34"/>
              <p:cNvSpPr/>
              <p:nvPr/>
            </p:nvSpPr>
            <p:spPr>
              <a:xfrm>
                <a:off x="-2540875" y="2378775"/>
                <a:ext cx="39725" cy="29125"/>
              </a:xfrm>
              <a:custGeom>
                <a:rect b="b" l="l" r="r" t="t"/>
                <a:pathLst>
                  <a:path extrusionOk="0" h="1165" w="1589">
                    <a:moveTo>
                      <a:pt x="287" y="1"/>
                    </a:moveTo>
                    <a:cubicBezTo>
                      <a:pt x="147" y="2"/>
                      <a:pt x="24" y="96"/>
                      <a:pt x="4" y="229"/>
                    </a:cubicBezTo>
                    <a:cubicBezTo>
                      <a:pt x="2" y="240"/>
                      <a:pt x="1" y="252"/>
                      <a:pt x="1" y="263"/>
                    </a:cubicBezTo>
                    <a:lnTo>
                      <a:pt x="1" y="1165"/>
                    </a:lnTo>
                    <a:lnTo>
                      <a:pt x="1588" y="1165"/>
                    </a:lnTo>
                    <a:lnTo>
                      <a:pt x="1588" y="228"/>
                    </a:lnTo>
                    <a:lnTo>
                      <a:pt x="15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34"/>
              <p:cNvSpPr/>
              <p:nvPr/>
            </p:nvSpPr>
            <p:spPr>
              <a:xfrm>
                <a:off x="-2495450" y="2378800"/>
                <a:ext cx="39700" cy="29075"/>
              </a:xfrm>
              <a:custGeom>
                <a:rect b="b" l="l" r="r" t="t"/>
                <a:pathLst>
                  <a:path extrusionOk="0" h="1163" w="1588">
                    <a:moveTo>
                      <a:pt x="0" y="1"/>
                    </a:moveTo>
                    <a:lnTo>
                      <a:pt x="0" y="228"/>
                    </a:lnTo>
                    <a:lnTo>
                      <a:pt x="0" y="1163"/>
                    </a:lnTo>
                    <a:lnTo>
                      <a:pt x="1587" y="1163"/>
                    </a:lnTo>
                    <a:lnTo>
                      <a:pt x="1587" y="228"/>
                    </a:lnTo>
                    <a:lnTo>
                      <a:pt x="15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34"/>
              <p:cNvSpPr/>
              <p:nvPr/>
            </p:nvSpPr>
            <p:spPr>
              <a:xfrm>
                <a:off x="-2450775" y="2378775"/>
                <a:ext cx="39725" cy="29125"/>
              </a:xfrm>
              <a:custGeom>
                <a:rect b="b" l="l" r="r" t="t"/>
                <a:pathLst>
                  <a:path extrusionOk="0" h="1165" w="1589">
                    <a:moveTo>
                      <a:pt x="1" y="1"/>
                    </a:moveTo>
                    <a:lnTo>
                      <a:pt x="1" y="229"/>
                    </a:lnTo>
                    <a:lnTo>
                      <a:pt x="1" y="1165"/>
                    </a:lnTo>
                    <a:lnTo>
                      <a:pt x="1589" y="1165"/>
                    </a:lnTo>
                    <a:lnTo>
                      <a:pt x="1589" y="263"/>
                    </a:lnTo>
                    <a:cubicBezTo>
                      <a:pt x="1588" y="251"/>
                      <a:pt x="1588" y="240"/>
                      <a:pt x="1586" y="229"/>
                    </a:cubicBezTo>
                    <a:cubicBezTo>
                      <a:pt x="1568" y="96"/>
                      <a:pt x="1460" y="1"/>
                      <a:pt x="13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34"/>
              <p:cNvSpPr/>
              <p:nvPr/>
            </p:nvSpPr>
            <p:spPr>
              <a:xfrm>
                <a:off x="-2707800" y="2387075"/>
                <a:ext cx="323425" cy="229100"/>
              </a:xfrm>
              <a:custGeom>
                <a:rect b="b" l="l" r="r" t="t"/>
                <a:pathLst>
                  <a:path extrusionOk="0" h="9164" w="12937">
                    <a:moveTo>
                      <a:pt x="792" y="1"/>
                    </a:moveTo>
                    <a:cubicBezTo>
                      <a:pt x="355" y="1"/>
                      <a:pt x="1" y="356"/>
                      <a:pt x="1" y="791"/>
                    </a:cubicBezTo>
                    <a:lnTo>
                      <a:pt x="1" y="8373"/>
                    </a:lnTo>
                    <a:cubicBezTo>
                      <a:pt x="1" y="8810"/>
                      <a:pt x="356" y="9164"/>
                      <a:pt x="792" y="9164"/>
                    </a:cubicBezTo>
                    <a:lnTo>
                      <a:pt x="12146" y="9164"/>
                    </a:lnTo>
                    <a:cubicBezTo>
                      <a:pt x="12583" y="9164"/>
                      <a:pt x="12936" y="8809"/>
                      <a:pt x="12937" y="8373"/>
                    </a:cubicBezTo>
                    <a:lnTo>
                      <a:pt x="12937" y="791"/>
                    </a:lnTo>
                    <a:cubicBezTo>
                      <a:pt x="12937" y="355"/>
                      <a:pt x="12583" y="1"/>
                      <a:pt x="121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34"/>
              <p:cNvSpPr/>
              <p:nvPr/>
            </p:nvSpPr>
            <p:spPr>
              <a:xfrm>
                <a:off x="-2645875" y="2538050"/>
                <a:ext cx="224800" cy="29075"/>
              </a:xfrm>
              <a:custGeom>
                <a:rect b="b" l="l" r="r" t="t"/>
                <a:pathLst>
                  <a:path extrusionOk="0" h="1163" w="8992">
                    <a:moveTo>
                      <a:pt x="141" y="0"/>
                    </a:moveTo>
                    <a:cubicBezTo>
                      <a:pt x="64" y="0"/>
                      <a:pt x="1" y="63"/>
                      <a:pt x="1" y="141"/>
                    </a:cubicBezTo>
                    <a:lnTo>
                      <a:pt x="1" y="1022"/>
                    </a:lnTo>
                    <a:cubicBezTo>
                      <a:pt x="1" y="1099"/>
                      <a:pt x="64" y="1162"/>
                      <a:pt x="141" y="1162"/>
                    </a:cubicBezTo>
                    <a:lnTo>
                      <a:pt x="8851" y="1162"/>
                    </a:lnTo>
                    <a:cubicBezTo>
                      <a:pt x="8928" y="1162"/>
                      <a:pt x="8991" y="1099"/>
                      <a:pt x="8991" y="1022"/>
                    </a:cubicBezTo>
                    <a:lnTo>
                      <a:pt x="8991" y="141"/>
                    </a:lnTo>
                    <a:cubicBezTo>
                      <a:pt x="8991" y="63"/>
                      <a:pt x="8928" y="0"/>
                      <a:pt x="8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34"/>
              <p:cNvSpPr/>
              <p:nvPr/>
            </p:nvSpPr>
            <p:spPr>
              <a:xfrm>
                <a:off x="-2700050" y="2444600"/>
                <a:ext cx="307650" cy="165175"/>
              </a:xfrm>
              <a:custGeom>
                <a:rect b="b" l="l" r="r" t="t"/>
                <a:pathLst>
                  <a:path extrusionOk="0" h="6607" w="12306">
                    <a:moveTo>
                      <a:pt x="1508" y="0"/>
                    </a:moveTo>
                    <a:lnTo>
                      <a:pt x="1" y="604"/>
                    </a:lnTo>
                    <a:lnTo>
                      <a:pt x="1" y="6137"/>
                    </a:lnTo>
                    <a:cubicBezTo>
                      <a:pt x="1" y="6396"/>
                      <a:pt x="210" y="6606"/>
                      <a:pt x="470" y="6606"/>
                    </a:cubicBezTo>
                    <a:lnTo>
                      <a:pt x="11837" y="6606"/>
                    </a:lnTo>
                    <a:cubicBezTo>
                      <a:pt x="12097" y="6606"/>
                      <a:pt x="12306" y="6396"/>
                      <a:pt x="12306" y="6137"/>
                    </a:cubicBezTo>
                    <a:lnTo>
                      <a:pt x="12306" y="604"/>
                    </a:lnTo>
                    <a:lnTo>
                      <a:pt x="11702" y="0"/>
                    </a:lnTo>
                    <a:lnTo>
                      <a:pt x="11702" y="5772"/>
                    </a:lnTo>
                    <a:lnTo>
                      <a:pt x="11704" y="5772"/>
                    </a:lnTo>
                    <a:cubicBezTo>
                      <a:pt x="11704" y="5899"/>
                      <a:pt x="11601" y="6003"/>
                      <a:pt x="11474" y="6003"/>
                    </a:cubicBezTo>
                    <a:lnTo>
                      <a:pt x="1737" y="6003"/>
                    </a:lnTo>
                    <a:cubicBezTo>
                      <a:pt x="1611" y="6003"/>
                      <a:pt x="1508" y="5899"/>
                      <a:pt x="1508" y="5772"/>
                    </a:cubicBezTo>
                    <a:lnTo>
                      <a:pt x="150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34"/>
              <p:cNvSpPr/>
              <p:nvPr/>
            </p:nvSpPr>
            <p:spPr>
              <a:xfrm>
                <a:off x="-2687925" y="2582975"/>
                <a:ext cx="4275" cy="32075"/>
              </a:xfrm>
              <a:custGeom>
                <a:rect b="b" l="l" r="r" t="t"/>
                <a:pathLst>
                  <a:path extrusionOk="0" h="1283" w="171">
                    <a:moveTo>
                      <a:pt x="1" y="0"/>
                    </a:moveTo>
                    <a:lnTo>
                      <a:pt x="1" y="1283"/>
                    </a:lnTo>
                    <a:lnTo>
                      <a:pt x="171" y="1283"/>
                    </a:lnTo>
                    <a:lnTo>
                      <a:pt x="171" y="81"/>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34"/>
              <p:cNvSpPr/>
              <p:nvPr/>
            </p:nvSpPr>
            <p:spPr>
              <a:xfrm>
                <a:off x="-2681550" y="2586050"/>
                <a:ext cx="3575" cy="29000"/>
              </a:xfrm>
              <a:custGeom>
                <a:rect b="b" l="l" r="r" t="t"/>
                <a:pathLst>
                  <a:path extrusionOk="0" h="1160" w="143">
                    <a:moveTo>
                      <a:pt x="0" y="1"/>
                    </a:moveTo>
                    <a:lnTo>
                      <a:pt x="0" y="1160"/>
                    </a:lnTo>
                    <a:lnTo>
                      <a:pt x="143" y="1160"/>
                    </a:lnTo>
                    <a:lnTo>
                      <a:pt x="143" y="80"/>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34"/>
              <p:cNvSpPr/>
              <p:nvPr/>
            </p:nvSpPr>
            <p:spPr>
              <a:xfrm>
                <a:off x="-2675875" y="2589125"/>
                <a:ext cx="3575" cy="25925"/>
              </a:xfrm>
              <a:custGeom>
                <a:rect b="b" l="l" r="r" t="t"/>
                <a:pathLst>
                  <a:path extrusionOk="0" h="1037" w="143">
                    <a:moveTo>
                      <a:pt x="0" y="1"/>
                    </a:moveTo>
                    <a:lnTo>
                      <a:pt x="0" y="1037"/>
                    </a:lnTo>
                    <a:lnTo>
                      <a:pt x="143" y="1037"/>
                    </a:lnTo>
                    <a:lnTo>
                      <a:pt x="143" y="79"/>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34"/>
              <p:cNvSpPr/>
              <p:nvPr/>
            </p:nvSpPr>
            <p:spPr>
              <a:xfrm>
                <a:off x="-2700000" y="2395100"/>
                <a:ext cx="307825" cy="72175"/>
              </a:xfrm>
              <a:custGeom>
                <a:rect b="b" l="l" r="r" t="t"/>
                <a:pathLst>
                  <a:path extrusionOk="0" h="2887" w="12313">
                    <a:moveTo>
                      <a:pt x="468" y="0"/>
                    </a:moveTo>
                    <a:cubicBezTo>
                      <a:pt x="208" y="0"/>
                      <a:pt x="1" y="229"/>
                      <a:pt x="1" y="489"/>
                    </a:cubicBezTo>
                    <a:lnTo>
                      <a:pt x="1" y="2584"/>
                    </a:lnTo>
                    <a:lnTo>
                      <a:pt x="484" y="2390"/>
                    </a:lnTo>
                    <a:lnTo>
                      <a:pt x="484" y="2560"/>
                    </a:lnTo>
                    <a:lnTo>
                      <a:pt x="654" y="2639"/>
                    </a:lnTo>
                    <a:lnTo>
                      <a:pt x="654" y="2322"/>
                    </a:lnTo>
                    <a:lnTo>
                      <a:pt x="738" y="2288"/>
                    </a:lnTo>
                    <a:lnTo>
                      <a:pt x="738" y="2684"/>
                    </a:lnTo>
                    <a:lnTo>
                      <a:pt x="881" y="2763"/>
                    </a:lnTo>
                    <a:lnTo>
                      <a:pt x="881" y="2231"/>
                    </a:lnTo>
                    <a:lnTo>
                      <a:pt x="965" y="2198"/>
                    </a:lnTo>
                    <a:lnTo>
                      <a:pt x="965" y="2808"/>
                    </a:lnTo>
                    <a:lnTo>
                      <a:pt x="1108" y="2887"/>
                    </a:lnTo>
                    <a:lnTo>
                      <a:pt x="1108" y="2141"/>
                    </a:lnTo>
                    <a:lnTo>
                      <a:pt x="1505" y="1981"/>
                    </a:lnTo>
                    <a:lnTo>
                      <a:pt x="1505" y="1456"/>
                    </a:lnTo>
                    <a:cubicBezTo>
                      <a:pt x="1505" y="1330"/>
                      <a:pt x="1609" y="1222"/>
                      <a:pt x="1735" y="1222"/>
                    </a:cubicBezTo>
                    <a:lnTo>
                      <a:pt x="11472" y="1222"/>
                    </a:lnTo>
                    <a:cubicBezTo>
                      <a:pt x="11599" y="1222"/>
                      <a:pt x="11688" y="1330"/>
                      <a:pt x="11688" y="1456"/>
                    </a:cubicBezTo>
                    <a:lnTo>
                      <a:pt x="11688" y="1981"/>
                    </a:lnTo>
                    <a:lnTo>
                      <a:pt x="12312" y="2585"/>
                    </a:lnTo>
                    <a:lnTo>
                      <a:pt x="12312" y="490"/>
                    </a:lnTo>
                    <a:cubicBezTo>
                      <a:pt x="12312" y="229"/>
                      <a:pt x="12096" y="0"/>
                      <a:pt x="118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34"/>
              <p:cNvSpPr/>
              <p:nvPr/>
            </p:nvSpPr>
            <p:spPr>
              <a:xfrm>
                <a:off x="-2667425" y="2422755"/>
                <a:ext cx="265550" cy="169850"/>
              </a:xfrm>
              <a:custGeom>
                <a:rect b="b" l="l" r="r" t="t"/>
                <a:pathLst>
                  <a:path extrusionOk="0" h="6794" w="10622">
                    <a:moveTo>
                      <a:pt x="10163" y="337"/>
                    </a:moveTo>
                    <a:cubicBezTo>
                      <a:pt x="10244" y="337"/>
                      <a:pt x="10308" y="406"/>
                      <a:pt x="10308" y="493"/>
                    </a:cubicBezTo>
                    <a:lnTo>
                      <a:pt x="10308" y="6302"/>
                    </a:lnTo>
                    <a:cubicBezTo>
                      <a:pt x="10308" y="6388"/>
                      <a:pt x="10244" y="6457"/>
                      <a:pt x="10163" y="6457"/>
                    </a:cubicBezTo>
                    <a:lnTo>
                      <a:pt x="460" y="6457"/>
                    </a:lnTo>
                    <a:cubicBezTo>
                      <a:pt x="379" y="6457"/>
                      <a:pt x="315" y="6388"/>
                      <a:pt x="315" y="6302"/>
                    </a:cubicBezTo>
                    <a:lnTo>
                      <a:pt x="315" y="493"/>
                    </a:lnTo>
                    <a:cubicBezTo>
                      <a:pt x="315" y="406"/>
                      <a:pt x="379" y="337"/>
                      <a:pt x="460" y="337"/>
                    </a:cubicBezTo>
                    <a:close/>
                    <a:moveTo>
                      <a:pt x="458" y="0"/>
                    </a:moveTo>
                    <a:cubicBezTo>
                      <a:pt x="205" y="0"/>
                      <a:pt x="0" y="220"/>
                      <a:pt x="0" y="493"/>
                    </a:cubicBezTo>
                    <a:lnTo>
                      <a:pt x="0" y="6302"/>
                    </a:lnTo>
                    <a:cubicBezTo>
                      <a:pt x="0" y="6574"/>
                      <a:pt x="205" y="6794"/>
                      <a:pt x="458" y="6794"/>
                    </a:cubicBezTo>
                    <a:lnTo>
                      <a:pt x="10162" y="6794"/>
                    </a:lnTo>
                    <a:cubicBezTo>
                      <a:pt x="10415" y="6794"/>
                      <a:pt x="10622" y="6572"/>
                      <a:pt x="10621" y="6302"/>
                    </a:cubicBezTo>
                    <a:lnTo>
                      <a:pt x="10621" y="493"/>
                    </a:lnTo>
                    <a:cubicBezTo>
                      <a:pt x="10621" y="220"/>
                      <a:pt x="10415" y="0"/>
                      <a:pt x="10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1" name="Google Shape;2701;p34"/>
              <p:cNvGrpSpPr/>
              <p:nvPr/>
            </p:nvGrpSpPr>
            <p:grpSpPr>
              <a:xfrm rot="-30288">
                <a:off x="-2658134" y="2392530"/>
                <a:ext cx="249296" cy="188952"/>
                <a:chOff x="-2273495" y="2002057"/>
                <a:chExt cx="332782" cy="252263"/>
              </a:xfrm>
            </p:grpSpPr>
            <p:sp>
              <p:nvSpPr>
                <p:cNvPr id="2702" name="Google Shape;2702;p34"/>
                <p:cNvSpPr/>
                <p:nvPr/>
              </p:nvSpPr>
              <p:spPr>
                <a:xfrm rot="1176986">
                  <a:off x="-2254782" y="2046919"/>
                  <a:ext cx="295356" cy="162539"/>
                </a:xfrm>
                <a:custGeom>
                  <a:rect b="b" l="l" r="r" t="t"/>
                  <a:pathLst>
                    <a:path extrusionOk="0" h="6502" w="11815">
                      <a:moveTo>
                        <a:pt x="10085" y="0"/>
                      </a:moveTo>
                      <a:cubicBezTo>
                        <a:pt x="9955" y="0"/>
                        <a:pt x="9824" y="21"/>
                        <a:pt x="9694" y="66"/>
                      </a:cubicBezTo>
                      <a:lnTo>
                        <a:pt x="962" y="3066"/>
                      </a:lnTo>
                      <a:cubicBezTo>
                        <a:pt x="334" y="3281"/>
                        <a:pt x="1" y="3965"/>
                        <a:pt x="217" y="4593"/>
                      </a:cubicBezTo>
                      <a:lnTo>
                        <a:pt x="594" y="5690"/>
                      </a:lnTo>
                      <a:cubicBezTo>
                        <a:pt x="764" y="6188"/>
                        <a:pt x="1230" y="6501"/>
                        <a:pt x="1729" y="6501"/>
                      </a:cubicBezTo>
                      <a:cubicBezTo>
                        <a:pt x="1859" y="6501"/>
                        <a:pt x="1992" y="6480"/>
                        <a:pt x="2121" y="6435"/>
                      </a:cubicBezTo>
                      <a:lnTo>
                        <a:pt x="10853" y="3435"/>
                      </a:lnTo>
                      <a:cubicBezTo>
                        <a:pt x="11482" y="3220"/>
                        <a:pt x="11815" y="2535"/>
                        <a:pt x="11598" y="1908"/>
                      </a:cubicBezTo>
                      <a:lnTo>
                        <a:pt x="11222" y="811"/>
                      </a:lnTo>
                      <a:cubicBezTo>
                        <a:pt x="11051" y="313"/>
                        <a:pt x="10585" y="0"/>
                        <a:pt x="100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34"/>
                <p:cNvSpPr/>
                <p:nvPr/>
              </p:nvSpPr>
              <p:spPr>
                <a:xfrm rot="1176986">
                  <a:off x="-2157279" y="2104752"/>
                  <a:ext cx="66346" cy="46472"/>
                </a:xfrm>
                <a:custGeom>
                  <a:rect b="b" l="l" r="r" t="t"/>
                  <a:pathLst>
                    <a:path extrusionOk="0" h="1859" w="2654">
                      <a:moveTo>
                        <a:pt x="1786" y="1"/>
                      </a:moveTo>
                      <a:cubicBezTo>
                        <a:pt x="1704" y="1"/>
                        <a:pt x="1619" y="14"/>
                        <a:pt x="1536" y="43"/>
                      </a:cubicBezTo>
                      <a:lnTo>
                        <a:pt x="617" y="359"/>
                      </a:lnTo>
                      <a:cubicBezTo>
                        <a:pt x="214" y="497"/>
                        <a:pt x="1" y="936"/>
                        <a:pt x="138" y="1338"/>
                      </a:cubicBezTo>
                      <a:cubicBezTo>
                        <a:pt x="248" y="1658"/>
                        <a:pt x="547" y="1858"/>
                        <a:pt x="868" y="1858"/>
                      </a:cubicBezTo>
                      <a:cubicBezTo>
                        <a:pt x="951" y="1858"/>
                        <a:pt x="1035" y="1845"/>
                        <a:pt x="1117" y="1817"/>
                      </a:cubicBezTo>
                      <a:lnTo>
                        <a:pt x="2037" y="1500"/>
                      </a:lnTo>
                      <a:cubicBezTo>
                        <a:pt x="2439" y="1363"/>
                        <a:pt x="2654" y="924"/>
                        <a:pt x="2516" y="522"/>
                      </a:cubicBezTo>
                      <a:cubicBezTo>
                        <a:pt x="2406" y="202"/>
                        <a:pt x="2107" y="1"/>
                        <a:pt x="1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34"/>
                <p:cNvSpPr/>
                <p:nvPr/>
              </p:nvSpPr>
              <p:spPr>
                <a:xfrm rot="1176986">
                  <a:off x="-2079543" y="2109983"/>
                  <a:ext cx="25498" cy="37298"/>
                </a:xfrm>
                <a:custGeom>
                  <a:rect b="b" l="l" r="r" t="t"/>
                  <a:pathLst>
                    <a:path extrusionOk="0" h="1492" w="1020">
                      <a:moveTo>
                        <a:pt x="365" y="0"/>
                      </a:moveTo>
                      <a:cubicBezTo>
                        <a:pt x="330" y="0"/>
                        <a:pt x="294" y="6"/>
                        <a:pt x="259" y="18"/>
                      </a:cubicBezTo>
                      <a:cubicBezTo>
                        <a:pt x="91" y="75"/>
                        <a:pt x="0" y="260"/>
                        <a:pt x="58" y="429"/>
                      </a:cubicBezTo>
                      <a:lnTo>
                        <a:pt x="349" y="1273"/>
                      </a:lnTo>
                      <a:cubicBezTo>
                        <a:pt x="395" y="1407"/>
                        <a:pt x="521" y="1491"/>
                        <a:pt x="655" y="1491"/>
                      </a:cubicBezTo>
                      <a:cubicBezTo>
                        <a:pt x="690" y="1491"/>
                        <a:pt x="725" y="1486"/>
                        <a:pt x="760" y="1474"/>
                      </a:cubicBezTo>
                      <a:cubicBezTo>
                        <a:pt x="929" y="1416"/>
                        <a:pt x="1020" y="1231"/>
                        <a:pt x="961" y="1063"/>
                      </a:cubicBezTo>
                      <a:lnTo>
                        <a:pt x="671" y="219"/>
                      </a:lnTo>
                      <a:cubicBezTo>
                        <a:pt x="625" y="84"/>
                        <a:pt x="500"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34"/>
                <p:cNvSpPr/>
                <p:nvPr/>
              </p:nvSpPr>
              <p:spPr>
                <a:xfrm rot="1176986">
                  <a:off x="-2240196" y="2097709"/>
                  <a:ext cx="63896" cy="58221"/>
                </a:xfrm>
                <a:custGeom>
                  <a:rect b="b" l="l" r="r" t="t"/>
                  <a:pathLst>
                    <a:path extrusionOk="0" h="2329" w="2556">
                      <a:moveTo>
                        <a:pt x="1278" y="1"/>
                      </a:moveTo>
                      <a:cubicBezTo>
                        <a:pt x="980" y="1"/>
                        <a:pt x="683" y="114"/>
                        <a:pt x="456" y="341"/>
                      </a:cubicBezTo>
                      <a:cubicBezTo>
                        <a:pt x="0" y="796"/>
                        <a:pt x="0" y="1532"/>
                        <a:pt x="456" y="1988"/>
                      </a:cubicBezTo>
                      <a:cubicBezTo>
                        <a:pt x="683" y="2215"/>
                        <a:pt x="980" y="2328"/>
                        <a:pt x="1278" y="2328"/>
                      </a:cubicBezTo>
                      <a:cubicBezTo>
                        <a:pt x="1576" y="2328"/>
                        <a:pt x="1874" y="2215"/>
                        <a:pt x="2101" y="1988"/>
                      </a:cubicBezTo>
                      <a:cubicBezTo>
                        <a:pt x="2556" y="1532"/>
                        <a:pt x="2556"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34"/>
                <p:cNvSpPr/>
                <p:nvPr/>
              </p:nvSpPr>
              <p:spPr>
                <a:xfrm rot="1176986">
                  <a:off x="-2220723" y="2114887"/>
                  <a:ext cx="26098" cy="24223"/>
                </a:xfrm>
                <a:custGeom>
                  <a:rect b="b" l="l" r="r" t="t"/>
                  <a:pathLst>
                    <a:path extrusionOk="0" h="969" w="1044">
                      <a:moveTo>
                        <a:pt x="501" y="1"/>
                      </a:moveTo>
                      <a:cubicBezTo>
                        <a:pt x="449" y="1"/>
                        <a:pt x="395" y="10"/>
                        <a:pt x="343" y="29"/>
                      </a:cubicBezTo>
                      <a:cubicBezTo>
                        <a:pt x="221" y="71"/>
                        <a:pt x="123" y="158"/>
                        <a:pt x="67" y="273"/>
                      </a:cubicBezTo>
                      <a:cubicBezTo>
                        <a:pt x="10" y="390"/>
                        <a:pt x="1" y="520"/>
                        <a:pt x="43" y="643"/>
                      </a:cubicBezTo>
                      <a:cubicBezTo>
                        <a:pt x="110" y="837"/>
                        <a:pt x="294" y="969"/>
                        <a:pt x="500" y="969"/>
                      </a:cubicBezTo>
                      <a:cubicBezTo>
                        <a:pt x="553" y="969"/>
                        <a:pt x="605" y="960"/>
                        <a:pt x="657" y="942"/>
                      </a:cubicBezTo>
                      <a:cubicBezTo>
                        <a:pt x="910" y="855"/>
                        <a:pt x="1044" y="579"/>
                        <a:pt x="957" y="327"/>
                      </a:cubicBezTo>
                      <a:cubicBezTo>
                        <a:pt x="890" y="133"/>
                        <a:pt x="708" y="1"/>
                        <a:pt x="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34"/>
                <p:cNvSpPr/>
                <p:nvPr/>
              </p:nvSpPr>
              <p:spPr>
                <a:xfrm rot="1176986">
                  <a:off x="-2038830" y="2100022"/>
                  <a:ext cx="63871" cy="58196"/>
                </a:xfrm>
                <a:custGeom>
                  <a:rect b="b" l="l" r="r" t="t"/>
                  <a:pathLst>
                    <a:path extrusionOk="0" h="2328" w="2555">
                      <a:moveTo>
                        <a:pt x="1278" y="1"/>
                      </a:moveTo>
                      <a:cubicBezTo>
                        <a:pt x="980" y="1"/>
                        <a:pt x="682" y="114"/>
                        <a:pt x="455" y="341"/>
                      </a:cubicBezTo>
                      <a:cubicBezTo>
                        <a:pt x="1" y="796"/>
                        <a:pt x="1" y="1533"/>
                        <a:pt x="455" y="1987"/>
                      </a:cubicBezTo>
                      <a:cubicBezTo>
                        <a:pt x="682" y="2214"/>
                        <a:pt x="980" y="2328"/>
                        <a:pt x="1278" y="2328"/>
                      </a:cubicBezTo>
                      <a:cubicBezTo>
                        <a:pt x="1576" y="2328"/>
                        <a:pt x="1874" y="2214"/>
                        <a:pt x="2101" y="1987"/>
                      </a:cubicBezTo>
                      <a:cubicBezTo>
                        <a:pt x="2555" y="1533"/>
                        <a:pt x="2555"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34"/>
                <p:cNvSpPr/>
                <p:nvPr/>
              </p:nvSpPr>
              <p:spPr>
                <a:xfrm rot="1176986">
                  <a:off x="-2020432" y="2117028"/>
                  <a:ext cx="27248" cy="24223"/>
                </a:xfrm>
                <a:custGeom>
                  <a:rect b="b" l="l" r="r" t="t"/>
                  <a:pathLst>
                    <a:path extrusionOk="0" h="969" w="1090">
                      <a:moveTo>
                        <a:pt x="544" y="1"/>
                      </a:moveTo>
                      <a:cubicBezTo>
                        <a:pt x="492" y="1"/>
                        <a:pt x="439" y="10"/>
                        <a:pt x="387" y="28"/>
                      </a:cubicBezTo>
                      <a:cubicBezTo>
                        <a:pt x="135" y="114"/>
                        <a:pt x="0" y="391"/>
                        <a:pt x="86" y="642"/>
                      </a:cubicBezTo>
                      <a:cubicBezTo>
                        <a:pt x="153" y="837"/>
                        <a:pt x="337" y="969"/>
                        <a:pt x="543" y="969"/>
                      </a:cubicBezTo>
                      <a:cubicBezTo>
                        <a:pt x="597" y="969"/>
                        <a:pt x="651" y="960"/>
                        <a:pt x="702" y="941"/>
                      </a:cubicBezTo>
                      <a:cubicBezTo>
                        <a:pt x="955" y="854"/>
                        <a:pt x="1089" y="579"/>
                        <a:pt x="1002" y="327"/>
                      </a:cubicBezTo>
                      <a:cubicBezTo>
                        <a:pt x="935" y="132"/>
                        <a:pt x="751" y="1"/>
                        <a:pt x="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709" name="Google Shape;2709;p34"/>
          <p:cNvGrpSpPr/>
          <p:nvPr/>
        </p:nvGrpSpPr>
        <p:grpSpPr>
          <a:xfrm>
            <a:off x="7840328" y="149220"/>
            <a:ext cx="311019" cy="311110"/>
            <a:chOff x="5038846" y="235350"/>
            <a:chExt cx="158691" cy="158738"/>
          </a:xfrm>
        </p:grpSpPr>
        <p:sp>
          <p:nvSpPr>
            <p:cNvPr id="2710" name="Google Shape;2710;p34"/>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34"/>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2" name="Google Shape;2712;p34"/>
          <p:cNvGrpSpPr/>
          <p:nvPr/>
        </p:nvGrpSpPr>
        <p:grpSpPr>
          <a:xfrm>
            <a:off x="713228" y="3796445"/>
            <a:ext cx="311019" cy="311110"/>
            <a:chOff x="5038846" y="235350"/>
            <a:chExt cx="158691" cy="158738"/>
          </a:xfrm>
        </p:grpSpPr>
        <p:sp>
          <p:nvSpPr>
            <p:cNvPr id="2713" name="Google Shape;2713;p34"/>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34"/>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5" name="Google Shape;2715;p34"/>
          <p:cNvGrpSpPr/>
          <p:nvPr/>
        </p:nvGrpSpPr>
        <p:grpSpPr>
          <a:xfrm>
            <a:off x="918665" y="80660"/>
            <a:ext cx="261189" cy="248344"/>
            <a:chOff x="5164484" y="526738"/>
            <a:chExt cx="133266" cy="126713"/>
          </a:xfrm>
        </p:grpSpPr>
        <p:sp>
          <p:nvSpPr>
            <p:cNvPr id="2716" name="Google Shape;2716;p34"/>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34"/>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2721" name="Shape 2721"/>
        <p:cNvGrpSpPr/>
        <p:nvPr/>
      </p:nvGrpSpPr>
      <p:grpSpPr>
        <a:xfrm>
          <a:off x="0" y="0"/>
          <a:ext cx="0" cy="0"/>
          <a:chOff x="0" y="0"/>
          <a:chExt cx="0" cy="0"/>
        </a:xfrm>
      </p:grpSpPr>
      <p:sp>
        <p:nvSpPr>
          <p:cNvPr id="2722" name="Google Shape;2722;p36"/>
          <p:cNvSpPr txBox="1"/>
          <p:nvPr>
            <p:ph type="ctrTitle"/>
          </p:nvPr>
        </p:nvSpPr>
        <p:spPr>
          <a:xfrm rot="-162610">
            <a:off x="1786656" y="1469469"/>
            <a:ext cx="5570631" cy="1896622"/>
          </a:xfrm>
          <a:prstGeom prst="rect">
            <a:avLst/>
          </a:prstGeom>
        </p:spPr>
        <p:txBody>
          <a:bodyPr anchorCtr="0" anchor="b" bIns="91425" lIns="91425" spcFirstLastPara="1" rIns="91425" wrap="square" tIns="91425">
            <a:noAutofit/>
          </a:bodyPr>
          <a:lstStyle>
            <a:lvl1pPr lvl="0" algn="ctr">
              <a:lnSpc>
                <a:spcPct val="90000"/>
              </a:lnSpc>
              <a:spcBef>
                <a:spcPts val="0"/>
              </a:spcBef>
              <a:spcAft>
                <a:spcPts val="0"/>
              </a:spcAft>
              <a:buClr>
                <a:srgbClr val="191919"/>
              </a:buClr>
              <a:buSzPts val="5200"/>
              <a:buNone/>
              <a:defRPr sz="6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2723" name="Google Shape;2723;p36"/>
          <p:cNvSpPr txBox="1"/>
          <p:nvPr>
            <p:ph idx="1" type="subTitle"/>
          </p:nvPr>
        </p:nvSpPr>
        <p:spPr>
          <a:xfrm>
            <a:off x="3374400" y="3672500"/>
            <a:ext cx="2395200" cy="64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2724" name="Google Shape;2724;p36"/>
          <p:cNvGrpSpPr/>
          <p:nvPr/>
        </p:nvGrpSpPr>
        <p:grpSpPr>
          <a:xfrm>
            <a:off x="431536" y="199107"/>
            <a:ext cx="8395609" cy="4688998"/>
            <a:chOff x="431536" y="199107"/>
            <a:chExt cx="8395609" cy="4688998"/>
          </a:xfrm>
        </p:grpSpPr>
        <p:grpSp>
          <p:nvGrpSpPr>
            <p:cNvPr id="2725" name="Google Shape;2725;p36"/>
            <p:cNvGrpSpPr/>
            <p:nvPr/>
          </p:nvGrpSpPr>
          <p:grpSpPr>
            <a:xfrm>
              <a:off x="6241469" y="199107"/>
              <a:ext cx="401323" cy="371921"/>
              <a:chOff x="3508459" y="336863"/>
              <a:chExt cx="94750" cy="87813"/>
            </a:xfrm>
          </p:grpSpPr>
          <p:sp>
            <p:nvSpPr>
              <p:cNvPr id="2726" name="Google Shape;2726;p36"/>
              <p:cNvSpPr/>
              <p:nvPr/>
            </p:nvSpPr>
            <p:spPr>
              <a:xfrm>
                <a:off x="3508459" y="336863"/>
                <a:ext cx="94750" cy="86125"/>
              </a:xfrm>
              <a:custGeom>
                <a:rect b="b" l="l" r="r" t="t"/>
                <a:pathLst>
                  <a:path extrusionOk="0" h="3445" w="3790">
                    <a:moveTo>
                      <a:pt x="1897" y="0"/>
                    </a:moveTo>
                    <a:cubicBezTo>
                      <a:pt x="1766" y="0"/>
                      <a:pt x="1633" y="15"/>
                      <a:pt x="1500" y="47"/>
                    </a:cubicBezTo>
                    <a:cubicBezTo>
                      <a:pt x="574" y="265"/>
                      <a:pt x="0" y="1192"/>
                      <a:pt x="219" y="2118"/>
                    </a:cubicBezTo>
                    <a:cubicBezTo>
                      <a:pt x="406" y="2911"/>
                      <a:pt x="1114" y="3445"/>
                      <a:pt x="1895" y="3445"/>
                    </a:cubicBezTo>
                    <a:cubicBezTo>
                      <a:pt x="2026" y="3445"/>
                      <a:pt x="2159" y="3430"/>
                      <a:pt x="2291" y="3399"/>
                    </a:cubicBezTo>
                    <a:cubicBezTo>
                      <a:pt x="3217" y="3180"/>
                      <a:pt x="3790" y="2252"/>
                      <a:pt x="3571" y="1326"/>
                    </a:cubicBezTo>
                    <a:cubicBezTo>
                      <a:pt x="3384" y="534"/>
                      <a:pt x="2678" y="0"/>
                      <a:pt x="1897"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36"/>
              <p:cNvSpPr/>
              <p:nvPr/>
            </p:nvSpPr>
            <p:spPr>
              <a:xfrm>
                <a:off x="3514125" y="338525"/>
                <a:ext cx="86100" cy="86150"/>
              </a:xfrm>
              <a:custGeom>
                <a:rect b="b" l="l" r="r" t="t"/>
                <a:pathLst>
                  <a:path extrusionOk="0" h="3446" w="3444">
                    <a:moveTo>
                      <a:pt x="1721" y="1"/>
                    </a:moveTo>
                    <a:cubicBezTo>
                      <a:pt x="771" y="1"/>
                      <a:pt x="0" y="772"/>
                      <a:pt x="0" y="1723"/>
                    </a:cubicBezTo>
                    <a:cubicBezTo>
                      <a:pt x="0" y="2674"/>
                      <a:pt x="771" y="3445"/>
                      <a:pt x="1721" y="3445"/>
                    </a:cubicBezTo>
                    <a:cubicBezTo>
                      <a:pt x="2673" y="3445"/>
                      <a:pt x="3444" y="2674"/>
                      <a:pt x="3444" y="1723"/>
                    </a:cubicBezTo>
                    <a:cubicBezTo>
                      <a:pt x="3444" y="772"/>
                      <a:pt x="2673" y="1"/>
                      <a:pt x="17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36"/>
              <p:cNvSpPr/>
              <p:nvPr/>
            </p:nvSpPr>
            <p:spPr>
              <a:xfrm>
                <a:off x="3514125" y="338525"/>
                <a:ext cx="86100" cy="43075"/>
              </a:xfrm>
              <a:custGeom>
                <a:rect b="b" l="l" r="r" t="t"/>
                <a:pathLst>
                  <a:path extrusionOk="0" h="1723" w="3444">
                    <a:moveTo>
                      <a:pt x="1721" y="1"/>
                    </a:moveTo>
                    <a:cubicBezTo>
                      <a:pt x="771" y="1"/>
                      <a:pt x="0" y="771"/>
                      <a:pt x="0" y="1723"/>
                    </a:cubicBezTo>
                    <a:lnTo>
                      <a:pt x="3444" y="1723"/>
                    </a:lnTo>
                    <a:cubicBezTo>
                      <a:pt x="3444" y="772"/>
                      <a:pt x="2674" y="1"/>
                      <a:pt x="17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9" name="Google Shape;2729;p36"/>
            <p:cNvGrpSpPr/>
            <p:nvPr/>
          </p:nvGrpSpPr>
          <p:grpSpPr>
            <a:xfrm>
              <a:off x="8229589" y="4223916"/>
              <a:ext cx="597557" cy="597892"/>
              <a:chOff x="3834909" y="821763"/>
              <a:chExt cx="304891" cy="305063"/>
            </a:xfrm>
          </p:grpSpPr>
          <p:sp>
            <p:nvSpPr>
              <p:cNvPr id="2730" name="Google Shape;2730;p36"/>
              <p:cNvSpPr/>
              <p:nvPr/>
            </p:nvSpPr>
            <p:spPr>
              <a:xfrm>
                <a:off x="3834909" y="821763"/>
                <a:ext cx="303500" cy="303625"/>
              </a:xfrm>
              <a:custGeom>
                <a:rect b="b" l="l" r="r" t="t"/>
                <a:pathLst>
                  <a:path extrusionOk="0" h="12145" w="12140">
                    <a:moveTo>
                      <a:pt x="8031" y="1"/>
                    </a:moveTo>
                    <a:cubicBezTo>
                      <a:pt x="7935" y="1"/>
                      <a:pt x="7840" y="3"/>
                      <a:pt x="7748" y="13"/>
                    </a:cubicBezTo>
                    <a:cubicBezTo>
                      <a:pt x="7355" y="38"/>
                      <a:pt x="6978" y="120"/>
                      <a:pt x="6622" y="249"/>
                    </a:cubicBezTo>
                    <a:cubicBezTo>
                      <a:pt x="6081" y="445"/>
                      <a:pt x="5592" y="754"/>
                      <a:pt x="5186" y="1143"/>
                    </a:cubicBezTo>
                    <a:cubicBezTo>
                      <a:pt x="4737" y="1575"/>
                      <a:pt x="4386" y="2106"/>
                      <a:pt x="4167" y="2701"/>
                    </a:cubicBezTo>
                    <a:cubicBezTo>
                      <a:pt x="4038" y="3055"/>
                      <a:pt x="3956" y="3435"/>
                      <a:pt x="3932" y="3829"/>
                    </a:cubicBezTo>
                    <a:cubicBezTo>
                      <a:pt x="3929" y="3860"/>
                      <a:pt x="3925" y="3893"/>
                      <a:pt x="3925" y="3924"/>
                    </a:cubicBezTo>
                    <a:cubicBezTo>
                      <a:pt x="3894" y="3924"/>
                      <a:pt x="3861" y="3927"/>
                      <a:pt x="3830" y="3931"/>
                    </a:cubicBezTo>
                    <a:cubicBezTo>
                      <a:pt x="3434" y="3958"/>
                      <a:pt x="3052" y="4042"/>
                      <a:pt x="2696" y="4173"/>
                    </a:cubicBezTo>
                    <a:cubicBezTo>
                      <a:pt x="1562" y="4589"/>
                      <a:pt x="664" y="5486"/>
                      <a:pt x="249" y="6621"/>
                    </a:cubicBezTo>
                    <a:cubicBezTo>
                      <a:pt x="120" y="6977"/>
                      <a:pt x="37" y="7355"/>
                      <a:pt x="13" y="7748"/>
                    </a:cubicBezTo>
                    <a:cubicBezTo>
                      <a:pt x="3" y="7840"/>
                      <a:pt x="0" y="7935"/>
                      <a:pt x="0" y="8031"/>
                    </a:cubicBezTo>
                    <a:cubicBezTo>
                      <a:pt x="0" y="8362"/>
                      <a:pt x="39" y="8686"/>
                      <a:pt x="114" y="8992"/>
                    </a:cubicBezTo>
                    <a:cubicBezTo>
                      <a:pt x="168" y="9226"/>
                      <a:pt x="243" y="9449"/>
                      <a:pt x="338" y="9661"/>
                    </a:cubicBezTo>
                    <a:cubicBezTo>
                      <a:pt x="467" y="9966"/>
                      <a:pt x="633" y="10250"/>
                      <a:pt x="833" y="10513"/>
                    </a:cubicBezTo>
                    <a:cubicBezTo>
                      <a:pt x="929" y="10642"/>
                      <a:pt x="1030" y="10761"/>
                      <a:pt x="1141" y="10875"/>
                    </a:cubicBezTo>
                    <a:lnTo>
                      <a:pt x="1251" y="10986"/>
                    </a:lnTo>
                    <a:cubicBezTo>
                      <a:pt x="1482" y="11210"/>
                      <a:pt x="1740" y="11404"/>
                      <a:pt x="2016" y="11566"/>
                    </a:cubicBezTo>
                    <a:cubicBezTo>
                      <a:pt x="2204" y="11680"/>
                      <a:pt x="2403" y="11778"/>
                      <a:pt x="2612" y="11862"/>
                    </a:cubicBezTo>
                    <a:cubicBezTo>
                      <a:pt x="2954" y="11994"/>
                      <a:pt x="3319" y="12086"/>
                      <a:pt x="3700" y="12120"/>
                    </a:cubicBezTo>
                    <a:cubicBezTo>
                      <a:pt x="3773" y="12129"/>
                      <a:pt x="3847" y="12136"/>
                      <a:pt x="3922" y="12138"/>
                    </a:cubicBezTo>
                    <a:lnTo>
                      <a:pt x="3922" y="12144"/>
                    </a:lnTo>
                    <a:lnTo>
                      <a:pt x="12140" y="12144"/>
                    </a:lnTo>
                    <a:lnTo>
                      <a:pt x="12140" y="11280"/>
                    </a:lnTo>
                    <a:lnTo>
                      <a:pt x="12140" y="10389"/>
                    </a:lnTo>
                    <a:lnTo>
                      <a:pt x="12140" y="9042"/>
                    </a:lnTo>
                    <a:lnTo>
                      <a:pt x="12140" y="8150"/>
                    </a:lnTo>
                    <a:lnTo>
                      <a:pt x="12140" y="6808"/>
                    </a:lnTo>
                    <a:lnTo>
                      <a:pt x="12140" y="5914"/>
                    </a:lnTo>
                    <a:lnTo>
                      <a:pt x="12140" y="4571"/>
                    </a:lnTo>
                    <a:lnTo>
                      <a:pt x="12140" y="3922"/>
                    </a:lnTo>
                    <a:lnTo>
                      <a:pt x="12138" y="3922"/>
                    </a:lnTo>
                    <a:cubicBezTo>
                      <a:pt x="12134" y="3849"/>
                      <a:pt x="12128" y="3775"/>
                      <a:pt x="12119" y="3700"/>
                    </a:cubicBezTo>
                    <a:cubicBezTo>
                      <a:pt x="12086" y="3320"/>
                      <a:pt x="11993" y="2953"/>
                      <a:pt x="11861" y="2613"/>
                    </a:cubicBezTo>
                    <a:cubicBezTo>
                      <a:pt x="11778" y="2404"/>
                      <a:pt x="11679" y="2206"/>
                      <a:pt x="11566" y="2017"/>
                    </a:cubicBezTo>
                    <a:cubicBezTo>
                      <a:pt x="11404" y="1741"/>
                      <a:pt x="11206" y="1485"/>
                      <a:pt x="10986" y="1255"/>
                    </a:cubicBezTo>
                    <a:lnTo>
                      <a:pt x="10983" y="1255"/>
                    </a:lnTo>
                    <a:cubicBezTo>
                      <a:pt x="10838" y="1097"/>
                      <a:pt x="10682" y="963"/>
                      <a:pt x="10512" y="834"/>
                    </a:cubicBezTo>
                    <a:cubicBezTo>
                      <a:pt x="10251" y="637"/>
                      <a:pt x="9965" y="467"/>
                      <a:pt x="9661" y="338"/>
                    </a:cubicBezTo>
                    <a:cubicBezTo>
                      <a:pt x="9449" y="243"/>
                      <a:pt x="9224" y="169"/>
                      <a:pt x="8993" y="114"/>
                    </a:cubicBezTo>
                    <a:cubicBezTo>
                      <a:pt x="8687" y="40"/>
                      <a:pt x="8365" y="1"/>
                      <a:pt x="803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36"/>
              <p:cNvSpPr/>
              <p:nvPr/>
            </p:nvSpPr>
            <p:spPr>
              <a:xfrm>
                <a:off x="3836250" y="823225"/>
                <a:ext cx="303550" cy="303600"/>
              </a:xfrm>
              <a:custGeom>
                <a:rect b="b" l="l" r="r" t="t"/>
                <a:pathLst>
                  <a:path extrusionOk="0" h="12144" w="12142">
                    <a:moveTo>
                      <a:pt x="8033" y="1"/>
                    </a:moveTo>
                    <a:cubicBezTo>
                      <a:pt x="7937" y="1"/>
                      <a:pt x="7842" y="5"/>
                      <a:pt x="7750" y="13"/>
                    </a:cubicBezTo>
                    <a:cubicBezTo>
                      <a:pt x="7357" y="38"/>
                      <a:pt x="6978" y="120"/>
                      <a:pt x="6622" y="249"/>
                    </a:cubicBezTo>
                    <a:cubicBezTo>
                      <a:pt x="6080" y="445"/>
                      <a:pt x="5593" y="753"/>
                      <a:pt x="5187" y="1143"/>
                    </a:cubicBezTo>
                    <a:cubicBezTo>
                      <a:pt x="4738" y="1574"/>
                      <a:pt x="4387" y="2106"/>
                      <a:pt x="4169" y="2701"/>
                    </a:cubicBezTo>
                    <a:cubicBezTo>
                      <a:pt x="4040" y="3055"/>
                      <a:pt x="3957" y="3436"/>
                      <a:pt x="3933" y="3829"/>
                    </a:cubicBezTo>
                    <a:cubicBezTo>
                      <a:pt x="3929" y="3860"/>
                      <a:pt x="3926" y="3893"/>
                      <a:pt x="3926" y="3924"/>
                    </a:cubicBezTo>
                    <a:cubicBezTo>
                      <a:pt x="3895" y="3924"/>
                      <a:pt x="3861" y="3928"/>
                      <a:pt x="3830" y="3932"/>
                    </a:cubicBezTo>
                    <a:cubicBezTo>
                      <a:pt x="3435" y="3958"/>
                      <a:pt x="3053" y="4042"/>
                      <a:pt x="2697" y="4174"/>
                    </a:cubicBezTo>
                    <a:cubicBezTo>
                      <a:pt x="1562" y="4589"/>
                      <a:pt x="665" y="5487"/>
                      <a:pt x="250" y="6621"/>
                    </a:cubicBezTo>
                    <a:cubicBezTo>
                      <a:pt x="121" y="6977"/>
                      <a:pt x="38" y="7355"/>
                      <a:pt x="14" y="7748"/>
                    </a:cubicBezTo>
                    <a:cubicBezTo>
                      <a:pt x="4" y="7840"/>
                      <a:pt x="1" y="7936"/>
                      <a:pt x="1" y="8031"/>
                    </a:cubicBezTo>
                    <a:cubicBezTo>
                      <a:pt x="1" y="8364"/>
                      <a:pt x="41" y="8686"/>
                      <a:pt x="114" y="8993"/>
                    </a:cubicBezTo>
                    <a:cubicBezTo>
                      <a:pt x="170" y="9224"/>
                      <a:pt x="243" y="9449"/>
                      <a:pt x="339" y="9660"/>
                    </a:cubicBezTo>
                    <a:cubicBezTo>
                      <a:pt x="468" y="9965"/>
                      <a:pt x="634" y="10249"/>
                      <a:pt x="835" y="10512"/>
                    </a:cubicBezTo>
                    <a:cubicBezTo>
                      <a:pt x="930" y="10641"/>
                      <a:pt x="1031" y="10760"/>
                      <a:pt x="1141" y="10874"/>
                    </a:cubicBezTo>
                    <a:lnTo>
                      <a:pt x="1253" y="10985"/>
                    </a:lnTo>
                    <a:cubicBezTo>
                      <a:pt x="1482" y="11209"/>
                      <a:pt x="1742" y="11403"/>
                      <a:pt x="2017" y="11565"/>
                    </a:cubicBezTo>
                    <a:cubicBezTo>
                      <a:pt x="2204" y="11679"/>
                      <a:pt x="2404" y="11778"/>
                      <a:pt x="2613" y="11860"/>
                    </a:cubicBezTo>
                    <a:cubicBezTo>
                      <a:pt x="2954" y="11992"/>
                      <a:pt x="3321" y="12085"/>
                      <a:pt x="3700" y="12118"/>
                    </a:cubicBezTo>
                    <a:cubicBezTo>
                      <a:pt x="3776" y="12128"/>
                      <a:pt x="3849" y="12134"/>
                      <a:pt x="3922" y="12137"/>
                    </a:cubicBezTo>
                    <a:lnTo>
                      <a:pt x="3922" y="12143"/>
                    </a:lnTo>
                    <a:lnTo>
                      <a:pt x="12141" y="12143"/>
                    </a:lnTo>
                    <a:lnTo>
                      <a:pt x="12141" y="3922"/>
                    </a:lnTo>
                    <a:lnTo>
                      <a:pt x="12138" y="3922"/>
                    </a:lnTo>
                    <a:cubicBezTo>
                      <a:pt x="12136" y="3847"/>
                      <a:pt x="12130" y="3774"/>
                      <a:pt x="12120" y="3700"/>
                    </a:cubicBezTo>
                    <a:cubicBezTo>
                      <a:pt x="12086" y="3320"/>
                      <a:pt x="11995" y="2953"/>
                      <a:pt x="11862" y="2613"/>
                    </a:cubicBezTo>
                    <a:cubicBezTo>
                      <a:pt x="11779" y="2404"/>
                      <a:pt x="11681" y="2208"/>
                      <a:pt x="11567" y="2017"/>
                    </a:cubicBezTo>
                    <a:cubicBezTo>
                      <a:pt x="11404" y="1740"/>
                      <a:pt x="11208" y="1486"/>
                      <a:pt x="10986" y="1255"/>
                    </a:cubicBezTo>
                    <a:lnTo>
                      <a:pt x="10984" y="1255"/>
                    </a:lnTo>
                    <a:cubicBezTo>
                      <a:pt x="10840" y="1099"/>
                      <a:pt x="10682" y="962"/>
                      <a:pt x="10513" y="833"/>
                    </a:cubicBezTo>
                    <a:cubicBezTo>
                      <a:pt x="10253" y="636"/>
                      <a:pt x="9966" y="467"/>
                      <a:pt x="9661" y="338"/>
                    </a:cubicBezTo>
                    <a:cubicBezTo>
                      <a:pt x="9450" y="243"/>
                      <a:pt x="9226" y="170"/>
                      <a:pt x="8995" y="114"/>
                    </a:cubicBezTo>
                    <a:cubicBezTo>
                      <a:pt x="8688" y="40"/>
                      <a:pt x="8364" y="1"/>
                      <a:pt x="80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36"/>
              <p:cNvSpPr/>
              <p:nvPr/>
            </p:nvSpPr>
            <p:spPr>
              <a:xfrm>
                <a:off x="3836575" y="921450"/>
                <a:ext cx="95425" cy="95450"/>
              </a:xfrm>
              <a:custGeom>
                <a:rect b="b" l="l" r="r" t="t"/>
                <a:pathLst>
                  <a:path extrusionOk="0" h="3818" w="3817">
                    <a:moveTo>
                      <a:pt x="3816" y="0"/>
                    </a:moveTo>
                    <a:lnTo>
                      <a:pt x="3816" y="0"/>
                    </a:lnTo>
                    <a:cubicBezTo>
                      <a:pt x="3421" y="29"/>
                      <a:pt x="3039" y="112"/>
                      <a:pt x="2683" y="243"/>
                    </a:cubicBezTo>
                    <a:lnTo>
                      <a:pt x="235" y="2691"/>
                    </a:lnTo>
                    <a:cubicBezTo>
                      <a:pt x="106" y="3047"/>
                      <a:pt x="24" y="3425"/>
                      <a:pt x="0" y="3818"/>
                    </a:cubicBezTo>
                    <a:lnTo>
                      <a:pt x="38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36"/>
              <p:cNvSpPr/>
              <p:nvPr/>
            </p:nvSpPr>
            <p:spPr>
              <a:xfrm>
                <a:off x="3934525" y="823475"/>
                <a:ext cx="95450" cy="95500"/>
              </a:xfrm>
              <a:custGeom>
                <a:rect b="b" l="l" r="r" t="t"/>
                <a:pathLst>
                  <a:path extrusionOk="0" h="3820" w="3818">
                    <a:moveTo>
                      <a:pt x="3818" y="1"/>
                    </a:moveTo>
                    <a:lnTo>
                      <a:pt x="3818" y="1"/>
                    </a:lnTo>
                    <a:cubicBezTo>
                      <a:pt x="3425" y="26"/>
                      <a:pt x="3046" y="109"/>
                      <a:pt x="2689" y="239"/>
                    </a:cubicBezTo>
                    <a:lnTo>
                      <a:pt x="237" y="2691"/>
                    </a:lnTo>
                    <a:cubicBezTo>
                      <a:pt x="108" y="3045"/>
                      <a:pt x="25" y="3426"/>
                      <a:pt x="1" y="3819"/>
                    </a:cubicBezTo>
                    <a:lnTo>
                      <a:pt x="38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36"/>
              <p:cNvSpPr/>
              <p:nvPr/>
            </p:nvSpPr>
            <p:spPr>
              <a:xfrm>
                <a:off x="3839075" y="826050"/>
                <a:ext cx="238700" cy="238700"/>
              </a:xfrm>
              <a:custGeom>
                <a:rect b="b" l="l" r="r" t="t"/>
                <a:pathLst>
                  <a:path extrusionOk="0" h="9548" w="9548">
                    <a:moveTo>
                      <a:pt x="8881" y="0"/>
                    </a:moveTo>
                    <a:lnTo>
                      <a:pt x="0" y="8880"/>
                    </a:lnTo>
                    <a:cubicBezTo>
                      <a:pt x="56" y="9111"/>
                      <a:pt x="129" y="9336"/>
                      <a:pt x="225" y="9547"/>
                    </a:cubicBezTo>
                    <a:lnTo>
                      <a:pt x="9547" y="224"/>
                    </a:lnTo>
                    <a:cubicBezTo>
                      <a:pt x="9336" y="129"/>
                      <a:pt x="9112" y="55"/>
                      <a:pt x="88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36"/>
              <p:cNvSpPr/>
              <p:nvPr/>
            </p:nvSpPr>
            <p:spPr>
              <a:xfrm>
                <a:off x="3857025" y="844025"/>
                <a:ext cx="253775" cy="253850"/>
              </a:xfrm>
              <a:custGeom>
                <a:rect b="b" l="l" r="r" t="t"/>
                <a:pathLst>
                  <a:path extrusionOk="0" h="10154" w="10151">
                    <a:moveTo>
                      <a:pt x="9680" y="0"/>
                    </a:moveTo>
                    <a:lnTo>
                      <a:pt x="0" y="9680"/>
                    </a:lnTo>
                    <a:cubicBezTo>
                      <a:pt x="96" y="9809"/>
                      <a:pt x="197" y="9928"/>
                      <a:pt x="308" y="10042"/>
                    </a:cubicBezTo>
                    <a:lnTo>
                      <a:pt x="418" y="10153"/>
                    </a:lnTo>
                    <a:lnTo>
                      <a:pt x="10150" y="421"/>
                    </a:lnTo>
                    <a:cubicBezTo>
                      <a:pt x="10008" y="264"/>
                      <a:pt x="9850" y="129"/>
                      <a:pt x="9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36"/>
              <p:cNvSpPr/>
              <p:nvPr/>
            </p:nvSpPr>
            <p:spPr>
              <a:xfrm>
                <a:off x="3886650" y="873600"/>
                <a:ext cx="246150" cy="246150"/>
              </a:xfrm>
              <a:custGeom>
                <a:rect b="b" l="l" r="r" t="t"/>
                <a:pathLst>
                  <a:path extrusionOk="0" h="9846" w="9846">
                    <a:moveTo>
                      <a:pt x="9550" y="0"/>
                    </a:moveTo>
                    <a:lnTo>
                      <a:pt x="0" y="9550"/>
                    </a:lnTo>
                    <a:cubicBezTo>
                      <a:pt x="187" y="9664"/>
                      <a:pt x="387" y="9763"/>
                      <a:pt x="596" y="9845"/>
                    </a:cubicBezTo>
                    <a:lnTo>
                      <a:pt x="9845" y="597"/>
                    </a:lnTo>
                    <a:cubicBezTo>
                      <a:pt x="9763" y="387"/>
                      <a:pt x="9664" y="191"/>
                      <a:pt x="9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36"/>
              <p:cNvSpPr/>
              <p:nvPr/>
            </p:nvSpPr>
            <p:spPr>
              <a:xfrm>
                <a:off x="3928750" y="915725"/>
                <a:ext cx="211050" cy="211100"/>
              </a:xfrm>
              <a:custGeom>
                <a:rect b="b" l="l" r="r" t="t"/>
                <a:pathLst>
                  <a:path extrusionOk="0" h="8444" w="8442">
                    <a:moveTo>
                      <a:pt x="8419" y="0"/>
                    </a:moveTo>
                    <a:lnTo>
                      <a:pt x="0" y="8418"/>
                    </a:lnTo>
                    <a:cubicBezTo>
                      <a:pt x="76" y="8428"/>
                      <a:pt x="149" y="8434"/>
                      <a:pt x="222" y="8437"/>
                    </a:cubicBezTo>
                    <a:lnTo>
                      <a:pt x="222" y="8443"/>
                    </a:lnTo>
                    <a:lnTo>
                      <a:pt x="867" y="8443"/>
                    </a:lnTo>
                    <a:lnTo>
                      <a:pt x="8441" y="869"/>
                    </a:lnTo>
                    <a:lnTo>
                      <a:pt x="8441" y="222"/>
                    </a:lnTo>
                    <a:lnTo>
                      <a:pt x="8437" y="222"/>
                    </a:lnTo>
                    <a:cubicBezTo>
                      <a:pt x="8435" y="147"/>
                      <a:pt x="8429" y="74"/>
                      <a:pt x="8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36"/>
              <p:cNvSpPr/>
              <p:nvPr/>
            </p:nvSpPr>
            <p:spPr>
              <a:xfrm>
                <a:off x="3984075" y="971025"/>
                <a:ext cx="155725" cy="155800"/>
              </a:xfrm>
              <a:custGeom>
                <a:rect b="b" l="l" r="r" t="t"/>
                <a:pathLst>
                  <a:path extrusionOk="0" h="6232" w="6229">
                    <a:moveTo>
                      <a:pt x="6228" y="1"/>
                    </a:moveTo>
                    <a:lnTo>
                      <a:pt x="0" y="6231"/>
                    </a:lnTo>
                    <a:lnTo>
                      <a:pt x="892" y="6231"/>
                    </a:lnTo>
                    <a:lnTo>
                      <a:pt x="6228" y="895"/>
                    </a:lnTo>
                    <a:lnTo>
                      <a:pt x="62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36"/>
              <p:cNvSpPr/>
              <p:nvPr/>
            </p:nvSpPr>
            <p:spPr>
              <a:xfrm>
                <a:off x="4039950" y="1026975"/>
                <a:ext cx="99850" cy="99850"/>
              </a:xfrm>
              <a:custGeom>
                <a:rect b="b" l="l" r="r" t="t"/>
                <a:pathLst>
                  <a:path extrusionOk="0" h="3994" w="3994">
                    <a:moveTo>
                      <a:pt x="3993" y="0"/>
                    </a:moveTo>
                    <a:lnTo>
                      <a:pt x="0" y="3993"/>
                    </a:lnTo>
                    <a:lnTo>
                      <a:pt x="892" y="3993"/>
                    </a:lnTo>
                    <a:lnTo>
                      <a:pt x="3993" y="892"/>
                    </a:lnTo>
                    <a:lnTo>
                      <a:pt x="3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36"/>
              <p:cNvSpPr/>
              <p:nvPr/>
            </p:nvSpPr>
            <p:spPr>
              <a:xfrm>
                <a:off x="4095800" y="1082900"/>
                <a:ext cx="44000" cy="43925"/>
              </a:xfrm>
              <a:custGeom>
                <a:rect b="b" l="l" r="r" t="t"/>
                <a:pathLst>
                  <a:path extrusionOk="0" h="1757" w="1760">
                    <a:moveTo>
                      <a:pt x="1759" y="1"/>
                    </a:moveTo>
                    <a:lnTo>
                      <a:pt x="1" y="1756"/>
                    </a:lnTo>
                    <a:lnTo>
                      <a:pt x="895" y="1756"/>
                    </a:lnTo>
                    <a:lnTo>
                      <a:pt x="1759" y="892"/>
                    </a:lnTo>
                    <a:lnTo>
                      <a:pt x="1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36"/>
              <p:cNvSpPr/>
              <p:nvPr/>
            </p:nvSpPr>
            <p:spPr>
              <a:xfrm>
                <a:off x="3892750" y="879725"/>
                <a:ext cx="190525" cy="190475"/>
              </a:xfrm>
              <a:custGeom>
                <a:rect b="b" l="l" r="r" t="t"/>
                <a:pathLst>
                  <a:path extrusionOk="0" h="7619" w="7621">
                    <a:moveTo>
                      <a:pt x="5771" y="1"/>
                    </a:moveTo>
                    <a:cubicBezTo>
                      <a:pt x="4779" y="1"/>
                      <a:pt x="3969" y="775"/>
                      <a:pt x="3925" y="1764"/>
                    </a:cubicBezTo>
                    <a:lnTo>
                      <a:pt x="3834" y="3834"/>
                    </a:lnTo>
                    <a:lnTo>
                      <a:pt x="1764" y="3924"/>
                    </a:lnTo>
                    <a:cubicBezTo>
                      <a:pt x="777" y="3969"/>
                      <a:pt x="1" y="4780"/>
                      <a:pt x="1" y="5771"/>
                    </a:cubicBezTo>
                    <a:cubicBezTo>
                      <a:pt x="1" y="6761"/>
                      <a:pt x="774" y="7571"/>
                      <a:pt x="1762" y="7617"/>
                    </a:cubicBezTo>
                    <a:lnTo>
                      <a:pt x="1815" y="7619"/>
                    </a:lnTo>
                    <a:lnTo>
                      <a:pt x="1815" y="7618"/>
                    </a:lnTo>
                    <a:lnTo>
                      <a:pt x="7620" y="7618"/>
                    </a:lnTo>
                    <a:lnTo>
                      <a:pt x="7620" y="1817"/>
                    </a:lnTo>
                    <a:lnTo>
                      <a:pt x="7617" y="1761"/>
                    </a:lnTo>
                    <a:cubicBezTo>
                      <a:pt x="7573" y="775"/>
                      <a:pt x="6761" y="1"/>
                      <a:pt x="57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36"/>
              <p:cNvSpPr/>
              <p:nvPr/>
            </p:nvSpPr>
            <p:spPr>
              <a:xfrm>
                <a:off x="3911600" y="898625"/>
                <a:ext cx="152700" cy="152725"/>
              </a:xfrm>
              <a:custGeom>
                <a:rect b="b" l="l" r="r" t="t"/>
                <a:pathLst>
                  <a:path extrusionOk="0" h="6109" w="6108">
                    <a:moveTo>
                      <a:pt x="5015" y="0"/>
                    </a:moveTo>
                    <a:cubicBezTo>
                      <a:pt x="4429" y="0"/>
                      <a:pt x="3950" y="458"/>
                      <a:pt x="3924" y="1042"/>
                    </a:cubicBezTo>
                    <a:lnTo>
                      <a:pt x="3802" y="3802"/>
                    </a:lnTo>
                    <a:lnTo>
                      <a:pt x="1042" y="3924"/>
                    </a:lnTo>
                    <a:cubicBezTo>
                      <a:pt x="458" y="3950"/>
                      <a:pt x="0" y="4427"/>
                      <a:pt x="0" y="5015"/>
                    </a:cubicBezTo>
                    <a:cubicBezTo>
                      <a:pt x="0" y="5602"/>
                      <a:pt x="458" y="6081"/>
                      <a:pt x="1045" y="6107"/>
                    </a:cubicBezTo>
                    <a:lnTo>
                      <a:pt x="1079" y="6109"/>
                    </a:lnTo>
                    <a:lnTo>
                      <a:pt x="6108" y="6109"/>
                    </a:lnTo>
                    <a:lnTo>
                      <a:pt x="6108" y="1079"/>
                    </a:lnTo>
                    <a:lnTo>
                      <a:pt x="6106" y="1041"/>
                    </a:lnTo>
                    <a:cubicBezTo>
                      <a:pt x="6081" y="458"/>
                      <a:pt x="5601" y="0"/>
                      <a:pt x="50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3" name="Google Shape;2743;p36"/>
            <p:cNvGrpSpPr/>
            <p:nvPr/>
          </p:nvGrpSpPr>
          <p:grpSpPr>
            <a:xfrm>
              <a:off x="431536" y="277500"/>
              <a:ext cx="401330" cy="401463"/>
              <a:chOff x="5038846" y="235350"/>
              <a:chExt cx="158691" cy="158738"/>
            </a:xfrm>
          </p:grpSpPr>
          <p:sp>
            <p:nvSpPr>
              <p:cNvPr id="2744" name="Google Shape;2744;p36"/>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36"/>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6" name="Google Shape;2746;p36"/>
            <p:cNvGrpSpPr/>
            <p:nvPr/>
          </p:nvGrpSpPr>
          <p:grpSpPr>
            <a:xfrm>
              <a:off x="1286004" y="4319900"/>
              <a:ext cx="597553" cy="568204"/>
              <a:chOff x="5164484" y="526738"/>
              <a:chExt cx="133266" cy="126713"/>
            </a:xfrm>
          </p:grpSpPr>
          <p:sp>
            <p:nvSpPr>
              <p:cNvPr id="2747" name="Google Shape;2747;p36"/>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36"/>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9" name="Google Shape;2749;p36"/>
            <p:cNvGrpSpPr/>
            <p:nvPr/>
          </p:nvGrpSpPr>
          <p:grpSpPr>
            <a:xfrm rot="2159224">
              <a:off x="8263889" y="3127481"/>
              <a:ext cx="334208" cy="317797"/>
              <a:chOff x="5164484" y="526738"/>
              <a:chExt cx="133266" cy="126713"/>
            </a:xfrm>
          </p:grpSpPr>
          <p:sp>
            <p:nvSpPr>
              <p:cNvPr id="2750" name="Google Shape;2750;p36"/>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lt2"/>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36"/>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752" name="Shape 2752"/>
        <p:cNvGrpSpPr/>
        <p:nvPr/>
      </p:nvGrpSpPr>
      <p:grpSpPr>
        <a:xfrm>
          <a:off x="0" y="0"/>
          <a:ext cx="0" cy="0"/>
          <a:chOff x="0" y="0"/>
          <a:chExt cx="0" cy="0"/>
        </a:xfrm>
      </p:grpSpPr>
      <p:sp>
        <p:nvSpPr>
          <p:cNvPr id="2753" name="Google Shape;2753;p37"/>
          <p:cNvSpPr txBox="1"/>
          <p:nvPr>
            <p:ph type="title"/>
          </p:nvPr>
        </p:nvSpPr>
        <p:spPr>
          <a:xfrm>
            <a:off x="1168725" y="2518175"/>
            <a:ext cx="6755700" cy="8418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754" name="Google Shape;2754;p37"/>
          <p:cNvSpPr txBox="1"/>
          <p:nvPr>
            <p:ph hasCustomPrompt="1" idx="2" type="title"/>
          </p:nvPr>
        </p:nvSpPr>
        <p:spPr>
          <a:xfrm>
            <a:off x="3922651" y="1497600"/>
            <a:ext cx="1298700" cy="841800"/>
          </a:xfrm>
          <a:prstGeom prst="rect">
            <a:avLst/>
          </a:prstGeom>
          <a:noFill/>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2"/>
                </a:solidFill>
              </a:defRPr>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2755" name="Google Shape;2755;p37"/>
          <p:cNvSpPr txBox="1"/>
          <p:nvPr>
            <p:ph idx="1" type="subTitle"/>
          </p:nvPr>
        </p:nvSpPr>
        <p:spPr>
          <a:xfrm>
            <a:off x="1168725" y="3270900"/>
            <a:ext cx="6755700" cy="3750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2756" name="Google Shape;2756;p37"/>
          <p:cNvGrpSpPr/>
          <p:nvPr/>
        </p:nvGrpSpPr>
        <p:grpSpPr>
          <a:xfrm>
            <a:off x="-168905" y="3601805"/>
            <a:ext cx="1697388" cy="1443439"/>
            <a:chOff x="2880571" y="194363"/>
            <a:chExt cx="650041" cy="552788"/>
          </a:xfrm>
        </p:grpSpPr>
        <p:sp>
          <p:nvSpPr>
            <p:cNvPr id="2757" name="Google Shape;2757;p37"/>
            <p:cNvSpPr/>
            <p:nvPr/>
          </p:nvSpPr>
          <p:spPr>
            <a:xfrm>
              <a:off x="2880571" y="194363"/>
              <a:ext cx="648725" cy="551800"/>
            </a:xfrm>
            <a:custGeom>
              <a:rect b="b" l="l" r="r" t="t"/>
              <a:pathLst>
                <a:path extrusionOk="0" h="22072" w="25949">
                  <a:moveTo>
                    <a:pt x="14372" y="1"/>
                  </a:moveTo>
                  <a:cubicBezTo>
                    <a:pt x="11516" y="1"/>
                    <a:pt x="8653" y="1093"/>
                    <a:pt x="6502" y="3555"/>
                  </a:cubicBezTo>
                  <a:cubicBezTo>
                    <a:pt x="0" y="10327"/>
                    <a:pt x="5289" y="22072"/>
                    <a:pt x="14402" y="22072"/>
                  </a:cubicBezTo>
                  <a:cubicBezTo>
                    <a:pt x="14703" y="22072"/>
                    <a:pt x="15008" y="22059"/>
                    <a:pt x="15316" y="22033"/>
                  </a:cubicBezTo>
                  <a:cubicBezTo>
                    <a:pt x="20809" y="21806"/>
                    <a:pt x="25536" y="17001"/>
                    <a:pt x="25684" y="11509"/>
                  </a:cubicBezTo>
                  <a:cubicBezTo>
                    <a:pt x="25855" y="11340"/>
                    <a:pt x="25949" y="11241"/>
                    <a:pt x="25949" y="11241"/>
                  </a:cubicBezTo>
                  <a:cubicBezTo>
                    <a:pt x="25949" y="11241"/>
                    <a:pt x="25860" y="11147"/>
                    <a:pt x="25696" y="10985"/>
                  </a:cubicBezTo>
                  <a:cubicBezTo>
                    <a:pt x="25831" y="4414"/>
                    <a:pt x="20114" y="1"/>
                    <a:pt x="14372" y="1"/>
                  </a:cubicBezTo>
                  <a:close/>
                </a:path>
              </a:pathLst>
            </a:custGeom>
            <a:solidFill>
              <a:schemeClr val="accent4"/>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37"/>
            <p:cNvSpPr/>
            <p:nvPr/>
          </p:nvSpPr>
          <p:spPr>
            <a:xfrm>
              <a:off x="2972013" y="194875"/>
              <a:ext cx="552275" cy="552275"/>
            </a:xfrm>
            <a:custGeom>
              <a:rect b="b" l="l" r="r" t="t"/>
              <a:pathLst>
                <a:path extrusionOk="0" h="22091" w="22091">
                  <a:moveTo>
                    <a:pt x="11046" y="1"/>
                  </a:moveTo>
                  <a:cubicBezTo>
                    <a:pt x="8116" y="1"/>
                    <a:pt x="5307" y="1165"/>
                    <a:pt x="3236" y="3236"/>
                  </a:cubicBezTo>
                  <a:cubicBezTo>
                    <a:pt x="1165" y="5307"/>
                    <a:pt x="1" y="8116"/>
                    <a:pt x="1" y="11045"/>
                  </a:cubicBezTo>
                  <a:cubicBezTo>
                    <a:pt x="1" y="13975"/>
                    <a:pt x="1165" y="16784"/>
                    <a:pt x="3236" y="18855"/>
                  </a:cubicBezTo>
                  <a:cubicBezTo>
                    <a:pt x="5307" y="20926"/>
                    <a:pt x="8116" y="22090"/>
                    <a:pt x="11046" y="22090"/>
                  </a:cubicBezTo>
                  <a:cubicBezTo>
                    <a:pt x="13975" y="22090"/>
                    <a:pt x="16784" y="20926"/>
                    <a:pt x="18856" y="18855"/>
                  </a:cubicBezTo>
                  <a:cubicBezTo>
                    <a:pt x="20928" y="16784"/>
                    <a:pt x="22091" y="13975"/>
                    <a:pt x="22091" y="11045"/>
                  </a:cubicBezTo>
                  <a:cubicBezTo>
                    <a:pt x="22091" y="8116"/>
                    <a:pt x="20928" y="5307"/>
                    <a:pt x="18856" y="3236"/>
                  </a:cubicBezTo>
                  <a:cubicBezTo>
                    <a:pt x="16784" y="1165"/>
                    <a:pt x="13975" y="1"/>
                    <a:pt x="110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37"/>
            <p:cNvSpPr/>
            <p:nvPr/>
          </p:nvSpPr>
          <p:spPr>
            <a:xfrm>
              <a:off x="2985188" y="342975"/>
              <a:ext cx="281225" cy="129125"/>
            </a:xfrm>
            <a:custGeom>
              <a:rect b="b" l="l" r="r" t="t"/>
              <a:pathLst>
                <a:path extrusionOk="0" h="5165" w="11249">
                  <a:moveTo>
                    <a:pt x="730" y="0"/>
                  </a:moveTo>
                  <a:cubicBezTo>
                    <a:pt x="437" y="553"/>
                    <a:pt x="191" y="1138"/>
                    <a:pt x="0" y="1743"/>
                  </a:cubicBezTo>
                  <a:cubicBezTo>
                    <a:pt x="2739" y="3889"/>
                    <a:pt x="6187" y="5164"/>
                    <a:pt x="9935" y="5164"/>
                  </a:cubicBezTo>
                  <a:cubicBezTo>
                    <a:pt x="9999" y="5164"/>
                    <a:pt x="10061" y="5164"/>
                    <a:pt x="10126" y="5161"/>
                  </a:cubicBezTo>
                  <a:lnTo>
                    <a:pt x="10179" y="5161"/>
                  </a:lnTo>
                  <a:cubicBezTo>
                    <a:pt x="10243" y="5161"/>
                    <a:pt x="10312" y="5159"/>
                    <a:pt x="10379" y="5159"/>
                  </a:cubicBezTo>
                  <a:cubicBezTo>
                    <a:pt x="10385" y="5156"/>
                    <a:pt x="10394" y="5156"/>
                    <a:pt x="10403" y="5156"/>
                  </a:cubicBezTo>
                  <a:lnTo>
                    <a:pt x="10464" y="5156"/>
                  </a:lnTo>
                  <a:cubicBezTo>
                    <a:pt x="10472" y="5154"/>
                    <a:pt x="10478" y="5154"/>
                    <a:pt x="10487" y="5154"/>
                  </a:cubicBezTo>
                  <a:lnTo>
                    <a:pt x="10540" y="5154"/>
                  </a:lnTo>
                  <a:cubicBezTo>
                    <a:pt x="10542" y="5152"/>
                    <a:pt x="10543" y="5152"/>
                    <a:pt x="10545" y="5152"/>
                  </a:cubicBezTo>
                  <a:cubicBezTo>
                    <a:pt x="10547" y="5152"/>
                    <a:pt x="10549" y="5152"/>
                    <a:pt x="10552" y="5154"/>
                  </a:cubicBezTo>
                  <a:cubicBezTo>
                    <a:pt x="10559" y="5151"/>
                    <a:pt x="10568" y="5151"/>
                    <a:pt x="10577" y="5151"/>
                  </a:cubicBezTo>
                  <a:lnTo>
                    <a:pt x="10604" y="5151"/>
                  </a:lnTo>
                  <a:cubicBezTo>
                    <a:pt x="10604" y="5150"/>
                    <a:pt x="10605" y="5149"/>
                    <a:pt x="10606" y="5149"/>
                  </a:cubicBezTo>
                  <a:cubicBezTo>
                    <a:pt x="10608" y="5149"/>
                    <a:pt x="10609" y="5150"/>
                    <a:pt x="10611" y="5151"/>
                  </a:cubicBezTo>
                  <a:cubicBezTo>
                    <a:pt x="10616" y="5149"/>
                    <a:pt x="10622" y="5149"/>
                    <a:pt x="10629" y="5149"/>
                  </a:cubicBezTo>
                  <a:lnTo>
                    <a:pt x="10644" y="5149"/>
                  </a:lnTo>
                  <a:cubicBezTo>
                    <a:pt x="10660" y="5149"/>
                    <a:pt x="10675" y="5146"/>
                    <a:pt x="10694" y="5146"/>
                  </a:cubicBezTo>
                  <a:lnTo>
                    <a:pt x="10702" y="5146"/>
                  </a:lnTo>
                  <a:cubicBezTo>
                    <a:pt x="10882" y="5135"/>
                    <a:pt x="11067" y="5124"/>
                    <a:pt x="11249" y="5109"/>
                  </a:cubicBezTo>
                  <a:cubicBezTo>
                    <a:pt x="11148" y="5099"/>
                    <a:pt x="11042" y="5091"/>
                    <a:pt x="10939" y="5071"/>
                  </a:cubicBezTo>
                  <a:cubicBezTo>
                    <a:pt x="10914" y="5071"/>
                    <a:pt x="10894" y="5067"/>
                    <a:pt x="10872" y="5065"/>
                  </a:cubicBezTo>
                  <a:cubicBezTo>
                    <a:pt x="10808" y="5062"/>
                    <a:pt x="10747" y="5053"/>
                    <a:pt x="10685" y="5047"/>
                  </a:cubicBezTo>
                  <a:lnTo>
                    <a:pt x="10682" y="5047"/>
                  </a:lnTo>
                  <a:cubicBezTo>
                    <a:pt x="10661" y="5045"/>
                    <a:pt x="10640" y="5040"/>
                    <a:pt x="10618" y="5037"/>
                  </a:cubicBezTo>
                  <a:cubicBezTo>
                    <a:pt x="10609" y="5037"/>
                    <a:pt x="10603" y="5037"/>
                    <a:pt x="10597" y="5035"/>
                  </a:cubicBezTo>
                  <a:lnTo>
                    <a:pt x="10581" y="5035"/>
                  </a:lnTo>
                  <a:cubicBezTo>
                    <a:pt x="10572" y="5035"/>
                    <a:pt x="10566" y="5032"/>
                    <a:pt x="10558" y="5032"/>
                  </a:cubicBezTo>
                  <a:lnTo>
                    <a:pt x="10546" y="5032"/>
                  </a:lnTo>
                  <a:cubicBezTo>
                    <a:pt x="10541" y="5030"/>
                    <a:pt x="10535" y="5030"/>
                    <a:pt x="10528" y="5030"/>
                  </a:cubicBezTo>
                  <a:cubicBezTo>
                    <a:pt x="10519" y="5027"/>
                    <a:pt x="10510" y="5027"/>
                    <a:pt x="10501" y="5027"/>
                  </a:cubicBezTo>
                  <a:lnTo>
                    <a:pt x="10499" y="5027"/>
                  </a:lnTo>
                  <a:cubicBezTo>
                    <a:pt x="10492" y="5025"/>
                    <a:pt x="10485" y="5025"/>
                    <a:pt x="10483" y="5025"/>
                  </a:cubicBezTo>
                  <a:lnTo>
                    <a:pt x="10477" y="5025"/>
                  </a:lnTo>
                  <a:cubicBezTo>
                    <a:pt x="10464" y="5021"/>
                    <a:pt x="10452" y="5021"/>
                    <a:pt x="10443" y="5019"/>
                  </a:cubicBezTo>
                  <a:cubicBezTo>
                    <a:pt x="10434" y="5019"/>
                    <a:pt x="10425" y="5019"/>
                    <a:pt x="10418" y="5016"/>
                  </a:cubicBezTo>
                  <a:cubicBezTo>
                    <a:pt x="10406" y="5016"/>
                    <a:pt x="10396" y="5014"/>
                    <a:pt x="10387" y="5014"/>
                  </a:cubicBezTo>
                  <a:cubicBezTo>
                    <a:pt x="10381" y="5014"/>
                    <a:pt x="10377" y="5011"/>
                    <a:pt x="10375" y="5011"/>
                  </a:cubicBezTo>
                  <a:cubicBezTo>
                    <a:pt x="10319" y="5004"/>
                    <a:pt x="10263" y="4995"/>
                    <a:pt x="10209" y="4986"/>
                  </a:cubicBezTo>
                  <a:lnTo>
                    <a:pt x="10190" y="4986"/>
                  </a:lnTo>
                  <a:cubicBezTo>
                    <a:pt x="6474" y="4439"/>
                    <a:pt x="3170" y="2628"/>
                    <a:pt x="7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37"/>
            <p:cNvSpPr/>
            <p:nvPr/>
          </p:nvSpPr>
          <p:spPr>
            <a:xfrm>
              <a:off x="3229863" y="470125"/>
              <a:ext cx="281325" cy="128825"/>
            </a:xfrm>
            <a:custGeom>
              <a:rect b="b" l="l" r="r" t="t"/>
              <a:pathLst>
                <a:path extrusionOk="0" h="5153" w="11253">
                  <a:moveTo>
                    <a:pt x="1352" y="1"/>
                  </a:moveTo>
                  <a:cubicBezTo>
                    <a:pt x="1338" y="1"/>
                    <a:pt x="1325" y="1"/>
                    <a:pt x="1311" y="1"/>
                  </a:cubicBezTo>
                  <a:lnTo>
                    <a:pt x="1151" y="1"/>
                  </a:lnTo>
                  <a:cubicBezTo>
                    <a:pt x="1124" y="1"/>
                    <a:pt x="1095" y="3"/>
                    <a:pt x="1069" y="3"/>
                  </a:cubicBezTo>
                  <a:cubicBezTo>
                    <a:pt x="1003" y="3"/>
                    <a:pt x="939" y="6"/>
                    <a:pt x="871" y="6"/>
                  </a:cubicBezTo>
                  <a:cubicBezTo>
                    <a:pt x="862" y="6"/>
                    <a:pt x="853" y="6"/>
                    <a:pt x="845" y="8"/>
                  </a:cubicBezTo>
                  <a:lnTo>
                    <a:pt x="786" y="8"/>
                  </a:lnTo>
                  <a:cubicBezTo>
                    <a:pt x="780" y="8"/>
                    <a:pt x="770" y="8"/>
                    <a:pt x="762" y="11"/>
                  </a:cubicBezTo>
                  <a:cubicBezTo>
                    <a:pt x="761" y="10"/>
                    <a:pt x="760" y="10"/>
                    <a:pt x="758" y="10"/>
                  </a:cubicBezTo>
                  <a:cubicBezTo>
                    <a:pt x="755" y="10"/>
                    <a:pt x="751" y="11"/>
                    <a:pt x="747" y="11"/>
                  </a:cubicBezTo>
                  <a:cubicBezTo>
                    <a:pt x="745" y="12"/>
                    <a:pt x="744" y="12"/>
                    <a:pt x="743" y="12"/>
                  </a:cubicBezTo>
                  <a:cubicBezTo>
                    <a:pt x="741" y="12"/>
                    <a:pt x="739" y="11"/>
                    <a:pt x="739" y="11"/>
                  </a:cubicBezTo>
                  <a:lnTo>
                    <a:pt x="697" y="11"/>
                  </a:lnTo>
                  <a:cubicBezTo>
                    <a:pt x="691" y="11"/>
                    <a:pt x="682" y="11"/>
                    <a:pt x="672" y="13"/>
                  </a:cubicBezTo>
                  <a:lnTo>
                    <a:pt x="639" y="13"/>
                  </a:lnTo>
                  <a:cubicBezTo>
                    <a:pt x="634" y="13"/>
                    <a:pt x="628" y="13"/>
                    <a:pt x="621" y="16"/>
                  </a:cubicBezTo>
                  <a:cubicBezTo>
                    <a:pt x="621" y="16"/>
                    <a:pt x="619" y="15"/>
                    <a:pt x="618" y="15"/>
                  </a:cubicBezTo>
                  <a:cubicBezTo>
                    <a:pt x="617" y="15"/>
                    <a:pt x="616" y="15"/>
                    <a:pt x="615" y="16"/>
                  </a:cubicBezTo>
                  <a:cubicBezTo>
                    <a:pt x="597" y="16"/>
                    <a:pt x="578" y="16"/>
                    <a:pt x="557" y="18"/>
                  </a:cubicBezTo>
                  <a:lnTo>
                    <a:pt x="554" y="18"/>
                  </a:lnTo>
                  <a:cubicBezTo>
                    <a:pt x="370" y="25"/>
                    <a:pt x="185" y="37"/>
                    <a:pt x="0" y="52"/>
                  </a:cubicBezTo>
                  <a:cubicBezTo>
                    <a:pt x="114" y="61"/>
                    <a:pt x="228" y="70"/>
                    <a:pt x="339" y="83"/>
                  </a:cubicBezTo>
                  <a:cubicBezTo>
                    <a:pt x="354" y="87"/>
                    <a:pt x="368" y="87"/>
                    <a:pt x="381" y="90"/>
                  </a:cubicBezTo>
                  <a:cubicBezTo>
                    <a:pt x="443" y="95"/>
                    <a:pt x="504" y="101"/>
                    <a:pt x="566" y="107"/>
                  </a:cubicBezTo>
                  <a:lnTo>
                    <a:pt x="568" y="110"/>
                  </a:lnTo>
                  <a:cubicBezTo>
                    <a:pt x="590" y="110"/>
                    <a:pt x="610" y="114"/>
                    <a:pt x="633" y="116"/>
                  </a:cubicBezTo>
                  <a:cubicBezTo>
                    <a:pt x="639" y="116"/>
                    <a:pt x="649" y="116"/>
                    <a:pt x="655" y="120"/>
                  </a:cubicBezTo>
                  <a:lnTo>
                    <a:pt x="667" y="120"/>
                  </a:lnTo>
                  <a:cubicBezTo>
                    <a:pt x="674" y="120"/>
                    <a:pt x="683" y="122"/>
                    <a:pt x="692" y="122"/>
                  </a:cubicBezTo>
                  <a:lnTo>
                    <a:pt x="701" y="122"/>
                  </a:lnTo>
                  <a:cubicBezTo>
                    <a:pt x="707" y="125"/>
                    <a:pt x="714" y="125"/>
                    <a:pt x="723" y="125"/>
                  </a:cubicBezTo>
                  <a:cubicBezTo>
                    <a:pt x="729" y="127"/>
                    <a:pt x="738" y="127"/>
                    <a:pt x="748" y="127"/>
                  </a:cubicBezTo>
                  <a:lnTo>
                    <a:pt x="754" y="127"/>
                  </a:lnTo>
                  <a:cubicBezTo>
                    <a:pt x="758" y="130"/>
                    <a:pt x="760" y="130"/>
                    <a:pt x="767" y="130"/>
                  </a:cubicBezTo>
                  <a:lnTo>
                    <a:pt x="776" y="130"/>
                  </a:lnTo>
                  <a:cubicBezTo>
                    <a:pt x="785" y="133"/>
                    <a:pt x="796" y="133"/>
                    <a:pt x="810" y="136"/>
                  </a:cubicBezTo>
                  <a:cubicBezTo>
                    <a:pt x="816" y="136"/>
                    <a:pt x="822" y="136"/>
                    <a:pt x="831" y="139"/>
                  </a:cubicBezTo>
                  <a:cubicBezTo>
                    <a:pt x="841" y="139"/>
                    <a:pt x="852" y="141"/>
                    <a:pt x="865" y="141"/>
                  </a:cubicBezTo>
                  <a:cubicBezTo>
                    <a:pt x="867" y="144"/>
                    <a:pt x="871" y="144"/>
                    <a:pt x="874" y="144"/>
                  </a:cubicBezTo>
                  <a:cubicBezTo>
                    <a:pt x="929" y="151"/>
                    <a:pt x="987" y="160"/>
                    <a:pt x="1043" y="168"/>
                  </a:cubicBezTo>
                  <a:cubicBezTo>
                    <a:pt x="1049" y="168"/>
                    <a:pt x="1058" y="168"/>
                    <a:pt x="1064" y="171"/>
                  </a:cubicBezTo>
                  <a:cubicBezTo>
                    <a:pt x="4782" y="718"/>
                    <a:pt x="8085" y="2531"/>
                    <a:pt x="10523" y="5153"/>
                  </a:cubicBezTo>
                  <a:cubicBezTo>
                    <a:pt x="10812" y="4599"/>
                    <a:pt x="11058" y="4017"/>
                    <a:pt x="11252" y="3413"/>
                  </a:cubicBezTo>
                  <a:cubicBezTo>
                    <a:pt x="8519" y="1275"/>
                    <a:pt x="5086" y="1"/>
                    <a:pt x="13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37"/>
            <p:cNvSpPr/>
            <p:nvPr/>
          </p:nvSpPr>
          <p:spPr>
            <a:xfrm>
              <a:off x="3247238" y="208025"/>
              <a:ext cx="128900" cy="281250"/>
            </a:xfrm>
            <a:custGeom>
              <a:rect b="b" l="l" r="r" t="t"/>
              <a:pathLst>
                <a:path extrusionOk="0" h="11250" w="5156">
                  <a:moveTo>
                    <a:pt x="3421" y="1"/>
                  </a:moveTo>
                  <a:cubicBezTo>
                    <a:pt x="1276" y="2742"/>
                    <a:pt x="0" y="6191"/>
                    <a:pt x="0" y="9938"/>
                  </a:cubicBezTo>
                  <a:cubicBezTo>
                    <a:pt x="0" y="10002"/>
                    <a:pt x="0" y="10064"/>
                    <a:pt x="2" y="10129"/>
                  </a:cubicBezTo>
                  <a:lnTo>
                    <a:pt x="2" y="10180"/>
                  </a:lnTo>
                  <a:cubicBezTo>
                    <a:pt x="2" y="10244"/>
                    <a:pt x="5" y="10309"/>
                    <a:pt x="5" y="10377"/>
                  </a:cubicBezTo>
                  <a:cubicBezTo>
                    <a:pt x="7" y="10386"/>
                    <a:pt x="7" y="10394"/>
                    <a:pt x="7" y="10403"/>
                  </a:cubicBezTo>
                  <a:lnTo>
                    <a:pt x="7" y="10419"/>
                  </a:lnTo>
                  <a:lnTo>
                    <a:pt x="7" y="10425"/>
                  </a:lnTo>
                  <a:lnTo>
                    <a:pt x="7" y="10463"/>
                  </a:lnTo>
                  <a:cubicBezTo>
                    <a:pt x="10" y="10469"/>
                    <a:pt x="10" y="10479"/>
                    <a:pt x="10" y="10487"/>
                  </a:cubicBezTo>
                  <a:lnTo>
                    <a:pt x="10" y="10536"/>
                  </a:lnTo>
                  <a:cubicBezTo>
                    <a:pt x="12" y="10539"/>
                    <a:pt x="12" y="10546"/>
                    <a:pt x="10" y="10552"/>
                  </a:cubicBezTo>
                  <a:cubicBezTo>
                    <a:pt x="12" y="10558"/>
                    <a:pt x="12" y="10567"/>
                    <a:pt x="12" y="10577"/>
                  </a:cubicBezTo>
                  <a:lnTo>
                    <a:pt x="12" y="10600"/>
                  </a:lnTo>
                  <a:lnTo>
                    <a:pt x="12" y="10608"/>
                  </a:lnTo>
                  <a:cubicBezTo>
                    <a:pt x="15" y="10614"/>
                    <a:pt x="15" y="10620"/>
                    <a:pt x="15" y="10629"/>
                  </a:cubicBezTo>
                  <a:lnTo>
                    <a:pt x="15" y="10642"/>
                  </a:lnTo>
                  <a:cubicBezTo>
                    <a:pt x="15" y="10657"/>
                    <a:pt x="18" y="10677"/>
                    <a:pt x="18" y="10695"/>
                  </a:cubicBezTo>
                  <a:lnTo>
                    <a:pt x="18" y="10697"/>
                  </a:lnTo>
                  <a:lnTo>
                    <a:pt x="18" y="10701"/>
                  </a:lnTo>
                  <a:cubicBezTo>
                    <a:pt x="28" y="10883"/>
                    <a:pt x="39" y="11065"/>
                    <a:pt x="55" y="11250"/>
                  </a:cubicBezTo>
                  <a:cubicBezTo>
                    <a:pt x="64" y="11145"/>
                    <a:pt x="73" y="11044"/>
                    <a:pt x="86" y="10943"/>
                  </a:cubicBezTo>
                  <a:cubicBezTo>
                    <a:pt x="86" y="10918"/>
                    <a:pt x="90" y="10898"/>
                    <a:pt x="93" y="10876"/>
                  </a:cubicBezTo>
                  <a:cubicBezTo>
                    <a:pt x="95" y="10811"/>
                    <a:pt x="104" y="10750"/>
                    <a:pt x="110" y="10688"/>
                  </a:cubicBezTo>
                  <a:lnTo>
                    <a:pt x="110" y="10686"/>
                  </a:lnTo>
                  <a:cubicBezTo>
                    <a:pt x="114" y="10665"/>
                    <a:pt x="117" y="10641"/>
                    <a:pt x="120" y="10619"/>
                  </a:cubicBezTo>
                  <a:cubicBezTo>
                    <a:pt x="120" y="10613"/>
                    <a:pt x="120" y="10604"/>
                    <a:pt x="122" y="10597"/>
                  </a:cubicBezTo>
                  <a:lnTo>
                    <a:pt x="122" y="10590"/>
                  </a:lnTo>
                  <a:lnTo>
                    <a:pt x="122" y="10584"/>
                  </a:lnTo>
                  <a:cubicBezTo>
                    <a:pt x="122" y="10578"/>
                    <a:pt x="125" y="10568"/>
                    <a:pt x="125" y="10559"/>
                  </a:cubicBezTo>
                  <a:lnTo>
                    <a:pt x="125" y="10551"/>
                  </a:lnTo>
                  <a:cubicBezTo>
                    <a:pt x="127" y="10544"/>
                    <a:pt x="127" y="10538"/>
                    <a:pt x="127" y="10528"/>
                  </a:cubicBezTo>
                  <a:cubicBezTo>
                    <a:pt x="130" y="10522"/>
                    <a:pt x="130" y="10513"/>
                    <a:pt x="130" y="10504"/>
                  </a:cubicBezTo>
                  <a:lnTo>
                    <a:pt x="130" y="10501"/>
                  </a:lnTo>
                  <a:cubicBezTo>
                    <a:pt x="132" y="10499"/>
                    <a:pt x="132" y="10492"/>
                    <a:pt x="132" y="10486"/>
                  </a:cubicBezTo>
                  <a:lnTo>
                    <a:pt x="132" y="10477"/>
                  </a:lnTo>
                  <a:cubicBezTo>
                    <a:pt x="136" y="10468"/>
                    <a:pt x="136" y="10456"/>
                    <a:pt x="139" y="10444"/>
                  </a:cubicBezTo>
                  <a:cubicBezTo>
                    <a:pt x="139" y="10438"/>
                    <a:pt x="139" y="10432"/>
                    <a:pt x="141" y="10425"/>
                  </a:cubicBezTo>
                  <a:cubicBezTo>
                    <a:pt x="141" y="10413"/>
                    <a:pt x="144" y="10401"/>
                    <a:pt x="144" y="10388"/>
                  </a:cubicBezTo>
                  <a:cubicBezTo>
                    <a:pt x="144" y="10386"/>
                    <a:pt x="147" y="10382"/>
                    <a:pt x="147" y="10379"/>
                  </a:cubicBezTo>
                  <a:cubicBezTo>
                    <a:pt x="153" y="10324"/>
                    <a:pt x="162" y="10265"/>
                    <a:pt x="171" y="10210"/>
                  </a:cubicBezTo>
                  <a:cubicBezTo>
                    <a:pt x="171" y="10203"/>
                    <a:pt x="171" y="10195"/>
                    <a:pt x="173" y="10188"/>
                  </a:cubicBezTo>
                  <a:cubicBezTo>
                    <a:pt x="720" y="6471"/>
                    <a:pt x="2530" y="3168"/>
                    <a:pt x="5156" y="729"/>
                  </a:cubicBezTo>
                  <a:cubicBezTo>
                    <a:pt x="4603" y="440"/>
                    <a:pt x="4018" y="195"/>
                    <a:pt x="34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37"/>
            <p:cNvSpPr/>
            <p:nvPr/>
          </p:nvSpPr>
          <p:spPr>
            <a:xfrm>
              <a:off x="3120213" y="452775"/>
              <a:ext cx="129050" cy="281225"/>
            </a:xfrm>
            <a:custGeom>
              <a:rect b="b" l="l" r="r" t="t"/>
              <a:pathLst>
                <a:path extrusionOk="0" h="11249" w="5162">
                  <a:moveTo>
                    <a:pt x="5103" y="0"/>
                  </a:moveTo>
                  <a:cubicBezTo>
                    <a:pt x="5093" y="114"/>
                    <a:pt x="5084" y="227"/>
                    <a:pt x="5072" y="339"/>
                  </a:cubicBezTo>
                  <a:cubicBezTo>
                    <a:pt x="5068" y="354"/>
                    <a:pt x="5068" y="366"/>
                    <a:pt x="5065" y="381"/>
                  </a:cubicBezTo>
                  <a:cubicBezTo>
                    <a:pt x="5059" y="443"/>
                    <a:pt x="5053" y="505"/>
                    <a:pt x="5047" y="563"/>
                  </a:cubicBezTo>
                  <a:cubicBezTo>
                    <a:pt x="5047" y="566"/>
                    <a:pt x="5044" y="566"/>
                    <a:pt x="5044" y="566"/>
                  </a:cubicBezTo>
                  <a:cubicBezTo>
                    <a:pt x="5044" y="588"/>
                    <a:pt x="5041" y="608"/>
                    <a:pt x="5038" y="630"/>
                  </a:cubicBezTo>
                  <a:cubicBezTo>
                    <a:pt x="5038" y="639"/>
                    <a:pt x="5038" y="645"/>
                    <a:pt x="5036" y="652"/>
                  </a:cubicBezTo>
                  <a:lnTo>
                    <a:pt x="5036" y="665"/>
                  </a:lnTo>
                  <a:lnTo>
                    <a:pt x="5036" y="667"/>
                  </a:lnTo>
                  <a:cubicBezTo>
                    <a:pt x="5036" y="676"/>
                    <a:pt x="5033" y="683"/>
                    <a:pt x="5033" y="690"/>
                  </a:cubicBezTo>
                  <a:lnTo>
                    <a:pt x="5033" y="702"/>
                  </a:lnTo>
                  <a:cubicBezTo>
                    <a:pt x="5030" y="707"/>
                    <a:pt x="5030" y="713"/>
                    <a:pt x="5030" y="721"/>
                  </a:cubicBezTo>
                  <a:cubicBezTo>
                    <a:pt x="5027" y="729"/>
                    <a:pt x="5027" y="738"/>
                    <a:pt x="5027" y="748"/>
                  </a:cubicBezTo>
                  <a:lnTo>
                    <a:pt x="5027" y="750"/>
                  </a:lnTo>
                  <a:cubicBezTo>
                    <a:pt x="5025" y="757"/>
                    <a:pt x="5025" y="762"/>
                    <a:pt x="5025" y="765"/>
                  </a:cubicBezTo>
                  <a:lnTo>
                    <a:pt x="5025" y="772"/>
                  </a:lnTo>
                  <a:cubicBezTo>
                    <a:pt x="5021" y="784"/>
                    <a:pt x="5021" y="796"/>
                    <a:pt x="5018" y="805"/>
                  </a:cubicBezTo>
                  <a:cubicBezTo>
                    <a:pt x="5018" y="815"/>
                    <a:pt x="5016" y="824"/>
                    <a:pt x="5016" y="830"/>
                  </a:cubicBezTo>
                  <a:cubicBezTo>
                    <a:pt x="5016" y="842"/>
                    <a:pt x="5014" y="852"/>
                    <a:pt x="5014" y="861"/>
                  </a:cubicBezTo>
                  <a:cubicBezTo>
                    <a:pt x="5014" y="867"/>
                    <a:pt x="5011" y="871"/>
                    <a:pt x="5011" y="873"/>
                  </a:cubicBezTo>
                  <a:cubicBezTo>
                    <a:pt x="5005" y="929"/>
                    <a:pt x="4995" y="985"/>
                    <a:pt x="4986" y="1041"/>
                  </a:cubicBezTo>
                  <a:lnTo>
                    <a:pt x="4986" y="1058"/>
                  </a:lnTo>
                  <a:cubicBezTo>
                    <a:pt x="4439" y="4774"/>
                    <a:pt x="2626" y="8079"/>
                    <a:pt x="1" y="10519"/>
                  </a:cubicBezTo>
                  <a:cubicBezTo>
                    <a:pt x="554" y="10813"/>
                    <a:pt x="1136" y="11057"/>
                    <a:pt x="1740" y="11248"/>
                  </a:cubicBezTo>
                  <a:cubicBezTo>
                    <a:pt x="3886" y="8509"/>
                    <a:pt x="5162" y="5061"/>
                    <a:pt x="5162" y="1314"/>
                  </a:cubicBezTo>
                  <a:lnTo>
                    <a:pt x="5162" y="1154"/>
                  </a:lnTo>
                  <a:cubicBezTo>
                    <a:pt x="5162" y="1125"/>
                    <a:pt x="5159" y="1098"/>
                    <a:pt x="5151" y="1072"/>
                  </a:cubicBezTo>
                  <a:cubicBezTo>
                    <a:pt x="5151" y="1007"/>
                    <a:pt x="5149" y="938"/>
                    <a:pt x="5149" y="871"/>
                  </a:cubicBezTo>
                  <a:cubicBezTo>
                    <a:pt x="5149" y="865"/>
                    <a:pt x="5149" y="856"/>
                    <a:pt x="5146" y="847"/>
                  </a:cubicBezTo>
                  <a:lnTo>
                    <a:pt x="5146" y="785"/>
                  </a:lnTo>
                  <a:cubicBezTo>
                    <a:pt x="5146" y="778"/>
                    <a:pt x="5146" y="772"/>
                    <a:pt x="5144" y="763"/>
                  </a:cubicBezTo>
                  <a:cubicBezTo>
                    <a:pt x="5146" y="760"/>
                    <a:pt x="5144" y="754"/>
                    <a:pt x="5144" y="748"/>
                  </a:cubicBezTo>
                  <a:lnTo>
                    <a:pt x="5144" y="741"/>
                  </a:lnTo>
                  <a:lnTo>
                    <a:pt x="5144" y="698"/>
                  </a:lnTo>
                  <a:cubicBezTo>
                    <a:pt x="5144" y="692"/>
                    <a:pt x="5144" y="686"/>
                    <a:pt x="5141" y="676"/>
                  </a:cubicBezTo>
                  <a:lnTo>
                    <a:pt x="5141" y="636"/>
                  </a:lnTo>
                  <a:cubicBezTo>
                    <a:pt x="5141" y="634"/>
                    <a:pt x="5141" y="628"/>
                    <a:pt x="5139" y="621"/>
                  </a:cubicBezTo>
                  <a:cubicBezTo>
                    <a:pt x="5141" y="619"/>
                    <a:pt x="5141" y="614"/>
                    <a:pt x="5139" y="612"/>
                  </a:cubicBezTo>
                  <a:cubicBezTo>
                    <a:pt x="5139" y="594"/>
                    <a:pt x="5139" y="574"/>
                    <a:pt x="5136" y="557"/>
                  </a:cubicBezTo>
                  <a:lnTo>
                    <a:pt x="5136" y="554"/>
                  </a:lnTo>
                  <a:cubicBezTo>
                    <a:pt x="5130" y="370"/>
                    <a:pt x="5118" y="185"/>
                    <a:pt x="51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37"/>
            <p:cNvSpPr/>
            <p:nvPr/>
          </p:nvSpPr>
          <p:spPr>
            <a:xfrm>
              <a:off x="2972213" y="461625"/>
              <a:ext cx="291600" cy="71800"/>
            </a:xfrm>
            <a:custGeom>
              <a:rect b="b" l="l" r="r" t="t"/>
              <a:pathLst>
                <a:path extrusionOk="0" h="2872" w="11664">
                  <a:moveTo>
                    <a:pt x="11664" y="0"/>
                  </a:moveTo>
                  <a:lnTo>
                    <a:pt x="11664" y="0"/>
                  </a:lnTo>
                  <a:cubicBezTo>
                    <a:pt x="11574" y="43"/>
                    <a:pt x="11484" y="83"/>
                    <a:pt x="11390" y="127"/>
                  </a:cubicBezTo>
                  <a:cubicBezTo>
                    <a:pt x="11368" y="140"/>
                    <a:pt x="11344" y="152"/>
                    <a:pt x="11319" y="161"/>
                  </a:cubicBezTo>
                  <a:cubicBezTo>
                    <a:pt x="11265" y="186"/>
                    <a:pt x="11205" y="213"/>
                    <a:pt x="11148" y="235"/>
                  </a:cubicBezTo>
                  <a:cubicBezTo>
                    <a:pt x="11148" y="235"/>
                    <a:pt x="11148" y="238"/>
                    <a:pt x="11145" y="238"/>
                  </a:cubicBezTo>
                  <a:cubicBezTo>
                    <a:pt x="11126" y="246"/>
                    <a:pt x="11105" y="255"/>
                    <a:pt x="11084" y="261"/>
                  </a:cubicBezTo>
                  <a:cubicBezTo>
                    <a:pt x="11076" y="269"/>
                    <a:pt x="11068" y="271"/>
                    <a:pt x="11061" y="271"/>
                  </a:cubicBezTo>
                  <a:cubicBezTo>
                    <a:pt x="11058" y="274"/>
                    <a:pt x="11058" y="274"/>
                    <a:pt x="11055" y="274"/>
                  </a:cubicBezTo>
                  <a:cubicBezTo>
                    <a:pt x="11055" y="274"/>
                    <a:pt x="11055" y="276"/>
                    <a:pt x="11053" y="276"/>
                  </a:cubicBezTo>
                  <a:lnTo>
                    <a:pt x="11050" y="276"/>
                  </a:lnTo>
                  <a:cubicBezTo>
                    <a:pt x="11040" y="283"/>
                    <a:pt x="11028" y="286"/>
                    <a:pt x="11019" y="289"/>
                  </a:cubicBezTo>
                  <a:lnTo>
                    <a:pt x="11016" y="289"/>
                  </a:lnTo>
                  <a:cubicBezTo>
                    <a:pt x="11009" y="295"/>
                    <a:pt x="11007" y="295"/>
                    <a:pt x="11001" y="299"/>
                  </a:cubicBezTo>
                  <a:cubicBezTo>
                    <a:pt x="10994" y="301"/>
                    <a:pt x="10986" y="305"/>
                    <a:pt x="10978" y="307"/>
                  </a:cubicBezTo>
                  <a:lnTo>
                    <a:pt x="10976" y="307"/>
                  </a:lnTo>
                  <a:cubicBezTo>
                    <a:pt x="10971" y="311"/>
                    <a:pt x="10965" y="314"/>
                    <a:pt x="10958" y="314"/>
                  </a:cubicBezTo>
                  <a:lnTo>
                    <a:pt x="10958" y="316"/>
                  </a:lnTo>
                  <a:cubicBezTo>
                    <a:pt x="10945" y="322"/>
                    <a:pt x="10931" y="330"/>
                    <a:pt x="10918" y="332"/>
                  </a:cubicBezTo>
                  <a:cubicBezTo>
                    <a:pt x="10913" y="335"/>
                    <a:pt x="10906" y="338"/>
                    <a:pt x="10900" y="341"/>
                  </a:cubicBezTo>
                  <a:cubicBezTo>
                    <a:pt x="10887" y="347"/>
                    <a:pt x="10875" y="350"/>
                    <a:pt x="10863" y="356"/>
                  </a:cubicBezTo>
                  <a:lnTo>
                    <a:pt x="10860" y="356"/>
                  </a:lnTo>
                  <a:cubicBezTo>
                    <a:pt x="10805" y="381"/>
                    <a:pt x="10750" y="403"/>
                    <a:pt x="10698" y="420"/>
                  </a:cubicBezTo>
                  <a:cubicBezTo>
                    <a:pt x="10695" y="424"/>
                    <a:pt x="10691" y="428"/>
                    <a:pt x="10688" y="428"/>
                  </a:cubicBezTo>
                  <a:cubicBezTo>
                    <a:pt x="8765" y="1190"/>
                    <a:pt x="6758" y="1558"/>
                    <a:pt x="4770" y="1558"/>
                  </a:cubicBezTo>
                  <a:cubicBezTo>
                    <a:pt x="3149" y="1558"/>
                    <a:pt x="1541" y="1314"/>
                    <a:pt x="1" y="838"/>
                  </a:cubicBezTo>
                  <a:lnTo>
                    <a:pt x="1" y="838"/>
                  </a:lnTo>
                  <a:cubicBezTo>
                    <a:pt x="29" y="1477"/>
                    <a:pt x="109" y="2105"/>
                    <a:pt x="240" y="2713"/>
                  </a:cubicBezTo>
                  <a:cubicBezTo>
                    <a:pt x="986" y="2818"/>
                    <a:pt x="1740" y="2872"/>
                    <a:pt x="2497" y="2872"/>
                  </a:cubicBezTo>
                  <a:cubicBezTo>
                    <a:pt x="5236" y="2872"/>
                    <a:pt x="8013" y="2174"/>
                    <a:pt x="10555" y="706"/>
                  </a:cubicBezTo>
                  <a:cubicBezTo>
                    <a:pt x="10599" y="681"/>
                    <a:pt x="10645" y="653"/>
                    <a:pt x="10687" y="629"/>
                  </a:cubicBezTo>
                  <a:cubicBezTo>
                    <a:pt x="10714" y="613"/>
                    <a:pt x="10740" y="598"/>
                    <a:pt x="10767" y="582"/>
                  </a:cubicBezTo>
                  <a:cubicBezTo>
                    <a:pt x="10822" y="548"/>
                    <a:pt x="10880" y="515"/>
                    <a:pt x="10936" y="477"/>
                  </a:cubicBezTo>
                  <a:cubicBezTo>
                    <a:pt x="10942" y="475"/>
                    <a:pt x="10945" y="471"/>
                    <a:pt x="10951" y="469"/>
                  </a:cubicBezTo>
                  <a:cubicBezTo>
                    <a:pt x="10961" y="465"/>
                    <a:pt x="10967" y="459"/>
                    <a:pt x="10973" y="455"/>
                  </a:cubicBezTo>
                  <a:cubicBezTo>
                    <a:pt x="10980" y="453"/>
                    <a:pt x="10983" y="449"/>
                    <a:pt x="10987" y="446"/>
                  </a:cubicBezTo>
                  <a:cubicBezTo>
                    <a:pt x="10996" y="443"/>
                    <a:pt x="11002" y="436"/>
                    <a:pt x="11008" y="434"/>
                  </a:cubicBezTo>
                  <a:cubicBezTo>
                    <a:pt x="11013" y="428"/>
                    <a:pt x="11020" y="423"/>
                    <a:pt x="11027" y="420"/>
                  </a:cubicBezTo>
                  <a:cubicBezTo>
                    <a:pt x="11033" y="418"/>
                    <a:pt x="11037" y="414"/>
                    <a:pt x="11039" y="412"/>
                  </a:cubicBezTo>
                  <a:cubicBezTo>
                    <a:pt x="11042" y="412"/>
                    <a:pt x="11045" y="409"/>
                    <a:pt x="11048" y="409"/>
                  </a:cubicBezTo>
                  <a:cubicBezTo>
                    <a:pt x="11055" y="403"/>
                    <a:pt x="11061" y="399"/>
                    <a:pt x="11064" y="397"/>
                  </a:cubicBezTo>
                  <a:cubicBezTo>
                    <a:pt x="11068" y="397"/>
                    <a:pt x="11070" y="397"/>
                    <a:pt x="11070" y="394"/>
                  </a:cubicBezTo>
                  <a:cubicBezTo>
                    <a:pt x="11076" y="389"/>
                    <a:pt x="11080" y="387"/>
                    <a:pt x="11084" y="387"/>
                  </a:cubicBezTo>
                  <a:cubicBezTo>
                    <a:pt x="11092" y="381"/>
                    <a:pt x="11099" y="378"/>
                    <a:pt x="11105" y="372"/>
                  </a:cubicBezTo>
                  <a:cubicBezTo>
                    <a:pt x="11115" y="366"/>
                    <a:pt x="11123" y="363"/>
                    <a:pt x="11130" y="356"/>
                  </a:cubicBezTo>
                  <a:cubicBezTo>
                    <a:pt x="11135" y="352"/>
                    <a:pt x="11141" y="346"/>
                    <a:pt x="11148" y="343"/>
                  </a:cubicBezTo>
                  <a:cubicBezTo>
                    <a:pt x="11152" y="343"/>
                    <a:pt x="11154" y="341"/>
                    <a:pt x="11154" y="341"/>
                  </a:cubicBezTo>
                  <a:cubicBezTo>
                    <a:pt x="11172" y="330"/>
                    <a:pt x="11188" y="320"/>
                    <a:pt x="11203" y="307"/>
                  </a:cubicBezTo>
                  <a:lnTo>
                    <a:pt x="11205" y="307"/>
                  </a:lnTo>
                  <a:cubicBezTo>
                    <a:pt x="11359" y="207"/>
                    <a:pt x="11513" y="105"/>
                    <a:pt x="116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37"/>
            <p:cNvSpPr/>
            <p:nvPr/>
          </p:nvSpPr>
          <p:spPr>
            <a:xfrm>
              <a:off x="3232513" y="408575"/>
              <a:ext cx="291575" cy="71875"/>
            </a:xfrm>
            <a:custGeom>
              <a:rect b="b" l="l" r="r" t="t"/>
              <a:pathLst>
                <a:path extrusionOk="0" h="2875" w="11663">
                  <a:moveTo>
                    <a:pt x="9164" y="0"/>
                  </a:moveTo>
                  <a:cubicBezTo>
                    <a:pt x="6426" y="0"/>
                    <a:pt x="3649" y="697"/>
                    <a:pt x="1106" y="2166"/>
                  </a:cubicBezTo>
                  <a:cubicBezTo>
                    <a:pt x="1062" y="2191"/>
                    <a:pt x="1022" y="2216"/>
                    <a:pt x="979" y="2243"/>
                  </a:cubicBezTo>
                  <a:cubicBezTo>
                    <a:pt x="948" y="2259"/>
                    <a:pt x="921" y="2277"/>
                    <a:pt x="890" y="2299"/>
                  </a:cubicBezTo>
                  <a:cubicBezTo>
                    <a:pt x="835" y="2328"/>
                    <a:pt x="783" y="2361"/>
                    <a:pt x="728" y="2401"/>
                  </a:cubicBezTo>
                  <a:cubicBezTo>
                    <a:pt x="727" y="2400"/>
                    <a:pt x="725" y="2400"/>
                    <a:pt x="723" y="2400"/>
                  </a:cubicBezTo>
                  <a:cubicBezTo>
                    <a:pt x="717" y="2400"/>
                    <a:pt x="711" y="2405"/>
                    <a:pt x="706" y="2410"/>
                  </a:cubicBezTo>
                  <a:cubicBezTo>
                    <a:pt x="704" y="2410"/>
                    <a:pt x="699" y="2410"/>
                    <a:pt x="697" y="2416"/>
                  </a:cubicBezTo>
                  <a:cubicBezTo>
                    <a:pt x="696" y="2416"/>
                    <a:pt x="695" y="2415"/>
                    <a:pt x="695" y="2415"/>
                  </a:cubicBezTo>
                  <a:cubicBezTo>
                    <a:pt x="693" y="2415"/>
                    <a:pt x="692" y="2418"/>
                    <a:pt x="690" y="2423"/>
                  </a:cubicBezTo>
                  <a:cubicBezTo>
                    <a:pt x="690" y="2421"/>
                    <a:pt x="689" y="2421"/>
                    <a:pt x="688" y="2421"/>
                  </a:cubicBezTo>
                  <a:cubicBezTo>
                    <a:pt x="686" y="2421"/>
                    <a:pt x="683" y="2424"/>
                    <a:pt x="682" y="2426"/>
                  </a:cubicBezTo>
                  <a:cubicBezTo>
                    <a:pt x="673" y="2428"/>
                    <a:pt x="663" y="2434"/>
                    <a:pt x="654" y="2443"/>
                  </a:cubicBezTo>
                  <a:cubicBezTo>
                    <a:pt x="649" y="2443"/>
                    <a:pt x="643" y="2449"/>
                    <a:pt x="636" y="2457"/>
                  </a:cubicBezTo>
                  <a:cubicBezTo>
                    <a:pt x="636" y="2455"/>
                    <a:pt x="635" y="2455"/>
                    <a:pt x="634" y="2455"/>
                  </a:cubicBezTo>
                  <a:cubicBezTo>
                    <a:pt x="631" y="2455"/>
                    <a:pt x="629" y="2457"/>
                    <a:pt x="627" y="2459"/>
                  </a:cubicBezTo>
                  <a:cubicBezTo>
                    <a:pt x="625" y="2459"/>
                    <a:pt x="621" y="2463"/>
                    <a:pt x="618" y="2465"/>
                  </a:cubicBezTo>
                  <a:cubicBezTo>
                    <a:pt x="613" y="2469"/>
                    <a:pt x="607" y="2472"/>
                    <a:pt x="600" y="2478"/>
                  </a:cubicBezTo>
                  <a:cubicBezTo>
                    <a:pt x="596" y="2478"/>
                    <a:pt x="594" y="2478"/>
                    <a:pt x="594" y="2480"/>
                  </a:cubicBezTo>
                  <a:cubicBezTo>
                    <a:pt x="587" y="2480"/>
                    <a:pt x="584" y="2485"/>
                    <a:pt x="581" y="2488"/>
                  </a:cubicBezTo>
                  <a:cubicBezTo>
                    <a:pt x="576" y="2491"/>
                    <a:pt x="569" y="2498"/>
                    <a:pt x="563" y="2500"/>
                  </a:cubicBezTo>
                  <a:cubicBezTo>
                    <a:pt x="554" y="2506"/>
                    <a:pt x="548" y="2509"/>
                    <a:pt x="538" y="2516"/>
                  </a:cubicBezTo>
                  <a:lnTo>
                    <a:pt x="538" y="2519"/>
                  </a:lnTo>
                  <a:lnTo>
                    <a:pt x="535" y="2519"/>
                  </a:lnTo>
                  <a:cubicBezTo>
                    <a:pt x="529" y="2521"/>
                    <a:pt x="527" y="2525"/>
                    <a:pt x="520" y="2527"/>
                  </a:cubicBezTo>
                  <a:cubicBezTo>
                    <a:pt x="518" y="2527"/>
                    <a:pt x="514" y="2531"/>
                    <a:pt x="512" y="2534"/>
                  </a:cubicBezTo>
                  <a:cubicBezTo>
                    <a:pt x="496" y="2542"/>
                    <a:pt x="481" y="2552"/>
                    <a:pt x="465" y="2567"/>
                  </a:cubicBezTo>
                  <a:cubicBezTo>
                    <a:pt x="463" y="2566"/>
                    <a:pt x="461" y="2566"/>
                    <a:pt x="460" y="2566"/>
                  </a:cubicBezTo>
                  <a:cubicBezTo>
                    <a:pt x="459" y="2566"/>
                    <a:pt x="458" y="2566"/>
                    <a:pt x="458" y="2567"/>
                  </a:cubicBezTo>
                  <a:cubicBezTo>
                    <a:pt x="302" y="2668"/>
                    <a:pt x="151" y="2769"/>
                    <a:pt x="1" y="2875"/>
                  </a:cubicBezTo>
                  <a:cubicBezTo>
                    <a:pt x="92" y="2830"/>
                    <a:pt x="184" y="2788"/>
                    <a:pt x="276" y="2748"/>
                  </a:cubicBezTo>
                  <a:cubicBezTo>
                    <a:pt x="297" y="2735"/>
                    <a:pt x="319" y="2726"/>
                    <a:pt x="343" y="2717"/>
                  </a:cubicBezTo>
                  <a:cubicBezTo>
                    <a:pt x="398" y="2690"/>
                    <a:pt x="457" y="2665"/>
                    <a:pt x="515" y="2643"/>
                  </a:cubicBezTo>
                  <a:cubicBezTo>
                    <a:pt x="515" y="2643"/>
                    <a:pt x="515" y="2640"/>
                    <a:pt x="518" y="2640"/>
                  </a:cubicBezTo>
                  <a:cubicBezTo>
                    <a:pt x="535" y="2632"/>
                    <a:pt x="554" y="2623"/>
                    <a:pt x="576" y="2617"/>
                  </a:cubicBezTo>
                  <a:cubicBezTo>
                    <a:pt x="582" y="2609"/>
                    <a:pt x="591" y="2607"/>
                    <a:pt x="597" y="2607"/>
                  </a:cubicBezTo>
                  <a:cubicBezTo>
                    <a:pt x="601" y="2604"/>
                    <a:pt x="601" y="2604"/>
                    <a:pt x="604" y="2604"/>
                  </a:cubicBezTo>
                  <a:cubicBezTo>
                    <a:pt x="607" y="2602"/>
                    <a:pt x="611" y="2602"/>
                    <a:pt x="613" y="2602"/>
                  </a:cubicBezTo>
                  <a:cubicBezTo>
                    <a:pt x="622" y="2596"/>
                    <a:pt x="635" y="2589"/>
                    <a:pt x="644" y="2589"/>
                  </a:cubicBezTo>
                  <a:lnTo>
                    <a:pt x="647" y="2587"/>
                  </a:lnTo>
                  <a:cubicBezTo>
                    <a:pt x="651" y="2583"/>
                    <a:pt x="657" y="2581"/>
                    <a:pt x="659" y="2581"/>
                  </a:cubicBezTo>
                  <a:cubicBezTo>
                    <a:pt x="666" y="2577"/>
                    <a:pt x="675" y="2573"/>
                    <a:pt x="682" y="2571"/>
                  </a:cubicBezTo>
                  <a:cubicBezTo>
                    <a:pt x="684" y="2568"/>
                    <a:pt x="688" y="2568"/>
                    <a:pt x="690" y="2568"/>
                  </a:cubicBezTo>
                  <a:cubicBezTo>
                    <a:pt x="694" y="2565"/>
                    <a:pt x="700" y="2562"/>
                    <a:pt x="704" y="2562"/>
                  </a:cubicBezTo>
                  <a:lnTo>
                    <a:pt x="706" y="2562"/>
                  </a:lnTo>
                  <a:cubicBezTo>
                    <a:pt x="719" y="2556"/>
                    <a:pt x="730" y="2550"/>
                    <a:pt x="744" y="2546"/>
                  </a:cubicBezTo>
                  <a:cubicBezTo>
                    <a:pt x="752" y="2540"/>
                    <a:pt x="761" y="2536"/>
                    <a:pt x="768" y="2534"/>
                  </a:cubicBezTo>
                  <a:cubicBezTo>
                    <a:pt x="781" y="2530"/>
                    <a:pt x="790" y="2524"/>
                    <a:pt x="799" y="2521"/>
                  </a:cubicBezTo>
                  <a:cubicBezTo>
                    <a:pt x="803" y="2521"/>
                    <a:pt x="806" y="2519"/>
                    <a:pt x="806" y="2519"/>
                  </a:cubicBezTo>
                  <a:cubicBezTo>
                    <a:pt x="860" y="2496"/>
                    <a:pt x="912" y="2474"/>
                    <a:pt x="966" y="2457"/>
                  </a:cubicBezTo>
                  <a:cubicBezTo>
                    <a:pt x="972" y="2454"/>
                    <a:pt x="974" y="2449"/>
                    <a:pt x="981" y="2447"/>
                  </a:cubicBezTo>
                  <a:cubicBezTo>
                    <a:pt x="2904" y="1686"/>
                    <a:pt x="4911" y="1318"/>
                    <a:pt x="6898" y="1318"/>
                  </a:cubicBezTo>
                  <a:cubicBezTo>
                    <a:pt x="8518" y="1318"/>
                    <a:pt x="10125" y="1562"/>
                    <a:pt x="11662" y="2036"/>
                  </a:cubicBezTo>
                  <a:cubicBezTo>
                    <a:pt x="11633" y="1397"/>
                    <a:pt x="11554" y="770"/>
                    <a:pt x="11421" y="158"/>
                  </a:cubicBezTo>
                  <a:cubicBezTo>
                    <a:pt x="10675" y="53"/>
                    <a:pt x="9921" y="0"/>
                    <a:pt x="91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37"/>
            <p:cNvSpPr/>
            <p:nvPr/>
          </p:nvSpPr>
          <p:spPr>
            <a:xfrm>
              <a:off x="3177613" y="195250"/>
              <a:ext cx="79900" cy="291450"/>
            </a:xfrm>
            <a:custGeom>
              <a:rect b="b" l="l" r="r" t="t"/>
              <a:pathLst>
                <a:path extrusionOk="0" h="11658" w="3196">
                  <a:moveTo>
                    <a:pt x="2358" y="1"/>
                  </a:moveTo>
                  <a:lnTo>
                    <a:pt x="2358" y="1"/>
                  </a:lnTo>
                  <a:cubicBezTo>
                    <a:pt x="1718" y="26"/>
                    <a:pt x="1095" y="105"/>
                    <a:pt x="486" y="237"/>
                  </a:cubicBezTo>
                  <a:cubicBezTo>
                    <a:pt x="1" y="3679"/>
                    <a:pt x="619" y="7306"/>
                    <a:pt x="2493" y="10552"/>
                  </a:cubicBezTo>
                  <a:cubicBezTo>
                    <a:pt x="2518" y="10595"/>
                    <a:pt x="2542" y="10638"/>
                    <a:pt x="2566" y="10678"/>
                  </a:cubicBezTo>
                  <a:cubicBezTo>
                    <a:pt x="2582" y="10707"/>
                    <a:pt x="2597" y="10734"/>
                    <a:pt x="2613" y="10759"/>
                  </a:cubicBezTo>
                  <a:cubicBezTo>
                    <a:pt x="2649" y="10816"/>
                    <a:pt x="2683" y="10874"/>
                    <a:pt x="2720" y="10930"/>
                  </a:cubicBezTo>
                  <a:cubicBezTo>
                    <a:pt x="2723" y="10936"/>
                    <a:pt x="2726" y="10942"/>
                    <a:pt x="2729" y="10945"/>
                  </a:cubicBezTo>
                  <a:cubicBezTo>
                    <a:pt x="2733" y="10955"/>
                    <a:pt x="2740" y="10961"/>
                    <a:pt x="2742" y="10967"/>
                  </a:cubicBezTo>
                  <a:lnTo>
                    <a:pt x="2742" y="10970"/>
                  </a:lnTo>
                  <a:cubicBezTo>
                    <a:pt x="2746" y="10972"/>
                    <a:pt x="2749" y="10976"/>
                    <a:pt x="2749" y="10978"/>
                  </a:cubicBezTo>
                  <a:cubicBezTo>
                    <a:pt x="2755" y="10988"/>
                    <a:pt x="2761" y="10997"/>
                    <a:pt x="2764" y="11003"/>
                  </a:cubicBezTo>
                  <a:cubicBezTo>
                    <a:pt x="2771" y="11008"/>
                    <a:pt x="2775" y="11014"/>
                    <a:pt x="2777" y="11022"/>
                  </a:cubicBezTo>
                  <a:cubicBezTo>
                    <a:pt x="2780" y="11028"/>
                    <a:pt x="2783" y="11032"/>
                    <a:pt x="2786" y="11034"/>
                  </a:cubicBezTo>
                  <a:cubicBezTo>
                    <a:pt x="2786" y="11038"/>
                    <a:pt x="2788" y="11040"/>
                    <a:pt x="2788" y="11040"/>
                  </a:cubicBezTo>
                  <a:cubicBezTo>
                    <a:pt x="2791" y="11047"/>
                    <a:pt x="2795" y="11054"/>
                    <a:pt x="2797" y="11056"/>
                  </a:cubicBezTo>
                  <a:cubicBezTo>
                    <a:pt x="2802" y="11059"/>
                    <a:pt x="2802" y="11063"/>
                    <a:pt x="2804" y="11065"/>
                  </a:cubicBezTo>
                  <a:cubicBezTo>
                    <a:pt x="2808" y="11069"/>
                    <a:pt x="2811" y="11075"/>
                    <a:pt x="2811" y="11078"/>
                  </a:cubicBezTo>
                  <a:cubicBezTo>
                    <a:pt x="2817" y="11084"/>
                    <a:pt x="2819" y="11090"/>
                    <a:pt x="2826" y="11096"/>
                  </a:cubicBezTo>
                  <a:cubicBezTo>
                    <a:pt x="2829" y="11105"/>
                    <a:pt x="2837" y="11111"/>
                    <a:pt x="2839" y="11121"/>
                  </a:cubicBezTo>
                  <a:cubicBezTo>
                    <a:pt x="2842" y="11121"/>
                    <a:pt x="2842" y="11124"/>
                    <a:pt x="2842" y="11124"/>
                  </a:cubicBezTo>
                  <a:cubicBezTo>
                    <a:pt x="2845" y="11129"/>
                    <a:pt x="2852" y="11135"/>
                    <a:pt x="2854" y="11141"/>
                  </a:cubicBezTo>
                  <a:cubicBezTo>
                    <a:pt x="2854" y="11146"/>
                    <a:pt x="2857" y="11146"/>
                    <a:pt x="2857" y="11148"/>
                  </a:cubicBezTo>
                  <a:cubicBezTo>
                    <a:pt x="2866" y="11163"/>
                    <a:pt x="2875" y="11178"/>
                    <a:pt x="2888" y="11191"/>
                  </a:cubicBezTo>
                  <a:cubicBezTo>
                    <a:pt x="2888" y="11194"/>
                    <a:pt x="2890" y="11197"/>
                    <a:pt x="2890" y="11197"/>
                  </a:cubicBezTo>
                  <a:lnTo>
                    <a:pt x="2890" y="11199"/>
                  </a:lnTo>
                  <a:cubicBezTo>
                    <a:pt x="2992" y="11356"/>
                    <a:pt x="3094" y="11507"/>
                    <a:pt x="3196" y="11657"/>
                  </a:cubicBezTo>
                  <a:cubicBezTo>
                    <a:pt x="3150" y="11561"/>
                    <a:pt x="3107" y="11466"/>
                    <a:pt x="3065" y="11368"/>
                  </a:cubicBezTo>
                  <a:cubicBezTo>
                    <a:pt x="3055" y="11350"/>
                    <a:pt x="3046" y="11332"/>
                    <a:pt x="3040" y="11311"/>
                  </a:cubicBezTo>
                  <a:cubicBezTo>
                    <a:pt x="3012" y="11255"/>
                    <a:pt x="2987" y="11199"/>
                    <a:pt x="2963" y="11141"/>
                  </a:cubicBezTo>
                  <a:lnTo>
                    <a:pt x="2963" y="11138"/>
                  </a:lnTo>
                  <a:cubicBezTo>
                    <a:pt x="2953" y="11121"/>
                    <a:pt x="2945" y="11102"/>
                    <a:pt x="2938" y="11081"/>
                  </a:cubicBezTo>
                  <a:cubicBezTo>
                    <a:pt x="2932" y="11074"/>
                    <a:pt x="2929" y="11065"/>
                    <a:pt x="2929" y="11059"/>
                  </a:cubicBezTo>
                  <a:cubicBezTo>
                    <a:pt x="2925" y="11056"/>
                    <a:pt x="2922" y="11053"/>
                    <a:pt x="2922" y="11050"/>
                  </a:cubicBezTo>
                  <a:lnTo>
                    <a:pt x="2922" y="11047"/>
                  </a:lnTo>
                  <a:cubicBezTo>
                    <a:pt x="2916" y="11038"/>
                    <a:pt x="2912" y="11025"/>
                    <a:pt x="2910" y="11017"/>
                  </a:cubicBezTo>
                  <a:lnTo>
                    <a:pt x="2910" y="11013"/>
                  </a:lnTo>
                  <a:cubicBezTo>
                    <a:pt x="2904" y="11007"/>
                    <a:pt x="2904" y="11004"/>
                    <a:pt x="2901" y="10998"/>
                  </a:cubicBezTo>
                  <a:cubicBezTo>
                    <a:pt x="2899" y="10989"/>
                    <a:pt x="2894" y="10982"/>
                    <a:pt x="2891" y="10973"/>
                  </a:cubicBezTo>
                  <a:cubicBezTo>
                    <a:pt x="2889" y="10973"/>
                    <a:pt x="2889" y="10973"/>
                    <a:pt x="2889" y="10971"/>
                  </a:cubicBezTo>
                  <a:cubicBezTo>
                    <a:pt x="2886" y="10967"/>
                    <a:pt x="2886" y="10961"/>
                    <a:pt x="2886" y="10958"/>
                  </a:cubicBezTo>
                  <a:cubicBezTo>
                    <a:pt x="2884" y="10955"/>
                    <a:pt x="2884" y="10955"/>
                    <a:pt x="2884" y="10952"/>
                  </a:cubicBezTo>
                  <a:cubicBezTo>
                    <a:pt x="2878" y="10939"/>
                    <a:pt x="2871" y="10927"/>
                    <a:pt x="2869" y="10914"/>
                  </a:cubicBezTo>
                  <a:cubicBezTo>
                    <a:pt x="2866" y="10905"/>
                    <a:pt x="2862" y="10899"/>
                    <a:pt x="2859" y="10893"/>
                  </a:cubicBezTo>
                  <a:cubicBezTo>
                    <a:pt x="2853" y="10880"/>
                    <a:pt x="2850" y="10868"/>
                    <a:pt x="2844" y="10859"/>
                  </a:cubicBezTo>
                  <a:lnTo>
                    <a:pt x="2844" y="10857"/>
                  </a:lnTo>
                  <a:cubicBezTo>
                    <a:pt x="2819" y="10801"/>
                    <a:pt x="2797" y="10746"/>
                    <a:pt x="2780" y="10694"/>
                  </a:cubicBezTo>
                  <a:cubicBezTo>
                    <a:pt x="2776" y="10691"/>
                    <a:pt x="2773" y="10687"/>
                    <a:pt x="2773" y="10684"/>
                  </a:cubicBezTo>
                  <a:cubicBezTo>
                    <a:pt x="1389" y="7194"/>
                    <a:pt x="1304" y="3424"/>
                    <a:pt x="2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37"/>
            <p:cNvSpPr/>
            <p:nvPr/>
          </p:nvSpPr>
          <p:spPr>
            <a:xfrm>
              <a:off x="3238738" y="455425"/>
              <a:ext cx="80000" cy="291550"/>
            </a:xfrm>
            <a:custGeom>
              <a:rect b="b" l="l" r="r" t="t"/>
              <a:pathLst>
                <a:path extrusionOk="0" h="11662" w="3200">
                  <a:moveTo>
                    <a:pt x="0" y="1"/>
                  </a:moveTo>
                  <a:lnTo>
                    <a:pt x="0" y="1"/>
                  </a:lnTo>
                  <a:cubicBezTo>
                    <a:pt x="43" y="89"/>
                    <a:pt x="83" y="179"/>
                    <a:pt x="123" y="271"/>
                  </a:cubicBezTo>
                  <a:cubicBezTo>
                    <a:pt x="136" y="292"/>
                    <a:pt x="145" y="313"/>
                    <a:pt x="154" y="338"/>
                  </a:cubicBezTo>
                  <a:cubicBezTo>
                    <a:pt x="182" y="393"/>
                    <a:pt x="207" y="452"/>
                    <a:pt x="232" y="509"/>
                  </a:cubicBezTo>
                  <a:cubicBezTo>
                    <a:pt x="232" y="509"/>
                    <a:pt x="234" y="514"/>
                    <a:pt x="234" y="517"/>
                  </a:cubicBezTo>
                  <a:cubicBezTo>
                    <a:pt x="243" y="535"/>
                    <a:pt x="252" y="556"/>
                    <a:pt x="258" y="579"/>
                  </a:cubicBezTo>
                  <a:cubicBezTo>
                    <a:pt x="265" y="585"/>
                    <a:pt x="268" y="594"/>
                    <a:pt x="268" y="600"/>
                  </a:cubicBezTo>
                  <a:lnTo>
                    <a:pt x="270" y="602"/>
                  </a:lnTo>
                  <a:cubicBezTo>
                    <a:pt x="273" y="605"/>
                    <a:pt x="273" y="610"/>
                    <a:pt x="273" y="612"/>
                  </a:cubicBezTo>
                  <a:cubicBezTo>
                    <a:pt x="279" y="623"/>
                    <a:pt x="283" y="632"/>
                    <a:pt x="285" y="646"/>
                  </a:cubicBezTo>
                  <a:lnTo>
                    <a:pt x="288" y="646"/>
                  </a:lnTo>
                  <a:cubicBezTo>
                    <a:pt x="292" y="652"/>
                    <a:pt x="292" y="654"/>
                    <a:pt x="295" y="661"/>
                  </a:cubicBezTo>
                  <a:cubicBezTo>
                    <a:pt x="299" y="666"/>
                    <a:pt x="301" y="672"/>
                    <a:pt x="301" y="679"/>
                  </a:cubicBezTo>
                  <a:cubicBezTo>
                    <a:pt x="305" y="682"/>
                    <a:pt x="307" y="686"/>
                    <a:pt x="307" y="688"/>
                  </a:cubicBezTo>
                  <a:cubicBezTo>
                    <a:pt x="311" y="694"/>
                    <a:pt x="311" y="697"/>
                    <a:pt x="314" y="703"/>
                  </a:cubicBezTo>
                  <a:cubicBezTo>
                    <a:pt x="320" y="717"/>
                    <a:pt x="327" y="730"/>
                    <a:pt x="330" y="744"/>
                  </a:cubicBezTo>
                  <a:cubicBezTo>
                    <a:pt x="332" y="750"/>
                    <a:pt x="336" y="759"/>
                    <a:pt x="338" y="765"/>
                  </a:cubicBezTo>
                  <a:cubicBezTo>
                    <a:pt x="345" y="777"/>
                    <a:pt x="347" y="790"/>
                    <a:pt x="353" y="798"/>
                  </a:cubicBezTo>
                  <a:lnTo>
                    <a:pt x="353" y="801"/>
                  </a:lnTo>
                  <a:cubicBezTo>
                    <a:pt x="378" y="857"/>
                    <a:pt x="400" y="912"/>
                    <a:pt x="418" y="963"/>
                  </a:cubicBezTo>
                  <a:cubicBezTo>
                    <a:pt x="421" y="971"/>
                    <a:pt x="425" y="973"/>
                    <a:pt x="428" y="979"/>
                  </a:cubicBezTo>
                  <a:cubicBezTo>
                    <a:pt x="1810" y="4471"/>
                    <a:pt x="1894" y="8237"/>
                    <a:pt x="836" y="11661"/>
                  </a:cubicBezTo>
                  <a:cubicBezTo>
                    <a:pt x="1478" y="11632"/>
                    <a:pt x="2106" y="11553"/>
                    <a:pt x="2715" y="11421"/>
                  </a:cubicBezTo>
                  <a:cubicBezTo>
                    <a:pt x="3200" y="7979"/>
                    <a:pt x="2582" y="4352"/>
                    <a:pt x="709" y="1107"/>
                  </a:cubicBezTo>
                  <a:cubicBezTo>
                    <a:pt x="682" y="1058"/>
                    <a:pt x="655" y="1012"/>
                    <a:pt x="624" y="962"/>
                  </a:cubicBezTo>
                  <a:cubicBezTo>
                    <a:pt x="610" y="939"/>
                    <a:pt x="596" y="916"/>
                    <a:pt x="584" y="892"/>
                  </a:cubicBezTo>
                  <a:cubicBezTo>
                    <a:pt x="550" y="837"/>
                    <a:pt x="516" y="781"/>
                    <a:pt x="479" y="725"/>
                  </a:cubicBezTo>
                  <a:cubicBezTo>
                    <a:pt x="475" y="720"/>
                    <a:pt x="472" y="714"/>
                    <a:pt x="466" y="708"/>
                  </a:cubicBezTo>
                  <a:cubicBezTo>
                    <a:pt x="466" y="701"/>
                    <a:pt x="462" y="697"/>
                    <a:pt x="460" y="694"/>
                  </a:cubicBezTo>
                  <a:cubicBezTo>
                    <a:pt x="460" y="691"/>
                    <a:pt x="460" y="688"/>
                    <a:pt x="457" y="688"/>
                  </a:cubicBezTo>
                  <a:cubicBezTo>
                    <a:pt x="457" y="686"/>
                    <a:pt x="454" y="682"/>
                    <a:pt x="450" y="679"/>
                  </a:cubicBezTo>
                  <a:cubicBezTo>
                    <a:pt x="448" y="670"/>
                    <a:pt x="441" y="661"/>
                    <a:pt x="435" y="655"/>
                  </a:cubicBezTo>
                  <a:cubicBezTo>
                    <a:pt x="431" y="650"/>
                    <a:pt x="429" y="643"/>
                    <a:pt x="423" y="636"/>
                  </a:cubicBezTo>
                  <a:cubicBezTo>
                    <a:pt x="423" y="630"/>
                    <a:pt x="418" y="626"/>
                    <a:pt x="415" y="624"/>
                  </a:cubicBezTo>
                  <a:cubicBezTo>
                    <a:pt x="412" y="621"/>
                    <a:pt x="412" y="617"/>
                    <a:pt x="409" y="615"/>
                  </a:cubicBezTo>
                  <a:cubicBezTo>
                    <a:pt x="405" y="610"/>
                    <a:pt x="399" y="602"/>
                    <a:pt x="397" y="596"/>
                  </a:cubicBezTo>
                  <a:cubicBezTo>
                    <a:pt x="394" y="596"/>
                    <a:pt x="394" y="594"/>
                    <a:pt x="394" y="594"/>
                  </a:cubicBezTo>
                  <a:cubicBezTo>
                    <a:pt x="394" y="591"/>
                    <a:pt x="390" y="587"/>
                    <a:pt x="387" y="585"/>
                  </a:cubicBezTo>
                  <a:cubicBezTo>
                    <a:pt x="383" y="575"/>
                    <a:pt x="381" y="569"/>
                    <a:pt x="374" y="563"/>
                  </a:cubicBezTo>
                  <a:cubicBezTo>
                    <a:pt x="369" y="554"/>
                    <a:pt x="363" y="545"/>
                    <a:pt x="357" y="535"/>
                  </a:cubicBezTo>
                  <a:cubicBezTo>
                    <a:pt x="353" y="529"/>
                    <a:pt x="350" y="523"/>
                    <a:pt x="347" y="520"/>
                  </a:cubicBezTo>
                  <a:cubicBezTo>
                    <a:pt x="347" y="518"/>
                    <a:pt x="343" y="514"/>
                    <a:pt x="341" y="511"/>
                  </a:cubicBezTo>
                  <a:cubicBezTo>
                    <a:pt x="332" y="493"/>
                    <a:pt x="322" y="477"/>
                    <a:pt x="307" y="462"/>
                  </a:cubicBezTo>
                  <a:cubicBezTo>
                    <a:pt x="311" y="458"/>
                    <a:pt x="307" y="458"/>
                    <a:pt x="305" y="456"/>
                  </a:cubicBezTo>
                  <a:cubicBezTo>
                    <a:pt x="207" y="302"/>
                    <a:pt x="105" y="15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37"/>
            <p:cNvSpPr/>
            <p:nvPr/>
          </p:nvSpPr>
          <p:spPr>
            <a:xfrm>
              <a:off x="3014913" y="455025"/>
              <a:ext cx="242150" cy="201650"/>
            </a:xfrm>
            <a:custGeom>
              <a:rect b="b" l="l" r="r" t="t"/>
              <a:pathLst>
                <a:path extrusionOk="0" h="8066" w="9686">
                  <a:moveTo>
                    <a:pt x="9685" y="0"/>
                  </a:moveTo>
                  <a:lnTo>
                    <a:pt x="9685" y="0"/>
                  </a:lnTo>
                  <a:cubicBezTo>
                    <a:pt x="9626" y="86"/>
                    <a:pt x="9568" y="168"/>
                    <a:pt x="9503" y="253"/>
                  </a:cubicBezTo>
                  <a:cubicBezTo>
                    <a:pt x="9492" y="271"/>
                    <a:pt x="9478" y="290"/>
                    <a:pt x="9465" y="308"/>
                  </a:cubicBezTo>
                  <a:cubicBezTo>
                    <a:pt x="9429" y="361"/>
                    <a:pt x="9389" y="414"/>
                    <a:pt x="9352" y="466"/>
                  </a:cubicBezTo>
                  <a:cubicBezTo>
                    <a:pt x="9338" y="481"/>
                    <a:pt x="9327" y="499"/>
                    <a:pt x="9315" y="514"/>
                  </a:cubicBezTo>
                  <a:cubicBezTo>
                    <a:pt x="9307" y="523"/>
                    <a:pt x="9301" y="530"/>
                    <a:pt x="9299" y="537"/>
                  </a:cubicBezTo>
                  <a:cubicBezTo>
                    <a:pt x="9295" y="540"/>
                    <a:pt x="9295" y="543"/>
                    <a:pt x="9292" y="543"/>
                  </a:cubicBezTo>
                  <a:cubicBezTo>
                    <a:pt x="9292" y="547"/>
                    <a:pt x="9286" y="549"/>
                    <a:pt x="9286" y="549"/>
                  </a:cubicBezTo>
                  <a:cubicBezTo>
                    <a:pt x="9284" y="558"/>
                    <a:pt x="9277" y="565"/>
                    <a:pt x="9270" y="571"/>
                  </a:cubicBezTo>
                  <a:lnTo>
                    <a:pt x="9268" y="571"/>
                  </a:lnTo>
                  <a:lnTo>
                    <a:pt x="9268" y="574"/>
                  </a:lnTo>
                  <a:cubicBezTo>
                    <a:pt x="9264" y="580"/>
                    <a:pt x="9261" y="586"/>
                    <a:pt x="9255" y="589"/>
                  </a:cubicBezTo>
                  <a:cubicBezTo>
                    <a:pt x="9255" y="596"/>
                    <a:pt x="9253" y="600"/>
                    <a:pt x="9246" y="602"/>
                  </a:cubicBezTo>
                  <a:cubicBezTo>
                    <a:pt x="9246" y="609"/>
                    <a:pt x="9243" y="612"/>
                    <a:pt x="9237" y="615"/>
                  </a:cubicBezTo>
                  <a:cubicBezTo>
                    <a:pt x="9237" y="621"/>
                    <a:pt x="9234" y="626"/>
                    <a:pt x="9228" y="628"/>
                  </a:cubicBezTo>
                  <a:cubicBezTo>
                    <a:pt x="9228" y="631"/>
                    <a:pt x="9226" y="631"/>
                    <a:pt x="9226" y="631"/>
                  </a:cubicBezTo>
                  <a:cubicBezTo>
                    <a:pt x="9219" y="640"/>
                    <a:pt x="9213" y="648"/>
                    <a:pt x="9203" y="658"/>
                  </a:cubicBezTo>
                  <a:cubicBezTo>
                    <a:pt x="9201" y="667"/>
                    <a:pt x="9195" y="676"/>
                    <a:pt x="9188" y="682"/>
                  </a:cubicBezTo>
                  <a:cubicBezTo>
                    <a:pt x="9179" y="692"/>
                    <a:pt x="9172" y="700"/>
                    <a:pt x="9164" y="709"/>
                  </a:cubicBezTo>
                  <a:cubicBezTo>
                    <a:pt x="9167" y="712"/>
                    <a:pt x="9161" y="712"/>
                    <a:pt x="9161" y="712"/>
                  </a:cubicBezTo>
                  <a:cubicBezTo>
                    <a:pt x="9130" y="759"/>
                    <a:pt x="9093" y="805"/>
                    <a:pt x="9059" y="847"/>
                  </a:cubicBezTo>
                  <a:cubicBezTo>
                    <a:pt x="9056" y="854"/>
                    <a:pt x="9048" y="857"/>
                    <a:pt x="9046" y="863"/>
                  </a:cubicBezTo>
                  <a:cubicBezTo>
                    <a:pt x="6716" y="3806"/>
                    <a:pt x="3495" y="5759"/>
                    <a:pt x="1" y="6558"/>
                  </a:cubicBezTo>
                  <a:cubicBezTo>
                    <a:pt x="338" y="7093"/>
                    <a:pt x="725" y="7598"/>
                    <a:pt x="1151" y="8065"/>
                  </a:cubicBezTo>
                  <a:cubicBezTo>
                    <a:pt x="4374" y="6762"/>
                    <a:pt x="7205" y="4413"/>
                    <a:pt x="9077" y="1167"/>
                  </a:cubicBezTo>
                  <a:cubicBezTo>
                    <a:pt x="9104" y="1121"/>
                    <a:pt x="9130" y="1075"/>
                    <a:pt x="9157" y="1029"/>
                  </a:cubicBezTo>
                  <a:cubicBezTo>
                    <a:pt x="9170" y="1003"/>
                    <a:pt x="9185" y="978"/>
                    <a:pt x="9197" y="952"/>
                  </a:cubicBezTo>
                  <a:cubicBezTo>
                    <a:pt x="9231" y="896"/>
                    <a:pt x="9262" y="841"/>
                    <a:pt x="9289" y="782"/>
                  </a:cubicBezTo>
                  <a:cubicBezTo>
                    <a:pt x="9293" y="777"/>
                    <a:pt x="9295" y="771"/>
                    <a:pt x="9301" y="765"/>
                  </a:cubicBezTo>
                  <a:cubicBezTo>
                    <a:pt x="9301" y="762"/>
                    <a:pt x="9305" y="756"/>
                    <a:pt x="9308" y="749"/>
                  </a:cubicBezTo>
                  <a:cubicBezTo>
                    <a:pt x="9312" y="749"/>
                    <a:pt x="9312" y="745"/>
                    <a:pt x="9315" y="743"/>
                  </a:cubicBezTo>
                  <a:cubicBezTo>
                    <a:pt x="9315" y="740"/>
                    <a:pt x="9319" y="734"/>
                    <a:pt x="9321" y="728"/>
                  </a:cubicBezTo>
                  <a:cubicBezTo>
                    <a:pt x="9325" y="720"/>
                    <a:pt x="9327" y="714"/>
                    <a:pt x="9334" y="705"/>
                  </a:cubicBezTo>
                  <a:cubicBezTo>
                    <a:pt x="9336" y="699"/>
                    <a:pt x="9340" y="693"/>
                    <a:pt x="9343" y="683"/>
                  </a:cubicBezTo>
                  <a:cubicBezTo>
                    <a:pt x="9347" y="681"/>
                    <a:pt x="9347" y="677"/>
                    <a:pt x="9350" y="674"/>
                  </a:cubicBezTo>
                  <a:cubicBezTo>
                    <a:pt x="9353" y="671"/>
                    <a:pt x="9353" y="668"/>
                    <a:pt x="9356" y="662"/>
                  </a:cubicBezTo>
                  <a:cubicBezTo>
                    <a:pt x="9360" y="659"/>
                    <a:pt x="9360" y="655"/>
                    <a:pt x="9362" y="652"/>
                  </a:cubicBezTo>
                  <a:cubicBezTo>
                    <a:pt x="9362" y="648"/>
                    <a:pt x="9366" y="642"/>
                    <a:pt x="9368" y="640"/>
                  </a:cubicBezTo>
                  <a:cubicBezTo>
                    <a:pt x="9368" y="636"/>
                    <a:pt x="9372" y="630"/>
                    <a:pt x="9376" y="627"/>
                  </a:cubicBezTo>
                  <a:cubicBezTo>
                    <a:pt x="9379" y="620"/>
                    <a:pt x="9382" y="611"/>
                    <a:pt x="9388" y="605"/>
                  </a:cubicBezTo>
                  <a:cubicBezTo>
                    <a:pt x="9392" y="596"/>
                    <a:pt x="9398" y="586"/>
                    <a:pt x="9401" y="578"/>
                  </a:cubicBezTo>
                  <a:cubicBezTo>
                    <a:pt x="9403" y="573"/>
                    <a:pt x="9408" y="566"/>
                    <a:pt x="9410" y="559"/>
                  </a:cubicBezTo>
                  <a:cubicBezTo>
                    <a:pt x="9413" y="555"/>
                    <a:pt x="9413" y="555"/>
                    <a:pt x="9413" y="553"/>
                  </a:cubicBezTo>
                  <a:cubicBezTo>
                    <a:pt x="9422" y="538"/>
                    <a:pt x="9428" y="522"/>
                    <a:pt x="9437" y="507"/>
                  </a:cubicBezTo>
                  <a:cubicBezTo>
                    <a:pt x="9437" y="504"/>
                    <a:pt x="9440" y="501"/>
                    <a:pt x="9440" y="498"/>
                  </a:cubicBezTo>
                  <a:cubicBezTo>
                    <a:pt x="9443" y="498"/>
                    <a:pt x="9443" y="495"/>
                    <a:pt x="9443" y="495"/>
                  </a:cubicBezTo>
                  <a:cubicBezTo>
                    <a:pt x="9525" y="331"/>
                    <a:pt x="9605" y="166"/>
                    <a:pt x="96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37"/>
            <p:cNvSpPr/>
            <p:nvPr/>
          </p:nvSpPr>
          <p:spPr>
            <a:xfrm>
              <a:off x="3239313" y="285400"/>
              <a:ext cx="242025" cy="201625"/>
            </a:xfrm>
            <a:custGeom>
              <a:rect b="b" l="l" r="r" t="t"/>
              <a:pathLst>
                <a:path extrusionOk="0" h="8065" w="9681">
                  <a:moveTo>
                    <a:pt x="8535" y="1"/>
                  </a:moveTo>
                  <a:cubicBezTo>
                    <a:pt x="5311" y="1303"/>
                    <a:pt x="2480" y="3653"/>
                    <a:pt x="608" y="6899"/>
                  </a:cubicBezTo>
                  <a:cubicBezTo>
                    <a:pt x="579" y="6945"/>
                    <a:pt x="555" y="6989"/>
                    <a:pt x="528" y="7036"/>
                  </a:cubicBezTo>
                  <a:cubicBezTo>
                    <a:pt x="515" y="7061"/>
                    <a:pt x="501" y="7090"/>
                    <a:pt x="488" y="7113"/>
                  </a:cubicBezTo>
                  <a:cubicBezTo>
                    <a:pt x="454" y="7172"/>
                    <a:pt x="423" y="7227"/>
                    <a:pt x="392" y="7286"/>
                  </a:cubicBezTo>
                  <a:cubicBezTo>
                    <a:pt x="388" y="7292"/>
                    <a:pt x="382" y="7301"/>
                    <a:pt x="380" y="7307"/>
                  </a:cubicBezTo>
                  <a:cubicBezTo>
                    <a:pt x="376" y="7311"/>
                    <a:pt x="376" y="7318"/>
                    <a:pt x="373" y="7320"/>
                  </a:cubicBezTo>
                  <a:cubicBezTo>
                    <a:pt x="373" y="7320"/>
                    <a:pt x="373" y="7323"/>
                    <a:pt x="371" y="7323"/>
                  </a:cubicBezTo>
                  <a:cubicBezTo>
                    <a:pt x="371" y="7329"/>
                    <a:pt x="367" y="7332"/>
                    <a:pt x="364" y="7338"/>
                  </a:cubicBezTo>
                  <a:cubicBezTo>
                    <a:pt x="357" y="7348"/>
                    <a:pt x="354" y="7354"/>
                    <a:pt x="351" y="7363"/>
                  </a:cubicBezTo>
                  <a:cubicBezTo>
                    <a:pt x="345" y="7368"/>
                    <a:pt x="342" y="7374"/>
                    <a:pt x="342" y="7381"/>
                  </a:cubicBezTo>
                  <a:cubicBezTo>
                    <a:pt x="340" y="7387"/>
                    <a:pt x="336" y="7391"/>
                    <a:pt x="334" y="7394"/>
                  </a:cubicBezTo>
                  <a:cubicBezTo>
                    <a:pt x="329" y="7400"/>
                    <a:pt x="329" y="7404"/>
                    <a:pt x="327" y="7406"/>
                  </a:cubicBezTo>
                  <a:cubicBezTo>
                    <a:pt x="323" y="7413"/>
                    <a:pt x="323" y="7417"/>
                    <a:pt x="320" y="7420"/>
                  </a:cubicBezTo>
                  <a:cubicBezTo>
                    <a:pt x="318" y="7422"/>
                    <a:pt x="318" y="7426"/>
                    <a:pt x="318" y="7428"/>
                  </a:cubicBezTo>
                  <a:cubicBezTo>
                    <a:pt x="314" y="7431"/>
                    <a:pt x="312" y="7435"/>
                    <a:pt x="312" y="7437"/>
                  </a:cubicBezTo>
                  <a:cubicBezTo>
                    <a:pt x="305" y="7447"/>
                    <a:pt x="302" y="7456"/>
                    <a:pt x="298" y="7462"/>
                  </a:cubicBezTo>
                  <a:cubicBezTo>
                    <a:pt x="292" y="7471"/>
                    <a:pt x="288" y="7480"/>
                    <a:pt x="286" y="7487"/>
                  </a:cubicBezTo>
                  <a:lnTo>
                    <a:pt x="283" y="7489"/>
                  </a:lnTo>
                  <a:cubicBezTo>
                    <a:pt x="279" y="7495"/>
                    <a:pt x="277" y="7502"/>
                    <a:pt x="277" y="7504"/>
                  </a:cubicBezTo>
                  <a:cubicBezTo>
                    <a:pt x="274" y="7511"/>
                    <a:pt x="271" y="7515"/>
                    <a:pt x="267" y="7518"/>
                  </a:cubicBezTo>
                  <a:cubicBezTo>
                    <a:pt x="262" y="7533"/>
                    <a:pt x="256" y="7545"/>
                    <a:pt x="250" y="7557"/>
                  </a:cubicBezTo>
                  <a:cubicBezTo>
                    <a:pt x="246" y="7564"/>
                    <a:pt x="243" y="7570"/>
                    <a:pt x="243" y="7573"/>
                  </a:cubicBezTo>
                  <a:cubicBezTo>
                    <a:pt x="158" y="7736"/>
                    <a:pt x="78" y="7898"/>
                    <a:pt x="0" y="8065"/>
                  </a:cubicBezTo>
                  <a:cubicBezTo>
                    <a:pt x="60" y="7979"/>
                    <a:pt x="118" y="7896"/>
                    <a:pt x="183" y="7813"/>
                  </a:cubicBezTo>
                  <a:cubicBezTo>
                    <a:pt x="191" y="7792"/>
                    <a:pt x="207" y="7773"/>
                    <a:pt x="222" y="7755"/>
                  </a:cubicBezTo>
                  <a:cubicBezTo>
                    <a:pt x="256" y="7706"/>
                    <a:pt x="292" y="7657"/>
                    <a:pt x="329" y="7608"/>
                  </a:cubicBezTo>
                  <a:lnTo>
                    <a:pt x="329" y="7606"/>
                  </a:lnTo>
                  <a:cubicBezTo>
                    <a:pt x="345" y="7586"/>
                    <a:pt x="356" y="7570"/>
                    <a:pt x="370" y="7552"/>
                  </a:cubicBezTo>
                  <a:cubicBezTo>
                    <a:pt x="372" y="7546"/>
                    <a:pt x="379" y="7544"/>
                    <a:pt x="385" y="7536"/>
                  </a:cubicBezTo>
                  <a:cubicBezTo>
                    <a:pt x="385" y="7534"/>
                    <a:pt x="385" y="7530"/>
                    <a:pt x="387" y="7528"/>
                  </a:cubicBezTo>
                  <a:lnTo>
                    <a:pt x="396" y="7519"/>
                  </a:lnTo>
                  <a:cubicBezTo>
                    <a:pt x="401" y="7514"/>
                    <a:pt x="407" y="7508"/>
                    <a:pt x="410" y="7500"/>
                  </a:cubicBezTo>
                  <a:cubicBezTo>
                    <a:pt x="413" y="7497"/>
                    <a:pt x="413" y="7494"/>
                    <a:pt x="416" y="7494"/>
                  </a:cubicBezTo>
                  <a:cubicBezTo>
                    <a:pt x="418" y="7488"/>
                    <a:pt x="422" y="7484"/>
                    <a:pt x="425" y="7482"/>
                  </a:cubicBezTo>
                  <a:cubicBezTo>
                    <a:pt x="428" y="7475"/>
                    <a:pt x="432" y="7468"/>
                    <a:pt x="438" y="7466"/>
                  </a:cubicBezTo>
                  <a:cubicBezTo>
                    <a:pt x="438" y="7463"/>
                    <a:pt x="442" y="7459"/>
                    <a:pt x="444" y="7457"/>
                  </a:cubicBezTo>
                  <a:cubicBezTo>
                    <a:pt x="448" y="7451"/>
                    <a:pt x="451" y="7447"/>
                    <a:pt x="457" y="7444"/>
                  </a:cubicBezTo>
                  <a:lnTo>
                    <a:pt x="457" y="7441"/>
                  </a:lnTo>
                  <a:cubicBezTo>
                    <a:pt x="464" y="7428"/>
                    <a:pt x="473" y="7420"/>
                    <a:pt x="482" y="7411"/>
                  </a:cubicBezTo>
                  <a:cubicBezTo>
                    <a:pt x="484" y="7401"/>
                    <a:pt x="490" y="7395"/>
                    <a:pt x="498" y="7389"/>
                  </a:cubicBezTo>
                  <a:cubicBezTo>
                    <a:pt x="504" y="7375"/>
                    <a:pt x="513" y="7366"/>
                    <a:pt x="519" y="7358"/>
                  </a:cubicBezTo>
                  <a:lnTo>
                    <a:pt x="521" y="7358"/>
                  </a:lnTo>
                  <a:cubicBezTo>
                    <a:pt x="552" y="7315"/>
                    <a:pt x="586" y="7271"/>
                    <a:pt x="619" y="7229"/>
                  </a:cubicBezTo>
                  <a:cubicBezTo>
                    <a:pt x="625" y="7222"/>
                    <a:pt x="629" y="7213"/>
                    <a:pt x="638" y="7206"/>
                  </a:cubicBezTo>
                  <a:cubicBezTo>
                    <a:pt x="2967" y="4262"/>
                    <a:pt x="6189" y="2306"/>
                    <a:pt x="9680" y="1508"/>
                  </a:cubicBezTo>
                  <a:cubicBezTo>
                    <a:pt x="9343" y="972"/>
                    <a:pt x="8958" y="469"/>
                    <a:pt x="85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37"/>
            <p:cNvSpPr/>
            <p:nvPr/>
          </p:nvSpPr>
          <p:spPr>
            <a:xfrm>
              <a:off x="3062638" y="237825"/>
              <a:ext cx="201600" cy="242025"/>
            </a:xfrm>
            <a:custGeom>
              <a:rect b="b" l="l" r="r" t="t"/>
              <a:pathLst>
                <a:path extrusionOk="0" h="9681" w="8064">
                  <a:moveTo>
                    <a:pt x="1507" y="1"/>
                  </a:moveTo>
                  <a:cubicBezTo>
                    <a:pt x="971" y="339"/>
                    <a:pt x="467" y="723"/>
                    <a:pt x="0" y="1147"/>
                  </a:cubicBezTo>
                  <a:cubicBezTo>
                    <a:pt x="1302" y="4372"/>
                    <a:pt x="3650" y="7203"/>
                    <a:pt x="6895" y="9072"/>
                  </a:cubicBezTo>
                  <a:cubicBezTo>
                    <a:pt x="6941" y="9100"/>
                    <a:pt x="6987" y="9125"/>
                    <a:pt x="7033" y="9152"/>
                  </a:cubicBezTo>
                  <a:cubicBezTo>
                    <a:pt x="7059" y="9165"/>
                    <a:pt x="7083" y="9179"/>
                    <a:pt x="7111" y="9192"/>
                  </a:cubicBezTo>
                  <a:cubicBezTo>
                    <a:pt x="7164" y="9226"/>
                    <a:pt x="7224" y="9257"/>
                    <a:pt x="7282" y="9288"/>
                  </a:cubicBezTo>
                  <a:cubicBezTo>
                    <a:pt x="7288" y="9291"/>
                    <a:pt x="7294" y="9298"/>
                    <a:pt x="7304" y="9300"/>
                  </a:cubicBezTo>
                  <a:cubicBezTo>
                    <a:pt x="7307" y="9300"/>
                    <a:pt x="7310" y="9303"/>
                    <a:pt x="7313" y="9303"/>
                  </a:cubicBezTo>
                  <a:cubicBezTo>
                    <a:pt x="7313" y="9306"/>
                    <a:pt x="7317" y="9306"/>
                    <a:pt x="7319" y="9309"/>
                  </a:cubicBezTo>
                  <a:cubicBezTo>
                    <a:pt x="7322" y="9309"/>
                    <a:pt x="7328" y="9314"/>
                    <a:pt x="7334" y="9316"/>
                  </a:cubicBezTo>
                  <a:cubicBezTo>
                    <a:pt x="7341" y="9320"/>
                    <a:pt x="7348" y="9326"/>
                    <a:pt x="7356" y="9329"/>
                  </a:cubicBezTo>
                  <a:cubicBezTo>
                    <a:pt x="7363" y="9331"/>
                    <a:pt x="7370" y="9335"/>
                    <a:pt x="7379" y="9337"/>
                  </a:cubicBezTo>
                  <a:cubicBezTo>
                    <a:pt x="7381" y="9341"/>
                    <a:pt x="7385" y="9344"/>
                    <a:pt x="7387" y="9344"/>
                  </a:cubicBezTo>
                  <a:cubicBezTo>
                    <a:pt x="7390" y="9348"/>
                    <a:pt x="7394" y="9348"/>
                    <a:pt x="7396" y="9351"/>
                  </a:cubicBezTo>
                  <a:cubicBezTo>
                    <a:pt x="7402" y="9353"/>
                    <a:pt x="7408" y="9357"/>
                    <a:pt x="7415" y="9360"/>
                  </a:cubicBezTo>
                  <a:cubicBezTo>
                    <a:pt x="7418" y="9360"/>
                    <a:pt x="7418" y="9362"/>
                    <a:pt x="7421" y="9362"/>
                  </a:cubicBezTo>
                  <a:cubicBezTo>
                    <a:pt x="7425" y="9366"/>
                    <a:pt x="7431" y="9366"/>
                    <a:pt x="7434" y="9368"/>
                  </a:cubicBezTo>
                  <a:cubicBezTo>
                    <a:pt x="7441" y="9372"/>
                    <a:pt x="7449" y="9379"/>
                    <a:pt x="7456" y="9382"/>
                  </a:cubicBezTo>
                  <a:cubicBezTo>
                    <a:pt x="7465" y="9386"/>
                    <a:pt x="7474" y="9392"/>
                    <a:pt x="7483" y="9394"/>
                  </a:cubicBezTo>
                  <a:lnTo>
                    <a:pt x="7485" y="9397"/>
                  </a:lnTo>
                  <a:cubicBezTo>
                    <a:pt x="7492" y="9401"/>
                    <a:pt x="7494" y="9403"/>
                    <a:pt x="7501" y="9403"/>
                  </a:cubicBezTo>
                  <a:lnTo>
                    <a:pt x="7508" y="9410"/>
                  </a:lnTo>
                  <a:cubicBezTo>
                    <a:pt x="7523" y="9417"/>
                    <a:pt x="7539" y="9425"/>
                    <a:pt x="7554" y="9432"/>
                  </a:cubicBezTo>
                  <a:cubicBezTo>
                    <a:pt x="7556" y="9434"/>
                    <a:pt x="7560" y="9434"/>
                    <a:pt x="7563" y="9434"/>
                  </a:cubicBezTo>
                  <a:lnTo>
                    <a:pt x="7563" y="9437"/>
                  </a:lnTo>
                  <a:cubicBezTo>
                    <a:pt x="7730" y="9521"/>
                    <a:pt x="7896" y="9604"/>
                    <a:pt x="8063" y="9681"/>
                  </a:cubicBezTo>
                  <a:cubicBezTo>
                    <a:pt x="7978" y="9622"/>
                    <a:pt x="7894" y="9563"/>
                    <a:pt x="7811" y="9499"/>
                  </a:cubicBezTo>
                  <a:cubicBezTo>
                    <a:pt x="7794" y="9489"/>
                    <a:pt x="7774" y="9475"/>
                    <a:pt x="7757" y="9462"/>
                  </a:cubicBezTo>
                  <a:cubicBezTo>
                    <a:pt x="7704" y="9424"/>
                    <a:pt x="7654" y="9388"/>
                    <a:pt x="7605" y="9351"/>
                  </a:cubicBezTo>
                  <a:lnTo>
                    <a:pt x="7603" y="9349"/>
                  </a:lnTo>
                  <a:cubicBezTo>
                    <a:pt x="7583" y="9335"/>
                    <a:pt x="7566" y="9324"/>
                    <a:pt x="7550" y="9310"/>
                  </a:cubicBezTo>
                  <a:cubicBezTo>
                    <a:pt x="7545" y="9304"/>
                    <a:pt x="7538" y="9302"/>
                    <a:pt x="7532" y="9295"/>
                  </a:cubicBezTo>
                  <a:cubicBezTo>
                    <a:pt x="7527" y="9295"/>
                    <a:pt x="7525" y="9293"/>
                    <a:pt x="7525" y="9293"/>
                  </a:cubicBezTo>
                  <a:lnTo>
                    <a:pt x="7516" y="9284"/>
                  </a:lnTo>
                  <a:cubicBezTo>
                    <a:pt x="7508" y="9282"/>
                    <a:pt x="7501" y="9274"/>
                    <a:pt x="7494" y="9268"/>
                  </a:cubicBezTo>
                  <a:cubicBezTo>
                    <a:pt x="7492" y="9268"/>
                    <a:pt x="7492" y="9268"/>
                    <a:pt x="7492" y="9266"/>
                  </a:cubicBezTo>
                  <a:cubicBezTo>
                    <a:pt x="7485" y="9263"/>
                    <a:pt x="7482" y="9259"/>
                    <a:pt x="7479" y="9257"/>
                  </a:cubicBezTo>
                  <a:cubicBezTo>
                    <a:pt x="7473" y="9253"/>
                    <a:pt x="7467" y="9251"/>
                    <a:pt x="7463" y="9243"/>
                  </a:cubicBezTo>
                  <a:cubicBezTo>
                    <a:pt x="7457" y="9243"/>
                    <a:pt x="7453" y="9241"/>
                    <a:pt x="7451" y="9235"/>
                  </a:cubicBezTo>
                  <a:cubicBezTo>
                    <a:pt x="7444" y="9235"/>
                    <a:pt x="7441" y="9232"/>
                    <a:pt x="7438" y="9226"/>
                  </a:cubicBezTo>
                  <a:lnTo>
                    <a:pt x="7436" y="9226"/>
                  </a:lnTo>
                  <a:cubicBezTo>
                    <a:pt x="7426" y="9217"/>
                    <a:pt x="7417" y="9210"/>
                    <a:pt x="7408" y="9201"/>
                  </a:cubicBezTo>
                  <a:cubicBezTo>
                    <a:pt x="7399" y="9199"/>
                    <a:pt x="7390" y="9192"/>
                    <a:pt x="7384" y="9186"/>
                  </a:cubicBezTo>
                  <a:cubicBezTo>
                    <a:pt x="7375" y="9176"/>
                    <a:pt x="7365" y="9170"/>
                    <a:pt x="7356" y="9161"/>
                  </a:cubicBezTo>
                  <a:cubicBezTo>
                    <a:pt x="7353" y="9161"/>
                    <a:pt x="7350" y="9161"/>
                    <a:pt x="7350" y="9159"/>
                  </a:cubicBezTo>
                  <a:cubicBezTo>
                    <a:pt x="7304" y="9125"/>
                    <a:pt x="7257" y="9092"/>
                    <a:pt x="7215" y="9054"/>
                  </a:cubicBezTo>
                  <a:cubicBezTo>
                    <a:pt x="7209" y="9050"/>
                    <a:pt x="7205" y="9044"/>
                    <a:pt x="7199" y="9041"/>
                  </a:cubicBezTo>
                  <a:cubicBezTo>
                    <a:pt x="4258" y="6712"/>
                    <a:pt x="2307" y="3493"/>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37"/>
            <p:cNvSpPr/>
            <p:nvPr/>
          </p:nvSpPr>
          <p:spPr>
            <a:xfrm>
              <a:off x="3232213" y="462000"/>
              <a:ext cx="201575" cy="242225"/>
            </a:xfrm>
            <a:custGeom>
              <a:rect b="b" l="l" r="r" t="t"/>
              <a:pathLst>
                <a:path extrusionOk="0" h="9689" w="8063">
                  <a:moveTo>
                    <a:pt x="0" y="1"/>
                  </a:moveTo>
                  <a:lnTo>
                    <a:pt x="0" y="1"/>
                  </a:lnTo>
                  <a:cubicBezTo>
                    <a:pt x="86" y="60"/>
                    <a:pt x="170" y="117"/>
                    <a:pt x="252" y="182"/>
                  </a:cubicBezTo>
                  <a:cubicBezTo>
                    <a:pt x="273" y="192"/>
                    <a:pt x="292" y="207"/>
                    <a:pt x="310" y="223"/>
                  </a:cubicBezTo>
                  <a:cubicBezTo>
                    <a:pt x="364" y="256"/>
                    <a:pt x="412" y="293"/>
                    <a:pt x="462" y="333"/>
                  </a:cubicBezTo>
                  <a:lnTo>
                    <a:pt x="464" y="333"/>
                  </a:lnTo>
                  <a:cubicBezTo>
                    <a:pt x="479" y="347"/>
                    <a:pt x="498" y="358"/>
                    <a:pt x="513" y="370"/>
                  </a:cubicBezTo>
                  <a:cubicBezTo>
                    <a:pt x="518" y="377"/>
                    <a:pt x="525" y="380"/>
                    <a:pt x="531" y="386"/>
                  </a:cubicBezTo>
                  <a:cubicBezTo>
                    <a:pt x="534" y="386"/>
                    <a:pt x="537" y="390"/>
                    <a:pt x="540" y="393"/>
                  </a:cubicBezTo>
                  <a:cubicBezTo>
                    <a:pt x="544" y="393"/>
                    <a:pt x="546" y="399"/>
                    <a:pt x="546" y="399"/>
                  </a:cubicBezTo>
                  <a:cubicBezTo>
                    <a:pt x="553" y="403"/>
                    <a:pt x="560" y="405"/>
                    <a:pt x="562" y="412"/>
                  </a:cubicBezTo>
                  <a:cubicBezTo>
                    <a:pt x="565" y="412"/>
                    <a:pt x="568" y="416"/>
                    <a:pt x="571" y="419"/>
                  </a:cubicBezTo>
                  <a:cubicBezTo>
                    <a:pt x="577" y="421"/>
                    <a:pt x="583" y="425"/>
                    <a:pt x="587" y="427"/>
                  </a:cubicBezTo>
                  <a:cubicBezTo>
                    <a:pt x="593" y="431"/>
                    <a:pt x="597" y="434"/>
                    <a:pt x="599" y="440"/>
                  </a:cubicBezTo>
                  <a:cubicBezTo>
                    <a:pt x="602" y="440"/>
                    <a:pt x="606" y="445"/>
                    <a:pt x="608" y="447"/>
                  </a:cubicBezTo>
                  <a:cubicBezTo>
                    <a:pt x="614" y="451"/>
                    <a:pt x="622" y="453"/>
                    <a:pt x="624" y="460"/>
                  </a:cubicBezTo>
                  <a:cubicBezTo>
                    <a:pt x="626" y="460"/>
                    <a:pt x="626" y="462"/>
                    <a:pt x="626" y="462"/>
                  </a:cubicBezTo>
                  <a:cubicBezTo>
                    <a:pt x="635" y="468"/>
                    <a:pt x="644" y="476"/>
                    <a:pt x="654" y="484"/>
                  </a:cubicBezTo>
                  <a:cubicBezTo>
                    <a:pt x="663" y="487"/>
                    <a:pt x="669" y="493"/>
                    <a:pt x="675" y="499"/>
                  </a:cubicBezTo>
                  <a:cubicBezTo>
                    <a:pt x="685" y="504"/>
                    <a:pt x="694" y="512"/>
                    <a:pt x="702" y="518"/>
                  </a:cubicBezTo>
                  <a:cubicBezTo>
                    <a:pt x="702" y="522"/>
                    <a:pt x="705" y="524"/>
                    <a:pt x="705" y="524"/>
                  </a:cubicBezTo>
                  <a:cubicBezTo>
                    <a:pt x="752" y="555"/>
                    <a:pt x="794" y="593"/>
                    <a:pt x="840" y="626"/>
                  </a:cubicBezTo>
                  <a:cubicBezTo>
                    <a:pt x="847" y="632"/>
                    <a:pt x="850" y="637"/>
                    <a:pt x="856" y="639"/>
                  </a:cubicBezTo>
                  <a:cubicBezTo>
                    <a:pt x="3801" y="2973"/>
                    <a:pt x="5756" y="6194"/>
                    <a:pt x="6556" y="9688"/>
                  </a:cubicBezTo>
                  <a:cubicBezTo>
                    <a:pt x="7090" y="9351"/>
                    <a:pt x="7595" y="8964"/>
                    <a:pt x="8062" y="8540"/>
                  </a:cubicBezTo>
                  <a:cubicBezTo>
                    <a:pt x="6759" y="5316"/>
                    <a:pt x="4410" y="2484"/>
                    <a:pt x="1168" y="607"/>
                  </a:cubicBezTo>
                  <a:cubicBezTo>
                    <a:pt x="1122" y="580"/>
                    <a:pt x="1077" y="554"/>
                    <a:pt x="1030" y="527"/>
                  </a:cubicBezTo>
                  <a:cubicBezTo>
                    <a:pt x="1006" y="514"/>
                    <a:pt x="977" y="500"/>
                    <a:pt x="953" y="487"/>
                  </a:cubicBezTo>
                  <a:cubicBezTo>
                    <a:pt x="897" y="454"/>
                    <a:pt x="839" y="423"/>
                    <a:pt x="784" y="392"/>
                  </a:cubicBezTo>
                  <a:cubicBezTo>
                    <a:pt x="779" y="392"/>
                    <a:pt x="772" y="389"/>
                    <a:pt x="766" y="383"/>
                  </a:cubicBezTo>
                  <a:cubicBezTo>
                    <a:pt x="759" y="380"/>
                    <a:pt x="751" y="376"/>
                    <a:pt x="743" y="373"/>
                  </a:cubicBezTo>
                  <a:lnTo>
                    <a:pt x="743" y="371"/>
                  </a:lnTo>
                  <a:cubicBezTo>
                    <a:pt x="737" y="371"/>
                    <a:pt x="735" y="367"/>
                    <a:pt x="728" y="364"/>
                  </a:cubicBezTo>
                  <a:cubicBezTo>
                    <a:pt x="722" y="361"/>
                    <a:pt x="712" y="358"/>
                    <a:pt x="706" y="352"/>
                  </a:cubicBezTo>
                  <a:cubicBezTo>
                    <a:pt x="700" y="349"/>
                    <a:pt x="691" y="345"/>
                    <a:pt x="685" y="342"/>
                  </a:cubicBezTo>
                  <a:cubicBezTo>
                    <a:pt x="678" y="339"/>
                    <a:pt x="674" y="336"/>
                    <a:pt x="671" y="333"/>
                  </a:cubicBezTo>
                  <a:cubicBezTo>
                    <a:pt x="665" y="333"/>
                    <a:pt x="661" y="329"/>
                    <a:pt x="659" y="327"/>
                  </a:cubicBezTo>
                  <a:cubicBezTo>
                    <a:pt x="656" y="327"/>
                    <a:pt x="656" y="324"/>
                    <a:pt x="656" y="324"/>
                  </a:cubicBezTo>
                  <a:cubicBezTo>
                    <a:pt x="655" y="325"/>
                    <a:pt x="654" y="325"/>
                    <a:pt x="653" y="325"/>
                  </a:cubicBezTo>
                  <a:cubicBezTo>
                    <a:pt x="651" y="325"/>
                    <a:pt x="650" y="324"/>
                    <a:pt x="650" y="324"/>
                  </a:cubicBezTo>
                  <a:cubicBezTo>
                    <a:pt x="647" y="321"/>
                    <a:pt x="643" y="321"/>
                    <a:pt x="640" y="318"/>
                  </a:cubicBezTo>
                  <a:cubicBezTo>
                    <a:pt x="634" y="318"/>
                    <a:pt x="630" y="314"/>
                    <a:pt x="628" y="311"/>
                  </a:cubicBezTo>
                  <a:cubicBezTo>
                    <a:pt x="619" y="307"/>
                    <a:pt x="609" y="301"/>
                    <a:pt x="603" y="298"/>
                  </a:cubicBezTo>
                  <a:cubicBezTo>
                    <a:pt x="594" y="295"/>
                    <a:pt x="586" y="288"/>
                    <a:pt x="578" y="286"/>
                  </a:cubicBezTo>
                  <a:lnTo>
                    <a:pt x="578" y="283"/>
                  </a:lnTo>
                  <a:cubicBezTo>
                    <a:pt x="573" y="283"/>
                    <a:pt x="567" y="279"/>
                    <a:pt x="561" y="276"/>
                  </a:cubicBezTo>
                  <a:cubicBezTo>
                    <a:pt x="555" y="274"/>
                    <a:pt x="550" y="270"/>
                    <a:pt x="547" y="267"/>
                  </a:cubicBezTo>
                  <a:cubicBezTo>
                    <a:pt x="532" y="262"/>
                    <a:pt x="521" y="256"/>
                    <a:pt x="508" y="250"/>
                  </a:cubicBezTo>
                  <a:cubicBezTo>
                    <a:pt x="501" y="246"/>
                    <a:pt x="495" y="243"/>
                    <a:pt x="493" y="240"/>
                  </a:cubicBezTo>
                  <a:cubicBezTo>
                    <a:pt x="330" y="161"/>
                    <a:pt x="168" y="80"/>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37"/>
            <p:cNvSpPr/>
            <p:nvPr/>
          </p:nvSpPr>
          <p:spPr>
            <a:xfrm>
              <a:off x="2973913" y="343175"/>
              <a:ext cx="556700" cy="267225"/>
            </a:xfrm>
            <a:custGeom>
              <a:rect b="b" l="l" r="r" t="t"/>
              <a:pathLst>
                <a:path extrusionOk="0" h="10689" w="22268">
                  <a:moveTo>
                    <a:pt x="11134" y="0"/>
                  </a:moveTo>
                  <a:cubicBezTo>
                    <a:pt x="4985" y="0"/>
                    <a:pt x="0" y="5344"/>
                    <a:pt x="0" y="5344"/>
                  </a:cubicBezTo>
                  <a:cubicBezTo>
                    <a:pt x="0" y="5344"/>
                    <a:pt x="4985" y="10689"/>
                    <a:pt x="11134" y="10689"/>
                  </a:cubicBezTo>
                  <a:cubicBezTo>
                    <a:pt x="17283" y="10689"/>
                    <a:pt x="22267" y="5344"/>
                    <a:pt x="22267" y="5344"/>
                  </a:cubicBezTo>
                  <a:cubicBezTo>
                    <a:pt x="22267" y="5344"/>
                    <a:pt x="17283" y="0"/>
                    <a:pt x="111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37"/>
            <p:cNvSpPr/>
            <p:nvPr/>
          </p:nvSpPr>
          <p:spPr>
            <a:xfrm>
              <a:off x="3135338" y="359875"/>
              <a:ext cx="233850" cy="233850"/>
            </a:xfrm>
            <a:custGeom>
              <a:rect b="b" l="l" r="r" t="t"/>
              <a:pathLst>
                <a:path extrusionOk="0" h="9354" w="9354">
                  <a:moveTo>
                    <a:pt x="4677" y="0"/>
                  </a:moveTo>
                  <a:cubicBezTo>
                    <a:pt x="2094" y="0"/>
                    <a:pt x="0" y="2094"/>
                    <a:pt x="0" y="4676"/>
                  </a:cubicBezTo>
                  <a:cubicBezTo>
                    <a:pt x="0" y="7259"/>
                    <a:pt x="2094" y="9353"/>
                    <a:pt x="4677" y="9353"/>
                  </a:cubicBezTo>
                  <a:cubicBezTo>
                    <a:pt x="7259" y="9353"/>
                    <a:pt x="9353" y="7259"/>
                    <a:pt x="9353" y="4676"/>
                  </a:cubicBezTo>
                  <a:cubicBezTo>
                    <a:pt x="9353" y="2094"/>
                    <a:pt x="7259" y="0"/>
                    <a:pt x="4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37"/>
            <p:cNvSpPr/>
            <p:nvPr/>
          </p:nvSpPr>
          <p:spPr>
            <a:xfrm>
              <a:off x="3148238" y="377900"/>
              <a:ext cx="208075" cy="197850"/>
            </a:xfrm>
            <a:custGeom>
              <a:rect b="b" l="l" r="r" t="t"/>
              <a:pathLst>
                <a:path extrusionOk="0" h="7914" w="8323">
                  <a:moveTo>
                    <a:pt x="5073" y="0"/>
                  </a:moveTo>
                  <a:cubicBezTo>
                    <a:pt x="4899" y="0"/>
                    <a:pt x="4724" y="84"/>
                    <a:pt x="4620" y="271"/>
                  </a:cubicBezTo>
                  <a:cubicBezTo>
                    <a:pt x="4520" y="451"/>
                    <a:pt x="4341" y="541"/>
                    <a:pt x="4161" y="541"/>
                  </a:cubicBezTo>
                  <a:cubicBezTo>
                    <a:pt x="3981" y="541"/>
                    <a:pt x="3802" y="451"/>
                    <a:pt x="3702" y="271"/>
                  </a:cubicBezTo>
                  <a:cubicBezTo>
                    <a:pt x="3598" y="84"/>
                    <a:pt x="3423" y="1"/>
                    <a:pt x="3249" y="1"/>
                  </a:cubicBezTo>
                  <a:cubicBezTo>
                    <a:pt x="2979" y="1"/>
                    <a:pt x="2711" y="203"/>
                    <a:pt x="2716" y="536"/>
                  </a:cubicBezTo>
                  <a:cubicBezTo>
                    <a:pt x="2721" y="846"/>
                    <a:pt x="2466" y="1071"/>
                    <a:pt x="2189" y="1071"/>
                  </a:cubicBezTo>
                  <a:cubicBezTo>
                    <a:pt x="2099" y="1071"/>
                    <a:pt x="2006" y="1047"/>
                    <a:pt x="1920" y="995"/>
                  </a:cubicBezTo>
                  <a:cubicBezTo>
                    <a:pt x="1829" y="941"/>
                    <a:pt x="1736" y="917"/>
                    <a:pt x="1647" y="917"/>
                  </a:cubicBezTo>
                  <a:cubicBezTo>
                    <a:pt x="1275" y="917"/>
                    <a:pt x="972" y="1337"/>
                    <a:pt x="1199" y="1716"/>
                  </a:cubicBezTo>
                  <a:cubicBezTo>
                    <a:pt x="1411" y="2067"/>
                    <a:pt x="1157" y="2512"/>
                    <a:pt x="749" y="2512"/>
                  </a:cubicBezTo>
                  <a:cubicBezTo>
                    <a:pt x="746" y="2512"/>
                    <a:pt x="743" y="2512"/>
                    <a:pt x="740" y="2512"/>
                  </a:cubicBezTo>
                  <a:cubicBezTo>
                    <a:pt x="737" y="2512"/>
                    <a:pt x="733" y="2512"/>
                    <a:pt x="730" y="2512"/>
                  </a:cubicBezTo>
                  <a:cubicBezTo>
                    <a:pt x="191" y="2512"/>
                    <a:pt x="0" y="3233"/>
                    <a:pt x="475" y="3498"/>
                  </a:cubicBezTo>
                  <a:cubicBezTo>
                    <a:pt x="835" y="3697"/>
                    <a:pt x="835" y="4216"/>
                    <a:pt x="475" y="4416"/>
                  </a:cubicBezTo>
                  <a:cubicBezTo>
                    <a:pt x="1" y="4680"/>
                    <a:pt x="191" y="5402"/>
                    <a:pt x="731" y="5402"/>
                  </a:cubicBezTo>
                  <a:cubicBezTo>
                    <a:pt x="734" y="5402"/>
                    <a:pt x="737" y="5402"/>
                    <a:pt x="740" y="5402"/>
                  </a:cubicBezTo>
                  <a:cubicBezTo>
                    <a:pt x="743" y="5402"/>
                    <a:pt x="747" y="5402"/>
                    <a:pt x="750" y="5402"/>
                  </a:cubicBezTo>
                  <a:cubicBezTo>
                    <a:pt x="1155" y="5402"/>
                    <a:pt x="1409" y="5846"/>
                    <a:pt x="1199" y="6198"/>
                  </a:cubicBezTo>
                  <a:cubicBezTo>
                    <a:pt x="972" y="6577"/>
                    <a:pt x="1275" y="6997"/>
                    <a:pt x="1648" y="6997"/>
                  </a:cubicBezTo>
                  <a:cubicBezTo>
                    <a:pt x="1737" y="6997"/>
                    <a:pt x="1829" y="6973"/>
                    <a:pt x="1920" y="6919"/>
                  </a:cubicBezTo>
                  <a:cubicBezTo>
                    <a:pt x="2007" y="6866"/>
                    <a:pt x="2100" y="6843"/>
                    <a:pt x="2190" y="6843"/>
                  </a:cubicBezTo>
                  <a:cubicBezTo>
                    <a:pt x="2467" y="6843"/>
                    <a:pt x="2721" y="7067"/>
                    <a:pt x="2716" y="7378"/>
                  </a:cubicBezTo>
                  <a:cubicBezTo>
                    <a:pt x="2711" y="7711"/>
                    <a:pt x="2978" y="7914"/>
                    <a:pt x="3249" y="7914"/>
                  </a:cubicBezTo>
                  <a:cubicBezTo>
                    <a:pt x="3423" y="7914"/>
                    <a:pt x="3598" y="7830"/>
                    <a:pt x="3702" y="7642"/>
                  </a:cubicBezTo>
                  <a:cubicBezTo>
                    <a:pt x="3802" y="7462"/>
                    <a:pt x="3981" y="7372"/>
                    <a:pt x="4161" y="7372"/>
                  </a:cubicBezTo>
                  <a:cubicBezTo>
                    <a:pt x="4341" y="7372"/>
                    <a:pt x="4520" y="7462"/>
                    <a:pt x="4620" y="7642"/>
                  </a:cubicBezTo>
                  <a:cubicBezTo>
                    <a:pt x="4724" y="7829"/>
                    <a:pt x="4899" y="7913"/>
                    <a:pt x="5073" y="7913"/>
                  </a:cubicBezTo>
                  <a:cubicBezTo>
                    <a:pt x="5343" y="7913"/>
                    <a:pt x="5611" y="7711"/>
                    <a:pt x="5606" y="7378"/>
                  </a:cubicBezTo>
                  <a:cubicBezTo>
                    <a:pt x="5601" y="7067"/>
                    <a:pt x="5855" y="6844"/>
                    <a:pt x="6132" y="6844"/>
                  </a:cubicBezTo>
                  <a:cubicBezTo>
                    <a:pt x="6223" y="6844"/>
                    <a:pt x="6315" y="6867"/>
                    <a:pt x="6402" y="6919"/>
                  </a:cubicBezTo>
                  <a:cubicBezTo>
                    <a:pt x="6492" y="6973"/>
                    <a:pt x="6585" y="6997"/>
                    <a:pt x="6674" y="6997"/>
                  </a:cubicBezTo>
                  <a:cubicBezTo>
                    <a:pt x="7046" y="6997"/>
                    <a:pt x="7350" y="6577"/>
                    <a:pt x="7122" y="6198"/>
                  </a:cubicBezTo>
                  <a:cubicBezTo>
                    <a:pt x="6911" y="5846"/>
                    <a:pt x="7165" y="5402"/>
                    <a:pt x="7572" y="5402"/>
                  </a:cubicBezTo>
                  <a:cubicBezTo>
                    <a:pt x="7576" y="5402"/>
                    <a:pt x="7579" y="5402"/>
                    <a:pt x="7582" y="5402"/>
                  </a:cubicBezTo>
                  <a:cubicBezTo>
                    <a:pt x="7585" y="5402"/>
                    <a:pt x="7588" y="5402"/>
                    <a:pt x="7592" y="5402"/>
                  </a:cubicBezTo>
                  <a:cubicBezTo>
                    <a:pt x="8130" y="5402"/>
                    <a:pt x="8323" y="4680"/>
                    <a:pt x="7847" y="4416"/>
                  </a:cubicBezTo>
                  <a:cubicBezTo>
                    <a:pt x="7486" y="4216"/>
                    <a:pt x="7486" y="3697"/>
                    <a:pt x="7847" y="3498"/>
                  </a:cubicBezTo>
                  <a:cubicBezTo>
                    <a:pt x="8320" y="3233"/>
                    <a:pt x="8131" y="2512"/>
                    <a:pt x="7593" y="2512"/>
                  </a:cubicBezTo>
                  <a:cubicBezTo>
                    <a:pt x="7589" y="2512"/>
                    <a:pt x="7586" y="2512"/>
                    <a:pt x="7582" y="2512"/>
                  </a:cubicBezTo>
                  <a:cubicBezTo>
                    <a:pt x="7580" y="2512"/>
                    <a:pt x="7577" y="2512"/>
                    <a:pt x="7574" y="2512"/>
                  </a:cubicBezTo>
                  <a:cubicBezTo>
                    <a:pt x="7167" y="2512"/>
                    <a:pt x="6913" y="2067"/>
                    <a:pt x="7122" y="1716"/>
                  </a:cubicBezTo>
                  <a:cubicBezTo>
                    <a:pt x="7349" y="1337"/>
                    <a:pt x="7047" y="917"/>
                    <a:pt x="6674" y="917"/>
                  </a:cubicBezTo>
                  <a:cubicBezTo>
                    <a:pt x="6585" y="917"/>
                    <a:pt x="6492" y="941"/>
                    <a:pt x="6402" y="995"/>
                  </a:cubicBezTo>
                  <a:cubicBezTo>
                    <a:pt x="6315" y="1048"/>
                    <a:pt x="6222" y="1071"/>
                    <a:pt x="6132" y="1071"/>
                  </a:cubicBezTo>
                  <a:cubicBezTo>
                    <a:pt x="5855" y="1071"/>
                    <a:pt x="5601" y="847"/>
                    <a:pt x="5606" y="536"/>
                  </a:cubicBezTo>
                  <a:cubicBezTo>
                    <a:pt x="5611" y="203"/>
                    <a:pt x="5343" y="0"/>
                    <a:pt x="50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37"/>
            <p:cNvSpPr/>
            <p:nvPr/>
          </p:nvSpPr>
          <p:spPr>
            <a:xfrm>
              <a:off x="3187513" y="412050"/>
              <a:ext cx="129475" cy="129475"/>
            </a:xfrm>
            <a:custGeom>
              <a:rect b="b" l="l" r="r" t="t"/>
              <a:pathLst>
                <a:path extrusionOk="0" h="5179" w="5179">
                  <a:moveTo>
                    <a:pt x="2590" y="1"/>
                  </a:moveTo>
                  <a:cubicBezTo>
                    <a:pt x="1160" y="1"/>
                    <a:pt x="1" y="1160"/>
                    <a:pt x="1" y="2589"/>
                  </a:cubicBezTo>
                  <a:cubicBezTo>
                    <a:pt x="1" y="4019"/>
                    <a:pt x="1160" y="5178"/>
                    <a:pt x="2590" y="5178"/>
                  </a:cubicBezTo>
                  <a:cubicBezTo>
                    <a:pt x="4020" y="5178"/>
                    <a:pt x="5178" y="4019"/>
                    <a:pt x="5178" y="2589"/>
                  </a:cubicBezTo>
                  <a:cubicBezTo>
                    <a:pt x="5178" y="1160"/>
                    <a:pt x="4020" y="1"/>
                    <a:pt x="25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37"/>
            <p:cNvSpPr/>
            <p:nvPr/>
          </p:nvSpPr>
          <p:spPr>
            <a:xfrm>
              <a:off x="3217888" y="442425"/>
              <a:ext cx="68725" cy="68725"/>
            </a:xfrm>
            <a:custGeom>
              <a:rect b="b" l="l" r="r" t="t"/>
              <a:pathLst>
                <a:path extrusionOk="0" h="2749" w="2749">
                  <a:moveTo>
                    <a:pt x="1375" y="1"/>
                  </a:moveTo>
                  <a:cubicBezTo>
                    <a:pt x="616" y="1"/>
                    <a:pt x="1" y="616"/>
                    <a:pt x="1" y="1374"/>
                  </a:cubicBezTo>
                  <a:cubicBezTo>
                    <a:pt x="1" y="2133"/>
                    <a:pt x="616" y="2749"/>
                    <a:pt x="1375" y="2749"/>
                  </a:cubicBezTo>
                  <a:cubicBezTo>
                    <a:pt x="2134" y="2749"/>
                    <a:pt x="2749" y="2133"/>
                    <a:pt x="2749" y="1374"/>
                  </a:cubicBezTo>
                  <a:cubicBezTo>
                    <a:pt x="2749" y="616"/>
                    <a:pt x="2134" y="1"/>
                    <a:pt x="13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6" name="Google Shape;2776;p37"/>
          <p:cNvGrpSpPr/>
          <p:nvPr/>
        </p:nvGrpSpPr>
        <p:grpSpPr>
          <a:xfrm rot="839356">
            <a:off x="669858" y="188476"/>
            <a:ext cx="737885" cy="1089370"/>
            <a:chOff x="1243663" y="2401125"/>
            <a:chExt cx="262550" cy="387600"/>
          </a:xfrm>
        </p:grpSpPr>
        <p:sp>
          <p:nvSpPr>
            <p:cNvPr id="2777" name="Google Shape;2777;p37"/>
            <p:cNvSpPr/>
            <p:nvPr/>
          </p:nvSpPr>
          <p:spPr>
            <a:xfrm>
              <a:off x="1243746" y="2401125"/>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78" name="Google Shape;2778;p37"/>
            <p:cNvGrpSpPr/>
            <p:nvPr/>
          </p:nvGrpSpPr>
          <p:grpSpPr>
            <a:xfrm>
              <a:off x="1243663" y="2401150"/>
              <a:ext cx="262550" cy="387575"/>
              <a:chOff x="1337750" y="2260150"/>
              <a:chExt cx="262550" cy="387575"/>
            </a:xfrm>
          </p:grpSpPr>
          <p:sp>
            <p:nvSpPr>
              <p:cNvPr id="2779" name="Google Shape;2779;p37"/>
              <p:cNvSpPr/>
              <p:nvPr/>
            </p:nvSpPr>
            <p:spPr>
              <a:xfrm>
                <a:off x="1337750" y="2260150"/>
                <a:ext cx="262550" cy="387575"/>
              </a:xfrm>
              <a:custGeom>
                <a:rect b="b" l="l" r="r" t="t"/>
                <a:pathLst>
                  <a:path extrusionOk="0" h="15503" w="10502">
                    <a:moveTo>
                      <a:pt x="1" y="0"/>
                    </a:moveTo>
                    <a:lnTo>
                      <a:pt x="1" y="10255"/>
                    </a:lnTo>
                    <a:cubicBezTo>
                      <a:pt x="1" y="10415"/>
                      <a:pt x="9" y="10574"/>
                      <a:pt x="24" y="10732"/>
                    </a:cubicBezTo>
                    <a:cubicBezTo>
                      <a:pt x="42" y="10947"/>
                      <a:pt x="75" y="11158"/>
                      <a:pt x="120" y="11367"/>
                    </a:cubicBezTo>
                    <a:cubicBezTo>
                      <a:pt x="289" y="12146"/>
                      <a:pt x="629" y="12860"/>
                      <a:pt x="1102" y="13469"/>
                    </a:cubicBezTo>
                    <a:cubicBezTo>
                      <a:pt x="1232" y="13637"/>
                      <a:pt x="1372" y="13797"/>
                      <a:pt x="1522" y="13948"/>
                    </a:cubicBezTo>
                    <a:lnTo>
                      <a:pt x="1541" y="13965"/>
                    </a:lnTo>
                    <a:cubicBezTo>
                      <a:pt x="1764" y="14187"/>
                      <a:pt x="2005" y="14390"/>
                      <a:pt x="2264" y="14569"/>
                    </a:cubicBezTo>
                    <a:cubicBezTo>
                      <a:pt x="2427" y="14685"/>
                      <a:pt x="2599" y="14789"/>
                      <a:pt x="2775" y="14883"/>
                    </a:cubicBezTo>
                    <a:cubicBezTo>
                      <a:pt x="3047" y="15028"/>
                      <a:pt x="3332" y="15151"/>
                      <a:pt x="3630" y="15248"/>
                    </a:cubicBezTo>
                    <a:cubicBezTo>
                      <a:pt x="3777" y="15296"/>
                      <a:pt x="3926" y="15337"/>
                      <a:pt x="4077" y="15372"/>
                    </a:cubicBezTo>
                    <a:cubicBezTo>
                      <a:pt x="4454" y="15459"/>
                      <a:pt x="4847" y="15503"/>
                      <a:pt x="5252" y="15503"/>
                    </a:cubicBezTo>
                    <a:cubicBezTo>
                      <a:pt x="5503" y="15503"/>
                      <a:pt x="5750" y="15486"/>
                      <a:pt x="5993" y="15451"/>
                    </a:cubicBezTo>
                    <a:cubicBezTo>
                      <a:pt x="6188" y="15424"/>
                      <a:pt x="6380" y="15386"/>
                      <a:pt x="6568" y="15337"/>
                    </a:cubicBezTo>
                    <a:cubicBezTo>
                      <a:pt x="6929" y="15244"/>
                      <a:pt x="7274" y="15114"/>
                      <a:pt x="7601" y="14950"/>
                    </a:cubicBezTo>
                    <a:cubicBezTo>
                      <a:pt x="7693" y="14903"/>
                      <a:pt x="7782" y="14856"/>
                      <a:pt x="7871" y="14804"/>
                    </a:cubicBezTo>
                    <a:cubicBezTo>
                      <a:pt x="8237" y="14594"/>
                      <a:pt x="8576" y="14340"/>
                      <a:pt x="8879" y="14050"/>
                    </a:cubicBezTo>
                    <a:cubicBezTo>
                      <a:pt x="8967" y="13965"/>
                      <a:pt x="9052" y="13878"/>
                      <a:pt x="9134" y="13788"/>
                    </a:cubicBezTo>
                    <a:cubicBezTo>
                      <a:pt x="9386" y="13511"/>
                      <a:pt x="9608" y="13210"/>
                      <a:pt x="9797" y="12885"/>
                    </a:cubicBezTo>
                    <a:cubicBezTo>
                      <a:pt x="9860" y="12775"/>
                      <a:pt x="9918" y="12664"/>
                      <a:pt x="9974" y="12550"/>
                    </a:cubicBezTo>
                    <a:cubicBezTo>
                      <a:pt x="10313" y="11858"/>
                      <a:pt x="10502" y="11079"/>
                      <a:pt x="10502" y="10256"/>
                    </a:cubicBezTo>
                    <a:lnTo>
                      <a:pt x="105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37"/>
              <p:cNvSpPr/>
              <p:nvPr/>
            </p:nvSpPr>
            <p:spPr>
              <a:xfrm>
                <a:off x="1361825" y="2282325"/>
                <a:ext cx="16075" cy="16100"/>
              </a:xfrm>
              <a:custGeom>
                <a:rect b="b" l="l" r="r" t="t"/>
                <a:pathLst>
                  <a:path extrusionOk="0" h="644" w="643">
                    <a:moveTo>
                      <a:pt x="322" y="1"/>
                    </a:moveTo>
                    <a:cubicBezTo>
                      <a:pt x="144" y="1"/>
                      <a:pt x="1" y="144"/>
                      <a:pt x="1" y="322"/>
                    </a:cubicBezTo>
                    <a:cubicBezTo>
                      <a:pt x="1" y="499"/>
                      <a:pt x="144" y="644"/>
                      <a:pt x="322" y="644"/>
                    </a:cubicBezTo>
                    <a:cubicBezTo>
                      <a:pt x="499" y="644"/>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37"/>
              <p:cNvSpPr/>
              <p:nvPr/>
            </p:nvSpPr>
            <p:spPr>
              <a:xfrm>
                <a:off x="1361825" y="2327075"/>
                <a:ext cx="16075" cy="16075"/>
              </a:xfrm>
              <a:custGeom>
                <a:rect b="b" l="l" r="r" t="t"/>
                <a:pathLst>
                  <a:path extrusionOk="0" h="643" w="643">
                    <a:moveTo>
                      <a:pt x="322" y="0"/>
                    </a:moveTo>
                    <a:cubicBezTo>
                      <a:pt x="144" y="0"/>
                      <a:pt x="1" y="144"/>
                      <a:pt x="1" y="321"/>
                    </a:cubicBezTo>
                    <a:cubicBezTo>
                      <a:pt x="1" y="499"/>
                      <a:pt x="144" y="642"/>
                      <a:pt x="322" y="642"/>
                    </a:cubicBezTo>
                    <a:cubicBezTo>
                      <a:pt x="499" y="642"/>
                      <a:pt x="643" y="499"/>
                      <a:pt x="643" y="321"/>
                    </a:cubicBezTo>
                    <a:cubicBezTo>
                      <a:pt x="643" y="144"/>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37"/>
              <p:cNvSpPr/>
              <p:nvPr/>
            </p:nvSpPr>
            <p:spPr>
              <a:xfrm>
                <a:off x="1361825" y="2371800"/>
                <a:ext cx="16075" cy="16075"/>
              </a:xfrm>
              <a:custGeom>
                <a:rect b="b" l="l" r="r" t="t"/>
                <a:pathLst>
                  <a:path extrusionOk="0" h="643" w="643">
                    <a:moveTo>
                      <a:pt x="322" y="1"/>
                    </a:moveTo>
                    <a:cubicBezTo>
                      <a:pt x="144" y="1"/>
                      <a:pt x="1" y="144"/>
                      <a:pt x="1" y="322"/>
                    </a:cubicBezTo>
                    <a:cubicBezTo>
                      <a:pt x="1" y="499"/>
                      <a:pt x="144" y="643"/>
                      <a:pt x="322" y="643"/>
                    </a:cubicBezTo>
                    <a:cubicBezTo>
                      <a:pt x="499" y="643"/>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37"/>
              <p:cNvSpPr/>
              <p:nvPr/>
            </p:nvSpPr>
            <p:spPr>
              <a:xfrm>
                <a:off x="1361825" y="2416525"/>
                <a:ext cx="16075" cy="16100"/>
              </a:xfrm>
              <a:custGeom>
                <a:rect b="b" l="l" r="r" t="t"/>
                <a:pathLst>
                  <a:path extrusionOk="0" h="644" w="643">
                    <a:moveTo>
                      <a:pt x="322" y="0"/>
                    </a:moveTo>
                    <a:cubicBezTo>
                      <a:pt x="144" y="0"/>
                      <a:pt x="1" y="145"/>
                      <a:pt x="1" y="322"/>
                    </a:cubicBezTo>
                    <a:cubicBezTo>
                      <a:pt x="1" y="499"/>
                      <a:pt x="144" y="643"/>
                      <a:pt x="322" y="643"/>
                    </a:cubicBezTo>
                    <a:cubicBezTo>
                      <a:pt x="499" y="643"/>
                      <a:pt x="643" y="499"/>
                      <a:pt x="643" y="322"/>
                    </a:cubicBezTo>
                    <a:cubicBezTo>
                      <a:pt x="643" y="145"/>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37"/>
              <p:cNvSpPr/>
              <p:nvPr/>
            </p:nvSpPr>
            <p:spPr>
              <a:xfrm>
                <a:off x="1361825" y="2461275"/>
                <a:ext cx="16075" cy="16100"/>
              </a:xfrm>
              <a:custGeom>
                <a:rect b="b" l="l" r="r" t="t"/>
                <a:pathLst>
                  <a:path extrusionOk="0" h="644" w="643">
                    <a:moveTo>
                      <a:pt x="322" y="1"/>
                    </a:moveTo>
                    <a:cubicBezTo>
                      <a:pt x="144" y="1"/>
                      <a:pt x="1" y="145"/>
                      <a:pt x="1" y="323"/>
                    </a:cubicBezTo>
                    <a:cubicBezTo>
                      <a:pt x="1" y="499"/>
                      <a:pt x="144" y="644"/>
                      <a:pt x="322" y="644"/>
                    </a:cubicBezTo>
                    <a:cubicBezTo>
                      <a:pt x="499" y="644"/>
                      <a:pt x="643" y="499"/>
                      <a:pt x="643" y="323"/>
                    </a:cubicBezTo>
                    <a:cubicBezTo>
                      <a:pt x="643" y="145"/>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37"/>
              <p:cNvSpPr/>
              <p:nvPr/>
            </p:nvSpPr>
            <p:spPr>
              <a:xfrm>
                <a:off x="1361825" y="2506025"/>
                <a:ext cx="16075" cy="16100"/>
              </a:xfrm>
              <a:custGeom>
                <a:rect b="b" l="l" r="r" t="t"/>
                <a:pathLst>
                  <a:path extrusionOk="0" h="644" w="643">
                    <a:moveTo>
                      <a:pt x="322" y="0"/>
                    </a:moveTo>
                    <a:cubicBezTo>
                      <a:pt x="144" y="0"/>
                      <a:pt x="1" y="144"/>
                      <a:pt x="1" y="321"/>
                    </a:cubicBezTo>
                    <a:cubicBezTo>
                      <a:pt x="1" y="499"/>
                      <a:pt x="144" y="643"/>
                      <a:pt x="322" y="643"/>
                    </a:cubicBezTo>
                    <a:cubicBezTo>
                      <a:pt x="499" y="643"/>
                      <a:pt x="643" y="499"/>
                      <a:pt x="643" y="321"/>
                    </a:cubicBezTo>
                    <a:cubicBezTo>
                      <a:pt x="643" y="144"/>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37"/>
              <p:cNvSpPr/>
              <p:nvPr/>
            </p:nvSpPr>
            <p:spPr>
              <a:xfrm>
                <a:off x="1361825" y="2550750"/>
                <a:ext cx="16075" cy="16075"/>
              </a:xfrm>
              <a:custGeom>
                <a:rect b="b" l="l" r="r" t="t"/>
                <a:pathLst>
                  <a:path extrusionOk="0" h="643" w="643">
                    <a:moveTo>
                      <a:pt x="322" y="1"/>
                    </a:moveTo>
                    <a:cubicBezTo>
                      <a:pt x="144" y="1"/>
                      <a:pt x="1" y="144"/>
                      <a:pt x="1" y="322"/>
                    </a:cubicBezTo>
                    <a:cubicBezTo>
                      <a:pt x="1" y="499"/>
                      <a:pt x="144" y="643"/>
                      <a:pt x="322" y="643"/>
                    </a:cubicBezTo>
                    <a:cubicBezTo>
                      <a:pt x="499" y="643"/>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37"/>
              <p:cNvSpPr/>
              <p:nvPr/>
            </p:nvSpPr>
            <p:spPr>
              <a:xfrm>
                <a:off x="1365350" y="2595525"/>
                <a:ext cx="12550" cy="13350"/>
              </a:xfrm>
              <a:custGeom>
                <a:rect b="b" l="l" r="r" t="t"/>
                <a:pathLst>
                  <a:path extrusionOk="0" h="534" w="502">
                    <a:moveTo>
                      <a:pt x="183" y="0"/>
                    </a:moveTo>
                    <a:cubicBezTo>
                      <a:pt x="182" y="0"/>
                      <a:pt x="181" y="0"/>
                      <a:pt x="181" y="0"/>
                    </a:cubicBezTo>
                    <a:cubicBezTo>
                      <a:pt x="114" y="0"/>
                      <a:pt x="52" y="21"/>
                      <a:pt x="0" y="56"/>
                    </a:cubicBezTo>
                    <a:cubicBezTo>
                      <a:pt x="130" y="223"/>
                      <a:pt x="272" y="383"/>
                      <a:pt x="421" y="534"/>
                    </a:cubicBezTo>
                    <a:cubicBezTo>
                      <a:pt x="471" y="477"/>
                      <a:pt x="502" y="403"/>
                      <a:pt x="502" y="320"/>
                    </a:cubicBezTo>
                    <a:cubicBezTo>
                      <a:pt x="502" y="144"/>
                      <a:pt x="360" y="0"/>
                      <a:pt x="1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37"/>
              <p:cNvSpPr/>
              <p:nvPr/>
            </p:nvSpPr>
            <p:spPr>
              <a:xfrm>
                <a:off x="1337875" y="2260150"/>
                <a:ext cx="9675" cy="15875"/>
              </a:xfrm>
              <a:custGeom>
                <a:rect b="b" l="l" r="r" t="t"/>
                <a:pathLst>
                  <a:path extrusionOk="0" h="635" w="387">
                    <a:moveTo>
                      <a:pt x="0" y="0"/>
                    </a:moveTo>
                    <a:lnTo>
                      <a:pt x="0" y="629"/>
                    </a:lnTo>
                    <a:cubicBezTo>
                      <a:pt x="21" y="633"/>
                      <a:pt x="42" y="635"/>
                      <a:pt x="65" y="635"/>
                    </a:cubicBezTo>
                    <a:cubicBezTo>
                      <a:pt x="243" y="635"/>
                      <a:pt x="386" y="491"/>
                      <a:pt x="386" y="314"/>
                    </a:cubicBezTo>
                    <a:cubicBezTo>
                      <a:pt x="386" y="160"/>
                      <a:pt x="278" y="31"/>
                      <a:pt x="1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37"/>
              <p:cNvSpPr/>
              <p:nvPr/>
            </p:nvSpPr>
            <p:spPr>
              <a:xfrm>
                <a:off x="1337875" y="2304675"/>
                <a:ext cx="9675" cy="16100"/>
              </a:xfrm>
              <a:custGeom>
                <a:rect b="b" l="l" r="r" t="t"/>
                <a:pathLst>
                  <a:path extrusionOk="0" h="644" w="387">
                    <a:moveTo>
                      <a:pt x="65" y="1"/>
                    </a:moveTo>
                    <a:cubicBezTo>
                      <a:pt x="42" y="1"/>
                      <a:pt x="21" y="4"/>
                      <a:pt x="0" y="8"/>
                    </a:cubicBezTo>
                    <a:lnTo>
                      <a:pt x="0" y="636"/>
                    </a:lnTo>
                    <a:cubicBezTo>
                      <a:pt x="21" y="640"/>
                      <a:pt x="42" y="643"/>
                      <a:pt x="65" y="643"/>
                    </a:cubicBezTo>
                    <a:cubicBezTo>
                      <a:pt x="243" y="643"/>
                      <a:pt x="386" y="500"/>
                      <a:pt x="386" y="323"/>
                    </a:cubicBezTo>
                    <a:cubicBezTo>
                      <a:pt x="386" y="145"/>
                      <a:pt x="242" y="1"/>
                      <a:pt x="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37"/>
              <p:cNvSpPr/>
              <p:nvPr/>
            </p:nvSpPr>
            <p:spPr>
              <a:xfrm>
                <a:off x="1337875" y="2349425"/>
                <a:ext cx="9675" cy="16075"/>
              </a:xfrm>
              <a:custGeom>
                <a:rect b="b" l="l" r="r" t="t"/>
                <a:pathLst>
                  <a:path extrusionOk="0" h="643" w="387">
                    <a:moveTo>
                      <a:pt x="65" y="0"/>
                    </a:moveTo>
                    <a:cubicBezTo>
                      <a:pt x="42" y="0"/>
                      <a:pt x="21" y="3"/>
                      <a:pt x="0" y="6"/>
                    </a:cubicBezTo>
                    <a:lnTo>
                      <a:pt x="0" y="636"/>
                    </a:lnTo>
                    <a:cubicBezTo>
                      <a:pt x="21" y="640"/>
                      <a:pt x="42" y="643"/>
                      <a:pt x="65" y="643"/>
                    </a:cubicBezTo>
                    <a:cubicBezTo>
                      <a:pt x="243" y="643"/>
                      <a:pt x="386" y="498"/>
                      <a:pt x="386" y="321"/>
                    </a:cubicBezTo>
                    <a:cubicBezTo>
                      <a:pt x="386" y="145"/>
                      <a:pt x="242" y="1"/>
                      <a:pt x="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37"/>
              <p:cNvSpPr/>
              <p:nvPr/>
            </p:nvSpPr>
            <p:spPr>
              <a:xfrm>
                <a:off x="1337875" y="2394175"/>
                <a:ext cx="9675" cy="16075"/>
              </a:xfrm>
              <a:custGeom>
                <a:rect b="b" l="l" r="r" t="t"/>
                <a:pathLst>
                  <a:path extrusionOk="0" h="643" w="387">
                    <a:moveTo>
                      <a:pt x="65" y="1"/>
                    </a:moveTo>
                    <a:cubicBezTo>
                      <a:pt x="42" y="1"/>
                      <a:pt x="21" y="3"/>
                      <a:pt x="0" y="7"/>
                    </a:cubicBezTo>
                    <a:lnTo>
                      <a:pt x="0" y="636"/>
                    </a:lnTo>
                    <a:cubicBezTo>
                      <a:pt x="21" y="640"/>
                      <a:pt x="42" y="642"/>
                      <a:pt x="65" y="642"/>
                    </a:cubicBezTo>
                    <a:cubicBezTo>
                      <a:pt x="243" y="642"/>
                      <a:pt x="386" y="500"/>
                      <a:pt x="386" y="321"/>
                    </a:cubicBezTo>
                    <a:cubicBezTo>
                      <a:pt x="386" y="144"/>
                      <a:pt x="242" y="1"/>
                      <a:pt x="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37"/>
              <p:cNvSpPr/>
              <p:nvPr/>
            </p:nvSpPr>
            <p:spPr>
              <a:xfrm>
                <a:off x="1337875" y="2438925"/>
                <a:ext cx="9675" cy="16050"/>
              </a:xfrm>
              <a:custGeom>
                <a:rect b="b" l="l" r="r" t="t"/>
                <a:pathLst>
                  <a:path extrusionOk="0" h="642" w="387">
                    <a:moveTo>
                      <a:pt x="65" y="0"/>
                    </a:moveTo>
                    <a:cubicBezTo>
                      <a:pt x="42" y="0"/>
                      <a:pt x="21" y="2"/>
                      <a:pt x="0" y="6"/>
                    </a:cubicBezTo>
                    <a:lnTo>
                      <a:pt x="0" y="636"/>
                    </a:lnTo>
                    <a:cubicBezTo>
                      <a:pt x="21" y="640"/>
                      <a:pt x="42" y="642"/>
                      <a:pt x="65" y="642"/>
                    </a:cubicBezTo>
                    <a:cubicBezTo>
                      <a:pt x="243" y="642"/>
                      <a:pt x="386" y="500"/>
                      <a:pt x="386" y="321"/>
                    </a:cubicBezTo>
                    <a:cubicBezTo>
                      <a:pt x="386" y="145"/>
                      <a:pt x="242" y="0"/>
                      <a:pt x="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37"/>
              <p:cNvSpPr/>
              <p:nvPr/>
            </p:nvSpPr>
            <p:spPr>
              <a:xfrm>
                <a:off x="1337875" y="2483650"/>
                <a:ext cx="9675" cy="16075"/>
              </a:xfrm>
              <a:custGeom>
                <a:rect b="b" l="l" r="r" t="t"/>
                <a:pathLst>
                  <a:path extrusionOk="0" h="643" w="387">
                    <a:moveTo>
                      <a:pt x="65" y="1"/>
                    </a:moveTo>
                    <a:cubicBezTo>
                      <a:pt x="42" y="1"/>
                      <a:pt x="21" y="3"/>
                      <a:pt x="0" y="7"/>
                    </a:cubicBezTo>
                    <a:lnTo>
                      <a:pt x="0" y="636"/>
                    </a:lnTo>
                    <a:cubicBezTo>
                      <a:pt x="21" y="640"/>
                      <a:pt x="42" y="642"/>
                      <a:pt x="65" y="642"/>
                    </a:cubicBezTo>
                    <a:cubicBezTo>
                      <a:pt x="243" y="642"/>
                      <a:pt x="386" y="498"/>
                      <a:pt x="386" y="321"/>
                    </a:cubicBezTo>
                    <a:cubicBezTo>
                      <a:pt x="386" y="145"/>
                      <a:pt x="242" y="1"/>
                      <a:pt x="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37"/>
              <p:cNvSpPr/>
              <p:nvPr/>
            </p:nvSpPr>
            <p:spPr>
              <a:xfrm>
                <a:off x="1338375" y="2528350"/>
                <a:ext cx="9175" cy="15975"/>
              </a:xfrm>
              <a:custGeom>
                <a:rect b="b" l="l" r="r" t="t"/>
                <a:pathLst>
                  <a:path extrusionOk="0" h="639" w="367">
                    <a:moveTo>
                      <a:pt x="45" y="1"/>
                    </a:moveTo>
                    <a:cubicBezTo>
                      <a:pt x="30" y="1"/>
                      <a:pt x="15" y="3"/>
                      <a:pt x="1" y="4"/>
                    </a:cubicBezTo>
                    <a:cubicBezTo>
                      <a:pt x="20" y="220"/>
                      <a:pt x="52" y="431"/>
                      <a:pt x="98" y="639"/>
                    </a:cubicBezTo>
                    <a:cubicBezTo>
                      <a:pt x="249" y="614"/>
                      <a:pt x="366" y="481"/>
                      <a:pt x="366" y="323"/>
                    </a:cubicBezTo>
                    <a:cubicBezTo>
                      <a:pt x="366" y="145"/>
                      <a:pt x="222" y="3"/>
                      <a:pt x="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37"/>
              <p:cNvSpPr/>
              <p:nvPr/>
            </p:nvSpPr>
            <p:spPr>
              <a:xfrm>
                <a:off x="1424625" y="2282325"/>
                <a:ext cx="16075" cy="16100"/>
              </a:xfrm>
              <a:custGeom>
                <a:rect b="b" l="l" r="r" t="t"/>
                <a:pathLst>
                  <a:path extrusionOk="0" h="644" w="643">
                    <a:moveTo>
                      <a:pt x="322" y="1"/>
                    </a:moveTo>
                    <a:cubicBezTo>
                      <a:pt x="144" y="1"/>
                      <a:pt x="1" y="144"/>
                      <a:pt x="1" y="322"/>
                    </a:cubicBezTo>
                    <a:cubicBezTo>
                      <a:pt x="1" y="499"/>
                      <a:pt x="144" y="644"/>
                      <a:pt x="322" y="644"/>
                    </a:cubicBezTo>
                    <a:cubicBezTo>
                      <a:pt x="499" y="644"/>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37"/>
              <p:cNvSpPr/>
              <p:nvPr/>
            </p:nvSpPr>
            <p:spPr>
              <a:xfrm>
                <a:off x="1424625" y="2327075"/>
                <a:ext cx="16075" cy="16075"/>
              </a:xfrm>
              <a:custGeom>
                <a:rect b="b" l="l" r="r" t="t"/>
                <a:pathLst>
                  <a:path extrusionOk="0" h="643" w="643">
                    <a:moveTo>
                      <a:pt x="322" y="0"/>
                    </a:moveTo>
                    <a:cubicBezTo>
                      <a:pt x="144" y="0"/>
                      <a:pt x="1" y="144"/>
                      <a:pt x="1" y="321"/>
                    </a:cubicBezTo>
                    <a:cubicBezTo>
                      <a:pt x="1" y="499"/>
                      <a:pt x="144" y="642"/>
                      <a:pt x="322" y="642"/>
                    </a:cubicBezTo>
                    <a:cubicBezTo>
                      <a:pt x="499" y="642"/>
                      <a:pt x="643" y="499"/>
                      <a:pt x="643" y="321"/>
                    </a:cubicBezTo>
                    <a:cubicBezTo>
                      <a:pt x="643" y="144"/>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37"/>
              <p:cNvSpPr/>
              <p:nvPr/>
            </p:nvSpPr>
            <p:spPr>
              <a:xfrm>
                <a:off x="1424625" y="2371800"/>
                <a:ext cx="16075" cy="16075"/>
              </a:xfrm>
              <a:custGeom>
                <a:rect b="b" l="l" r="r" t="t"/>
                <a:pathLst>
                  <a:path extrusionOk="0" h="643" w="643">
                    <a:moveTo>
                      <a:pt x="322" y="1"/>
                    </a:moveTo>
                    <a:cubicBezTo>
                      <a:pt x="144" y="1"/>
                      <a:pt x="1" y="144"/>
                      <a:pt x="1" y="322"/>
                    </a:cubicBezTo>
                    <a:cubicBezTo>
                      <a:pt x="1" y="499"/>
                      <a:pt x="144" y="643"/>
                      <a:pt x="322" y="643"/>
                    </a:cubicBezTo>
                    <a:cubicBezTo>
                      <a:pt x="499" y="643"/>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37"/>
              <p:cNvSpPr/>
              <p:nvPr/>
            </p:nvSpPr>
            <p:spPr>
              <a:xfrm>
                <a:off x="1424625" y="2416525"/>
                <a:ext cx="16075" cy="16100"/>
              </a:xfrm>
              <a:custGeom>
                <a:rect b="b" l="l" r="r" t="t"/>
                <a:pathLst>
                  <a:path extrusionOk="0" h="644" w="643">
                    <a:moveTo>
                      <a:pt x="322" y="0"/>
                    </a:moveTo>
                    <a:cubicBezTo>
                      <a:pt x="144" y="0"/>
                      <a:pt x="1" y="145"/>
                      <a:pt x="1" y="322"/>
                    </a:cubicBezTo>
                    <a:cubicBezTo>
                      <a:pt x="1" y="499"/>
                      <a:pt x="144" y="643"/>
                      <a:pt x="322" y="643"/>
                    </a:cubicBezTo>
                    <a:cubicBezTo>
                      <a:pt x="499" y="643"/>
                      <a:pt x="643" y="499"/>
                      <a:pt x="643" y="322"/>
                    </a:cubicBezTo>
                    <a:cubicBezTo>
                      <a:pt x="643" y="145"/>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37"/>
              <p:cNvSpPr/>
              <p:nvPr/>
            </p:nvSpPr>
            <p:spPr>
              <a:xfrm>
                <a:off x="1424625" y="2461275"/>
                <a:ext cx="16075" cy="16100"/>
              </a:xfrm>
              <a:custGeom>
                <a:rect b="b" l="l" r="r" t="t"/>
                <a:pathLst>
                  <a:path extrusionOk="0" h="644" w="643">
                    <a:moveTo>
                      <a:pt x="322" y="1"/>
                    </a:moveTo>
                    <a:cubicBezTo>
                      <a:pt x="144" y="1"/>
                      <a:pt x="1" y="145"/>
                      <a:pt x="1" y="323"/>
                    </a:cubicBezTo>
                    <a:cubicBezTo>
                      <a:pt x="1" y="499"/>
                      <a:pt x="144" y="644"/>
                      <a:pt x="322" y="644"/>
                    </a:cubicBezTo>
                    <a:cubicBezTo>
                      <a:pt x="499" y="644"/>
                      <a:pt x="643" y="499"/>
                      <a:pt x="643" y="323"/>
                    </a:cubicBezTo>
                    <a:cubicBezTo>
                      <a:pt x="643" y="145"/>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37"/>
              <p:cNvSpPr/>
              <p:nvPr/>
            </p:nvSpPr>
            <p:spPr>
              <a:xfrm>
                <a:off x="1424625" y="2506025"/>
                <a:ext cx="16075" cy="16100"/>
              </a:xfrm>
              <a:custGeom>
                <a:rect b="b" l="l" r="r" t="t"/>
                <a:pathLst>
                  <a:path extrusionOk="0" h="644" w="643">
                    <a:moveTo>
                      <a:pt x="322" y="0"/>
                    </a:moveTo>
                    <a:cubicBezTo>
                      <a:pt x="144" y="0"/>
                      <a:pt x="1" y="144"/>
                      <a:pt x="1" y="321"/>
                    </a:cubicBezTo>
                    <a:cubicBezTo>
                      <a:pt x="1" y="499"/>
                      <a:pt x="144" y="643"/>
                      <a:pt x="322" y="643"/>
                    </a:cubicBezTo>
                    <a:cubicBezTo>
                      <a:pt x="499" y="643"/>
                      <a:pt x="643" y="499"/>
                      <a:pt x="643" y="321"/>
                    </a:cubicBezTo>
                    <a:cubicBezTo>
                      <a:pt x="643" y="144"/>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37"/>
              <p:cNvSpPr/>
              <p:nvPr/>
            </p:nvSpPr>
            <p:spPr>
              <a:xfrm>
                <a:off x="1424625" y="2550750"/>
                <a:ext cx="16075" cy="16075"/>
              </a:xfrm>
              <a:custGeom>
                <a:rect b="b" l="l" r="r" t="t"/>
                <a:pathLst>
                  <a:path extrusionOk="0" h="643" w="643">
                    <a:moveTo>
                      <a:pt x="322" y="1"/>
                    </a:moveTo>
                    <a:cubicBezTo>
                      <a:pt x="144" y="1"/>
                      <a:pt x="1" y="144"/>
                      <a:pt x="1" y="322"/>
                    </a:cubicBezTo>
                    <a:cubicBezTo>
                      <a:pt x="1" y="499"/>
                      <a:pt x="144" y="643"/>
                      <a:pt x="322" y="643"/>
                    </a:cubicBezTo>
                    <a:cubicBezTo>
                      <a:pt x="499" y="643"/>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37"/>
              <p:cNvSpPr/>
              <p:nvPr/>
            </p:nvSpPr>
            <p:spPr>
              <a:xfrm>
                <a:off x="1424625" y="2595500"/>
                <a:ext cx="16075" cy="16075"/>
              </a:xfrm>
              <a:custGeom>
                <a:rect b="b" l="l" r="r" t="t"/>
                <a:pathLst>
                  <a:path extrusionOk="0" h="643" w="643">
                    <a:moveTo>
                      <a:pt x="322" y="0"/>
                    </a:moveTo>
                    <a:cubicBezTo>
                      <a:pt x="144" y="0"/>
                      <a:pt x="1" y="144"/>
                      <a:pt x="1" y="321"/>
                    </a:cubicBezTo>
                    <a:cubicBezTo>
                      <a:pt x="1" y="499"/>
                      <a:pt x="144" y="642"/>
                      <a:pt x="322" y="642"/>
                    </a:cubicBezTo>
                    <a:cubicBezTo>
                      <a:pt x="499" y="642"/>
                      <a:pt x="643" y="499"/>
                      <a:pt x="643" y="321"/>
                    </a:cubicBezTo>
                    <a:cubicBezTo>
                      <a:pt x="643" y="144"/>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37"/>
              <p:cNvSpPr/>
              <p:nvPr/>
            </p:nvSpPr>
            <p:spPr>
              <a:xfrm>
                <a:off x="1428525" y="2640250"/>
                <a:ext cx="11225" cy="4225"/>
              </a:xfrm>
              <a:custGeom>
                <a:rect b="b" l="l" r="r" t="t"/>
                <a:pathLst>
                  <a:path extrusionOk="0" h="169" w="449">
                    <a:moveTo>
                      <a:pt x="166" y="1"/>
                    </a:moveTo>
                    <a:cubicBezTo>
                      <a:pt x="105" y="1"/>
                      <a:pt x="48" y="17"/>
                      <a:pt x="1" y="45"/>
                    </a:cubicBezTo>
                    <a:cubicBezTo>
                      <a:pt x="147" y="94"/>
                      <a:pt x="296" y="135"/>
                      <a:pt x="448" y="169"/>
                    </a:cubicBezTo>
                    <a:cubicBezTo>
                      <a:pt x="394" y="69"/>
                      <a:pt x="288" y="1"/>
                      <a:pt x="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37"/>
              <p:cNvSpPr/>
              <p:nvPr/>
            </p:nvSpPr>
            <p:spPr>
              <a:xfrm>
                <a:off x="1394250" y="2260150"/>
                <a:ext cx="16050" cy="15875"/>
              </a:xfrm>
              <a:custGeom>
                <a:rect b="b" l="l" r="r" t="t"/>
                <a:pathLst>
                  <a:path extrusionOk="0" h="635" w="642">
                    <a:moveTo>
                      <a:pt x="252" y="0"/>
                    </a:moveTo>
                    <a:cubicBezTo>
                      <a:pt x="108" y="31"/>
                      <a:pt x="0" y="160"/>
                      <a:pt x="0" y="314"/>
                    </a:cubicBezTo>
                    <a:cubicBezTo>
                      <a:pt x="0" y="492"/>
                      <a:pt x="143" y="635"/>
                      <a:pt x="321" y="635"/>
                    </a:cubicBezTo>
                    <a:cubicBezTo>
                      <a:pt x="499" y="635"/>
                      <a:pt x="642" y="491"/>
                      <a:pt x="642" y="314"/>
                    </a:cubicBezTo>
                    <a:cubicBezTo>
                      <a:pt x="642" y="160"/>
                      <a:pt x="535" y="31"/>
                      <a:pt x="3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37"/>
              <p:cNvSpPr/>
              <p:nvPr/>
            </p:nvSpPr>
            <p:spPr>
              <a:xfrm>
                <a:off x="1394250" y="2304675"/>
                <a:ext cx="16075" cy="16100"/>
              </a:xfrm>
              <a:custGeom>
                <a:rect b="b" l="l" r="r" t="t"/>
                <a:pathLst>
                  <a:path extrusionOk="0" h="644" w="643">
                    <a:moveTo>
                      <a:pt x="321" y="1"/>
                    </a:moveTo>
                    <a:cubicBezTo>
                      <a:pt x="143" y="1"/>
                      <a:pt x="0" y="145"/>
                      <a:pt x="0" y="321"/>
                    </a:cubicBezTo>
                    <a:cubicBezTo>
                      <a:pt x="0" y="499"/>
                      <a:pt x="143" y="643"/>
                      <a:pt x="321" y="643"/>
                    </a:cubicBezTo>
                    <a:cubicBezTo>
                      <a:pt x="498" y="643"/>
                      <a:pt x="643" y="499"/>
                      <a:pt x="643" y="321"/>
                    </a:cubicBezTo>
                    <a:cubicBezTo>
                      <a:pt x="643" y="145"/>
                      <a:pt x="498"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37"/>
              <p:cNvSpPr/>
              <p:nvPr/>
            </p:nvSpPr>
            <p:spPr>
              <a:xfrm>
                <a:off x="1394250" y="2349425"/>
                <a:ext cx="16075" cy="16075"/>
              </a:xfrm>
              <a:custGeom>
                <a:rect b="b" l="l" r="r" t="t"/>
                <a:pathLst>
                  <a:path extrusionOk="0" h="643" w="643">
                    <a:moveTo>
                      <a:pt x="321" y="0"/>
                    </a:moveTo>
                    <a:cubicBezTo>
                      <a:pt x="143" y="0"/>
                      <a:pt x="0" y="143"/>
                      <a:pt x="0" y="321"/>
                    </a:cubicBezTo>
                    <a:cubicBezTo>
                      <a:pt x="0" y="498"/>
                      <a:pt x="143" y="643"/>
                      <a:pt x="321" y="643"/>
                    </a:cubicBezTo>
                    <a:cubicBezTo>
                      <a:pt x="498" y="643"/>
                      <a:pt x="643" y="498"/>
                      <a:pt x="643" y="321"/>
                    </a:cubicBezTo>
                    <a:cubicBezTo>
                      <a:pt x="643" y="143"/>
                      <a:pt x="498"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37"/>
              <p:cNvSpPr/>
              <p:nvPr/>
            </p:nvSpPr>
            <p:spPr>
              <a:xfrm>
                <a:off x="1394250" y="2394175"/>
                <a:ext cx="16075" cy="16075"/>
              </a:xfrm>
              <a:custGeom>
                <a:rect b="b" l="l" r="r" t="t"/>
                <a:pathLst>
                  <a:path extrusionOk="0" h="643" w="643">
                    <a:moveTo>
                      <a:pt x="321" y="1"/>
                    </a:moveTo>
                    <a:cubicBezTo>
                      <a:pt x="143" y="1"/>
                      <a:pt x="0" y="144"/>
                      <a:pt x="0" y="321"/>
                    </a:cubicBezTo>
                    <a:cubicBezTo>
                      <a:pt x="0" y="499"/>
                      <a:pt x="143" y="642"/>
                      <a:pt x="321" y="642"/>
                    </a:cubicBezTo>
                    <a:cubicBezTo>
                      <a:pt x="498" y="642"/>
                      <a:pt x="643" y="499"/>
                      <a:pt x="643" y="321"/>
                    </a:cubicBezTo>
                    <a:cubicBezTo>
                      <a:pt x="643" y="144"/>
                      <a:pt x="498"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37"/>
              <p:cNvSpPr/>
              <p:nvPr/>
            </p:nvSpPr>
            <p:spPr>
              <a:xfrm>
                <a:off x="1394250" y="2438925"/>
                <a:ext cx="16075" cy="16050"/>
              </a:xfrm>
              <a:custGeom>
                <a:rect b="b" l="l" r="r" t="t"/>
                <a:pathLst>
                  <a:path extrusionOk="0" h="642" w="643">
                    <a:moveTo>
                      <a:pt x="321" y="0"/>
                    </a:moveTo>
                    <a:cubicBezTo>
                      <a:pt x="143" y="0"/>
                      <a:pt x="0" y="143"/>
                      <a:pt x="0" y="321"/>
                    </a:cubicBezTo>
                    <a:cubicBezTo>
                      <a:pt x="0" y="498"/>
                      <a:pt x="143" y="642"/>
                      <a:pt x="321" y="642"/>
                    </a:cubicBezTo>
                    <a:cubicBezTo>
                      <a:pt x="498" y="642"/>
                      <a:pt x="643" y="498"/>
                      <a:pt x="643" y="321"/>
                    </a:cubicBezTo>
                    <a:cubicBezTo>
                      <a:pt x="643" y="143"/>
                      <a:pt x="498"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37"/>
              <p:cNvSpPr/>
              <p:nvPr/>
            </p:nvSpPr>
            <p:spPr>
              <a:xfrm>
                <a:off x="1394250" y="2483625"/>
                <a:ext cx="16075" cy="16100"/>
              </a:xfrm>
              <a:custGeom>
                <a:rect b="b" l="l" r="r" t="t"/>
                <a:pathLst>
                  <a:path extrusionOk="0" h="644" w="643">
                    <a:moveTo>
                      <a:pt x="321" y="0"/>
                    </a:moveTo>
                    <a:cubicBezTo>
                      <a:pt x="143" y="0"/>
                      <a:pt x="0" y="145"/>
                      <a:pt x="0" y="322"/>
                    </a:cubicBezTo>
                    <a:cubicBezTo>
                      <a:pt x="0" y="500"/>
                      <a:pt x="143" y="643"/>
                      <a:pt x="321" y="643"/>
                    </a:cubicBezTo>
                    <a:cubicBezTo>
                      <a:pt x="498" y="643"/>
                      <a:pt x="643" y="500"/>
                      <a:pt x="643" y="322"/>
                    </a:cubicBezTo>
                    <a:cubicBezTo>
                      <a:pt x="643" y="145"/>
                      <a:pt x="498"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37"/>
              <p:cNvSpPr/>
              <p:nvPr/>
            </p:nvSpPr>
            <p:spPr>
              <a:xfrm>
                <a:off x="1394250" y="2528350"/>
                <a:ext cx="16075" cy="16100"/>
              </a:xfrm>
              <a:custGeom>
                <a:rect b="b" l="l" r="r" t="t"/>
                <a:pathLst>
                  <a:path extrusionOk="0" h="644" w="643">
                    <a:moveTo>
                      <a:pt x="321" y="1"/>
                    </a:moveTo>
                    <a:cubicBezTo>
                      <a:pt x="143" y="1"/>
                      <a:pt x="0" y="145"/>
                      <a:pt x="0" y="323"/>
                    </a:cubicBezTo>
                    <a:cubicBezTo>
                      <a:pt x="0" y="499"/>
                      <a:pt x="143" y="644"/>
                      <a:pt x="321" y="644"/>
                    </a:cubicBezTo>
                    <a:cubicBezTo>
                      <a:pt x="498" y="644"/>
                      <a:pt x="643" y="499"/>
                      <a:pt x="643" y="323"/>
                    </a:cubicBezTo>
                    <a:cubicBezTo>
                      <a:pt x="643" y="145"/>
                      <a:pt x="498"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37"/>
              <p:cNvSpPr/>
              <p:nvPr/>
            </p:nvSpPr>
            <p:spPr>
              <a:xfrm>
                <a:off x="1394250" y="2573125"/>
                <a:ext cx="16075" cy="16100"/>
              </a:xfrm>
              <a:custGeom>
                <a:rect b="b" l="l" r="r" t="t"/>
                <a:pathLst>
                  <a:path extrusionOk="0" h="644" w="643">
                    <a:moveTo>
                      <a:pt x="321" y="0"/>
                    </a:moveTo>
                    <a:cubicBezTo>
                      <a:pt x="143" y="0"/>
                      <a:pt x="0" y="145"/>
                      <a:pt x="0" y="321"/>
                    </a:cubicBezTo>
                    <a:cubicBezTo>
                      <a:pt x="0" y="499"/>
                      <a:pt x="143" y="643"/>
                      <a:pt x="321" y="643"/>
                    </a:cubicBezTo>
                    <a:cubicBezTo>
                      <a:pt x="498" y="643"/>
                      <a:pt x="643" y="499"/>
                      <a:pt x="643" y="321"/>
                    </a:cubicBezTo>
                    <a:cubicBezTo>
                      <a:pt x="643" y="145"/>
                      <a:pt x="498"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37"/>
              <p:cNvSpPr/>
              <p:nvPr/>
            </p:nvSpPr>
            <p:spPr>
              <a:xfrm>
                <a:off x="1394350" y="2617850"/>
                <a:ext cx="15925" cy="14425"/>
              </a:xfrm>
              <a:custGeom>
                <a:rect b="b" l="l" r="r" t="t"/>
                <a:pathLst>
                  <a:path extrusionOk="0" h="577" w="637">
                    <a:moveTo>
                      <a:pt x="316" y="1"/>
                    </a:moveTo>
                    <a:cubicBezTo>
                      <a:pt x="159" y="1"/>
                      <a:pt x="28" y="114"/>
                      <a:pt x="0" y="263"/>
                    </a:cubicBezTo>
                    <a:lnTo>
                      <a:pt x="512" y="577"/>
                    </a:lnTo>
                    <a:cubicBezTo>
                      <a:pt x="588" y="518"/>
                      <a:pt x="637" y="425"/>
                      <a:pt x="637" y="322"/>
                    </a:cubicBezTo>
                    <a:cubicBezTo>
                      <a:pt x="637" y="144"/>
                      <a:pt x="494" y="1"/>
                      <a:pt x="3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37"/>
              <p:cNvSpPr/>
              <p:nvPr/>
            </p:nvSpPr>
            <p:spPr>
              <a:xfrm>
                <a:off x="1487375" y="2282325"/>
                <a:ext cx="16100" cy="16100"/>
              </a:xfrm>
              <a:custGeom>
                <a:rect b="b" l="l" r="r" t="t"/>
                <a:pathLst>
                  <a:path extrusionOk="0" h="644" w="644">
                    <a:moveTo>
                      <a:pt x="321" y="1"/>
                    </a:moveTo>
                    <a:cubicBezTo>
                      <a:pt x="144" y="1"/>
                      <a:pt x="1" y="144"/>
                      <a:pt x="1" y="322"/>
                    </a:cubicBezTo>
                    <a:cubicBezTo>
                      <a:pt x="1" y="499"/>
                      <a:pt x="144" y="644"/>
                      <a:pt x="321" y="644"/>
                    </a:cubicBezTo>
                    <a:cubicBezTo>
                      <a:pt x="499" y="644"/>
                      <a:pt x="643" y="499"/>
                      <a:pt x="643" y="322"/>
                    </a:cubicBezTo>
                    <a:cubicBezTo>
                      <a:pt x="643"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37"/>
              <p:cNvSpPr/>
              <p:nvPr/>
            </p:nvSpPr>
            <p:spPr>
              <a:xfrm>
                <a:off x="1487375" y="2327075"/>
                <a:ext cx="16100" cy="16075"/>
              </a:xfrm>
              <a:custGeom>
                <a:rect b="b" l="l" r="r" t="t"/>
                <a:pathLst>
                  <a:path extrusionOk="0" h="643" w="644">
                    <a:moveTo>
                      <a:pt x="321" y="0"/>
                    </a:moveTo>
                    <a:cubicBezTo>
                      <a:pt x="144" y="0"/>
                      <a:pt x="1" y="144"/>
                      <a:pt x="1" y="321"/>
                    </a:cubicBezTo>
                    <a:cubicBezTo>
                      <a:pt x="1" y="499"/>
                      <a:pt x="144" y="642"/>
                      <a:pt x="321" y="642"/>
                    </a:cubicBezTo>
                    <a:cubicBezTo>
                      <a:pt x="499" y="642"/>
                      <a:pt x="643" y="499"/>
                      <a:pt x="643" y="321"/>
                    </a:cubicBezTo>
                    <a:cubicBezTo>
                      <a:pt x="643" y="144"/>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37"/>
              <p:cNvSpPr/>
              <p:nvPr/>
            </p:nvSpPr>
            <p:spPr>
              <a:xfrm>
                <a:off x="1487375" y="2371800"/>
                <a:ext cx="16100" cy="16075"/>
              </a:xfrm>
              <a:custGeom>
                <a:rect b="b" l="l" r="r" t="t"/>
                <a:pathLst>
                  <a:path extrusionOk="0" h="643" w="644">
                    <a:moveTo>
                      <a:pt x="321" y="1"/>
                    </a:moveTo>
                    <a:cubicBezTo>
                      <a:pt x="144" y="1"/>
                      <a:pt x="1" y="144"/>
                      <a:pt x="1" y="322"/>
                    </a:cubicBezTo>
                    <a:cubicBezTo>
                      <a:pt x="1" y="499"/>
                      <a:pt x="144" y="643"/>
                      <a:pt x="321" y="643"/>
                    </a:cubicBezTo>
                    <a:cubicBezTo>
                      <a:pt x="499" y="643"/>
                      <a:pt x="643" y="499"/>
                      <a:pt x="643" y="322"/>
                    </a:cubicBezTo>
                    <a:cubicBezTo>
                      <a:pt x="643"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37"/>
              <p:cNvSpPr/>
              <p:nvPr/>
            </p:nvSpPr>
            <p:spPr>
              <a:xfrm>
                <a:off x="1487375" y="2416525"/>
                <a:ext cx="16100" cy="16100"/>
              </a:xfrm>
              <a:custGeom>
                <a:rect b="b" l="l" r="r" t="t"/>
                <a:pathLst>
                  <a:path extrusionOk="0" h="644" w="644">
                    <a:moveTo>
                      <a:pt x="321" y="0"/>
                    </a:moveTo>
                    <a:cubicBezTo>
                      <a:pt x="144" y="0"/>
                      <a:pt x="1" y="145"/>
                      <a:pt x="1" y="322"/>
                    </a:cubicBezTo>
                    <a:cubicBezTo>
                      <a:pt x="1" y="499"/>
                      <a:pt x="144" y="643"/>
                      <a:pt x="321" y="643"/>
                    </a:cubicBezTo>
                    <a:cubicBezTo>
                      <a:pt x="499" y="643"/>
                      <a:pt x="643" y="499"/>
                      <a:pt x="643" y="322"/>
                    </a:cubicBezTo>
                    <a:cubicBezTo>
                      <a:pt x="643" y="145"/>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37"/>
              <p:cNvSpPr/>
              <p:nvPr/>
            </p:nvSpPr>
            <p:spPr>
              <a:xfrm>
                <a:off x="1487375" y="2461275"/>
                <a:ext cx="16100" cy="16100"/>
              </a:xfrm>
              <a:custGeom>
                <a:rect b="b" l="l" r="r" t="t"/>
                <a:pathLst>
                  <a:path extrusionOk="0" h="644" w="644">
                    <a:moveTo>
                      <a:pt x="321" y="1"/>
                    </a:moveTo>
                    <a:cubicBezTo>
                      <a:pt x="144" y="1"/>
                      <a:pt x="1" y="145"/>
                      <a:pt x="1" y="323"/>
                    </a:cubicBezTo>
                    <a:cubicBezTo>
                      <a:pt x="1" y="499"/>
                      <a:pt x="144" y="644"/>
                      <a:pt x="321" y="644"/>
                    </a:cubicBezTo>
                    <a:cubicBezTo>
                      <a:pt x="499" y="644"/>
                      <a:pt x="643" y="499"/>
                      <a:pt x="643" y="323"/>
                    </a:cubicBezTo>
                    <a:cubicBezTo>
                      <a:pt x="643" y="145"/>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37"/>
              <p:cNvSpPr/>
              <p:nvPr/>
            </p:nvSpPr>
            <p:spPr>
              <a:xfrm>
                <a:off x="1487375" y="2506025"/>
                <a:ext cx="16100" cy="16100"/>
              </a:xfrm>
              <a:custGeom>
                <a:rect b="b" l="l" r="r" t="t"/>
                <a:pathLst>
                  <a:path extrusionOk="0" h="644" w="644">
                    <a:moveTo>
                      <a:pt x="321" y="0"/>
                    </a:moveTo>
                    <a:cubicBezTo>
                      <a:pt x="144" y="0"/>
                      <a:pt x="1" y="144"/>
                      <a:pt x="1" y="321"/>
                    </a:cubicBezTo>
                    <a:cubicBezTo>
                      <a:pt x="1" y="499"/>
                      <a:pt x="144" y="643"/>
                      <a:pt x="321" y="643"/>
                    </a:cubicBezTo>
                    <a:cubicBezTo>
                      <a:pt x="499" y="643"/>
                      <a:pt x="643" y="499"/>
                      <a:pt x="643" y="321"/>
                    </a:cubicBezTo>
                    <a:cubicBezTo>
                      <a:pt x="643" y="144"/>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37"/>
              <p:cNvSpPr/>
              <p:nvPr/>
            </p:nvSpPr>
            <p:spPr>
              <a:xfrm>
                <a:off x="1487375" y="2550750"/>
                <a:ext cx="16100" cy="16075"/>
              </a:xfrm>
              <a:custGeom>
                <a:rect b="b" l="l" r="r" t="t"/>
                <a:pathLst>
                  <a:path extrusionOk="0" h="643" w="644">
                    <a:moveTo>
                      <a:pt x="321" y="1"/>
                    </a:moveTo>
                    <a:cubicBezTo>
                      <a:pt x="144" y="1"/>
                      <a:pt x="1" y="144"/>
                      <a:pt x="1" y="322"/>
                    </a:cubicBezTo>
                    <a:cubicBezTo>
                      <a:pt x="1" y="499"/>
                      <a:pt x="144" y="643"/>
                      <a:pt x="321" y="643"/>
                    </a:cubicBezTo>
                    <a:cubicBezTo>
                      <a:pt x="499" y="643"/>
                      <a:pt x="643" y="499"/>
                      <a:pt x="643" y="322"/>
                    </a:cubicBezTo>
                    <a:cubicBezTo>
                      <a:pt x="643"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37"/>
              <p:cNvSpPr/>
              <p:nvPr/>
            </p:nvSpPr>
            <p:spPr>
              <a:xfrm>
                <a:off x="1487375" y="2595500"/>
                <a:ext cx="16100" cy="16075"/>
              </a:xfrm>
              <a:custGeom>
                <a:rect b="b" l="l" r="r" t="t"/>
                <a:pathLst>
                  <a:path extrusionOk="0" h="643" w="644">
                    <a:moveTo>
                      <a:pt x="321" y="0"/>
                    </a:moveTo>
                    <a:cubicBezTo>
                      <a:pt x="144" y="0"/>
                      <a:pt x="1" y="144"/>
                      <a:pt x="1" y="321"/>
                    </a:cubicBezTo>
                    <a:cubicBezTo>
                      <a:pt x="1" y="499"/>
                      <a:pt x="144" y="642"/>
                      <a:pt x="321" y="642"/>
                    </a:cubicBezTo>
                    <a:cubicBezTo>
                      <a:pt x="499" y="642"/>
                      <a:pt x="643" y="499"/>
                      <a:pt x="643" y="321"/>
                    </a:cubicBezTo>
                    <a:cubicBezTo>
                      <a:pt x="643" y="144"/>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37"/>
              <p:cNvSpPr/>
              <p:nvPr/>
            </p:nvSpPr>
            <p:spPr>
              <a:xfrm>
                <a:off x="1487600" y="2640225"/>
                <a:ext cx="14375" cy="6275"/>
              </a:xfrm>
              <a:custGeom>
                <a:rect b="b" l="l" r="r" t="t"/>
                <a:pathLst>
                  <a:path extrusionOk="0" h="251" w="575">
                    <a:moveTo>
                      <a:pt x="312" y="1"/>
                    </a:moveTo>
                    <a:cubicBezTo>
                      <a:pt x="161" y="1"/>
                      <a:pt x="33" y="108"/>
                      <a:pt x="1" y="250"/>
                    </a:cubicBezTo>
                    <a:cubicBezTo>
                      <a:pt x="196" y="222"/>
                      <a:pt x="388" y="184"/>
                      <a:pt x="575" y="136"/>
                    </a:cubicBezTo>
                    <a:cubicBezTo>
                      <a:pt x="517" y="54"/>
                      <a:pt x="421" y="2"/>
                      <a:pt x="3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37"/>
              <p:cNvSpPr/>
              <p:nvPr/>
            </p:nvSpPr>
            <p:spPr>
              <a:xfrm>
                <a:off x="1457000" y="2260150"/>
                <a:ext cx="16075" cy="15875"/>
              </a:xfrm>
              <a:custGeom>
                <a:rect b="b" l="l" r="r" t="t"/>
                <a:pathLst>
                  <a:path extrusionOk="0" h="635" w="643">
                    <a:moveTo>
                      <a:pt x="252" y="0"/>
                    </a:moveTo>
                    <a:cubicBezTo>
                      <a:pt x="109" y="31"/>
                      <a:pt x="1" y="160"/>
                      <a:pt x="1" y="314"/>
                    </a:cubicBezTo>
                    <a:cubicBezTo>
                      <a:pt x="1" y="492"/>
                      <a:pt x="145" y="635"/>
                      <a:pt x="322" y="635"/>
                    </a:cubicBezTo>
                    <a:cubicBezTo>
                      <a:pt x="499" y="635"/>
                      <a:pt x="643" y="491"/>
                      <a:pt x="643" y="314"/>
                    </a:cubicBezTo>
                    <a:cubicBezTo>
                      <a:pt x="643" y="160"/>
                      <a:pt x="535" y="31"/>
                      <a:pt x="3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37"/>
              <p:cNvSpPr/>
              <p:nvPr/>
            </p:nvSpPr>
            <p:spPr>
              <a:xfrm>
                <a:off x="1456975" y="2304675"/>
                <a:ext cx="16100" cy="16100"/>
              </a:xfrm>
              <a:custGeom>
                <a:rect b="b" l="l" r="r" t="t"/>
                <a:pathLst>
                  <a:path extrusionOk="0" h="644" w="644">
                    <a:moveTo>
                      <a:pt x="323" y="1"/>
                    </a:moveTo>
                    <a:cubicBezTo>
                      <a:pt x="145" y="1"/>
                      <a:pt x="1" y="145"/>
                      <a:pt x="1" y="321"/>
                    </a:cubicBezTo>
                    <a:cubicBezTo>
                      <a:pt x="1" y="499"/>
                      <a:pt x="145" y="643"/>
                      <a:pt x="323" y="643"/>
                    </a:cubicBezTo>
                    <a:cubicBezTo>
                      <a:pt x="500" y="643"/>
                      <a:pt x="644" y="499"/>
                      <a:pt x="644" y="321"/>
                    </a:cubicBezTo>
                    <a:cubicBezTo>
                      <a:pt x="644" y="145"/>
                      <a:pt x="50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37"/>
              <p:cNvSpPr/>
              <p:nvPr/>
            </p:nvSpPr>
            <p:spPr>
              <a:xfrm>
                <a:off x="1456975" y="2349425"/>
                <a:ext cx="16100" cy="16075"/>
              </a:xfrm>
              <a:custGeom>
                <a:rect b="b" l="l" r="r" t="t"/>
                <a:pathLst>
                  <a:path extrusionOk="0" h="643" w="644">
                    <a:moveTo>
                      <a:pt x="323" y="0"/>
                    </a:moveTo>
                    <a:cubicBezTo>
                      <a:pt x="145" y="0"/>
                      <a:pt x="1" y="143"/>
                      <a:pt x="1" y="321"/>
                    </a:cubicBezTo>
                    <a:cubicBezTo>
                      <a:pt x="1" y="498"/>
                      <a:pt x="145" y="643"/>
                      <a:pt x="323" y="643"/>
                    </a:cubicBezTo>
                    <a:cubicBezTo>
                      <a:pt x="500" y="643"/>
                      <a:pt x="644" y="498"/>
                      <a:pt x="644" y="321"/>
                    </a:cubicBezTo>
                    <a:cubicBezTo>
                      <a:pt x="644" y="143"/>
                      <a:pt x="500"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37"/>
              <p:cNvSpPr/>
              <p:nvPr/>
            </p:nvSpPr>
            <p:spPr>
              <a:xfrm>
                <a:off x="1456975" y="2394175"/>
                <a:ext cx="16100" cy="16075"/>
              </a:xfrm>
              <a:custGeom>
                <a:rect b="b" l="l" r="r" t="t"/>
                <a:pathLst>
                  <a:path extrusionOk="0" h="643" w="644">
                    <a:moveTo>
                      <a:pt x="323" y="1"/>
                    </a:moveTo>
                    <a:cubicBezTo>
                      <a:pt x="145" y="1"/>
                      <a:pt x="1" y="144"/>
                      <a:pt x="1" y="321"/>
                    </a:cubicBezTo>
                    <a:cubicBezTo>
                      <a:pt x="1" y="499"/>
                      <a:pt x="145" y="642"/>
                      <a:pt x="323" y="642"/>
                    </a:cubicBezTo>
                    <a:cubicBezTo>
                      <a:pt x="500" y="642"/>
                      <a:pt x="644" y="499"/>
                      <a:pt x="644" y="321"/>
                    </a:cubicBezTo>
                    <a:cubicBezTo>
                      <a:pt x="644" y="144"/>
                      <a:pt x="50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37"/>
              <p:cNvSpPr/>
              <p:nvPr/>
            </p:nvSpPr>
            <p:spPr>
              <a:xfrm>
                <a:off x="1456975" y="2438925"/>
                <a:ext cx="16100" cy="16050"/>
              </a:xfrm>
              <a:custGeom>
                <a:rect b="b" l="l" r="r" t="t"/>
                <a:pathLst>
                  <a:path extrusionOk="0" h="642" w="644">
                    <a:moveTo>
                      <a:pt x="323" y="0"/>
                    </a:moveTo>
                    <a:cubicBezTo>
                      <a:pt x="145" y="0"/>
                      <a:pt x="1" y="143"/>
                      <a:pt x="1" y="321"/>
                    </a:cubicBezTo>
                    <a:cubicBezTo>
                      <a:pt x="1" y="498"/>
                      <a:pt x="145" y="642"/>
                      <a:pt x="323" y="642"/>
                    </a:cubicBezTo>
                    <a:cubicBezTo>
                      <a:pt x="500" y="642"/>
                      <a:pt x="644" y="498"/>
                      <a:pt x="644" y="321"/>
                    </a:cubicBezTo>
                    <a:cubicBezTo>
                      <a:pt x="644" y="143"/>
                      <a:pt x="500"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37"/>
              <p:cNvSpPr/>
              <p:nvPr/>
            </p:nvSpPr>
            <p:spPr>
              <a:xfrm>
                <a:off x="1456975" y="2483625"/>
                <a:ext cx="16100" cy="16100"/>
              </a:xfrm>
              <a:custGeom>
                <a:rect b="b" l="l" r="r" t="t"/>
                <a:pathLst>
                  <a:path extrusionOk="0" h="644" w="644">
                    <a:moveTo>
                      <a:pt x="323" y="0"/>
                    </a:moveTo>
                    <a:cubicBezTo>
                      <a:pt x="145" y="0"/>
                      <a:pt x="1" y="145"/>
                      <a:pt x="1" y="322"/>
                    </a:cubicBezTo>
                    <a:cubicBezTo>
                      <a:pt x="1" y="500"/>
                      <a:pt x="145" y="643"/>
                      <a:pt x="323" y="643"/>
                    </a:cubicBezTo>
                    <a:cubicBezTo>
                      <a:pt x="500" y="643"/>
                      <a:pt x="644" y="500"/>
                      <a:pt x="644" y="322"/>
                    </a:cubicBezTo>
                    <a:cubicBezTo>
                      <a:pt x="644" y="145"/>
                      <a:pt x="500"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37"/>
              <p:cNvSpPr/>
              <p:nvPr/>
            </p:nvSpPr>
            <p:spPr>
              <a:xfrm>
                <a:off x="1456975" y="2528350"/>
                <a:ext cx="16100" cy="16100"/>
              </a:xfrm>
              <a:custGeom>
                <a:rect b="b" l="l" r="r" t="t"/>
                <a:pathLst>
                  <a:path extrusionOk="0" h="644" w="644">
                    <a:moveTo>
                      <a:pt x="323" y="1"/>
                    </a:moveTo>
                    <a:cubicBezTo>
                      <a:pt x="145" y="1"/>
                      <a:pt x="1" y="145"/>
                      <a:pt x="1" y="323"/>
                    </a:cubicBezTo>
                    <a:cubicBezTo>
                      <a:pt x="1" y="499"/>
                      <a:pt x="145" y="644"/>
                      <a:pt x="323" y="644"/>
                    </a:cubicBezTo>
                    <a:cubicBezTo>
                      <a:pt x="500" y="644"/>
                      <a:pt x="644" y="499"/>
                      <a:pt x="644" y="323"/>
                    </a:cubicBezTo>
                    <a:cubicBezTo>
                      <a:pt x="644" y="145"/>
                      <a:pt x="50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37"/>
              <p:cNvSpPr/>
              <p:nvPr/>
            </p:nvSpPr>
            <p:spPr>
              <a:xfrm>
                <a:off x="1456975" y="2573125"/>
                <a:ext cx="16100" cy="16100"/>
              </a:xfrm>
              <a:custGeom>
                <a:rect b="b" l="l" r="r" t="t"/>
                <a:pathLst>
                  <a:path extrusionOk="0" h="644" w="644">
                    <a:moveTo>
                      <a:pt x="323" y="0"/>
                    </a:moveTo>
                    <a:cubicBezTo>
                      <a:pt x="145" y="0"/>
                      <a:pt x="1" y="145"/>
                      <a:pt x="1" y="321"/>
                    </a:cubicBezTo>
                    <a:cubicBezTo>
                      <a:pt x="1" y="499"/>
                      <a:pt x="145" y="643"/>
                      <a:pt x="323" y="643"/>
                    </a:cubicBezTo>
                    <a:cubicBezTo>
                      <a:pt x="500" y="643"/>
                      <a:pt x="644" y="499"/>
                      <a:pt x="644" y="321"/>
                    </a:cubicBezTo>
                    <a:cubicBezTo>
                      <a:pt x="644" y="145"/>
                      <a:pt x="500"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37"/>
              <p:cNvSpPr/>
              <p:nvPr/>
            </p:nvSpPr>
            <p:spPr>
              <a:xfrm>
                <a:off x="1456975" y="2617850"/>
                <a:ext cx="16100" cy="16075"/>
              </a:xfrm>
              <a:custGeom>
                <a:rect b="b" l="l" r="r" t="t"/>
                <a:pathLst>
                  <a:path extrusionOk="0" h="643" w="644">
                    <a:moveTo>
                      <a:pt x="323" y="1"/>
                    </a:moveTo>
                    <a:cubicBezTo>
                      <a:pt x="145" y="1"/>
                      <a:pt x="1" y="144"/>
                      <a:pt x="1" y="322"/>
                    </a:cubicBezTo>
                    <a:cubicBezTo>
                      <a:pt x="1" y="499"/>
                      <a:pt x="145" y="643"/>
                      <a:pt x="323" y="643"/>
                    </a:cubicBezTo>
                    <a:cubicBezTo>
                      <a:pt x="500" y="643"/>
                      <a:pt x="644" y="499"/>
                      <a:pt x="644" y="322"/>
                    </a:cubicBezTo>
                    <a:cubicBezTo>
                      <a:pt x="644" y="144"/>
                      <a:pt x="50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37"/>
              <p:cNvSpPr/>
              <p:nvPr/>
            </p:nvSpPr>
            <p:spPr>
              <a:xfrm>
                <a:off x="1550175" y="2282325"/>
                <a:ext cx="16075" cy="16100"/>
              </a:xfrm>
              <a:custGeom>
                <a:rect b="b" l="l" r="r" t="t"/>
                <a:pathLst>
                  <a:path extrusionOk="0" h="644" w="643">
                    <a:moveTo>
                      <a:pt x="321" y="1"/>
                    </a:moveTo>
                    <a:cubicBezTo>
                      <a:pt x="144" y="1"/>
                      <a:pt x="0" y="144"/>
                      <a:pt x="0" y="322"/>
                    </a:cubicBezTo>
                    <a:cubicBezTo>
                      <a:pt x="0" y="499"/>
                      <a:pt x="144" y="644"/>
                      <a:pt x="321" y="644"/>
                    </a:cubicBezTo>
                    <a:cubicBezTo>
                      <a:pt x="499" y="644"/>
                      <a:pt x="642" y="499"/>
                      <a:pt x="642" y="322"/>
                    </a:cubicBezTo>
                    <a:cubicBezTo>
                      <a:pt x="642"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37"/>
              <p:cNvSpPr/>
              <p:nvPr/>
            </p:nvSpPr>
            <p:spPr>
              <a:xfrm>
                <a:off x="1550175" y="2327075"/>
                <a:ext cx="16075" cy="16075"/>
              </a:xfrm>
              <a:custGeom>
                <a:rect b="b" l="l" r="r" t="t"/>
                <a:pathLst>
                  <a:path extrusionOk="0" h="643" w="643">
                    <a:moveTo>
                      <a:pt x="321" y="0"/>
                    </a:moveTo>
                    <a:cubicBezTo>
                      <a:pt x="144" y="0"/>
                      <a:pt x="0" y="144"/>
                      <a:pt x="0" y="321"/>
                    </a:cubicBezTo>
                    <a:cubicBezTo>
                      <a:pt x="0" y="499"/>
                      <a:pt x="144" y="642"/>
                      <a:pt x="321" y="642"/>
                    </a:cubicBezTo>
                    <a:cubicBezTo>
                      <a:pt x="499" y="642"/>
                      <a:pt x="642" y="499"/>
                      <a:pt x="642" y="321"/>
                    </a:cubicBezTo>
                    <a:cubicBezTo>
                      <a:pt x="642" y="144"/>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37"/>
              <p:cNvSpPr/>
              <p:nvPr/>
            </p:nvSpPr>
            <p:spPr>
              <a:xfrm>
                <a:off x="1550175" y="2371800"/>
                <a:ext cx="16075" cy="16075"/>
              </a:xfrm>
              <a:custGeom>
                <a:rect b="b" l="l" r="r" t="t"/>
                <a:pathLst>
                  <a:path extrusionOk="0" h="643" w="643">
                    <a:moveTo>
                      <a:pt x="321" y="1"/>
                    </a:moveTo>
                    <a:cubicBezTo>
                      <a:pt x="144" y="1"/>
                      <a:pt x="0" y="144"/>
                      <a:pt x="0" y="322"/>
                    </a:cubicBezTo>
                    <a:cubicBezTo>
                      <a:pt x="0" y="499"/>
                      <a:pt x="144" y="643"/>
                      <a:pt x="321" y="643"/>
                    </a:cubicBezTo>
                    <a:cubicBezTo>
                      <a:pt x="499" y="643"/>
                      <a:pt x="642" y="499"/>
                      <a:pt x="642" y="322"/>
                    </a:cubicBezTo>
                    <a:cubicBezTo>
                      <a:pt x="642"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37"/>
              <p:cNvSpPr/>
              <p:nvPr/>
            </p:nvSpPr>
            <p:spPr>
              <a:xfrm>
                <a:off x="1550175" y="2416525"/>
                <a:ext cx="16075" cy="16100"/>
              </a:xfrm>
              <a:custGeom>
                <a:rect b="b" l="l" r="r" t="t"/>
                <a:pathLst>
                  <a:path extrusionOk="0" h="644" w="643">
                    <a:moveTo>
                      <a:pt x="321" y="0"/>
                    </a:moveTo>
                    <a:cubicBezTo>
                      <a:pt x="144" y="0"/>
                      <a:pt x="0" y="145"/>
                      <a:pt x="0" y="322"/>
                    </a:cubicBezTo>
                    <a:cubicBezTo>
                      <a:pt x="0" y="499"/>
                      <a:pt x="144" y="643"/>
                      <a:pt x="321" y="643"/>
                    </a:cubicBezTo>
                    <a:cubicBezTo>
                      <a:pt x="499" y="643"/>
                      <a:pt x="642" y="499"/>
                      <a:pt x="642" y="322"/>
                    </a:cubicBezTo>
                    <a:cubicBezTo>
                      <a:pt x="642" y="145"/>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37"/>
              <p:cNvSpPr/>
              <p:nvPr/>
            </p:nvSpPr>
            <p:spPr>
              <a:xfrm>
                <a:off x="1550175" y="2461275"/>
                <a:ext cx="16075" cy="16100"/>
              </a:xfrm>
              <a:custGeom>
                <a:rect b="b" l="l" r="r" t="t"/>
                <a:pathLst>
                  <a:path extrusionOk="0" h="644" w="643">
                    <a:moveTo>
                      <a:pt x="321" y="1"/>
                    </a:moveTo>
                    <a:cubicBezTo>
                      <a:pt x="144" y="1"/>
                      <a:pt x="0" y="145"/>
                      <a:pt x="0" y="323"/>
                    </a:cubicBezTo>
                    <a:cubicBezTo>
                      <a:pt x="0" y="499"/>
                      <a:pt x="144" y="644"/>
                      <a:pt x="321" y="644"/>
                    </a:cubicBezTo>
                    <a:cubicBezTo>
                      <a:pt x="499" y="644"/>
                      <a:pt x="642" y="499"/>
                      <a:pt x="642" y="323"/>
                    </a:cubicBezTo>
                    <a:cubicBezTo>
                      <a:pt x="642" y="145"/>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37"/>
              <p:cNvSpPr/>
              <p:nvPr/>
            </p:nvSpPr>
            <p:spPr>
              <a:xfrm>
                <a:off x="1550175" y="2506025"/>
                <a:ext cx="16075" cy="16100"/>
              </a:xfrm>
              <a:custGeom>
                <a:rect b="b" l="l" r="r" t="t"/>
                <a:pathLst>
                  <a:path extrusionOk="0" h="644" w="643">
                    <a:moveTo>
                      <a:pt x="321" y="0"/>
                    </a:moveTo>
                    <a:cubicBezTo>
                      <a:pt x="144" y="0"/>
                      <a:pt x="0" y="144"/>
                      <a:pt x="0" y="321"/>
                    </a:cubicBezTo>
                    <a:cubicBezTo>
                      <a:pt x="0" y="499"/>
                      <a:pt x="144" y="643"/>
                      <a:pt x="321" y="643"/>
                    </a:cubicBezTo>
                    <a:cubicBezTo>
                      <a:pt x="499" y="643"/>
                      <a:pt x="642" y="499"/>
                      <a:pt x="642" y="321"/>
                    </a:cubicBezTo>
                    <a:cubicBezTo>
                      <a:pt x="642" y="144"/>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37"/>
              <p:cNvSpPr/>
              <p:nvPr/>
            </p:nvSpPr>
            <p:spPr>
              <a:xfrm>
                <a:off x="1550175" y="2550750"/>
                <a:ext cx="16075" cy="16075"/>
              </a:xfrm>
              <a:custGeom>
                <a:rect b="b" l="l" r="r" t="t"/>
                <a:pathLst>
                  <a:path extrusionOk="0" h="643" w="643">
                    <a:moveTo>
                      <a:pt x="321" y="1"/>
                    </a:moveTo>
                    <a:cubicBezTo>
                      <a:pt x="144" y="1"/>
                      <a:pt x="0" y="144"/>
                      <a:pt x="0" y="322"/>
                    </a:cubicBezTo>
                    <a:cubicBezTo>
                      <a:pt x="0" y="499"/>
                      <a:pt x="144" y="643"/>
                      <a:pt x="321" y="643"/>
                    </a:cubicBezTo>
                    <a:cubicBezTo>
                      <a:pt x="499" y="643"/>
                      <a:pt x="642" y="499"/>
                      <a:pt x="642" y="322"/>
                    </a:cubicBezTo>
                    <a:cubicBezTo>
                      <a:pt x="642"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37"/>
              <p:cNvSpPr/>
              <p:nvPr/>
            </p:nvSpPr>
            <p:spPr>
              <a:xfrm>
                <a:off x="1550200" y="2595500"/>
                <a:ext cx="16050" cy="16075"/>
              </a:xfrm>
              <a:custGeom>
                <a:rect b="b" l="l" r="r" t="t"/>
                <a:pathLst>
                  <a:path extrusionOk="0" h="643" w="642">
                    <a:moveTo>
                      <a:pt x="321" y="0"/>
                    </a:moveTo>
                    <a:cubicBezTo>
                      <a:pt x="144" y="0"/>
                      <a:pt x="0" y="145"/>
                      <a:pt x="0" y="321"/>
                    </a:cubicBezTo>
                    <a:cubicBezTo>
                      <a:pt x="0" y="499"/>
                      <a:pt x="145" y="642"/>
                      <a:pt x="321" y="642"/>
                    </a:cubicBezTo>
                    <a:cubicBezTo>
                      <a:pt x="342" y="642"/>
                      <a:pt x="363" y="640"/>
                      <a:pt x="382" y="636"/>
                    </a:cubicBezTo>
                    <a:cubicBezTo>
                      <a:pt x="470" y="552"/>
                      <a:pt x="555" y="465"/>
                      <a:pt x="637" y="374"/>
                    </a:cubicBezTo>
                    <a:cubicBezTo>
                      <a:pt x="640" y="357"/>
                      <a:pt x="641" y="339"/>
                      <a:pt x="641" y="321"/>
                    </a:cubicBezTo>
                    <a:cubicBezTo>
                      <a:pt x="641" y="145"/>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37"/>
              <p:cNvSpPr/>
              <p:nvPr/>
            </p:nvSpPr>
            <p:spPr>
              <a:xfrm>
                <a:off x="1519775" y="2260150"/>
                <a:ext cx="16100" cy="15875"/>
              </a:xfrm>
              <a:custGeom>
                <a:rect b="b" l="l" r="r" t="t"/>
                <a:pathLst>
                  <a:path extrusionOk="0" h="635" w="644">
                    <a:moveTo>
                      <a:pt x="252" y="0"/>
                    </a:moveTo>
                    <a:cubicBezTo>
                      <a:pt x="109" y="31"/>
                      <a:pt x="1" y="160"/>
                      <a:pt x="1" y="314"/>
                    </a:cubicBezTo>
                    <a:cubicBezTo>
                      <a:pt x="1" y="492"/>
                      <a:pt x="145" y="635"/>
                      <a:pt x="323" y="635"/>
                    </a:cubicBezTo>
                    <a:cubicBezTo>
                      <a:pt x="500" y="635"/>
                      <a:pt x="644" y="491"/>
                      <a:pt x="644" y="314"/>
                    </a:cubicBezTo>
                    <a:cubicBezTo>
                      <a:pt x="644" y="160"/>
                      <a:pt x="535" y="31"/>
                      <a:pt x="3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37"/>
              <p:cNvSpPr/>
              <p:nvPr/>
            </p:nvSpPr>
            <p:spPr>
              <a:xfrm>
                <a:off x="1519775" y="2304675"/>
                <a:ext cx="16100" cy="16100"/>
              </a:xfrm>
              <a:custGeom>
                <a:rect b="b" l="l" r="r" t="t"/>
                <a:pathLst>
                  <a:path extrusionOk="0" h="644" w="644">
                    <a:moveTo>
                      <a:pt x="323" y="1"/>
                    </a:moveTo>
                    <a:cubicBezTo>
                      <a:pt x="145" y="1"/>
                      <a:pt x="1" y="145"/>
                      <a:pt x="1" y="321"/>
                    </a:cubicBezTo>
                    <a:cubicBezTo>
                      <a:pt x="1" y="499"/>
                      <a:pt x="145" y="643"/>
                      <a:pt x="323" y="643"/>
                    </a:cubicBezTo>
                    <a:cubicBezTo>
                      <a:pt x="499" y="643"/>
                      <a:pt x="644" y="499"/>
                      <a:pt x="644" y="321"/>
                    </a:cubicBezTo>
                    <a:cubicBezTo>
                      <a:pt x="644" y="145"/>
                      <a:pt x="499"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37"/>
              <p:cNvSpPr/>
              <p:nvPr/>
            </p:nvSpPr>
            <p:spPr>
              <a:xfrm>
                <a:off x="1519775" y="2349425"/>
                <a:ext cx="16100" cy="16075"/>
              </a:xfrm>
              <a:custGeom>
                <a:rect b="b" l="l" r="r" t="t"/>
                <a:pathLst>
                  <a:path extrusionOk="0" h="643" w="644">
                    <a:moveTo>
                      <a:pt x="323" y="0"/>
                    </a:moveTo>
                    <a:cubicBezTo>
                      <a:pt x="145" y="0"/>
                      <a:pt x="1" y="143"/>
                      <a:pt x="1" y="321"/>
                    </a:cubicBezTo>
                    <a:cubicBezTo>
                      <a:pt x="1" y="498"/>
                      <a:pt x="145" y="643"/>
                      <a:pt x="323" y="643"/>
                    </a:cubicBezTo>
                    <a:cubicBezTo>
                      <a:pt x="499" y="643"/>
                      <a:pt x="644" y="498"/>
                      <a:pt x="644" y="321"/>
                    </a:cubicBezTo>
                    <a:cubicBezTo>
                      <a:pt x="644" y="143"/>
                      <a:pt x="49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37"/>
              <p:cNvSpPr/>
              <p:nvPr/>
            </p:nvSpPr>
            <p:spPr>
              <a:xfrm>
                <a:off x="1519775" y="2394175"/>
                <a:ext cx="16100" cy="16075"/>
              </a:xfrm>
              <a:custGeom>
                <a:rect b="b" l="l" r="r" t="t"/>
                <a:pathLst>
                  <a:path extrusionOk="0" h="643" w="644">
                    <a:moveTo>
                      <a:pt x="323" y="1"/>
                    </a:moveTo>
                    <a:cubicBezTo>
                      <a:pt x="145" y="1"/>
                      <a:pt x="1" y="144"/>
                      <a:pt x="1" y="321"/>
                    </a:cubicBezTo>
                    <a:cubicBezTo>
                      <a:pt x="1" y="499"/>
                      <a:pt x="145" y="642"/>
                      <a:pt x="323" y="642"/>
                    </a:cubicBezTo>
                    <a:cubicBezTo>
                      <a:pt x="499" y="642"/>
                      <a:pt x="644" y="499"/>
                      <a:pt x="644" y="321"/>
                    </a:cubicBezTo>
                    <a:cubicBezTo>
                      <a:pt x="644" y="144"/>
                      <a:pt x="499"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37"/>
              <p:cNvSpPr/>
              <p:nvPr/>
            </p:nvSpPr>
            <p:spPr>
              <a:xfrm>
                <a:off x="1519775" y="2438925"/>
                <a:ext cx="16100" cy="16050"/>
              </a:xfrm>
              <a:custGeom>
                <a:rect b="b" l="l" r="r" t="t"/>
                <a:pathLst>
                  <a:path extrusionOk="0" h="642" w="644">
                    <a:moveTo>
                      <a:pt x="323" y="0"/>
                    </a:moveTo>
                    <a:cubicBezTo>
                      <a:pt x="145" y="0"/>
                      <a:pt x="1" y="143"/>
                      <a:pt x="1" y="321"/>
                    </a:cubicBezTo>
                    <a:cubicBezTo>
                      <a:pt x="1" y="498"/>
                      <a:pt x="145" y="642"/>
                      <a:pt x="323" y="642"/>
                    </a:cubicBezTo>
                    <a:cubicBezTo>
                      <a:pt x="499" y="642"/>
                      <a:pt x="644" y="498"/>
                      <a:pt x="644" y="321"/>
                    </a:cubicBezTo>
                    <a:cubicBezTo>
                      <a:pt x="644" y="143"/>
                      <a:pt x="49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37"/>
              <p:cNvSpPr/>
              <p:nvPr/>
            </p:nvSpPr>
            <p:spPr>
              <a:xfrm>
                <a:off x="1519775" y="2483625"/>
                <a:ext cx="16100" cy="16100"/>
              </a:xfrm>
              <a:custGeom>
                <a:rect b="b" l="l" r="r" t="t"/>
                <a:pathLst>
                  <a:path extrusionOk="0" h="644" w="644">
                    <a:moveTo>
                      <a:pt x="323" y="0"/>
                    </a:moveTo>
                    <a:cubicBezTo>
                      <a:pt x="145" y="0"/>
                      <a:pt x="1" y="145"/>
                      <a:pt x="1" y="322"/>
                    </a:cubicBezTo>
                    <a:cubicBezTo>
                      <a:pt x="1" y="500"/>
                      <a:pt x="145" y="643"/>
                      <a:pt x="323" y="643"/>
                    </a:cubicBezTo>
                    <a:cubicBezTo>
                      <a:pt x="499" y="643"/>
                      <a:pt x="644" y="500"/>
                      <a:pt x="644" y="322"/>
                    </a:cubicBezTo>
                    <a:cubicBezTo>
                      <a:pt x="644" y="145"/>
                      <a:pt x="49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37"/>
              <p:cNvSpPr/>
              <p:nvPr/>
            </p:nvSpPr>
            <p:spPr>
              <a:xfrm>
                <a:off x="1519775" y="2528350"/>
                <a:ext cx="16100" cy="16100"/>
              </a:xfrm>
              <a:custGeom>
                <a:rect b="b" l="l" r="r" t="t"/>
                <a:pathLst>
                  <a:path extrusionOk="0" h="644" w="644">
                    <a:moveTo>
                      <a:pt x="323" y="1"/>
                    </a:moveTo>
                    <a:cubicBezTo>
                      <a:pt x="145" y="1"/>
                      <a:pt x="1" y="145"/>
                      <a:pt x="1" y="323"/>
                    </a:cubicBezTo>
                    <a:cubicBezTo>
                      <a:pt x="1" y="499"/>
                      <a:pt x="145" y="644"/>
                      <a:pt x="323" y="644"/>
                    </a:cubicBezTo>
                    <a:cubicBezTo>
                      <a:pt x="499" y="644"/>
                      <a:pt x="644" y="499"/>
                      <a:pt x="644" y="323"/>
                    </a:cubicBezTo>
                    <a:cubicBezTo>
                      <a:pt x="644" y="145"/>
                      <a:pt x="499"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37"/>
              <p:cNvSpPr/>
              <p:nvPr/>
            </p:nvSpPr>
            <p:spPr>
              <a:xfrm>
                <a:off x="1519775" y="2573125"/>
                <a:ext cx="16100" cy="16100"/>
              </a:xfrm>
              <a:custGeom>
                <a:rect b="b" l="l" r="r" t="t"/>
                <a:pathLst>
                  <a:path extrusionOk="0" h="644" w="644">
                    <a:moveTo>
                      <a:pt x="323" y="0"/>
                    </a:moveTo>
                    <a:cubicBezTo>
                      <a:pt x="145" y="0"/>
                      <a:pt x="1" y="145"/>
                      <a:pt x="1" y="321"/>
                    </a:cubicBezTo>
                    <a:cubicBezTo>
                      <a:pt x="1" y="499"/>
                      <a:pt x="145" y="643"/>
                      <a:pt x="323" y="643"/>
                    </a:cubicBezTo>
                    <a:cubicBezTo>
                      <a:pt x="499" y="643"/>
                      <a:pt x="644" y="499"/>
                      <a:pt x="644" y="321"/>
                    </a:cubicBezTo>
                    <a:cubicBezTo>
                      <a:pt x="644" y="145"/>
                      <a:pt x="49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37"/>
              <p:cNvSpPr/>
              <p:nvPr/>
            </p:nvSpPr>
            <p:spPr>
              <a:xfrm>
                <a:off x="1519775" y="2617850"/>
                <a:ext cx="16100" cy="16100"/>
              </a:xfrm>
              <a:custGeom>
                <a:rect b="b" l="l" r="r" t="t"/>
                <a:pathLst>
                  <a:path extrusionOk="0" h="644" w="644">
                    <a:moveTo>
                      <a:pt x="323" y="1"/>
                    </a:moveTo>
                    <a:cubicBezTo>
                      <a:pt x="144" y="1"/>
                      <a:pt x="1" y="144"/>
                      <a:pt x="1" y="322"/>
                    </a:cubicBezTo>
                    <a:cubicBezTo>
                      <a:pt x="1" y="499"/>
                      <a:pt x="144" y="642"/>
                      <a:pt x="321" y="644"/>
                    </a:cubicBezTo>
                    <a:lnTo>
                      <a:pt x="592" y="497"/>
                    </a:lnTo>
                    <a:cubicBezTo>
                      <a:pt x="624" y="448"/>
                      <a:pt x="644" y="387"/>
                      <a:pt x="644" y="322"/>
                    </a:cubicBezTo>
                    <a:cubicBezTo>
                      <a:pt x="644" y="144"/>
                      <a:pt x="50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37"/>
              <p:cNvSpPr/>
              <p:nvPr/>
            </p:nvSpPr>
            <p:spPr>
              <a:xfrm>
                <a:off x="1582575" y="2260150"/>
                <a:ext cx="16100" cy="15875"/>
              </a:xfrm>
              <a:custGeom>
                <a:rect b="b" l="l" r="r" t="t"/>
                <a:pathLst>
                  <a:path extrusionOk="0" h="635" w="644">
                    <a:moveTo>
                      <a:pt x="252" y="0"/>
                    </a:moveTo>
                    <a:cubicBezTo>
                      <a:pt x="109" y="31"/>
                      <a:pt x="1" y="160"/>
                      <a:pt x="1" y="314"/>
                    </a:cubicBezTo>
                    <a:cubicBezTo>
                      <a:pt x="1" y="492"/>
                      <a:pt x="144" y="635"/>
                      <a:pt x="322" y="635"/>
                    </a:cubicBezTo>
                    <a:cubicBezTo>
                      <a:pt x="500" y="635"/>
                      <a:pt x="643" y="491"/>
                      <a:pt x="643" y="314"/>
                    </a:cubicBezTo>
                    <a:cubicBezTo>
                      <a:pt x="643" y="160"/>
                      <a:pt x="535" y="31"/>
                      <a:pt x="3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37"/>
              <p:cNvSpPr/>
              <p:nvPr/>
            </p:nvSpPr>
            <p:spPr>
              <a:xfrm>
                <a:off x="1582575" y="2304675"/>
                <a:ext cx="16100" cy="16100"/>
              </a:xfrm>
              <a:custGeom>
                <a:rect b="b" l="l" r="r" t="t"/>
                <a:pathLst>
                  <a:path extrusionOk="0" h="644" w="644">
                    <a:moveTo>
                      <a:pt x="322" y="1"/>
                    </a:moveTo>
                    <a:cubicBezTo>
                      <a:pt x="144" y="1"/>
                      <a:pt x="1" y="145"/>
                      <a:pt x="1" y="321"/>
                    </a:cubicBezTo>
                    <a:cubicBezTo>
                      <a:pt x="1" y="499"/>
                      <a:pt x="144" y="643"/>
                      <a:pt x="322" y="643"/>
                    </a:cubicBezTo>
                    <a:cubicBezTo>
                      <a:pt x="499" y="643"/>
                      <a:pt x="643" y="499"/>
                      <a:pt x="643" y="321"/>
                    </a:cubicBezTo>
                    <a:cubicBezTo>
                      <a:pt x="643" y="145"/>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37"/>
              <p:cNvSpPr/>
              <p:nvPr/>
            </p:nvSpPr>
            <p:spPr>
              <a:xfrm>
                <a:off x="1582575" y="2349425"/>
                <a:ext cx="16100" cy="16075"/>
              </a:xfrm>
              <a:custGeom>
                <a:rect b="b" l="l" r="r" t="t"/>
                <a:pathLst>
                  <a:path extrusionOk="0" h="643" w="644">
                    <a:moveTo>
                      <a:pt x="322" y="0"/>
                    </a:moveTo>
                    <a:cubicBezTo>
                      <a:pt x="144" y="0"/>
                      <a:pt x="1" y="143"/>
                      <a:pt x="1" y="321"/>
                    </a:cubicBezTo>
                    <a:cubicBezTo>
                      <a:pt x="1" y="498"/>
                      <a:pt x="144" y="643"/>
                      <a:pt x="322" y="643"/>
                    </a:cubicBezTo>
                    <a:cubicBezTo>
                      <a:pt x="499" y="643"/>
                      <a:pt x="643" y="498"/>
                      <a:pt x="643" y="321"/>
                    </a:cubicBezTo>
                    <a:cubicBezTo>
                      <a:pt x="643" y="143"/>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37"/>
              <p:cNvSpPr/>
              <p:nvPr/>
            </p:nvSpPr>
            <p:spPr>
              <a:xfrm>
                <a:off x="1582575" y="2394175"/>
                <a:ext cx="16100" cy="16075"/>
              </a:xfrm>
              <a:custGeom>
                <a:rect b="b" l="l" r="r" t="t"/>
                <a:pathLst>
                  <a:path extrusionOk="0" h="643" w="644">
                    <a:moveTo>
                      <a:pt x="322" y="1"/>
                    </a:moveTo>
                    <a:cubicBezTo>
                      <a:pt x="144" y="1"/>
                      <a:pt x="1" y="144"/>
                      <a:pt x="1" y="321"/>
                    </a:cubicBezTo>
                    <a:cubicBezTo>
                      <a:pt x="1" y="499"/>
                      <a:pt x="144" y="642"/>
                      <a:pt x="322" y="642"/>
                    </a:cubicBezTo>
                    <a:cubicBezTo>
                      <a:pt x="499" y="642"/>
                      <a:pt x="643" y="499"/>
                      <a:pt x="643" y="321"/>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37"/>
              <p:cNvSpPr/>
              <p:nvPr/>
            </p:nvSpPr>
            <p:spPr>
              <a:xfrm>
                <a:off x="1582575" y="2438925"/>
                <a:ext cx="16100" cy="16050"/>
              </a:xfrm>
              <a:custGeom>
                <a:rect b="b" l="l" r="r" t="t"/>
                <a:pathLst>
                  <a:path extrusionOk="0" h="642" w="644">
                    <a:moveTo>
                      <a:pt x="322" y="0"/>
                    </a:moveTo>
                    <a:cubicBezTo>
                      <a:pt x="144" y="0"/>
                      <a:pt x="1" y="143"/>
                      <a:pt x="1" y="321"/>
                    </a:cubicBezTo>
                    <a:cubicBezTo>
                      <a:pt x="1" y="498"/>
                      <a:pt x="144" y="642"/>
                      <a:pt x="322" y="642"/>
                    </a:cubicBezTo>
                    <a:cubicBezTo>
                      <a:pt x="499" y="642"/>
                      <a:pt x="643" y="498"/>
                      <a:pt x="643" y="321"/>
                    </a:cubicBezTo>
                    <a:cubicBezTo>
                      <a:pt x="643" y="143"/>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37"/>
              <p:cNvSpPr/>
              <p:nvPr/>
            </p:nvSpPr>
            <p:spPr>
              <a:xfrm>
                <a:off x="1582575" y="2483625"/>
                <a:ext cx="16100" cy="16100"/>
              </a:xfrm>
              <a:custGeom>
                <a:rect b="b" l="l" r="r" t="t"/>
                <a:pathLst>
                  <a:path extrusionOk="0" h="644" w="644">
                    <a:moveTo>
                      <a:pt x="322" y="0"/>
                    </a:moveTo>
                    <a:cubicBezTo>
                      <a:pt x="144" y="0"/>
                      <a:pt x="1" y="145"/>
                      <a:pt x="1" y="322"/>
                    </a:cubicBezTo>
                    <a:cubicBezTo>
                      <a:pt x="1" y="500"/>
                      <a:pt x="144" y="643"/>
                      <a:pt x="322" y="643"/>
                    </a:cubicBezTo>
                    <a:cubicBezTo>
                      <a:pt x="499" y="643"/>
                      <a:pt x="643" y="500"/>
                      <a:pt x="643" y="322"/>
                    </a:cubicBezTo>
                    <a:cubicBezTo>
                      <a:pt x="643" y="145"/>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37"/>
              <p:cNvSpPr/>
              <p:nvPr/>
            </p:nvSpPr>
            <p:spPr>
              <a:xfrm>
                <a:off x="1582575" y="2528350"/>
                <a:ext cx="16100" cy="16100"/>
              </a:xfrm>
              <a:custGeom>
                <a:rect b="b" l="l" r="r" t="t"/>
                <a:pathLst>
                  <a:path extrusionOk="0" h="644" w="644">
                    <a:moveTo>
                      <a:pt x="322" y="1"/>
                    </a:moveTo>
                    <a:cubicBezTo>
                      <a:pt x="144" y="1"/>
                      <a:pt x="1" y="145"/>
                      <a:pt x="1" y="323"/>
                    </a:cubicBezTo>
                    <a:cubicBezTo>
                      <a:pt x="1" y="499"/>
                      <a:pt x="144" y="644"/>
                      <a:pt x="322" y="644"/>
                    </a:cubicBezTo>
                    <a:cubicBezTo>
                      <a:pt x="499" y="644"/>
                      <a:pt x="643" y="499"/>
                      <a:pt x="643" y="323"/>
                    </a:cubicBezTo>
                    <a:cubicBezTo>
                      <a:pt x="643" y="145"/>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37"/>
              <p:cNvSpPr/>
              <p:nvPr/>
            </p:nvSpPr>
            <p:spPr>
              <a:xfrm>
                <a:off x="1582575" y="2573950"/>
                <a:ext cx="4550" cy="8350"/>
              </a:xfrm>
              <a:custGeom>
                <a:rect b="b" l="l" r="r" t="t"/>
                <a:pathLst>
                  <a:path extrusionOk="0" h="334" w="182">
                    <a:moveTo>
                      <a:pt x="181" y="0"/>
                    </a:moveTo>
                    <a:cubicBezTo>
                      <a:pt x="74" y="52"/>
                      <a:pt x="1" y="161"/>
                      <a:pt x="1" y="288"/>
                    </a:cubicBezTo>
                    <a:cubicBezTo>
                      <a:pt x="1" y="304"/>
                      <a:pt x="1" y="319"/>
                      <a:pt x="4" y="334"/>
                    </a:cubicBezTo>
                    <a:cubicBezTo>
                      <a:pt x="67" y="224"/>
                      <a:pt x="125" y="114"/>
                      <a:pt x="1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56" name="Google Shape;2856;p37"/>
          <p:cNvGrpSpPr/>
          <p:nvPr/>
        </p:nvGrpSpPr>
        <p:grpSpPr>
          <a:xfrm>
            <a:off x="7620259" y="4324790"/>
            <a:ext cx="1225636" cy="611471"/>
            <a:chOff x="2247984" y="1458613"/>
            <a:chExt cx="416741" cy="207913"/>
          </a:xfrm>
        </p:grpSpPr>
        <p:sp>
          <p:nvSpPr>
            <p:cNvPr id="2857" name="Google Shape;2857;p37"/>
            <p:cNvSpPr/>
            <p:nvPr/>
          </p:nvSpPr>
          <p:spPr>
            <a:xfrm>
              <a:off x="2247984" y="1458613"/>
              <a:ext cx="416475" cy="205125"/>
            </a:xfrm>
            <a:custGeom>
              <a:rect b="b" l="l" r="r" t="t"/>
              <a:pathLst>
                <a:path extrusionOk="0" h="8205" w="16659">
                  <a:moveTo>
                    <a:pt x="45" y="1"/>
                  </a:moveTo>
                  <a:lnTo>
                    <a:pt x="45" y="5463"/>
                  </a:lnTo>
                  <a:cubicBezTo>
                    <a:pt x="1" y="7244"/>
                    <a:pt x="1450" y="8197"/>
                    <a:pt x="2883" y="8197"/>
                  </a:cubicBezTo>
                  <a:cubicBezTo>
                    <a:pt x="4117" y="8197"/>
                    <a:pt x="5339" y="7490"/>
                    <a:pt x="5585" y="5996"/>
                  </a:cubicBezTo>
                  <a:cubicBezTo>
                    <a:pt x="5815" y="7468"/>
                    <a:pt x="7072" y="8204"/>
                    <a:pt x="8329" y="8204"/>
                  </a:cubicBezTo>
                  <a:cubicBezTo>
                    <a:pt x="9586" y="8204"/>
                    <a:pt x="10844" y="7468"/>
                    <a:pt x="11075" y="5996"/>
                  </a:cubicBezTo>
                  <a:cubicBezTo>
                    <a:pt x="11321" y="7490"/>
                    <a:pt x="12543" y="8197"/>
                    <a:pt x="13777" y="8197"/>
                  </a:cubicBezTo>
                  <a:cubicBezTo>
                    <a:pt x="15210" y="8197"/>
                    <a:pt x="16658" y="7244"/>
                    <a:pt x="16614" y="5463"/>
                  </a:cubicBezTo>
                  <a:lnTo>
                    <a:pt x="16614"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37"/>
            <p:cNvSpPr/>
            <p:nvPr/>
          </p:nvSpPr>
          <p:spPr>
            <a:xfrm>
              <a:off x="2250450" y="1460025"/>
              <a:ext cx="414275" cy="206500"/>
            </a:xfrm>
            <a:custGeom>
              <a:rect b="b" l="l" r="r" t="t"/>
              <a:pathLst>
                <a:path extrusionOk="0" h="8260" w="16571">
                  <a:moveTo>
                    <a:pt x="0" y="0"/>
                  </a:moveTo>
                  <a:lnTo>
                    <a:pt x="0" y="5464"/>
                  </a:lnTo>
                  <a:cubicBezTo>
                    <a:pt x="0" y="7008"/>
                    <a:pt x="1251" y="8259"/>
                    <a:pt x="2795" y="8259"/>
                  </a:cubicBezTo>
                  <a:cubicBezTo>
                    <a:pt x="4157" y="8259"/>
                    <a:pt x="5291" y="7285"/>
                    <a:pt x="5540" y="5996"/>
                  </a:cubicBezTo>
                  <a:cubicBezTo>
                    <a:pt x="5790" y="7285"/>
                    <a:pt x="6923" y="8259"/>
                    <a:pt x="8285" y="8259"/>
                  </a:cubicBezTo>
                  <a:cubicBezTo>
                    <a:pt x="9647" y="8259"/>
                    <a:pt x="10781" y="7285"/>
                    <a:pt x="11030" y="5996"/>
                  </a:cubicBezTo>
                  <a:cubicBezTo>
                    <a:pt x="11280" y="7285"/>
                    <a:pt x="12413" y="8259"/>
                    <a:pt x="13775" y="8259"/>
                  </a:cubicBezTo>
                  <a:cubicBezTo>
                    <a:pt x="15320" y="8259"/>
                    <a:pt x="16571" y="7008"/>
                    <a:pt x="16571" y="5464"/>
                  </a:cubicBezTo>
                  <a:lnTo>
                    <a:pt x="165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37"/>
            <p:cNvSpPr/>
            <p:nvPr/>
          </p:nvSpPr>
          <p:spPr>
            <a:xfrm>
              <a:off x="2301725" y="1511350"/>
              <a:ext cx="311700" cy="103875"/>
            </a:xfrm>
            <a:custGeom>
              <a:rect b="b" l="l" r="r" t="t"/>
              <a:pathLst>
                <a:path extrusionOk="0" h="4155" w="12468">
                  <a:moveTo>
                    <a:pt x="1" y="0"/>
                  </a:moveTo>
                  <a:lnTo>
                    <a:pt x="1" y="3377"/>
                  </a:lnTo>
                  <a:cubicBezTo>
                    <a:pt x="1" y="3781"/>
                    <a:pt x="300" y="4122"/>
                    <a:pt x="682" y="4153"/>
                  </a:cubicBezTo>
                  <a:cubicBezTo>
                    <a:pt x="704" y="4154"/>
                    <a:pt x="725" y="4155"/>
                    <a:pt x="746" y="4155"/>
                  </a:cubicBezTo>
                  <a:cubicBezTo>
                    <a:pt x="1076" y="4155"/>
                    <a:pt x="1366" y="3936"/>
                    <a:pt x="1458" y="3624"/>
                  </a:cubicBezTo>
                  <a:lnTo>
                    <a:pt x="1463" y="3274"/>
                  </a:lnTo>
                  <a:cubicBezTo>
                    <a:pt x="1476" y="2172"/>
                    <a:pt x="2387" y="1276"/>
                    <a:pt x="3488" y="1276"/>
                  </a:cubicBezTo>
                  <a:cubicBezTo>
                    <a:pt x="4582" y="1276"/>
                    <a:pt x="5490" y="2166"/>
                    <a:pt x="5514" y="3260"/>
                  </a:cubicBezTo>
                  <a:lnTo>
                    <a:pt x="5521" y="3622"/>
                  </a:lnTo>
                  <a:cubicBezTo>
                    <a:pt x="5613" y="3934"/>
                    <a:pt x="5902" y="4155"/>
                    <a:pt x="6234" y="4155"/>
                  </a:cubicBezTo>
                  <a:cubicBezTo>
                    <a:pt x="6563" y="4155"/>
                    <a:pt x="6851" y="3937"/>
                    <a:pt x="6945" y="3629"/>
                  </a:cubicBezTo>
                  <a:lnTo>
                    <a:pt x="6946" y="3296"/>
                  </a:lnTo>
                  <a:cubicBezTo>
                    <a:pt x="6949" y="2182"/>
                    <a:pt x="7857" y="1275"/>
                    <a:pt x="8972" y="1275"/>
                  </a:cubicBezTo>
                  <a:lnTo>
                    <a:pt x="8977" y="1275"/>
                  </a:lnTo>
                  <a:cubicBezTo>
                    <a:pt x="10071" y="1275"/>
                    <a:pt x="10980" y="2164"/>
                    <a:pt x="11002" y="3258"/>
                  </a:cubicBezTo>
                  <a:lnTo>
                    <a:pt x="11010" y="3621"/>
                  </a:lnTo>
                  <a:cubicBezTo>
                    <a:pt x="11102" y="3933"/>
                    <a:pt x="11391" y="4154"/>
                    <a:pt x="11723" y="4154"/>
                  </a:cubicBezTo>
                  <a:cubicBezTo>
                    <a:pt x="11744" y="4154"/>
                    <a:pt x="11765" y="4153"/>
                    <a:pt x="11786" y="4152"/>
                  </a:cubicBezTo>
                  <a:cubicBezTo>
                    <a:pt x="12168" y="4120"/>
                    <a:pt x="12467" y="3780"/>
                    <a:pt x="12467" y="3376"/>
                  </a:cubicBezTo>
                  <a:lnTo>
                    <a:pt x="124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37"/>
            <p:cNvSpPr/>
            <p:nvPr/>
          </p:nvSpPr>
          <p:spPr>
            <a:xfrm>
              <a:off x="2301075" y="1487525"/>
              <a:ext cx="10175" cy="10175"/>
            </a:xfrm>
            <a:custGeom>
              <a:rect b="b" l="l" r="r" t="t"/>
              <a:pathLst>
                <a:path extrusionOk="0" h="407" w="407">
                  <a:moveTo>
                    <a:pt x="204" y="0"/>
                  </a:moveTo>
                  <a:cubicBezTo>
                    <a:pt x="92" y="0"/>
                    <a:pt x="1" y="91"/>
                    <a:pt x="1" y="204"/>
                  </a:cubicBezTo>
                  <a:cubicBezTo>
                    <a:pt x="1" y="315"/>
                    <a:pt x="92" y="406"/>
                    <a:pt x="204" y="406"/>
                  </a:cubicBezTo>
                  <a:cubicBezTo>
                    <a:pt x="316" y="406"/>
                    <a:pt x="406" y="315"/>
                    <a:pt x="406" y="204"/>
                  </a:cubicBezTo>
                  <a:cubicBezTo>
                    <a:pt x="406" y="91"/>
                    <a:pt x="316"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37"/>
            <p:cNvSpPr/>
            <p:nvPr/>
          </p:nvSpPr>
          <p:spPr>
            <a:xfrm>
              <a:off x="2331375" y="1487525"/>
              <a:ext cx="10125" cy="10175"/>
            </a:xfrm>
            <a:custGeom>
              <a:rect b="b" l="l" r="r" t="t"/>
              <a:pathLst>
                <a:path extrusionOk="0" h="407" w="405">
                  <a:moveTo>
                    <a:pt x="203" y="0"/>
                  </a:moveTo>
                  <a:cubicBezTo>
                    <a:pt x="91" y="0"/>
                    <a:pt x="0" y="91"/>
                    <a:pt x="0" y="204"/>
                  </a:cubicBezTo>
                  <a:cubicBezTo>
                    <a:pt x="0" y="315"/>
                    <a:pt x="91" y="406"/>
                    <a:pt x="203" y="406"/>
                  </a:cubicBezTo>
                  <a:cubicBezTo>
                    <a:pt x="315" y="406"/>
                    <a:pt x="405" y="315"/>
                    <a:pt x="405" y="204"/>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37"/>
            <p:cNvSpPr/>
            <p:nvPr/>
          </p:nvSpPr>
          <p:spPr>
            <a:xfrm>
              <a:off x="2361650" y="1487525"/>
              <a:ext cx="10150" cy="10175"/>
            </a:xfrm>
            <a:custGeom>
              <a:rect b="b" l="l" r="r" t="t"/>
              <a:pathLst>
                <a:path extrusionOk="0" h="407" w="406">
                  <a:moveTo>
                    <a:pt x="203" y="0"/>
                  </a:moveTo>
                  <a:cubicBezTo>
                    <a:pt x="92" y="0"/>
                    <a:pt x="1" y="91"/>
                    <a:pt x="1" y="204"/>
                  </a:cubicBezTo>
                  <a:cubicBezTo>
                    <a:pt x="1" y="315"/>
                    <a:pt x="92" y="406"/>
                    <a:pt x="203" y="406"/>
                  </a:cubicBezTo>
                  <a:cubicBezTo>
                    <a:pt x="315" y="406"/>
                    <a:pt x="406" y="315"/>
                    <a:pt x="406" y="204"/>
                  </a:cubicBezTo>
                  <a:cubicBezTo>
                    <a:pt x="406"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37"/>
            <p:cNvSpPr/>
            <p:nvPr/>
          </p:nvSpPr>
          <p:spPr>
            <a:xfrm>
              <a:off x="2391925" y="1487525"/>
              <a:ext cx="10175" cy="10175"/>
            </a:xfrm>
            <a:custGeom>
              <a:rect b="b" l="l" r="r" t="t"/>
              <a:pathLst>
                <a:path extrusionOk="0" h="407" w="407">
                  <a:moveTo>
                    <a:pt x="204" y="0"/>
                  </a:moveTo>
                  <a:cubicBezTo>
                    <a:pt x="91" y="0"/>
                    <a:pt x="1" y="91"/>
                    <a:pt x="1" y="204"/>
                  </a:cubicBezTo>
                  <a:cubicBezTo>
                    <a:pt x="1" y="315"/>
                    <a:pt x="91" y="406"/>
                    <a:pt x="204" y="406"/>
                  </a:cubicBezTo>
                  <a:cubicBezTo>
                    <a:pt x="315" y="406"/>
                    <a:pt x="406" y="315"/>
                    <a:pt x="406" y="204"/>
                  </a:cubicBezTo>
                  <a:cubicBezTo>
                    <a:pt x="406" y="91"/>
                    <a:pt x="315"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37"/>
            <p:cNvSpPr/>
            <p:nvPr/>
          </p:nvSpPr>
          <p:spPr>
            <a:xfrm>
              <a:off x="2422225" y="1487525"/>
              <a:ext cx="10150" cy="10175"/>
            </a:xfrm>
            <a:custGeom>
              <a:rect b="b" l="l" r="r" t="t"/>
              <a:pathLst>
                <a:path extrusionOk="0" h="407" w="406">
                  <a:moveTo>
                    <a:pt x="203" y="0"/>
                  </a:moveTo>
                  <a:cubicBezTo>
                    <a:pt x="91" y="0"/>
                    <a:pt x="0" y="91"/>
                    <a:pt x="0" y="204"/>
                  </a:cubicBezTo>
                  <a:cubicBezTo>
                    <a:pt x="0" y="315"/>
                    <a:pt x="91" y="406"/>
                    <a:pt x="203" y="406"/>
                  </a:cubicBezTo>
                  <a:cubicBezTo>
                    <a:pt x="315" y="406"/>
                    <a:pt x="406" y="315"/>
                    <a:pt x="406" y="204"/>
                  </a:cubicBezTo>
                  <a:cubicBezTo>
                    <a:pt x="406"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37"/>
            <p:cNvSpPr/>
            <p:nvPr/>
          </p:nvSpPr>
          <p:spPr>
            <a:xfrm>
              <a:off x="2452500" y="1487525"/>
              <a:ext cx="10150" cy="10175"/>
            </a:xfrm>
            <a:custGeom>
              <a:rect b="b" l="l" r="r" t="t"/>
              <a:pathLst>
                <a:path extrusionOk="0" h="407" w="406">
                  <a:moveTo>
                    <a:pt x="203" y="0"/>
                  </a:moveTo>
                  <a:cubicBezTo>
                    <a:pt x="91" y="0"/>
                    <a:pt x="1" y="91"/>
                    <a:pt x="1" y="204"/>
                  </a:cubicBezTo>
                  <a:cubicBezTo>
                    <a:pt x="1" y="315"/>
                    <a:pt x="91" y="406"/>
                    <a:pt x="203" y="406"/>
                  </a:cubicBezTo>
                  <a:cubicBezTo>
                    <a:pt x="315" y="406"/>
                    <a:pt x="405" y="315"/>
                    <a:pt x="405" y="204"/>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37"/>
            <p:cNvSpPr/>
            <p:nvPr/>
          </p:nvSpPr>
          <p:spPr>
            <a:xfrm>
              <a:off x="2482800" y="1487525"/>
              <a:ext cx="10125" cy="10175"/>
            </a:xfrm>
            <a:custGeom>
              <a:rect b="b" l="l" r="r" t="t"/>
              <a:pathLst>
                <a:path extrusionOk="0" h="407" w="405">
                  <a:moveTo>
                    <a:pt x="202" y="0"/>
                  </a:moveTo>
                  <a:cubicBezTo>
                    <a:pt x="91" y="0"/>
                    <a:pt x="0" y="91"/>
                    <a:pt x="0" y="204"/>
                  </a:cubicBezTo>
                  <a:cubicBezTo>
                    <a:pt x="0" y="315"/>
                    <a:pt x="91" y="406"/>
                    <a:pt x="202" y="406"/>
                  </a:cubicBezTo>
                  <a:cubicBezTo>
                    <a:pt x="314" y="406"/>
                    <a:pt x="405" y="315"/>
                    <a:pt x="405" y="204"/>
                  </a:cubicBezTo>
                  <a:cubicBezTo>
                    <a:pt x="405" y="91"/>
                    <a:pt x="314"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37"/>
            <p:cNvSpPr/>
            <p:nvPr/>
          </p:nvSpPr>
          <p:spPr>
            <a:xfrm>
              <a:off x="2513075" y="1487525"/>
              <a:ext cx="10150" cy="10175"/>
            </a:xfrm>
            <a:custGeom>
              <a:rect b="b" l="l" r="r" t="t"/>
              <a:pathLst>
                <a:path extrusionOk="0" h="407" w="406">
                  <a:moveTo>
                    <a:pt x="203" y="0"/>
                  </a:moveTo>
                  <a:cubicBezTo>
                    <a:pt x="91" y="0"/>
                    <a:pt x="1" y="91"/>
                    <a:pt x="1" y="204"/>
                  </a:cubicBezTo>
                  <a:cubicBezTo>
                    <a:pt x="1" y="315"/>
                    <a:pt x="91" y="406"/>
                    <a:pt x="203" y="406"/>
                  </a:cubicBezTo>
                  <a:cubicBezTo>
                    <a:pt x="314" y="406"/>
                    <a:pt x="405" y="315"/>
                    <a:pt x="405" y="204"/>
                  </a:cubicBezTo>
                  <a:cubicBezTo>
                    <a:pt x="405" y="91"/>
                    <a:pt x="314"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37"/>
            <p:cNvSpPr/>
            <p:nvPr/>
          </p:nvSpPr>
          <p:spPr>
            <a:xfrm>
              <a:off x="2543350" y="1487525"/>
              <a:ext cx="10150" cy="10175"/>
            </a:xfrm>
            <a:custGeom>
              <a:rect b="b" l="l" r="r" t="t"/>
              <a:pathLst>
                <a:path extrusionOk="0" h="407" w="406">
                  <a:moveTo>
                    <a:pt x="204" y="0"/>
                  </a:moveTo>
                  <a:cubicBezTo>
                    <a:pt x="91" y="0"/>
                    <a:pt x="0" y="91"/>
                    <a:pt x="0" y="204"/>
                  </a:cubicBezTo>
                  <a:cubicBezTo>
                    <a:pt x="0" y="315"/>
                    <a:pt x="91" y="406"/>
                    <a:pt x="204" y="406"/>
                  </a:cubicBezTo>
                  <a:cubicBezTo>
                    <a:pt x="315" y="406"/>
                    <a:pt x="406" y="315"/>
                    <a:pt x="406" y="204"/>
                  </a:cubicBezTo>
                  <a:cubicBezTo>
                    <a:pt x="406" y="91"/>
                    <a:pt x="315"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37"/>
            <p:cNvSpPr/>
            <p:nvPr/>
          </p:nvSpPr>
          <p:spPr>
            <a:xfrm>
              <a:off x="2573625" y="1487525"/>
              <a:ext cx="10175" cy="10175"/>
            </a:xfrm>
            <a:custGeom>
              <a:rect b="b" l="l" r="r" t="t"/>
              <a:pathLst>
                <a:path extrusionOk="0" h="407" w="407">
                  <a:moveTo>
                    <a:pt x="203" y="0"/>
                  </a:moveTo>
                  <a:cubicBezTo>
                    <a:pt x="92" y="0"/>
                    <a:pt x="1" y="91"/>
                    <a:pt x="1" y="204"/>
                  </a:cubicBezTo>
                  <a:cubicBezTo>
                    <a:pt x="1" y="315"/>
                    <a:pt x="92" y="406"/>
                    <a:pt x="203" y="406"/>
                  </a:cubicBezTo>
                  <a:cubicBezTo>
                    <a:pt x="316" y="406"/>
                    <a:pt x="406" y="315"/>
                    <a:pt x="406" y="204"/>
                  </a:cubicBezTo>
                  <a:cubicBezTo>
                    <a:pt x="406" y="91"/>
                    <a:pt x="316"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37"/>
            <p:cNvSpPr/>
            <p:nvPr/>
          </p:nvSpPr>
          <p:spPr>
            <a:xfrm>
              <a:off x="2603925" y="1487525"/>
              <a:ext cx="10125" cy="10175"/>
            </a:xfrm>
            <a:custGeom>
              <a:rect b="b" l="l" r="r" t="t"/>
              <a:pathLst>
                <a:path extrusionOk="0" h="407" w="405">
                  <a:moveTo>
                    <a:pt x="203" y="0"/>
                  </a:moveTo>
                  <a:cubicBezTo>
                    <a:pt x="91" y="0"/>
                    <a:pt x="0" y="91"/>
                    <a:pt x="0" y="204"/>
                  </a:cubicBezTo>
                  <a:cubicBezTo>
                    <a:pt x="0" y="315"/>
                    <a:pt x="91" y="406"/>
                    <a:pt x="203" y="406"/>
                  </a:cubicBezTo>
                  <a:cubicBezTo>
                    <a:pt x="314" y="406"/>
                    <a:pt x="405" y="315"/>
                    <a:pt x="405" y="204"/>
                  </a:cubicBezTo>
                  <a:cubicBezTo>
                    <a:pt x="405" y="91"/>
                    <a:pt x="314"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37"/>
            <p:cNvSpPr/>
            <p:nvPr/>
          </p:nvSpPr>
          <p:spPr>
            <a:xfrm>
              <a:off x="2301075" y="1517825"/>
              <a:ext cx="10175" cy="10150"/>
            </a:xfrm>
            <a:custGeom>
              <a:rect b="b" l="l" r="r" t="t"/>
              <a:pathLst>
                <a:path extrusionOk="0" h="406" w="407">
                  <a:moveTo>
                    <a:pt x="204" y="0"/>
                  </a:moveTo>
                  <a:cubicBezTo>
                    <a:pt x="92" y="0"/>
                    <a:pt x="1" y="91"/>
                    <a:pt x="1" y="203"/>
                  </a:cubicBezTo>
                  <a:cubicBezTo>
                    <a:pt x="1" y="315"/>
                    <a:pt x="92" y="406"/>
                    <a:pt x="204" y="406"/>
                  </a:cubicBezTo>
                  <a:cubicBezTo>
                    <a:pt x="316" y="406"/>
                    <a:pt x="406" y="315"/>
                    <a:pt x="406" y="203"/>
                  </a:cubicBezTo>
                  <a:cubicBezTo>
                    <a:pt x="406" y="91"/>
                    <a:pt x="316"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37"/>
            <p:cNvSpPr/>
            <p:nvPr/>
          </p:nvSpPr>
          <p:spPr>
            <a:xfrm>
              <a:off x="2331375" y="1517825"/>
              <a:ext cx="10125" cy="10150"/>
            </a:xfrm>
            <a:custGeom>
              <a:rect b="b" l="l" r="r" t="t"/>
              <a:pathLst>
                <a:path extrusionOk="0" h="406" w="405">
                  <a:moveTo>
                    <a:pt x="203" y="0"/>
                  </a:moveTo>
                  <a:cubicBezTo>
                    <a:pt x="91" y="0"/>
                    <a:pt x="0" y="91"/>
                    <a:pt x="0" y="203"/>
                  </a:cubicBezTo>
                  <a:cubicBezTo>
                    <a:pt x="0" y="315"/>
                    <a:pt x="91" y="406"/>
                    <a:pt x="203" y="406"/>
                  </a:cubicBezTo>
                  <a:cubicBezTo>
                    <a:pt x="315" y="406"/>
                    <a:pt x="405" y="315"/>
                    <a:pt x="405" y="203"/>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37"/>
            <p:cNvSpPr/>
            <p:nvPr/>
          </p:nvSpPr>
          <p:spPr>
            <a:xfrm>
              <a:off x="2361650" y="1517825"/>
              <a:ext cx="10150" cy="10150"/>
            </a:xfrm>
            <a:custGeom>
              <a:rect b="b" l="l" r="r" t="t"/>
              <a:pathLst>
                <a:path extrusionOk="0" h="406" w="406">
                  <a:moveTo>
                    <a:pt x="203" y="0"/>
                  </a:moveTo>
                  <a:cubicBezTo>
                    <a:pt x="92" y="0"/>
                    <a:pt x="1" y="91"/>
                    <a:pt x="1" y="203"/>
                  </a:cubicBezTo>
                  <a:cubicBezTo>
                    <a:pt x="1" y="315"/>
                    <a:pt x="92" y="406"/>
                    <a:pt x="203" y="406"/>
                  </a:cubicBezTo>
                  <a:cubicBezTo>
                    <a:pt x="315" y="406"/>
                    <a:pt x="406" y="315"/>
                    <a:pt x="406" y="203"/>
                  </a:cubicBezTo>
                  <a:cubicBezTo>
                    <a:pt x="406"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37"/>
            <p:cNvSpPr/>
            <p:nvPr/>
          </p:nvSpPr>
          <p:spPr>
            <a:xfrm>
              <a:off x="2391925" y="1517825"/>
              <a:ext cx="10175" cy="10150"/>
            </a:xfrm>
            <a:custGeom>
              <a:rect b="b" l="l" r="r" t="t"/>
              <a:pathLst>
                <a:path extrusionOk="0" h="406" w="407">
                  <a:moveTo>
                    <a:pt x="204" y="0"/>
                  </a:moveTo>
                  <a:cubicBezTo>
                    <a:pt x="91" y="0"/>
                    <a:pt x="1" y="91"/>
                    <a:pt x="1" y="203"/>
                  </a:cubicBezTo>
                  <a:cubicBezTo>
                    <a:pt x="1" y="315"/>
                    <a:pt x="91" y="406"/>
                    <a:pt x="204" y="406"/>
                  </a:cubicBezTo>
                  <a:cubicBezTo>
                    <a:pt x="315" y="406"/>
                    <a:pt x="406" y="315"/>
                    <a:pt x="406" y="203"/>
                  </a:cubicBezTo>
                  <a:cubicBezTo>
                    <a:pt x="406" y="91"/>
                    <a:pt x="315"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37"/>
            <p:cNvSpPr/>
            <p:nvPr/>
          </p:nvSpPr>
          <p:spPr>
            <a:xfrm>
              <a:off x="2422225" y="1517825"/>
              <a:ext cx="10150" cy="10150"/>
            </a:xfrm>
            <a:custGeom>
              <a:rect b="b" l="l" r="r" t="t"/>
              <a:pathLst>
                <a:path extrusionOk="0" h="406" w="406">
                  <a:moveTo>
                    <a:pt x="203" y="0"/>
                  </a:moveTo>
                  <a:cubicBezTo>
                    <a:pt x="91" y="0"/>
                    <a:pt x="0" y="91"/>
                    <a:pt x="0" y="203"/>
                  </a:cubicBezTo>
                  <a:cubicBezTo>
                    <a:pt x="0" y="315"/>
                    <a:pt x="91" y="406"/>
                    <a:pt x="203" y="406"/>
                  </a:cubicBezTo>
                  <a:cubicBezTo>
                    <a:pt x="315" y="406"/>
                    <a:pt x="406" y="315"/>
                    <a:pt x="406" y="203"/>
                  </a:cubicBezTo>
                  <a:cubicBezTo>
                    <a:pt x="406"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37"/>
            <p:cNvSpPr/>
            <p:nvPr/>
          </p:nvSpPr>
          <p:spPr>
            <a:xfrm>
              <a:off x="2452500" y="1517825"/>
              <a:ext cx="10150" cy="10150"/>
            </a:xfrm>
            <a:custGeom>
              <a:rect b="b" l="l" r="r" t="t"/>
              <a:pathLst>
                <a:path extrusionOk="0" h="406" w="406">
                  <a:moveTo>
                    <a:pt x="203" y="0"/>
                  </a:moveTo>
                  <a:cubicBezTo>
                    <a:pt x="91" y="0"/>
                    <a:pt x="1" y="91"/>
                    <a:pt x="1" y="203"/>
                  </a:cubicBezTo>
                  <a:cubicBezTo>
                    <a:pt x="1" y="315"/>
                    <a:pt x="91" y="406"/>
                    <a:pt x="203" y="406"/>
                  </a:cubicBezTo>
                  <a:cubicBezTo>
                    <a:pt x="315" y="406"/>
                    <a:pt x="405" y="315"/>
                    <a:pt x="405" y="203"/>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37"/>
            <p:cNvSpPr/>
            <p:nvPr/>
          </p:nvSpPr>
          <p:spPr>
            <a:xfrm>
              <a:off x="2482800" y="1517825"/>
              <a:ext cx="10125" cy="10150"/>
            </a:xfrm>
            <a:custGeom>
              <a:rect b="b" l="l" r="r" t="t"/>
              <a:pathLst>
                <a:path extrusionOk="0" h="406" w="405">
                  <a:moveTo>
                    <a:pt x="202" y="0"/>
                  </a:moveTo>
                  <a:cubicBezTo>
                    <a:pt x="91" y="0"/>
                    <a:pt x="0" y="91"/>
                    <a:pt x="0" y="203"/>
                  </a:cubicBezTo>
                  <a:cubicBezTo>
                    <a:pt x="0" y="315"/>
                    <a:pt x="91" y="406"/>
                    <a:pt x="202" y="406"/>
                  </a:cubicBezTo>
                  <a:cubicBezTo>
                    <a:pt x="314" y="406"/>
                    <a:pt x="405" y="315"/>
                    <a:pt x="405" y="203"/>
                  </a:cubicBezTo>
                  <a:cubicBezTo>
                    <a:pt x="405" y="91"/>
                    <a:pt x="314"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37"/>
            <p:cNvSpPr/>
            <p:nvPr/>
          </p:nvSpPr>
          <p:spPr>
            <a:xfrm>
              <a:off x="2513075" y="1517825"/>
              <a:ext cx="10150" cy="10150"/>
            </a:xfrm>
            <a:custGeom>
              <a:rect b="b" l="l" r="r" t="t"/>
              <a:pathLst>
                <a:path extrusionOk="0" h="406" w="406">
                  <a:moveTo>
                    <a:pt x="203" y="0"/>
                  </a:moveTo>
                  <a:cubicBezTo>
                    <a:pt x="91" y="0"/>
                    <a:pt x="1" y="91"/>
                    <a:pt x="1" y="203"/>
                  </a:cubicBezTo>
                  <a:cubicBezTo>
                    <a:pt x="1" y="315"/>
                    <a:pt x="91" y="406"/>
                    <a:pt x="203" y="406"/>
                  </a:cubicBezTo>
                  <a:cubicBezTo>
                    <a:pt x="314" y="406"/>
                    <a:pt x="405" y="315"/>
                    <a:pt x="405" y="203"/>
                  </a:cubicBezTo>
                  <a:cubicBezTo>
                    <a:pt x="405" y="91"/>
                    <a:pt x="314"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37"/>
            <p:cNvSpPr/>
            <p:nvPr/>
          </p:nvSpPr>
          <p:spPr>
            <a:xfrm>
              <a:off x="2543350" y="1517825"/>
              <a:ext cx="10150" cy="10150"/>
            </a:xfrm>
            <a:custGeom>
              <a:rect b="b" l="l" r="r" t="t"/>
              <a:pathLst>
                <a:path extrusionOk="0" h="406" w="406">
                  <a:moveTo>
                    <a:pt x="204" y="0"/>
                  </a:moveTo>
                  <a:cubicBezTo>
                    <a:pt x="91" y="0"/>
                    <a:pt x="0" y="91"/>
                    <a:pt x="0" y="203"/>
                  </a:cubicBezTo>
                  <a:cubicBezTo>
                    <a:pt x="0" y="315"/>
                    <a:pt x="91" y="406"/>
                    <a:pt x="204" y="406"/>
                  </a:cubicBezTo>
                  <a:cubicBezTo>
                    <a:pt x="315" y="406"/>
                    <a:pt x="406" y="315"/>
                    <a:pt x="406" y="203"/>
                  </a:cubicBezTo>
                  <a:cubicBezTo>
                    <a:pt x="406" y="91"/>
                    <a:pt x="315"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37"/>
            <p:cNvSpPr/>
            <p:nvPr/>
          </p:nvSpPr>
          <p:spPr>
            <a:xfrm>
              <a:off x="2573625" y="1517825"/>
              <a:ext cx="10175" cy="10150"/>
            </a:xfrm>
            <a:custGeom>
              <a:rect b="b" l="l" r="r" t="t"/>
              <a:pathLst>
                <a:path extrusionOk="0" h="406" w="407">
                  <a:moveTo>
                    <a:pt x="203" y="0"/>
                  </a:moveTo>
                  <a:cubicBezTo>
                    <a:pt x="92" y="0"/>
                    <a:pt x="1" y="91"/>
                    <a:pt x="1" y="203"/>
                  </a:cubicBezTo>
                  <a:cubicBezTo>
                    <a:pt x="1" y="315"/>
                    <a:pt x="92" y="406"/>
                    <a:pt x="203" y="406"/>
                  </a:cubicBezTo>
                  <a:cubicBezTo>
                    <a:pt x="316" y="406"/>
                    <a:pt x="406" y="315"/>
                    <a:pt x="406" y="203"/>
                  </a:cubicBezTo>
                  <a:cubicBezTo>
                    <a:pt x="406" y="91"/>
                    <a:pt x="316"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37"/>
            <p:cNvSpPr/>
            <p:nvPr/>
          </p:nvSpPr>
          <p:spPr>
            <a:xfrm>
              <a:off x="2603925" y="1517825"/>
              <a:ext cx="10125" cy="10150"/>
            </a:xfrm>
            <a:custGeom>
              <a:rect b="b" l="l" r="r" t="t"/>
              <a:pathLst>
                <a:path extrusionOk="0" h="406" w="405">
                  <a:moveTo>
                    <a:pt x="203" y="0"/>
                  </a:moveTo>
                  <a:cubicBezTo>
                    <a:pt x="91" y="0"/>
                    <a:pt x="0" y="91"/>
                    <a:pt x="0" y="203"/>
                  </a:cubicBezTo>
                  <a:cubicBezTo>
                    <a:pt x="0" y="315"/>
                    <a:pt x="91" y="406"/>
                    <a:pt x="203" y="406"/>
                  </a:cubicBezTo>
                  <a:cubicBezTo>
                    <a:pt x="314" y="406"/>
                    <a:pt x="405" y="315"/>
                    <a:pt x="405" y="203"/>
                  </a:cubicBezTo>
                  <a:cubicBezTo>
                    <a:pt x="405" y="91"/>
                    <a:pt x="314"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37"/>
            <p:cNvSpPr/>
            <p:nvPr/>
          </p:nvSpPr>
          <p:spPr>
            <a:xfrm>
              <a:off x="2301075" y="1548100"/>
              <a:ext cx="10175" cy="10150"/>
            </a:xfrm>
            <a:custGeom>
              <a:rect b="b" l="l" r="r" t="t"/>
              <a:pathLst>
                <a:path extrusionOk="0" h="406" w="407">
                  <a:moveTo>
                    <a:pt x="204" y="1"/>
                  </a:moveTo>
                  <a:cubicBezTo>
                    <a:pt x="92" y="1"/>
                    <a:pt x="1" y="91"/>
                    <a:pt x="1" y="203"/>
                  </a:cubicBezTo>
                  <a:cubicBezTo>
                    <a:pt x="1" y="315"/>
                    <a:pt x="92" y="405"/>
                    <a:pt x="204" y="405"/>
                  </a:cubicBezTo>
                  <a:cubicBezTo>
                    <a:pt x="316" y="405"/>
                    <a:pt x="406" y="315"/>
                    <a:pt x="406" y="203"/>
                  </a:cubicBezTo>
                  <a:cubicBezTo>
                    <a:pt x="406" y="91"/>
                    <a:pt x="316"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37"/>
            <p:cNvSpPr/>
            <p:nvPr/>
          </p:nvSpPr>
          <p:spPr>
            <a:xfrm>
              <a:off x="2331375" y="1548100"/>
              <a:ext cx="10125" cy="10150"/>
            </a:xfrm>
            <a:custGeom>
              <a:rect b="b" l="l" r="r" t="t"/>
              <a:pathLst>
                <a:path extrusionOk="0" h="406" w="405">
                  <a:moveTo>
                    <a:pt x="203" y="1"/>
                  </a:moveTo>
                  <a:cubicBezTo>
                    <a:pt x="91" y="1"/>
                    <a:pt x="0" y="91"/>
                    <a:pt x="0" y="203"/>
                  </a:cubicBezTo>
                  <a:cubicBezTo>
                    <a:pt x="0" y="315"/>
                    <a:pt x="91" y="405"/>
                    <a:pt x="203" y="405"/>
                  </a:cubicBezTo>
                  <a:cubicBezTo>
                    <a:pt x="315" y="405"/>
                    <a:pt x="405" y="315"/>
                    <a:pt x="405" y="203"/>
                  </a:cubicBezTo>
                  <a:cubicBezTo>
                    <a:pt x="405" y="91"/>
                    <a:pt x="315"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37"/>
            <p:cNvSpPr/>
            <p:nvPr/>
          </p:nvSpPr>
          <p:spPr>
            <a:xfrm>
              <a:off x="2361650" y="1548100"/>
              <a:ext cx="10150" cy="10150"/>
            </a:xfrm>
            <a:custGeom>
              <a:rect b="b" l="l" r="r" t="t"/>
              <a:pathLst>
                <a:path extrusionOk="0" h="406" w="406">
                  <a:moveTo>
                    <a:pt x="203" y="1"/>
                  </a:moveTo>
                  <a:cubicBezTo>
                    <a:pt x="92" y="1"/>
                    <a:pt x="1" y="91"/>
                    <a:pt x="1" y="203"/>
                  </a:cubicBezTo>
                  <a:cubicBezTo>
                    <a:pt x="1" y="315"/>
                    <a:pt x="92" y="405"/>
                    <a:pt x="203" y="405"/>
                  </a:cubicBezTo>
                  <a:cubicBezTo>
                    <a:pt x="315" y="405"/>
                    <a:pt x="406" y="315"/>
                    <a:pt x="406" y="203"/>
                  </a:cubicBezTo>
                  <a:cubicBezTo>
                    <a:pt x="406" y="91"/>
                    <a:pt x="315"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37"/>
            <p:cNvSpPr/>
            <p:nvPr/>
          </p:nvSpPr>
          <p:spPr>
            <a:xfrm>
              <a:off x="2391925" y="1548100"/>
              <a:ext cx="10175" cy="10150"/>
            </a:xfrm>
            <a:custGeom>
              <a:rect b="b" l="l" r="r" t="t"/>
              <a:pathLst>
                <a:path extrusionOk="0" h="406" w="407">
                  <a:moveTo>
                    <a:pt x="204" y="1"/>
                  </a:moveTo>
                  <a:cubicBezTo>
                    <a:pt x="91" y="1"/>
                    <a:pt x="1" y="91"/>
                    <a:pt x="1" y="203"/>
                  </a:cubicBezTo>
                  <a:cubicBezTo>
                    <a:pt x="1" y="315"/>
                    <a:pt x="91" y="405"/>
                    <a:pt x="204" y="405"/>
                  </a:cubicBezTo>
                  <a:cubicBezTo>
                    <a:pt x="315" y="405"/>
                    <a:pt x="406" y="315"/>
                    <a:pt x="406" y="203"/>
                  </a:cubicBezTo>
                  <a:cubicBezTo>
                    <a:pt x="406" y="91"/>
                    <a:pt x="315"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37"/>
            <p:cNvSpPr/>
            <p:nvPr/>
          </p:nvSpPr>
          <p:spPr>
            <a:xfrm>
              <a:off x="2422225" y="1548100"/>
              <a:ext cx="10150" cy="10150"/>
            </a:xfrm>
            <a:custGeom>
              <a:rect b="b" l="l" r="r" t="t"/>
              <a:pathLst>
                <a:path extrusionOk="0" h="406" w="406">
                  <a:moveTo>
                    <a:pt x="203" y="1"/>
                  </a:moveTo>
                  <a:cubicBezTo>
                    <a:pt x="91" y="1"/>
                    <a:pt x="0" y="91"/>
                    <a:pt x="0" y="203"/>
                  </a:cubicBezTo>
                  <a:cubicBezTo>
                    <a:pt x="0" y="315"/>
                    <a:pt x="91" y="405"/>
                    <a:pt x="203" y="405"/>
                  </a:cubicBezTo>
                  <a:cubicBezTo>
                    <a:pt x="315" y="405"/>
                    <a:pt x="406" y="315"/>
                    <a:pt x="406" y="203"/>
                  </a:cubicBezTo>
                  <a:cubicBezTo>
                    <a:pt x="406" y="91"/>
                    <a:pt x="315"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37"/>
            <p:cNvSpPr/>
            <p:nvPr/>
          </p:nvSpPr>
          <p:spPr>
            <a:xfrm>
              <a:off x="2452500" y="1548100"/>
              <a:ext cx="10150" cy="10150"/>
            </a:xfrm>
            <a:custGeom>
              <a:rect b="b" l="l" r="r" t="t"/>
              <a:pathLst>
                <a:path extrusionOk="0" h="406" w="406">
                  <a:moveTo>
                    <a:pt x="203" y="1"/>
                  </a:moveTo>
                  <a:cubicBezTo>
                    <a:pt x="91" y="1"/>
                    <a:pt x="1" y="91"/>
                    <a:pt x="1" y="203"/>
                  </a:cubicBezTo>
                  <a:cubicBezTo>
                    <a:pt x="1" y="315"/>
                    <a:pt x="91" y="405"/>
                    <a:pt x="203" y="405"/>
                  </a:cubicBezTo>
                  <a:cubicBezTo>
                    <a:pt x="315" y="405"/>
                    <a:pt x="405" y="315"/>
                    <a:pt x="405" y="203"/>
                  </a:cubicBezTo>
                  <a:cubicBezTo>
                    <a:pt x="405" y="91"/>
                    <a:pt x="315"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37"/>
            <p:cNvSpPr/>
            <p:nvPr/>
          </p:nvSpPr>
          <p:spPr>
            <a:xfrm>
              <a:off x="2482800" y="1548100"/>
              <a:ext cx="10125" cy="10150"/>
            </a:xfrm>
            <a:custGeom>
              <a:rect b="b" l="l" r="r" t="t"/>
              <a:pathLst>
                <a:path extrusionOk="0" h="406" w="405">
                  <a:moveTo>
                    <a:pt x="202" y="1"/>
                  </a:moveTo>
                  <a:cubicBezTo>
                    <a:pt x="91" y="1"/>
                    <a:pt x="0" y="91"/>
                    <a:pt x="0" y="203"/>
                  </a:cubicBezTo>
                  <a:cubicBezTo>
                    <a:pt x="0" y="315"/>
                    <a:pt x="91" y="405"/>
                    <a:pt x="202" y="405"/>
                  </a:cubicBezTo>
                  <a:cubicBezTo>
                    <a:pt x="314" y="405"/>
                    <a:pt x="405" y="315"/>
                    <a:pt x="405" y="203"/>
                  </a:cubicBezTo>
                  <a:cubicBezTo>
                    <a:pt x="405" y="91"/>
                    <a:pt x="314"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37"/>
            <p:cNvSpPr/>
            <p:nvPr/>
          </p:nvSpPr>
          <p:spPr>
            <a:xfrm>
              <a:off x="2513075" y="1548100"/>
              <a:ext cx="10150" cy="10150"/>
            </a:xfrm>
            <a:custGeom>
              <a:rect b="b" l="l" r="r" t="t"/>
              <a:pathLst>
                <a:path extrusionOk="0" h="406" w="406">
                  <a:moveTo>
                    <a:pt x="203" y="1"/>
                  </a:moveTo>
                  <a:cubicBezTo>
                    <a:pt x="91" y="1"/>
                    <a:pt x="1" y="91"/>
                    <a:pt x="1" y="203"/>
                  </a:cubicBezTo>
                  <a:cubicBezTo>
                    <a:pt x="1" y="315"/>
                    <a:pt x="91" y="405"/>
                    <a:pt x="203" y="405"/>
                  </a:cubicBezTo>
                  <a:cubicBezTo>
                    <a:pt x="314" y="405"/>
                    <a:pt x="405" y="315"/>
                    <a:pt x="405" y="203"/>
                  </a:cubicBezTo>
                  <a:cubicBezTo>
                    <a:pt x="405" y="91"/>
                    <a:pt x="314"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37"/>
            <p:cNvSpPr/>
            <p:nvPr/>
          </p:nvSpPr>
          <p:spPr>
            <a:xfrm>
              <a:off x="2543350" y="1548100"/>
              <a:ext cx="10150" cy="10150"/>
            </a:xfrm>
            <a:custGeom>
              <a:rect b="b" l="l" r="r" t="t"/>
              <a:pathLst>
                <a:path extrusionOk="0" h="406" w="406">
                  <a:moveTo>
                    <a:pt x="204" y="1"/>
                  </a:moveTo>
                  <a:cubicBezTo>
                    <a:pt x="91" y="1"/>
                    <a:pt x="0" y="91"/>
                    <a:pt x="0" y="203"/>
                  </a:cubicBezTo>
                  <a:cubicBezTo>
                    <a:pt x="0" y="315"/>
                    <a:pt x="91" y="405"/>
                    <a:pt x="204" y="405"/>
                  </a:cubicBezTo>
                  <a:cubicBezTo>
                    <a:pt x="315" y="405"/>
                    <a:pt x="406" y="315"/>
                    <a:pt x="406" y="203"/>
                  </a:cubicBezTo>
                  <a:cubicBezTo>
                    <a:pt x="406" y="91"/>
                    <a:pt x="315"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37"/>
            <p:cNvSpPr/>
            <p:nvPr/>
          </p:nvSpPr>
          <p:spPr>
            <a:xfrm>
              <a:off x="2573625" y="1548100"/>
              <a:ext cx="10175" cy="10150"/>
            </a:xfrm>
            <a:custGeom>
              <a:rect b="b" l="l" r="r" t="t"/>
              <a:pathLst>
                <a:path extrusionOk="0" h="406" w="407">
                  <a:moveTo>
                    <a:pt x="203" y="1"/>
                  </a:moveTo>
                  <a:cubicBezTo>
                    <a:pt x="92" y="1"/>
                    <a:pt x="1" y="91"/>
                    <a:pt x="1" y="203"/>
                  </a:cubicBezTo>
                  <a:cubicBezTo>
                    <a:pt x="1" y="315"/>
                    <a:pt x="92" y="405"/>
                    <a:pt x="203" y="405"/>
                  </a:cubicBezTo>
                  <a:cubicBezTo>
                    <a:pt x="316" y="405"/>
                    <a:pt x="406" y="315"/>
                    <a:pt x="406" y="203"/>
                  </a:cubicBezTo>
                  <a:cubicBezTo>
                    <a:pt x="406" y="91"/>
                    <a:pt x="316"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37"/>
            <p:cNvSpPr/>
            <p:nvPr/>
          </p:nvSpPr>
          <p:spPr>
            <a:xfrm>
              <a:off x="2603925" y="1548100"/>
              <a:ext cx="10125" cy="10150"/>
            </a:xfrm>
            <a:custGeom>
              <a:rect b="b" l="l" r="r" t="t"/>
              <a:pathLst>
                <a:path extrusionOk="0" h="406" w="405">
                  <a:moveTo>
                    <a:pt x="203" y="1"/>
                  </a:moveTo>
                  <a:cubicBezTo>
                    <a:pt x="91" y="1"/>
                    <a:pt x="0" y="91"/>
                    <a:pt x="0" y="203"/>
                  </a:cubicBezTo>
                  <a:cubicBezTo>
                    <a:pt x="0" y="315"/>
                    <a:pt x="91" y="405"/>
                    <a:pt x="203" y="405"/>
                  </a:cubicBezTo>
                  <a:cubicBezTo>
                    <a:pt x="314" y="405"/>
                    <a:pt x="405" y="315"/>
                    <a:pt x="405" y="203"/>
                  </a:cubicBezTo>
                  <a:cubicBezTo>
                    <a:pt x="405" y="91"/>
                    <a:pt x="314"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37"/>
            <p:cNvSpPr/>
            <p:nvPr/>
          </p:nvSpPr>
          <p:spPr>
            <a:xfrm>
              <a:off x="2301075" y="1578400"/>
              <a:ext cx="10175" cy="10125"/>
            </a:xfrm>
            <a:custGeom>
              <a:rect b="b" l="l" r="r" t="t"/>
              <a:pathLst>
                <a:path extrusionOk="0" h="405" w="407">
                  <a:moveTo>
                    <a:pt x="204" y="0"/>
                  </a:moveTo>
                  <a:cubicBezTo>
                    <a:pt x="92" y="0"/>
                    <a:pt x="1" y="91"/>
                    <a:pt x="1" y="202"/>
                  </a:cubicBezTo>
                  <a:cubicBezTo>
                    <a:pt x="1" y="314"/>
                    <a:pt x="92" y="405"/>
                    <a:pt x="204" y="405"/>
                  </a:cubicBezTo>
                  <a:cubicBezTo>
                    <a:pt x="316" y="405"/>
                    <a:pt x="406" y="314"/>
                    <a:pt x="406" y="202"/>
                  </a:cubicBezTo>
                  <a:cubicBezTo>
                    <a:pt x="406" y="91"/>
                    <a:pt x="316"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37"/>
            <p:cNvSpPr/>
            <p:nvPr/>
          </p:nvSpPr>
          <p:spPr>
            <a:xfrm>
              <a:off x="2331375" y="1578400"/>
              <a:ext cx="10125" cy="10125"/>
            </a:xfrm>
            <a:custGeom>
              <a:rect b="b" l="l" r="r" t="t"/>
              <a:pathLst>
                <a:path extrusionOk="0" h="405" w="405">
                  <a:moveTo>
                    <a:pt x="203" y="0"/>
                  </a:moveTo>
                  <a:cubicBezTo>
                    <a:pt x="91" y="0"/>
                    <a:pt x="0" y="91"/>
                    <a:pt x="0" y="202"/>
                  </a:cubicBezTo>
                  <a:cubicBezTo>
                    <a:pt x="0" y="314"/>
                    <a:pt x="91" y="405"/>
                    <a:pt x="203" y="405"/>
                  </a:cubicBezTo>
                  <a:cubicBezTo>
                    <a:pt x="315" y="405"/>
                    <a:pt x="405" y="314"/>
                    <a:pt x="405" y="202"/>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37"/>
            <p:cNvSpPr/>
            <p:nvPr/>
          </p:nvSpPr>
          <p:spPr>
            <a:xfrm>
              <a:off x="2422225" y="1578400"/>
              <a:ext cx="10150" cy="10125"/>
            </a:xfrm>
            <a:custGeom>
              <a:rect b="b" l="l" r="r" t="t"/>
              <a:pathLst>
                <a:path extrusionOk="0" h="405" w="406">
                  <a:moveTo>
                    <a:pt x="203" y="0"/>
                  </a:moveTo>
                  <a:cubicBezTo>
                    <a:pt x="91" y="0"/>
                    <a:pt x="0" y="91"/>
                    <a:pt x="0" y="202"/>
                  </a:cubicBezTo>
                  <a:cubicBezTo>
                    <a:pt x="0" y="314"/>
                    <a:pt x="91" y="405"/>
                    <a:pt x="203" y="405"/>
                  </a:cubicBezTo>
                  <a:cubicBezTo>
                    <a:pt x="315" y="405"/>
                    <a:pt x="406" y="314"/>
                    <a:pt x="406" y="202"/>
                  </a:cubicBezTo>
                  <a:cubicBezTo>
                    <a:pt x="406"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37"/>
            <p:cNvSpPr/>
            <p:nvPr/>
          </p:nvSpPr>
          <p:spPr>
            <a:xfrm>
              <a:off x="2452500" y="1578400"/>
              <a:ext cx="10150" cy="10125"/>
            </a:xfrm>
            <a:custGeom>
              <a:rect b="b" l="l" r="r" t="t"/>
              <a:pathLst>
                <a:path extrusionOk="0" h="405" w="406">
                  <a:moveTo>
                    <a:pt x="203" y="0"/>
                  </a:moveTo>
                  <a:cubicBezTo>
                    <a:pt x="91" y="0"/>
                    <a:pt x="1" y="91"/>
                    <a:pt x="1" y="202"/>
                  </a:cubicBezTo>
                  <a:cubicBezTo>
                    <a:pt x="1" y="314"/>
                    <a:pt x="91" y="405"/>
                    <a:pt x="203" y="405"/>
                  </a:cubicBezTo>
                  <a:cubicBezTo>
                    <a:pt x="315" y="405"/>
                    <a:pt x="405" y="314"/>
                    <a:pt x="405" y="202"/>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37"/>
            <p:cNvSpPr/>
            <p:nvPr/>
          </p:nvSpPr>
          <p:spPr>
            <a:xfrm>
              <a:off x="2482800" y="1578400"/>
              <a:ext cx="10125" cy="10125"/>
            </a:xfrm>
            <a:custGeom>
              <a:rect b="b" l="l" r="r" t="t"/>
              <a:pathLst>
                <a:path extrusionOk="0" h="405" w="405">
                  <a:moveTo>
                    <a:pt x="202" y="0"/>
                  </a:moveTo>
                  <a:cubicBezTo>
                    <a:pt x="91" y="0"/>
                    <a:pt x="0" y="91"/>
                    <a:pt x="0" y="202"/>
                  </a:cubicBezTo>
                  <a:cubicBezTo>
                    <a:pt x="0" y="314"/>
                    <a:pt x="91" y="405"/>
                    <a:pt x="202" y="405"/>
                  </a:cubicBezTo>
                  <a:cubicBezTo>
                    <a:pt x="314" y="405"/>
                    <a:pt x="405" y="314"/>
                    <a:pt x="405" y="202"/>
                  </a:cubicBezTo>
                  <a:cubicBezTo>
                    <a:pt x="405" y="91"/>
                    <a:pt x="314"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37"/>
            <p:cNvSpPr/>
            <p:nvPr/>
          </p:nvSpPr>
          <p:spPr>
            <a:xfrm>
              <a:off x="2573625" y="1578400"/>
              <a:ext cx="10175" cy="10125"/>
            </a:xfrm>
            <a:custGeom>
              <a:rect b="b" l="l" r="r" t="t"/>
              <a:pathLst>
                <a:path extrusionOk="0" h="405" w="407">
                  <a:moveTo>
                    <a:pt x="203" y="0"/>
                  </a:moveTo>
                  <a:cubicBezTo>
                    <a:pt x="92" y="0"/>
                    <a:pt x="1" y="91"/>
                    <a:pt x="1" y="202"/>
                  </a:cubicBezTo>
                  <a:cubicBezTo>
                    <a:pt x="1" y="314"/>
                    <a:pt x="92" y="405"/>
                    <a:pt x="203" y="405"/>
                  </a:cubicBezTo>
                  <a:cubicBezTo>
                    <a:pt x="316" y="405"/>
                    <a:pt x="406" y="314"/>
                    <a:pt x="406" y="202"/>
                  </a:cubicBezTo>
                  <a:cubicBezTo>
                    <a:pt x="406" y="91"/>
                    <a:pt x="316"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37"/>
            <p:cNvSpPr/>
            <p:nvPr/>
          </p:nvSpPr>
          <p:spPr>
            <a:xfrm>
              <a:off x="2603925" y="1578400"/>
              <a:ext cx="10125" cy="10125"/>
            </a:xfrm>
            <a:custGeom>
              <a:rect b="b" l="l" r="r" t="t"/>
              <a:pathLst>
                <a:path extrusionOk="0" h="405" w="405">
                  <a:moveTo>
                    <a:pt x="203" y="0"/>
                  </a:moveTo>
                  <a:cubicBezTo>
                    <a:pt x="91" y="0"/>
                    <a:pt x="0" y="91"/>
                    <a:pt x="0" y="202"/>
                  </a:cubicBezTo>
                  <a:cubicBezTo>
                    <a:pt x="0" y="314"/>
                    <a:pt x="91" y="405"/>
                    <a:pt x="203" y="405"/>
                  </a:cubicBezTo>
                  <a:cubicBezTo>
                    <a:pt x="314" y="405"/>
                    <a:pt x="405" y="314"/>
                    <a:pt x="405" y="202"/>
                  </a:cubicBezTo>
                  <a:cubicBezTo>
                    <a:pt x="405" y="91"/>
                    <a:pt x="314"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37"/>
            <p:cNvSpPr/>
            <p:nvPr/>
          </p:nvSpPr>
          <p:spPr>
            <a:xfrm>
              <a:off x="2276100" y="1485700"/>
              <a:ext cx="362925" cy="155225"/>
            </a:xfrm>
            <a:custGeom>
              <a:rect b="b" l="l" r="r" t="t"/>
              <a:pathLst>
                <a:path extrusionOk="0" h="6209" w="14517">
                  <a:moveTo>
                    <a:pt x="13491" y="1025"/>
                  </a:moveTo>
                  <a:lnTo>
                    <a:pt x="13491" y="4404"/>
                  </a:lnTo>
                  <a:cubicBezTo>
                    <a:pt x="13491" y="4806"/>
                    <a:pt x="13193" y="5148"/>
                    <a:pt x="12811" y="5178"/>
                  </a:cubicBezTo>
                  <a:cubicBezTo>
                    <a:pt x="12789" y="5180"/>
                    <a:pt x="12769" y="5180"/>
                    <a:pt x="12747" y="5180"/>
                  </a:cubicBezTo>
                  <a:cubicBezTo>
                    <a:pt x="12416" y="5180"/>
                    <a:pt x="12127" y="4958"/>
                    <a:pt x="12034" y="4648"/>
                  </a:cubicBezTo>
                  <a:lnTo>
                    <a:pt x="12027" y="4286"/>
                  </a:lnTo>
                  <a:cubicBezTo>
                    <a:pt x="12005" y="3192"/>
                    <a:pt x="11096" y="2301"/>
                    <a:pt x="10002" y="2301"/>
                  </a:cubicBezTo>
                  <a:lnTo>
                    <a:pt x="9996" y="2301"/>
                  </a:lnTo>
                  <a:cubicBezTo>
                    <a:pt x="8882" y="2301"/>
                    <a:pt x="7973" y="3208"/>
                    <a:pt x="7970" y="4323"/>
                  </a:cubicBezTo>
                  <a:lnTo>
                    <a:pt x="7970" y="4655"/>
                  </a:lnTo>
                  <a:cubicBezTo>
                    <a:pt x="7878" y="4962"/>
                    <a:pt x="7589" y="5180"/>
                    <a:pt x="7261" y="5180"/>
                  </a:cubicBezTo>
                  <a:cubicBezTo>
                    <a:pt x="6926" y="5180"/>
                    <a:pt x="6637" y="4958"/>
                    <a:pt x="6545" y="4648"/>
                  </a:cubicBezTo>
                  <a:lnTo>
                    <a:pt x="6539" y="4282"/>
                  </a:lnTo>
                  <a:cubicBezTo>
                    <a:pt x="6516" y="3190"/>
                    <a:pt x="5607" y="2300"/>
                    <a:pt x="4513" y="2300"/>
                  </a:cubicBezTo>
                  <a:cubicBezTo>
                    <a:pt x="3413" y="2300"/>
                    <a:pt x="2503" y="3197"/>
                    <a:pt x="2488" y="4297"/>
                  </a:cubicBezTo>
                  <a:lnTo>
                    <a:pt x="2485" y="4648"/>
                  </a:lnTo>
                  <a:cubicBezTo>
                    <a:pt x="2393" y="4962"/>
                    <a:pt x="2104" y="5180"/>
                    <a:pt x="1772" y="5180"/>
                  </a:cubicBezTo>
                  <a:cubicBezTo>
                    <a:pt x="1750" y="5180"/>
                    <a:pt x="1729" y="5180"/>
                    <a:pt x="1707" y="5177"/>
                  </a:cubicBezTo>
                  <a:cubicBezTo>
                    <a:pt x="1327" y="5146"/>
                    <a:pt x="1028" y="4805"/>
                    <a:pt x="1028" y="4403"/>
                  </a:cubicBezTo>
                  <a:lnTo>
                    <a:pt x="1028" y="1025"/>
                  </a:lnTo>
                  <a:close/>
                  <a:moveTo>
                    <a:pt x="1" y="0"/>
                  </a:moveTo>
                  <a:lnTo>
                    <a:pt x="1" y="4402"/>
                  </a:lnTo>
                  <a:cubicBezTo>
                    <a:pt x="1" y="5326"/>
                    <a:pt x="699" y="6123"/>
                    <a:pt x="1623" y="6200"/>
                  </a:cubicBezTo>
                  <a:cubicBezTo>
                    <a:pt x="1672" y="6204"/>
                    <a:pt x="1720" y="6206"/>
                    <a:pt x="1768" y="6206"/>
                  </a:cubicBezTo>
                  <a:cubicBezTo>
                    <a:pt x="2615" y="6206"/>
                    <a:pt x="3348" y="5603"/>
                    <a:pt x="3508" y="4773"/>
                  </a:cubicBezTo>
                  <a:lnTo>
                    <a:pt x="3515" y="4313"/>
                  </a:lnTo>
                  <a:cubicBezTo>
                    <a:pt x="3517" y="4039"/>
                    <a:pt x="3631" y="3793"/>
                    <a:pt x="3810" y="3615"/>
                  </a:cubicBezTo>
                  <a:cubicBezTo>
                    <a:pt x="3992" y="3437"/>
                    <a:pt x="4240" y="3326"/>
                    <a:pt x="4514" y="3326"/>
                  </a:cubicBezTo>
                  <a:cubicBezTo>
                    <a:pt x="5059" y="3326"/>
                    <a:pt x="5501" y="3760"/>
                    <a:pt x="5513" y="4304"/>
                  </a:cubicBezTo>
                  <a:lnTo>
                    <a:pt x="5522" y="4774"/>
                  </a:lnTo>
                  <a:cubicBezTo>
                    <a:pt x="5682" y="5604"/>
                    <a:pt x="6413" y="6207"/>
                    <a:pt x="7258" y="6207"/>
                  </a:cubicBezTo>
                  <a:cubicBezTo>
                    <a:pt x="8107" y="6207"/>
                    <a:pt x="8835" y="5604"/>
                    <a:pt x="8995" y="4774"/>
                  </a:cubicBezTo>
                  <a:lnTo>
                    <a:pt x="8997" y="4323"/>
                  </a:lnTo>
                  <a:cubicBezTo>
                    <a:pt x="8997" y="3773"/>
                    <a:pt x="9446" y="3327"/>
                    <a:pt x="9995" y="3327"/>
                  </a:cubicBezTo>
                  <a:lnTo>
                    <a:pt x="10002" y="3327"/>
                  </a:lnTo>
                  <a:cubicBezTo>
                    <a:pt x="10546" y="3327"/>
                    <a:pt x="10989" y="3761"/>
                    <a:pt x="11000" y="4306"/>
                  </a:cubicBezTo>
                  <a:lnTo>
                    <a:pt x="11009" y="4776"/>
                  </a:lnTo>
                  <a:cubicBezTo>
                    <a:pt x="11169" y="5604"/>
                    <a:pt x="11901" y="6209"/>
                    <a:pt x="12747" y="6209"/>
                  </a:cubicBezTo>
                  <a:cubicBezTo>
                    <a:pt x="12796" y="6209"/>
                    <a:pt x="12845" y="6207"/>
                    <a:pt x="12894" y="6203"/>
                  </a:cubicBezTo>
                  <a:cubicBezTo>
                    <a:pt x="13816" y="6125"/>
                    <a:pt x="14517" y="5329"/>
                    <a:pt x="14517" y="4405"/>
                  </a:cubicBezTo>
                  <a:lnTo>
                    <a:pt x="1451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1" name="Google Shape;2901;p37"/>
          <p:cNvGrpSpPr/>
          <p:nvPr/>
        </p:nvGrpSpPr>
        <p:grpSpPr>
          <a:xfrm>
            <a:off x="1958880" y="260753"/>
            <a:ext cx="215033" cy="215222"/>
            <a:chOff x="5062659" y="967188"/>
            <a:chExt cx="109716" cy="109813"/>
          </a:xfrm>
        </p:grpSpPr>
        <p:sp>
          <p:nvSpPr>
            <p:cNvPr id="2902" name="Google Shape;2902;p37"/>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37"/>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37"/>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5" name="Google Shape;2905;p37"/>
          <p:cNvGrpSpPr/>
          <p:nvPr/>
        </p:nvGrpSpPr>
        <p:grpSpPr>
          <a:xfrm>
            <a:off x="8538165" y="4076460"/>
            <a:ext cx="261189" cy="248344"/>
            <a:chOff x="5164484" y="526738"/>
            <a:chExt cx="133266" cy="126713"/>
          </a:xfrm>
        </p:grpSpPr>
        <p:sp>
          <p:nvSpPr>
            <p:cNvPr id="2906" name="Google Shape;2906;p37"/>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37"/>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8" name="Google Shape;2908;p37"/>
          <p:cNvGrpSpPr/>
          <p:nvPr/>
        </p:nvGrpSpPr>
        <p:grpSpPr>
          <a:xfrm>
            <a:off x="7086730" y="30657"/>
            <a:ext cx="604804" cy="604949"/>
            <a:chOff x="5038846" y="235350"/>
            <a:chExt cx="158691" cy="158738"/>
          </a:xfrm>
        </p:grpSpPr>
        <p:sp>
          <p:nvSpPr>
            <p:cNvPr id="2909" name="Google Shape;2909;p37"/>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37"/>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1" name="Google Shape;2911;p37"/>
          <p:cNvGrpSpPr/>
          <p:nvPr/>
        </p:nvGrpSpPr>
        <p:grpSpPr>
          <a:xfrm rot="-4499923">
            <a:off x="1536415" y="4495945"/>
            <a:ext cx="493778" cy="493820"/>
            <a:chOff x="4431534" y="492938"/>
            <a:chExt cx="251941" cy="251963"/>
          </a:xfrm>
        </p:grpSpPr>
        <p:sp>
          <p:nvSpPr>
            <p:cNvPr id="2912" name="Google Shape;2912;p37"/>
            <p:cNvSpPr/>
            <p:nvPr/>
          </p:nvSpPr>
          <p:spPr>
            <a:xfrm>
              <a:off x="4431534" y="492938"/>
              <a:ext cx="250600" cy="250550"/>
            </a:xfrm>
            <a:custGeom>
              <a:rect b="b" l="l" r="r" t="t"/>
              <a:pathLst>
                <a:path extrusionOk="0" h="10022" w="10024">
                  <a:moveTo>
                    <a:pt x="1" y="0"/>
                  </a:moveTo>
                  <a:lnTo>
                    <a:pt x="1" y="6630"/>
                  </a:lnTo>
                  <a:lnTo>
                    <a:pt x="1" y="6785"/>
                  </a:lnTo>
                  <a:lnTo>
                    <a:pt x="5" y="6785"/>
                  </a:lnTo>
                  <a:cubicBezTo>
                    <a:pt x="87" y="8586"/>
                    <a:pt x="1572" y="10022"/>
                    <a:pt x="3394" y="10022"/>
                  </a:cubicBezTo>
                  <a:cubicBezTo>
                    <a:pt x="5216" y="10022"/>
                    <a:pt x="6702" y="8585"/>
                    <a:pt x="6783" y="6781"/>
                  </a:cubicBezTo>
                  <a:cubicBezTo>
                    <a:pt x="8586" y="6702"/>
                    <a:pt x="10023" y="5216"/>
                    <a:pt x="10023" y="3392"/>
                  </a:cubicBezTo>
                  <a:cubicBezTo>
                    <a:pt x="10023" y="1571"/>
                    <a:pt x="8587" y="85"/>
                    <a:pt x="6786" y="4"/>
                  </a:cubicBezTo>
                  <a:lnTo>
                    <a:pt x="6786" y="0"/>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37"/>
            <p:cNvSpPr/>
            <p:nvPr/>
          </p:nvSpPr>
          <p:spPr>
            <a:xfrm>
              <a:off x="4432925" y="494325"/>
              <a:ext cx="250550" cy="250575"/>
            </a:xfrm>
            <a:custGeom>
              <a:rect b="b" l="l" r="r" t="t"/>
              <a:pathLst>
                <a:path extrusionOk="0" h="10023" w="10022">
                  <a:moveTo>
                    <a:pt x="0" y="1"/>
                  </a:moveTo>
                  <a:lnTo>
                    <a:pt x="0" y="6629"/>
                  </a:lnTo>
                  <a:lnTo>
                    <a:pt x="0" y="6785"/>
                  </a:lnTo>
                  <a:lnTo>
                    <a:pt x="4" y="6785"/>
                  </a:lnTo>
                  <a:lnTo>
                    <a:pt x="4" y="6786"/>
                  </a:lnTo>
                  <a:cubicBezTo>
                    <a:pt x="86" y="8587"/>
                    <a:pt x="1572" y="10023"/>
                    <a:pt x="3393" y="10023"/>
                  </a:cubicBezTo>
                  <a:cubicBezTo>
                    <a:pt x="5216" y="10023"/>
                    <a:pt x="6702" y="8585"/>
                    <a:pt x="6781" y="6782"/>
                  </a:cubicBezTo>
                  <a:cubicBezTo>
                    <a:pt x="8585" y="6702"/>
                    <a:pt x="10022" y="5216"/>
                    <a:pt x="10022" y="3393"/>
                  </a:cubicBezTo>
                  <a:cubicBezTo>
                    <a:pt x="10022" y="1572"/>
                    <a:pt x="8586" y="86"/>
                    <a:pt x="6785" y="4"/>
                  </a:cubicBezTo>
                  <a:lnTo>
                    <a:pt x="678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37"/>
            <p:cNvSpPr/>
            <p:nvPr/>
          </p:nvSpPr>
          <p:spPr>
            <a:xfrm>
              <a:off x="4479625" y="541000"/>
              <a:ext cx="157200" cy="157225"/>
            </a:xfrm>
            <a:custGeom>
              <a:rect b="b" l="l" r="r" t="t"/>
              <a:pathLst>
                <a:path extrusionOk="0" h="6289" w="6288">
                  <a:moveTo>
                    <a:pt x="0" y="1"/>
                  </a:moveTo>
                  <a:lnTo>
                    <a:pt x="0" y="4789"/>
                  </a:lnTo>
                  <a:lnTo>
                    <a:pt x="3" y="4835"/>
                  </a:lnTo>
                  <a:cubicBezTo>
                    <a:pt x="40" y="5650"/>
                    <a:pt x="710" y="6289"/>
                    <a:pt x="1526" y="6289"/>
                  </a:cubicBezTo>
                  <a:cubicBezTo>
                    <a:pt x="2346" y="6289"/>
                    <a:pt x="3013" y="5650"/>
                    <a:pt x="3050" y="4834"/>
                  </a:cubicBezTo>
                  <a:lnTo>
                    <a:pt x="3125" y="3126"/>
                  </a:lnTo>
                  <a:lnTo>
                    <a:pt x="4833" y="3050"/>
                  </a:lnTo>
                  <a:cubicBezTo>
                    <a:pt x="5648" y="3014"/>
                    <a:pt x="6288" y="2345"/>
                    <a:pt x="6288" y="1527"/>
                  </a:cubicBezTo>
                  <a:cubicBezTo>
                    <a:pt x="6288" y="710"/>
                    <a:pt x="5649" y="41"/>
                    <a:pt x="4834" y="4"/>
                  </a:cubicBezTo>
                  <a:lnTo>
                    <a:pt x="47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37"/>
            <p:cNvSpPr/>
            <p:nvPr/>
          </p:nvSpPr>
          <p:spPr>
            <a:xfrm>
              <a:off x="4495100" y="556600"/>
              <a:ext cx="126125" cy="126125"/>
            </a:xfrm>
            <a:custGeom>
              <a:rect b="b" l="l" r="r" t="t"/>
              <a:pathLst>
                <a:path extrusionOk="0" h="5045" w="5045">
                  <a:moveTo>
                    <a:pt x="4155" y="0"/>
                  </a:moveTo>
                  <a:lnTo>
                    <a:pt x="4155" y="3"/>
                  </a:lnTo>
                  <a:lnTo>
                    <a:pt x="0" y="3"/>
                  </a:lnTo>
                  <a:lnTo>
                    <a:pt x="0" y="4154"/>
                  </a:lnTo>
                  <a:lnTo>
                    <a:pt x="1" y="4185"/>
                  </a:lnTo>
                  <a:cubicBezTo>
                    <a:pt x="24" y="4667"/>
                    <a:pt x="419" y="5044"/>
                    <a:pt x="903" y="5044"/>
                  </a:cubicBezTo>
                  <a:cubicBezTo>
                    <a:pt x="1388" y="5044"/>
                    <a:pt x="1785" y="4667"/>
                    <a:pt x="1805" y="4184"/>
                  </a:cubicBezTo>
                  <a:lnTo>
                    <a:pt x="1905" y="1906"/>
                  </a:lnTo>
                  <a:lnTo>
                    <a:pt x="4184" y="1805"/>
                  </a:lnTo>
                  <a:cubicBezTo>
                    <a:pt x="4666" y="1783"/>
                    <a:pt x="5045" y="1387"/>
                    <a:pt x="5045" y="903"/>
                  </a:cubicBezTo>
                  <a:cubicBezTo>
                    <a:pt x="5045" y="420"/>
                    <a:pt x="4668" y="24"/>
                    <a:pt x="4184" y="2"/>
                  </a:cubicBezTo>
                  <a:lnTo>
                    <a:pt x="41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6" name="Google Shape;2916;p37"/>
          <p:cNvGrpSpPr/>
          <p:nvPr/>
        </p:nvGrpSpPr>
        <p:grpSpPr>
          <a:xfrm>
            <a:off x="363555" y="3145797"/>
            <a:ext cx="311029" cy="311029"/>
            <a:chOff x="5035425" y="2779450"/>
            <a:chExt cx="94800" cy="94800"/>
          </a:xfrm>
        </p:grpSpPr>
        <p:sp>
          <p:nvSpPr>
            <p:cNvPr id="2917" name="Google Shape;2917;p37"/>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37"/>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919" name="Shape 2919"/>
        <p:cNvGrpSpPr/>
        <p:nvPr/>
      </p:nvGrpSpPr>
      <p:grpSpPr>
        <a:xfrm>
          <a:off x="0" y="0"/>
          <a:ext cx="0" cy="0"/>
          <a:chOff x="0" y="0"/>
          <a:chExt cx="0" cy="0"/>
        </a:xfrm>
      </p:grpSpPr>
      <p:sp>
        <p:nvSpPr>
          <p:cNvPr id="2920" name="Google Shape;2920;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2921" name="Google Shape;2921;p38"/>
          <p:cNvSpPr txBox="1"/>
          <p:nvPr>
            <p:ph idx="1" type="body"/>
          </p:nvPr>
        </p:nvSpPr>
        <p:spPr>
          <a:xfrm>
            <a:off x="720000" y="1215750"/>
            <a:ext cx="7704000" cy="11127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accent3"/>
              </a:buClr>
              <a:buSzPts val="1400"/>
              <a:buChar char="●"/>
              <a:defRPr sz="1200"/>
            </a:lvl1pPr>
            <a:lvl2pPr indent="-317500" lvl="1" marL="914400">
              <a:lnSpc>
                <a:spcPct val="100000"/>
              </a:lnSpc>
              <a:spcBef>
                <a:spcPts val="0"/>
              </a:spcBef>
              <a:spcAft>
                <a:spcPts val="0"/>
              </a:spcAft>
              <a:buSzPts val="1400"/>
              <a:buChar char="○"/>
              <a:defRPr/>
            </a:lvl2pPr>
            <a:lvl3pPr indent="-317500" lvl="2" marL="1371600">
              <a:lnSpc>
                <a:spcPct val="100000"/>
              </a:lnSpc>
              <a:spcBef>
                <a:spcPts val="0"/>
              </a:spcBef>
              <a:spcAft>
                <a:spcPts val="0"/>
              </a:spcAft>
              <a:buSzPts val="1400"/>
              <a:buChar char="■"/>
              <a:defRPr/>
            </a:lvl3pPr>
            <a:lvl4pPr indent="-317500" lvl="3" marL="1828800">
              <a:lnSpc>
                <a:spcPct val="100000"/>
              </a:lnSpc>
              <a:spcBef>
                <a:spcPts val="0"/>
              </a:spcBef>
              <a:spcAft>
                <a:spcPts val="0"/>
              </a:spcAft>
              <a:buSzPts val="1400"/>
              <a:buChar char="●"/>
              <a:defRPr/>
            </a:lvl4pPr>
            <a:lvl5pPr indent="-317500" lvl="4" marL="2286000">
              <a:lnSpc>
                <a:spcPct val="100000"/>
              </a:lnSpc>
              <a:spcBef>
                <a:spcPts val="0"/>
              </a:spcBef>
              <a:spcAft>
                <a:spcPts val="0"/>
              </a:spcAft>
              <a:buSzPts val="1400"/>
              <a:buChar char="○"/>
              <a:defRPr/>
            </a:lvl5pPr>
            <a:lvl6pPr indent="-317500" lvl="5" marL="2743200">
              <a:lnSpc>
                <a:spcPct val="100000"/>
              </a:lnSpc>
              <a:spcBef>
                <a:spcPts val="0"/>
              </a:spcBef>
              <a:spcAft>
                <a:spcPts val="0"/>
              </a:spcAft>
              <a:buSzPts val="1400"/>
              <a:buChar char="■"/>
              <a:defRPr/>
            </a:lvl6pPr>
            <a:lvl7pPr indent="-317500" lvl="6" marL="3200400">
              <a:lnSpc>
                <a:spcPct val="100000"/>
              </a:lnSpc>
              <a:spcBef>
                <a:spcPts val="0"/>
              </a:spcBef>
              <a:spcAft>
                <a:spcPts val="0"/>
              </a:spcAft>
              <a:buSzPts val="1400"/>
              <a:buChar char="●"/>
              <a:defRPr/>
            </a:lvl7pPr>
            <a:lvl8pPr indent="-317500" lvl="7" marL="3657600">
              <a:lnSpc>
                <a:spcPct val="100000"/>
              </a:lnSpc>
              <a:spcBef>
                <a:spcPts val="0"/>
              </a:spcBef>
              <a:spcAft>
                <a:spcPts val="0"/>
              </a:spcAft>
              <a:buSzPts val="1400"/>
              <a:buChar char="○"/>
              <a:defRPr/>
            </a:lvl8pPr>
            <a:lvl9pPr indent="-317500" lvl="8" marL="4114800">
              <a:lnSpc>
                <a:spcPct val="100000"/>
              </a:lnSpc>
              <a:spcBef>
                <a:spcPts val="0"/>
              </a:spcBef>
              <a:spcAft>
                <a:spcPts val="0"/>
              </a:spcAft>
              <a:buSzPts val="1400"/>
              <a:buChar char="■"/>
              <a:defRPr/>
            </a:lvl9pPr>
          </a:lstStyle>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922" name="Shape 2922"/>
        <p:cNvGrpSpPr/>
        <p:nvPr/>
      </p:nvGrpSpPr>
      <p:grpSpPr>
        <a:xfrm>
          <a:off x="0" y="0"/>
          <a:ext cx="0" cy="0"/>
          <a:chOff x="0" y="0"/>
          <a:chExt cx="0" cy="0"/>
        </a:xfrm>
      </p:grpSpPr>
      <p:sp>
        <p:nvSpPr>
          <p:cNvPr id="2923" name="Google Shape;2923;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2924" name="Google Shape;2924;p39"/>
          <p:cNvSpPr txBox="1"/>
          <p:nvPr>
            <p:ph idx="1" type="subTitle"/>
          </p:nvPr>
        </p:nvSpPr>
        <p:spPr>
          <a:xfrm>
            <a:off x="5111073" y="3542824"/>
            <a:ext cx="27948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2925" name="Google Shape;2925;p39"/>
          <p:cNvSpPr txBox="1"/>
          <p:nvPr>
            <p:ph idx="2" type="subTitle"/>
          </p:nvPr>
        </p:nvSpPr>
        <p:spPr>
          <a:xfrm>
            <a:off x="1238150" y="3542824"/>
            <a:ext cx="27948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2926" name="Google Shape;2926;p39"/>
          <p:cNvSpPr txBox="1"/>
          <p:nvPr>
            <p:ph idx="3" type="subTitle"/>
          </p:nvPr>
        </p:nvSpPr>
        <p:spPr>
          <a:xfrm>
            <a:off x="5111063" y="3300725"/>
            <a:ext cx="2794800" cy="3945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927" name="Google Shape;2927;p39"/>
          <p:cNvSpPr txBox="1"/>
          <p:nvPr>
            <p:ph idx="4" type="subTitle"/>
          </p:nvPr>
        </p:nvSpPr>
        <p:spPr>
          <a:xfrm>
            <a:off x="1238150" y="3300725"/>
            <a:ext cx="2794800" cy="3945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2928" name="Google Shape;2928;p39"/>
          <p:cNvGrpSpPr/>
          <p:nvPr/>
        </p:nvGrpSpPr>
        <p:grpSpPr>
          <a:xfrm>
            <a:off x="-125614" y="76016"/>
            <a:ext cx="9093512" cy="4940663"/>
            <a:chOff x="-125614" y="76016"/>
            <a:chExt cx="9093512" cy="4940663"/>
          </a:xfrm>
        </p:grpSpPr>
        <p:grpSp>
          <p:nvGrpSpPr>
            <p:cNvPr id="2929" name="Google Shape;2929;p39"/>
            <p:cNvGrpSpPr/>
            <p:nvPr/>
          </p:nvGrpSpPr>
          <p:grpSpPr>
            <a:xfrm>
              <a:off x="7453426" y="76016"/>
              <a:ext cx="597557" cy="597892"/>
              <a:chOff x="3834909" y="821763"/>
              <a:chExt cx="304891" cy="305063"/>
            </a:xfrm>
          </p:grpSpPr>
          <p:sp>
            <p:nvSpPr>
              <p:cNvPr id="2930" name="Google Shape;2930;p39"/>
              <p:cNvSpPr/>
              <p:nvPr/>
            </p:nvSpPr>
            <p:spPr>
              <a:xfrm>
                <a:off x="3834909" y="821763"/>
                <a:ext cx="303500" cy="303625"/>
              </a:xfrm>
              <a:custGeom>
                <a:rect b="b" l="l" r="r" t="t"/>
                <a:pathLst>
                  <a:path extrusionOk="0" h="12145" w="12140">
                    <a:moveTo>
                      <a:pt x="8031" y="1"/>
                    </a:moveTo>
                    <a:cubicBezTo>
                      <a:pt x="7935" y="1"/>
                      <a:pt x="7840" y="3"/>
                      <a:pt x="7748" y="13"/>
                    </a:cubicBezTo>
                    <a:cubicBezTo>
                      <a:pt x="7355" y="38"/>
                      <a:pt x="6978" y="120"/>
                      <a:pt x="6622" y="249"/>
                    </a:cubicBezTo>
                    <a:cubicBezTo>
                      <a:pt x="6081" y="445"/>
                      <a:pt x="5592" y="754"/>
                      <a:pt x="5186" y="1143"/>
                    </a:cubicBezTo>
                    <a:cubicBezTo>
                      <a:pt x="4737" y="1575"/>
                      <a:pt x="4386" y="2106"/>
                      <a:pt x="4167" y="2701"/>
                    </a:cubicBezTo>
                    <a:cubicBezTo>
                      <a:pt x="4038" y="3055"/>
                      <a:pt x="3956" y="3435"/>
                      <a:pt x="3932" y="3829"/>
                    </a:cubicBezTo>
                    <a:cubicBezTo>
                      <a:pt x="3929" y="3860"/>
                      <a:pt x="3925" y="3893"/>
                      <a:pt x="3925" y="3924"/>
                    </a:cubicBezTo>
                    <a:cubicBezTo>
                      <a:pt x="3894" y="3924"/>
                      <a:pt x="3861" y="3927"/>
                      <a:pt x="3830" y="3931"/>
                    </a:cubicBezTo>
                    <a:cubicBezTo>
                      <a:pt x="3434" y="3958"/>
                      <a:pt x="3052" y="4042"/>
                      <a:pt x="2696" y="4173"/>
                    </a:cubicBezTo>
                    <a:cubicBezTo>
                      <a:pt x="1562" y="4589"/>
                      <a:pt x="664" y="5486"/>
                      <a:pt x="249" y="6621"/>
                    </a:cubicBezTo>
                    <a:cubicBezTo>
                      <a:pt x="120" y="6977"/>
                      <a:pt x="37" y="7355"/>
                      <a:pt x="13" y="7748"/>
                    </a:cubicBezTo>
                    <a:cubicBezTo>
                      <a:pt x="3" y="7840"/>
                      <a:pt x="0" y="7935"/>
                      <a:pt x="0" y="8031"/>
                    </a:cubicBezTo>
                    <a:cubicBezTo>
                      <a:pt x="0" y="8362"/>
                      <a:pt x="39" y="8686"/>
                      <a:pt x="114" y="8992"/>
                    </a:cubicBezTo>
                    <a:cubicBezTo>
                      <a:pt x="168" y="9226"/>
                      <a:pt x="243" y="9449"/>
                      <a:pt x="338" y="9661"/>
                    </a:cubicBezTo>
                    <a:cubicBezTo>
                      <a:pt x="467" y="9966"/>
                      <a:pt x="633" y="10250"/>
                      <a:pt x="833" y="10513"/>
                    </a:cubicBezTo>
                    <a:cubicBezTo>
                      <a:pt x="929" y="10642"/>
                      <a:pt x="1030" y="10761"/>
                      <a:pt x="1141" y="10875"/>
                    </a:cubicBezTo>
                    <a:lnTo>
                      <a:pt x="1251" y="10986"/>
                    </a:lnTo>
                    <a:cubicBezTo>
                      <a:pt x="1482" y="11210"/>
                      <a:pt x="1740" y="11404"/>
                      <a:pt x="2016" y="11566"/>
                    </a:cubicBezTo>
                    <a:cubicBezTo>
                      <a:pt x="2204" y="11680"/>
                      <a:pt x="2403" y="11778"/>
                      <a:pt x="2612" y="11862"/>
                    </a:cubicBezTo>
                    <a:cubicBezTo>
                      <a:pt x="2954" y="11994"/>
                      <a:pt x="3319" y="12086"/>
                      <a:pt x="3700" y="12120"/>
                    </a:cubicBezTo>
                    <a:cubicBezTo>
                      <a:pt x="3773" y="12129"/>
                      <a:pt x="3847" y="12136"/>
                      <a:pt x="3922" y="12138"/>
                    </a:cubicBezTo>
                    <a:lnTo>
                      <a:pt x="3922" y="12144"/>
                    </a:lnTo>
                    <a:lnTo>
                      <a:pt x="12140" y="12144"/>
                    </a:lnTo>
                    <a:lnTo>
                      <a:pt x="12140" y="11280"/>
                    </a:lnTo>
                    <a:lnTo>
                      <a:pt x="12140" y="10389"/>
                    </a:lnTo>
                    <a:lnTo>
                      <a:pt x="12140" y="9042"/>
                    </a:lnTo>
                    <a:lnTo>
                      <a:pt x="12140" y="8150"/>
                    </a:lnTo>
                    <a:lnTo>
                      <a:pt x="12140" y="6808"/>
                    </a:lnTo>
                    <a:lnTo>
                      <a:pt x="12140" y="5914"/>
                    </a:lnTo>
                    <a:lnTo>
                      <a:pt x="12140" y="4571"/>
                    </a:lnTo>
                    <a:lnTo>
                      <a:pt x="12140" y="3922"/>
                    </a:lnTo>
                    <a:lnTo>
                      <a:pt x="12138" y="3922"/>
                    </a:lnTo>
                    <a:cubicBezTo>
                      <a:pt x="12134" y="3849"/>
                      <a:pt x="12128" y="3775"/>
                      <a:pt x="12119" y="3700"/>
                    </a:cubicBezTo>
                    <a:cubicBezTo>
                      <a:pt x="12086" y="3320"/>
                      <a:pt x="11993" y="2953"/>
                      <a:pt x="11861" y="2613"/>
                    </a:cubicBezTo>
                    <a:cubicBezTo>
                      <a:pt x="11778" y="2404"/>
                      <a:pt x="11679" y="2206"/>
                      <a:pt x="11566" y="2017"/>
                    </a:cubicBezTo>
                    <a:cubicBezTo>
                      <a:pt x="11404" y="1741"/>
                      <a:pt x="11206" y="1485"/>
                      <a:pt x="10986" y="1255"/>
                    </a:cubicBezTo>
                    <a:lnTo>
                      <a:pt x="10983" y="1255"/>
                    </a:lnTo>
                    <a:cubicBezTo>
                      <a:pt x="10838" y="1097"/>
                      <a:pt x="10682" y="963"/>
                      <a:pt x="10512" y="834"/>
                    </a:cubicBezTo>
                    <a:cubicBezTo>
                      <a:pt x="10251" y="637"/>
                      <a:pt x="9965" y="467"/>
                      <a:pt x="9661" y="338"/>
                    </a:cubicBezTo>
                    <a:cubicBezTo>
                      <a:pt x="9449" y="243"/>
                      <a:pt x="9224" y="169"/>
                      <a:pt x="8993" y="114"/>
                    </a:cubicBezTo>
                    <a:cubicBezTo>
                      <a:pt x="8687" y="40"/>
                      <a:pt x="8365" y="1"/>
                      <a:pt x="803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39"/>
              <p:cNvSpPr/>
              <p:nvPr/>
            </p:nvSpPr>
            <p:spPr>
              <a:xfrm>
                <a:off x="3836250" y="823225"/>
                <a:ext cx="303550" cy="303600"/>
              </a:xfrm>
              <a:custGeom>
                <a:rect b="b" l="l" r="r" t="t"/>
                <a:pathLst>
                  <a:path extrusionOk="0" h="12144" w="12142">
                    <a:moveTo>
                      <a:pt x="8033" y="1"/>
                    </a:moveTo>
                    <a:cubicBezTo>
                      <a:pt x="7937" y="1"/>
                      <a:pt x="7842" y="5"/>
                      <a:pt x="7750" y="13"/>
                    </a:cubicBezTo>
                    <a:cubicBezTo>
                      <a:pt x="7357" y="38"/>
                      <a:pt x="6978" y="120"/>
                      <a:pt x="6622" y="249"/>
                    </a:cubicBezTo>
                    <a:cubicBezTo>
                      <a:pt x="6080" y="445"/>
                      <a:pt x="5593" y="753"/>
                      <a:pt x="5187" y="1143"/>
                    </a:cubicBezTo>
                    <a:cubicBezTo>
                      <a:pt x="4738" y="1574"/>
                      <a:pt x="4387" y="2106"/>
                      <a:pt x="4169" y="2701"/>
                    </a:cubicBezTo>
                    <a:cubicBezTo>
                      <a:pt x="4040" y="3055"/>
                      <a:pt x="3957" y="3436"/>
                      <a:pt x="3933" y="3829"/>
                    </a:cubicBezTo>
                    <a:cubicBezTo>
                      <a:pt x="3929" y="3860"/>
                      <a:pt x="3926" y="3893"/>
                      <a:pt x="3926" y="3924"/>
                    </a:cubicBezTo>
                    <a:cubicBezTo>
                      <a:pt x="3895" y="3924"/>
                      <a:pt x="3861" y="3928"/>
                      <a:pt x="3830" y="3932"/>
                    </a:cubicBezTo>
                    <a:cubicBezTo>
                      <a:pt x="3435" y="3958"/>
                      <a:pt x="3053" y="4042"/>
                      <a:pt x="2697" y="4174"/>
                    </a:cubicBezTo>
                    <a:cubicBezTo>
                      <a:pt x="1562" y="4589"/>
                      <a:pt x="665" y="5487"/>
                      <a:pt x="250" y="6621"/>
                    </a:cubicBezTo>
                    <a:cubicBezTo>
                      <a:pt x="121" y="6977"/>
                      <a:pt x="38" y="7355"/>
                      <a:pt x="14" y="7748"/>
                    </a:cubicBezTo>
                    <a:cubicBezTo>
                      <a:pt x="4" y="7840"/>
                      <a:pt x="1" y="7936"/>
                      <a:pt x="1" y="8031"/>
                    </a:cubicBezTo>
                    <a:cubicBezTo>
                      <a:pt x="1" y="8364"/>
                      <a:pt x="41" y="8686"/>
                      <a:pt x="114" y="8993"/>
                    </a:cubicBezTo>
                    <a:cubicBezTo>
                      <a:pt x="170" y="9224"/>
                      <a:pt x="243" y="9449"/>
                      <a:pt x="339" y="9660"/>
                    </a:cubicBezTo>
                    <a:cubicBezTo>
                      <a:pt x="468" y="9965"/>
                      <a:pt x="634" y="10249"/>
                      <a:pt x="835" y="10512"/>
                    </a:cubicBezTo>
                    <a:cubicBezTo>
                      <a:pt x="930" y="10641"/>
                      <a:pt x="1031" y="10760"/>
                      <a:pt x="1141" y="10874"/>
                    </a:cubicBezTo>
                    <a:lnTo>
                      <a:pt x="1253" y="10985"/>
                    </a:lnTo>
                    <a:cubicBezTo>
                      <a:pt x="1482" y="11209"/>
                      <a:pt x="1742" y="11403"/>
                      <a:pt x="2017" y="11565"/>
                    </a:cubicBezTo>
                    <a:cubicBezTo>
                      <a:pt x="2204" y="11679"/>
                      <a:pt x="2404" y="11778"/>
                      <a:pt x="2613" y="11860"/>
                    </a:cubicBezTo>
                    <a:cubicBezTo>
                      <a:pt x="2954" y="11992"/>
                      <a:pt x="3321" y="12085"/>
                      <a:pt x="3700" y="12118"/>
                    </a:cubicBezTo>
                    <a:cubicBezTo>
                      <a:pt x="3776" y="12128"/>
                      <a:pt x="3849" y="12134"/>
                      <a:pt x="3922" y="12137"/>
                    </a:cubicBezTo>
                    <a:lnTo>
                      <a:pt x="3922" y="12143"/>
                    </a:lnTo>
                    <a:lnTo>
                      <a:pt x="12141" y="12143"/>
                    </a:lnTo>
                    <a:lnTo>
                      <a:pt x="12141" y="3922"/>
                    </a:lnTo>
                    <a:lnTo>
                      <a:pt x="12138" y="3922"/>
                    </a:lnTo>
                    <a:cubicBezTo>
                      <a:pt x="12136" y="3847"/>
                      <a:pt x="12130" y="3774"/>
                      <a:pt x="12120" y="3700"/>
                    </a:cubicBezTo>
                    <a:cubicBezTo>
                      <a:pt x="12086" y="3320"/>
                      <a:pt x="11995" y="2953"/>
                      <a:pt x="11862" y="2613"/>
                    </a:cubicBezTo>
                    <a:cubicBezTo>
                      <a:pt x="11779" y="2404"/>
                      <a:pt x="11681" y="2208"/>
                      <a:pt x="11567" y="2017"/>
                    </a:cubicBezTo>
                    <a:cubicBezTo>
                      <a:pt x="11404" y="1740"/>
                      <a:pt x="11208" y="1486"/>
                      <a:pt x="10986" y="1255"/>
                    </a:cubicBezTo>
                    <a:lnTo>
                      <a:pt x="10984" y="1255"/>
                    </a:lnTo>
                    <a:cubicBezTo>
                      <a:pt x="10840" y="1099"/>
                      <a:pt x="10682" y="962"/>
                      <a:pt x="10513" y="833"/>
                    </a:cubicBezTo>
                    <a:cubicBezTo>
                      <a:pt x="10253" y="636"/>
                      <a:pt x="9966" y="467"/>
                      <a:pt x="9661" y="338"/>
                    </a:cubicBezTo>
                    <a:cubicBezTo>
                      <a:pt x="9450" y="243"/>
                      <a:pt x="9226" y="170"/>
                      <a:pt x="8995" y="114"/>
                    </a:cubicBezTo>
                    <a:cubicBezTo>
                      <a:pt x="8688" y="40"/>
                      <a:pt x="8364" y="1"/>
                      <a:pt x="80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39"/>
              <p:cNvSpPr/>
              <p:nvPr/>
            </p:nvSpPr>
            <p:spPr>
              <a:xfrm>
                <a:off x="3836575" y="921450"/>
                <a:ext cx="95425" cy="95450"/>
              </a:xfrm>
              <a:custGeom>
                <a:rect b="b" l="l" r="r" t="t"/>
                <a:pathLst>
                  <a:path extrusionOk="0" h="3818" w="3817">
                    <a:moveTo>
                      <a:pt x="3816" y="0"/>
                    </a:moveTo>
                    <a:lnTo>
                      <a:pt x="3816" y="0"/>
                    </a:lnTo>
                    <a:cubicBezTo>
                      <a:pt x="3421" y="29"/>
                      <a:pt x="3039" y="112"/>
                      <a:pt x="2683" y="243"/>
                    </a:cubicBezTo>
                    <a:lnTo>
                      <a:pt x="235" y="2691"/>
                    </a:lnTo>
                    <a:cubicBezTo>
                      <a:pt x="106" y="3047"/>
                      <a:pt x="24" y="3425"/>
                      <a:pt x="0" y="3818"/>
                    </a:cubicBezTo>
                    <a:lnTo>
                      <a:pt x="38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39"/>
              <p:cNvSpPr/>
              <p:nvPr/>
            </p:nvSpPr>
            <p:spPr>
              <a:xfrm>
                <a:off x="3934525" y="823475"/>
                <a:ext cx="95450" cy="95500"/>
              </a:xfrm>
              <a:custGeom>
                <a:rect b="b" l="l" r="r" t="t"/>
                <a:pathLst>
                  <a:path extrusionOk="0" h="3820" w="3818">
                    <a:moveTo>
                      <a:pt x="3818" y="1"/>
                    </a:moveTo>
                    <a:lnTo>
                      <a:pt x="3818" y="1"/>
                    </a:lnTo>
                    <a:cubicBezTo>
                      <a:pt x="3425" y="26"/>
                      <a:pt x="3046" y="109"/>
                      <a:pt x="2689" y="239"/>
                    </a:cubicBezTo>
                    <a:lnTo>
                      <a:pt x="237" y="2691"/>
                    </a:lnTo>
                    <a:cubicBezTo>
                      <a:pt x="108" y="3045"/>
                      <a:pt x="25" y="3426"/>
                      <a:pt x="1" y="3819"/>
                    </a:cubicBezTo>
                    <a:lnTo>
                      <a:pt x="38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39"/>
              <p:cNvSpPr/>
              <p:nvPr/>
            </p:nvSpPr>
            <p:spPr>
              <a:xfrm>
                <a:off x="3839075" y="826050"/>
                <a:ext cx="238700" cy="238700"/>
              </a:xfrm>
              <a:custGeom>
                <a:rect b="b" l="l" r="r" t="t"/>
                <a:pathLst>
                  <a:path extrusionOk="0" h="9548" w="9548">
                    <a:moveTo>
                      <a:pt x="8881" y="0"/>
                    </a:moveTo>
                    <a:lnTo>
                      <a:pt x="0" y="8880"/>
                    </a:lnTo>
                    <a:cubicBezTo>
                      <a:pt x="56" y="9111"/>
                      <a:pt x="129" y="9336"/>
                      <a:pt x="225" y="9547"/>
                    </a:cubicBezTo>
                    <a:lnTo>
                      <a:pt x="9547" y="224"/>
                    </a:lnTo>
                    <a:cubicBezTo>
                      <a:pt x="9336" y="129"/>
                      <a:pt x="9112" y="55"/>
                      <a:pt x="88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39"/>
              <p:cNvSpPr/>
              <p:nvPr/>
            </p:nvSpPr>
            <p:spPr>
              <a:xfrm>
                <a:off x="3857025" y="844025"/>
                <a:ext cx="253775" cy="253850"/>
              </a:xfrm>
              <a:custGeom>
                <a:rect b="b" l="l" r="r" t="t"/>
                <a:pathLst>
                  <a:path extrusionOk="0" h="10154" w="10151">
                    <a:moveTo>
                      <a:pt x="9680" y="0"/>
                    </a:moveTo>
                    <a:lnTo>
                      <a:pt x="0" y="9680"/>
                    </a:lnTo>
                    <a:cubicBezTo>
                      <a:pt x="96" y="9809"/>
                      <a:pt x="197" y="9928"/>
                      <a:pt x="308" y="10042"/>
                    </a:cubicBezTo>
                    <a:lnTo>
                      <a:pt x="418" y="10153"/>
                    </a:lnTo>
                    <a:lnTo>
                      <a:pt x="10150" y="421"/>
                    </a:lnTo>
                    <a:cubicBezTo>
                      <a:pt x="10008" y="264"/>
                      <a:pt x="9850" y="129"/>
                      <a:pt x="9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39"/>
              <p:cNvSpPr/>
              <p:nvPr/>
            </p:nvSpPr>
            <p:spPr>
              <a:xfrm>
                <a:off x="3886650" y="873600"/>
                <a:ext cx="246150" cy="246150"/>
              </a:xfrm>
              <a:custGeom>
                <a:rect b="b" l="l" r="r" t="t"/>
                <a:pathLst>
                  <a:path extrusionOk="0" h="9846" w="9846">
                    <a:moveTo>
                      <a:pt x="9550" y="0"/>
                    </a:moveTo>
                    <a:lnTo>
                      <a:pt x="0" y="9550"/>
                    </a:lnTo>
                    <a:cubicBezTo>
                      <a:pt x="187" y="9664"/>
                      <a:pt x="387" y="9763"/>
                      <a:pt x="596" y="9845"/>
                    </a:cubicBezTo>
                    <a:lnTo>
                      <a:pt x="9845" y="597"/>
                    </a:lnTo>
                    <a:cubicBezTo>
                      <a:pt x="9763" y="387"/>
                      <a:pt x="9664" y="191"/>
                      <a:pt x="9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39"/>
              <p:cNvSpPr/>
              <p:nvPr/>
            </p:nvSpPr>
            <p:spPr>
              <a:xfrm>
                <a:off x="3928750" y="915725"/>
                <a:ext cx="211050" cy="211100"/>
              </a:xfrm>
              <a:custGeom>
                <a:rect b="b" l="l" r="r" t="t"/>
                <a:pathLst>
                  <a:path extrusionOk="0" h="8444" w="8442">
                    <a:moveTo>
                      <a:pt x="8419" y="0"/>
                    </a:moveTo>
                    <a:lnTo>
                      <a:pt x="0" y="8418"/>
                    </a:lnTo>
                    <a:cubicBezTo>
                      <a:pt x="76" y="8428"/>
                      <a:pt x="149" y="8434"/>
                      <a:pt x="222" y="8437"/>
                    </a:cubicBezTo>
                    <a:lnTo>
                      <a:pt x="222" y="8443"/>
                    </a:lnTo>
                    <a:lnTo>
                      <a:pt x="867" y="8443"/>
                    </a:lnTo>
                    <a:lnTo>
                      <a:pt x="8441" y="869"/>
                    </a:lnTo>
                    <a:lnTo>
                      <a:pt x="8441" y="222"/>
                    </a:lnTo>
                    <a:lnTo>
                      <a:pt x="8437" y="222"/>
                    </a:lnTo>
                    <a:cubicBezTo>
                      <a:pt x="8435" y="147"/>
                      <a:pt x="8429" y="74"/>
                      <a:pt x="8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39"/>
              <p:cNvSpPr/>
              <p:nvPr/>
            </p:nvSpPr>
            <p:spPr>
              <a:xfrm>
                <a:off x="3984075" y="971025"/>
                <a:ext cx="155725" cy="155800"/>
              </a:xfrm>
              <a:custGeom>
                <a:rect b="b" l="l" r="r" t="t"/>
                <a:pathLst>
                  <a:path extrusionOk="0" h="6232" w="6229">
                    <a:moveTo>
                      <a:pt x="6228" y="1"/>
                    </a:moveTo>
                    <a:lnTo>
                      <a:pt x="0" y="6231"/>
                    </a:lnTo>
                    <a:lnTo>
                      <a:pt x="892" y="6231"/>
                    </a:lnTo>
                    <a:lnTo>
                      <a:pt x="6228" y="895"/>
                    </a:lnTo>
                    <a:lnTo>
                      <a:pt x="62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39"/>
              <p:cNvSpPr/>
              <p:nvPr/>
            </p:nvSpPr>
            <p:spPr>
              <a:xfrm>
                <a:off x="4039950" y="1026975"/>
                <a:ext cx="99850" cy="99850"/>
              </a:xfrm>
              <a:custGeom>
                <a:rect b="b" l="l" r="r" t="t"/>
                <a:pathLst>
                  <a:path extrusionOk="0" h="3994" w="3994">
                    <a:moveTo>
                      <a:pt x="3993" y="0"/>
                    </a:moveTo>
                    <a:lnTo>
                      <a:pt x="0" y="3993"/>
                    </a:lnTo>
                    <a:lnTo>
                      <a:pt x="892" y="3993"/>
                    </a:lnTo>
                    <a:lnTo>
                      <a:pt x="3993" y="892"/>
                    </a:lnTo>
                    <a:lnTo>
                      <a:pt x="3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39"/>
              <p:cNvSpPr/>
              <p:nvPr/>
            </p:nvSpPr>
            <p:spPr>
              <a:xfrm>
                <a:off x="4095800" y="1082900"/>
                <a:ext cx="44000" cy="43925"/>
              </a:xfrm>
              <a:custGeom>
                <a:rect b="b" l="l" r="r" t="t"/>
                <a:pathLst>
                  <a:path extrusionOk="0" h="1757" w="1760">
                    <a:moveTo>
                      <a:pt x="1759" y="1"/>
                    </a:moveTo>
                    <a:lnTo>
                      <a:pt x="1" y="1756"/>
                    </a:lnTo>
                    <a:lnTo>
                      <a:pt x="895" y="1756"/>
                    </a:lnTo>
                    <a:lnTo>
                      <a:pt x="1759" y="892"/>
                    </a:lnTo>
                    <a:lnTo>
                      <a:pt x="1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39"/>
              <p:cNvSpPr/>
              <p:nvPr/>
            </p:nvSpPr>
            <p:spPr>
              <a:xfrm>
                <a:off x="3892750" y="879725"/>
                <a:ext cx="190525" cy="190475"/>
              </a:xfrm>
              <a:custGeom>
                <a:rect b="b" l="l" r="r" t="t"/>
                <a:pathLst>
                  <a:path extrusionOk="0" h="7619" w="7621">
                    <a:moveTo>
                      <a:pt x="5771" y="1"/>
                    </a:moveTo>
                    <a:cubicBezTo>
                      <a:pt x="4779" y="1"/>
                      <a:pt x="3969" y="775"/>
                      <a:pt x="3925" y="1764"/>
                    </a:cubicBezTo>
                    <a:lnTo>
                      <a:pt x="3834" y="3834"/>
                    </a:lnTo>
                    <a:lnTo>
                      <a:pt x="1764" y="3924"/>
                    </a:lnTo>
                    <a:cubicBezTo>
                      <a:pt x="777" y="3969"/>
                      <a:pt x="1" y="4780"/>
                      <a:pt x="1" y="5771"/>
                    </a:cubicBezTo>
                    <a:cubicBezTo>
                      <a:pt x="1" y="6761"/>
                      <a:pt x="774" y="7571"/>
                      <a:pt x="1762" y="7617"/>
                    </a:cubicBezTo>
                    <a:lnTo>
                      <a:pt x="1815" y="7619"/>
                    </a:lnTo>
                    <a:lnTo>
                      <a:pt x="1815" y="7618"/>
                    </a:lnTo>
                    <a:lnTo>
                      <a:pt x="7620" y="7618"/>
                    </a:lnTo>
                    <a:lnTo>
                      <a:pt x="7620" y="1817"/>
                    </a:lnTo>
                    <a:lnTo>
                      <a:pt x="7617" y="1761"/>
                    </a:lnTo>
                    <a:cubicBezTo>
                      <a:pt x="7573" y="775"/>
                      <a:pt x="6761" y="1"/>
                      <a:pt x="5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39"/>
              <p:cNvSpPr/>
              <p:nvPr/>
            </p:nvSpPr>
            <p:spPr>
              <a:xfrm>
                <a:off x="3911600" y="898625"/>
                <a:ext cx="152700" cy="152725"/>
              </a:xfrm>
              <a:custGeom>
                <a:rect b="b" l="l" r="r" t="t"/>
                <a:pathLst>
                  <a:path extrusionOk="0" h="6109" w="6108">
                    <a:moveTo>
                      <a:pt x="5015" y="0"/>
                    </a:moveTo>
                    <a:cubicBezTo>
                      <a:pt x="4429" y="0"/>
                      <a:pt x="3950" y="458"/>
                      <a:pt x="3924" y="1042"/>
                    </a:cubicBezTo>
                    <a:lnTo>
                      <a:pt x="3802" y="3802"/>
                    </a:lnTo>
                    <a:lnTo>
                      <a:pt x="1042" y="3924"/>
                    </a:lnTo>
                    <a:cubicBezTo>
                      <a:pt x="458" y="3950"/>
                      <a:pt x="0" y="4427"/>
                      <a:pt x="0" y="5015"/>
                    </a:cubicBezTo>
                    <a:cubicBezTo>
                      <a:pt x="0" y="5602"/>
                      <a:pt x="458" y="6081"/>
                      <a:pt x="1045" y="6107"/>
                    </a:cubicBezTo>
                    <a:lnTo>
                      <a:pt x="1079" y="6109"/>
                    </a:lnTo>
                    <a:lnTo>
                      <a:pt x="6108" y="6109"/>
                    </a:lnTo>
                    <a:lnTo>
                      <a:pt x="6108" y="1079"/>
                    </a:lnTo>
                    <a:lnTo>
                      <a:pt x="6106" y="1041"/>
                    </a:lnTo>
                    <a:cubicBezTo>
                      <a:pt x="6081" y="458"/>
                      <a:pt x="5601" y="0"/>
                      <a:pt x="50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3" name="Google Shape;2943;p39"/>
            <p:cNvGrpSpPr/>
            <p:nvPr/>
          </p:nvGrpSpPr>
          <p:grpSpPr>
            <a:xfrm>
              <a:off x="8154462" y="164050"/>
              <a:ext cx="750772" cy="750911"/>
              <a:chOff x="4175209" y="890163"/>
              <a:chExt cx="383066" cy="383138"/>
            </a:xfrm>
          </p:grpSpPr>
          <p:sp>
            <p:nvSpPr>
              <p:cNvPr id="2944" name="Google Shape;2944;p39"/>
              <p:cNvSpPr/>
              <p:nvPr/>
            </p:nvSpPr>
            <p:spPr>
              <a:xfrm>
                <a:off x="4175209" y="890163"/>
                <a:ext cx="381750" cy="381750"/>
              </a:xfrm>
              <a:custGeom>
                <a:rect b="b" l="l" r="r" t="t"/>
                <a:pathLst>
                  <a:path extrusionOk="0" h="15270" w="15270">
                    <a:moveTo>
                      <a:pt x="5169" y="0"/>
                    </a:moveTo>
                    <a:cubicBezTo>
                      <a:pt x="2395" y="0"/>
                      <a:pt x="131" y="2187"/>
                      <a:pt x="7" y="4932"/>
                    </a:cubicBezTo>
                    <a:lnTo>
                      <a:pt x="1" y="4932"/>
                    </a:lnTo>
                    <a:lnTo>
                      <a:pt x="1" y="5170"/>
                    </a:lnTo>
                    <a:lnTo>
                      <a:pt x="1" y="15270"/>
                    </a:lnTo>
                    <a:lnTo>
                      <a:pt x="10338" y="15270"/>
                    </a:lnTo>
                    <a:lnTo>
                      <a:pt x="10338" y="15264"/>
                    </a:lnTo>
                    <a:cubicBezTo>
                      <a:pt x="13082" y="15139"/>
                      <a:pt x="15269" y="12875"/>
                      <a:pt x="15269" y="10099"/>
                    </a:cubicBezTo>
                    <a:cubicBezTo>
                      <a:pt x="15269" y="7322"/>
                      <a:pt x="13078" y="5058"/>
                      <a:pt x="10332" y="4937"/>
                    </a:cubicBezTo>
                    <a:cubicBezTo>
                      <a:pt x="10211" y="2189"/>
                      <a:pt x="7947" y="0"/>
                      <a:pt x="5169"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39"/>
              <p:cNvSpPr/>
              <p:nvPr/>
            </p:nvSpPr>
            <p:spPr>
              <a:xfrm>
                <a:off x="4176525" y="891600"/>
                <a:ext cx="381750" cy="381700"/>
              </a:xfrm>
              <a:custGeom>
                <a:rect b="b" l="l" r="r" t="t"/>
                <a:pathLst>
                  <a:path extrusionOk="0" h="15268" w="15270">
                    <a:moveTo>
                      <a:pt x="5171" y="0"/>
                    </a:moveTo>
                    <a:cubicBezTo>
                      <a:pt x="2396" y="0"/>
                      <a:pt x="132" y="2188"/>
                      <a:pt x="9" y="4931"/>
                    </a:cubicBezTo>
                    <a:lnTo>
                      <a:pt x="9" y="4930"/>
                    </a:lnTo>
                    <a:lnTo>
                      <a:pt x="0" y="4930"/>
                    </a:lnTo>
                    <a:lnTo>
                      <a:pt x="0" y="5167"/>
                    </a:lnTo>
                    <a:lnTo>
                      <a:pt x="0" y="15268"/>
                    </a:lnTo>
                    <a:lnTo>
                      <a:pt x="10339" y="15268"/>
                    </a:lnTo>
                    <a:lnTo>
                      <a:pt x="10339" y="15261"/>
                    </a:lnTo>
                    <a:cubicBezTo>
                      <a:pt x="13084" y="15138"/>
                      <a:pt x="15270" y="12873"/>
                      <a:pt x="15270" y="10099"/>
                    </a:cubicBezTo>
                    <a:cubicBezTo>
                      <a:pt x="15270" y="7321"/>
                      <a:pt x="13081" y="5058"/>
                      <a:pt x="10334" y="4936"/>
                    </a:cubicBezTo>
                    <a:cubicBezTo>
                      <a:pt x="10212" y="2190"/>
                      <a:pt x="7948" y="0"/>
                      <a:pt x="51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39"/>
              <p:cNvSpPr/>
              <p:nvPr/>
            </p:nvSpPr>
            <p:spPr>
              <a:xfrm>
                <a:off x="4224000" y="939000"/>
                <a:ext cx="286875" cy="286900"/>
              </a:xfrm>
              <a:custGeom>
                <a:rect b="b" l="l" r="r" t="t"/>
                <a:pathLst>
                  <a:path extrusionOk="0" h="11476" w="11475">
                    <a:moveTo>
                      <a:pt x="3272" y="0"/>
                    </a:moveTo>
                    <a:cubicBezTo>
                      <a:pt x="1518" y="0"/>
                      <a:pt x="83" y="1371"/>
                      <a:pt x="4" y="3121"/>
                    </a:cubicBezTo>
                    <a:lnTo>
                      <a:pt x="0" y="3212"/>
                    </a:lnTo>
                    <a:lnTo>
                      <a:pt x="0" y="11476"/>
                    </a:lnTo>
                    <a:lnTo>
                      <a:pt x="8271" y="11476"/>
                    </a:lnTo>
                    <a:lnTo>
                      <a:pt x="8271" y="11475"/>
                    </a:lnTo>
                    <a:lnTo>
                      <a:pt x="8354" y="11471"/>
                    </a:lnTo>
                    <a:cubicBezTo>
                      <a:pt x="10103" y="11392"/>
                      <a:pt x="11475" y="9957"/>
                      <a:pt x="11475" y="8203"/>
                    </a:cubicBezTo>
                    <a:cubicBezTo>
                      <a:pt x="11475" y="6448"/>
                      <a:pt x="10102" y="5013"/>
                      <a:pt x="8350" y="4936"/>
                    </a:cubicBezTo>
                    <a:lnTo>
                      <a:pt x="6615" y="4860"/>
                    </a:lnTo>
                    <a:lnTo>
                      <a:pt x="6539" y="3125"/>
                    </a:lnTo>
                    <a:cubicBezTo>
                      <a:pt x="6461" y="1373"/>
                      <a:pt x="5026" y="0"/>
                      <a:pt x="3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39"/>
              <p:cNvSpPr/>
              <p:nvPr/>
            </p:nvSpPr>
            <p:spPr>
              <a:xfrm>
                <a:off x="4235825" y="980975"/>
                <a:ext cx="13575" cy="13550"/>
              </a:xfrm>
              <a:custGeom>
                <a:rect b="b" l="l" r="r" t="t"/>
                <a:pathLst>
                  <a:path extrusionOk="0" h="542" w="543">
                    <a:moveTo>
                      <a:pt x="271" y="0"/>
                    </a:moveTo>
                    <a:cubicBezTo>
                      <a:pt x="122" y="0"/>
                      <a:pt x="1" y="121"/>
                      <a:pt x="1" y="270"/>
                    </a:cubicBezTo>
                    <a:cubicBezTo>
                      <a:pt x="1" y="420"/>
                      <a:pt x="122" y="542"/>
                      <a:pt x="271" y="542"/>
                    </a:cubicBezTo>
                    <a:cubicBezTo>
                      <a:pt x="421" y="542"/>
                      <a:pt x="543" y="420"/>
                      <a:pt x="543" y="270"/>
                    </a:cubicBezTo>
                    <a:cubicBezTo>
                      <a:pt x="543" y="121"/>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39"/>
              <p:cNvSpPr/>
              <p:nvPr/>
            </p:nvSpPr>
            <p:spPr>
              <a:xfrm>
                <a:off x="4235825" y="1021525"/>
                <a:ext cx="13575" cy="13575"/>
              </a:xfrm>
              <a:custGeom>
                <a:rect b="b" l="l" r="r" t="t"/>
                <a:pathLst>
                  <a:path extrusionOk="0" h="543" w="543">
                    <a:moveTo>
                      <a:pt x="271" y="0"/>
                    </a:moveTo>
                    <a:cubicBezTo>
                      <a:pt x="122" y="0"/>
                      <a:pt x="1" y="122"/>
                      <a:pt x="1" y="272"/>
                    </a:cubicBezTo>
                    <a:cubicBezTo>
                      <a:pt x="1" y="420"/>
                      <a:pt x="122" y="542"/>
                      <a:pt x="271" y="542"/>
                    </a:cubicBezTo>
                    <a:cubicBezTo>
                      <a:pt x="421" y="542"/>
                      <a:pt x="543" y="420"/>
                      <a:pt x="543" y="272"/>
                    </a:cubicBezTo>
                    <a:cubicBezTo>
                      <a:pt x="543"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39"/>
              <p:cNvSpPr/>
              <p:nvPr/>
            </p:nvSpPr>
            <p:spPr>
              <a:xfrm>
                <a:off x="4276400" y="1001250"/>
                <a:ext cx="13550" cy="13575"/>
              </a:xfrm>
              <a:custGeom>
                <a:rect b="b" l="l" r="r" t="t"/>
                <a:pathLst>
                  <a:path extrusionOk="0" h="543" w="542">
                    <a:moveTo>
                      <a:pt x="272" y="0"/>
                    </a:moveTo>
                    <a:cubicBezTo>
                      <a:pt x="122" y="0"/>
                      <a:pt x="0" y="121"/>
                      <a:pt x="0" y="271"/>
                    </a:cubicBezTo>
                    <a:cubicBezTo>
                      <a:pt x="0" y="420"/>
                      <a:pt x="122" y="542"/>
                      <a:pt x="272" y="542"/>
                    </a:cubicBezTo>
                    <a:cubicBezTo>
                      <a:pt x="421" y="542"/>
                      <a:pt x="542" y="420"/>
                      <a:pt x="542" y="271"/>
                    </a:cubicBezTo>
                    <a:cubicBezTo>
                      <a:pt x="542" y="121"/>
                      <a:pt x="421"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39"/>
              <p:cNvSpPr/>
              <p:nvPr/>
            </p:nvSpPr>
            <p:spPr>
              <a:xfrm>
                <a:off x="4235825" y="1062125"/>
                <a:ext cx="13575" cy="13575"/>
              </a:xfrm>
              <a:custGeom>
                <a:rect b="b" l="l" r="r" t="t"/>
                <a:pathLst>
                  <a:path extrusionOk="0" h="543" w="543">
                    <a:moveTo>
                      <a:pt x="271" y="1"/>
                    </a:moveTo>
                    <a:cubicBezTo>
                      <a:pt x="122" y="1"/>
                      <a:pt x="1" y="121"/>
                      <a:pt x="1" y="271"/>
                    </a:cubicBezTo>
                    <a:cubicBezTo>
                      <a:pt x="1" y="421"/>
                      <a:pt x="122" y="543"/>
                      <a:pt x="271" y="543"/>
                    </a:cubicBezTo>
                    <a:cubicBezTo>
                      <a:pt x="421" y="543"/>
                      <a:pt x="543" y="421"/>
                      <a:pt x="543" y="271"/>
                    </a:cubicBezTo>
                    <a:cubicBezTo>
                      <a:pt x="543" y="121"/>
                      <a:pt x="421"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39"/>
              <p:cNvSpPr/>
              <p:nvPr/>
            </p:nvSpPr>
            <p:spPr>
              <a:xfrm>
                <a:off x="4235825" y="1102700"/>
                <a:ext cx="13575" cy="13550"/>
              </a:xfrm>
              <a:custGeom>
                <a:rect b="b" l="l" r="r" t="t"/>
                <a:pathLst>
                  <a:path extrusionOk="0" h="542" w="543">
                    <a:moveTo>
                      <a:pt x="271" y="0"/>
                    </a:moveTo>
                    <a:cubicBezTo>
                      <a:pt x="122" y="0"/>
                      <a:pt x="1" y="122"/>
                      <a:pt x="1" y="271"/>
                    </a:cubicBezTo>
                    <a:cubicBezTo>
                      <a:pt x="1" y="421"/>
                      <a:pt x="122" y="542"/>
                      <a:pt x="271" y="542"/>
                    </a:cubicBezTo>
                    <a:cubicBezTo>
                      <a:pt x="421" y="542"/>
                      <a:pt x="543" y="421"/>
                      <a:pt x="543" y="271"/>
                    </a:cubicBezTo>
                    <a:cubicBezTo>
                      <a:pt x="543"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39"/>
              <p:cNvSpPr/>
              <p:nvPr/>
            </p:nvSpPr>
            <p:spPr>
              <a:xfrm>
                <a:off x="4235825" y="1143300"/>
                <a:ext cx="13575" cy="13575"/>
              </a:xfrm>
              <a:custGeom>
                <a:rect b="b" l="l" r="r" t="t"/>
                <a:pathLst>
                  <a:path extrusionOk="0" h="543" w="543">
                    <a:moveTo>
                      <a:pt x="271" y="0"/>
                    </a:moveTo>
                    <a:cubicBezTo>
                      <a:pt x="122" y="0"/>
                      <a:pt x="1" y="122"/>
                      <a:pt x="1" y="271"/>
                    </a:cubicBezTo>
                    <a:cubicBezTo>
                      <a:pt x="1" y="420"/>
                      <a:pt x="122" y="542"/>
                      <a:pt x="271" y="542"/>
                    </a:cubicBezTo>
                    <a:cubicBezTo>
                      <a:pt x="421" y="542"/>
                      <a:pt x="543" y="420"/>
                      <a:pt x="543" y="271"/>
                    </a:cubicBezTo>
                    <a:cubicBezTo>
                      <a:pt x="543"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39"/>
              <p:cNvSpPr/>
              <p:nvPr/>
            </p:nvSpPr>
            <p:spPr>
              <a:xfrm>
                <a:off x="4235825" y="1183850"/>
                <a:ext cx="13575" cy="13575"/>
              </a:xfrm>
              <a:custGeom>
                <a:rect b="b" l="l" r="r" t="t"/>
                <a:pathLst>
                  <a:path extrusionOk="0" h="543" w="543">
                    <a:moveTo>
                      <a:pt x="271" y="1"/>
                    </a:moveTo>
                    <a:cubicBezTo>
                      <a:pt x="122" y="1"/>
                      <a:pt x="1" y="122"/>
                      <a:pt x="1" y="272"/>
                    </a:cubicBezTo>
                    <a:cubicBezTo>
                      <a:pt x="1" y="422"/>
                      <a:pt x="122" y="543"/>
                      <a:pt x="271" y="543"/>
                    </a:cubicBezTo>
                    <a:cubicBezTo>
                      <a:pt x="421" y="543"/>
                      <a:pt x="543" y="422"/>
                      <a:pt x="543" y="272"/>
                    </a:cubicBezTo>
                    <a:cubicBezTo>
                      <a:pt x="543" y="122"/>
                      <a:pt x="421"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39"/>
              <p:cNvSpPr/>
              <p:nvPr/>
            </p:nvSpPr>
            <p:spPr>
              <a:xfrm>
                <a:off x="4276400" y="1041800"/>
                <a:ext cx="13550" cy="13575"/>
              </a:xfrm>
              <a:custGeom>
                <a:rect b="b" l="l" r="r" t="t"/>
                <a:pathLst>
                  <a:path extrusionOk="0" h="543" w="542">
                    <a:moveTo>
                      <a:pt x="272" y="1"/>
                    </a:moveTo>
                    <a:cubicBezTo>
                      <a:pt x="122" y="1"/>
                      <a:pt x="0" y="122"/>
                      <a:pt x="0" y="272"/>
                    </a:cubicBezTo>
                    <a:cubicBezTo>
                      <a:pt x="0" y="422"/>
                      <a:pt x="122" y="542"/>
                      <a:pt x="272" y="542"/>
                    </a:cubicBezTo>
                    <a:cubicBezTo>
                      <a:pt x="421" y="542"/>
                      <a:pt x="542" y="422"/>
                      <a:pt x="542" y="272"/>
                    </a:cubicBezTo>
                    <a:cubicBezTo>
                      <a:pt x="542" y="122"/>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39"/>
              <p:cNvSpPr/>
              <p:nvPr/>
            </p:nvSpPr>
            <p:spPr>
              <a:xfrm>
                <a:off x="4276400" y="1082400"/>
                <a:ext cx="13550" cy="13575"/>
              </a:xfrm>
              <a:custGeom>
                <a:rect b="b" l="l" r="r" t="t"/>
                <a:pathLst>
                  <a:path extrusionOk="0" h="543" w="542">
                    <a:moveTo>
                      <a:pt x="272" y="1"/>
                    </a:moveTo>
                    <a:cubicBezTo>
                      <a:pt x="122" y="1"/>
                      <a:pt x="0" y="123"/>
                      <a:pt x="0" y="272"/>
                    </a:cubicBezTo>
                    <a:cubicBezTo>
                      <a:pt x="0" y="421"/>
                      <a:pt x="122" y="543"/>
                      <a:pt x="272" y="543"/>
                    </a:cubicBezTo>
                    <a:cubicBezTo>
                      <a:pt x="421" y="543"/>
                      <a:pt x="542" y="421"/>
                      <a:pt x="542" y="272"/>
                    </a:cubicBezTo>
                    <a:cubicBezTo>
                      <a:pt x="542" y="123"/>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39"/>
              <p:cNvSpPr/>
              <p:nvPr/>
            </p:nvSpPr>
            <p:spPr>
              <a:xfrm>
                <a:off x="4276400" y="1122975"/>
                <a:ext cx="13550" cy="13550"/>
              </a:xfrm>
              <a:custGeom>
                <a:rect b="b" l="l" r="r" t="t"/>
                <a:pathLst>
                  <a:path extrusionOk="0" h="542" w="542">
                    <a:moveTo>
                      <a:pt x="272" y="0"/>
                    </a:moveTo>
                    <a:cubicBezTo>
                      <a:pt x="122" y="0"/>
                      <a:pt x="0" y="122"/>
                      <a:pt x="0" y="272"/>
                    </a:cubicBezTo>
                    <a:cubicBezTo>
                      <a:pt x="0" y="421"/>
                      <a:pt x="122" y="542"/>
                      <a:pt x="272" y="542"/>
                    </a:cubicBezTo>
                    <a:cubicBezTo>
                      <a:pt x="421" y="542"/>
                      <a:pt x="542" y="421"/>
                      <a:pt x="542" y="272"/>
                    </a:cubicBezTo>
                    <a:cubicBezTo>
                      <a:pt x="542" y="122"/>
                      <a:pt x="421"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39"/>
              <p:cNvSpPr/>
              <p:nvPr/>
            </p:nvSpPr>
            <p:spPr>
              <a:xfrm>
                <a:off x="4276400" y="1163575"/>
                <a:ext cx="13550" cy="13575"/>
              </a:xfrm>
              <a:custGeom>
                <a:rect b="b" l="l" r="r" t="t"/>
                <a:pathLst>
                  <a:path extrusionOk="0" h="543" w="542">
                    <a:moveTo>
                      <a:pt x="272" y="1"/>
                    </a:moveTo>
                    <a:cubicBezTo>
                      <a:pt x="122" y="1"/>
                      <a:pt x="0" y="122"/>
                      <a:pt x="0" y="272"/>
                    </a:cubicBezTo>
                    <a:cubicBezTo>
                      <a:pt x="0" y="422"/>
                      <a:pt x="122" y="542"/>
                      <a:pt x="272" y="542"/>
                    </a:cubicBezTo>
                    <a:cubicBezTo>
                      <a:pt x="421" y="542"/>
                      <a:pt x="542" y="422"/>
                      <a:pt x="542" y="272"/>
                    </a:cubicBezTo>
                    <a:cubicBezTo>
                      <a:pt x="542" y="122"/>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39"/>
              <p:cNvSpPr/>
              <p:nvPr/>
            </p:nvSpPr>
            <p:spPr>
              <a:xfrm>
                <a:off x="4276400" y="1204150"/>
                <a:ext cx="13550" cy="13575"/>
              </a:xfrm>
              <a:custGeom>
                <a:rect b="b" l="l" r="r" t="t"/>
                <a:pathLst>
                  <a:path extrusionOk="0" h="543" w="542">
                    <a:moveTo>
                      <a:pt x="272" y="1"/>
                    </a:moveTo>
                    <a:cubicBezTo>
                      <a:pt x="122" y="1"/>
                      <a:pt x="0" y="122"/>
                      <a:pt x="0" y="271"/>
                    </a:cubicBezTo>
                    <a:cubicBezTo>
                      <a:pt x="0" y="421"/>
                      <a:pt x="122" y="543"/>
                      <a:pt x="272" y="543"/>
                    </a:cubicBezTo>
                    <a:cubicBezTo>
                      <a:pt x="421" y="543"/>
                      <a:pt x="542" y="421"/>
                      <a:pt x="542" y="271"/>
                    </a:cubicBezTo>
                    <a:cubicBezTo>
                      <a:pt x="542" y="122"/>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39"/>
              <p:cNvSpPr/>
              <p:nvPr/>
            </p:nvSpPr>
            <p:spPr>
              <a:xfrm>
                <a:off x="4276400" y="960650"/>
                <a:ext cx="13550" cy="13575"/>
              </a:xfrm>
              <a:custGeom>
                <a:rect b="b" l="l" r="r" t="t"/>
                <a:pathLst>
                  <a:path extrusionOk="0" h="543" w="542">
                    <a:moveTo>
                      <a:pt x="272" y="1"/>
                    </a:moveTo>
                    <a:cubicBezTo>
                      <a:pt x="122" y="1"/>
                      <a:pt x="0" y="123"/>
                      <a:pt x="0" y="272"/>
                    </a:cubicBezTo>
                    <a:cubicBezTo>
                      <a:pt x="0" y="422"/>
                      <a:pt x="122" y="543"/>
                      <a:pt x="272" y="543"/>
                    </a:cubicBezTo>
                    <a:cubicBezTo>
                      <a:pt x="421" y="543"/>
                      <a:pt x="542" y="422"/>
                      <a:pt x="542" y="272"/>
                    </a:cubicBezTo>
                    <a:cubicBezTo>
                      <a:pt x="542" y="123"/>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39"/>
              <p:cNvSpPr/>
              <p:nvPr/>
            </p:nvSpPr>
            <p:spPr>
              <a:xfrm>
                <a:off x="4313275" y="980975"/>
                <a:ext cx="13575" cy="13550"/>
              </a:xfrm>
              <a:custGeom>
                <a:rect b="b" l="l" r="r" t="t"/>
                <a:pathLst>
                  <a:path extrusionOk="0" h="542" w="543">
                    <a:moveTo>
                      <a:pt x="272" y="0"/>
                    </a:moveTo>
                    <a:cubicBezTo>
                      <a:pt x="123" y="0"/>
                      <a:pt x="1" y="121"/>
                      <a:pt x="1" y="270"/>
                    </a:cubicBezTo>
                    <a:cubicBezTo>
                      <a:pt x="1" y="420"/>
                      <a:pt x="123" y="542"/>
                      <a:pt x="272" y="542"/>
                    </a:cubicBezTo>
                    <a:cubicBezTo>
                      <a:pt x="422" y="542"/>
                      <a:pt x="543" y="420"/>
                      <a:pt x="543" y="270"/>
                    </a:cubicBezTo>
                    <a:cubicBezTo>
                      <a:pt x="543" y="121"/>
                      <a:pt x="422"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39"/>
              <p:cNvSpPr/>
              <p:nvPr/>
            </p:nvSpPr>
            <p:spPr>
              <a:xfrm>
                <a:off x="4313275" y="1021525"/>
                <a:ext cx="13575" cy="13575"/>
              </a:xfrm>
              <a:custGeom>
                <a:rect b="b" l="l" r="r" t="t"/>
                <a:pathLst>
                  <a:path extrusionOk="0" h="543" w="543">
                    <a:moveTo>
                      <a:pt x="272" y="0"/>
                    </a:moveTo>
                    <a:cubicBezTo>
                      <a:pt x="123" y="0"/>
                      <a:pt x="1" y="122"/>
                      <a:pt x="1" y="272"/>
                    </a:cubicBezTo>
                    <a:cubicBezTo>
                      <a:pt x="1" y="420"/>
                      <a:pt x="123" y="542"/>
                      <a:pt x="272" y="542"/>
                    </a:cubicBezTo>
                    <a:cubicBezTo>
                      <a:pt x="422" y="542"/>
                      <a:pt x="543" y="420"/>
                      <a:pt x="543" y="272"/>
                    </a:cubicBezTo>
                    <a:cubicBezTo>
                      <a:pt x="543" y="122"/>
                      <a:pt x="422"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39"/>
              <p:cNvSpPr/>
              <p:nvPr/>
            </p:nvSpPr>
            <p:spPr>
              <a:xfrm>
                <a:off x="4353875" y="1001250"/>
                <a:ext cx="13575" cy="13575"/>
              </a:xfrm>
              <a:custGeom>
                <a:rect b="b" l="l" r="r" t="t"/>
                <a:pathLst>
                  <a:path extrusionOk="0" h="543" w="543">
                    <a:moveTo>
                      <a:pt x="271" y="0"/>
                    </a:moveTo>
                    <a:cubicBezTo>
                      <a:pt x="121" y="0"/>
                      <a:pt x="0" y="121"/>
                      <a:pt x="0" y="271"/>
                    </a:cubicBezTo>
                    <a:cubicBezTo>
                      <a:pt x="0" y="420"/>
                      <a:pt x="121" y="542"/>
                      <a:pt x="271" y="542"/>
                    </a:cubicBezTo>
                    <a:cubicBezTo>
                      <a:pt x="420" y="542"/>
                      <a:pt x="542" y="420"/>
                      <a:pt x="542" y="271"/>
                    </a:cubicBezTo>
                    <a:cubicBezTo>
                      <a:pt x="542" y="121"/>
                      <a:pt x="420"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39"/>
              <p:cNvSpPr/>
              <p:nvPr/>
            </p:nvSpPr>
            <p:spPr>
              <a:xfrm>
                <a:off x="4313275" y="1062125"/>
                <a:ext cx="13575" cy="13575"/>
              </a:xfrm>
              <a:custGeom>
                <a:rect b="b" l="l" r="r" t="t"/>
                <a:pathLst>
                  <a:path extrusionOk="0" h="543" w="543">
                    <a:moveTo>
                      <a:pt x="272" y="1"/>
                    </a:moveTo>
                    <a:cubicBezTo>
                      <a:pt x="123" y="1"/>
                      <a:pt x="1" y="121"/>
                      <a:pt x="1" y="271"/>
                    </a:cubicBezTo>
                    <a:cubicBezTo>
                      <a:pt x="1" y="421"/>
                      <a:pt x="123" y="543"/>
                      <a:pt x="272" y="543"/>
                    </a:cubicBezTo>
                    <a:cubicBezTo>
                      <a:pt x="422" y="543"/>
                      <a:pt x="543" y="421"/>
                      <a:pt x="543" y="271"/>
                    </a:cubicBezTo>
                    <a:cubicBezTo>
                      <a:pt x="543" y="121"/>
                      <a:pt x="422"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39"/>
              <p:cNvSpPr/>
              <p:nvPr/>
            </p:nvSpPr>
            <p:spPr>
              <a:xfrm>
                <a:off x="4313275" y="1102700"/>
                <a:ext cx="13575" cy="13550"/>
              </a:xfrm>
              <a:custGeom>
                <a:rect b="b" l="l" r="r" t="t"/>
                <a:pathLst>
                  <a:path extrusionOk="0" h="542" w="543">
                    <a:moveTo>
                      <a:pt x="272" y="0"/>
                    </a:moveTo>
                    <a:cubicBezTo>
                      <a:pt x="123" y="0"/>
                      <a:pt x="1" y="122"/>
                      <a:pt x="1" y="271"/>
                    </a:cubicBezTo>
                    <a:cubicBezTo>
                      <a:pt x="1" y="421"/>
                      <a:pt x="123" y="542"/>
                      <a:pt x="272" y="542"/>
                    </a:cubicBezTo>
                    <a:cubicBezTo>
                      <a:pt x="422" y="542"/>
                      <a:pt x="543" y="421"/>
                      <a:pt x="543" y="271"/>
                    </a:cubicBezTo>
                    <a:cubicBezTo>
                      <a:pt x="543" y="122"/>
                      <a:pt x="422"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39"/>
              <p:cNvSpPr/>
              <p:nvPr/>
            </p:nvSpPr>
            <p:spPr>
              <a:xfrm>
                <a:off x="4313275" y="1143300"/>
                <a:ext cx="13575" cy="13575"/>
              </a:xfrm>
              <a:custGeom>
                <a:rect b="b" l="l" r="r" t="t"/>
                <a:pathLst>
                  <a:path extrusionOk="0" h="543" w="543">
                    <a:moveTo>
                      <a:pt x="272" y="0"/>
                    </a:moveTo>
                    <a:cubicBezTo>
                      <a:pt x="123" y="0"/>
                      <a:pt x="1" y="122"/>
                      <a:pt x="1" y="271"/>
                    </a:cubicBezTo>
                    <a:cubicBezTo>
                      <a:pt x="1" y="420"/>
                      <a:pt x="123" y="542"/>
                      <a:pt x="272" y="542"/>
                    </a:cubicBezTo>
                    <a:cubicBezTo>
                      <a:pt x="422" y="542"/>
                      <a:pt x="543" y="420"/>
                      <a:pt x="543" y="271"/>
                    </a:cubicBezTo>
                    <a:cubicBezTo>
                      <a:pt x="543" y="122"/>
                      <a:pt x="422"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39"/>
              <p:cNvSpPr/>
              <p:nvPr/>
            </p:nvSpPr>
            <p:spPr>
              <a:xfrm>
                <a:off x="4313275" y="1183850"/>
                <a:ext cx="13575" cy="13575"/>
              </a:xfrm>
              <a:custGeom>
                <a:rect b="b" l="l" r="r" t="t"/>
                <a:pathLst>
                  <a:path extrusionOk="0" h="543" w="543">
                    <a:moveTo>
                      <a:pt x="272" y="1"/>
                    </a:moveTo>
                    <a:cubicBezTo>
                      <a:pt x="123" y="1"/>
                      <a:pt x="1" y="122"/>
                      <a:pt x="1" y="272"/>
                    </a:cubicBezTo>
                    <a:cubicBezTo>
                      <a:pt x="1" y="422"/>
                      <a:pt x="123" y="543"/>
                      <a:pt x="272" y="543"/>
                    </a:cubicBezTo>
                    <a:cubicBezTo>
                      <a:pt x="422" y="543"/>
                      <a:pt x="543" y="422"/>
                      <a:pt x="543" y="272"/>
                    </a:cubicBezTo>
                    <a:cubicBezTo>
                      <a:pt x="543" y="122"/>
                      <a:pt x="422"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39"/>
              <p:cNvSpPr/>
              <p:nvPr/>
            </p:nvSpPr>
            <p:spPr>
              <a:xfrm>
                <a:off x="4353875" y="1041800"/>
                <a:ext cx="13575" cy="13575"/>
              </a:xfrm>
              <a:custGeom>
                <a:rect b="b" l="l" r="r" t="t"/>
                <a:pathLst>
                  <a:path extrusionOk="0" h="543" w="543">
                    <a:moveTo>
                      <a:pt x="271" y="1"/>
                    </a:moveTo>
                    <a:cubicBezTo>
                      <a:pt x="121" y="1"/>
                      <a:pt x="0" y="122"/>
                      <a:pt x="0" y="272"/>
                    </a:cubicBezTo>
                    <a:cubicBezTo>
                      <a:pt x="0" y="422"/>
                      <a:pt x="121" y="542"/>
                      <a:pt x="271" y="542"/>
                    </a:cubicBezTo>
                    <a:cubicBezTo>
                      <a:pt x="420" y="542"/>
                      <a:pt x="542" y="422"/>
                      <a:pt x="542" y="272"/>
                    </a:cubicBezTo>
                    <a:cubicBezTo>
                      <a:pt x="542" y="122"/>
                      <a:pt x="420"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39"/>
              <p:cNvSpPr/>
              <p:nvPr/>
            </p:nvSpPr>
            <p:spPr>
              <a:xfrm>
                <a:off x="4353875" y="1082400"/>
                <a:ext cx="13575" cy="13575"/>
              </a:xfrm>
              <a:custGeom>
                <a:rect b="b" l="l" r="r" t="t"/>
                <a:pathLst>
                  <a:path extrusionOk="0" h="543" w="543">
                    <a:moveTo>
                      <a:pt x="271" y="1"/>
                    </a:moveTo>
                    <a:cubicBezTo>
                      <a:pt x="121" y="1"/>
                      <a:pt x="0" y="123"/>
                      <a:pt x="0" y="272"/>
                    </a:cubicBezTo>
                    <a:cubicBezTo>
                      <a:pt x="0" y="421"/>
                      <a:pt x="121" y="543"/>
                      <a:pt x="271" y="543"/>
                    </a:cubicBezTo>
                    <a:cubicBezTo>
                      <a:pt x="420" y="543"/>
                      <a:pt x="542" y="421"/>
                      <a:pt x="542" y="272"/>
                    </a:cubicBezTo>
                    <a:cubicBezTo>
                      <a:pt x="542" y="123"/>
                      <a:pt x="420"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39"/>
              <p:cNvSpPr/>
              <p:nvPr/>
            </p:nvSpPr>
            <p:spPr>
              <a:xfrm>
                <a:off x="4353875" y="1122975"/>
                <a:ext cx="13575" cy="13550"/>
              </a:xfrm>
              <a:custGeom>
                <a:rect b="b" l="l" r="r" t="t"/>
                <a:pathLst>
                  <a:path extrusionOk="0" h="542" w="543">
                    <a:moveTo>
                      <a:pt x="271" y="0"/>
                    </a:moveTo>
                    <a:cubicBezTo>
                      <a:pt x="121" y="0"/>
                      <a:pt x="0" y="122"/>
                      <a:pt x="0" y="272"/>
                    </a:cubicBezTo>
                    <a:cubicBezTo>
                      <a:pt x="0" y="421"/>
                      <a:pt x="121" y="542"/>
                      <a:pt x="271" y="542"/>
                    </a:cubicBezTo>
                    <a:cubicBezTo>
                      <a:pt x="420" y="542"/>
                      <a:pt x="542" y="421"/>
                      <a:pt x="542" y="272"/>
                    </a:cubicBezTo>
                    <a:cubicBezTo>
                      <a:pt x="542" y="122"/>
                      <a:pt x="420"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39"/>
              <p:cNvSpPr/>
              <p:nvPr/>
            </p:nvSpPr>
            <p:spPr>
              <a:xfrm>
                <a:off x="4353875" y="1163575"/>
                <a:ext cx="13575" cy="13575"/>
              </a:xfrm>
              <a:custGeom>
                <a:rect b="b" l="l" r="r" t="t"/>
                <a:pathLst>
                  <a:path extrusionOk="0" h="543" w="543">
                    <a:moveTo>
                      <a:pt x="271" y="1"/>
                    </a:moveTo>
                    <a:cubicBezTo>
                      <a:pt x="121" y="1"/>
                      <a:pt x="0" y="122"/>
                      <a:pt x="0" y="272"/>
                    </a:cubicBezTo>
                    <a:cubicBezTo>
                      <a:pt x="0" y="422"/>
                      <a:pt x="121" y="542"/>
                      <a:pt x="271" y="542"/>
                    </a:cubicBezTo>
                    <a:cubicBezTo>
                      <a:pt x="420" y="542"/>
                      <a:pt x="542" y="422"/>
                      <a:pt x="542" y="272"/>
                    </a:cubicBezTo>
                    <a:cubicBezTo>
                      <a:pt x="542" y="122"/>
                      <a:pt x="420"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39"/>
              <p:cNvSpPr/>
              <p:nvPr/>
            </p:nvSpPr>
            <p:spPr>
              <a:xfrm>
                <a:off x="4353875" y="1204150"/>
                <a:ext cx="13575" cy="13575"/>
              </a:xfrm>
              <a:custGeom>
                <a:rect b="b" l="l" r="r" t="t"/>
                <a:pathLst>
                  <a:path extrusionOk="0" h="543" w="543">
                    <a:moveTo>
                      <a:pt x="271" y="1"/>
                    </a:moveTo>
                    <a:cubicBezTo>
                      <a:pt x="121" y="1"/>
                      <a:pt x="0" y="122"/>
                      <a:pt x="0" y="271"/>
                    </a:cubicBezTo>
                    <a:cubicBezTo>
                      <a:pt x="0" y="421"/>
                      <a:pt x="121" y="543"/>
                      <a:pt x="271" y="543"/>
                    </a:cubicBezTo>
                    <a:cubicBezTo>
                      <a:pt x="420" y="543"/>
                      <a:pt x="542" y="421"/>
                      <a:pt x="542" y="271"/>
                    </a:cubicBezTo>
                    <a:cubicBezTo>
                      <a:pt x="542" y="122"/>
                      <a:pt x="420"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39"/>
              <p:cNvSpPr/>
              <p:nvPr/>
            </p:nvSpPr>
            <p:spPr>
              <a:xfrm>
                <a:off x="4353875" y="960650"/>
                <a:ext cx="13575" cy="13575"/>
              </a:xfrm>
              <a:custGeom>
                <a:rect b="b" l="l" r="r" t="t"/>
                <a:pathLst>
                  <a:path extrusionOk="0" h="543" w="543">
                    <a:moveTo>
                      <a:pt x="271" y="1"/>
                    </a:moveTo>
                    <a:cubicBezTo>
                      <a:pt x="121" y="1"/>
                      <a:pt x="0" y="123"/>
                      <a:pt x="0" y="272"/>
                    </a:cubicBezTo>
                    <a:cubicBezTo>
                      <a:pt x="0" y="422"/>
                      <a:pt x="121" y="543"/>
                      <a:pt x="271" y="543"/>
                    </a:cubicBezTo>
                    <a:cubicBezTo>
                      <a:pt x="420" y="543"/>
                      <a:pt x="542" y="422"/>
                      <a:pt x="542" y="272"/>
                    </a:cubicBezTo>
                    <a:cubicBezTo>
                      <a:pt x="542" y="123"/>
                      <a:pt x="420"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39"/>
              <p:cNvSpPr/>
              <p:nvPr/>
            </p:nvSpPr>
            <p:spPr>
              <a:xfrm>
                <a:off x="4390750" y="1062125"/>
                <a:ext cx="13575" cy="13575"/>
              </a:xfrm>
              <a:custGeom>
                <a:rect b="b" l="l" r="r" t="t"/>
                <a:pathLst>
                  <a:path extrusionOk="0" h="543" w="543">
                    <a:moveTo>
                      <a:pt x="271" y="1"/>
                    </a:moveTo>
                    <a:cubicBezTo>
                      <a:pt x="122" y="1"/>
                      <a:pt x="1" y="121"/>
                      <a:pt x="1" y="271"/>
                    </a:cubicBezTo>
                    <a:cubicBezTo>
                      <a:pt x="1" y="421"/>
                      <a:pt x="122" y="543"/>
                      <a:pt x="271" y="543"/>
                    </a:cubicBezTo>
                    <a:cubicBezTo>
                      <a:pt x="421" y="543"/>
                      <a:pt x="543" y="421"/>
                      <a:pt x="543" y="271"/>
                    </a:cubicBezTo>
                    <a:cubicBezTo>
                      <a:pt x="543" y="121"/>
                      <a:pt x="421"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39"/>
              <p:cNvSpPr/>
              <p:nvPr/>
            </p:nvSpPr>
            <p:spPr>
              <a:xfrm>
                <a:off x="4390750" y="1102700"/>
                <a:ext cx="13575" cy="13550"/>
              </a:xfrm>
              <a:custGeom>
                <a:rect b="b" l="l" r="r" t="t"/>
                <a:pathLst>
                  <a:path extrusionOk="0" h="542" w="543">
                    <a:moveTo>
                      <a:pt x="271" y="0"/>
                    </a:moveTo>
                    <a:cubicBezTo>
                      <a:pt x="122" y="0"/>
                      <a:pt x="1" y="122"/>
                      <a:pt x="1" y="271"/>
                    </a:cubicBezTo>
                    <a:cubicBezTo>
                      <a:pt x="1" y="421"/>
                      <a:pt x="122" y="542"/>
                      <a:pt x="271" y="542"/>
                    </a:cubicBezTo>
                    <a:cubicBezTo>
                      <a:pt x="421" y="542"/>
                      <a:pt x="543" y="421"/>
                      <a:pt x="543" y="271"/>
                    </a:cubicBezTo>
                    <a:cubicBezTo>
                      <a:pt x="543"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39"/>
              <p:cNvSpPr/>
              <p:nvPr/>
            </p:nvSpPr>
            <p:spPr>
              <a:xfrm>
                <a:off x="4390750" y="1143300"/>
                <a:ext cx="13575" cy="13575"/>
              </a:xfrm>
              <a:custGeom>
                <a:rect b="b" l="l" r="r" t="t"/>
                <a:pathLst>
                  <a:path extrusionOk="0" h="543" w="543">
                    <a:moveTo>
                      <a:pt x="271" y="0"/>
                    </a:moveTo>
                    <a:cubicBezTo>
                      <a:pt x="122" y="0"/>
                      <a:pt x="1" y="122"/>
                      <a:pt x="1" y="271"/>
                    </a:cubicBezTo>
                    <a:cubicBezTo>
                      <a:pt x="1" y="420"/>
                      <a:pt x="122" y="542"/>
                      <a:pt x="271" y="542"/>
                    </a:cubicBezTo>
                    <a:cubicBezTo>
                      <a:pt x="421" y="542"/>
                      <a:pt x="543" y="420"/>
                      <a:pt x="543" y="271"/>
                    </a:cubicBezTo>
                    <a:cubicBezTo>
                      <a:pt x="543"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39"/>
              <p:cNvSpPr/>
              <p:nvPr/>
            </p:nvSpPr>
            <p:spPr>
              <a:xfrm>
                <a:off x="4390750" y="1183850"/>
                <a:ext cx="13575" cy="13575"/>
              </a:xfrm>
              <a:custGeom>
                <a:rect b="b" l="l" r="r" t="t"/>
                <a:pathLst>
                  <a:path extrusionOk="0" h="543" w="543">
                    <a:moveTo>
                      <a:pt x="271" y="1"/>
                    </a:moveTo>
                    <a:cubicBezTo>
                      <a:pt x="122" y="1"/>
                      <a:pt x="1" y="122"/>
                      <a:pt x="1" y="272"/>
                    </a:cubicBezTo>
                    <a:cubicBezTo>
                      <a:pt x="1" y="422"/>
                      <a:pt x="122" y="543"/>
                      <a:pt x="271" y="543"/>
                    </a:cubicBezTo>
                    <a:cubicBezTo>
                      <a:pt x="421" y="543"/>
                      <a:pt x="543" y="422"/>
                      <a:pt x="543" y="272"/>
                    </a:cubicBezTo>
                    <a:cubicBezTo>
                      <a:pt x="543" y="122"/>
                      <a:pt x="421"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39"/>
              <p:cNvSpPr/>
              <p:nvPr/>
            </p:nvSpPr>
            <p:spPr>
              <a:xfrm>
                <a:off x="4431325" y="1082400"/>
                <a:ext cx="13575" cy="13575"/>
              </a:xfrm>
              <a:custGeom>
                <a:rect b="b" l="l" r="r" t="t"/>
                <a:pathLst>
                  <a:path extrusionOk="0" h="543" w="543">
                    <a:moveTo>
                      <a:pt x="272" y="1"/>
                    </a:moveTo>
                    <a:cubicBezTo>
                      <a:pt x="122" y="1"/>
                      <a:pt x="0" y="123"/>
                      <a:pt x="0" y="272"/>
                    </a:cubicBezTo>
                    <a:cubicBezTo>
                      <a:pt x="0" y="421"/>
                      <a:pt x="122" y="543"/>
                      <a:pt x="272" y="543"/>
                    </a:cubicBezTo>
                    <a:cubicBezTo>
                      <a:pt x="421" y="543"/>
                      <a:pt x="542" y="421"/>
                      <a:pt x="542" y="272"/>
                    </a:cubicBezTo>
                    <a:cubicBezTo>
                      <a:pt x="542" y="123"/>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39"/>
              <p:cNvSpPr/>
              <p:nvPr/>
            </p:nvSpPr>
            <p:spPr>
              <a:xfrm>
                <a:off x="4431325" y="1122975"/>
                <a:ext cx="13575" cy="13550"/>
              </a:xfrm>
              <a:custGeom>
                <a:rect b="b" l="l" r="r" t="t"/>
                <a:pathLst>
                  <a:path extrusionOk="0" h="542" w="543">
                    <a:moveTo>
                      <a:pt x="272" y="0"/>
                    </a:moveTo>
                    <a:cubicBezTo>
                      <a:pt x="122" y="0"/>
                      <a:pt x="0" y="122"/>
                      <a:pt x="0" y="272"/>
                    </a:cubicBezTo>
                    <a:cubicBezTo>
                      <a:pt x="0" y="421"/>
                      <a:pt x="122" y="542"/>
                      <a:pt x="272" y="542"/>
                    </a:cubicBezTo>
                    <a:cubicBezTo>
                      <a:pt x="421" y="542"/>
                      <a:pt x="542" y="421"/>
                      <a:pt x="542" y="272"/>
                    </a:cubicBezTo>
                    <a:cubicBezTo>
                      <a:pt x="542" y="122"/>
                      <a:pt x="421"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39"/>
              <p:cNvSpPr/>
              <p:nvPr/>
            </p:nvSpPr>
            <p:spPr>
              <a:xfrm>
                <a:off x="4431325" y="1163575"/>
                <a:ext cx="13575" cy="13575"/>
              </a:xfrm>
              <a:custGeom>
                <a:rect b="b" l="l" r="r" t="t"/>
                <a:pathLst>
                  <a:path extrusionOk="0" h="543" w="543">
                    <a:moveTo>
                      <a:pt x="272" y="1"/>
                    </a:moveTo>
                    <a:cubicBezTo>
                      <a:pt x="122" y="1"/>
                      <a:pt x="0" y="122"/>
                      <a:pt x="0" y="272"/>
                    </a:cubicBezTo>
                    <a:cubicBezTo>
                      <a:pt x="0" y="422"/>
                      <a:pt x="122" y="542"/>
                      <a:pt x="272" y="542"/>
                    </a:cubicBezTo>
                    <a:cubicBezTo>
                      <a:pt x="421" y="542"/>
                      <a:pt x="542" y="422"/>
                      <a:pt x="542" y="272"/>
                    </a:cubicBezTo>
                    <a:cubicBezTo>
                      <a:pt x="542" y="122"/>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39"/>
              <p:cNvSpPr/>
              <p:nvPr/>
            </p:nvSpPr>
            <p:spPr>
              <a:xfrm>
                <a:off x="4431325" y="1204150"/>
                <a:ext cx="13575" cy="13575"/>
              </a:xfrm>
              <a:custGeom>
                <a:rect b="b" l="l" r="r" t="t"/>
                <a:pathLst>
                  <a:path extrusionOk="0" h="543" w="543">
                    <a:moveTo>
                      <a:pt x="272" y="1"/>
                    </a:moveTo>
                    <a:cubicBezTo>
                      <a:pt x="122" y="1"/>
                      <a:pt x="0" y="122"/>
                      <a:pt x="0" y="271"/>
                    </a:cubicBezTo>
                    <a:cubicBezTo>
                      <a:pt x="0" y="421"/>
                      <a:pt x="122" y="543"/>
                      <a:pt x="272" y="543"/>
                    </a:cubicBezTo>
                    <a:cubicBezTo>
                      <a:pt x="421" y="543"/>
                      <a:pt x="542" y="421"/>
                      <a:pt x="542" y="271"/>
                    </a:cubicBezTo>
                    <a:cubicBezTo>
                      <a:pt x="542" y="122"/>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39"/>
              <p:cNvSpPr/>
              <p:nvPr/>
            </p:nvSpPr>
            <p:spPr>
              <a:xfrm>
                <a:off x="4468225" y="1102700"/>
                <a:ext cx="13550" cy="13550"/>
              </a:xfrm>
              <a:custGeom>
                <a:rect b="b" l="l" r="r" t="t"/>
                <a:pathLst>
                  <a:path extrusionOk="0" h="542" w="542">
                    <a:moveTo>
                      <a:pt x="271" y="0"/>
                    </a:moveTo>
                    <a:cubicBezTo>
                      <a:pt x="122" y="0"/>
                      <a:pt x="0" y="122"/>
                      <a:pt x="0" y="271"/>
                    </a:cubicBezTo>
                    <a:cubicBezTo>
                      <a:pt x="0" y="421"/>
                      <a:pt x="122" y="542"/>
                      <a:pt x="271" y="542"/>
                    </a:cubicBezTo>
                    <a:cubicBezTo>
                      <a:pt x="421" y="542"/>
                      <a:pt x="542" y="421"/>
                      <a:pt x="542" y="271"/>
                    </a:cubicBezTo>
                    <a:cubicBezTo>
                      <a:pt x="542"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39"/>
              <p:cNvSpPr/>
              <p:nvPr/>
            </p:nvSpPr>
            <p:spPr>
              <a:xfrm>
                <a:off x="4468225" y="1143300"/>
                <a:ext cx="13550" cy="13575"/>
              </a:xfrm>
              <a:custGeom>
                <a:rect b="b" l="l" r="r" t="t"/>
                <a:pathLst>
                  <a:path extrusionOk="0" h="543" w="542">
                    <a:moveTo>
                      <a:pt x="271" y="0"/>
                    </a:moveTo>
                    <a:cubicBezTo>
                      <a:pt x="122" y="0"/>
                      <a:pt x="0" y="122"/>
                      <a:pt x="0" y="271"/>
                    </a:cubicBezTo>
                    <a:cubicBezTo>
                      <a:pt x="0" y="420"/>
                      <a:pt x="122" y="542"/>
                      <a:pt x="271" y="542"/>
                    </a:cubicBezTo>
                    <a:cubicBezTo>
                      <a:pt x="421" y="542"/>
                      <a:pt x="542" y="420"/>
                      <a:pt x="542" y="271"/>
                    </a:cubicBezTo>
                    <a:cubicBezTo>
                      <a:pt x="542"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39"/>
              <p:cNvSpPr/>
              <p:nvPr/>
            </p:nvSpPr>
            <p:spPr>
              <a:xfrm>
                <a:off x="4468225" y="1183850"/>
                <a:ext cx="13550" cy="13575"/>
              </a:xfrm>
              <a:custGeom>
                <a:rect b="b" l="l" r="r" t="t"/>
                <a:pathLst>
                  <a:path extrusionOk="0" h="543" w="542">
                    <a:moveTo>
                      <a:pt x="271" y="1"/>
                    </a:moveTo>
                    <a:cubicBezTo>
                      <a:pt x="122" y="1"/>
                      <a:pt x="0" y="122"/>
                      <a:pt x="0" y="272"/>
                    </a:cubicBezTo>
                    <a:cubicBezTo>
                      <a:pt x="0" y="422"/>
                      <a:pt x="122" y="543"/>
                      <a:pt x="271" y="543"/>
                    </a:cubicBezTo>
                    <a:cubicBezTo>
                      <a:pt x="421" y="543"/>
                      <a:pt x="542" y="422"/>
                      <a:pt x="542" y="272"/>
                    </a:cubicBezTo>
                    <a:cubicBezTo>
                      <a:pt x="542" y="122"/>
                      <a:pt x="421"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39"/>
              <p:cNvSpPr/>
              <p:nvPr/>
            </p:nvSpPr>
            <p:spPr>
              <a:xfrm>
                <a:off x="4257150" y="972200"/>
                <a:ext cx="220500" cy="220500"/>
              </a:xfrm>
              <a:custGeom>
                <a:rect b="b" l="l" r="r" t="t"/>
                <a:pathLst>
                  <a:path extrusionOk="0" h="8820" w="8820">
                    <a:moveTo>
                      <a:pt x="1945" y="1136"/>
                    </a:moveTo>
                    <a:cubicBezTo>
                      <a:pt x="2377" y="1136"/>
                      <a:pt x="2730" y="1473"/>
                      <a:pt x="2750" y="1904"/>
                    </a:cubicBezTo>
                    <a:lnTo>
                      <a:pt x="2903" y="5374"/>
                    </a:lnTo>
                    <a:cubicBezTo>
                      <a:pt x="2916" y="5668"/>
                      <a:pt x="3152" y="5904"/>
                      <a:pt x="3446" y="5917"/>
                    </a:cubicBezTo>
                    <a:lnTo>
                      <a:pt x="6916" y="6069"/>
                    </a:lnTo>
                    <a:cubicBezTo>
                      <a:pt x="7345" y="6089"/>
                      <a:pt x="7683" y="6442"/>
                      <a:pt x="7683" y="6874"/>
                    </a:cubicBezTo>
                    <a:cubicBezTo>
                      <a:pt x="7683" y="7307"/>
                      <a:pt x="7344" y="7660"/>
                      <a:pt x="6913" y="7679"/>
                    </a:cubicBezTo>
                    <a:lnTo>
                      <a:pt x="6884" y="7680"/>
                    </a:lnTo>
                    <a:lnTo>
                      <a:pt x="1139" y="7680"/>
                    </a:lnTo>
                    <a:lnTo>
                      <a:pt x="1139" y="1937"/>
                    </a:lnTo>
                    <a:lnTo>
                      <a:pt x="1140" y="1902"/>
                    </a:lnTo>
                    <a:cubicBezTo>
                      <a:pt x="1159" y="1473"/>
                      <a:pt x="1512" y="1136"/>
                      <a:pt x="1945" y="1136"/>
                    </a:cubicBezTo>
                    <a:close/>
                    <a:moveTo>
                      <a:pt x="1945" y="0"/>
                    </a:moveTo>
                    <a:cubicBezTo>
                      <a:pt x="902" y="0"/>
                      <a:pt x="50" y="813"/>
                      <a:pt x="3" y="1853"/>
                    </a:cubicBezTo>
                    <a:lnTo>
                      <a:pt x="0" y="1900"/>
                    </a:lnTo>
                    <a:lnTo>
                      <a:pt x="0" y="1926"/>
                    </a:lnTo>
                    <a:lnTo>
                      <a:pt x="0" y="8251"/>
                    </a:lnTo>
                    <a:cubicBezTo>
                      <a:pt x="1" y="8564"/>
                      <a:pt x="256" y="8820"/>
                      <a:pt x="571" y="8820"/>
                    </a:cubicBezTo>
                    <a:lnTo>
                      <a:pt x="6898" y="8820"/>
                    </a:lnTo>
                    <a:cubicBezTo>
                      <a:pt x="6907" y="8820"/>
                      <a:pt x="6916" y="8820"/>
                      <a:pt x="6925" y="8819"/>
                    </a:cubicBezTo>
                    <a:lnTo>
                      <a:pt x="6964" y="8817"/>
                    </a:lnTo>
                    <a:cubicBezTo>
                      <a:pt x="8004" y="8770"/>
                      <a:pt x="8820" y="7917"/>
                      <a:pt x="8820" y="6875"/>
                    </a:cubicBezTo>
                    <a:cubicBezTo>
                      <a:pt x="8820" y="5833"/>
                      <a:pt x="8004" y="4981"/>
                      <a:pt x="6965" y="4934"/>
                    </a:cubicBezTo>
                    <a:lnTo>
                      <a:pt x="4016" y="4804"/>
                    </a:lnTo>
                    <a:lnTo>
                      <a:pt x="3886" y="1855"/>
                    </a:lnTo>
                    <a:cubicBezTo>
                      <a:pt x="3839" y="815"/>
                      <a:pt x="2987" y="0"/>
                      <a:pt x="1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5" name="Google Shape;2985;p39"/>
            <p:cNvGrpSpPr/>
            <p:nvPr/>
          </p:nvGrpSpPr>
          <p:grpSpPr>
            <a:xfrm>
              <a:off x="-125614" y="3756078"/>
              <a:ext cx="786671" cy="1162321"/>
              <a:chOff x="3074375" y="2791788"/>
              <a:chExt cx="262425" cy="387738"/>
            </a:xfrm>
          </p:grpSpPr>
          <p:sp>
            <p:nvSpPr>
              <p:cNvPr id="2986" name="Google Shape;2986;p39"/>
              <p:cNvSpPr/>
              <p:nvPr/>
            </p:nvSpPr>
            <p:spPr>
              <a:xfrm>
                <a:off x="3074396" y="2791788"/>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7" name="Google Shape;2987;p39"/>
              <p:cNvGrpSpPr/>
              <p:nvPr/>
            </p:nvGrpSpPr>
            <p:grpSpPr>
              <a:xfrm>
                <a:off x="3074375" y="2791800"/>
                <a:ext cx="262425" cy="387725"/>
                <a:chOff x="3074375" y="2791800"/>
                <a:chExt cx="262425" cy="387725"/>
              </a:xfrm>
            </p:grpSpPr>
            <p:sp>
              <p:nvSpPr>
                <p:cNvPr id="2988" name="Google Shape;2988;p39"/>
                <p:cNvSpPr/>
                <p:nvPr/>
              </p:nvSpPr>
              <p:spPr>
                <a:xfrm>
                  <a:off x="3074425" y="2791925"/>
                  <a:ext cx="262375" cy="387600"/>
                </a:xfrm>
                <a:custGeom>
                  <a:rect b="b" l="l" r="r" t="t"/>
                  <a:pathLst>
                    <a:path extrusionOk="0" h="15504" w="10495">
                      <a:moveTo>
                        <a:pt x="0" y="1"/>
                      </a:moveTo>
                      <a:lnTo>
                        <a:pt x="0" y="10256"/>
                      </a:lnTo>
                      <a:cubicBezTo>
                        <a:pt x="0" y="10416"/>
                        <a:pt x="9" y="10575"/>
                        <a:pt x="22" y="10733"/>
                      </a:cubicBezTo>
                      <a:cubicBezTo>
                        <a:pt x="31" y="10834"/>
                        <a:pt x="44" y="10937"/>
                        <a:pt x="59" y="11038"/>
                      </a:cubicBezTo>
                      <a:cubicBezTo>
                        <a:pt x="62" y="11068"/>
                        <a:pt x="67" y="11099"/>
                        <a:pt x="73" y="11128"/>
                      </a:cubicBezTo>
                      <a:cubicBezTo>
                        <a:pt x="86" y="11208"/>
                        <a:pt x="102" y="11288"/>
                        <a:pt x="118" y="11367"/>
                      </a:cubicBezTo>
                      <a:cubicBezTo>
                        <a:pt x="180" y="11653"/>
                        <a:pt x="266" y="11930"/>
                        <a:pt x="371" y="12196"/>
                      </a:cubicBezTo>
                      <a:cubicBezTo>
                        <a:pt x="479" y="12468"/>
                        <a:pt x="609" y="12730"/>
                        <a:pt x="760" y="12977"/>
                      </a:cubicBezTo>
                      <a:cubicBezTo>
                        <a:pt x="865" y="13148"/>
                        <a:pt x="977" y="13311"/>
                        <a:pt x="1099" y="13468"/>
                      </a:cubicBezTo>
                      <a:cubicBezTo>
                        <a:pt x="1209" y="13609"/>
                        <a:pt x="1325" y="13744"/>
                        <a:pt x="1449" y="13873"/>
                      </a:cubicBezTo>
                      <a:cubicBezTo>
                        <a:pt x="1473" y="13898"/>
                        <a:pt x="1496" y="13923"/>
                        <a:pt x="1520" y="13947"/>
                      </a:cubicBezTo>
                      <a:lnTo>
                        <a:pt x="1538" y="13965"/>
                      </a:lnTo>
                      <a:cubicBezTo>
                        <a:pt x="1646" y="14074"/>
                        <a:pt x="1761" y="14177"/>
                        <a:pt x="1879" y="14278"/>
                      </a:cubicBezTo>
                      <a:cubicBezTo>
                        <a:pt x="1962" y="14348"/>
                        <a:pt x="2048" y="14415"/>
                        <a:pt x="2137" y="14481"/>
                      </a:cubicBezTo>
                      <a:cubicBezTo>
                        <a:pt x="2177" y="14511"/>
                        <a:pt x="2219" y="14542"/>
                        <a:pt x="2260" y="14570"/>
                      </a:cubicBezTo>
                      <a:cubicBezTo>
                        <a:pt x="2425" y="14683"/>
                        <a:pt x="2595" y="14789"/>
                        <a:pt x="2771" y="14883"/>
                      </a:cubicBezTo>
                      <a:cubicBezTo>
                        <a:pt x="2790" y="14894"/>
                        <a:pt x="2806" y="14903"/>
                        <a:pt x="2825" y="14912"/>
                      </a:cubicBezTo>
                      <a:cubicBezTo>
                        <a:pt x="2889" y="14945"/>
                        <a:pt x="2954" y="14977"/>
                        <a:pt x="3019" y="15008"/>
                      </a:cubicBezTo>
                      <a:cubicBezTo>
                        <a:pt x="3179" y="15084"/>
                        <a:pt x="3344" y="15151"/>
                        <a:pt x="3512" y="15209"/>
                      </a:cubicBezTo>
                      <a:cubicBezTo>
                        <a:pt x="3550" y="15223"/>
                        <a:pt x="3589" y="15235"/>
                        <a:pt x="3627" y="15249"/>
                      </a:cubicBezTo>
                      <a:cubicBezTo>
                        <a:pt x="3774" y="15296"/>
                        <a:pt x="3922" y="15337"/>
                        <a:pt x="4075" y="15372"/>
                      </a:cubicBezTo>
                      <a:cubicBezTo>
                        <a:pt x="4117" y="15382"/>
                        <a:pt x="4158" y="15392"/>
                        <a:pt x="4201" y="15399"/>
                      </a:cubicBezTo>
                      <a:cubicBezTo>
                        <a:pt x="4426" y="15446"/>
                        <a:pt x="4655" y="15477"/>
                        <a:pt x="4889" y="15492"/>
                      </a:cubicBezTo>
                      <a:cubicBezTo>
                        <a:pt x="5008" y="15500"/>
                        <a:pt x="5127" y="15504"/>
                        <a:pt x="5248" y="15504"/>
                      </a:cubicBezTo>
                      <a:cubicBezTo>
                        <a:pt x="5358" y="15504"/>
                        <a:pt x="5468" y="15500"/>
                        <a:pt x="5576" y="15493"/>
                      </a:cubicBezTo>
                      <a:cubicBezTo>
                        <a:pt x="5690" y="15486"/>
                        <a:pt x="5801" y="15476"/>
                        <a:pt x="5913" y="15461"/>
                      </a:cubicBezTo>
                      <a:cubicBezTo>
                        <a:pt x="5937" y="15457"/>
                        <a:pt x="5963" y="15455"/>
                        <a:pt x="5989" y="15451"/>
                      </a:cubicBezTo>
                      <a:cubicBezTo>
                        <a:pt x="6082" y="15439"/>
                        <a:pt x="6174" y="15423"/>
                        <a:pt x="6264" y="15404"/>
                      </a:cubicBezTo>
                      <a:cubicBezTo>
                        <a:pt x="6365" y="15384"/>
                        <a:pt x="6464" y="15362"/>
                        <a:pt x="6563" y="15336"/>
                      </a:cubicBezTo>
                      <a:cubicBezTo>
                        <a:pt x="6695" y="15302"/>
                        <a:pt x="6824" y="15264"/>
                        <a:pt x="6951" y="15220"/>
                      </a:cubicBezTo>
                      <a:cubicBezTo>
                        <a:pt x="7098" y="15170"/>
                        <a:pt x="7242" y="15113"/>
                        <a:pt x="7381" y="15052"/>
                      </a:cubicBezTo>
                      <a:cubicBezTo>
                        <a:pt x="7452" y="15019"/>
                        <a:pt x="7526" y="14985"/>
                        <a:pt x="7596" y="14949"/>
                      </a:cubicBezTo>
                      <a:cubicBezTo>
                        <a:pt x="7610" y="14941"/>
                        <a:pt x="7625" y="14935"/>
                        <a:pt x="7639" y="14928"/>
                      </a:cubicBezTo>
                      <a:cubicBezTo>
                        <a:pt x="7715" y="14887"/>
                        <a:pt x="7791" y="14847"/>
                        <a:pt x="7866" y="14804"/>
                      </a:cubicBezTo>
                      <a:cubicBezTo>
                        <a:pt x="8024" y="14712"/>
                        <a:pt x="8178" y="14611"/>
                        <a:pt x="8326" y="14505"/>
                      </a:cubicBezTo>
                      <a:cubicBezTo>
                        <a:pt x="8519" y="14365"/>
                        <a:pt x="8702" y="14213"/>
                        <a:pt x="8873" y="14048"/>
                      </a:cubicBezTo>
                      <a:cubicBezTo>
                        <a:pt x="8921" y="14002"/>
                        <a:pt x="8967" y="13956"/>
                        <a:pt x="9014" y="13908"/>
                      </a:cubicBezTo>
                      <a:cubicBezTo>
                        <a:pt x="9052" y="13868"/>
                        <a:pt x="9091" y="13827"/>
                        <a:pt x="9128" y="13785"/>
                      </a:cubicBezTo>
                      <a:cubicBezTo>
                        <a:pt x="9343" y="13551"/>
                        <a:pt x="9535" y="13298"/>
                        <a:pt x="9702" y="13029"/>
                      </a:cubicBezTo>
                      <a:cubicBezTo>
                        <a:pt x="9721" y="13000"/>
                        <a:pt x="9737" y="12973"/>
                        <a:pt x="9754" y="12944"/>
                      </a:cubicBezTo>
                      <a:cubicBezTo>
                        <a:pt x="9766" y="12924"/>
                        <a:pt x="9779" y="12903"/>
                        <a:pt x="9790" y="12882"/>
                      </a:cubicBezTo>
                      <a:cubicBezTo>
                        <a:pt x="9854" y="12773"/>
                        <a:pt x="9913" y="12662"/>
                        <a:pt x="9968" y="12549"/>
                      </a:cubicBezTo>
                      <a:cubicBezTo>
                        <a:pt x="10132" y="12210"/>
                        <a:pt x="10263" y="11853"/>
                        <a:pt x="10351" y="11479"/>
                      </a:cubicBezTo>
                      <a:cubicBezTo>
                        <a:pt x="10366" y="11421"/>
                        <a:pt x="10379" y="11362"/>
                        <a:pt x="10390" y="11302"/>
                      </a:cubicBezTo>
                      <a:cubicBezTo>
                        <a:pt x="10459" y="10964"/>
                        <a:pt x="10495" y="10613"/>
                        <a:pt x="10495" y="10253"/>
                      </a:cubicBezTo>
                      <a:lnTo>
                        <a:pt x="104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39"/>
                <p:cNvSpPr/>
                <p:nvPr/>
              </p:nvSpPr>
              <p:spPr>
                <a:xfrm>
                  <a:off x="3074425" y="2912325"/>
                  <a:ext cx="152250" cy="55200"/>
                </a:xfrm>
                <a:custGeom>
                  <a:rect b="b" l="l" r="r" t="t"/>
                  <a:pathLst>
                    <a:path extrusionOk="0" h="2208" w="6090">
                      <a:moveTo>
                        <a:pt x="0" y="0"/>
                      </a:moveTo>
                      <a:lnTo>
                        <a:pt x="0" y="1144"/>
                      </a:lnTo>
                      <a:cubicBezTo>
                        <a:pt x="1551" y="1827"/>
                        <a:pt x="3267" y="2208"/>
                        <a:pt x="5071" y="2208"/>
                      </a:cubicBezTo>
                      <a:cubicBezTo>
                        <a:pt x="5109" y="2208"/>
                        <a:pt x="5146" y="2208"/>
                        <a:pt x="5185" y="2204"/>
                      </a:cubicBezTo>
                      <a:cubicBezTo>
                        <a:pt x="5198" y="2205"/>
                        <a:pt x="5210" y="2206"/>
                        <a:pt x="5223" y="2206"/>
                      </a:cubicBezTo>
                      <a:cubicBezTo>
                        <a:pt x="5240" y="2206"/>
                        <a:pt x="5257" y="2204"/>
                        <a:pt x="5275" y="2200"/>
                      </a:cubicBezTo>
                      <a:cubicBezTo>
                        <a:pt x="5293" y="2201"/>
                        <a:pt x="5310" y="2202"/>
                        <a:pt x="5327" y="2202"/>
                      </a:cubicBezTo>
                      <a:cubicBezTo>
                        <a:pt x="5357" y="2202"/>
                        <a:pt x="5386" y="2200"/>
                        <a:pt x="5417" y="2196"/>
                      </a:cubicBezTo>
                      <a:cubicBezTo>
                        <a:pt x="5420" y="2198"/>
                        <a:pt x="5424" y="2199"/>
                        <a:pt x="5428" y="2199"/>
                      </a:cubicBezTo>
                      <a:cubicBezTo>
                        <a:pt x="5431" y="2199"/>
                        <a:pt x="5435" y="2198"/>
                        <a:pt x="5438" y="2196"/>
                      </a:cubicBezTo>
                      <a:cubicBezTo>
                        <a:pt x="5439" y="2197"/>
                        <a:pt x="5440" y="2198"/>
                        <a:pt x="5443" y="2198"/>
                      </a:cubicBezTo>
                      <a:cubicBezTo>
                        <a:pt x="5445" y="2198"/>
                        <a:pt x="5447" y="2197"/>
                        <a:pt x="5448" y="2196"/>
                      </a:cubicBezTo>
                      <a:cubicBezTo>
                        <a:pt x="5450" y="2198"/>
                        <a:pt x="5452" y="2199"/>
                        <a:pt x="5453" y="2199"/>
                      </a:cubicBezTo>
                      <a:cubicBezTo>
                        <a:pt x="5455" y="2199"/>
                        <a:pt x="5457" y="2198"/>
                        <a:pt x="5459" y="2196"/>
                      </a:cubicBezTo>
                      <a:cubicBezTo>
                        <a:pt x="5462" y="2198"/>
                        <a:pt x="5467" y="2199"/>
                        <a:pt x="5471" y="2199"/>
                      </a:cubicBezTo>
                      <a:cubicBezTo>
                        <a:pt x="5475" y="2199"/>
                        <a:pt x="5480" y="2198"/>
                        <a:pt x="5483" y="2196"/>
                      </a:cubicBezTo>
                      <a:cubicBezTo>
                        <a:pt x="5485" y="2198"/>
                        <a:pt x="5487" y="2199"/>
                        <a:pt x="5490" y="2199"/>
                      </a:cubicBezTo>
                      <a:cubicBezTo>
                        <a:pt x="5493" y="2199"/>
                        <a:pt x="5495" y="2198"/>
                        <a:pt x="5497" y="2196"/>
                      </a:cubicBezTo>
                      <a:cubicBezTo>
                        <a:pt x="5498" y="2198"/>
                        <a:pt x="5499" y="2198"/>
                        <a:pt x="5501" y="2198"/>
                      </a:cubicBezTo>
                      <a:cubicBezTo>
                        <a:pt x="5503" y="2198"/>
                        <a:pt x="5505" y="2196"/>
                        <a:pt x="5507" y="2196"/>
                      </a:cubicBezTo>
                      <a:lnTo>
                        <a:pt x="5514" y="2196"/>
                      </a:lnTo>
                      <a:cubicBezTo>
                        <a:pt x="5521" y="2196"/>
                        <a:pt x="5525" y="2196"/>
                        <a:pt x="5531" y="2192"/>
                      </a:cubicBezTo>
                      <a:cubicBezTo>
                        <a:pt x="5532" y="2194"/>
                        <a:pt x="5532" y="2195"/>
                        <a:pt x="5533" y="2195"/>
                      </a:cubicBezTo>
                      <a:cubicBezTo>
                        <a:pt x="5534" y="2195"/>
                        <a:pt x="5535" y="2194"/>
                        <a:pt x="5537" y="2192"/>
                      </a:cubicBezTo>
                      <a:cubicBezTo>
                        <a:pt x="5537" y="2192"/>
                        <a:pt x="5538" y="2194"/>
                        <a:pt x="5540" y="2194"/>
                      </a:cubicBezTo>
                      <a:cubicBezTo>
                        <a:pt x="5541" y="2194"/>
                        <a:pt x="5542" y="2194"/>
                        <a:pt x="5543" y="2192"/>
                      </a:cubicBezTo>
                      <a:cubicBezTo>
                        <a:pt x="5545" y="2194"/>
                        <a:pt x="5548" y="2195"/>
                        <a:pt x="5552" y="2195"/>
                      </a:cubicBezTo>
                      <a:cubicBezTo>
                        <a:pt x="5555" y="2195"/>
                        <a:pt x="5559" y="2194"/>
                        <a:pt x="5562" y="2192"/>
                      </a:cubicBezTo>
                      <a:cubicBezTo>
                        <a:pt x="5565" y="2194"/>
                        <a:pt x="5568" y="2195"/>
                        <a:pt x="5573" y="2195"/>
                      </a:cubicBezTo>
                      <a:cubicBezTo>
                        <a:pt x="5577" y="2195"/>
                        <a:pt x="5581" y="2194"/>
                        <a:pt x="5587" y="2192"/>
                      </a:cubicBezTo>
                      <a:lnTo>
                        <a:pt x="5603" y="2192"/>
                      </a:lnTo>
                      <a:cubicBezTo>
                        <a:pt x="5620" y="2192"/>
                        <a:pt x="5636" y="2192"/>
                        <a:pt x="5655" y="2188"/>
                      </a:cubicBezTo>
                      <a:lnTo>
                        <a:pt x="5659" y="2188"/>
                      </a:lnTo>
                      <a:cubicBezTo>
                        <a:pt x="5660" y="2187"/>
                        <a:pt x="5661" y="2187"/>
                        <a:pt x="5661" y="2187"/>
                      </a:cubicBezTo>
                      <a:cubicBezTo>
                        <a:pt x="5662" y="2187"/>
                        <a:pt x="5662" y="2188"/>
                        <a:pt x="5662" y="2188"/>
                      </a:cubicBezTo>
                      <a:cubicBezTo>
                        <a:pt x="5804" y="2181"/>
                        <a:pt x="5948" y="2170"/>
                        <a:pt x="6089" y="2160"/>
                      </a:cubicBezTo>
                      <a:cubicBezTo>
                        <a:pt x="6014" y="2154"/>
                        <a:pt x="5937" y="2146"/>
                        <a:pt x="5862" y="2145"/>
                      </a:cubicBezTo>
                      <a:cubicBezTo>
                        <a:pt x="5840" y="2142"/>
                        <a:pt x="5820" y="2142"/>
                        <a:pt x="5799" y="2138"/>
                      </a:cubicBezTo>
                      <a:cubicBezTo>
                        <a:pt x="5751" y="2135"/>
                        <a:pt x="5702" y="2128"/>
                        <a:pt x="5654" y="2121"/>
                      </a:cubicBezTo>
                      <a:lnTo>
                        <a:pt x="5650" y="2121"/>
                      </a:lnTo>
                      <a:cubicBezTo>
                        <a:pt x="5633" y="2121"/>
                        <a:pt x="5616" y="2118"/>
                        <a:pt x="5598" y="2118"/>
                      </a:cubicBezTo>
                      <a:cubicBezTo>
                        <a:pt x="5594" y="2118"/>
                        <a:pt x="5588" y="2114"/>
                        <a:pt x="5583" y="2114"/>
                      </a:cubicBezTo>
                      <a:lnTo>
                        <a:pt x="5571" y="2114"/>
                      </a:lnTo>
                      <a:cubicBezTo>
                        <a:pt x="5565" y="2114"/>
                        <a:pt x="5557" y="2110"/>
                        <a:pt x="5550" y="2110"/>
                      </a:cubicBezTo>
                      <a:lnTo>
                        <a:pt x="5546" y="2110"/>
                      </a:lnTo>
                      <a:cubicBezTo>
                        <a:pt x="5539" y="2110"/>
                        <a:pt x="5536" y="2110"/>
                        <a:pt x="5532" y="2105"/>
                      </a:cubicBezTo>
                      <a:lnTo>
                        <a:pt x="5515" y="2105"/>
                      </a:lnTo>
                      <a:cubicBezTo>
                        <a:pt x="5513" y="2105"/>
                        <a:pt x="5511" y="2104"/>
                        <a:pt x="5509" y="2104"/>
                      </a:cubicBezTo>
                      <a:cubicBezTo>
                        <a:pt x="5508" y="2104"/>
                        <a:pt x="5506" y="2104"/>
                        <a:pt x="5505" y="2105"/>
                      </a:cubicBezTo>
                      <a:cubicBezTo>
                        <a:pt x="5501" y="2102"/>
                        <a:pt x="5499" y="2102"/>
                        <a:pt x="5495" y="2102"/>
                      </a:cubicBezTo>
                      <a:lnTo>
                        <a:pt x="5491" y="2102"/>
                      </a:lnTo>
                      <a:cubicBezTo>
                        <a:pt x="5480" y="2102"/>
                        <a:pt x="5471" y="2098"/>
                        <a:pt x="5464" y="2098"/>
                      </a:cubicBezTo>
                      <a:cubicBezTo>
                        <a:pt x="5457" y="2098"/>
                        <a:pt x="5449" y="2094"/>
                        <a:pt x="5446" y="2094"/>
                      </a:cubicBezTo>
                      <a:cubicBezTo>
                        <a:pt x="5436" y="2094"/>
                        <a:pt x="5426" y="2090"/>
                        <a:pt x="5415" y="2090"/>
                      </a:cubicBezTo>
                      <a:lnTo>
                        <a:pt x="5411" y="2090"/>
                      </a:lnTo>
                      <a:cubicBezTo>
                        <a:pt x="5370" y="2084"/>
                        <a:pt x="5328" y="2080"/>
                        <a:pt x="5286" y="2073"/>
                      </a:cubicBezTo>
                      <a:cubicBezTo>
                        <a:pt x="5279" y="2069"/>
                        <a:pt x="5272" y="2069"/>
                        <a:pt x="5266" y="2069"/>
                      </a:cubicBezTo>
                      <a:cubicBezTo>
                        <a:pt x="3332" y="1783"/>
                        <a:pt x="1542" y="106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39"/>
                <p:cNvSpPr/>
                <p:nvPr/>
              </p:nvSpPr>
              <p:spPr>
                <a:xfrm>
                  <a:off x="3198150" y="2965550"/>
                  <a:ext cx="138650" cy="46475"/>
                </a:xfrm>
                <a:custGeom>
                  <a:rect b="b" l="l" r="r" t="t"/>
                  <a:pathLst>
                    <a:path extrusionOk="0" h="1859" w="5546">
                      <a:moveTo>
                        <a:pt x="1025" y="0"/>
                      </a:moveTo>
                      <a:cubicBezTo>
                        <a:pt x="985" y="0"/>
                        <a:pt x="948" y="0"/>
                        <a:pt x="909" y="3"/>
                      </a:cubicBezTo>
                      <a:cubicBezTo>
                        <a:pt x="899" y="3"/>
                        <a:pt x="889" y="2"/>
                        <a:pt x="879" y="2"/>
                      </a:cubicBezTo>
                      <a:cubicBezTo>
                        <a:pt x="861" y="2"/>
                        <a:pt x="844" y="4"/>
                        <a:pt x="825" y="7"/>
                      </a:cubicBezTo>
                      <a:cubicBezTo>
                        <a:pt x="808" y="7"/>
                        <a:pt x="789" y="6"/>
                        <a:pt x="771" y="6"/>
                      </a:cubicBezTo>
                      <a:cubicBezTo>
                        <a:pt x="739" y="6"/>
                        <a:pt x="707" y="8"/>
                        <a:pt x="676" y="12"/>
                      </a:cubicBezTo>
                      <a:cubicBezTo>
                        <a:pt x="672" y="9"/>
                        <a:pt x="668" y="8"/>
                        <a:pt x="663" y="8"/>
                      </a:cubicBezTo>
                      <a:cubicBezTo>
                        <a:pt x="659" y="8"/>
                        <a:pt x="655" y="9"/>
                        <a:pt x="651" y="12"/>
                      </a:cubicBezTo>
                      <a:cubicBezTo>
                        <a:pt x="650" y="11"/>
                        <a:pt x="648" y="8"/>
                        <a:pt x="646" y="8"/>
                      </a:cubicBezTo>
                      <a:cubicBezTo>
                        <a:pt x="644" y="8"/>
                        <a:pt x="643" y="11"/>
                        <a:pt x="641" y="12"/>
                      </a:cubicBezTo>
                      <a:cubicBezTo>
                        <a:pt x="640" y="9"/>
                        <a:pt x="639" y="8"/>
                        <a:pt x="638" y="8"/>
                      </a:cubicBezTo>
                      <a:cubicBezTo>
                        <a:pt x="638" y="8"/>
                        <a:pt x="637" y="9"/>
                        <a:pt x="634" y="12"/>
                      </a:cubicBezTo>
                      <a:cubicBezTo>
                        <a:pt x="631" y="9"/>
                        <a:pt x="627" y="8"/>
                        <a:pt x="622" y="8"/>
                      </a:cubicBezTo>
                      <a:cubicBezTo>
                        <a:pt x="618" y="8"/>
                        <a:pt x="613" y="9"/>
                        <a:pt x="610" y="12"/>
                      </a:cubicBezTo>
                      <a:cubicBezTo>
                        <a:pt x="606" y="9"/>
                        <a:pt x="603" y="8"/>
                        <a:pt x="601" y="8"/>
                      </a:cubicBezTo>
                      <a:cubicBezTo>
                        <a:pt x="598" y="8"/>
                        <a:pt x="595" y="9"/>
                        <a:pt x="592" y="12"/>
                      </a:cubicBezTo>
                      <a:lnTo>
                        <a:pt x="576" y="12"/>
                      </a:lnTo>
                      <a:cubicBezTo>
                        <a:pt x="568" y="12"/>
                        <a:pt x="565" y="12"/>
                        <a:pt x="558" y="16"/>
                      </a:cubicBezTo>
                      <a:lnTo>
                        <a:pt x="555" y="16"/>
                      </a:lnTo>
                      <a:cubicBezTo>
                        <a:pt x="553" y="14"/>
                        <a:pt x="551" y="13"/>
                        <a:pt x="549" y="13"/>
                      </a:cubicBezTo>
                      <a:cubicBezTo>
                        <a:pt x="548" y="13"/>
                        <a:pt x="546" y="14"/>
                        <a:pt x="545" y="16"/>
                      </a:cubicBezTo>
                      <a:cubicBezTo>
                        <a:pt x="543" y="14"/>
                        <a:pt x="540" y="13"/>
                        <a:pt x="536" y="13"/>
                      </a:cubicBezTo>
                      <a:cubicBezTo>
                        <a:pt x="533" y="13"/>
                        <a:pt x="529" y="14"/>
                        <a:pt x="526" y="16"/>
                      </a:cubicBezTo>
                      <a:cubicBezTo>
                        <a:pt x="523" y="14"/>
                        <a:pt x="519" y="13"/>
                        <a:pt x="515" y="13"/>
                      </a:cubicBezTo>
                      <a:cubicBezTo>
                        <a:pt x="511" y="13"/>
                        <a:pt x="506" y="14"/>
                        <a:pt x="501" y="16"/>
                      </a:cubicBezTo>
                      <a:lnTo>
                        <a:pt x="473" y="16"/>
                      </a:lnTo>
                      <a:cubicBezTo>
                        <a:pt x="462" y="17"/>
                        <a:pt x="449" y="17"/>
                        <a:pt x="436" y="19"/>
                      </a:cubicBezTo>
                      <a:lnTo>
                        <a:pt x="432" y="19"/>
                      </a:lnTo>
                      <a:cubicBezTo>
                        <a:pt x="290" y="27"/>
                        <a:pt x="143" y="37"/>
                        <a:pt x="1" y="48"/>
                      </a:cubicBezTo>
                      <a:cubicBezTo>
                        <a:pt x="77" y="54"/>
                        <a:pt x="155" y="62"/>
                        <a:pt x="231" y="68"/>
                      </a:cubicBezTo>
                      <a:cubicBezTo>
                        <a:pt x="256" y="70"/>
                        <a:pt x="276" y="70"/>
                        <a:pt x="300" y="75"/>
                      </a:cubicBezTo>
                      <a:cubicBezTo>
                        <a:pt x="345" y="79"/>
                        <a:pt x="395" y="86"/>
                        <a:pt x="439" y="93"/>
                      </a:cubicBezTo>
                      <a:lnTo>
                        <a:pt x="444" y="93"/>
                      </a:lnTo>
                      <a:cubicBezTo>
                        <a:pt x="462" y="93"/>
                        <a:pt x="476" y="96"/>
                        <a:pt x="493" y="96"/>
                      </a:cubicBezTo>
                      <a:cubicBezTo>
                        <a:pt x="500" y="96"/>
                        <a:pt x="504" y="100"/>
                        <a:pt x="511" y="100"/>
                      </a:cubicBezTo>
                      <a:lnTo>
                        <a:pt x="525" y="100"/>
                      </a:lnTo>
                      <a:cubicBezTo>
                        <a:pt x="531" y="100"/>
                        <a:pt x="535" y="104"/>
                        <a:pt x="542" y="104"/>
                      </a:cubicBezTo>
                      <a:lnTo>
                        <a:pt x="546" y="104"/>
                      </a:lnTo>
                      <a:cubicBezTo>
                        <a:pt x="552" y="104"/>
                        <a:pt x="558" y="104"/>
                        <a:pt x="562" y="109"/>
                      </a:cubicBezTo>
                      <a:lnTo>
                        <a:pt x="587" y="109"/>
                      </a:lnTo>
                      <a:cubicBezTo>
                        <a:pt x="591" y="113"/>
                        <a:pt x="593" y="113"/>
                        <a:pt x="597" y="113"/>
                      </a:cubicBezTo>
                      <a:lnTo>
                        <a:pt x="606" y="113"/>
                      </a:lnTo>
                      <a:cubicBezTo>
                        <a:pt x="616" y="113"/>
                        <a:pt x="623" y="116"/>
                        <a:pt x="629" y="116"/>
                      </a:cubicBezTo>
                      <a:cubicBezTo>
                        <a:pt x="637" y="116"/>
                        <a:pt x="640" y="116"/>
                        <a:pt x="647" y="120"/>
                      </a:cubicBezTo>
                      <a:cubicBezTo>
                        <a:pt x="657" y="120"/>
                        <a:pt x="671" y="124"/>
                        <a:pt x="681" y="124"/>
                      </a:cubicBezTo>
                      <a:cubicBezTo>
                        <a:pt x="722" y="131"/>
                        <a:pt x="761" y="135"/>
                        <a:pt x="803" y="142"/>
                      </a:cubicBezTo>
                      <a:cubicBezTo>
                        <a:pt x="810" y="142"/>
                        <a:pt x="820" y="146"/>
                        <a:pt x="826" y="146"/>
                      </a:cubicBezTo>
                      <a:cubicBezTo>
                        <a:pt x="2536" y="396"/>
                        <a:pt x="4133" y="992"/>
                        <a:pt x="5546" y="1859"/>
                      </a:cubicBezTo>
                      <a:lnTo>
                        <a:pt x="5546" y="845"/>
                      </a:lnTo>
                      <a:cubicBezTo>
                        <a:pt x="4143" y="305"/>
                        <a:pt x="2619" y="6"/>
                        <a:pt x="1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39"/>
                <p:cNvSpPr/>
                <p:nvPr/>
              </p:nvSpPr>
              <p:spPr>
                <a:xfrm>
                  <a:off x="3211425" y="2791800"/>
                  <a:ext cx="84900" cy="189025"/>
                </a:xfrm>
                <a:custGeom>
                  <a:rect b="b" l="l" r="r" t="t"/>
                  <a:pathLst>
                    <a:path extrusionOk="0" h="7561" w="3396">
                      <a:moveTo>
                        <a:pt x="1835" y="1"/>
                      </a:moveTo>
                      <a:cubicBezTo>
                        <a:pt x="671" y="1906"/>
                        <a:pt x="0" y="4144"/>
                        <a:pt x="0" y="6538"/>
                      </a:cubicBezTo>
                      <a:cubicBezTo>
                        <a:pt x="0" y="6580"/>
                        <a:pt x="0" y="6619"/>
                        <a:pt x="4" y="6660"/>
                      </a:cubicBezTo>
                      <a:cubicBezTo>
                        <a:pt x="0" y="6684"/>
                        <a:pt x="0" y="6705"/>
                        <a:pt x="4" y="6729"/>
                      </a:cubicBezTo>
                      <a:cubicBezTo>
                        <a:pt x="4" y="6782"/>
                        <a:pt x="4" y="6832"/>
                        <a:pt x="9" y="6883"/>
                      </a:cubicBezTo>
                      <a:lnTo>
                        <a:pt x="9" y="6949"/>
                      </a:lnTo>
                      <a:cubicBezTo>
                        <a:pt x="9" y="6955"/>
                        <a:pt x="9" y="6963"/>
                        <a:pt x="12" y="6970"/>
                      </a:cubicBezTo>
                      <a:lnTo>
                        <a:pt x="12" y="7055"/>
                      </a:lnTo>
                      <a:cubicBezTo>
                        <a:pt x="12" y="7055"/>
                        <a:pt x="16" y="7055"/>
                        <a:pt x="12" y="7060"/>
                      </a:cubicBezTo>
                      <a:cubicBezTo>
                        <a:pt x="16" y="7064"/>
                        <a:pt x="16" y="7068"/>
                        <a:pt x="12" y="7074"/>
                      </a:cubicBezTo>
                      <a:cubicBezTo>
                        <a:pt x="16" y="7078"/>
                        <a:pt x="16" y="7080"/>
                        <a:pt x="16" y="7084"/>
                      </a:cubicBezTo>
                      <a:lnTo>
                        <a:pt x="16" y="7115"/>
                      </a:lnTo>
                      <a:cubicBezTo>
                        <a:pt x="16" y="7119"/>
                        <a:pt x="20" y="7126"/>
                        <a:pt x="20" y="7130"/>
                      </a:cubicBezTo>
                      <a:cubicBezTo>
                        <a:pt x="26" y="7271"/>
                        <a:pt x="36" y="7419"/>
                        <a:pt x="47" y="7560"/>
                      </a:cubicBezTo>
                      <a:cubicBezTo>
                        <a:pt x="53" y="7481"/>
                        <a:pt x="61" y="7404"/>
                        <a:pt x="67" y="7324"/>
                      </a:cubicBezTo>
                      <a:cubicBezTo>
                        <a:pt x="70" y="7303"/>
                        <a:pt x="70" y="7283"/>
                        <a:pt x="74" y="7262"/>
                      </a:cubicBezTo>
                      <a:lnTo>
                        <a:pt x="74" y="7259"/>
                      </a:lnTo>
                      <a:cubicBezTo>
                        <a:pt x="78" y="7213"/>
                        <a:pt x="86" y="7168"/>
                        <a:pt x="92" y="7123"/>
                      </a:cubicBezTo>
                      <a:lnTo>
                        <a:pt x="92" y="7119"/>
                      </a:lnTo>
                      <a:cubicBezTo>
                        <a:pt x="92" y="7102"/>
                        <a:pt x="96" y="7085"/>
                        <a:pt x="96" y="7068"/>
                      </a:cubicBezTo>
                      <a:cubicBezTo>
                        <a:pt x="96" y="7060"/>
                        <a:pt x="99" y="7055"/>
                        <a:pt x="99" y="7049"/>
                      </a:cubicBezTo>
                      <a:cubicBezTo>
                        <a:pt x="103" y="7049"/>
                        <a:pt x="99" y="7045"/>
                        <a:pt x="99" y="7045"/>
                      </a:cubicBezTo>
                      <a:lnTo>
                        <a:pt x="99" y="7039"/>
                      </a:lnTo>
                      <a:cubicBezTo>
                        <a:pt x="99" y="7033"/>
                        <a:pt x="103" y="7025"/>
                        <a:pt x="103" y="7018"/>
                      </a:cubicBezTo>
                      <a:lnTo>
                        <a:pt x="103" y="7012"/>
                      </a:lnTo>
                      <a:cubicBezTo>
                        <a:pt x="103" y="7008"/>
                        <a:pt x="103" y="7006"/>
                        <a:pt x="108" y="7002"/>
                      </a:cubicBezTo>
                      <a:lnTo>
                        <a:pt x="108" y="6977"/>
                      </a:lnTo>
                      <a:lnTo>
                        <a:pt x="108" y="6973"/>
                      </a:lnTo>
                      <a:cubicBezTo>
                        <a:pt x="112" y="6971"/>
                        <a:pt x="112" y="6967"/>
                        <a:pt x="112" y="6967"/>
                      </a:cubicBezTo>
                      <a:lnTo>
                        <a:pt x="112" y="6961"/>
                      </a:lnTo>
                      <a:cubicBezTo>
                        <a:pt x="112" y="6950"/>
                        <a:pt x="115" y="6941"/>
                        <a:pt x="115" y="6934"/>
                      </a:cubicBezTo>
                      <a:cubicBezTo>
                        <a:pt x="115" y="6925"/>
                        <a:pt x="119" y="6921"/>
                        <a:pt x="119" y="6915"/>
                      </a:cubicBezTo>
                      <a:cubicBezTo>
                        <a:pt x="119" y="6905"/>
                        <a:pt x="123" y="6899"/>
                        <a:pt x="123" y="6888"/>
                      </a:cubicBezTo>
                      <a:lnTo>
                        <a:pt x="123" y="6884"/>
                      </a:lnTo>
                      <a:cubicBezTo>
                        <a:pt x="129" y="6842"/>
                        <a:pt x="133" y="6796"/>
                        <a:pt x="140" y="6755"/>
                      </a:cubicBezTo>
                      <a:cubicBezTo>
                        <a:pt x="140" y="6751"/>
                        <a:pt x="144" y="6745"/>
                        <a:pt x="144" y="6741"/>
                      </a:cubicBezTo>
                      <a:cubicBezTo>
                        <a:pt x="523" y="4152"/>
                        <a:pt x="1692" y="1822"/>
                        <a:pt x="3396" y="2"/>
                      </a:cubicBezTo>
                      <a:lnTo>
                        <a:pt x="33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39"/>
                <p:cNvSpPr/>
                <p:nvPr/>
              </p:nvSpPr>
              <p:spPr>
                <a:xfrm>
                  <a:off x="3121350" y="2952350"/>
                  <a:ext cx="92075" cy="214750"/>
                </a:xfrm>
                <a:custGeom>
                  <a:rect b="b" l="l" r="r" t="t"/>
                  <a:pathLst>
                    <a:path extrusionOk="0" h="8590" w="3683">
                      <a:moveTo>
                        <a:pt x="3636" y="1"/>
                      </a:moveTo>
                      <a:cubicBezTo>
                        <a:pt x="3629" y="80"/>
                        <a:pt x="3622" y="157"/>
                        <a:pt x="3615" y="236"/>
                      </a:cubicBezTo>
                      <a:cubicBezTo>
                        <a:pt x="3613" y="254"/>
                        <a:pt x="3613" y="270"/>
                        <a:pt x="3608" y="288"/>
                      </a:cubicBezTo>
                      <a:cubicBezTo>
                        <a:pt x="3606" y="337"/>
                        <a:pt x="3598" y="389"/>
                        <a:pt x="3592" y="437"/>
                      </a:cubicBezTo>
                      <a:cubicBezTo>
                        <a:pt x="3592" y="455"/>
                        <a:pt x="3592" y="472"/>
                        <a:pt x="3588" y="489"/>
                      </a:cubicBezTo>
                      <a:cubicBezTo>
                        <a:pt x="3588" y="497"/>
                        <a:pt x="3588" y="501"/>
                        <a:pt x="3584" y="508"/>
                      </a:cubicBezTo>
                      <a:lnTo>
                        <a:pt x="3584" y="522"/>
                      </a:lnTo>
                      <a:cubicBezTo>
                        <a:pt x="3584" y="528"/>
                        <a:pt x="3581" y="535"/>
                        <a:pt x="3581" y="543"/>
                      </a:cubicBezTo>
                      <a:lnTo>
                        <a:pt x="3581" y="546"/>
                      </a:lnTo>
                      <a:lnTo>
                        <a:pt x="3581" y="556"/>
                      </a:lnTo>
                      <a:cubicBezTo>
                        <a:pt x="3576" y="564"/>
                        <a:pt x="3576" y="568"/>
                        <a:pt x="3576" y="575"/>
                      </a:cubicBezTo>
                      <a:lnTo>
                        <a:pt x="3576" y="585"/>
                      </a:lnTo>
                      <a:cubicBezTo>
                        <a:pt x="3576" y="587"/>
                        <a:pt x="3572" y="589"/>
                        <a:pt x="3572" y="591"/>
                      </a:cubicBezTo>
                      <a:lnTo>
                        <a:pt x="3572" y="597"/>
                      </a:lnTo>
                      <a:lnTo>
                        <a:pt x="3572" y="601"/>
                      </a:lnTo>
                      <a:cubicBezTo>
                        <a:pt x="3572" y="610"/>
                        <a:pt x="3568" y="620"/>
                        <a:pt x="3568" y="626"/>
                      </a:cubicBezTo>
                      <a:cubicBezTo>
                        <a:pt x="3568" y="633"/>
                        <a:pt x="3568" y="638"/>
                        <a:pt x="3565" y="644"/>
                      </a:cubicBezTo>
                      <a:cubicBezTo>
                        <a:pt x="3565" y="654"/>
                        <a:pt x="3565" y="664"/>
                        <a:pt x="3561" y="675"/>
                      </a:cubicBezTo>
                      <a:lnTo>
                        <a:pt x="3561" y="679"/>
                      </a:lnTo>
                      <a:cubicBezTo>
                        <a:pt x="3555" y="721"/>
                        <a:pt x="3551" y="767"/>
                        <a:pt x="3544" y="808"/>
                      </a:cubicBezTo>
                      <a:cubicBezTo>
                        <a:pt x="3544" y="811"/>
                        <a:pt x="3544" y="818"/>
                        <a:pt x="3540" y="824"/>
                      </a:cubicBezTo>
                      <a:cubicBezTo>
                        <a:pt x="3139" y="3551"/>
                        <a:pt x="1860" y="5997"/>
                        <a:pt x="1" y="7857"/>
                      </a:cubicBezTo>
                      <a:cubicBezTo>
                        <a:pt x="84" y="7929"/>
                        <a:pt x="170" y="7996"/>
                        <a:pt x="259" y="8062"/>
                      </a:cubicBezTo>
                      <a:cubicBezTo>
                        <a:pt x="299" y="8092"/>
                        <a:pt x="341" y="8123"/>
                        <a:pt x="382" y="8151"/>
                      </a:cubicBezTo>
                      <a:cubicBezTo>
                        <a:pt x="546" y="8264"/>
                        <a:pt x="717" y="8370"/>
                        <a:pt x="893" y="8464"/>
                      </a:cubicBezTo>
                      <a:cubicBezTo>
                        <a:pt x="911" y="8475"/>
                        <a:pt x="928" y="8484"/>
                        <a:pt x="946" y="8492"/>
                      </a:cubicBezTo>
                      <a:cubicBezTo>
                        <a:pt x="1011" y="8526"/>
                        <a:pt x="1075" y="8558"/>
                        <a:pt x="1141" y="8589"/>
                      </a:cubicBezTo>
                      <a:cubicBezTo>
                        <a:pt x="2733" y="6483"/>
                        <a:pt x="3678" y="3863"/>
                        <a:pt x="3678" y="1020"/>
                      </a:cubicBezTo>
                      <a:cubicBezTo>
                        <a:pt x="3678" y="983"/>
                        <a:pt x="3678" y="941"/>
                        <a:pt x="3680" y="897"/>
                      </a:cubicBezTo>
                      <a:cubicBezTo>
                        <a:pt x="3683" y="871"/>
                        <a:pt x="3683" y="844"/>
                        <a:pt x="3680" y="818"/>
                      </a:cubicBezTo>
                      <a:lnTo>
                        <a:pt x="3680" y="814"/>
                      </a:lnTo>
                      <a:cubicBezTo>
                        <a:pt x="3680" y="767"/>
                        <a:pt x="3680" y="718"/>
                        <a:pt x="3675" y="673"/>
                      </a:cubicBezTo>
                      <a:lnTo>
                        <a:pt x="3675" y="652"/>
                      </a:lnTo>
                      <a:lnTo>
                        <a:pt x="3675" y="646"/>
                      </a:lnTo>
                      <a:lnTo>
                        <a:pt x="3675" y="639"/>
                      </a:lnTo>
                      <a:lnTo>
                        <a:pt x="3675" y="608"/>
                      </a:lnTo>
                      <a:cubicBezTo>
                        <a:pt x="3675" y="601"/>
                        <a:pt x="3675" y="594"/>
                        <a:pt x="3672" y="587"/>
                      </a:cubicBezTo>
                      <a:lnTo>
                        <a:pt x="3672" y="581"/>
                      </a:lnTo>
                      <a:lnTo>
                        <a:pt x="3672" y="575"/>
                      </a:lnTo>
                      <a:lnTo>
                        <a:pt x="3672" y="501"/>
                      </a:lnTo>
                      <a:cubicBezTo>
                        <a:pt x="3668" y="497"/>
                        <a:pt x="3672" y="497"/>
                        <a:pt x="3672" y="497"/>
                      </a:cubicBezTo>
                      <a:cubicBezTo>
                        <a:pt x="3668" y="489"/>
                        <a:pt x="3668" y="487"/>
                        <a:pt x="3672" y="483"/>
                      </a:cubicBezTo>
                      <a:cubicBezTo>
                        <a:pt x="3668" y="481"/>
                        <a:pt x="3668" y="477"/>
                        <a:pt x="3668" y="477"/>
                      </a:cubicBezTo>
                      <a:lnTo>
                        <a:pt x="3668" y="431"/>
                      </a:lnTo>
                      <a:lnTo>
                        <a:pt x="3664" y="431"/>
                      </a:lnTo>
                      <a:cubicBezTo>
                        <a:pt x="3657" y="286"/>
                        <a:pt x="3647" y="142"/>
                        <a:pt x="3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39"/>
                <p:cNvSpPr/>
                <p:nvPr/>
              </p:nvSpPr>
              <p:spPr>
                <a:xfrm>
                  <a:off x="3074375" y="2959275"/>
                  <a:ext cx="150200" cy="54575"/>
                </a:xfrm>
                <a:custGeom>
                  <a:rect b="b" l="l" r="r" t="t"/>
                  <a:pathLst>
                    <a:path extrusionOk="0" h="2183" w="6008">
                      <a:moveTo>
                        <a:pt x="6008" y="0"/>
                      </a:moveTo>
                      <a:cubicBezTo>
                        <a:pt x="5935" y="36"/>
                        <a:pt x="5859" y="71"/>
                        <a:pt x="5785" y="104"/>
                      </a:cubicBezTo>
                      <a:cubicBezTo>
                        <a:pt x="5768" y="110"/>
                        <a:pt x="5754" y="118"/>
                        <a:pt x="5739" y="124"/>
                      </a:cubicBezTo>
                      <a:cubicBezTo>
                        <a:pt x="5694" y="141"/>
                        <a:pt x="5649" y="162"/>
                        <a:pt x="5608" y="180"/>
                      </a:cubicBezTo>
                      <a:cubicBezTo>
                        <a:pt x="5608" y="184"/>
                        <a:pt x="5608" y="184"/>
                        <a:pt x="5604" y="184"/>
                      </a:cubicBezTo>
                      <a:cubicBezTo>
                        <a:pt x="5588" y="190"/>
                        <a:pt x="5573" y="197"/>
                        <a:pt x="5559" y="201"/>
                      </a:cubicBezTo>
                      <a:cubicBezTo>
                        <a:pt x="5551" y="204"/>
                        <a:pt x="5547" y="207"/>
                        <a:pt x="5544" y="207"/>
                      </a:cubicBezTo>
                      <a:cubicBezTo>
                        <a:pt x="5542" y="207"/>
                        <a:pt x="5538" y="211"/>
                        <a:pt x="5538" y="211"/>
                      </a:cubicBezTo>
                      <a:lnTo>
                        <a:pt x="5534" y="211"/>
                      </a:lnTo>
                      <a:lnTo>
                        <a:pt x="5534" y="215"/>
                      </a:lnTo>
                      <a:cubicBezTo>
                        <a:pt x="5528" y="215"/>
                        <a:pt x="5520" y="217"/>
                        <a:pt x="5513" y="221"/>
                      </a:cubicBezTo>
                      <a:cubicBezTo>
                        <a:pt x="5511" y="221"/>
                        <a:pt x="5507" y="225"/>
                        <a:pt x="5507" y="225"/>
                      </a:cubicBezTo>
                      <a:cubicBezTo>
                        <a:pt x="5500" y="225"/>
                        <a:pt x="5497" y="230"/>
                        <a:pt x="5493" y="230"/>
                      </a:cubicBezTo>
                      <a:cubicBezTo>
                        <a:pt x="5485" y="232"/>
                        <a:pt x="5482" y="236"/>
                        <a:pt x="5479" y="236"/>
                      </a:cubicBezTo>
                      <a:cubicBezTo>
                        <a:pt x="5479" y="240"/>
                        <a:pt x="5479" y="240"/>
                        <a:pt x="5475" y="240"/>
                      </a:cubicBezTo>
                      <a:lnTo>
                        <a:pt x="5471" y="240"/>
                      </a:lnTo>
                      <a:cubicBezTo>
                        <a:pt x="5468" y="240"/>
                        <a:pt x="5465" y="243"/>
                        <a:pt x="5465" y="243"/>
                      </a:cubicBezTo>
                      <a:cubicBezTo>
                        <a:pt x="5462" y="243"/>
                        <a:pt x="5457" y="243"/>
                        <a:pt x="5457" y="247"/>
                      </a:cubicBezTo>
                      <a:cubicBezTo>
                        <a:pt x="5448" y="251"/>
                        <a:pt x="5440" y="253"/>
                        <a:pt x="5434" y="257"/>
                      </a:cubicBezTo>
                      <a:cubicBezTo>
                        <a:pt x="5425" y="257"/>
                        <a:pt x="5423" y="260"/>
                        <a:pt x="5419" y="264"/>
                      </a:cubicBezTo>
                      <a:cubicBezTo>
                        <a:pt x="5409" y="268"/>
                        <a:pt x="5399" y="271"/>
                        <a:pt x="5388" y="274"/>
                      </a:cubicBezTo>
                      <a:lnTo>
                        <a:pt x="5384" y="274"/>
                      </a:lnTo>
                      <a:lnTo>
                        <a:pt x="5384" y="278"/>
                      </a:lnTo>
                      <a:cubicBezTo>
                        <a:pt x="5347" y="292"/>
                        <a:pt x="5308" y="305"/>
                        <a:pt x="5274" y="319"/>
                      </a:cubicBezTo>
                      <a:cubicBezTo>
                        <a:pt x="5267" y="323"/>
                        <a:pt x="5259" y="326"/>
                        <a:pt x="5253" y="330"/>
                      </a:cubicBezTo>
                      <a:cubicBezTo>
                        <a:pt x="3756" y="923"/>
                        <a:pt x="2195" y="1209"/>
                        <a:pt x="648" y="1209"/>
                      </a:cubicBezTo>
                      <a:cubicBezTo>
                        <a:pt x="432" y="1209"/>
                        <a:pt x="216" y="1204"/>
                        <a:pt x="0" y="1192"/>
                      </a:cubicBezTo>
                      <a:lnTo>
                        <a:pt x="0" y="2182"/>
                      </a:lnTo>
                      <a:cubicBezTo>
                        <a:pt x="1762" y="2025"/>
                        <a:pt x="3517" y="1490"/>
                        <a:pt x="5150" y="549"/>
                      </a:cubicBezTo>
                      <a:cubicBezTo>
                        <a:pt x="5188" y="525"/>
                        <a:pt x="5229" y="504"/>
                        <a:pt x="5269" y="475"/>
                      </a:cubicBezTo>
                      <a:cubicBezTo>
                        <a:pt x="5275" y="473"/>
                        <a:pt x="5281" y="470"/>
                        <a:pt x="5287" y="467"/>
                      </a:cubicBezTo>
                      <a:lnTo>
                        <a:pt x="5289" y="467"/>
                      </a:lnTo>
                      <a:cubicBezTo>
                        <a:pt x="5300" y="460"/>
                        <a:pt x="5310" y="453"/>
                        <a:pt x="5320" y="444"/>
                      </a:cubicBezTo>
                      <a:cubicBezTo>
                        <a:pt x="5362" y="424"/>
                        <a:pt x="5400" y="397"/>
                        <a:pt x="5441" y="369"/>
                      </a:cubicBezTo>
                      <a:cubicBezTo>
                        <a:pt x="5447" y="369"/>
                        <a:pt x="5455" y="365"/>
                        <a:pt x="5462" y="359"/>
                      </a:cubicBezTo>
                      <a:lnTo>
                        <a:pt x="5462" y="354"/>
                      </a:lnTo>
                      <a:lnTo>
                        <a:pt x="5466" y="354"/>
                      </a:lnTo>
                      <a:cubicBezTo>
                        <a:pt x="5468" y="354"/>
                        <a:pt x="5468" y="354"/>
                        <a:pt x="5472" y="350"/>
                      </a:cubicBezTo>
                      <a:cubicBezTo>
                        <a:pt x="5475" y="350"/>
                        <a:pt x="5475" y="350"/>
                        <a:pt x="5478" y="346"/>
                      </a:cubicBezTo>
                      <a:cubicBezTo>
                        <a:pt x="5486" y="343"/>
                        <a:pt x="5491" y="339"/>
                        <a:pt x="5497" y="333"/>
                      </a:cubicBezTo>
                      <a:cubicBezTo>
                        <a:pt x="5503" y="333"/>
                        <a:pt x="5507" y="329"/>
                        <a:pt x="5513" y="322"/>
                      </a:cubicBezTo>
                      <a:cubicBezTo>
                        <a:pt x="5517" y="322"/>
                        <a:pt x="5519" y="322"/>
                        <a:pt x="5524" y="318"/>
                      </a:cubicBezTo>
                      <a:cubicBezTo>
                        <a:pt x="5527" y="318"/>
                        <a:pt x="5527" y="315"/>
                        <a:pt x="5530" y="312"/>
                      </a:cubicBezTo>
                      <a:cubicBezTo>
                        <a:pt x="5534" y="312"/>
                        <a:pt x="5537" y="309"/>
                        <a:pt x="5540" y="305"/>
                      </a:cubicBezTo>
                      <a:lnTo>
                        <a:pt x="5544" y="305"/>
                      </a:lnTo>
                      <a:cubicBezTo>
                        <a:pt x="5547" y="305"/>
                        <a:pt x="5550" y="299"/>
                        <a:pt x="5550" y="299"/>
                      </a:cubicBezTo>
                      <a:cubicBezTo>
                        <a:pt x="5559" y="299"/>
                        <a:pt x="5565" y="292"/>
                        <a:pt x="5569" y="292"/>
                      </a:cubicBezTo>
                      <a:cubicBezTo>
                        <a:pt x="5575" y="284"/>
                        <a:pt x="5583" y="282"/>
                        <a:pt x="5590" y="278"/>
                      </a:cubicBezTo>
                      <a:lnTo>
                        <a:pt x="5590" y="274"/>
                      </a:lnTo>
                      <a:cubicBezTo>
                        <a:pt x="5597" y="274"/>
                        <a:pt x="5600" y="272"/>
                        <a:pt x="5604" y="268"/>
                      </a:cubicBezTo>
                      <a:cubicBezTo>
                        <a:pt x="5621" y="257"/>
                        <a:pt x="5635" y="251"/>
                        <a:pt x="5648" y="237"/>
                      </a:cubicBezTo>
                      <a:lnTo>
                        <a:pt x="5653" y="237"/>
                      </a:lnTo>
                      <a:cubicBezTo>
                        <a:pt x="5771" y="160"/>
                        <a:pt x="5889" y="81"/>
                        <a:pt x="6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39"/>
                <p:cNvSpPr/>
                <p:nvPr/>
              </p:nvSpPr>
              <p:spPr>
                <a:xfrm>
                  <a:off x="3200150" y="2920825"/>
                  <a:ext cx="136650" cy="53025"/>
                </a:xfrm>
                <a:custGeom>
                  <a:rect b="b" l="l" r="r" t="t"/>
                  <a:pathLst>
                    <a:path extrusionOk="0" h="2121" w="5466">
                      <a:moveTo>
                        <a:pt x="5466" y="1"/>
                      </a:moveTo>
                      <a:cubicBezTo>
                        <a:pt x="3891" y="212"/>
                        <a:pt x="2329" y="730"/>
                        <a:pt x="862" y="1569"/>
                      </a:cubicBezTo>
                      <a:cubicBezTo>
                        <a:pt x="824" y="1590"/>
                        <a:pt x="790" y="1615"/>
                        <a:pt x="751" y="1640"/>
                      </a:cubicBezTo>
                      <a:cubicBezTo>
                        <a:pt x="734" y="1646"/>
                        <a:pt x="712" y="1656"/>
                        <a:pt x="695" y="1675"/>
                      </a:cubicBezTo>
                      <a:cubicBezTo>
                        <a:pt x="652" y="1694"/>
                        <a:pt x="607" y="1723"/>
                        <a:pt x="566" y="1750"/>
                      </a:cubicBezTo>
                      <a:cubicBezTo>
                        <a:pt x="563" y="1750"/>
                        <a:pt x="555" y="1754"/>
                        <a:pt x="552" y="1760"/>
                      </a:cubicBezTo>
                      <a:cubicBezTo>
                        <a:pt x="551" y="1760"/>
                        <a:pt x="550" y="1760"/>
                        <a:pt x="549" y="1760"/>
                      </a:cubicBezTo>
                      <a:cubicBezTo>
                        <a:pt x="547" y="1760"/>
                        <a:pt x="544" y="1761"/>
                        <a:pt x="542" y="1764"/>
                      </a:cubicBezTo>
                      <a:lnTo>
                        <a:pt x="538" y="1769"/>
                      </a:lnTo>
                      <a:cubicBezTo>
                        <a:pt x="535" y="1769"/>
                        <a:pt x="535" y="1769"/>
                        <a:pt x="532" y="1773"/>
                      </a:cubicBezTo>
                      <a:cubicBezTo>
                        <a:pt x="525" y="1776"/>
                        <a:pt x="517" y="1780"/>
                        <a:pt x="511" y="1786"/>
                      </a:cubicBezTo>
                      <a:cubicBezTo>
                        <a:pt x="503" y="1786"/>
                        <a:pt x="499" y="1790"/>
                        <a:pt x="493" y="1796"/>
                      </a:cubicBezTo>
                      <a:cubicBezTo>
                        <a:pt x="490" y="1796"/>
                        <a:pt x="490" y="1796"/>
                        <a:pt x="486" y="1801"/>
                      </a:cubicBezTo>
                      <a:cubicBezTo>
                        <a:pt x="482" y="1801"/>
                        <a:pt x="480" y="1804"/>
                        <a:pt x="476" y="1807"/>
                      </a:cubicBezTo>
                      <a:lnTo>
                        <a:pt x="472" y="1807"/>
                      </a:lnTo>
                      <a:cubicBezTo>
                        <a:pt x="472" y="1807"/>
                        <a:pt x="468" y="1807"/>
                        <a:pt x="468" y="1811"/>
                      </a:cubicBezTo>
                      <a:cubicBezTo>
                        <a:pt x="466" y="1811"/>
                        <a:pt x="462" y="1817"/>
                        <a:pt x="462" y="1817"/>
                      </a:cubicBezTo>
                      <a:cubicBezTo>
                        <a:pt x="460" y="1817"/>
                        <a:pt x="455" y="1821"/>
                        <a:pt x="455" y="1821"/>
                      </a:cubicBezTo>
                      <a:cubicBezTo>
                        <a:pt x="447" y="1821"/>
                        <a:pt x="445" y="1824"/>
                        <a:pt x="441" y="1827"/>
                      </a:cubicBezTo>
                      <a:cubicBezTo>
                        <a:pt x="435" y="1832"/>
                        <a:pt x="426" y="1838"/>
                        <a:pt x="420" y="1842"/>
                      </a:cubicBezTo>
                      <a:cubicBezTo>
                        <a:pt x="416" y="1842"/>
                        <a:pt x="416" y="1846"/>
                        <a:pt x="416" y="1846"/>
                      </a:cubicBezTo>
                      <a:cubicBezTo>
                        <a:pt x="409" y="1846"/>
                        <a:pt x="406" y="1848"/>
                        <a:pt x="403" y="1852"/>
                      </a:cubicBezTo>
                      <a:cubicBezTo>
                        <a:pt x="389" y="1862"/>
                        <a:pt x="375" y="1871"/>
                        <a:pt x="361" y="1881"/>
                      </a:cubicBezTo>
                      <a:cubicBezTo>
                        <a:pt x="357" y="1881"/>
                        <a:pt x="357" y="1884"/>
                        <a:pt x="357" y="1884"/>
                      </a:cubicBezTo>
                      <a:cubicBezTo>
                        <a:pt x="236" y="1961"/>
                        <a:pt x="119" y="2041"/>
                        <a:pt x="0" y="2120"/>
                      </a:cubicBezTo>
                      <a:cubicBezTo>
                        <a:pt x="76" y="2083"/>
                        <a:pt x="156" y="2048"/>
                        <a:pt x="232" y="2013"/>
                      </a:cubicBezTo>
                      <a:cubicBezTo>
                        <a:pt x="239" y="2011"/>
                        <a:pt x="245" y="2007"/>
                        <a:pt x="251" y="2005"/>
                      </a:cubicBezTo>
                      <a:lnTo>
                        <a:pt x="253" y="2005"/>
                      </a:lnTo>
                      <a:cubicBezTo>
                        <a:pt x="259" y="2001"/>
                        <a:pt x="267" y="1998"/>
                        <a:pt x="274" y="1997"/>
                      </a:cubicBezTo>
                      <a:cubicBezTo>
                        <a:pt x="318" y="1976"/>
                        <a:pt x="361" y="1958"/>
                        <a:pt x="403" y="1941"/>
                      </a:cubicBezTo>
                      <a:lnTo>
                        <a:pt x="403" y="1938"/>
                      </a:lnTo>
                      <a:cubicBezTo>
                        <a:pt x="420" y="1931"/>
                        <a:pt x="437" y="1924"/>
                        <a:pt x="451" y="1920"/>
                      </a:cubicBezTo>
                      <a:cubicBezTo>
                        <a:pt x="455" y="1918"/>
                        <a:pt x="457" y="1918"/>
                        <a:pt x="462" y="1914"/>
                      </a:cubicBezTo>
                      <a:cubicBezTo>
                        <a:pt x="466" y="1914"/>
                        <a:pt x="468" y="1910"/>
                        <a:pt x="472" y="1910"/>
                      </a:cubicBezTo>
                      <a:cubicBezTo>
                        <a:pt x="474" y="1908"/>
                        <a:pt x="475" y="1908"/>
                        <a:pt x="476" y="1908"/>
                      </a:cubicBezTo>
                      <a:cubicBezTo>
                        <a:pt x="476" y="1908"/>
                        <a:pt x="476" y="1908"/>
                        <a:pt x="476" y="1910"/>
                      </a:cubicBezTo>
                      <a:cubicBezTo>
                        <a:pt x="482" y="1907"/>
                        <a:pt x="490" y="1904"/>
                        <a:pt x="497" y="1900"/>
                      </a:cubicBezTo>
                      <a:lnTo>
                        <a:pt x="504" y="1900"/>
                      </a:lnTo>
                      <a:cubicBezTo>
                        <a:pt x="508" y="1898"/>
                        <a:pt x="511" y="1893"/>
                        <a:pt x="514" y="1893"/>
                      </a:cubicBezTo>
                      <a:cubicBezTo>
                        <a:pt x="522" y="1891"/>
                        <a:pt x="529" y="1887"/>
                        <a:pt x="533" y="1887"/>
                      </a:cubicBezTo>
                      <a:cubicBezTo>
                        <a:pt x="533" y="1887"/>
                        <a:pt x="533" y="1883"/>
                        <a:pt x="537" y="1883"/>
                      </a:cubicBezTo>
                      <a:lnTo>
                        <a:pt x="547" y="1883"/>
                      </a:lnTo>
                      <a:lnTo>
                        <a:pt x="551" y="1879"/>
                      </a:lnTo>
                      <a:cubicBezTo>
                        <a:pt x="562" y="1873"/>
                        <a:pt x="573" y="1869"/>
                        <a:pt x="579" y="1869"/>
                      </a:cubicBezTo>
                      <a:cubicBezTo>
                        <a:pt x="587" y="1867"/>
                        <a:pt x="590" y="1862"/>
                        <a:pt x="594" y="1862"/>
                      </a:cubicBezTo>
                      <a:cubicBezTo>
                        <a:pt x="604" y="1855"/>
                        <a:pt x="614" y="1852"/>
                        <a:pt x="625" y="1848"/>
                      </a:cubicBezTo>
                      <a:lnTo>
                        <a:pt x="629" y="1848"/>
                      </a:lnTo>
                      <a:cubicBezTo>
                        <a:pt x="630" y="1847"/>
                        <a:pt x="630" y="1847"/>
                        <a:pt x="631" y="1847"/>
                      </a:cubicBezTo>
                      <a:cubicBezTo>
                        <a:pt x="632" y="1847"/>
                        <a:pt x="632" y="1848"/>
                        <a:pt x="632" y="1848"/>
                      </a:cubicBezTo>
                      <a:cubicBezTo>
                        <a:pt x="671" y="1832"/>
                        <a:pt x="708" y="1814"/>
                        <a:pt x="746" y="1804"/>
                      </a:cubicBezTo>
                      <a:cubicBezTo>
                        <a:pt x="754" y="1796"/>
                        <a:pt x="761" y="1793"/>
                        <a:pt x="768" y="1793"/>
                      </a:cubicBezTo>
                      <a:cubicBezTo>
                        <a:pt x="2265" y="1198"/>
                        <a:pt x="3829" y="913"/>
                        <a:pt x="5375" y="913"/>
                      </a:cubicBezTo>
                      <a:cubicBezTo>
                        <a:pt x="5405" y="913"/>
                        <a:pt x="5436" y="913"/>
                        <a:pt x="5466" y="913"/>
                      </a:cubicBezTo>
                      <a:lnTo>
                        <a:pt x="546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39"/>
                <p:cNvSpPr/>
                <p:nvPr/>
              </p:nvSpPr>
              <p:spPr>
                <a:xfrm>
                  <a:off x="3162475" y="2791825"/>
                  <a:ext cx="57350" cy="186975"/>
                </a:xfrm>
                <a:custGeom>
                  <a:rect b="b" l="l" r="r" t="t"/>
                  <a:pathLst>
                    <a:path extrusionOk="0" h="7479" w="2294">
                      <a:moveTo>
                        <a:pt x="65" y="1"/>
                      </a:moveTo>
                      <a:cubicBezTo>
                        <a:pt x="1" y="2243"/>
                        <a:pt x="538" y="4529"/>
                        <a:pt x="1743" y="6615"/>
                      </a:cubicBezTo>
                      <a:cubicBezTo>
                        <a:pt x="1760" y="6647"/>
                        <a:pt x="1778" y="6678"/>
                        <a:pt x="1798" y="6709"/>
                      </a:cubicBezTo>
                      <a:cubicBezTo>
                        <a:pt x="1813" y="6734"/>
                        <a:pt x="1827" y="6760"/>
                        <a:pt x="1848" y="6785"/>
                      </a:cubicBezTo>
                      <a:cubicBezTo>
                        <a:pt x="1870" y="6826"/>
                        <a:pt x="1892" y="6869"/>
                        <a:pt x="1921" y="6910"/>
                      </a:cubicBezTo>
                      <a:cubicBezTo>
                        <a:pt x="1925" y="6916"/>
                        <a:pt x="1928" y="6924"/>
                        <a:pt x="1936" y="6931"/>
                      </a:cubicBezTo>
                      <a:cubicBezTo>
                        <a:pt x="1936" y="6935"/>
                        <a:pt x="1936" y="6937"/>
                        <a:pt x="1942" y="6941"/>
                      </a:cubicBezTo>
                      <a:cubicBezTo>
                        <a:pt x="1939" y="6944"/>
                        <a:pt x="1942" y="6944"/>
                        <a:pt x="1946" y="6947"/>
                      </a:cubicBezTo>
                      <a:cubicBezTo>
                        <a:pt x="1949" y="6954"/>
                        <a:pt x="1952" y="6962"/>
                        <a:pt x="1956" y="6968"/>
                      </a:cubicBezTo>
                      <a:cubicBezTo>
                        <a:pt x="1959" y="6972"/>
                        <a:pt x="1962" y="6978"/>
                        <a:pt x="1967" y="6982"/>
                      </a:cubicBezTo>
                      <a:cubicBezTo>
                        <a:pt x="1967" y="6985"/>
                        <a:pt x="1967" y="6985"/>
                        <a:pt x="1970" y="6988"/>
                      </a:cubicBezTo>
                      <a:lnTo>
                        <a:pt x="1974" y="6993"/>
                      </a:lnTo>
                      <a:cubicBezTo>
                        <a:pt x="1974" y="6997"/>
                        <a:pt x="1977" y="7003"/>
                        <a:pt x="1980" y="7007"/>
                      </a:cubicBezTo>
                      <a:lnTo>
                        <a:pt x="1982" y="7008"/>
                      </a:lnTo>
                      <a:cubicBezTo>
                        <a:pt x="1984" y="7011"/>
                        <a:pt x="1984" y="7013"/>
                        <a:pt x="1984" y="7013"/>
                      </a:cubicBezTo>
                      <a:cubicBezTo>
                        <a:pt x="1987" y="7016"/>
                        <a:pt x="1987" y="7019"/>
                        <a:pt x="1990" y="7019"/>
                      </a:cubicBezTo>
                      <a:cubicBezTo>
                        <a:pt x="1994" y="7028"/>
                        <a:pt x="1997" y="7034"/>
                        <a:pt x="2001" y="7038"/>
                      </a:cubicBezTo>
                      <a:cubicBezTo>
                        <a:pt x="2005" y="7044"/>
                        <a:pt x="2008" y="7052"/>
                        <a:pt x="2011" y="7059"/>
                      </a:cubicBezTo>
                      <a:lnTo>
                        <a:pt x="2015" y="7059"/>
                      </a:lnTo>
                      <a:cubicBezTo>
                        <a:pt x="2018" y="7067"/>
                        <a:pt x="2018" y="7069"/>
                        <a:pt x="2021" y="7073"/>
                      </a:cubicBezTo>
                      <a:cubicBezTo>
                        <a:pt x="2021" y="7077"/>
                        <a:pt x="2025" y="7077"/>
                        <a:pt x="2025" y="7077"/>
                      </a:cubicBezTo>
                      <a:cubicBezTo>
                        <a:pt x="2036" y="7091"/>
                        <a:pt x="2044" y="7104"/>
                        <a:pt x="2054" y="7118"/>
                      </a:cubicBezTo>
                      <a:lnTo>
                        <a:pt x="2054" y="7122"/>
                      </a:lnTo>
                      <a:cubicBezTo>
                        <a:pt x="2133" y="7244"/>
                        <a:pt x="2213" y="7362"/>
                        <a:pt x="2294" y="7479"/>
                      </a:cubicBezTo>
                      <a:cubicBezTo>
                        <a:pt x="2262" y="7414"/>
                        <a:pt x="2231" y="7343"/>
                        <a:pt x="2200" y="7277"/>
                      </a:cubicBezTo>
                      <a:cubicBezTo>
                        <a:pt x="2189" y="7256"/>
                        <a:pt x="2181" y="7235"/>
                        <a:pt x="2171" y="7214"/>
                      </a:cubicBezTo>
                      <a:cubicBezTo>
                        <a:pt x="2149" y="7166"/>
                        <a:pt x="2129" y="7121"/>
                        <a:pt x="2108" y="7075"/>
                      </a:cubicBezTo>
                      <a:cubicBezTo>
                        <a:pt x="2102" y="7058"/>
                        <a:pt x="2093" y="7044"/>
                        <a:pt x="2087" y="7030"/>
                      </a:cubicBezTo>
                      <a:cubicBezTo>
                        <a:pt x="2087" y="7022"/>
                        <a:pt x="2085" y="7016"/>
                        <a:pt x="2081" y="7012"/>
                      </a:cubicBezTo>
                      <a:cubicBezTo>
                        <a:pt x="2081" y="7008"/>
                        <a:pt x="2081" y="7006"/>
                        <a:pt x="2077" y="7002"/>
                      </a:cubicBezTo>
                      <a:cubicBezTo>
                        <a:pt x="2073" y="6992"/>
                        <a:pt x="2071" y="6983"/>
                        <a:pt x="2067" y="6977"/>
                      </a:cubicBezTo>
                      <a:lnTo>
                        <a:pt x="2067" y="6973"/>
                      </a:lnTo>
                      <a:cubicBezTo>
                        <a:pt x="2062" y="6971"/>
                        <a:pt x="2062" y="6967"/>
                        <a:pt x="2062" y="6967"/>
                      </a:cubicBezTo>
                      <a:cubicBezTo>
                        <a:pt x="2060" y="6961"/>
                        <a:pt x="2056" y="6952"/>
                        <a:pt x="2056" y="6946"/>
                      </a:cubicBezTo>
                      <a:lnTo>
                        <a:pt x="2052" y="6946"/>
                      </a:lnTo>
                      <a:cubicBezTo>
                        <a:pt x="2052" y="6946"/>
                        <a:pt x="2051" y="6946"/>
                        <a:pt x="2051" y="6945"/>
                      </a:cubicBezTo>
                      <a:cubicBezTo>
                        <a:pt x="2051" y="6944"/>
                        <a:pt x="2051" y="6944"/>
                        <a:pt x="2052" y="6942"/>
                      </a:cubicBezTo>
                      <a:cubicBezTo>
                        <a:pt x="2052" y="6939"/>
                        <a:pt x="2049" y="6936"/>
                        <a:pt x="2049" y="6932"/>
                      </a:cubicBezTo>
                      <a:cubicBezTo>
                        <a:pt x="2049" y="6929"/>
                        <a:pt x="2045" y="6929"/>
                        <a:pt x="2045" y="6929"/>
                      </a:cubicBezTo>
                      <a:cubicBezTo>
                        <a:pt x="2041" y="6918"/>
                        <a:pt x="2039" y="6906"/>
                        <a:pt x="2035" y="6900"/>
                      </a:cubicBezTo>
                      <a:cubicBezTo>
                        <a:pt x="2032" y="6893"/>
                        <a:pt x="2032" y="6887"/>
                        <a:pt x="2028" y="6883"/>
                      </a:cubicBezTo>
                      <a:cubicBezTo>
                        <a:pt x="2024" y="6873"/>
                        <a:pt x="2021" y="6861"/>
                        <a:pt x="2018" y="6854"/>
                      </a:cubicBezTo>
                      <a:lnTo>
                        <a:pt x="2014" y="6854"/>
                      </a:lnTo>
                      <a:cubicBezTo>
                        <a:pt x="2000" y="6813"/>
                        <a:pt x="1983" y="6771"/>
                        <a:pt x="1964" y="6729"/>
                      </a:cubicBezTo>
                      <a:cubicBezTo>
                        <a:pt x="1962" y="6722"/>
                        <a:pt x="1962" y="6715"/>
                        <a:pt x="1958" y="6712"/>
                      </a:cubicBezTo>
                      <a:cubicBezTo>
                        <a:pt x="1094" y="4529"/>
                        <a:pt x="883" y="2209"/>
                        <a:pt x="12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39"/>
                <p:cNvSpPr/>
                <p:nvPr/>
              </p:nvSpPr>
              <p:spPr>
                <a:xfrm>
                  <a:off x="3205100" y="2954350"/>
                  <a:ext cx="61225" cy="224100"/>
                </a:xfrm>
                <a:custGeom>
                  <a:rect b="b" l="l" r="r" t="t"/>
                  <a:pathLst>
                    <a:path extrusionOk="0" h="8964" w="2449">
                      <a:moveTo>
                        <a:pt x="0" y="0"/>
                      </a:moveTo>
                      <a:lnTo>
                        <a:pt x="0" y="0"/>
                      </a:lnTo>
                      <a:cubicBezTo>
                        <a:pt x="31" y="69"/>
                        <a:pt x="67" y="136"/>
                        <a:pt x="94" y="206"/>
                      </a:cubicBezTo>
                      <a:cubicBezTo>
                        <a:pt x="105" y="227"/>
                        <a:pt x="115" y="248"/>
                        <a:pt x="125" y="269"/>
                      </a:cubicBezTo>
                      <a:cubicBezTo>
                        <a:pt x="144" y="314"/>
                        <a:pt x="165" y="358"/>
                        <a:pt x="185" y="404"/>
                      </a:cubicBezTo>
                      <a:cubicBezTo>
                        <a:pt x="191" y="422"/>
                        <a:pt x="200" y="439"/>
                        <a:pt x="206" y="453"/>
                      </a:cubicBezTo>
                      <a:cubicBezTo>
                        <a:pt x="206" y="461"/>
                        <a:pt x="210" y="464"/>
                        <a:pt x="210" y="467"/>
                      </a:cubicBezTo>
                      <a:lnTo>
                        <a:pt x="213" y="467"/>
                      </a:lnTo>
                      <a:lnTo>
                        <a:pt x="213" y="471"/>
                      </a:lnTo>
                      <a:cubicBezTo>
                        <a:pt x="213" y="474"/>
                        <a:pt x="217" y="478"/>
                        <a:pt x="217" y="478"/>
                      </a:cubicBezTo>
                      <a:cubicBezTo>
                        <a:pt x="220" y="485"/>
                        <a:pt x="220" y="492"/>
                        <a:pt x="223" y="496"/>
                      </a:cubicBezTo>
                      <a:cubicBezTo>
                        <a:pt x="223" y="498"/>
                        <a:pt x="227" y="502"/>
                        <a:pt x="227" y="502"/>
                      </a:cubicBezTo>
                      <a:cubicBezTo>
                        <a:pt x="227" y="506"/>
                        <a:pt x="232" y="508"/>
                        <a:pt x="232" y="512"/>
                      </a:cubicBezTo>
                      <a:cubicBezTo>
                        <a:pt x="236" y="523"/>
                        <a:pt x="238" y="531"/>
                        <a:pt x="242" y="537"/>
                      </a:cubicBezTo>
                      <a:cubicBezTo>
                        <a:pt x="242" y="541"/>
                        <a:pt x="246" y="543"/>
                        <a:pt x="246" y="547"/>
                      </a:cubicBezTo>
                      <a:cubicBezTo>
                        <a:pt x="246" y="551"/>
                        <a:pt x="250" y="551"/>
                        <a:pt x="250" y="551"/>
                      </a:cubicBezTo>
                      <a:cubicBezTo>
                        <a:pt x="253" y="562"/>
                        <a:pt x="257" y="572"/>
                        <a:pt x="260" y="579"/>
                      </a:cubicBezTo>
                      <a:cubicBezTo>
                        <a:pt x="263" y="588"/>
                        <a:pt x="263" y="590"/>
                        <a:pt x="267" y="594"/>
                      </a:cubicBezTo>
                      <a:cubicBezTo>
                        <a:pt x="269" y="600"/>
                        <a:pt x="269" y="608"/>
                        <a:pt x="273" y="614"/>
                      </a:cubicBezTo>
                      <a:cubicBezTo>
                        <a:pt x="276" y="618"/>
                        <a:pt x="276" y="621"/>
                        <a:pt x="279" y="625"/>
                      </a:cubicBezTo>
                      <a:cubicBezTo>
                        <a:pt x="294" y="664"/>
                        <a:pt x="307" y="701"/>
                        <a:pt x="324" y="739"/>
                      </a:cubicBezTo>
                      <a:lnTo>
                        <a:pt x="324" y="743"/>
                      </a:lnTo>
                      <a:cubicBezTo>
                        <a:pt x="325" y="749"/>
                        <a:pt x="329" y="754"/>
                        <a:pt x="331" y="757"/>
                      </a:cubicBezTo>
                      <a:lnTo>
                        <a:pt x="331" y="760"/>
                      </a:lnTo>
                      <a:cubicBezTo>
                        <a:pt x="1393" y="3440"/>
                        <a:pt x="1471" y="6327"/>
                        <a:pt x="685" y="8963"/>
                      </a:cubicBezTo>
                      <a:cubicBezTo>
                        <a:pt x="708" y="8959"/>
                        <a:pt x="734" y="8957"/>
                        <a:pt x="760" y="8953"/>
                      </a:cubicBezTo>
                      <a:cubicBezTo>
                        <a:pt x="853" y="8941"/>
                        <a:pt x="945" y="8925"/>
                        <a:pt x="1036" y="8906"/>
                      </a:cubicBezTo>
                      <a:cubicBezTo>
                        <a:pt x="1136" y="8886"/>
                        <a:pt x="1235" y="8864"/>
                        <a:pt x="1335" y="8838"/>
                      </a:cubicBezTo>
                      <a:cubicBezTo>
                        <a:pt x="1466" y="8804"/>
                        <a:pt x="1595" y="8766"/>
                        <a:pt x="1723" y="8722"/>
                      </a:cubicBezTo>
                      <a:cubicBezTo>
                        <a:pt x="1870" y="8672"/>
                        <a:pt x="2013" y="8615"/>
                        <a:pt x="2152" y="8554"/>
                      </a:cubicBezTo>
                      <a:cubicBezTo>
                        <a:pt x="2448" y="5975"/>
                        <a:pt x="1949" y="3282"/>
                        <a:pt x="550" y="861"/>
                      </a:cubicBezTo>
                      <a:cubicBezTo>
                        <a:pt x="534" y="830"/>
                        <a:pt x="515" y="799"/>
                        <a:pt x="495" y="770"/>
                      </a:cubicBezTo>
                      <a:cubicBezTo>
                        <a:pt x="480" y="743"/>
                        <a:pt x="467" y="719"/>
                        <a:pt x="446" y="695"/>
                      </a:cubicBezTo>
                      <a:cubicBezTo>
                        <a:pt x="426" y="652"/>
                        <a:pt x="401" y="607"/>
                        <a:pt x="370" y="566"/>
                      </a:cubicBezTo>
                      <a:cubicBezTo>
                        <a:pt x="370" y="559"/>
                        <a:pt x="366" y="551"/>
                        <a:pt x="360" y="545"/>
                      </a:cubicBezTo>
                      <a:lnTo>
                        <a:pt x="355" y="545"/>
                      </a:lnTo>
                      <a:cubicBezTo>
                        <a:pt x="360" y="545"/>
                        <a:pt x="355" y="541"/>
                        <a:pt x="355" y="541"/>
                      </a:cubicBezTo>
                      <a:cubicBezTo>
                        <a:pt x="355" y="541"/>
                        <a:pt x="359" y="540"/>
                        <a:pt x="355" y="538"/>
                      </a:cubicBezTo>
                      <a:lnTo>
                        <a:pt x="351" y="538"/>
                      </a:lnTo>
                      <a:cubicBezTo>
                        <a:pt x="354" y="536"/>
                        <a:pt x="351" y="536"/>
                        <a:pt x="348" y="532"/>
                      </a:cubicBezTo>
                      <a:cubicBezTo>
                        <a:pt x="348" y="526"/>
                        <a:pt x="340" y="514"/>
                        <a:pt x="334" y="507"/>
                      </a:cubicBezTo>
                      <a:cubicBezTo>
                        <a:pt x="334" y="504"/>
                        <a:pt x="330" y="497"/>
                        <a:pt x="323" y="494"/>
                      </a:cubicBezTo>
                      <a:cubicBezTo>
                        <a:pt x="325" y="491"/>
                        <a:pt x="323" y="491"/>
                        <a:pt x="319" y="486"/>
                      </a:cubicBezTo>
                      <a:lnTo>
                        <a:pt x="315" y="483"/>
                      </a:lnTo>
                      <a:cubicBezTo>
                        <a:pt x="315" y="479"/>
                        <a:pt x="313" y="473"/>
                        <a:pt x="309" y="469"/>
                      </a:cubicBezTo>
                      <a:cubicBezTo>
                        <a:pt x="309" y="466"/>
                        <a:pt x="309" y="463"/>
                        <a:pt x="305" y="463"/>
                      </a:cubicBezTo>
                      <a:cubicBezTo>
                        <a:pt x="305" y="460"/>
                        <a:pt x="299" y="455"/>
                        <a:pt x="299" y="455"/>
                      </a:cubicBezTo>
                      <a:cubicBezTo>
                        <a:pt x="299" y="449"/>
                        <a:pt x="296" y="443"/>
                        <a:pt x="292" y="439"/>
                      </a:cubicBezTo>
                      <a:cubicBezTo>
                        <a:pt x="288" y="432"/>
                        <a:pt x="284" y="424"/>
                        <a:pt x="278" y="421"/>
                      </a:cubicBezTo>
                      <a:cubicBezTo>
                        <a:pt x="278" y="417"/>
                        <a:pt x="274" y="417"/>
                        <a:pt x="274" y="417"/>
                      </a:cubicBezTo>
                      <a:cubicBezTo>
                        <a:pt x="274" y="413"/>
                        <a:pt x="274" y="411"/>
                        <a:pt x="270" y="407"/>
                      </a:cubicBezTo>
                      <a:cubicBezTo>
                        <a:pt x="270" y="404"/>
                        <a:pt x="264" y="401"/>
                        <a:pt x="264" y="401"/>
                      </a:cubicBezTo>
                      <a:cubicBezTo>
                        <a:pt x="257" y="387"/>
                        <a:pt x="247" y="373"/>
                        <a:pt x="237" y="359"/>
                      </a:cubicBezTo>
                      <a:lnTo>
                        <a:pt x="237" y="355"/>
                      </a:lnTo>
                      <a:cubicBezTo>
                        <a:pt x="160" y="233"/>
                        <a:pt x="81"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39"/>
                <p:cNvSpPr/>
                <p:nvPr/>
              </p:nvSpPr>
              <p:spPr>
                <a:xfrm>
                  <a:off x="3075950" y="2954175"/>
                  <a:ext cx="143450" cy="142575"/>
                </a:xfrm>
                <a:custGeom>
                  <a:rect b="b" l="l" r="r" t="t"/>
                  <a:pathLst>
                    <a:path extrusionOk="0" h="5703" w="5738">
                      <a:moveTo>
                        <a:pt x="5737" y="0"/>
                      </a:moveTo>
                      <a:cubicBezTo>
                        <a:pt x="5688" y="69"/>
                        <a:pt x="5639" y="139"/>
                        <a:pt x="5598" y="199"/>
                      </a:cubicBezTo>
                      <a:cubicBezTo>
                        <a:pt x="5587" y="213"/>
                        <a:pt x="5579" y="227"/>
                        <a:pt x="5569" y="241"/>
                      </a:cubicBezTo>
                      <a:cubicBezTo>
                        <a:pt x="5541" y="280"/>
                        <a:pt x="5514" y="317"/>
                        <a:pt x="5485" y="356"/>
                      </a:cubicBezTo>
                      <a:lnTo>
                        <a:pt x="5481" y="356"/>
                      </a:lnTo>
                      <a:cubicBezTo>
                        <a:pt x="5474" y="370"/>
                        <a:pt x="5464" y="380"/>
                        <a:pt x="5453" y="394"/>
                      </a:cubicBezTo>
                      <a:cubicBezTo>
                        <a:pt x="5449" y="401"/>
                        <a:pt x="5447" y="405"/>
                        <a:pt x="5443" y="411"/>
                      </a:cubicBezTo>
                      <a:lnTo>
                        <a:pt x="5437" y="415"/>
                      </a:lnTo>
                      <a:lnTo>
                        <a:pt x="5437" y="419"/>
                      </a:lnTo>
                      <a:lnTo>
                        <a:pt x="5433" y="419"/>
                      </a:lnTo>
                      <a:cubicBezTo>
                        <a:pt x="5433" y="426"/>
                        <a:pt x="5426" y="434"/>
                        <a:pt x="5422" y="437"/>
                      </a:cubicBezTo>
                      <a:cubicBezTo>
                        <a:pt x="5422" y="441"/>
                        <a:pt x="5422" y="441"/>
                        <a:pt x="5418" y="441"/>
                      </a:cubicBezTo>
                      <a:cubicBezTo>
                        <a:pt x="5418" y="445"/>
                        <a:pt x="5416" y="447"/>
                        <a:pt x="5412" y="451"/>
                      </a:cubicBezTo>
                      <a:cubicBezTo>
                        <a:pt x="5408" y="459"/>
                        <a:pt x="5404" y="466"/>
                        <a:pt x="5398" y="470"/>
                      </a:cubicBezTo>
                      <a:lnTo>
                        <a:pt x="5398" y="473"/>
                      </a:lnTo>
                      <a:lnTo>
                        <a:pt x="5393" y="473"/>
                      </a:lnTo>
                      <a:cubicBezTo>
                        <a:pt x="5393" y="476"/>
                        <a:pt x="5390" y="480"/>
                        <a:pt x="5390" y="480"/>
                      </a:cubicBezTo>
                      <a:cubicBezTo>
                        <a:pt x="5390" y="483"/>
                        <a:pt x="5386" y="483"/>
                        <a:pt x="5386" y="483"/>
                      </a:cubicBezTo>
                      <a:cubicBezTo>
                        <a:pt x="5379" y="493"/>
                        <a:pt x="5376" y="502"/>
                        <a:pt x="5366" y="508"/>
                      </a:cubicBezTo>
                      <a:cubicBezTo>
                        <a:pt x="5366" y="512"/>
                        <a:pt x="5362" y="514"/>
                        <a:pt x="5358" y="518"/>
                      </a:cubicBezTo>
                      <a:cubicBezTo>
                        <a:pt x="5352" y="528"/>
                        <a:pt x="5345" y="540"/>
                        <a:pt x="5338" y="547"/>
                      </a:cubicBezTo>
                      <a:lnTo>
                        <a:pt x="5338" y="550"/>
                      </a:lnTo>
                      <a:lnTo>
                        <a:pt x="5335" y="550"/>
                      </a:lnTo>
                      <a:cubicBezTo>
                        <a:pt x="5311" y="585"/>
                        <a:pt x="5286" y="616"/>
                        <a:pt x="5262" y="647"/>
                      </a:cubicBezTo>
                      <a:cubicBezTo>
                        <a:pt x="5258" y="651"/>
                        <a:pt x="5255" y="657"/>
                        <a:pt x="5252" y="662"/>
                      </a:cubicBezTo>
                      <a:cubicBezTo>
                        <a:pt x="3841" y="2441"/>
                        <a:pt x="2018" y="3757"/>
                        <a:pt x="0" y="4544"/>
                      </a:cubicBezTo>
                      <a:cubicBezTo>
                        <a:pt x="4" y="4574"/>
                        <a:pt x="10" y="4605"/>
                        <a:pt x="15" y="4635"/>
                      </a:cubicBezTo>
                      <a:cubicBezTo>
                        <a:pt x="27" y="4714"/>
                        <a:pt x="43" y="4795"/>
                        <a:pt x="59" y="4873"/>
                      </a:cubicBezTo>
                      <a:cubicBezTo>
                        <a:pt x="121" y="5160"/>
                        <a:pt x="207" y="5436"/>
                        <a:pt x="312" y="5703"/>
                      </a:cubicBezTo>
                      <a:cubicBezTo>
                        <a:pt x="2313" y="4637"/>
                        <a:pt x="4050" y="3015"/>
                        <a:pt x="5269" y="905"/>
                      </a:cubicBezTo>
                      <a:cubicBezTo>
                        <a:pt x="5289" y="868"/>
                        <a:pt x="5310" y="833"/>
                        <a:pt x="5331" y="795"/>
                      </a:cubicBezTo>
                      <a:cubicBezTo>
                        <a:pt x="5333" y="791"/>
                        <a:pt x="5336" y="786"/>
                        <a:pt x="5338" y="781"/>
                      </a:cubicBezTo>
                      <a:cubicBezTo>
                        <a:pt x="5346" y="767"/>
                        <a:pt x="5353" y="751"/>
                        <a:pt x="5361" y="736"/>
                      </a:cubicBezTo>
                      <a:cubicBezTo>
                        <a:pt x="5384" y="692"/>
                        <a:pt x="5409" y="646"/>
                        <a:pt x="5434" y="601"/>
                      </a:cubicBezTo>
                      <a:cubicBezTo>
                        <a:pt x="5436" y="597"/>
                        <a:pt x="5438" y="595"/>
                        <a:pt x="5440" y="590"/>
                      </a:cubicBezTo>
                      <a:cubicBezTo>
                        <a:pt x="5443" y="586"/>
                        <a:pt x="5443" y="583"/>
                        <a:pt x="5446" y="576"/>
                      </a:cubicBezTo>
                      <a:lnTo>
                        <a:pt x="5446" y="573"/>
                      </a:lnTo>
                      <a:lnTo>
                        <a:pt x="5453" y="566"/>
                      </a:lnTo>
                      <a:cubicBezTo>
                        <a:pt x="5456" y="559"/>
                        <a:pt x="5460" y="552"/>
                        <a:pt x="5464" y="545"/>
                      </a:cubicBezTo>
                      <a:cubicBezTo>
                        <a:pt x="5466" y="542"/>
                        <a:pt x="5470" y="534"/>
                        <a:pt x="5470" y="527"/>
                      </a:cubicBezTo>
                      <a:cubicBezTo>
                        <a:pt x="5472" y="523"/>
                        <a:pt x="5476" y="521"/>
                        <a:pt x="5476" y="517"/>
                      </a:cubicBezTo>
                      <a:cubicBezTo>
                        <a:pt x="5480" y="517"/>
                        <a:pt x="5480" y="514"/>
                        <a:pt x="5480" y="511"/>
                      </a:cubicBezTo>
                      <a:lnTo>
                        <a:pt x="5484" y="511"/>
                      </a:lnTo>
                      <a:lnTo>
                        <a:pt x="5484" y="504"/>
                      </a:lnTo>
                      <a:cubicBezTo>
                        <a:pt x="5487" y="504"/>
                        <a:pt x="5487" y="502"/>
                        <a:pt x="5487" y="498"/>
                      </a:cubicBezTo>
                      <a:cubicBezTo>
                        <a:pt x="5490" y="498"/>
                        <a:pt x="5490" y="495"/>
                        <a:pt x="5495" y="491"/>
                      </a:cubicBezTo>
                      <a:cubicBezTo>
                        <a:pt x="5495" y="487"/>
                        <a:pt x="5497" y="480"/>
                        <a:pt x="5501" y="473"/>
                      </a:cubicBezTo>
                      <a:cubicBezTo>
                        <a:pt x="5505" y="467"/>
                        <a:pt x="5508" y="459"/>
                        <a:pt x="5515" y="452"/>
                      </a:cubicBezTo>
                      <a:lnTo>
                        <a:pt x="5513" y="452"/>
                      </a:lnTo>
                      <a:lnTo>
                        <a:pt x="5513" y="451"/>
                      </a:lnTo>
                      <a:lnTo>
                        <a:pt x="5515" y="450"/>
                      </a:lnTo>
                      <a:cubicBezTo>
                        <a:pt x="5515" y="446"/>
                        <a:pt x="5517" y="442"/>
                        <a:pt x="5521" y="436"/>
                      </a:cubicBezTo>
                      <a:lnTo>
                        <a:pt x="5526" y="431"/>
                      </a:lnTo>
                      <a:cubicBezTo>
                        <a:pt x="5528" y="420"/>
                        <a:pt x="5536" y="408"/>
                        <a:pt x="5542" y="393"/>
                      </a:cubicBezTo>
                      <a:lnTo>
                        <a:pt x="5542" y="389"/>
                      </a:lnTo>
                      <a:cubicBezTo>
                        <a:pt x="5546" y="389"/>
                        <a:pt x="5546" y="389"/>
                        <a:pt x="5546" y="385"/>
                      </a:cubicBezTo>
                      <a:cubicBezTo>
                        <a:pt x="5612" y="256"/>
                        <a:pt x="5675" y="129"/>
                        <a:pt x="57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39"/>
                <p:cNvSpPr/>
                <p:nvPr/>
              </p:nvSpPr>
              <p:spPr>
                <a:xfrm>
                  <a:off x="3205550" y="2838800"/>
                  <a:ext cx="131250" cy="140225"/>
                </a:xfrm>
                <a:custGeom>
                  <a:rect b="b" l="l" r="r" t="t"/>
                  <a:pathLst>
                    <a:path extrusionOk="0" h="5609" w="5250">
                      <a:moveTo>
                        <a:pt x="5250" y="0"/>
                      </a:moveTo>
                      <a:cubicBezTo>
                        <a:pt x="3324" y="1067"/>
                        <a:pt x="1653" y="2654"/>
                        <a:pt x="474" y="4701"/>
                      </a:cubicBezTo>
                      <a:cubicBezTo>
                        <a:pt x="450" y="4740"/>
                        <a:pt x="429" y="4781"/>
                        <a:pt x="409" y="4819"/>
                      </a:cubicBezTo>
                      <a:cubicBezTo>
                        <a:pt x="398" y="4836"/>
                        <a:pt x="388" y="4855"/>
                        <a:pt x="378" y="4875"/>
                      </a:cubicBezTo>
                      <a:cubicBezTo>
                        <a:pt x="353" y="4917"/>
                        <a:pt x="328" y="4959"/>
                        <a:pt x="307" y="5004"/>
                      </a:cubicBezTo>
                      <a:cubicBezTo>
                        <a:pt x="303" y="5006"/>
                        <a:pt x="301" y="5014"/>
                        <a:pt x="297" y="5021"/>
                      </a:cubicBezTo>
                      <a:cubicBezTo>
                        <a:pt x="293" y="5025"/>
                        <a:pt x="293" y="5027"/>
                        <a:pt x="293" y="5031"/>
                      </a:cubicBezTo>
                      <a:cubicBezTo>
                        <a:pt x="293" y="5031"/>
                        <a:pt x="290" y="5031"/>
                        <a:pt x="290" y="5035"/>
                      </a:cubicBezTo>
                      <a:cubicBezTo>
                        <a:pt x="290" y="5035"/>
                        <a:pt x="286" y="5037"/>
                        <a:pt x="286" y="5041"/>
                      </a:cubicBezTo>
                      <a:cubicBezTo>
                        <a:pt x="282" y="5049"/>
                        <a:pt x="280" y="5056"/>
                        <a:pt x="276" y="5062"/>
                      </a:cubicBezTo>
                      <a:cubicBezTo>
                        <a:pt x="271" y="5065"/>
                        <a:pt x="269" y="5072"/>
                        <a:pt x="265" y="5079"/>
                      </a:cubicBezTo>
                      <a:cubicBezTo>
                        <a:pt x="261" y="5083"/>
                        <a:pt x="261" y="5086"/>
                        <a:pt x="261" y="5090"/>
                      </a:cubicBezTo>
                      <a:cubicBezTo>
                        <a:pt x="261" y="5090"/>
                        <a:pt x="257" y="5090"/>
                        <a:pt x="257" y="5093"/>
                      </a:cubicBezTo>
                      <a:cubicBezTo>
                        <a:pt x="255" y="5097"/>
                        <a:pt x="251" y="5105"/>
                        <a:pt x="251" y="5111"/>
                      </a:cubicBezTo>
                      <a:lnTo>
                        <a:pt x="247" y="5111"/>
                      </a:lnTo>
                      <a:cubicBezTo>
                        <a:pt x="247" y="5116"/>
                        <a:pt x="244" y="5118"/>
                        <a:pt x="244" y="5122"/>
                      </a:cubicBezTo>
                      <a:cubicBezTo>
                        <a:pt x="240" y="5126"/>
                        <a:pt x="236" y="5129"/>
                        <a:pt x="236" y="5136"/>
                      </a:cubicBezTo>
                      <a:cubicBezTo>
                        <a:pt x="229" y="5142"/>
                        <a:pt x="226" y="5150"/>
                        <a:pt x="223" y="5160"/>
                      </a:cubicBezTo>
                      <a:cubicBezTo>
                        <a:pt x="220" y="5164"/>
                        <a:pt x="220" y="5168"/>
                        <a:pt x="216" y="5174"/>
                      </a:cubicBezTo>
                      <a:lnTo>
                        <a:pt x="216" y="5179"/>
                      </a:lnTo>
                      <a:cubicBezTo>
                        <a:pt x="205" y="5191"/>
                        <a:pt x="198" y="5205"/>
                        <a:pt x="192" y="5220"/>
                      </a:cubicBezTo>
                      <a:lnTo>
                        <a:pt x="192" y="5224"/>
                      </a:lnTo>
                      <a:cubicBezTo>
                        <a:pt x="126" y="5353"/>
                        <a:pt x="63" y="5480"/>
                        <a:pt x="1" y="5609"/>
                      </a:cubicBezTo>
                      <a:cubicBezTo>
                        <a:pt x="45" y="5542"/>
                        <a:pt x="94" y="5477"/>
                        <a:pt x="142" y="5411"/>
                      </a:cubicBezTo>
                      <a:cubicBezTo>
                        <a:pt x="145" y="5407"/>
                        <a:pt x="148" y="5401"/>
                        <a:pt x="151" y="5397"/>
                      </a:cubicBezTo>
                      <a:cubicBezTo>
                        <a:pt x="156" y="5389"/>
                        <a:pt x="163" y="5379"/>
                        <a:pt x="169" y="5369"/>
                      </a:cubicBezTo>
                      <a:cubicBezTo>
                        <a:pt x="197" y="5330"/>
                        <a:pt x="225" y="5289"/>
                        <a:pt x="256" y="5251"/>
                      </a:cubicBezTo>
                      <a:lnTo>
                        <a:pt x="260" y="5247"/>
                      </a:lnTo>
                      <a:cubicBezTo>
                        <a:pt x="266" y="5232"/>
                        <a:pt x="277" y="5222"/>
                        <a:pt x="287" y="5208"/>
                      </a:cubicBezTo>
                      <a:cubicBezTo>
                        <a:pt x="291" y="5204"/>
                        <a:pt x="293" y="5198"/>
                        <a:pt x="297" y="5194"/>
                      </a:cubicBezTo>
                      <a:lnTo>
                        <a:pt x="301" y="5190"/>
                      </a:lnTo>
                      <a:cubicBezTo>
                        <a:pt x="301" y="5188"/>
                        <a:pt x="301" y="5188"/>
                        <a:pt x="305" y="5184"/>
                      </a:cubicBezTo>
                      <a:lnTo>
                        <a:pt x="309" y="5184"/>
                      </a:lnTo>
                      <a:cubicBezTo>
                        <a:pt x="309" y="5178"/>
                        <a:pt x="316" y="5173"/>
                        <a:pt x="319" y="5167"/>
                      </a:cubicBezTo>
                      <a:cubicBezTo>
                        <a:pt x="319" y="5167"/>
                        <a:pt x="319" y="5163"/>
                        <a:pt x="323" y="5163"/>
                      </a:cubicBezTo>
                      <a:cubicBezTo>
                        <a:pt x="323" y="5160"/>
                        <a:pt x="326" y="5160"/>
                        <a:pt x="329" y="5157"/>
                      </a:cubicBezTo>
                      <a:cubicBezTo>
                        <a:pt x="329" y="5149"/>
                        <a:pt x="336" y="5145"/>
                        <a:pt x="339" y="5138"/>
                      </a:cubicBezTo>
                      <a:cubicBezTo>
                        <a:pt x="339" y="5136"/>
                        <a:pt x="343" y="5136"/>
                        <a:pt x="347" y="5132"/>
                      </a:cubicBezTo>
                      <a:cubicBezTo>
                        <a:pt x="347" y="5129"/>
                        <a:pt x="347" y="5129"/>
                        <a:pt x="350" y="5126"/>
                      </a:cubicBezTo>
                      <a:cubicBezTo>
                        <a:pt x="350" y="5126"/>
                        <a:pt x="350" y="5122"/>
                        <a:pt x="354" y="5122"/>
                      </a:cubicBezTo>
                      <a:cubicBezTo>
                        <a:pt x="358" y="5116"/>
                        <a:pt x="365" y="5103"/>
                        <a:pt x="373" y="5097"/>
                      </a:cubicBezTo>
                      <a:lnTo>
                        <a:pt x="383" y="5087"/>
                      </a:lnTo>
                      <a:cubicBezTo>
                        <a:pt x="389" y="5076"/>
                        <a:pt x="397" y="5066"/>
                        <a:pt x="403" y="5056"/>
                      </a:cubicBezTo>
                      <a:lnTo>
                        <a:pt x="408" y="5056"/>
                      </a:lnTo>
                      <a:cubicBezTo>
                        <a:pt x="427" y="5025"/>
                        <a:pt x="455" y="4990"/>
                        <a:pt x="483" y="4959"/>
                      </a:cubicBezTo>
                      <a:cubicBezTo>
                        <a:pt x="483" y="4956"/>
                        <a:pt x="487" y="4948"/>
                        <a:pt x="493" y="4945"/>
                      </a:cubicBezTo>
                      <a:cubicBezTo>
                        <a:pt x="1783" y="3313"/>
                        <a:pt x="3427" y="2071"/>
                        <a:pt x="5250" y="1267"/>
                      </a:cubicBezTo>
                      <a:lnTo>
                        <a:pt x="525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39"/>
                <p:cNvSpPr/>
                <p:nvPr/>
              </p:nvSpPr>
              <p:spPr>
                <a:xfrm>
                  <a:off x="3074400" y="2791850"/>
                  <a:ext cx="150450" cy="181600"/>
                </a:xfrm>
                <a:custGeom>
                  <a:rect b="b" l="l" r="r" t="t"/>
                  <a:pathLst>
                    <a:path extrusionOk="0" h="7264" w="6018">
                      <a:moveTo>
                        <a:pt x="523" y="1"/>
                      </a:moveTo>
                      <a:cubicBezTo>
                        <a:pt x="343" y="129"/>
                        <a:pt x="170" y="264"/>
                        <a:pt x="0" y="406"/>
                      </a:cubicBezTo>
                      <a:lnTo>
                        <a:pt x="0" y="1203"/>
                      </a:lnTo>
                      <a:cubicBezTo>
                        <a:pt x="1049" y="3471"/>
                        <a:pt x="2786" y="5450"/>
                        <a:pt x="5115" y="6795"/>
                      </a:cubicBezTo>
                      <a:cubicBezTo>
                        <a:pt x="5147" y="6812"/>
                        <a:pt x="5178" y="6831"/>
                        <a:pt x="5209" y="6847"/>
                      </a:cubicBezTo>
                      <a:cubicBezTo>
                        <a:pt x="5216" y="6851"/>
                        <a:pt x="5222" y="6855"/>
                        <a:pt x="5227" y="6857"/>
                      </a:cubicBezTo>
                      <a:lnTo>
                        <a:pt x="5228" y="6857"/>
                      </a:lnTo>
                      <a:cubicBezTo>
                        <a:pt x="5247" y="6868"/>
                        <a:pt x="5266" y="6878"/>
                        <a:pt x="5286" y="6888"/>
                      </a:cubicBezTo>
                      <a:cubicBezTo>
                        <a:pt x="5332" y="6915"/>
                        <a:pt x="5377" y="6940"/>
                        <a:pt x="5422" y="6961"/>
                      </a:cubicBezTo>
                      <a:cubicBezTo>
                        <a:pt x="5423" y="6964"/>
                        <a:pt x="5426" y="6966"/>
                        <a:pt x="5429" y="6967"/>
                      </a:cubicBezTo>
                      <a:cubicBezTo>
                        <a:pt x="5430" y="6968"/>
                        <a:pt x="5431" y="6968"/>
                        <a:pt x="5433" y="6968"/>
                      </a:cubicBezTo>
                      <a:cubicBezTo>
                        <a:pt x="5435" y="6968"/>
                        <a:pt x="5437" y="6968"/>
                        <a:pt x="5439" y="6967"/>
                      </a:cubicBezTo>
                      <a:cubicBezTo>
                        <a:pt x="5439" y="6972"/>
                        <a:pt x="5439" y="6974"/>
                        <a:pt x="5440" y="6974"/>
                      </a:cubicBezTo>
                      <a:cubicBezTo>
                        <a:pt x="5440" y="6974"/>
                        <a:pt x="5441" y="6973"/>
                        <a:pt x="5443" y="6971"/>
                      </a:cubicBezTo>
                      <a:cubicBezTo>
                        <a:pt x="5443" y="6971"/>
                        <a:pt x="5444" y="6976"/>
                        <a:pt x="5447" y="6976"/>
                      </a:cubicBezTo>
                      <a:cubicBezTo>
                        <a:pt x="5448" y="6976"/>
                        <a:pt x="5448" y="6976"/>
                        <a:pt x="5449" y="6975"/>
                      </a:cubicBezTo>
                      <a:cubicBezTo>
                        <a:pt x="5449" y="6975"/>
                        <a:pt x="5451" y="6980"/>
                        <a:pt x="5453" y="6980"/>
                      </a:cubicBezTo>
                      <a:cubicBezTo>
                        <a:pt x="5454" y="6980"/>
                        <a:pt x="5455" y="6980"/>
                        <a:pt x="5455" y="6979"/>
                      </a:cubicBezTo>
                      <a:cubicBezTo>
                        <a:pt x="5462" y="6985"/>
                        <a:pt x="5470" y="6989"/>
                        <a:pt x="5476" y="6989"/>
                      </a:cubicBezTo>
                      <a:cubicBezTo>
                        <a:pt x="5480" y="6996"/>
                        <a:pt x="5484" y="7000"/>
                        <a:pt x="5491" y="7000"/>
                      </a:cubicBezTo>
                      <a:cubicBezTo>
                        <a:pt x="5491" y="7004"/>
                        <a:pt x="5493" y="7004"/>
                        <a:pt x="5497" y="7004"/>
                      </a:cubicBezTo>
                      <a:cubicBezTo>
                        <a:pt x="5497" y="7007"/>
                        <a:pt x="5500" y="7007"/>
                        <a:pt x="5504" y="7007"/>
                      </a:cubicBezTo>
                      <a:lnTo>
                        <a:pt x="5505" y="7009"/>
                      </a:lnTo>
                      <a:cubicBezTo>
                        <a:pt x="5507" y="7011"/>
                        <a:pt x="5511" y="7014"/>
                        <a:pt x="5514" y="7014"/>
                      </a:cubicBezTo>
                      <a:cubicBezTo>
                        <a:pt x="5517" y="7017"/>
                        <a:pt x="5520" y="7017"/>
                        <a:pt x="5525" y="7017"/>
                      </a:cubicBezTo>
                      <a:cubicBezTo>
                        <a:pt x="5525" y="7017"/>
                        <a:pt x="5527" y="7021"/>
                        <a:pt x="5531" y="7021"/>
                      </a:cubicBezTo>
                      <a:cubicBezTo>
                        <a:pt x="5534" y="7028"/>
                        <a:pt x="5542" y="7032"/>
                        <a:pt x="5548" y="7032"/>
                      </a:cubicBezTo>
                      <a:cubicBezTo>
                        <a:pt x="5556" y="7036"/>
                        <a:pt x="5563" y="7038"/>
                        <a:pt x="5569" y="7042"/>
                      </a:cubicBezTo>
                      <a:lnTo>
                        <a:pt x="5573" y="7042"/>
                      </a:lnTo>
                      <a:cubicBezTo>
                        <a:pt x="5577" y="7048"/>
                        <a:pt x="5579" y="7048"/>
                        <a:pt x="5583" y="7048"/>
                      </a:cubicBezTo>
                      <a:lnTo>
                        <a:pt x="5588" y="7048"/>
                      </a:lnTo>
                      <a:cubicBezTo>
                        <a:pt x="5602" y="7059"/>
                        <a:pt x="5615" y="7069"/>
                        <a:pt x="5633" y="7073"/>
                      </a:cubicBezTo>
                      <a:cubicBezTo>
                        <a:pt x="5762" y="7143"/>
                        <a:pt x="5889" y="7205"/>
                        <a:pt x="6018" y="7264"/>
                      </a:cubicBezTo>
                      <a:cubicBezTo>
                        <a:pt x="5955" y="7223"/>
                        <a:pt x="5896" y="7180"/>
                        <a:pt x="5839" y="7135"/>
                      </a:cubicBezTo>
                      <a:cubicBezTo>
                        <a:pt x="5819" y="7121"/>
                        <a:pt x="5800" y="7108"/>
                        <a:pt x="5780" y="7094"/>
                      </a:cubicBezTo>
                      <a:cubicBezTo>
                        <a:pt x="5742" y="7067"/>
                        <a:pt x="5701" y="7038"/>
                        <a:pt x="5662" y="7007"/>
                      </a:cubicBezTo>
                      <a:lnTo>
                        <a:pt x="5659" y="7007"/>
                      </a:lnTo>
                      <a:cubicBezTo>
                        <a:pt x="5644" y="6997"/>
                        <a:pt x="5634" y="6986"/>
                        <a:pt x="5620" y="6976"/>
                      </a:cubicBezTo>
                      <a:cubicBezTo>
                        <a:pt x="5615" y="6973"/>
                        <a:pt x="5609" y="6970"/>
                        <a:pt x="5605" y="6966"/>
                      </a:cubicBezTo>
                      <a:cubicBezTo>
                        <a:pt x="5604" y="6966"/>
                        <a:pt x="5602" y="6965"/>
                        <a:pt x="5600" y="6964"/>
                      </a:cubicBezTo>
                      <a:cubicBezTo>
                        <a:pt x="5598" y="6963"/>
                        <a:pt x="5597" y="6961"/>
                        <a:pt x="5595" y="6960"/>
                      </a:cubicBezTo>
                      <a:cubicBezTo>
                        <a:pt x="5592" y="6955"/>
                        <a:pt x="5584" y="6952"/>
                        <a:pt x="5581" y="6945"/>
                      </a:cubicBezTo>
                      <a:lnTo>
                        <a:pt x="5577" y="6945"/>
                      </a:lnTo>
                      <a:lnTo>
                        <a:pt x="5575" y="6944"/>
                      </a:lnTo>
                      <a:cubicBezTo>
                        <a:pt x="5573" y="6942"/>
                        <a:pt x="5569" y="6942"/>
                        <a:pt x="5567" y="6935"/>
                      </a:cubicBezTo>
                      <a:cubicBezTo>
                        <a:pt x="5559" y="6935"/>
                        <a:pt x="5556" y="6929"/>
                        <a:pt x="5548" y="6924"/>
                      </a:cubicBezTo>
                      <a:cubicBezTo>
                        <a:pt x="5548" y="6924"/>
                        <a:pt x="5544" y="6924"/>
                        <a:pt x="5544" y="6921"/>
                      </a:cubicBezTo>
                      <a:cubicBezTo>
                        <a:pt x="5541" y="6921"/>
                        <a:pt x="5538" y="6918"/>
                        <a:pt x="5534" y="6914"/>
                      </a:cubicBezTo>
                      <a:lnTo>
                        <a:pt x="5534" y="6911"/>
                      </a:lnTo>
                      <a:cubicBezTo>
                        <a:pt x="5527" y="6908"/>
                        <a:pt x="5516" y="6904"/>
                        <a:pt x="5510" y="6894"/>
                      </a:cubicBezTo>
                      <a:cubicBezTo>
                        <a:pt x="5504" y="6889"/>
                        <a:pt x="5500" y="6887"/>
                        <a:pt x="5493" y="6883"/>
                      </a:cubicBezTo>
                      <a:cubicBezTo>
                        <a:pt x="5482" y="6877"/>
                        <a:pt x="5476" y="6869"/>
                        <a:pt x="5466" y="6863"/>
                      </a:cubicBezTo>
                      <a:lnTo>
                        <a:pt x="5466" y="6858"/>
                      </a:lnTo>
                      <a:cubicBezTo>
                        <a:pt x="5434" y="6838"/>
                        <a:pt x="5403" y="6814"/>
                        <a:pt x="5372" y="6785"/>
                      </a:cubicBezTo>
                      <a:cubicBezTo>
                        <a:pt x="5366" y="6781"/>
                        <a:pt x="5362" y="6778"/>
                        <a:pt x="5355" y="6771"/>
                      </a:cubicBezTo>
                      <a:cubicBezTo>
                        <a:pt x="3140" y="5020"/>
                        <a:pt x="1640" y="2619"/>
                        <a:pt x="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39"/>
                <p:cNvSpPr/>
                <p:nvPr/>
              </p:nvSpPr>
              <p:spPr>
                <a:xfrm>
                  <a:off x="3199975" y="2959675"/>
                  <a:ext cx="133250" cy="155900"/>
                </a:xfrm>
                <a:custGeom>
                  <a:rect b="b" l="l" r="r" t="t"/>
                  <a:pathLst>
                    <a:path extrusionOk="0" h="6236" w="5330">
                      <a:moveTo>
                        <a:pt x="0" y="1"/>
                      </a:moveTo>
                      <a:lnTo>
                        <a:pt x="0" y="1"/>
                      </a:lnTo>
                      <a:cubicBezTo>
                        <a:pt x="64" y="42"/>
                        <a:pt x="126" y="88"/>
                        <a:pt x="185" y="133"/>
                      </a:cubicBezTo>
                      <a:cubicBezTo>
                        <a:pt x="190" y="135"/>
                        <a:pt x="197" y="138"/>
                        <a:pt x="201" y="142"/>
                      </a:cubicBezTo>
                      <a:cubicBezTo>
                        <a:pt x="201" y="143"/>
                        <a:pt x="203" y="143"/>
                        <a:pt x="203" y="143"/>
                      </a:cubicBezTo>
                      <a:cubicBezTo>
                        <a:pt x="216" y="153"/>
                        <a:pt x="229" y="161"/>
                        <a:pt x="241" y="171"/>
                      </a:cubicBezTo>
                      <a:cubicBezTo>
                        <a:pt x="282" y="199"/>
                        <a:pt x="320" y="231"/>
                        <a:pt x="361" y="258"/>
                      </a:cubicBezTo>
                      <a:lnTo>
                        <a:pt x="361" y="262"/>
                      </a:lnTo>
                      <a:cubicBezTo>
                        <a:pt x="376" y="269"/>
                        <a:pt x="386" y="280"/>
                        <a:pt x="400" y="290"/>
                      </a:cubicBezTo>
                      <a:cubicBezTo>
                        <a:pt x="405" y="294"/>
                        <a:pt x="411" y="297"/>
                        <a:pt x="415" y="300"/>
                      </a:cubicBezTo>
                      <a:cubicBezTo>
                        <a:pt x="416" y="300"/>
                        <a:pt x="417" y="302"/>
                        <a:pt x="420" y="303"/>
                      </a:cubicBezTo>
                      <a:cubicBezTo>
                        <a:pt x="422" y="304"/>
                        <a:pt x="423" y="305"/>
                        <a:pt x="425" y="307"/>
                      </a:cubicBezTo>
                      <a:lnTo>
                        <a:pt x="425" y="311"/>
                      </a:lnTo>
                      <a:cubicBezTo>
                        <a:pt x="431" y="311"/>
                        <a:pt x="439" y="319"/>
                        <a:pt x="446" y="325"/>
                      </a:cubicBezTo>
                      <a:cubicBezTo>
                        <a:pt x="449" y="325"/>
                        <a:pt x="452" y="328"/>
                        <a:pt x="456" y="331"/>
                      </a:cubicBezTo>
                      <a:cubicBezTo>
                        <a:pt x="463" y="335"/>
                        <a:pt x="467" y="338"/>
                        <a:pt x="470" y="342"/>
                      </a:cubicBezTo>
                      <a:cubicBezTo>
                        <a:pt x="474" y="342"/>
                        <a:pt x="474" y="342"/>
                        <a:pt x="474" y="346"/>
                      </a:cubicBezTo>
                      <a:cubicBezTo>
                        <a:pt x="478" y="346"/>
                        <a:pt x="481" y="349"/>
                        <a:pt x="484" y="352"/>
                      </a:cubicBezTo>
                      <a:lnTo>
                        <a:pt x="484" y="356"/>
                      </a:lnTo>
                      <a:cubicBezTo>
                        <a:pt x="486" y="354"/>
                        <a:pt x="487" y="353"/>
                        <a:pt x="488" y="353"/>
                      </a:cubicBezTo>
                      <a:cubicBezTo>
                        <a:pt x="488" y="353"/>
                        <a:pt x="488" y="354"/>
                        <a:pt x="488" y="356"/>
                      </a:cubicBezTo>
                      <a:cubicBezTo>
                        <a:pt x="499" y="360"/>
                        <a:pt x="507" y="367"/>
                        <a:pt x="513" y="375"/>
                      </a:cubicBezTo>
                      <a:cubicBezTo>
                        <a:pt x="520" y="378"/>
                        <a:pt x="523" y="381"/>
                        <a:pt x="527" y="385"/>
                      </a:cubicBezTo>
                      <a:cubicBezTo>
                        <a:pt x="538" y="391"/>
                        <a:pt x="549" y="398"/>
                        <a:pt x="555" y="405"/>
                      </a:cubicBezTo>
                      <a:lnTo>
                        <a:pt x="555" y="409"/>
                      </a:lnTo>
                      <a:cubicBezTo>
                        <a:pt x="589" y="429"/>
                        <a:pt x="621" y="457"/>
                        <a:pt x="652" y="485"/>
                      </a:cubicBezTo>
                      <a:cubicBezTo>
                        <a:pt x="658" y="489"/>
                        <a:pt x="667" y="493"/>
                        <a:pt x="673" y="499"/>
                      </a:cubicBezTo>
                      <a:cubicBezTo>
                        <a:pt x="2593" y="2017"/>
                        <a:pt x="3971" y="4025"/>
                        <a:pt x="4733" y="6235"/>
                      </a:cubicBezTo>
                      <a:cubicBezTo>
                        <a:pt x="4744" y="6214"/>
                        <a:pt x="4757" y="6194"/>
                        <a:pt x="4769" y="6173"/>
                      </a:cubicBezTo>
                      <a:cubicBezTo>
                        <a:pt x="4832" y="6063"/>
                        <a:pt x="4891" y="5952"/>
                        <a:pt x="4946" y="5839"/>
                      </a:cubicBezTo>
                      <a:cubicBezTo>
                        <a:pt x="5110" y="5500"/>
                        <a:pt x="5241" y="5143"/>
                        <a:pt x="5329" y="4770"/>
                      </a:cubicBezTo>
                      <a:cubicBezTo>
                        <a:pt x="4271" y="3048"/>
                        <a:pt x="2782" y="1557"/>
                        <a:pt x="906" y="473"/>
                      </a:cubicBezTo>
                      <a:cubicBezTo>
                        <a:pt x="874" y="455"/>
                        <a:pt x="843" y="437"/>
                        <a:pt x="812" y="421"/>
                      </a:cubicBezTo>
                      <a:cubicBezTo>
                        <a:pt x="783" y="402"/>
                        <a:pt x="755" y="390"/>
                        <a:pt x="729" y="376"/>
                      </a:cubicBezTo>
                      <a:cubicBezTo>
                        <a:pt x="685" y="347"/>
                        <a:pt x="644" y="327"/>
                        <a:pt x="600" y="305"/>
                      </a:cubicBezTo>
                      <a:cubicBezTo>
                        <a:pt x="592" y="299"/>
                        <a:pt x="585" y="295"/>
                        <a:pt x="579" y="295"/>
                      </a:cubicBezTo>
                      <a:cubicBezTo>
                        <a:pt x="579" y="295"/>
                        <a:pt x="576" y="289"/>
                        <a:pt x="572" y="289"/>
                      </a:cubicBezTo>
                      <a:cubicBezTo>
                        <a:pt x="572" y="289"/>
                        <a:pt x="570" y="285"/>
                        <a:pt x="566" y="285"/>
                      </a:cubicBezTo>
                      <a:cubicBezTo>
                        <a:pt x="559" y="282"/>
                        <a:pt x="551" y="279"/>
                        <a:pt x="545" y="274"/>
                      </a:cubicBezTo>
                      <a:cubicBezTo>
                        <a:pt x="541" y="272"/>
                        <a:pt x="538" y="268"/>
                        <a:pt x="530" y="268"/>
                      </a:cubicBezTo>
                      <a:cubicBezTo>
                        <a:pt x="527" y="266"/>
                        <a:pt x="524" y="262"/>
                        <a:pt x="520" y="262"/>
                      </a:cubicBezTo>
                      <a:cubicBezTo>
                        <a:pt x="520" y="262"/>
                        <a:pt x="518" y="258"/>
                        <a:pt x="514" y="258"/>
                      </a:cubicBezTo>
                      <a:cubicBezTo>
                        <a:pt x="510" y="256"/>
                        <a:pt x="508" y="256"/>
                        <a:pt x="504" y="252"/>
                      </a:cubicBezTo>
                      <a:cubicBezTo>
                        <a:pt x="504" y="252"/>
                        <a:pt x="502" y="252"/>
                        <a:pt x="497" y="248"/>
                      </a:cubicBezTo>
                      <a:cubicBezTo>
                        <a:pt x="493" y="248"/>
                        <a:pt x="491" y="243"/>
                        <a:pt x="487" y="243"/>
                      </a:cubicBezTo>
                      <a:cubicBezTo>
                        <a:pt x="484" y="240"/>
                        <a:pt x="477" y="237"/>
                        <a:pt x="470" y="233"/>
                      </a:cubicBezTo>
                      <a:cubicBezTo>
                        <a:pt x="468" y="230"/>
                        <a:pt x="459" y="227"/>
                        <a:pt x="453" y="223"/>
                      </a:cubicBezTo>
                      <a:lnTo>
                        <a:pt x="449" y="223"/>
                      </a:lnTo>
                      <a:cubicBezTo>
                        <a:pt x="446" y="221"/>
                        <a:pt x="442" y="221"/>
                        <a:pt x="436" y="217"/>
                      </a:cubicBezTo>
                      <a:cubicBezTo>
                        <a:pt x="421" y="210"/>
                        <a:pt x="407" y="199"/>
                        <a:pt x="390" y="192"/>
                      </a:cubicBezTo>
                      <a:lnTo>
                        <a:pt x="386" y="192"/>
                      </a:lnTo>
                      <a:cubicBezTo>
                        <a:pt x="257" y="127"/>
                        <a:pt x="129" y="65"/>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01" name="Google Shape;3001;p39"/>
            <p:cNvGrpSpPr/>
            <p:nvPr/>
          </p:nvGrpSpPr>
          <p:grpSpPr>
            <a:xfrm rot="1299589">
              <a:off x="544641" y="416761"/>
              <a:ext cx="337178" cy="1085920"/>
              <a:chOff x="-507662" y="283925"/>
              <a:chExt cx="249300" cy="802900"/>
            </a:xfrm>
          </p:grpSpPr>
          <p:sp>
            <p:nvSpPr>
              <p:cNvPr id="3002" name="Google Shape;3002;p39"/>
              <p:cNvSpPr/>
              <p:nvPr/>
            </p:nvSpPr>
            <p:spPr>
              <a:xfrm>
                <a:off x="-507662" y="283925"/>
                <a:ext cx="249300" cy="802900"/>
              </a:xfrm>
              <a:custGeom>
                <a:rect b="b" l="l" r="r" t="t"/>
                <a:pathLst>
                  <a:path extrusionOk="0" h="32116" w="9972">
                    <a:moveTo>
                      <a:pt x="4820" y="1"/>
                    </a:moveTo>
                    <a:cubicBezTo>
                      <a:pt x="1333" y="1"/>
                      <a:pt x="220" y="2879"/>
                      <a:pt x="127" y="5466"/>
                    </a:cubicBezTo>
                    <a:cubicBezTo>
                      <a:pt x="45" y="5448"/>
                      <a:pt x="1" y="5439"/>
                      <a:pt x="1" y="5439"/>
                    </a:cubicBezTo>
                    <a:lnTo>
                      <a:pt x="0" y="6146"/>
                    </a:lnTo>
                    <a:cubicBezTo>
                      <a:pt x="0" y="6146"/>
                      <a:pt x="45" y="6157"/>
                      <a:pt x="135" y="6178"/>
                    </a:cubicBezTo>
                    <a:cubicBezTo>
                      <a:pt x="212" y="7236"/>
                      <a:pt x="628" y="8201"/>
                      <a:pt x="1276" y="8965"/>
                    </a:cubicBezTo>
                    <a:cubicBezTo>
                      <a:pt x="1273" y="8964"/>
                      <a:pt x="1272" y="8964"/>
                      <a:pt x="1272" y="8964"/>
                    </a:cubicBezTo>
                    <a:lnTo>
                      <a:pt x="1272" y="8964"/>
                    </a:lnTo>
                    <a:lnTo>
                      <a:pt x="1972" y="9757"/>
                    </a:lnTo>
                    <a:cubicBezTo>
                      <a:pt x="1985" y="9759"/>
                      <a:pt x="1998" y="9763"/>
                      <a:pt x="2013" y="9765"/>
                    </a:cubicBezTo>
                    <a:lnTo>
                      <a:pt x="1987" y="9765"/>
                    </a:lnTo>
                    <a:lnTo>
                      <a:pt x="2989" y="31481"/>
                    </a:lnTo>
                    <a:cubicBezTo>
                      <a:pt x="2989" y="31481"/>
                      <a:pt x="3673" y="32115"/>
                      <a:pt x="5032" y="32116"/>
                    </a:cubicBezTo>
                    <a:cubicBezTo>
                      <a:pt x="5034" y="32116"/>
                      <a:pt x="5035" y="32116"/>
                      <a:pt x="5036" y="32116"/>
                    </a:cubicBezTo>
                    <a:cubicBezTo>
                      <a:pt x="6471" y="32116"/>
                      <a:pt x="7092" y="31486"/>
                      <a:pt x="7092" y="31486"/>
                    </a:cubicBezTo>
                    <a:lnTo>
                      <a:pt x="8145" y="9772"/>
                    </a:lnTo>
                    <a:lnTo>
                      <a:pt x="8084" y="9772"/>
                    </a:lnTo>
                    <a:cubicBezTo>
                      <a:pt x="8114" y="9762"/>
                      <a:pt x="8129" y="9755"/>
                      <a:pt x="8129" y="9755"/>
                    </a:cubicBezTo>
                    <a:lnTo>
                      <a:pt x="8643" y="9035"/>
                    </a:lnTo>
                    <a:cubicBezTo>
                      <a:pt x="9322" y="8263"/>
                      <a:pt x="9763" y="7276"/>
                      <a:pt x="9844" y="6187"/>
                    </a:cubicBezTo>
                    <a:cubicBezTo>
                      <a:pt x="9928" y="6168"/>
                      <a:pt x="9971" y="6157"/>
                      <a:pt x="9971" y="6157"/>
                    </a:cubicBezTo>
                    <a:lnTo>
                      <a:pt x="9972" y="5450"/>
                    </a:lnTo>
                    <a:lnTo>
                      <a:pt x="9972" y="5450"/>
                    </a:lnTo>
                    <a:cubicBezTo>
                      <a:pt x="9972" y="5450"/>
                      <a:pt x="9930" y="5461"/>
                      <a:pt x="9851" y="5480"/>
                    </a:cubicBezTo>
                    <a:cubicBezTo>
                      <a:pt x="9738" y="2878"/>
                      <a:pt x="8299" y="43"/>
                      <a:pt x="4902" y="1"/>
                    </a:cubicBezTo>
                    <a:cubicBezTo>
                      <a:pt x="4875" y="1"/>
                      <a:pt x="4848" y="1"/>
                      <a:pt x="482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3" name="Google Shape;3003;p39"/>
              <p:cNvGrpSpPr/>
              <p:nvPr/>
            </p:nvGrpSpPr>
            <p:grpSpPr>
              <a:xfrm>
                <a:off x="-507662" y="283950"/>
                <a:ext cx="249300" cy="802850"/>
                <a:chOff x="-4628300" y="394775"/>
                <a:chExt cx="249300" cy="802850"/>
              </a:xfrm>
            </p:grpSpPr>
            <p:sp>
              <p:nvSpPr>
                <p:cNvPr id="3004" name="Google Shape;3004;p39"/>
                <p:cNvSpPr/>
                <p:nvPr/>
              </p:nvSpPr>
              <p:spPr>
                <a:xfrm>
                  <a:off x="-4625325" y="394775"/>
                  <a:ext cx="243575" cy="267125"/>
                </a:xfrm>
                <a:custGeom>
                  <a:rect b="b" l="l" r="r" t="t"/>
                  <a:pathLst>
                    <a:path extrusionOk="0" h="10685" w="9743">
                      <a:moveTo>
                        <a:pt x="4703" y="1"/>
                      </a:moveTo>
                      <a:cubicBezTo>
                        <a:pt x="1059" y="1"/>
                        <a:pt x="5" y="3143"/>
                        <a:pt x="2" y="5811"/>
                      </a:cubicBezTo>
                      <a:cubicBezTo>
                        <a:pt x="0" y="8499"/>
                        <a:pt x="2178" y="10682"/>
                        <a:pt x="4866" y="10685"/>
                      </a:cubicBezTo>
                      <a:cubicBezTo>
                        <a:pt x="4868" y="10685"/>
                        <a:pt x="4870" y="10685"/>
                        <a:pt x="4872" y="10685"/>
                      </a:cubicBezTo>
                      <a:cubicBezTo>
                        <a:pt x="7557" y="10685"/>
                        <a:pt x="9737" y="8508"/>
                        <a:pt x="9739" y="5822"/>
                      </a:cubicBezTo>
                      <a:cubicBezTo>
                        <a:pt x="9742" y="3133"/>
                        <a:pt x="8329" y="45"/>
                        <a:pt x="4783" y="1"/>
                      </a:cubicBezTo>
                      <a:cubicBezTo>
                        <a:pt x="4757" y="1"/>
                        <a:pt x="4730" y="1"/>
                        <a:pt x="4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39"/>
                <p:cNvSpPr/>
                <p:nvPr/>
              </p:nvSpPr>
              <p:spPr>
                <a:xfrm>
                  <a:off x="-4578650" y="638800"/>
                  <a:ext cx="153925" cy="558825"/>
                </a:xfrm>
                <a:custGeom>
                  <a:rect b="b" l="l" r="r" t="t"/>
                  <a:pathLst>
                    <a:path extrusionOk="0" h="22353" w="6157">
                      <a:moveTo>
                        <a:pt x="0" y="1"/>
                      </a:moveTo>
                      <a:lnTo>
                        <a:pt x="1002" y="21718"/>
                      </a:lnTo>
                      <a:cubicBezTo>
                        <a:pt x="1002" y="21718"/>
                        <a:pt x="1685" y="22352"/>
                        <a:pt x="3045" y="22353"/>
                      </a:cubicBezTo>
                      <a:cubicBezTo>
                        <a:pt x="3049" y="22353"/>
                        <a:pt x="3052" y="22353"/>
                        <a:pt x="3056" y="22353"/>
                      </a:cubicBezTo>
                      <a:cubicBezTo>
                        <a:pt x="4485" y="22353"/>
                        <a:pt x="5105" y="21723"/>
                        <a:pt x="5105" y="21723"/>
                      </a:cubicBezTo>
                      <a:lnTo>
                        <a:pt x="6157" y="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39"/>
                <p:cNvSpPr/>
                <p:nvPr/>
              </p:nvSpPr>
              <p:spPr>
                <a:xfrm>
                  <a:off x="-4596525" y="618825"/>
                  <a:ext cx="184925" cy="29825"/>
                </a:xfrm>
                <a:custGeom>
                  <a:rect b="b" l="l" r="r" t="t"/>
                  <a:pathLst>
                    <a:path extrusionOk="0" h="1193" w="7397">
                      <a:moveTo>
                        <a:pt x="1" y="0"/>
                      </a:moveTo>
                      <a:lnTo>
                        <a:pt x="701" y="793"/>
                      </a:lnTo>
                      <a:cubicBezTo>
                        <a:pt x="1992" y="1092"/>
                        <a:pt x="3106" y="1192"/>
                        <a:pt x="4019" y="1192"/>
                      </a:cubicBezTo>
                      <a:cubicBezTo>
                        <a:pt x="5843" y="1192"/>
                        <a:pt x="6857" y="793"/>
                        <a:pt x="6857" y="793"/>
                      </a:cubicBezTo>
                      <a:lnTo>
                        <a:pt x="7396" y="38"/>
                      </a:lnTo>
                      <a:lnTo>
                        <a:pt x="7396" y="38"/>
                      </a:lnTo>
                      <a:cubicBezTo>
                        <a:pt x="5867" y="370"/>
                        <a:pt x="4550" y="482"/>
                        <a:pt x="3469" y="482"/>
                      </a:cubicBezTo>
                      <a:cubicBezTo>
                        <a:pt x="1227" y="482"/>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39"/>
                <p:cNvSpPr/>
                <p:nvPr/>
              </p:nvSpPr>
              <p:spPr>
                <a:xfrm>
                  <a:off x="-4628300" y="530675"/>
                  <a:ext cx="249300" cy="29925"/>
                </a:xfrm>
                <a:custGeom>
                  <a:rect b="b" l="l" r="r" t="t"/>
                  <a:pathLst>
                    <a:path extrusionOk="0" h="1197" w="9972">
                      <a:moveTo>
                        <a:pt x="1" y="1"/>
                      </a:moveTo>
                      <a:lnTo>
                        <a:pt x="0" y="708"/>
                      </a:lnTo>
                      <a:cubicBezTo>
                        <a:pt x="0" y="708"/>
                        <a:pt x="1837" y="1193"/>
                        <a:pt x="4994" y="1197"/>
                      </a:cubicBezTo>
                      <a:cubicBezTo>
                        <a:pt x="5001" y="1197"/>
                        <a:pt x="5007" y="1197"/>
                        <a:pt x="5014" y="1197"/>
                      </a:cubicBezTo>
                      <a:cubicBezTo>
                        <a:pt x="8066" y="1197"/>
                        <a:pt x="9971" y="719"/>
                        <a:pt x="9971" y="719"/>
                      </a:cubicBezTo>
                      <a:lnTo>
                        <a:pt x="9972" y="12"/>
                      </a:lnTo>
                      <a:lnTo>
                        <a:pt x="9972" y="12"/>
                      </a:lnTo>
                      <a:cubicBezTo>
                        <a:pt x="9971" y="12"/>
                        <a:pt x="8240" y="490"/>
                        <a:pt x="5054" y="490"/>
                      </a:cubicBezTo>
                      <a:cubicBezTo>
                        <a:pt x="5040" y="490"/>
                        <a:pt x="5027" y="490"/>
                        <a:pt x="5013" y="490"/>
                      </a:cubicBezTo>
                      <a:cubicBezTo>
                        <a:pt x="2056" y="48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39"/>
                <p:cNvSpPr/>
                <p:nvPr/>
              </p:nvSpPr>
              <p:spPr>
                <a:xfrm>
                  <a:off x="-4517700" y="824050"/>
                  <a:ext cx="33375" cy="120300"/>
                </a:xfrm>
                <a:custGeom>
                  <a:rect b="b" l="l" r="r" t="t"/>
                  <a:pathLst>
                    <a:path extrusionOk="0" h="4812" w="1335">
                      <a:moveTo>
                        <a:pt x="630" y="0"/>
                      </a:moveTo>
                      <a:cubicBezTo>
                        <a:pt x="283" y="0"/>
                        <a:pt x="1" y="285"/>
                        <a:pt x="8" y="632"/>
                      </a:cubicBezTo>
                      <a:lnTo>
                        <a:pt x="76" y="4201"/>
                      </a:lnTo>
                      <a:cubicBezTo>
                        <a:pt x="82" y="4515"/>
                        <a:pt x="321" y="4776"/>
                        <a:pt x="633" y="4808"/>
                      </a:cubicBezTo>
                      <a:cubicBezTo>
                        <a:pt x="655" y="4810"/>
                        <a:pt x="677" y="4811"/>
                        <a:pt x="699" y="4811"/>
                      </a:cubicBezTo>
                      <a:cubicBezTo>
                        <a:pt x="1037" y="4811"/>
                        <a:pt x="1319" y="4538"/>
                        <a:pt x="1319" y="4193"/>
                      </a:cubicBezTo>
                      <a:lnTo>
                        <a:pt x="1334" y="627"/>
                      </a:lnTo>
                      <a:cubicBezTo>
                        <a:pt x="1335" y="292"/>
                        <a:pt x="1069" y="15"/>
                        <a:pt x="733" y="4"/>
                      </a:cubicBezTo>
                      <a:lnTo>
                        <a:pt x="651" y="1"/>
                      </a:lnTo>
                      <a:cubicBezTo>
                        <a:pt x="644" y="0"/>
                        <a:pt x="637"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39"/>
                <p:cNvSpPr/>
                <p:nvPr/>
              </p:nvSpPr>
              <p:spPr>
                <a:xfrm>
                  <a:off x="-4512225" y="910675"/>
                  <a:ext cx="23325" cy="18250"/>
                </a:xfrm>
                <a:custGeom>
                  <a:rect b="b" l="l" r="r" t="t"/>
                  <a:pathLst>
                    <a:path extrusionOk="0" h="730" w="933">
                      <a:moveTo>
                        <a:pt x="0" y="0"/>
                      </a:moveTo>
                      <a:lnTo>
                        <a:pt x="28" y="693"/>
                      </a:lnTo>
                      <a:lnTo>
                        <a:pt x="922" y="730"/>
                      </a:lnTo>
                      <a:lnTo>
                        <a:pt x="932"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10" name="Google Shape;3010;p39"/>
            <p:cNvGrpSpPr/>
            <p:nvPr/>
          </p:nvGrpSpPr>
          <p:grpSpPr>
            <a:xfrm>
              <a:off x="8370336" y="4237877"/>
              <a:ext cx="597561" cy="732248"/>
              <a:chOff x="-476487" y="1228650"/>
              <a:chExt cx="263475" cy="322875"/>
            </a:xfrm>
          </p:grpSpPr>
          <p:sp>
            <p:nvSpPr>
              <p:cNvPr id="3011" name="Google Shape;3011;p39"/>
              <p:cNvSpPr/>
              <p:nvPr/>
            </p:nvSpPr>
            <p:spPr>
              <a:xfrm>
                <a:off x="-476487" y="1228650"/>
                <a:ext cx="263475" cy="322875"/>
              </a:xfrm>
              <a:custGeom>
                <a:rect b="b" l="l" r="r" t="t"/>
                <a:pathLst>
                  <a:path extrusionOk="0" h="12915" w="10539">
                    <a:moveTo>
                      <a:pt x="1124" y="0"/>
                    </a:moveTo>
                    <a:lnTo>
                      <a:pt x="1" y="12848"/>
                    </a:lnTo>
                    <a:lnTo>
                      <a:pt x="8339" y="12900"/>
                    </a:lnTo>
                    <a:lnTo>
                      <a:pt x="10538" y="12915"/>
                    </a:lnTo>
                    <a:lnTo>
                      <a:pt x="10124" y="222"/>
                    </a:lnTo>
                    <a:lnTo>
                      <a:pt x="8471" y="182"/>
                    </a:lnTo>
                    <a:lnTo>
                      <a:pt x="1124"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12" name="Google Shape;3012;p39"/>
              <p:cNvGrpSpPr/>
              <p:nvPr/>
            </p:nvGrpSpPr>
            <p:grpSpPr>
              <a:xfrm>
                <a:off x="-476487" y="1228650"/>
                <a:ext cx="263475" cy="322875"/>
                <a:chOff x="-4190125" y="677000"/>
                <a:chExt cx="263475" cy="322875"/>
              </a:xfrm>
            </p:grpSpPr>
            <p:sp>
              <p:nvSpPr>
                <p:cNvPr id="3013" name="Google Shape;3013;p39"/>
                <p:cNvSpPr/>
                <p:nvPr/>
              </p:nvSpPr>
              <p:spPr>
                <a:xfrm>
                  <a:off x="-4190125" y="677000"/>
                  <a:ext cx="263475" cy="322875"/>
                </a:xfrm>
                <a:custGeom>
                  <a:rect b="b" l="l" r="r" t="t"/>
                  <a:pathLst>
                    <a:path extrusionOk="0" h="12915" w="10539">
                      <a:moveTo>
                        <a:pt x="1124" y="0"/>
                      </a:moveTo>
                      <a:lnTo>
                        <a:pt x="1" y="12848"/>
                      </a:lnTo>
                      <a:lnTo>
                        <a:pt x="8339" y="12900"/>
                      </a:lnTo>
                      <a:lnTo>
                        <a:pt x="10538" y="12915"/>
                      </a:lnTo>
                      <a:lnTo>
                        <a:pt x="10124" y="222"/>
                      </a:lnTo>
                      <a:lnTo>
                        <a:pt x="8471" y="183"/>
                      </a:lnTo>
                      <a:lnTo>
                        <a:pt x="11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39"/>
                <p:cNvSpPr/>
                <p:nvPr/>
              </p:nvSpPr>
              <p:spPr>
                <a:xfrm>
                  <a:off x="-3981650" y="681550"/>
                  <a:ext cx="55000" cy="318325"/>
                </a:xfrm>
                <a:custGeom>
                  <a:rect b="b" l="l" r="r" t="t"/>
                  <a:pathLst>
                    <a:path extrusionOk="0" h="12733" w="2200">
                      <a:moveTo>
                        <a:pt x="132" y="1"/>
                      </a:moveTo>
                      <a:lnTo>
                        <a:pt x="0" y="12718"/>
                      </a:lnTo>
                      <a:lnTo>
                        <a:pt x="2199" y="12733"/>
                      </a:lnTo>
                      <a:lnTo>
                        <a:pt x="1785" y="40"/>
                      </a:lnTo>
                      <a:lnTo>
                        <a:pt x="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39"/>
                <p:cNvSpPr/>
                <p:nvPr/>
              </p:nvSpPr>
              <p:spPr>
                <a:xfrm>
                  <a:off x="-4130225" y="705650"/>
                  <a:ext cx="97075" cy="90600"/>
                </a:xfrm>
                <a:custGeom>
                  <a:rect b="b" l="l" r="r" t="t"/>
                  <a:pathLst>
                    <a:path extrusionOk="0" h="3624" w="3883">
                      <a:moveTo>
                        <a:pt x="1944" y="1"/>
                      </a:moveTo>
                      <a:cubicBezTo>
                        <a:pt x="1853" y="1"/>
                        <a:pt x="1761" y="7"/>
                        <a:pt x="1669" y="21"/>
                      </a:cubicBezTo>
                      <a:cubicBezTo>
                        <a:pt x="679" y="172"/>
                        <a:pt x="0" y="1096"/>
                        <a:pt x="151" y="2084"/>
                      </a:cubicBezTo>
                      <a:cubicBezTo>
                        <a:pt x="287" y="2982"/>
                        <a:pt x="1060" y="3623"/>
                        <a:pt x="1940" y="3623"/>
                      </a:cubicBezTo>
                      <a:cubicBezTo>
                        <a:pt x="2030" y="3623"/>
                        <a:pt x="2122" y="3617"/>
                        <a:pt x="2215" y="3603"/>
                      </a:cubicBezTo>
                      <a:cubicBezTo>
                        <a:pt x="3203" y="3452"/>
                        <a:pt x="3882" y="2527"/>
                        <a:pt x="3732" y="1539"/>
                      </a:cubicBezTo>
                      <a:cubicBezTo>
                        <a:pt x="3595" y="642"/>
                        <a:pt x="2823" y="1"/>
                        <a:pt x="1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39"/>
                <p:cNvSpPr/>
                <p:nvPr/>
              </p:nvSpPr>
              <p:spPr>
                <a:xfrm>
                  <a:off x="-4100850" y="732800"/>
                  <a:ext cx="38350" cy="36275"/>
                </a:xfrm>
                <a:custGeom>
                  <a:rect b="b" l="l" r="r" t="t"/>
                  <a:pathLst>
                    <a:path extrusionOk="0" h="1451" w="1534">
                      <a:moveTo>
                        <a:pt x="765" y="1"/>
                      </a:moveTo>
                      <a:cubicBezTo>
                        <a:pt x="402" y="1"/>
                        <a:pt x="90" y="272"/>
                        <a:pt x="47" y="641"/>
                      </a:cubicBezTo>
                      <a:cubicBezTo>
                        <a:pt x="1" y="1039"/>
                        <a:pt x="285" y="1399"/>
                        <a:pt x="683" y="1445"/>
                      </a:cubicBezTo>
                      <a:cubicBezTo>
                        <a:pt x="711" y="1449"/>
                        <a:pt x="740" y="1450"/>
                        <a:pt x="768" y="1450"/>
                      </a:cubicBezTo>
                      <a:cubicBezTo>
                        <a:pt x="1130" y="1450"/>
                        <a:pt x="1443" y="1178"/>
                        <a:pt x="1487" y="810"/>
                      </a:cubicBezTo>
                      <a:cubicBezTo>
                        <a:pt x="1533" y="412"/>
                        <a:pt x="1247" y="52"/>
                        <a:pt x="850" y="6"/>
                      </a:cubicBezTo>
                      <a:cubicBezTo>
                        <a:pt x="821" y="2"/>
                        <a:pt x="793"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39"/>
                <p:cNvSpPr/>
                <p:nvPr/>
              </p:nvSpPr>
              <p:spPr>
                <a:xfrm>
                  <a:off x="-4155525" y="827725"/>
                  <a:ext cx="133525" cy="126375"/>
                </a:xfrm>
                <a:custGeom>
                  <a:rect b="b" l="l" r="r" t="t"/>
                  <a:pathLst>
                    <a:path extrusionOk="0" h="5055" w="5341">
                      <a:moveTo>
                        <a:pt x="2668" y="1"/>
                      </a:moveTo>
                      <a:cubicBezTo>
                        <a:pt x="1402" y="1"/>
                        <a:pt x="309" y="950"/>
                        <a:pt x="161" y="2237"/>
                      </a:cubicBezTo>
                      <a:cubicBezTo>
                        <a:pt x="1" y="3623"/>
                        <a:pt x="993" y="4875"/>
                        <a:pt x="2379" y="5037"/>
                      </a:cubicBezTo>
                      <a:cubicBezTo>
                        <a:pt x="2478" y="5049"/>
                        <a:pt x="2575" y="5054"/>
                        <a:pt x="2672" y="5054"/>
                      </a:cubicBezTo>
                      <a:cubicBezTo>
                        <a:pt x="3937" y="5054"/>
                        <a:pt x="5030" y="4105"/>
                        <a:pt x="5179" y="2819"/>
                      </a:cubicBezTo>
                      <a:cubicBezTo>
                        <a:pt x="5340" y="1433"/>
                        <a:pt x="4346" y="179"/>
                        <a:pt x="2960" y="18"/>
                      </a:cubicBezTo>
                      <a:cubicBezTo>
                        <a:pt x="2862" y="6"/>
                        <a:pt x="2764" y="1"/>
                        <a:pt x="2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39"/>
                <p:cNvSpPr/>
                <p:nvPr/>
              </p:nvSpPr>
              <p:spPr>
                <a:xfrm>
                  <a:off x="-4116600" y="864625"/>
                  <a:ext cx="55600" cy="52625"/>
                </a:xfrm>
                <a:custGeom>
                  <a:rect b="b" l="l" r="r" t="t"/>
                  <a:pathLst>
                    <a:path extrusionOk="0" h="2105" w="2224">
                      <a:moveTo>
                        <a:pt x="1111" y="0"/>
                      </a:moveTo>
                      <a:cubicBezTo>
                        <a:pt x="584" y="0"/>
                        <a:pt x="130" y="394"/>
                        <a:pt x="68" y="931"/>
                      </a:cubicBezTo>
                      <a:cubicBezTo>
                        <a:pt x="1" y="1508"/>
                        <a:pt x="415" y="2030"/>
                        <a:pt x="991" y="2097"/>
                      </a:cubicBezTo>
                      <a:cubicBezTo>
                        <a:pt x="1032" y="2102"/>
                        <a:pt x="1073" y="2104"/>
                        <a:pt x="1113" y="2104"/>
                      </a:cubicBezTo>
                      <a:cubicBezTo>
                        <a:pt x="1640" y="2104"/>
                        <a:pt x="2095" y="1709"/>
                        <a:pt x="2158" y="1173"/>
                      </a:cubicBezTo>
                      <a:cubicBezTo>
                        <a:pt x="2224" y="596"/>
                        <a:pt x="1810" y="74"/>
                        <a:pt x="1234" y="7"/>
                      </a:cubicBezTo>
                      <a:cubicBezTo>
                        <a:pt x="1193" y="2"/>
                        <a:pt x="1152"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39"/>
                <p:cNvSpPr/>
                <p:nvPr/>
              </p:nvSpPr>
              <p:spPr>
                <a:xfrm>
                  <a:off x="-3999000" y="687450"/>
                  <a:ext cx="11200" cy="10600"/>
                </a:xfrm>
                <a:custGeom>
                  <a:rect b="b" l="l" r="r" t="t"/>
                  <a:pathLst>
                    <a:path extrusionOk="0" h="424" w="448">
                      <a:moveTo>
                        <a:pt x="224" y="1"/>
                      </a:moveTo>
                      <a:cubicBezTo>
                        <a:pt x="118" y="1"/>
                        <a:pt x="26" y="80"/>
                        <a:pt x="14" y="188"/>
                      </a:cubicBezTo>
                      <a:cubicBezTo>
                        <a:pt x="1" y="304"/>
                        <a:pt x="83" y="408"/>
                        <a:pt x="200" y="422"/>
                      </a:cubicBezTo>
                      <a:cubicBezTo>
                        <a:pt x="208" y="423"/>
                        <a:pt x="216" y="424"/>
                        <a:pt x="225" y="424"/>
                      </a:cubicBezTo>
                      <a:cubicBezTo>
                        <a:pt x="330" y="424"/>
                        <a:pt x="422" y="345"/>
                        <a:pt x="434" y="237"/>
                      </a:cubicBezTo>
                      <a:cubicBezTo>
                        <a:pt x="448" y="121"/>
                        <a:pt x="365" y="16"/>
                        <a:pt x="248" y="2"/>
                      </a:cubicBezTo>
                      <a:cubicBezTo>
                        <a:pt x="240" y="1"/>
                        <a:pt x="232"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39"/>
                <p:cNvSpPr/>
                <p:nvPr/>
              </p:nvSpPr>
              <p:spPr>
                <a:xfrm>
                  <a:off x="-4158425" y="683025"/>
                  <a:ext cx="11175" cy="10625"/>
                </a:xfrm>
                <a:custGeom>
                  <a:rect b="b" l="l" r="r" t="t"/>
                  <a:pathLst>
                    <a:path extrusionOk="0" h="425" w="447">
                      <a:moveTo>
                        <a:pt x="225" y="1"/>
                      </a:moveTo>
                      <a:cubicBezTo>
                        <a:pt x="119" y="1"/>
                        <a:pt x="27" y="80"/>
                        <a:pt x="14" y="188"/>
                      </a:cubicBezTo>
                      <a:cubicBezTo>
                        <a:pt x="0" y="304"/>
                        <a:pt x="83" y="408"/>
                        <a:pt x="199" y="423"/>
                      </a:cubicBezTo>
                      <a:cubicBezTo>
                        <a:pt x="207" y="424"/>
                        <a:pt x="215" y="424"/>
                        <a:pt x="222" y="424"/>
                      </a:cubicBezTo>
                      <a:cubicBezTo>
                        <a:pt x="328" y="424"/>
                        <a:pt x="421" y="345"/>
                        <a:pt x="434" y="237"/>
                      </a:cubicBezTo>
                      <a:cubicBezTo>
                        <a:pt x="447" y="120"/>
                        <a:pt x="364" y="16"/>
                        <a:pt x="248" y="2"/>
                      </a:cubicBezTo>
                      <a:cubicBezTo>
                        <a:pt x="240" y="1"/>
                        <a:pt x="232"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39"/>
                <p:cNvSpPr/>
                <p:nvPr/>
              </p:nvSpPr>
              <p:spPr>
                <a:xfrm>
                  <a:off x="-4183975" y="979075"/>
                  <a:ext cx="11200" cy="10625"/>
                </a:xfrm>
                <a:custGeom>
                  <a:rect b="b" l="l" r="r" t="t"/>
                  <a:pathLst>
                    <a:path extrusionOk="0" h="425" w="448">
                      <a:moveTo>
                        <a:pt x="225" y="1"/>
                      </a:moveTo>
                      <a:cubicBezTo>
                        <a:pt x="118" y="1"/>
                        <a:pt x="25" y="80"/>
                        <a:pt x="14" y="188"/>
                      </a:cubicBezTo>
                      <a:cubicBezTo>
                        <a:pt x="0" y="304"/>
                        <a:pt x="83" y="409"/>
                        <a:pt x="200" y="423"/>
                      </a:cubicBezTo>
                      <a:cubicBezTo>
                        <a:pt x="207" y="424"/>
                        <a:pt x="215" y="424"/>
                        <a:pt x="223" y="424"/>
                      </a:cubicBezTo>
                      <a:cubicBezTo>
                        <a:pt x="329" y="424"/>
                        <a:pt x="421" y="345"/>
                        <a:pt x="434" y="237"/>
                      </a:cubicBezTo>
                      <a:cubicBezTo>
                        <a:pt x="447" y="121"/>
                        <a:pt x="365" y="16"/>
                        <a:pt x="248" y="2"/>
                      </a:cubicBezTo>
                      <a:cubicBezTo>
                        <a:pt x="240" y="1"/>
                        <a:pt x="233"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39"/>
                <p:cNvSpPr/>
                <p:nvPr/>
              </p:nvSpPr>
              <p:spPr>
                <a:xfrm>
                  <a:off x="-4000300" y="980975"/>
                  <a:ext cx="11200" cy="10600"/>
                </a:xfrm>
                <a:custGeom>
                  <a:rect b="b" l="l" r="r" t="t"/>
                  <a:pathLst>
                    <a:path extrusionOk="0" h="424" w="448">
                      <a:moveTo>
                        <a:pt x="222" y="1"/>
                      </a:moveTo>
                      <a:cubicBezTo>
                        <a:pt x="115" y="1"/>
                        <a:pt x="25" y="81"/>
                        <a:pt x="14" y="188"/>
                      </a:cubicBezTo>
                      <a:cubicBezTo>
                        <a:pt x="0" y="305"/>
                        <a:pt x="83" y="409"/>
                        <a:pt x="199" y="422"/>
                      </a:cubicBezTo>
                      <a:cubicBezTo>
                        <a:pt x="208" y="423"/>
                        <a:pt x="216" y="424"/>
                        <a:pt x="224" y="424"/>
                      </a:cubicBezTo>
                      <a:cubicBezTo>
                        <a:pt x="329" y="424"/>
                        <a:pt x="420" y="345"/>
                        <a:pt x="434" y="237"/>
                      </a:cubicBezTo>
                      <a:cubicBezTo>
                        <a:pt x="447" y="121"/>
                        <a:pt x="363" y="17"/>
                        <a:pt x="248" y="2"/>
                      </a:cubicBezTo>
                      <a:cubicBezTo>
                        <a:pt x="239" y="1"/>
                        <a:pt x="230" y="1"/>
                        <a:pt x="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23" name="Google Shape;3023;p39"/>
            <p:cNvGrpSpPr/>
            <p:nvPr/>
          </p:nvGrpSpPr>
          <p:grpSpPr>
            <a:xfrm>
              <a:off x="97470" y="201022"/>
              <a:ext cx="500560" cy="472885"/>
              <a:chOff x="-1174275" y="581450"/>
              <a:chExt cx="370100" cy="349638"/>
            </a:xfrm>
          </p:grpSpPr>
          <p:sp>
            <p:nvSpPr>
              <p:cNvPr id="3024" name="Google Shape;3024;p39"/>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39"/>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6" name="Google Shape;3026;p39"/>
            <p:cNvGrpSpPr/>
            <p:nvPr/>
          </p:nvGrpSpPr>
          <p:grpSpPr>
            <a:xfrm>
              <a:off x="436853" y="3300720"/>
              <a:ext cx="311019" cy="311110"/>
              <a:chOff x="5038846" y="235350"/>
              <a:chExt cx="158691" cy="158738"/>
            </a:xfrm>
          </p:grpSpPr>
          <p:sp>
            <p:nvSpPr>
              <p:cNvPr id="3027" name="Google Shape;3027;p39"/>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39"/>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9" name="Google Shape;3029;p39"/>
            <p:cNvGrpSpPr/>
            <p:nvPr/>
          </p:nvGrpSpPr>
          <p:grpSpPr>
            <a:xfrm>
              <a:off x="7971478" y="4705570"/>
              <a:ext cx="311019" cy="311110"/>
              <a:chOff x="5038846" y="235350"/>
              <a:chExt cx="158691" cy="158738"/>
            </a:xfrm>
          </p:grpSpPr>
          <p:sp>
            <p:nvSpPr>
              <p:cNvPr id="3030" name="Google Shape;3030;p39"/>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39"/>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032" name="Shape 3032"/>
        <p:cNvGrpSpPr/>
        <p:nvPr/>
      </p:nvGrpSpPr>
      <p:grpSpPr>
        <a:xfrm>
          <a:off x="0" y="0"/>
          <a:ext cx="0" cy="0"/>
          <a:chOff x="0" y="0"/>
          <a:chExt cx="0" cy="0"/>
        </a:xfrm>
      </p:grpSpPr>
      <p:sp>
        <p:nvSpPr>
          <p:cNvPr id="3033" name="Google Shape;3033;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3034" name="Google Shape;3034;p40"/>
          <p:cNvGrpSpPr/>
          <p:nvPr/>
        </p:nvGrpSpPr>
        <p:grpSpPr>
          <a:xfrm>
            <a:off x="75428" y="114915"/>
            <a:ext cx="719021" cy="355403"/>
            <a:chOff x="3442209" y="513788"/>
            <a:chExt cx="366866" cy="181338"/>
          </a:xfrm>
        </p:grpSpPr>
        <p:sp>
          <p:nvSpPr>
            <p:cNvPr id="3035" name="Google Shape;3035;p40"/>
            <p:cNvSpPr/>
            <p:nvPr/>
          </p:nvSpPr>
          <p:spPr>
            <a:xfrm>
              <a:off x="3442209" y="513788"/>
              <a:ext cx="365475" cy="179900"/>
            </a:xfrm>
            <a:custGeom>
              <a:rect b="b" l="l" r="r" t="t"/>
              <a:pathLst>
                <a:path extrusionOk="0" h="7196" w="14619">
                  <a:moveTo>
                    <a:pt x="7310" y="1"/>
                  </a:moveTo>
                  <a:cubicBezTo>
                    <a:pt x="3273" y="2"/>
                    <a:pt x="1" y="3510"/>
                    <a:pt x="1" y="3510"/>
                  </a:cubicBezTo>
                  <a:cubicBezTo>
                    <a:pt x="82" y="3487"/>
                    <a:pt x="164" y="3466"/>
                    <a:pt x="244" y="3443"/>
                  </a:cubicBezTo>
                  <a:lnTo>
                    <a:pt x="244" y="3443"/>
                  </a:lnTo>
                  <a:cubicBezTo>
                    <a:pt x="85" y="3595"/>
                    <a:pt x="1" y="3687"/>
                    <a:pt x="1" y="3687"/>
                  </a:cubicBezTo>
                  <a:cubicBezTo>
                    <a:pt x="1" y="3687"/>
                    <a:pt x="3273" y="7196"/>
                    <a:pt x="7310" y="7196"/>
                  </a:cubicBezTo>
                  <a:cubicBezTo>
                    <a:pt x="11346" y="7196"/>
                    <a:pt x="14619" y="3687"/>
                    <a:pt x="14619" y="3687"/>
                  </a:cubicBezTo>
                  <a:cubicBezTo>
                    <a:pt x="14619" y="3687"/>
                    <a:pt x="14532" y="3594"/>
                    <a:pt x="14371" y="3440"/>
                  </a:cubicBezTo>
                  <a:lnTo>
                    <a:pt x="14371" y="3440"/>
                  </a:lnTo>
                  <a:cubicBezTo>
                    <a:pt x="14454" y="3463"/>
                    <a:pt x="14536" y="3486"/>
                    <a:pt x="14619" y="3509"/>
                  </a:cubicBezTo>
                  <a:cubicBezTo>
                    <a:pt x="14619" y="3509"/>
                    <a:pt x="11346" y="1"/>
                    <a:pt x="731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0"/>
            <p:cNvSpPr/>
            <p:nvPr/>
          </p:nvSpPr>
          <p:spPr>
            <a:xfrm>
              <a:off x="3443600" y="519675"/>
              <a:ext cx="365475" cy="175450"/>
            </a:xfrm>
            <a:custGeom>
              <a:rect b="b" l="l" r="r" t="t"/>
              <a:pathLst>
                <a:path extrusionOk="0" h="7018" w="14619">
                  <a:moveTo>
                    <a:pt x="7309" y="0"/>
                  </a:moveTo>
                  <a:cubicBezTo>
                    <a:pt x="3273" y="0"/>
                    <a:pt x="0" y="3509"/>
                    <a:pt x="0" y="3509"/>
                  </a:cubicBezTo>
                  <a:cubicBezTo>
                    <a:pt x="0" y="3509"/>
                    <a:pt x="3273" y="7018"/>
                    <a:pt x="7309" y="7018"/>
                  </a:cubicBezTo>
                  <a:cubicBezTo>
                    <a:pt x="11346" y="7018"/>
                    <a:pt x="14618" y="3509"/>
                    <a:pt x="14618" y="3509"/>
                  </a:cubicBezTo>
                  <a:cubicBezTo>
                    <a:pt x="14618" y="3509"/>
                    <a:pt x="11346"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0"/>
            <p:cNvSpPr/>
            <p:nvPr/>
          </p:nvSpPr>
          <p:spPr>
            <a:xfrm>
              <a:off x="3549550" y="530625"/>
              <a:ext cx="153525" cy="153550"/>
            </a:xfrm>
            <a:custGeom>
              <a:rect b="b" l="l" r="r" t="t"/>
              <a:pathLst>
                <a:path extrusionOk="0" h="6142" w="6141">
                  <a:moveTo>
                    <a:pt x="3071" y="1"/>
                  </a:moveTo>
                  <a:cubicBezTo>
                    <a:pt x="1375" y="1"/>
                    <a:pt x="1" y="1374"/>
                    <a:pt x="1" y="3071"/>
                  </a:cubicBezTo>
                  <a:cubicBezTo>
                    <a:pt x="1" y="4766"/>
                    <a:pt x="1375" y="6141"/>
                    <a:pt x="3071" y="6141"/>
                  </a:cubicBezTo>
                  <a:cubicBezTo>
                    <a:pt x="4766" y="6141"/>
                    <a:pt x="6141" y="4766"/>
                    <a:pt x="6141" y="3071"/>
                  </a:cubicBezTo>
                  <a:cubicBezTo>
                    <a:pt x="6141" y="1374"/>
                    <a:pt x="4766"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0"/>
            <p:cNvSpPr/>
            <p:nvPr/>
          </p:nvSpPr>
          <p:spPr>
            <a:xfrm>
              <a:off x="3562700" y="547025"/>
              <a:ext cx="127200" cy="120775"/>
            </a:xfrm>
            <a:custGeom>
              <a:rect b="b" l="l" r="r" t="t"/>
              <a:pathLst>
                <a:path extrusionOk="0" h="4831" w="5088">
                  <a:moveTo>
                    <a:pt x="2545" y="1"/>
                  </a:moveTo>
                  <a:cubicBezTo>
                    <a:pt x="2345" y="1"/>
                    <a:pt x="2144" y="128"/>
                    <a:pt x="2113" y="383"/>
                  </a:cubicBezTo>
                  <a:cubicBezTo>
                    <a:pt x="2085" y="616"/>
                    <a:pt x="1887" y="766"/>
                    <a:pt x="1680" y="766"/>
                  </a:cubicBezTo>
                  <a:cubicBezTo>
                    <a:pt x="1588" y="766"/>
                    <a:pt x="1494" y="737"/>
                    <a:pt x="1413" y="673"/>
                  </a:cubicBezTo>
                  <a:cubicBezTo>
                    <a:pt x="1326" y="604"/>
                    <a:pt x="1233" y="575"/>
                    <a:pt x="1145" y="575"/>
                  </a:cubicBezTo>
                  <a:cubicBezTo>
                    <a:pt x="822" y="575"/>
                    <a:pt x="553" y="966"/>
                    <a:pt x="803" y="1283"/>
                  </a:cubicBezTo>
                  <a:cubicBezTo>
                    <a:pt x="1011" y="1550"/>
                    <a:pt x="849" y="1943"/>
                    <a:pt x="512" y="1983"/>
                  </a:cubicBezTo>
                  <a:cubicBezTo>
                    <a:pt x="1" y="2045"/>
                    <a:pt x="1" y="2786"/>
                    <a:pt x="512" y="2846"/>
                  </a:cubicBezTo>
                  <a:cubicBezTo>
                    <a:pt x="849" y="2888"/>
                    <a:pt x="1011" y="3280"/>
                    <a:pt x="803" y="3547"/>
                  </a:cubicBezTo>
                  <a:cubicBezTo>
                    <a:pt x="553" y="3864"/>
                    <a:pt x="822" y="4255"/>
                    <a:pt x="1145" y="4255"/>
                  </a:cubicBezTo>
                  <a:cubicBezTo>
                    <a:pt x="1233" y="4255"/>
                    <a:pt x="1326" y="4225"/>
                    <a:pt x="1413" y="4157"/>
                  </a:cubicBezTo>
                  <a:cubicBezTo>
                    <a:pt x="1494" y="4093"/>
                    <a:pt x="1588" y="4064"/>
                    <a:pt x="1680" y="4064"/>
                  </a:cubicBezTo>
                  <a:cubicBezTo>
                    <a:pt x="1887" y="4064"/>
                    <a:pt x="2085" y="4214"/>
                    <a:pt x="2113" y="4448"/>
                  </a:cubicBezTo>
                  <a:cubicBezTo>
                    <a:pt x="2144" y="4703"/>
                    <a:pt x="2344" y="4830"/>
                    <a:pt x="2545" y="4830"/>
                  </a:cubicBezTo>
                  <a:cubicBezTo>
                    <a:pt x="2745" y="4830"/>
                    <a:pt x="2946" y="4703"/>
                    <a:pt x="2976" y="4448"/>
                  </a:cubicBezTo>
                  <a:cubicBezTo>
                    <a:pt x="3005" y="4214"/>
                    <a:pt x="3202" y="4064"/>
                    <a:pt x="3410" y="4064"/>
                  </a:cubicBezTo>
                  <a:cubicBezTo>
                    <a:pt x="3502" y="4064"/>
                    <a:pt x="3595" y="4093"/>
                    <a:pt x="3677" y="4157"/>
                  </a:cubicBezTo>
                  <a:cubicBezTo>
                    <a:pt x="3764" y="4225"/>
                    <a:pt x="3856" y="4255"/>
                    <a:pt x="3944" y="4255"/>
                  </a:cubicBezTo>
                  <a:cubicBezTo>
                    <a:pt x="4267" y="4255"/>
                    <a:pt x="4535" y="3864"/>
                    <a:pt x="4287" y="3547"/>
                  </a:cubicBezTo>
                  <a:cubicBezTo>
                    <a:pt x="4077" y="3280"/>
                    <a:pt x="4240" y="2886"/>
                    <a:pt x="4577" y="2846"/>
                  </a:cubicBezTo>
                  <a:cubicBezTo>
                    <a:pt x="5088" y="2784"/>
                    <a:pt x="5088" y="2044"/>
                    <a:pt x="4577" y="1983"/>
                  </a:cubicBezTo>
                  <a:cubicBezTo>
                    <a:pt x="4240" y="1942"/>
                    <a:pt x="4077" y="1550"/>
                    <a:pt x="4287" y="1283"/>
                  </a:cubicBezTo>
                  <a:cubicBezTo>
                    <a:pt x="4535" y="966"/>
                    <a:pt x="4266" y="575"/>
                    <a:pt x="3944" y="575"/>
                  </a:cubicBezTo>
                  <a:cubicBezTo>
                    <a:pt x="3856" y="575"/>
                    <a:pt x="3764" y="605"/>
                    <a:pt x="3677" y="673"/>
                  </a:cubicBezTo>
                  <a:cubicBezTo>
                    <a:pt x="3595" y="737"/>
                    <a:pt x="3501" y="766"/>
                    <a:pt x="3410" y="766"/>
                  </a:cubicBezTo>
                  <a:cubicBezTo>
                    <a:pt x="3202" y="766"/>
                    <a:pt x="3004" y="616"/>
                    <a:pt x="2976" y="383"/>
                  </a:cubicBezTo>
                  <a:cubicBezTo>
                    <a:pt x="2946" y="128"/>
                    <a:pt x="2745" y="1"/>
                    <a:pt x="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0"/>
            <p:cNvSpPr/>
            <p:nvPr/>
          </p:nvSpPr>
          <p:spPr>
            <a:xfrm>
              <a:off x="3600975" y="582025"/>
              <a:ext cx="50725" cy="50725"/>
            </a:xfrm>
            <a:custGeom>
              <a:rect b="b" l="l" r="r" t="t"/>
              <a:pathLst>
                <a:path extrusionOk="0" h="2029" w="2029">
                  <a:moveTo>
                    <a:pt x="1014" y="0"/>
                  </a:moveTo>
                  <a:cubicBezTo>
                    <a:pt x="454" y="0"/>
                    <a:pt x="0" y="454"/>
                    <a:pt x="0" y="1015"/>
                  </a:cubicBezTo>
                  <a:cubicBezTo>
                    <a:pt x="0" y="1574"/>
                    <a:pt x="454" y="2028"/>
                    <a:pt x="1014" y="2028"/>
                  </a:cubicBezTo>
                  <a:cubicBezTo>
                    <a:pt x="1574" y="2028"/>
                    <a:pt x="2028" y="1574"/>
                    <a:pt x="2028" y="1015"/>
                  </a:cubicBezTo>
                  <a:cubicBezTo>
                    <a:pt x="2028" y="454"/>
                    <a:pt x="1574" y="0"/>
                    <a:pt x="1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0"/>
            <p:cNvSpPr/>
            <p:nvPr/>
          </p:nvSpPr>
          <p:spPr>
            <a:xfrm>
              <a:off x="3443600" y="515225"/>
              <a:ext cx="365475" cy="87750"/>
            </a:xfrm>
            <a:custGeom>
              <a:rect b="b" l="l" r="r" t="t"/>
              <a:pathLst>
                <a:path extrusionOk="0" h="3510" w="14619">
                  <a:moveTo>
                    <a:pt x="7309" y="1"/>
                  </a:moveTo>
                  <a:cubicBezTo>
                    <a:pt x="3273" y="1"/>
                    <a:pt x="0" y="3509"/>
                    <a:pt x="0" y="3509"/>
                  </a:cubicBezTo>
                  <a:cubicBezTo>
                    <a:pt x="2504" y="2781"/>
                    <a:pt x="4955" y="2431"/>
                    <a:pt x="7357" y="2431"/>
                  </a:cubicBezTo>
                  <a:cubicBezTo>
                    <a:pt x="9828" y="2431"/>
                    <a:pt x="12247" y="2801"/>
                    <a:pt x="14618" y="3509"/>
                  </a:cubicBezTo>
                  <a:cubicBezTo>
                    <a:pt x="14618" y="3509"/>
                    <a:pt x="11346" y="1"/>
                    <a:pt x="7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1" name="Google Shape;3041;p40"/>
          <p:cNvGrpSpPr/>
          <p:nvPr/>
        </p:nvGrpSpPr>
        <p:grpSpPr>
          <a:xfrm>
            <a:off x="8220834" y="4688641"/>
            <a:ext cx="812869" cy="380147"/>
            <a:chOff x="2326759" y="1761788"/>
            <a:chExt cx="414750" cy="193963"/>
          </a:xfrm>
        </p:grpSpPr>
        <p:sp>
          <p:nvSpPr>
            <p:cNvPr id="3042" name="Google Shape;3042;p40"/>
            <p:cNvSpPr/>
            <p:nvPr/>
          </p:nvSpPr>
          <p:spPr>
            <a:xfrm>
              <a:off x="2326759" y="1761788"/>
              <a:ext cx="414750" cy="192500"/>
            </a:xfrm>
            <a:custGeom>
              <a:rect b="b" l="l" r="r" t="t"/>
              <a:pathLst>
                <a:path extrusionOk="0" h="7700" w="16590">
                  <a:moveTo>
                    <a:pt x="5185" y="2003"/>
                  </a:moveTo>
                  <a:cubicBezTo>
                    <a:pt x="5190" y="2026"/>
                    <a:pt x="5200" y="2048"/>
                    <a:pt x="5215" y="2069"/>
                  </a:cubicBezTo>
                  <a:cubicBezTo>
                    <a:pt x="5211" y="2082"/>
                    <a:pt x="5207" y="2095"/>
                    <a:pt x="5205" y="2108"/>
                  </a:cubicBezTo>
                  <a:cubicBezTo>
                    <a:pt x="5199" y="2072"/>
                    <a:pt x="5193" y="2037"/>
                    <a:pt x="5185" y="2003"/>
                  </a:cubicBezTo>
                  <a:close/>
                  <a:moveTo>
                    <a:pt x="12914" y="0"/>
                  </a:moveTo>
                  <a:cubicBezTo>
                    <a:pt x="12903" y="0"/>
                    <a:pt x="12891" y="0"/>
                    <a:pt x="12879" y="1"/>
                  </a:cubicBezTo>
                  <a:cubicBezTo>
                    <a:pt x="12878" y="1"/>
                    <a:pt x="12878" y="1"/>
                    <a:pt x="12877" y="1"/>
                  </a:cubicBezTo>
                  <a:cubicBezTo>
                    <a:pt x="11624" y="1"/>
                    <a:pt x="10556" y="893"/>
                    <a:pt x="10323" y="2110"/>
                  </a:cubicBezTo>
                  <a:cubicBezTo>
                    <a:pt x="10107" y="752"/>
                    <a:pt x="8917" y="41"/>
                    <a:pt x="7736" y="41"/>
                  </a:cubicBezTo>
                  <a:cubicBezTo>
                    <a:pt x="6687" y="41"/>
                    <a:pt x="5646" y="601"/>
                    <a:pt x="5298" y="1767"/>
                  </a:cubicBezTo>
                  <a:cubicBezTo>
                    <a:pt x="5214" y="1807"/>
                    <a:pt x="5167" y="1908"/>
                    <a:pt x="5184" y="1998"/>
                  </a:cubicBezTo>
                  <a:lnTo>
                    <a:pt x="5184" y="1998"/>
                  </a:lnTo>
                  <a:cubicBezTo>
                    <a:pt x="4907" y="678"/>
                    <a:pt x="3802" y="56"/>
                    <a:pt x="2687" y="56"/>
                  </a:cubicBezTo>
                  <a:cubicBezTo>
                    <a:pt x="1351" y="56"/>
                    <a:pt x="0" y="949"/>
                    <a:pt x="39" y="2606"/>
                  </a:cubicBezTo>
                  <a:lnTo>
                    <a:pt x="39" y="7699"/>
                  </a:lnTo>
                  <a:lnTo>
                    <a:pt x="15488" y="7699"/>
                  </a:lnTo>
                  <a:cubicBezTo>
                    <a:pt x="15260" y="5467"/>
                    <a:pt x="16590" y="0"/>
                    <a:pt x="12914"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0"/>
            <p:cNvSpPr/>
            <p:nvPr/>
          </p:nvSpPr>
          <p:spPr>
            <a:xfrm>
              <a:off x="2329025" y="1763225"/>
              <a:ext cx="386250" cy="192525"/>
            </a:xfrm>
            <a:custGeom>
              <a:rect b="b" l="l" r="r" t="t"/>
              <a:pathLst>
                <a:path extrusionOk="0" h="7701" w="15450">
                  <a:moveTo>
                    <a:pt x="2606" y="0"/>
                  </a:moveTo>
                  <a:cubicBezTo>
                    <a:pt x="1888" y="0"/>
                    <a:pt x="1236" y="291"/>
                    <a:pt x="765" y="762"/>
                  </a:cubicBezTo>
                  <a:cubicBezTo>
                    <a:pt x="292" y="1236"/>
                    <a:pt x="1" y="1887"/>
                    <a:pt x="1" y="2607"/>
                  </a:cubicBezTo>
                  <a:lnTo>
                    <a:pt x="1" y="7700"/>
                  </a:lnTo>
                  <a:lnTo>
                    <a:pt x="15449" y="7700"/>
                  </a:lnTo>
                  <a:lnTo>
                    <a:pt x="15449" y="2607"/>
                  </a:lnTo>
                  <a:cubicBezTo>
                    <a:pt x="15449" y="1169"/>
                    <a:pt x="14284" y="0"/>
                    <a:pt x="12842" y="0"/>
                  </a:cubicBezTo>
                  <a:cubicBezTo>
                    <a:pt x="11573" y="0"/>
                    <a:pt x="10517" y="907"/>
                    <a:pt x="10285" y="2109"/>
                  </a:cubicBezTo>
                  <a:cubicBezTo>
                    <a:pt x="10052" y="907"/>
                    <a:pt x="8994" y="0"/>
                    <a:pt x="7725" y="0"/>
                  </a:cubicBezTo>
                  <a:cubicBezTo>
                    <a:pt x="7091" y="0"/>
                    <a:pt x="6507" y="226"/>
                    <a:pt x="6055" y="602"/>
                  </a:cubicBezTo>
                  <a:cubicBezTo>
                    <a:pt x="5603" y="982"/>
                    <a:pt x="5284" y="1507"/>
                    <a:pt x="5167" y="2109"/>
                  </a:cubicBezTo>
                  <a:cubicBezTo>
                    <a:pt x="4933" y="907"/>
                    <a:pt x="3876" y="0"/>
                    <a:pt x="26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0"/>
            <p:cNvSpPr/>
            <p:nvPr/>
          </p:nvSpPr>
          <p:spPr>
            <a:xfrm>
              <a:off x="2694125" y="1806725"/>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0"/>
            <p:cNvSpPr/>
            <p:nvPr/>
          </p:nvSpPr>
          <p:spPr>
            <a:xfrm>
              <a:off x="2694125" y="183037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0"/>
            <p:cNvSpPr/>
            <p:nvPr/>
          </p:nvSpPr>
          <p:spPr>
            <a:xfrm>
              <a:off x="2694125" y="185402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0"/>
            <p:cNvSpPr/>
            <p:nvPr/>
          </p:nvSpPr>
          <p:spPr>
            <a:xfrm>
              <a:off x="2694125" y="1877700"/>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0"/>
            <p:cNvSpPr/>
            <p:nvPr/>
          </p:nvSpPr>
          <p:spPr>
            <a:xfrm>
              <a:off x="2694125" y="190132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0"/>
            <p:cNvSpPr/>
            <p:nvPr/>
          </p:nvSpPr>
          <p:spPr>
            <a:xfrm>
              <a:off x="2694125" y="1925025"/>
              <a:ext cx="10850" cy="5425"/>
            </a:xfrm>
            <a:custGeom>
              <a:rect b="b" l="l" r="r" t="t"/>
              <a:pathLst>
                <a:path extrusionOk="0" h="217" w="434">
                  <a:moveTo>
                    <a:pt x="217" y="0"/>
                  </a:moveTo>
                  <a:cubicBezTo>
                    <a:pt x="97"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0"/>
            <p:cNvSpPr/>
            <p:nvPr/>
          </p:nvSpPr>
          <p:spPr>
            <a:xfrm>
              <a:off x="269952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0"/>
            <p:cNvSpPr/>
            <p:nvPr/>
          </p:nvSpPr>
          <p:spPr>
            <a:xfrm>
              <a:off x="2670425" y="178307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0"/>
            <p:cNvSpPr/>
            <p:nvPr/>
          </p:nvSpPr>
          <p:spPr>
            <a:xfrm>
              <a:off x="2670425" y="1806725"/>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0"/>
            <p:cNvSpPr/>
            <p:nvPr/>
          </p:nvSpPr>
          <p:spPr>
            <a:xfrm>
              <a:off x="2670425" y="183037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0"/>
            <p:cNvSpPr/>
            <p:nvPr/>
          </p:nvSpPr>
          <p:spPr>
            <a:xfrm>
              <a:off x="2670425" y="185402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0"/>
            <p:cNvSpPr/>
            <p:nvPr/>
          </p:nvSpPr>
          <p:spPr>
            <a:xfrm>
              <a:off x="2670425" y="1877700"/>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0"/>
            <p:cNvSpPr/>
            <p:nvPr/>
          </p:nvSpPr>
          <p:spPr>
            <a:xfrm>
              <a:off x="2670425" y="190132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0"/>
            <p:cNvSpPr/>
            <p:nvPr/>
          </p:nvSpPr>
          <p:spPr>
            <a:xfrm>
              <a:off x="2670450" y="1925025"/>
              <a:ext cx="10875" cy="5425"/>
            </a:xfrm>
            <a:custGeom>
              <a:rect b="b" l="l" r="r" t="t"/>
              <a:pathLst>
                <a:path extrusionOk="0" h="217" w="435">
                  <a:moveTo>
                    <a:pt x="218" y="0"/>
                  </a:moveTo>
                  <a:cubicBezTo>
                    <a:pt x="97" y="0"/>
                    <a:pt x="1" y="97"/>
                    <a:pt x="1" y="217"/>
                  </a:cubicBezTo>
                  <a:lnTo>
                    <a:pt x="434" y="217"/>
                  </a:ln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0"/>
            <p:cNvSpPr/>
            <p:nvPr/>
          </p:nvSpPr>
          <p:spPr>
            <a:xfrm>
              <a:off x="2675850"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0"/>
            <p:cNvSpPr/>
            <p:nvPr/>
          </p:nvSpPr>
          <p:spPr>
            <a:xfrm>
              <a:off x="2646800" y="178307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0"/>
            <p:cNvSpPr/>
            <p:nvPr/>
          </p:nvSpPr>
          <p:spPr>
            <a:xfrm>
              <a:off x="2646800" y="1806725"/>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0"/>
            <p:cNvSpPr/>
            <p:nvPr/>
          </p:nvSpPr>
          <p:spPr>
            <a:xfrm>
              <a:off x="2646800"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0"/>
            <p:cNvSpPr/>
            <p:nvPr/>
          </p:nvSpPr>
          <p:spPr>
            <a:xfrm>
              <a:off x="2646800"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0"/>
            <p:cNvSpPr/>
            <p:nvPr/>
          </p:nvSpPr>
          <p:spPr>
            <a:xfrm>
              <a:off x="2646800"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0"/>
            <p:cNvSpPr/>
            <p:nvPr/>
          </p:nvSpPr>
          <p:spPr>
            <a:xfrm>
              <a:off x="2646800"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0"/>
            <p:cNvSpPr/>
            <p:nvPr/>
          </p:nvSpPr>
          <p:spPr>
            <a:xfrm>
              <a:off x="2646800" y="1925025"/>
              <a:ext cx="10875" cy="5425"/>
            </a:xfrm>
            <a:custGeom>
              <a:rect b="b" l="l" r="r" t="t"/>
              <a:pathLst>
                <a:path extrusionOk="0" h="217" w="435">
                  <a:moveTo>
                    <a:pt x="217" y="0"/>
                  </a:moveTo>
                  <a:cubicBezTo>
                    <a:pt x="98" y="0"/>
                    <a:pt x="1" y="97"/>
                    <a:pt x="1" y="217"/>
                  </a:cubicBezTo>
                  <a:lnTo>
                    <a:pt x="434" y="217"/>
                  </a:lnTo>
                  <a:cubicBezTo>
                    <a:pt x="434" y="97"/>
                    <a:pt x="338"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0"/>
            <p:cNvSpPr/>
            <p:nvPr/>
          </p:nvSpPr>
          <p:spPr>
            <a:xfrm>
              <a:off x="2652225" y="1935850"/>
              <a:ext cx="25" cy="25"/>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0"/>
            <p:cNvSpPr/>
            <p:nvPr/>
          </p:nvSpPr>
          <p:spPr>
            <a:xfrm>
              <a:off x="2623175" y="178307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0"/>
            <p:cNvSpPr/>
            <p:nvPr/>
          </p:nvSpPr>
          <p:spPr>
            <a:xfrm>
              <a:off x="2623175" y="1806725"/>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0"/>
            <p:cNvSpPr/>
            <p:nvPr/>
          </p:nvSpPr>
          <p:spPr>
            <a:xfrm>
              <a:off x="2623175" y="183037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0"/>
            <p:cNvSpPr/>
            <p:nvPr/>
          </p:nvSpPr>
          <p:spPr>
            <a:xfrm>
              <a:off x="2623175" y="185402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0"/>
            <p:cNvSpPr/>
            <p:nvPr/>
          </p:nvSpPr>
          <p:spPr>
            <a:xfrm>
              <a:off x="2623175" y="1877700"/>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0"/>
            <p:cNvSpPr/>
            <p:nvPr/>
          </p:nvSpPr>
          <p:spPr>
            <a:xfrm>
              <a:off x="2623175" y="190132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0"/>
            <p:cNvSpPr/>
            <p:nvPr/>
          </p:nvSpPr>
          <p:spPr>
            <a:xfrm>
              <a:off x="2623150"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0"/>
            <p:cNvSpPr/>
            <p:nvPr/>
          </p:nvSpPr>
          <p:spPr>
            <a:xfrm>
              <a:off x="262857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0"/>
            <p:cNvSpPr/>
            <p:nvPr/>
          </p:nvSpPr>
          <p:spPr>
            <a:xfrm>
              <a:off x="2599475" y="1806725"/>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0"/>
            <p:cNvSpPr/>
            <p:nvPr/>
          </p:nvSpPr>
          <p:spPr>
            <a:xfrm>
              <a:off x="2599475" y="183037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0"/>
            <p:cNvSpPr/>
            <p:nvPr/>
          </p:nvSpPr>
          <p:spPr>
            <a:xfrm>
              <a:off x="2599475" y="185402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0"/>
            <p:cNvSpPr/>
            <p:nvPr/>
          </p:nvSpPr>
          <p:spPr>
            <a:xfrm>
              <a:off x="2599475" y="1877700"/>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0"/>
            <p:cNvSpPr/>
            <p:nvPr/>
          </p:nvSpPr>
          <p:spPr>
            <a:xfrm>
              <a:off x="2599475" y="190132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0"/>
            <p:cNvSpPr/>
            <p:nvPr/>
          </p:nvSpPr>
          <p:spPr>
            <a:xfrm>
              <a:off x="2599500" y="1925025"/>
              <a:ext cx="10875" cy="5425"/>
            </a:xfrm>
            <a:custGeom>
              <a:rect b="b" l="l" r="r" t="t"/>
              <a:pathLst>
                <a:path extrusionOk="0" h="217" w="435">
                  <a:moveTo>
                    <a:pt x="218" y="0"/>
                  </a:moveTo>
                  <a:cubicBezTo>
                    <a:pt x="97" y="0"/>
                    <a:pt x="1" y="97"/>
                    <a:pt x="1" y="217"/>
                  </a:cubicBezTo>
                  <a:lnTo>
                    <a:pt x="434" y="217"/>
                  </a:ln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0"/>
            <p:cNvSpPr/>
            <p:nvPr/>
          </p:nvSpPr>
          <p:spPr>
            <a:xfrm>
              <a:off x="2604900"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0"/>
            <p:cNvSpPr/>
            <p:nvPr/>
          </p:nvSpPr>
          <p:spPr>
            <a:xfrm>
              <a:off x="2575850"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0"/>
            <p:cNvSpPr/>
            <p:nvPr/>
          </p:nvSpPr>
          <p:spPr>
            <a:xfrm>
              <a:off x="2575850"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0"/>
            <p:cNvSpPr/>
            <p:nvPr/>
          </p:nvSpPr>
          <p:spPr>
            <a:xfrm>
              <a:off x="2575850"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0"/>
            <p:cNvSpPr/>
            <p:nvPr/>
          </p:nvSpPr>
          <p:spPr>
            <a:xfrm>
              <a:off x="2575850"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0"/>
            <p:cNvSpPr/>
            <p:nvPr/>
          </p:nvSpPr>
          <p:spPr>
            <a:xfrm>
              <a:off x="2575825" y="1925025"/>
              <a:ext cx="10850" cy="5425"/>
            </a:xfrm>
            <a:custGeom>
              <a:rect b="b" l="l" r="r" t="t"/>
              <a:pathLst>
                <a:path extrusionOk="0" h="217" w="434">
                  <a:moveTo>
                    <a:pt x="217" y="0"/>
                  </a:moveTo>
                  <a:cubicBezTo>
                    <a:pt x="98" y="0"/>
                    <a:pt x="1" y="97"/>
                    <a:pt x="1"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0"/>
            <p:cNvSpPr/>
            <p:nvPr/>
          </p:nvSpPr>
          <p:spPr>
            <a:xfrm>
              <a:off x="2581275" y="1935850"/>
              <a:ext cx="25" cy="25"/>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0"/>
            <p:cNvSpPr/>
            <p:nvPr/>
          </p:nvSpPr>
          <p:spPr>
            <a:xfrm>
              <a:off x="2552200" y="178307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0"/>
            <p:cNvSpPr/>
            <p:nvPr/>
          </p:nvSpPr>
          <p:spPr>
            <a:xfrm>
              <a:off x="2552200" y="1806725"/>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0"/>
            <p:cNvSpPr/>
            <p:nvPr/>
          </p:nvSpPr>
          <p:spPr>
            <a:xfrm>
              <a:off x="2552200" y="183037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0"/>
            <p:cNvSpPr/>
            <p:nvPr/>
          </p:nvSpPr>
          <p:spPr>
            <a:xfrm>
              <a:off x="2552200" y="185402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0"/>
            <p:cNvSpPr/>
            <p:nvPr/>
          </p:nvSpPr>
          <p:spPr>
            <a:xfrm>
              <a:off x="2552200" y="1877700"/>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0"/>
            <p:cNvSpPr/>
            <p:nvPr/>
          </p:nvSpPr>
          <p:spPr>
            <a:xfrm>
              <a:off x="2552200" y="190132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0"/>
            <p:cNvSpPr/>
            <p:nvPr/>
          </p:nvSpPr>
          <p:spPr>
            <a:xfrm>
              <a:off x="2552200"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0"/>
            <p:cNvSpPr/>
            <p:nvPr/>
          </p:nvSpPr>
          <p:spPr>
            <a:xfrm>
              <a:off x="2557600"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0"/>
            <p:cNvSpPr/>
            <p:nvPr/>
          </p:nvSpPr>
          <p:spPr>
            <a:xfrm>
              <a:off x="2528525" y="178307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0"/>
            <p:cNvSpPr/>
            <p:nvPr/>
          </p:nvSpPr>
          <p:spPr>
            <a:xfrm>
              <a:off x="2528525" y="1806725"/>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0"/>
            <p:cNvSpPr/>
            <p:nvPr/>
          </p:nvSpPr>
          <p:spPr>
            <a:xfrm>
              <a:off x="2528525" y="183037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0"/>
            <p:cNvSpPr/>
            <p:nvPr/>
          </p:nvSpPr>
          <p:spPr>
            <a:xfrm>
              <a:off x="2528525" y="185402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0"/>
            <p:cNvSpPr/>
            <p:nvPr/>
          </p:nvSpPr>
          <p:spPr>
            <a:xfrm>
              <a:off x="2528525" y="1877700"/>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0"/>
            <p:cNvSpPr/>
            <p:nvPr/>
          </p:nvSpPr>
          <p:spPr>
            <a:xfrm>
              <a:off x="2528525" y="190132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0"/>
            <p:cNvSpPr/>
            <p:nvPr/>
          </p:nvSpPr>
          <p:spPr>
            <a:xfrm>
              <a:off x="2528500" y="1925025"/>
              <a:ext cx="10875" cy="5425"/>
            </a:xfrm>
            <a:custGeom>
              <a:rect b="b" l="l" r="r" t="t"/>
              <a:pathLst>
                <a:path extrusionOk="0" h="217" w="435">
                  <a:moveTo>
                    <a:pt x="218" y="0"/>
                  </a:moveTo>
                  <a:cubicBezTo>
                    <a:pt x="98" y="0"/>
                    <a:pt x="1" y="97"/>
                    <a:pt x="1" y="217"/>
                  </a:cubicBezTo>
                  <a:lnTo>
                    <a:pt x="434" y="217"/>
                  </a:lnTo>
                  <a:cubicBezTo>
                    <a:pt x="434" y="97"/>
                    <a:pt x="338"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0"/>
            <p:cNvSpPr/>
            <p:nvPr/>
          </p:nvSpPr>
          <p:spPr>
            <a:xfrm>
              <a:off x="2533950"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0"/>
            <p:cNvSpPr/>
            <p:nvPr/>
          </p:nvSpPr>
          <p:spPr>
            <a:xfrm>
              <a:off x="2504875" y="178307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0"/>
            <p:cNvSpPr/>
            <p:nvPr/>
          </p:nvSpPr>
          <p:spPr>
            <a:xfrm>
              <a:off x="2504875" y="1806725"/>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0"/>
            <p:cNvSpPr/>
            <p:nvPr/>
          </p:nvSpPr>
          <p:spPr>
            <a:xfrm>
              <a:off x="2504875"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0"/>
            <p:cNvSpPr/>
            <p:nvPr/>
          </p:nvSpPr>
          <p:spPr>
            <a:xfrm>
              <a:off x="2504875"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0"/>
            <p:cNvSpPr/>
            <p:nvPr/>
          </p:nvSpPr>
          <p:spPr>
            <a:xfrm>
              <a:off x="2504875"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0"/>
            <p:cNvSpPr/>
            <p:nvPr/>
          </p:nvSpPr>
          <p:spPr>
            <a:xfrm>
              <a:off x="2504875"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0"/>
            <p:cNvSpPr/>
            <p:nvPr/>
          </p:nvSpPr>
          <p:spPr>
            <a:xfrm>
              <a:off x="2504875" y="1925025"/>
              <a:ext cx="10875" cy="5425"/>
            </a:xfrm>
            <a:custGeom>
              <a:rect b="b" l="l" r="r" t="t"/>
              <a:pathLst>
                <a:path extrusionOk="0" h="217" w="435">
                  <a:moveTo>
                    <a:pt x="217" y="0"/>
                  </a:moveTo>
                  <a:cubicBezTo>
                    <a:pt x="98" y="0"/>
                    <a:pt x="1" y="97"/>
                    <a:pt x="1"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0"/>
            <p:cNvSpPr/>
            <p:nvPr/>
          </p:nvSpPr>
          <p:spPr>
            <a:xfrm>
              <a:off x="2510300" y="1935850"/>
              <a:ext cx="25" cy="25"/>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0"/>
            <p:cNvSpPr/>
            <p:nvPr/>
          </p:nvSpPr>
          <p:spPr>
            <a:xfrm>
              <a:off x="2481250" y="178307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0"/>
            <p:cNvSpPr/>
            <p:nvPr/>
          </p:nvSpPr>
          <p:spPr>
            <a:xfrm>
              <a:off x="2481250" y="1806725"/>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0"/>
            <p:cNvSpPr/>
            <p:nvPr/>
          </p:nvSpPr>
          <p:spPr>
            <a:xfrm>
              <a:off x="2481250" y="183037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0"/>
            <p:cNvSpPr/>
            <p:nvPr/>
          </p:nvSpPr>
          <p:spPr>
            <a:xfrm>
              <a:off x="2481250" y="185402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0"/>
            <p:cNvSpPr/>
            <p:nvPr/>
          </p:nvSpPr>
          <p:spPr>
            <a:xfrm>
              <a:off x="2481250" y="1877700"/>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0"/>
            <p:cNvSpPr/>
            <p:nvPr/>
          </p:nvSpPr>
          <p:spPr>
            <a:xfrm>
              <a:off x="2481250" y="190132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0"/>
            <p:cNvSpPr/>
            <p:nvPr/>
          </p:nvSpPr>
          <p:spPr>
            <a:xfrm>
              <a:off x="2481225"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0"/>
            <p:cNvSpPr/>
            <p:nvPr/>
          </p:nvSpPr>
          <p:spPr>
            <a:xfrm>
              <a:off x="2486650"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0"/>
            <p:cNvSpPr/>
            <p:nvPr/>
          </p:nvSpPr>
          <p:spPr>
            <a:xfrm>
              <a:off x="2457550" y="1806725"/>
              <a:ext cx="10875" cy="10850"/>
            </a:xfrm>
            <a:custGeom>
              <a:rect b="b" l="l" r="r" t="t"/>
              <a:pathLst>
                <a:path extrusionOk="0" h="434" w="435">
                  <a:moveTo>
                    <a:pt x="218" y="0"/>
                  </a:moveTo>
                  <a:cubicBezTo>
                    <a:pt x="98" y="0"/>
                    <a:pt x="1" y="97"/>
                    <a:pt x="1" y="217"/>
                  </a:cubicBezTo>
                  <a:cubicBezTo>
                    <a:pt x="1" y="337"/>
                    <a:pt x="98"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0"/>
            <p:cNvSpPr/>
            <p:nvPr/>
          </p:nvSpPr>
          <p:spPr>
            <a:xfrm>
              <a:off x="2457550" y="1830375"/>
              <a:ext cx="10875" cy="10875"/>
            </a:xfrm>
            <a:custGeom>
              <a:rect b="b" l="l" r="r" t="t"/>
              <a:pathLst>
                <a:path extrusionOk="0" h="435" w="435">
                  <a:moveTo>
                    <a:pt x="218" y="1"/>
                  </a:moveTo>
                  <a:cubicBezTo>
                    <a:pt x="98" y="1"/>
                    <a:pt x="1" y="98"/>
                    <a:pt x="1" y="217"/>
                  </a:cubicBezTo>
                  <a:cubicBezTo>
                    <a:pt x="1" y="337"/>
                    <a:pt x="98"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0"/>
            <p:cNvSpPr/>
            <p:nvPr/>
          </p:nvSpPr>
          <p:spPr>
            <a:xfrm>
              <a:off x="2457550" y="1854025"/>
              <a:ext cx="10875" cy="10850"/>
            </a:xfrm>
            <a:custGeom>
              <a:rect b="b" l="l" r="r" t="t"/>
              <a:pathLst>
                <a:path extrusionOk="0" h="434" w="435">
                  <a:moveTo>
                    <a:pt x="218" y="0"/>
                  </a:moveTo>
                  <a:cubicBezTo>
                    <a:pt x="98" y="0"/>
                    <a:pt x="1" y="98"/>
                    <a:pt x="1" y="217"/>
                  </a:cubicBezTo>
                  <a:cubicBezTo>
                    <a:pt x="1" y="336"/>
                    <a:pt x="98"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0"/>
            <p:cNvSpPr/>
            <p:nvPr/>
          </p:nvSpPr>
          <p:spPr>
            <a:xfrm>
              <a:off x="2457550" y="1877700"/>
              <a:ext cx="10875" cy="10850"/>
            </a:xfrm>
            <a:custGeom>
              <a:rect b="b" l="l" r="r" t="t"/>
              <a:pathLst>
                <a:path extrusionOk="0" h="434" w="435">
                  <a:moveTo>
                    <a:pt x="218" y="0"/>
                  </a:moveTo>
                  <a:cubicBezTo>
                    <a:pt x="98" y="0"/>
                    <a:pt x="1" y="97"/>
                    <a:pt x="1" y="217"/>
                  </a:cubicBezTo>
                  <a:cubicBezTo>
                    <a:pt x="1" y="337"/>
                    <a:pt x="98"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0"/>
            <p:cNvSpPr/>
            <p:nvPr/>
          </p:nvSpPr>
          <p:spPr>
            <a:xfrm>
              <a:off x="2457550" y="1901325"/>
              <a:ext cx="10875" cy="10875"/>
            </a:xfrm>
            <a:custGeom>
              <a:rect b="b" l="l" r="r" t="t"/>
              <a:pathLst>
                <a:path extrusionOk="0" h="435" w="435">
                  <a:moveTo>
                    <a:pt x="218" y="1"/>
                  </a:moveTo>
                  <a:cubicBezTo>
                    <a:pt x="98" y="1"/>
                    <a:pt x="1" y="98"/>
                    <a:pt x="1" y="217"/>
                  </a:cubicBezTo>
                  <a:cubicBezTo>
                    <a:pt x="1" y="337"/>
                    <a:pt x="98"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0"/>
            <p:cNvSpPr/>
            <p:nvPr/>
          </p:nvSpPr>
          <p:spPr>
            <a:xfrm>
              <a:off x="2457550" y="1925025"/>
              <a:ext cx="10875" cy="5425"/>
            </a:xfrm>
            <a:custGeom>
              <a:rect b="b" l="l" r="r" t="t"/>
              <a:pathLst>
                <a:path extrusionOk="0" h="217" w="435">
                  <a:moveTo>
                    <a:pt x="218" y="0"/>
                  </a:moveTo>
                  <a:cubicBezTo>
                    <a:pt x="98" y="0"/>
                    <a:pt x="1" y="97"/>
                    <a:pt x="1" y="217"/>
                  </a:cubicBezTo>
                  <a:lnTo>
                    <a:pt x="434" y="217"/>
                  </a:lnTo>
                  <a:cubicBezTo>
                    <a:pt x="434" y="97"/>
                    <a:pt x="338"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0"/>
            <p:cNvSpPr/>
            <p:nvPr/>
          </p:nvSpPr>
          <p:spPr>
            <a:xfrm>
              <a:off x="246297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0"/>
            <p:cNvSpPr/>
            <p:nvPr/>
          </p:nvSpPr>
          <p:spPr>
            <a:xfrm>
              <a:off x="2433925" y="1806725"/>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0"/>
            <p:cNvSpPr/>
            <p:nvPr/>
          </p:nvSpPr>
          <p:spPr>
            <a:xfrm>
              <a:off x="2433925"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0"/>
            <p:cNvSpPr/>
            <p:nvPr/>
          </p:nvSpPr>
          <p:spPr>
            <a:xfrm>
              <a:off x="2433925"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0"/>
            <p:cNvSpPr/>
            <p:nvPr/>
          </p:nvSpPr>
          <p:spPr>
            <a:xfrm>
              <a:off x="2433925"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0"/>
            <p:cNvSpPr/>
            <p:nvPr/>
          </p:nvSpPr>
          <p:spPr>
            <a:xfrm>
              <a:off x="2433925"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0"/>
            <p:cNvSpPr/>
            <p:nvPr/>
          </p:nvSpPr>
          <p:spPr>
            <a:xfrm>
              <a:off x="2433900" y="1925025"/>
              <a:ext cx="10850" cy="5425"/>
            </a:xfrm>
            <a:custGeom>
              <a:rect b="b" l="l" r="r" t="t"/>
              <a:pathLst>
                <a:path extrusionOk="0" h="217" w="434">
                  <a:moveTo>
                    <a:pt x="217" y="0"/>
                  </a:moveTo>
                  <a:cubicBezTo>
                    <a:pt x="98" y="0"/>
                    <a:pt x="1" y="97"/>
                    <a:pt x="1"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0"/>
            <p:cNvSpPr/>
            <p:nvPr/>
          </p:nvSpPr>
          <p:spPr>
            <a:xfrm>
              <a:off x="2439350" y="1935850"/>
              <a:ext cx="25" cy="25"/>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0"/>
            <p:cNvSpPr/>
            <p:nvPr/>
          </p:nvSpPr>
          <p:spPr>
            <a:xfrm>
              <a:off x="2410275" y="1783075"/>
              <a:ext cx="10850" cy="10850"/>
            </a:xfrm>
            <a:custGeom>
              <a:rect b="b" l="l" r="r" t="t"/>
              <a:pathLst>
                <a:path extrusionOk="0" h="434" w="434">
                  <a:moveTo>
                    <a:pt x="217" y="0"/>
                  </a:moveTo>
                  <a:cubicBezTo>
                    <a:pt x="97" y="0"/>
                    <a:pt x="0" y="98"/>
                    <a:pt x="0" y="217"/>
                  </a:cubicBezTo>
                  <a:cubicBezTo>
                    <a:pt x="0" y="336"/>
                    <a:pt x="97" y="433"/>
                    <a:pt x="217" y="433"/>
                  </a:cubicBezTo>
                  <a:cubicBezTo>
                    <a:pt x="336" y="433"/>
                    <a:pt x="434" y="336"/>
                    <a:pt x="434" y="217"/>
                  </a:cubicBezTo>
                  <a:cubicBezTo>
                    <a:pt x="434" y="98"/>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0"/>
            <p:cNvSpPr/>
            <p:nvPr/>
          </p:nvSpPr>
          <p:spPr>
            <a:xfrm>
              <a:off x="2410275" y="1806725"/>
              <a:ext cx="10850" cy="10850"/>
            </a:xfrm>
            <a:custGeom>
              <a:rect b="b" l="l" r="r" t="t"/>
              <a:pathLst>
                <a:path extrusionOk="0" h="434" w="434">
                  <a:moveTo>
                    <a:pt x="217" y="0"/>
                  </a:moveTo>
                  <a:cubicBezTo>
                    <a:pt x="97" y="0"/>
                    <a:pt x="0" y="97"/>
                    <a:pt x="0" y="217"/>
                  </a:cubicBezTo>
                  <a:cubicBezTo>
                    <a:pt x="0" y="337"/>
                    <a:pt x="97" y="434"/>
                    <a:pt x="217" y="434"/>
                  </a:cubicBezTo>
                  <a:cubicBezTo>
                    <a:pt x="336" y="434"/>
                    <a:pt x="434" y="337"/>
                    <a:pt x="434" y="217"/>
                  </a:cubicBezTo>
                  <a:cubicBezTo>
                    <a:pt x="434" y="97"/>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0"/>
            <p:cNvSpPr/>
            <p:nvPr/>
          </p:nvSpPr>
          <p:spPr>
            <a:xfrm>
              <a:off x="2410275" y="1830375"/>
              <a:ext cx="10850" cy="10875"/>
            </a:xfrm>
            <a:custGeom>
              <a:rect b="b" l="l" r="r" t="t"/>
              <a:pathLst>
                <a:path extrusionOk="0" h="435" w="434">
                  <a:moveTo>
                    <a:pt x="217" y="1"/>
                  </a:moveTo>
                  <a:cubicBezTo>
                    <a:pt x="97" y="1"/>
                    <a:pt x="0" y="98"/>
                    <a:pt x="0" y="217"/>
                  </a:cubicBezTo>
                  <a:cubicBezTo>
                    <a:pt x="0" y="337"/>
                    <a:pt x="97" y="434"/>
                    <a:pt x="217" y="434"/>
                  </a:cubicBezTo>
                  <a:cubicBezTo>
                    <a:pt x="336" y="434"/>
                    <a:pt x="434" y="337"/>
                    <a:pt x="434" y="217"/>
                  </a:cubicBezTo>
                  <a:cubicBezTo>
                    <a:pt x="434" y="98"/>
                    <a:pt x="336"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0"/>
            <p:cNvSpPr/>
            <p:nvPr/>
          </p:nvSpPr>
          <p:spPr>
            <a:xfrm>
              <a:off x="2410275" y="1854025"/>
              <a:ext cx="10850" cy="10850"/>
            </a:xfrm>
            <a:custGeom>
              <a:rect b="b" l="l" r="r" t="t"/>
              <a:pathLst>
                <a:path extrusionOk="0" h="434" w="434">
                  <a:moveTo>
                    <a:pt x="217" y="0"/>
                  </a:moveTo>
                  <a:cubicBezTo>
                    <a:pt x="97" y="0"/>
                    <a:pt x="0" y="98"/>
                    <a:pt x="0" y="217"/>
                  </a:cubicBezTo>
                  <a:cubicBezTo>
                    <a:pt x="0" y="336"/>
                    <a:pt x="97" y="433"/>
                    <a:pt x="217" y="433"/>
                  </a:cubicBezTo>
                  <a:cubicBezTo>
                    <a:pt x="336" y="433"/>
                    <a:pt x="434" y="336"/>
                    <a:pt x="434" y="217"/>
                  </a:cubicBezTo>
                  <a:cubicBezTo>
                    <a:pt x="434" y="98"/>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0"/>
            <p:cNvSpPr/>
            <p:nvPr/>
          </p:nvSpPr>
          <p:spPr>
            <a:xfrm>
              <a:off x="2410275" y="1877700"/>
              <a:ext cx="10850" cy="10850"/>
            </a:xfrm>
            <a:custGeom>
              <a:rect b="b" l="l" r="r" t="t"/>
              <a:pathLst>
                <a:path extrusionOk="0" h="434" w="434">
                  <a:moveTo>
                    <a:pt x="217" y="0"/>
                  </a:moveTo>
                  <a:cubicBezTo>
                    <a:pt x="97" y="0"/>
                    <a:pt x="0" y="97"/>
                    <a:pt x="0" y="217"/>
                  </a:cubicBezTo>
                  <a:cubicBezTo>
                    <a:pt x="0" y="337"/>
                    <a:pt x="97" y="434"/>
                    <a:pt x="217" y="434"/>
                  </a:cubicBezTo>
                  <a:cubicBezTo>
                    <a:pt x="336" y="434"/>
                    <a:pt x="434" y="337"/>
                    <a:pt x="434" y="217"/>
                  </a:cubicBezTo>
                  <a:cubicBezTo>
                    <a:pt x="434" y="97"/>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0"/>
            <p:cNvSpPr/>
            <p:nvPr/>
          </p:nvSpPr>
          <p:spPr>
            <a:xfrm>
              <a:off x="2410275" y="1901325"/>
              <a:ext cx="10850" cy="10875"/>
            </a:xfrm>
            <a:custGeom>
              <a:rect b="b" l="l" r="r" t="t"/>
              <a:pathLst>
                <a:path extrusionOk="0" h="435" w="434">
                  <a:moveTo>
                    <a:pt x="217" y="1"/>
                  </a:moveTo>
                  <a:cubicBezTo>
                    <a:pt x="97" y="1"/>
                    <a:pt x="0" y="98"/>
                    <a:pt x="0" y="217"/>
                  </a:cubicBezTo>
                  <a:cubicBezTo>
                    <a:pt x="0" y="337"/>
                    <a:pt x="97" y="434"/>
                    <a:pt x="217" y="434"/>
                  </a:cubicBezTo>
                  <a:cubicBezTo>
                    <a:pt x="336" y="434"/>
                    <a:pt x="434" y="337"/>
                    <a:pt x="434" y="217"/>
                  </a:cubicBezTo>
                  <a:cubicBezTo>
                    <a:pt x="434" y="98"/>
                    <a:pt x="336"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0"/>
            <p:cNvSpPr/>
            <p:nvPr/>
          </p:nvSpPr>
          <p:spPr>
            <a:xfrm>
              <a:off x="2410275"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0"/>
            <p:cNvSpPr/>
            <p:nvPr/>
          </p:nvSpPr>
          <p:spPr>
            <a:xfrm>
              <a:off x="241567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0"/>
            <p:cNvSpPr/>
            <p:nvPr/>
          </p:nvSpPr>
          <p:spPr>
            <a:xfrm>
              <a:off x="2386600" y="1783075"/>
              <a:ext cx="10875" cy="10850"/>
            </a:xfrm>
            <a:custGeom>
              <a:rect b="b" l="l" r="r" t="t"/>
              <a:pathLst>
                <a:path extrusionOk="0" h="434" w="435">
                  <a:moveTo>
                    <a:pt x="218" y="0"/>
                  </a:moveTo>
                  <a:cubicBezTo>
                    <a:pt x="98" y="0"/>
                    <a:pt x="1" y="98"/>
                    <a:pt x="1" y="217"/>
                  </a:cubicBezTo>
                  <a:cubicBezTo>
                    <a:pt x="1" y="336"/>
                    <a:pt x="98"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0"/>
            <p:cNvSpPr/>
            <p:nvPr/>
          </p:nvSpPr>
          <p:spPr>
            <a:xfrm>
              <a:off x="2386600" y="1806725"/>
              <a:ext cx="10875" cy="10850"/>
            </a:xfrm>
            <a:custGeom>
              <a:rect b="b" l="l" r="r" t="t"/>
              <a:pathLst>
                <a:path extrusionOk="0" h="434" w="435">
                  <a:moveTo>
                    <a:pt x="218" y="0"/>
                  </a:moveTo>
                  <a:cubicBezTo>
                    <a:pt x="98" y="0"/>
                    <a:pt x="1" y="97"/>
                    <a:pt x="1" y="217"/>
                  </a:cubicBezTo>
                  <a:cubicBezTo>
                    <a:pt x="1" y="337"/>
                    <a:pt x="98"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0"/>
            <p:cNvSpPr/>
            <p:nvPr/>
          </p:nvSpPr>
          <p:spPr>
            <a:xfrm>
              <a:off x="2386600" y="1830375"/>
              <a:ext cx="10875" cy="10875"/>
            </a:xfrm>
            <a:custGeom>
              <a:rect b="b" l="l" r="r" t="t"/>
              <a:pathLst>
                <a:path extrusionOk="0" h="435" w="435">
                  <a:moveTo>
                    <a:pt x="218" y="1"/>
                  </a:moveTo>
                  <a:cubicBezTo>
                    <a:pt x="98" y="1"/>
                    <a:pt x="1" y="98"/>
                    <a:pt x="1" y="217"/>
                  </a:cubicBezTo>
                  <a:cubicBezTo>
                    <a:pt x="1" y="337"/>
                    <a:pt x="98"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0"/>
            <p:cNvSpPr/>
            <p:nvPr/>
          </p:nvSpPr>
          <p:spPr>
            <a:xfrm>
              <a:off x="2386600" y="1854025"/>
              <a:ext cx="10875" cy="10850"/>
            </a:xfrm>
            <a:custGeom>
              <a:rect b="b" l="l" r="r" t="t"/>
              <a:pathLst>
                <a:path extrusionOk="0" h="434" w="435">
                  <a:moveTo>
                    <a:pt x="218" y="0"/>
                  </a:moveTo>
                  <a:cubicBezTo>
                    <a:pt x="98" y="0"/>
                    <a:pt x="1" y="98"/>
                    <a:pt x="1" y="217"/>
                  </a:cubicBezTo>
                  <a:cubicBezTo>
                    <a:pt x="1" y="336"/>
                    <a:pt x="98"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0"/>
            <p:cNvSpPr/>
            <p:nvPr/>
          </p:nvSpPr>
          <p:spPr>
            <a:xfrm>
              <a:off x="2386600" y="1877700"/>
              <a:ext cx="10875" cy="10850"/>
            </a:xfrm>
            <a:custGeom>
              <a:rect b="b" l="l" r="r" t="t"/>
              <a:pathLst>
                <a:path extrusionOk="0" h="434" w="435">
                  <a:moveTo>
                    <a:pt x="218" y="0"/>
                  </a:moveTo>
                  <a:cubicBezTo>
                    <a:pt x="98" y="0"/>
                    <a:pt x="1" y="97"/>
                    <a:pt x="1" y="217"/>
                  </a:cubicBezTo>
                  <a:cubicBezTo>
                    <a:pt x="1" y="337"/>
                    <a:pt x="98"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0"/>
            <p:cNvSpPr/>
            <p:nvPr/>
          </p:nvSpPr>
          <p:spPr>
            <a:xfrm>
              <a:off x="2386600" y="1901325"/>
              <a:ext cx="10875" cy="10875"/>
            </a:xfrm>
            <a:custGeom>
              <a:rect b="b" l="l" r="r" t="t"/>
              <a:pathLst>
                <a:path extrusionOk="0" h="435" w="435">
                  <a:moveTo>
                    <a:pt x="218" y="1"/>
                  </a:moveTo>
                  <a:cubicBezTo>
                    <a:pt x="98" y="1"/>
                    <a:pt x="1" y="98"/>
                    <a:pt x="1" y="217"/>
                  </a:cubicBezTo>
                  <a:cubicBezTo>
                    <a:pt x="1" y="337"/>
                    <a:pt x="98"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0"/>
            <p:cNvSpPr/>
            <p:nvPr/>
          </p:nvSpPr>
          <p:spPr>
            <a:xfrm>
              <a:off x="2386600" y="1925025"/>
              <a:ext cx="10875" cy="5425"/>
            </a:xfrm>
            <a:custGeom>
              <a:rect b="b" l="l" r="r" t="t"/>
              <a:pathLst>
                <a:path extrusionOk="0" h="217" w="435">
                  <a:moveTo>
                    <a:pt x="218" y="0"/>
                  </a:moveTo>
                  <a:cubicBezTo>
                    <a:pt x="98" y="0"/>
                    <a:pt x="1" y="97"/>
                    <a:pt x="1" y="217"/>
                  </a:cubicBezTo>
                  <a:lnTo>
                    <a:pt x="434" y="217"/>
                  </a:lnTo>
                  <a:cubicBezTo>
                    <a:pt x="434" y="97"/>
                    <a:pt x="338"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0"/>
            <p:cNvSpPr/>
            <p:nvPr/>
          </p:nvSpPr>
          <p:spPr>
            <a:xfrm>
              <a:off x="239202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0"/>
            <p:cNvSpPr/>
            <p:nvPr/>
          </p:nvSpPr>
          <p:spPr>
            <a:xfrm>
              <a:off x="2362950" y="178307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0"/>
            <p:cNvSpPr/>
            <p:nvPr/>
          </p:nvSpPr>
          <p:spPr>
            <a:xfrm>
              <a:off x="2362950" y="1806725"/>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0"/>
            <p:cNvSpPr/>
            <p:nvPr/>
          </p:nvSpPr>
          <p:spPr>
            <a:xfrm>
              <a:off x="2362950"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0"/>
            <p:cNvSpPr/>
            <p:nvPr/>
          </p:nvSpPr>
          <p:spPr>
            <a:xfrm>
              <a:off x="2362950"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0"/>
            <p:cNvSpPr/>
            <p:nvPr/>
          </p:nvSpPr>
          <p:spPr>
            <a:xfrm>
              <a:off x="2362950"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0"/>
            <p:cNvSpPr/>
            <p:nvPr/>
          </p:nvSpPr>
          <p:spPr>
            <a:xfrm>
              <a:off x="2362950"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0"/>
            <p:cNvSpPr/>
            <p:nvPr/>
          </p:nvSpPr>
          <p:spPr>
            <a:xfrm>
              <a:off x="2362950" y="1925025"/>
              <a:ext cx="10875" cy="5425"/>
            </a:xfrm>
            <a:custGeom>
              <a:rect b="b" l="l" r="r" t="t"/>
              <a:pathLst>
                <a:path extrusionOk="0" h="217" w="435">
                  <a:moveTo>
                    <a:pt x="217" y="0"/>
                  </a:moveTo>
                  <a:cubicBezTo>
                    <a:pt x="98" y="0"/>
                    <a:pt x="1" y="97"/>
                    <a:pt x="1"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0"/>
            <p:cNvSpPr/>
            <p:nvPr/>
          </p:nvSpPr>
          <p:spPr>
            <a:xfrm>
              <a:off x="2368375" y="1935850"/>
              <a:ext cx="25" cy="25"/>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0"/>
            <p:cNvSpPr/>
            <p:nvPr/>
          </p:nvSpPr>
          <p:spPr>
            <a:xfrm>
              <a:off x="2339325" y="1806725"/>
              <a:ext cx="10850" cy="10850"/>
            </a:xfrm>
            <a:custGeom>
              <a:rect b="b" l="l" r="r" t="t"/>
              <a:pathLst>
                <a:path extrusionOk="0" h="434" w="434">
                  <a:moveTo>
                    <a:pt x="217" y="0"/>
                  </a:moveTo>
                  <a:cubicBezTo>
                    <a:pt x="97" y="0"/>
                    <a:pt x="0" y="97"/>
                    <a:pt x="0" y="217"/>
                  </a:cubicBezTo>
                  <a:cubicBezTo>
                    <a:pt x="0" y="337"/>
                    <a:pt x="97" y="434"/>
                    <a:pt x="217" y="434"/>
                  </a:cubicBezTo>
                  <a:cubicBezTo>
                    <a:pt x="336" y="434"/>
                    <a:pt x="434" y="337"/>
                    <a:pt x="434" y="217"/>
                  </a:cubicBezTo>
                  <a:cubicBezTo>
                    <a:pt x="434" y="97"/>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0"/>
            <p:cNvSpPr/>
            <p:nvPr/>
          </p:nvSpPr>
          <p:spPr>
            <a:xfrm>
              <a:off x="2339325" y="1830375"/>
              <a:ext cx="10850" cy="10875"/>
            </a:xfrm>
            <a:custGeom>
              <a:rect b="b" l="l" r="r" t="t"/>
              <a:pathLst>
                <a:path extrusionOk="0" h="435" w="434">
                  <a:moveTo>
                    <a:pt x="217" y="1"/>
                  </a:moveTo>
                  <a:cubicBezTo>
                    <a:pt x="97" y="1"/>
                    <a:pt x="0" y="98"/>
                    <a:pt x="0" y="217"/>
                  </a:cubicBezTo>
                  <a:cubicBezTo>
                    <a:pt x="0" y="337"/>
                    <a:pt x="97" y="434"/>
                    <a:pt x="217" y="434"/>
                  </a:cubicBezTo>
                  <a:cubicBezTo>
                    <a:pt x="336" y="434"/>
                    <a:pt x="434" y="337"/>
                    <a:pt x="434" y="217"/>
                  </a:cubicBezTo>
                  <a:cubicBezTo>
                    <a:pt x="434" y="98"/>
                    <a:pt x="336"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0"/>
            <p:cNvSpPr/>
            <p:nvPr/>
          </p:nvSpPr>
          <p:spPr>
            <a:xfrm>
              <a:off x="2339325" y="1854025"/>
              <a:ext cx="10850" cy="10850"/>
            </a:xfrm>
            <a:custGeom>
              <a:rect b="b" l="l" r="r" t="t"/>
              <a:pathLst>
                <a:path extrusionOk="0" h="434" w="434">
                  <a:moveTo>
                    <a:pt x="217" y="0"/>
                  </a:moveTo>
                  <a:cubicBezTo>
                    <a:pt x="97" y="0"/>
                    <a:pt x="0" y="98"/>
                    <a:pt x="0" y="217"/>
                  </a:cubicBezTo>
                  <a:cubicBezTo>
                    <a:pt x="0" y="336"/>
                    <a:pt x="97" y="433"/>
                    <a:pt x="217" y="433"/>
                  </a:cubicBezTo>
                  <a:cubicBezTo>
                    <a:pt x="336" y="433"/>
                    <a:pt x="434" y="336"/>
                    <a:pt x="434" y="217"/>
                  </a:cubicBezTo>
                  <a:cubicBezTo>
                    <a:pt x="434" y="98"/>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0"/>
            <p:cNvSpPr/>
            <p:nvPr/>
          </p:nvSpPr>
          <p:spPr>
            <a:xfrm>
              <a:off x="2339325" y="1877700"/>
              <a:ext cx="10850" cy="10850"/>
            </a:xfrm>
            <a:custGeom>
              <a:rect b="b" l="l" r="r" t="t"/>
              <a:pathLst>
                <a:path extrusionOk="0" h="434" w="434">
                  <a:moveTo>
                    <a:pt x="217" y="0"/>
                  </a:moveTo>
                  <a:cubicBezTo>
                    <a:pt x="97" y="0"/>
                    <a:pt x="0" y="97"/>
                    <a:pt x="0" y="217"/>
                  </a:cubicBezTo>
                  <a:cubicBezTo>
                    <a:pt x="0" y="337"/>
                    <a:pt x="97" y="434"/>
                    <a:pt x="217" y="434"/>
                  </a:cubicBezTo>
                  <a:cubicBezTo>
                    <a:pt x="336" y="434"/>
                    <a:pt x="434" y="337"/>
                    <a:pt x="434" y="217"/>
                  </a:cubicBezTo>
                  <a:cubicBezTo>
                    <a:pt x="434" y="97"/>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0"/>
            <p:cNvSpPr/>
            <p:nvPr/>
          </p:nvSpPr>
          <p:spPr>
            <a:xfrm>
              <a:off x="2339325" y="1901325"/>
              <a:ext cx="10850" cy="10875"/>
            </a:xfrm>
            <a:custGeom>
              <a:rect b="b" l="l" r="r" t="t"/>
              <a:pathLst>
                <a:path extrusionOk="0" h="435" w="434">
                  <a:moveTo>
                    <a:pt x="217" y="1"/>
                  </a:moveTo>
                  <a:cubicBezTo>
                    <a:pt x="97" y="1"/>
                    <a:pt x="0" y="98"/>
                    <a:pt x="0" y="217"/>
                  </a:cubicBezTo>
                  <a:cubicBezTo>
                    <a:pt x="0" y="337"/>
                    <a:pt x="97" y="434"/>
                    <a:pt x="217" y="434"/>
                  </a:cubicBezTo>
                  <a:cubicBezTo>
                    <a:pt x="336" y="434"/>
                    <a:pt x="434" y="337"/>
                    <a:pt x="434" y="217"/>
                  </a:cubicBezTo>
                  <a:cubicBezTo>
                    <a:pt x="434" y="98"/>
                    <a:pt x="336"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0"/>
            <p:cNvSpPr/>
            <p:nvPr/>
          </p:nvSpPr>
          <p:spPr>
            <a:xfrm>
              <a:off x="2339325"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0"/>
            <p:cNvSpPr/>
            <p:nvPr/>
          </p:nvSpPr>
          <p:spPr>
            <a:xfrm>
              <a:off x="234472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0"/>
            <p:cNvSpPr/>
            <p:nvPr/>
          </p:nvSpPr>
          <p:spPr>
            <a:xfrm>
              <a:off x="2376850" y="1811025"/>
              <a:ext cx="290625" cy="96875"/>
            </a:xfrm>
            <a:custGeom>
              <a:rect b="b" l="l" r="r" t="t"/>
              <a:pathLst>
                <a:path extrusionOk="0" h="3875" w="11625">
                  <a:moveTo>
                    <a:pt x="694" y="1"/>
                  </a:moveTo>
                  <a:cubicBezTo>
                    <a:pt x="675" y="1"/>
                    <a:pt x="654" y="2"/>
                    <a:pt x="634" y="4"/>
                  </a:cubicBezTo>
                  <a:cubicBezTo>
                    <a:pt x="279" y="32"/>
                    <a:pt x="1" y="350"/>
                    <a:pt x="1" y="726"/>
                  </a:cubicBezTo>
                  <a:lnTo>
                    <a:pt x="1" y="3875"/>
                  </a:lnTo>
                  <a:lnTo>
                    <a:pt x="11624" y="3875"/>
                  </a:lnTo>
                  <a:lnTo>
                    <a:pt x="11624" y="726"/>
                  </a:lnTo>
                  <a:cubicBezTo>
                    <a:pt x="11624" y="351"/>
                    <a:pt x="11346" y="33"/>
                    <a:pt x="10989" y="4"/>
                  </a:cubicBezTo>
                  <a:cubicBezTo>
                    <a:pt x="10969" y="2"/>
                    <a:pt x="10949" y="1"/>
                    <a:pt x="10931" y="1"/>
                  </a:cubicBezTo>
                  <a:cubicBezTo>
                    <a:pt x="10622" y="1"/>
                    <a:pt x="10353" y="205"/>
                    <a:pt x="10266" y="495"/>
                  </a:cubicBezTo>
                  <a:lnTo>
                    <a:pt x="10262" y="822"/>
                  </a:lnTo>
                  <a:cubicBezTo>
                    <a:pt x="10247" y="1849"/>
                    <a:pt x="9400" y="2685"/>
                    <a:pt x="8373" y="2685"/>
                  </a:cubicBezTo>
                  <a:cubicBezTo>
                    <a:pt x="7354" y="2685"/>
                    <a:pt x="6505" y="1856"/>
                    <a:pt x="6485" y="836"/>
                  </a:cubicBezTo>
                  <a:lnTo>
                    <a:pt x="6479" y="497"/>
                  </a:lnTo>
                  <a:cubicBezTo>
                    <a:pt x="6393" y="206"/>
                    <a:pt x="6123" y="1"/>
                    <a:pt x="5813" y="1"/>
                  </a:cubicBezTo>
                  <a:cubicBezTo>
                    <a:pt x="5505" y="1"/>
                    <a:pt x="5238" y="203"/>
                    <a:pt x="5149" y="491"/>
                  </a:cubicBezTo>
                  <a:lnTo>
                    <a:pt x="5148" y="801"/>
                  </a:lnTo>
                  <a:cubicBezTo>
                    <a:pt x="5146" y="1841"/>
                    <a:pt x="4300" y="2685"/>
                    <a:pt x="3260" y="2685"/>
                  </a:cubicBezTo>
                  <a:lnTo>
                    <a:pt x="3255" y="2685"/>
                  </a:lnTo>
                  <a:cubicBezTo>
                    <a:pt x="2234" y="2685"/>
                    <a:pt x="1387" y="1856"/>
                    <a:pt x="1366" y="836"/>
                  </a:cubicBezTo>
                  <a:lnTo>
                    <a:pt x="1360" y="498"/>
                  </a:lnTo>
                  <a:cubicBezTo>
                    <a:pt x="1274" y="206"/>
                    <a:pt x="1004" y="1"/>
                    <a:pt x="6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0"/>
            <p:cNvSpPr/>
            <p:nvPr/>
          </p:nvSpPr>
          <p:spPr>
            <a:xfrm>
              <a:off x="2329025" y="1763225"/>
              <a:ext cx="386250" cy="192525"/>
            </a:xfrm>
            <a:custGeom>
              <a:rect b="b" l="l" r="r" t="t"/>
              <a:pathLst>
                <a:path extrusionOk="0" h="7701" w="15450">
                  <a:moveTo>
                    <a:pt x="7725" y="956"/>
                  </a:moveTo>
                  <a:cubicBezTo>
                    <a:pt x="8514" y="956"/>
                    <a:pt x="9197" y="1518"/>
                    <a:pt x="9345" y="2289"/>
                  </a:cubicBezTo>
                  <a:lnTo>
                    <a:pt x="9354" y="2730"/>
                  </a:lnTo>
                  <a:cubicBezTo>
                    <a:pt x="9367" y="3237"/>
                    <a:pt x="9779" y="3643"/>
                    <a:pt x="10285" y="3643"/>
                  </a:cubicBezTo>
                  <a:cubicBezTo>
                    <a:pt x="10541" y="3643"/>
                    <a:pt x="10770" y="3541"/>
                    <a:pt x="10940" y="3372"/>
                  </a:cubicBezTo>
                  <a:cubicBezTo>
                    <a:pt x="11109" y="3206"/>
                    <a:pt x="11215" y="2976"/>
                    <a:pt x="11219" y="2721"/>
                  </a:cubicBezTo>
                  <a:lnTo>
                    <a:pt x="11221" y="2289"/>
                  </a:lnTo>
                  <a:cubicBezTo>
                    <a:pt x="11372" y="1517"/>
                    <a:pt x="12053" y="956"/>
                    <a:pt x="12840" y="956"/>
                  </a:cubicBezTo>
                  <a:cubicBezTo>
                    <a:pt x="12886" y="956"/>
                    <a:pt x="12933" y="958"/>
                    <a:pt x="12980" y="962"/>
                  </a:cubicBezTo>
                  <a:cubicBezTo>
                    <a:pt x="13841" y="1033"/>
                    <a:pt x="14492" y="1773"/>
                    <a:pt x="14492" y="2638"/>
                  </a:cubicBezTo>
                  <a:lnTo>
                    <a:pt x="14492" y="6745"/>
                  </a:lnTo>
                  <a:lnTo>
                    <a:pt x="956" y="6745"/>
                  </a:lnTo>
                  <a:lnTo>
                    <a:pt x="956" y="2638"/>
                  </a:lnTo>
                  <a:cubicBezTo>
                    <a:pt x="956" y="1773"/>
                    <a:pt x="1607" y="1033"/>
                    <a:pt x="2468" y="962"/>
                  </a:cubicBezTo>
                  <a:cubicBezTo>
                    <a:pt x="2515" y="958"/>
                    <a:pt x="2562" y="956"/>
                    <a:pt x="2608" y="956"/>
                  </a:cubicBezTo>
                  <a:cubicBezTo>
                    <a:pt x="3399" y="956"/>
                    <a:pt x="4077" y="1518"/>
                    <a:pt x="4227" y="2289"/>
                  </a:cubicBezTo>
                  <a:lnTo>
                    <a:pt x="4236" y="2726"/>
                  </a:lnTo>
                  <a:cubicBezTo>
                    <a:pt x="4244" y="3233"/>
                    <a:pt x="4660" y="3641"/>
                    <a:pt x="5167" y="3641"/>
                  </a:cubicBezTo>
                  <a:lnTo>
                    <a:pt x="5173" y="3641"/>
                  </a:lnTo>
                  <a:cubicBezTo>
                    <a:pt x="5687" y="3641"/>
                    <a:pt x="6105" y="3223"/>
                    <a:pt x="6105" y="2710"/>
                  </a:cubicBezTo>
                  <a:lnTo>
                    <a:pt x="6105" y="2289"/>
                  </a:lnTo>
                  <a:cubicBezTo>
                    <a:pt x="6255" y="1518"/>
                    <a:pt x="6933" y="956"/>
                    <a:pt x="7725" y="956"/>
                  </a:cubicBezTo>
                  <a:close/>
                  <a:moveTo>
                    <a:pt x="2606" y="0"/>
                  </a:moveTo>
                  <a:cubicBezTo>
                    <a:pt x="1886" y="0"/>
                    <a:pt x="1235" y="291"/>
                    <a:pt x="765" y="762"/>
                  </a:cubicBezTo>
                  <a:cubicBezTo>
                    <a:pt x="292" y="1236"/>
                    <a:pt x="1" y="1887"/>
                    <a:pt x="1" y="2607"/>
                  </a:cubicBezTo>
                  <a:lnTo>
                    <a:pt x="1" y="7700"/>
                  </a:lnTo>
                  <a:lnTo>
                    <a:pt x="15449" y="7700"/>
                  </a:lnTo>
                  <a:lnTo>
                    <a:pt x="15449" y="2607"/>
                  </a:lnTo>
                  <a:cubicBezTo>
                    <a:pt x="15449" y="1165"/>
                    <a:pt x="14284" y="0"/>
                    <a:pt x="12842" y="0"/>
                  </a:cubicBezTo>
                  <a:cubicBezTo>
                    <a:pt x="11573" y="0"/>
                    <a:pt x="10515" y="907"/>
                    <a:pt x="10285" y="2109"/>
                  </a:cubicBezTo>
                  <a:cubicBezTo>
                    <a:pt x="10052" y="907"/>
                    <a:pt x="8994" y="0"/>
                    <a:pt x="7725" y="0"/>
                  </a:cubicBezTo>
                  <a:cubicBezTo>
                    <a:pt x="7091" y="0"/>
                    <a:pt x="6507" y="227"/>
                    <a:pt x="6055" y="602"/>
                  </a:cubicBezTo>
                  <a:cubicBezTo>
                    <a:pt x="5604" y="981"/>
                    <a:pt x="5284" y="1507"/>
                    <a:pt x="5167" y="2109"/>
                  </a:cubicBezTo>
                  <a:cubicBezTo>
                    <a:pt x="4933" y="907"/>
                    <a:pt x="3876" y="0"/>
                    <a:pt x="26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7" name="Google Shape;3167;p40"/>
          <p:cNvGrpSpPr/>
          <p:nvPr/>
        </p:nvGrpSpPr>
        <p:grpSpPr>
          <a:xfrm>
            <a:off x="8197628" y="55745"/>
            <a:ext cx="311019" cy="311110"/>
            <a:chOff x="5038846" y="235350"/>
            <a:chExt cx="158691" cy="158738"/>
          </a:xfrm>
        </p:grpSpPr>
        <p:sp>
          <p:nvSpPr>
            <p:cNvPr id="3168" name="Google Shape;3168;p40"/>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0"/>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0" name="Google Shape;3170;p40"/>
          <p:cNvGrpSpPr/>
          <p:nvPr/>
        </p:nvGrpSpPr>
        <p:grpSpPr>
          <a:xfrm>
            <a:off x="-233915" y="779649"/>
            <a:ext cx="655196" cy="968064"/>
            <a:chOff x="3074375" y="2791788"/>
            <a:chExt cx="262425" cy="387738"/>
          </a:xfrm>
        </p:grpSpPr>
        <p:sp>
          <p:nvSpPr>
            <p:cNvPr id="3171" name="Google Shape;3171;p40"/>
            <p:cNvSpPr/>
            <p:nvPr/>
          </p:nvSpPr>
          <p:spPr>
            <a:xfrm>
              <a:off x="3074396" y="2791788"/>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72" name="Google Shape;3172;p40"/>
            <p:cNvGrpSpPr/>
            <p:nvPr/>
          </p:nvGrpSpPr>
          <p:grpSpPr>
            <a:xfrm>
              <a:off x="3074375" y="2791800"/>
              <a:ext cx="262425" cy="387725"/>
              <a:chOff x="3074375" y="2791800"/>
              <a:chExt cx="262425" cy="387725"/>
            </a:xfrm>
          </p:grpSpPr>
          <p:sp>
            <p:nvSpPr>
              <p:cNvPr id="3173" name="Google Shape;3173;p40"/>
              <p:cNvSpPr/>
              <p:nvPr/>
            </p:nvSpPr>
            <p:spPr>
              <a:xfrm>
                <a:off x="3074425" y="2791925"/>
                <a:ext cx="262375" cy="387600"/>
              </a:xfrm>
              <a:custGeom>
                <a:rect b="b" l="l" r="r" t="t"/>
                <a:pathLst>
                  <a:path extrusionOk="0" h="15504" w="10495">
                    <a:moveTo>
                      <a:pt x="0" y="1"/>
                    </a:moveTo>
                    <a:lnTo>
                      <a:pt x="0" y="10256"/>
                    </a:lnTo>
                    <a:cubicBezTo>
                      <a:pt x="0" y="10416"/>
                      <a:pt x="9" y="10575"/>
                      <a:pt x="22" y="10733"/>
                    </a:cubicBezTo>
                    <a:cubicBezTo>
                      <a:pt x="31" y="10834"/>
                      <a:pt x="44" y="10937"/>
                      <a:pt x="59" y="11038"/>
                    </a:cubicBezTo>
                    <a:cubicBezTo>
                      <a:pt x="62" y="11068"/>
                      <a:pt x="67" y="11099"/>
                      <a:pt x="73" y="11128"/>
                    </a:cubicBezTo>
                    <a:cubicBezTo>
                      <a:pt x="86" y="11208"/>
                      <a:pt x="102" y="11288"/>
                      <a:pt x="118" y="11367"/>
                    </a:cubicBezTo>
                    <a:cubicBezTo>
                      <a:pt x="180" y="11653"/>
                      <a:pt x="266" y="11930"/>
                      <a:pt x="371" y="12196"/>
                    </a:cubicBezTo>
                    <a:cubicBezTo>
                      <a:pt x="479" y="12468"/>
                      <a:pt x="609" y="12730"/>
                      <a:pt x="760" y="12977"/>
                    </a:cubicBezTo>
                    <a:cubicBezTo>
                      <a:pt x="865" y="13148"/>
                      <a:pt x="977" y="13311"/>
                      <a:pt x="1099" y="13468"/>
                    </a:cubicBezTo>
                    <a:cubicBezTo>
                      <a:pt x="1209" y="13609"/>
                      <a:pt x="1325" y="13744"/>
                      <a:pt x="1449" y="13873"/>
                    </a:cubicBezTo>
                    <a:cubicBezTo>
                      <a:pt x="1473" y="13898"/>
                      <a:pt x="1496" y="13923"/>
                      <a:pt x="1520" y="13947"/>
                    </a:cubicBezTo>
                    <a:lnTo>
                      <a:pt x="1538" y="13965"/>
                    </a:lnTo>
                    <a:cubicBezTo>
                      <a:pt x="1646" y="14074"/>
                      <a:pt x="1761" y="14177"/>
                      <a:pt x="1879" y="14278"/>
                    </a:cubicBezTo>
                    <a:cubicBezTo>
                      <a:pt x="1962" y="14348"/>
                      <a:pt x="2048" y="14415"/>
                      <a:pt x="2137" y="14481"/>
                    </a:cubicBezTo>
                    <a:cubicBezTo>
                      <a:pt x="2177" y="14511"/>
                      <a:pt x="2219" y="14542"/>
                      <a:pt x="2260" y="14570"/>
                    </a:cubicBezTo>
                    <a:cubicBezTo>
                      <a:pt x="2425" y="14683"/>
                      <a:pt x="2595" y="14789"/>
                      <a:pt x="2771" y="14883"/>
                    </a:cubicBezTo>
                    <a:cubicBezTo>
                      <a:pt x="2790" y="14894"/>
                      <a:pt x="2806" y="14903"/>
                      <a:pt x="2825" y="14912"/>
                    </a:cubicBezTo>
                    <a:cubicBezTo>
                      <a:pt x="2889" y="14945"/>
                      <a:pt x="2954" y="14977"/>
                      <a:pt x="3019" y="15008"/>
                    </a:cubicBezTo>
                    <a:cubicBezTo>
                      <a:pt x="3179" y="15084"/>
                      <a:pt x="3344" y="15151"/>
                      <a:pt x="3512" y="15209"/>
                    </a:cubicBezTo>
                    <a:cubicBezTo>
                      <a:pt x="3550" y="15223"/>
                      <a:pt x="3589" y="15235"/>
                      <a:pt x="3627" y="15249"/>
                    </a:cubicBezTo>
                    <a:cubicBezTo>
                      <a:pt x="3774" y="15296"/>
                      <a:pt x="3922" y="15337"/>
                      <a:pt x="4075" y="15372"/>
                    </a:cubicBezTo>
                    <a:cubicBezTo>
                      <a:pt x="4117" y="15382"/>
                      <a:pt x="4158" y="15392"/>
                      <a:pt x="4201" y="15399"/>
                    </a:cubicBezTo>
                    <a:cubicBezTo>
                      <a:pt x="4426" y="15446"/>
                      <a:pt x="4655" y="15477"/>
                      <a:pt x="4889" y="15492"/>
                    </a:cubicBezTo>
                    <a:cubicBezTo>
                      <a:pt x="5008" y="15500"/>
                      <a:pt x="5127" y="15504"/>
                      <a:pt x="5248" y="15504"/>
                    </a:cubicBezTo>
                    <a:cubicBezTo>
                      <a:pt x="5358" y="15504"/>
                      <a:pt x="5468" y="15500"/>
                      <a:pt x="5576" y="15493"/>
                    </a:cubicBezTo>
                    <a:cubicBezTo>
                      <a:pt x="5690" y="15486"/>
                      <a:pt x="5801" y="15476"/>
                      <a:pt x="5913" y="15461"/>
                    </a:cubicBezTo>
                    <a:cubicBezTo>
                      <a:pt x="5937" y="15457"/>
                      <a:pt x="5963" y="15455"/>
                      <a:pt x="5989" y="15451"/>
                    </a:cubicBezTo>
                    <a:cubicBezTo>
                      <a:pt x="6082" y="15439"/>
                      <a:pt x="6174" y="15423"/>
                      <a:pt x="6264" y="15404"/>
                    </a:cubicBezTo>
                    <a:cubicBezTo>
                      <a:pt x="6365" y="15384"/>
                      <a:pt x="6464" y="15362"/>
                      <a:pt x="6563" y="15336"/>
                    </a:cubicBezTo>
                    <a:cubicBezTo>
                      <a:pt x="6695" y="15302"/>
                      <a:pt x="6824" y="15264"/>
                      <a:pt x="6951" y="15220"/>
                    </a:cubicBezTo>
                    <a:cubicBezTo>
                      <a:pt x="7098" y="15170"/>
                      <a:pt x="7242" y="15113"/>
                      <a:pt x="7381" y="15052"/>
                    </a:cubicBezTo>
                    <a:cubicBezTo>
                      <a:pt x="7452" y="15019"/>
                      <a:pt x="7526" y="14985"/>
                      <a:pt x="7596" y="14949"/>
                    </a:cubicBezTo>
                    <a:cubicBezTo>
                      <a:pt x="7610" y="14941"/>
                      <a:pt x="7625" y="14935"/>
                      <a:pt x="7639" y="14928"/>
                    </a:cubicBezTo>
                    <a:cubicBezTo>
                      <a:pt x="7715" y="14887"/>
                      <a:pt x="7791" y="14847"/>
                      <a:pt x="7866" y="14804"/>
                    </a:cubicBezTo>
                    <a:cubicBezTo>
                      <a:pt x="8024" y="14712"/>
                      <a:pt x="8178" y="14611"/>
                      <a:pt x="8326" y="14505"/>
                    </a:cubicBezTo>
                    <a:cubicBezTo>
                      <a:pt x="8519" y="14365"/>
                      <a:pt x="8702" y="14213"/>
                      <a:pt x="8873" y="14048"/>
                    </a:cubicBezTo>
                    <a:cubicBezTo>
                      <a:pt x="8921" y="14002"/>
                      <a:pt x="8967" y="13956"/>
                      <a:pt x="9014" y="13908"/>
                    </a:cubicBezTo>
                    <a:cubicBezTo>
                      <a:pt x="9052" y="13868"/>
                      <a:pt x="9091" y="13827"/>
                      <a:pt x="9128" y="13785"/>
                    </a:cubicBezTo>
                    <a:cubicBezTo>
                      <a:pt x="9343" y="13551"/>
                      <a:pt x="9535" y="13298"/>
                      <a:pt x="9702" y="13029"/>
                    </a:cubicBezTo>
                    <a:cubicBezTo>
                      <a:pt x="9721" y="13000"/>
                      <a:pt x="9737" y="12973"/>
                      <a:pt x="9754" y="12944"/>
                    </a:cubicBezTo>
                    <a:cubicBezTo>
                      <a:pt x="9766" y="12924"/>
                      <a:pt x="9779" y="12903"/>
                      <a:pt x="9790" y="12882"/>
                    </a:cubicBezTo>
                    <a:cubicBezTo>
                      <a:pt x="9854" y="12773"/>
                      <a:pt x="9913" y="12662"/>
                      <a:pt x="9968" y="12549"/>
                    </a:cubicBezTo>
                    <a:cubicBezTo>
                      <a:pt x="10132" y="12210"/>
                      <a:pt x="10263" y="11853"/>
                      <a:pt x="10351" y="11479"/>
                    </a:cubicBezTo>
                    <a:cubicBezTo>
                      <a:pt x="10366" y="11421"/>
                      <a:pt x="10379" y="11362"/>
                      <a:pt x="10390" y="11302"/>
                    </a:cubicBezTo>
                    <a:cubicBezTo>
                      <a:pt x="10459" y="10964"/>
                      <a:pt x="10495" y="10613"/>
                      <a:pt x="10495" y="10253"/>
                    </a:cubicBezTo>
                    <a:lnTo>
                      <a:pt x="104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0"/>
              <p:cNvSpPr/>
              <p:nvPr/>
            </p:nvSpPr>
            <p:spPr>
              <a:xfrm>
                <a:off x="3074425" y="2912325"/>
                <a:ext cx="152250" cy="55200"/>
              </a:xfrm>
              <a:custGeom>
                <a:rect b="b" l="l" r="r" t="t"/>
                <a:pathLst>
                  <a:path extrusionOk="0" h="2208" w="6090">
                    <a:moveTo>
                      <a:pt x="0" y="0"/>
                    </a:moveTo>
                    <a:lnTo>
                      <a:pt x="0" y="1144"/>
                    </a:lnTo>
                    <a:cubicBezTo>
                      <a:pt x="1551" y="1827"/>
                      <a:pt x="3267" y="2208"/>
                      <a:pt x="5071" y="2208"/>
                    </a:cubicBezTo>
                    <a:cubicBezTo>
                      <a:pt x="5109" y="2208"/>
                      <a:pt x="5146" y="2208"/>
                      <a:pt x="5185" y="2204"/>
                    </a:cubicBezTo>
                    <a:cubicBezTo>
                      <a:pt x="5198" y="2205"/>
                      <a:pt x="5210" y="2206"/>
                      <a:pt x="5223" y="2206"/>
                    </a:cubicBezTo>
                    <a:cubicBezTo>
                      <a:pt x="5240" y="2206"/>
                      <a:pt x="5257" y="2204"/>
                      <a:pt x="5275" y="2200"/>
                    </a:cubicBezTo>
                    <a:cubicBezTo>
                      <a:pt x="5293" y="2201"/>
                      <a:pt x="5310" y="2202"/>
                      <a:pt x="5327" y="2202"/>
                    </a:cubicBezTo>
                    <a:cubicBezTo>
                      <a:pt x="5357" y="2202"/>
                      <a:pt x="5386" y="2200"/>
                      <a:pt x="5417" y="2196"/>
                    </a:cubicBezTo>
                    <a:cubicBezTo>
                      <a:pt x="5420" y="2198"/>
                      <a:pt x="5424" y="2199"/>
                      <a:pt x="5428" y="2199"/>
                    </a:cubicBezTo>
                    <a:cubicBezTo>
                      <a:pt x="5431" y="2199"/>
                      <a:pt x="5435" y="2198"/>
                      <a:pt x="5438" y="2196"/>
                    </a:cubicBezTo>
                    <a:cubicBezTo>
                      <a:pt x="5439" y="2197"/>
                      <a:pt x="5440" y="2198"/>
                      <a:pt x="5443" y="2198"/>
                    </a:cubicBezTo>
                    <a:cubicBezTo>
                      <a:pt x="5445" y="2198"/>
                      <a:pt x="5447" y="2197"/>
                      <a:pt x="5448" y="2196"/>
                    </a:cubicBezTo>
                    <a:cubicBezTo>
                      <a:pt x="5450" y="2198"/>
                      <a:pt x="5452" y="2199"/>
                      <a:pt x="5453" y="2199"/>
                    </a:cubicBezTo>
                    <a:cubicBezTo>
                      <a:pt x="5455" y="2199"/>
                      <a:pt x="5457" y="2198"/>
                      <a:pt x="5459" y="2196"/>
                    </a:cubicBezTo>
                    <a:cubicBezTo>
                      <a:pt x="5462" y="2198"/>
                      <a:pt x="5467" y="2199"/>
                      <a:pt x="5471" y="2199"/>
                    </a:cubicBezTo>
                    <a:cubicBezTo>
                      <a:pt x="5475" y="2199"/>
                      <a:pt x="5480" y="2198"/>
                      <a:pt x="5483" y="2196"/>
                    </a:cubicBezTo>
                    <a:cubicBezTo>
                      <a:pt x="5485" y="2198"/>
                      <a:pt x="5487" y="2199"/>
                      <a:pt x="5490" y="2199"/>
                    </a:cubicBezTo>
                    <a:cubicBezTo>
                      <a:pt x="5493" y="2199"/>
                      <a:pt x="5495" y="2198"/>
                      <a:pt x="5497" y="2196"/>
                    </a:cubicBezTo>
                    <a:cubicBezTo>
                      <a:pt x="5498" y="2198"/>
                      <a:pt x="5499" y="2198"/>
                      <a:pt x="5501" y="2198"/>
                    </a:cubicBezTo>
                    <a:cubicBezTo>
                      <a:pt x="5503" y="2198"/>
                      <a:pt x="5505" y="2196"/>
                      <a:pt x="5507" y="2196"/>
                    </a:cubicBezTo>
                    <a:lnTo>
                      <a:pt x="5514" y="2196"/>
                    </a:lnTo>
                    <a:cubicBezTo>
                      <a:pt x="5521" y="2196"/>
                      <a:pt x="5525" y="2196"/>
                      <a:pt x="5531" y="2192"/>
                    </a:cubicBezTo>
                    <a:cubicBezTo>
                      <a:pt x="5532" y="2194"/>
                      <a:pt x="5532" y="2195"/>
                      <a:pt x="5533" y="2195"/>
                    </a:cubicBezTo>
                    <a:cubicBezTo>
                      <a:pt x="5534" y="2195"/>
                      <a:pt x="5535" y="2194"/>
                      <a:pt x="5537" y="2192"/>
                    </a:cubicBezTo>
                    <a:cubicBezTo>
                      <a:pt x="5537" y="2192"/>
                      <a:pt x="5538" y="2194"/>
                      <a:pt x="5540" y="2194"/>
                    </a:cubicBezTo>
                    <a:cubicBezTo>
                      <a:pt x="5541" y="2194"/>
                      <a:pt x="5542" y="2194"/>
                      <a:pt x="5543" y="2192"/>
                    </a:cubicBezTo>
                    <a:cubicBezTo>
                      <a:pt x="5545" y="2194"/>
                      <a:pt x="5548" y="2195"/>
                      <a:pt x="5552" y="2195"/>
                    </a:cubicBezTo>
                    <a:cubicBezTo>
                      <a:pt x="5555" y="2195"/>
                      <a:pt x="5559" y="2194"/>
                      <a:pt x="5562" y="2192"/>
                    </a:cubicBezTo>
                    <a:cubicBezTo>
                      <a:pt x="5565" y="2194"/>
                      <a:pt x="5568" y="2195"/>
                      <a:pt x="5573" y="2195"/>
                    </a:cubicBezTo>
                    <a:cubicBezTo>
                      <a:pt x="5577" y="2195"/>
                      <a:pt x="5581" y="2194"/>
                      <a:pt x="5587" y="2192"/>
                    </a:cubicBezTo>
                    <a:lnTo>
                      <a:pt x="5603" y="2192"/>
                    </a:lnTo>
                    <a:cubicBezTo>
                      <a:pt x="5620" y="2192"/>
                      <a:pt x="5636" y="2192"/>
                      <a:pt x="5655" y="2188"/>
                    </a:cubicBezTo>
                    <a:lnTo>
                      <a:pt x="5659" y="2188"/>
                    </a:lnTo>
                    <a:cubicBezTo>
                      <a:pt x="5660" y="2187"/>
                      <a:pt x="5661" y="2187"/>
                      <a:pt x="5661" y="2187"/>
                    </a:cubicBezTo>
                    <a:cubicBezTo>
                      <a:pt x="5662" y="2187"/>
                      <a:pt x="5662" y="2188"/>
                      <a:pt x="5662" y="2188"/>
                    </a:cubicBezTo>
                    <a:cubicBezTo>
                      <a:pt x="5804" y="2181"/>
                      <a:pt x="5948" y="2170"/>
                      <a:pt x="6089" y="2160"/>
                    </a:cubicBezTo>
                    <a:cubicBezTo>
                      <a:pt x="6014" y="2154"/>
                      <a:pt x="5937" y="2146"/>
                      <a:pt x="5862" y="2145"/>
                    </a:cubicBezTo>
                    <a:cubicBezTo>
                      <a:pt x="5840" y="2142"/>
                      <a:pt x="5820" y="2142"/>
                      <a:pt x="5799" y="2138"/>
                    </a:cubicBezTo>
                    <a:cubicBezTo>
                      <a:pt x="5751" y="2135"/>
                      <a:pt x="5702" y="2128"/>
                      <a:pt x="5654" y="2121"/>
                    </a:cubicBezTo>
                    <a:lnTo>
                      <a:pt x="5650" y="2121"/>
                    </a:lnTo>
                    <a:cubicBezTo>
                      <a:pt x="5633" y="2121"/>
                      <a:pt x="5616" y="2118"/>
                      <a:pt x="5598" y="2118"/>
                    </a:cubicBezTo>
                    <a:cubicBezTo>
                      <a:pt x="5594" y="2118"/>
                      <a:pt x="5588" y="2114"/>
                      <a:pt x="5583" y="2114"/>
                    </a:cubicBezTo>
                    <a:lnTo>
                      <a:pt x="5571" y="2114"/>
                    </a:lnTo>
                    <a:cubicBezTo>
                      <a:pt x="5565" y="2114"/>
                      <a:pt x="5557" y="2110"/>
                      <a:pt x="5550" y="2110"/>
                    </a:cubicBezTo>
                    <a:lnTo>
                      <a:pt x="5546" y="2110"/>
                    </a:lnTo>
                    <a:cubicBezTo>
                      <a:pt x="5539" y="2110"/>
                      <a:pt x="5536" y="2110"/>
                      <a:pt x="5532" y="2105"/>
                    </a:cubicBezTo>
                    <a:lnTo>
                      <a:pt x="5515" y="2105"/>
                    </a:lnTo>
                    <a:cubicBezTo>
                      <a:pt x="5513" y="2105"/>
                      <a:pt x="5511" y="2104"/>
                      <a:pt x="5509" y="2104"/>
                    </a:cubicBezTo>
                    <a:cubicBezTo>
                      <a:pt x="5508" y="2104"/>
                      <a:pt x="5506" y="2104"/>
                      <a:pt x="5505" y="2105"/>
                    </a:cubicBezTo>
                    <a:cubicBezTo>
                      <a:pt x="5501" y="2102"/>
                      <a:pt x="5499" y="2102"/>
                      <a:pt x="5495" y="2102"/>
                    </a:cubicBezTo>
                    <a:lnTo>
                      <a:pt x="5491" y="2102"/>
                    </a:lnTo>
                    <a:cubicBezTo>
                      <a:pt x="5480" y="2102"/>
                      <a:pt x="5471" y="2098"/>
                      <a:pt x="5464" y="2098"/>
                    </a:cubicBezTo>
                    <a:cubicBezTo>
                      <a:pt x="5457" y="2098"/>
                      <a:pt x="5449" y="2094"/>
                      <a:pt x="5446" y="2094"/>
                    </a:cubicBezTo>
                    <a:cubicBezTo>
                      <a:pt x="5436" y="2094"/>
                      <a:pt x="5426" y="2090"/>
                      <a:pt x="5415" y="2090"/>
                    </a:cubicBezTo>
                    <a:lnTo>
                      <a:pt x="5411" y="2090"/>
                    </a:lnTo>
                    <a:cubicBezTo>
                      <a:pt x="5370" y="2084"/>
                      <a:pt x="5328" y="2080"/>
                      <a:pt x="5286" y="2073"/>
                    </a:cubicBezTo>
                    <a:cubicBezTo>
                      <a:pt x="5279" y="2069"/>
                      <a:pt x="5272" y="2069"/>
                      <a:pt x="5266" y="2069"/>
                    </a:cubicBezTo>
                    <a:cubicBezTo>
                      <a:pt x="3332" y="1783"/>
                      <a:pt x="1542" y="106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0"/>
              <p:cNvSpPr/>
              <p:nvPr/>
            </p:nvSpPr>
            <p:spPr>
              <a:xfrm>
                <a:off x="3198150" y="2965550"/>
                <a:ext cx="138650" cy="46475"/>
              </a:xfrm>
              <a:custGeom>
                <a:rect b="b" l="l" r="r" t="t"/>
                <a:pathLst>
                  <a:path extrusionOk="0" h="1859" w="5546">
                    <a:moveTo>
                      <a:pt x="1025" y="0"/>
                    </a:moveTo>
                    <a:cubicBezTo>
                      <a:pt x="985" y="0"/>
                      <a:pt x="948" y="0"/>
                      <a:pt x="909" y="3"/>
                    </a:cubicBezTo>
                    <a:cubicBezTo>
                      <a:pt x="899" y="3"/>
                      <a:pt x="889" y="2"/>
                      <a:pt x="879" y="2"/>
                    </a:cubicBezTo>
                    <a:cubicBezTo>
                      <a:pt x="861" y="2"/>
                      <a:pt x="844" y="4"/>
                      <a:pt x="825" y="7"/>
                    </a:cubicBezTo>
                    <a:cubicBezTo>
                      <a:pt x="808" y="7"/>
                      <a:pt x="789" y="6"/>
                      <a:pt x="771" y="6"/>
                    </a:cubicBezTo>
                    <a:cubicBezTo>
                      <a:pt x="739" y="6"/>
                      <a:pt x="707" y="8"/>
                      <a:pt x="676" y="12"/>
                    </a:cubicBezTo>
                    <a:cubicBezTo>
                      <a:pt x="672" y="9"/>
                      <a:pt x="668" y="8"/>
                      <a:pt x="663" y="8"/>
                    </a:cubicBezTo>
                    <a:cubicBezTo>
                      <a:pt x="659" y="8"/>
                      <a:pt x="655" y="9"/>
                      <a:pt x="651" y="12"/>
                    </a:cubicBezTo>
                    <a:cubicBezTo>
                      <a:pt x="650" y="11"/>
                      <a:pt x="648" y="8"/>
                      <a:pt x="646" y="8"/>
                    </a:cubicBezTo>
                    <a:cubicBezTo>
                      <a:pt x="644" y="8"/>
                      <a:pt x="643" y="11"/>
                      <a:pt x="641" y="12"/>
                    </a:cubicBezTo>
                    <a:cubicBezTo>
                      <a:pt x="640" y="9"/>
                      <a:pt x="639" y="8"/>
                      <a:pt x="638" y="8"/>
                    </a:cubicBezTo>
                    <a:cubicBezTo>
                      <a:pt x="638" y="8"/>
                      <a:pt x="637" y="9"/>
                      <a:pt x="634" y="12"/>
                    </a:cubicBezTo>
                    <a:cubicBezTo>
                      <a:pt x="631" y="9"/>
                      <a:pt x="627" y="8"/>
                      <a:pt x="622" y="8"/>
                    </a:cubicBezTo>
                    <a:cubicBezTo>
                      <a:pt x="618" y="8"/>
                      <a:pt x="613" y="9"/>
                      <a:pt x="610" y="12"/>
                    </a:cubicBezTo>
                    <a:cubicBezTo>
                      <a:pt x="606" y="9"/>
                      <a:pt x="603" y="8"/>
                      <a:pt x="601" y="8"/>
                    </a:cubicBezTo>
                    <a:cubicBezTo>
                      <a:pt x="598" y="8"/>
                      <a:pt x="595" y="9"/>
                      <a:pt x="592" y="12"/>
                    </a:cubicBezTo>
                    <a:lnTo>
                      <a:pt x="576" y="12"/>
                    </a:lnTo>
                    <a:cubicBezTo>
                      <a:pt x="568" y="12"/>
                      <a:pt x="565" y="12"/>
                      <a:pt x="558" y="16"/>
                    </a:cubicBezTo>
                    <a:lnTo>
                      <a:pt x="555" y="16"/>
                    </a:lnTo>
                    <a:cubicBezTo>
                      <a:pt x="553" y="14"/>
                      <a:pt x="551" y="13"/>
                      <a:pt x="549" y="13"/>
                    </a:cubicBezTo>
                    <a:cubicBezTo>
                      <a:pt x="548" y="13"/>
                      <a:pt x="546" y="14"/>
                      <a:pt x="545" y="16"/>
                    </a:cubicBezTo>
                    <a:cubicBezTo>
                      <a:pt x="543" y="14"/>
                      <a:pt x="540" y="13"/>
                      <a:pt x="536" y="13"/>
                    </a:cubicBezTo>
                    <a:cubicBezTo>
                      <a:pt x="533" y="13"/>
                      <a:pt x="529" y="14"/>
                      <a:pt x="526" y="16"/>
                    </a:cubicBezTo>
                    <a:cubicBezTo>
                      <a:pt x="523" y="14"/>
                      <a:pt x="519" y="13"/>
                      <a:pt x="515" y="13"/>
                    </a:cubicBezTo>
                    <a:cubicBezTo>
                      <a:pt x="511" y="13"/>
                      <a:pt x="506" y="14"/>
                      <a:pt x="501" y="16"/>
                    </a:cubicBezTo>
                    <a:lnTo>
                      <a:pt x="473" y="16"/>
                    </a:lnTo>
                    <a:cubicBezTo>
                      <a:pt x="462" y="17"/>
                      <a:pt x="449" y="17"/>
                      <a:pt x="436" y="19"/>
                    </a:cubicBezTo>
                    <a:lnTo>
                      <a:pt x="432" y="19"/>
                    </a:lnTo>
                    <a:cubicBezTo>
                      <a:pt x="290" y="27"/>
                      <a:pt x="143" y="37"/>
                      <a:pt x="1" y="48"/>
                    </a:cubicBezTo>
                    <a:cubicBezTo>
                      <a:pt x="77" y="54"/>
                      <a:pt x="155" y="62"/>
                      <a:pt x="231" y="68"/>
                    </a:cubicBezTo>
                    <a:cubicBezTo>
                      <a:pt x="256" y="70"/>
                      <a:pt x="276" y="70"/>
                      <a:pt x="300" y="75"/>
                    </a:cubicBezTo>
                    <a:cubicBezTo>
                      <a:pt x="345" y="79"/>
                      <a:pt x="395" y="86"/>
                      <a:pt x="439" y="93"/>
                    </a:cubicBezTo>
                    <a:lnTo>
                      <a:pt x="444" y="93"/>
                    </a:lnTo>
                    <a:cubicBezTo>
                      <a:pt x="462" y="93"/>
                      <a:pt x="476" y="96"/>
                      <a:pt x="493" y="96"/>
                    </a:cubicBezTo>
                    <a:cubicBezTo>
                      <a:pt x="500" y="96"/>
                      <a:pt x="504" y="100"/>
                      <a:pt x="511" y="100"/>
                    </a:cubicBezTo>
                    <a:lnTo>
                      <a:pt x="525" y="100"/>
                    </a:lnTo>
                    <a:cubicBezTo>
                      <a:pt x="531" y="100"/>
                      <a:pt x="535" y="104"/>
                      <a:pt x="542" y="104"/>
                    </a:cubicBezTo>
                    <a:lnTo>
                      <a:pt x="546" y="104"/>
                    </a:lnTo>
                    <a:cubicBezTo>
                      <a:pt x="552" y="104"/>
                      <a:pt x="558" y="104"/>
                      <a:pt x="562" y="109"/>
                    </a:cubicBezTo>
                    <a:lnTo>
                      <a:pt x="587" y="109"/>
                    </a:lnTo>
                    <a:cubicBezTo>
                      <a:pt x="591" y="113"/>
                      <a:pt x="593" y="113"/>
                      <a:pt x="597" y="113"/>
                    </a:cubicBezTo>
                    <a:lnTo>
                      <a:pt x="606" y="113"/>
                    </a:lnTo>
                    <a:cubicBezTo>
                      <a:pt x="616" y="113"/>
                      <a:pt x="623" y="116"/>
                      <a:pt x="629" y="116"/>
                    </a:cubicBezTo>
                    <a:cubicBezTo>
                      <a:pt x="637" y="116"/>
                      <a:pt x="640" y="116"/>
                      <a:pt x="647" y="120"/>
                    </a:cubicBezTo>
                    <a:cubicBezTo>
                      <a:pt x="657" y="120"/>
                      <a:pt x="671" y="124"/>
                      <a:pt x="681" y="124"/>
                    </a:cubicBezTo>
                    <a:cubicBezTo>
                      <a:pt x="722" y="131"/>
                      <a:pt x="761" y="135"/>
                      <a:pt x="803" y="142"/>
                    </a:cubicBezTo>
                    <a:cubicBezTo>
                      <a:pt x="810" y="142"/>
                      <a:pt x="820" y="146"/>
                      <a:pt x="826" y="146"/>
                    </a:cubicBezTo>
                    <a:cubicBezTo>
                      <a:pt x="2536" y="396"/>
                      <a:pt x="4133" y="992"/>
                      <a:pt x="5546" y="1859"/>
                    </a:cubicBezTo>
                    <a:lnTo>
                      <a:pt x="5546" y="845"/>
                    </a:lnTo>
                    <a:cubicBezTo>
                      <a:pt x="4143" y="305"/>
                      <a:pt x="2619" y="6"/>
                      <a:pt x="1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0"/>
              <p:cNvSpPr/>
              <p:nvPr/>
            </p:nvSpPr>
            <p:spPr>
              <a:xfrm>
                <a:off x="3211425" y="2791800"/>
                <a:ext cx="84900" cy="189025"/>
              </a:xfrm>
              <a:custGeom>
                <a:rect b="b" l="l" r="r" t="t"/>
                <a:pathLst>
                  <a:path extrusionOk="0" h="7561" w="3396">
                    <a:moveTo>
                      <a:pt x="1835" y="1"/>
                    </a:moveTo>
                    <a:cubicBezTo>
                      <a:pt x="671" y="1906"/>
                      <a:pt x="0" y="4144"/>
                      <a:pt x="0" y="6538"/>
                    </a:cubicBezTo>
                    <a:cubicBezTo>
                      <a:pt x="0" y="6580"/>
                      <a:pt x="0" y="6619"/>
                      <a:pt x="4" y="6660"/>
                    </a:cubicBezTo>
                    <a:cubicBezTo>
                      <a:pt x="0" y="6684"/>
                      <a:pt x="0" y="6705"/>
                      <a:pt x="4" y="6729"/>
                    </a:cubicBezTo>
                    <a:cubicBezTo>
                      <a:pt x="4" y="6782"/>
                      <a:pt x="4" y="6832"/>
                      <a:pt x="9" y="6883"/>
                    </a:cubicBezTo>
                    <a:lnTo>
                      <a:pt x="9" y="6949"/>
                    </a:lnTo>
                    <a:cubicBezTo>
                      <a:pt x="9" y="6955"/>
                      <a:pt x="9" y="6963"/>
                      <a:pt x="12" y="6970"/>
                    </a:cubicBezTo>
                    <a:lnTo>
                      <a:pt x="12" y="7055"/>
                    </a:lnTo>
                    <a:cubicBezTo>
                      <a:pt x="12" y="7055"/>
                      <a:pt x="16" y="7055"/>
                      <a:pt x="12" y="7060"/>
                    </a:cubicBezTo>
                    <a:cubicBezTo>
                      <a:pt x="16" y="7064"/>
                      <a:pt x="16" y="7068"/>
                      <a:pt x="12" y="7074"/>
                    </a:cubicBezTo>
                    <a:cubicBezTo>
                      <a:pt x="16" y="7078"/>
                      <a:pt x="16" y="7080"/>
                      <a:pt x="16" y="7084"/>
                    </a:cubicBezTo>
                    <a:lnTo>
                      <a:pt x="16" y="7115"/>
                    </a:lnTo>
                    <a:cubicBezTo>
                      <a:pt x="16" y="7119"/>
                      <a:pt x="20" y="7126"/>
                      <a:pt x="20" y="7130"/>
                    </a:cubicBezTo>
                    <a:cubicBezTo>
                      <a:pt x="26" y="7271"/>
                      <a:pt x="36" y="7419"/>
                      <a:pt x="47" y="7560"/>
                    </a:cubicBezTo>
                    <a:cubicBezTo>
                      <a:pt x="53" y="7481"/>
                      <a:pt x="61" y="7404"/>
                      <a:pt x="67" y="7324"/>
                    </a:cubicBezTo>
                    <a:cubicBezTo>
                      <a:pt x="70" y="7303"/>
                      <a:pt x="70" y="7283"/>
                      <a:pt x="74" y="7262"/>
                    </a:cubicBezTo>
                    <a:lnTo>
                      <a:pt x="74" y="7259"/>
                    </a:lnTo>
                    <a:cubicBezTo>
                      <a:pt x="78" y="7213"/>
                      <a:pt x="86" y="7168"/>
                      <a:pt x="92" y="7123"/>
                    </a:cubicBezTo>
                    <a:lnTo>
                      <a:pt x="92" y="7119"/>
                    </a:lnTo>
                    <a:cubicBezTo>
                      <a:pt x="92" y="7102"/>
                      <a:pt x="96" y="7085"/>
                      <a:pt x="96" y="7068"/>
                    </a:cubicBezTo>
                    <a:cubicBezTo>
                      <a:pt x="96" y="7060"/>
                      <a:pt x="99" y="7055"/>
                      <a:pt x="99" y="7049"/>
                    </a:cubicBezTo>
                    <a:cubicBezTo>
                      <a:pt x="103" y="7049"/>
                      <a:pt x="99" y="7045"/>
                      <a:pt x="99" y="7045"/>
                    </a:cubicBezTo>
                    <a:lnTo>
                      <a:pt x="99" y="7039"/>
                    </a:lnTo>
                    <a:cubicBezTo>
                      <a:pt x="99" y="7033"/>
                      <a:pt x="103" y="7025"/>
                      <a:pt x="103" y="7018"/>
                    </a:cubicBezTo>
                    <a:lnTo>
                      <a:pt x="103" y="7012"/>
                    </a:lnTo>
                    <a:cubicBezTo>
                      <a:pt x="103" y="7008"/>
                      <a:pt x="103" y="7006"/>
                      <a:pt x="108" y="7002"/>
                    </a:cubicBezTo>
                    <a:lnTo>
                      <a:pt x="108" y="6977"/>
                    </a:lnTo>
                    <a:lnTo>
                      <a:pt x="108" y="6973"/>
                    </a:lnTo>
                    <a:cubicBezTo>
                      <a:pt x="112" y="6971"/>
                      <a:pt x="112" y="6967"/>
                      <a:pt x="112" y="6967"/>
                    </a:cubicBezTo>
                    <a:lnTo>
                      <a:pt x="112" y="6961"/>
                    </a:lnTo>
                    <a:cubicBezTo>
                      <a:pt x="112" y="6950"/>
                      <a:pt x="115" y="6941"/>
                      <a:pt x="115" y="6934"/>
                    </a:cubicBezTo>
                    <a:cubicBezTo>
                      <a:pt x="115" y="6925"/>
                      <a:pt x="119" y="6921"/>
                      <a:pt x="119" y="6915"/>
                    </a:cubicBezTo>
                    <a:cubicBezTo>
                      <a:pt x="119" y="6905"/>
                      <a:pt x="123" y="6899"/>
                      <a:pt x="123" y="6888"/>
                    </a:cubicBezTo>
                    <a:lnTo>
                      <a:pt x="123" y="6884"/>
                    </a:lnTo>
                    <a:cubicBezTo>
                      <a:pt x="129" y="6842"/>
                      <a:pt x="133" y="6796"/>
                      <a:pt x="140" y="6755"/>
                    </a:cubicBezTo>
                    <a:cubicBezTo>
                      <a:pt x="140" y="6751"/>
                      <a:pt x="144" y="6745"/>
                      <a:pt x="144" y="6741"/>
                    </a:cubicBezTo>
                    <a:cubicBezTo>
                      <a:pt x="523" y="4152"/>
                      <a:pt x="1692" y="1822"/>
                      <a:pt x="3396" y="2"/>
                    </a:cubicBezTo>
                    <a:lnTo>
                      <a:pt x="33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0"/>
              <p:cNvSpPr/>
              <p:nvPr/>
            </p:nvSpPr>
            <p:spPr>
              <a:xfrm>
                <a:off x="3121350" y="2952350"/>
                <a:ext cx="92075" cy="214750"/>
              </a:xfrm>
              <a:custGeom>
                <a:rect b="b" l="l" r="r" t="t"/>
                <a:pathLst>
                  <a:path extrusionOk="0" h="8590" w="3683">
                    <a:moveTo>
                      <a:pt x="3636" y="1"/>
                    </a:moveTo>
                    <a:cubicBezTo>
                      <a:pt x="3629" y="80"/>
                      <a:pt x="3622" y="157"/>
                      <a:pt x="3615" y="236"/>
                    </a:cubicBezTo>
                    <a:cubicBezTo>
                      <a:pt x="3613" y="254"/>
                      <a:pt x="3613" y="270"/>
                      <a:pt x="3608" y="288"/>
                    </a:cubicBezTo>
                    <a:cubicBezTo>
                      <a:pt x="3606" y="337"/>
                      <a:pt x="3598" y="389"/>
                      <a:pt x="3592" y="437"/>
                    </a:cubicBezTo>
                    <a:cubicBezTo>
                      <a:pt x="3592" y="455"/>
                      <a:pt x="3592" y="472"/>
                      <a:pt x="3588" y="489"/>
                    </a:cubicBezTo>
                    <a:cubicBezTo>
                      <a:pt x="3588" y="497"/>
                      <a:pt x="3588" y="501"/>
                      <a:pt x="3584" y="508"/>
                    </a:cubicBezTo>
                    <a:lnTo>
                      <a:pt x="3584" y="522"/>
                    </a:lnTo>
                    <a:cubicBezTo>
                      <a:pt x="3584" y="528"/>
                      <a:pt x="3581" y="535"/>
                      <a:pt x="3581" y="543"/>
                    </a:cubicBezTo>
                    <a:lnTo>
                      <a:pt x="3581" y="546"/>
                    </a:lnTo>
                    <a:lnTo>
                      <a:pt x="3581" y="556"/>
                    </a:lnTo>
                    <a:cubicBezTo>
                      <a:pt x="3576" y="564"/>
                      <a:pt x="3576" y="568"/>
                      <a:pt x="3576" y="575"/>
                    </a:cubicBezTo>
                    <a:lnTo>
                      <a:pt x="3576" y="585"/>
                    </a:lnTo>
                    <a:cubicBezTo>
                      <a:pt x="3576" y="587"/>
                      <a:pt x="3572" y="589"/>
                      <a:pt x="3572" y="591"/>
                    </a:cubicBezTo>
                    <a:lnTo>
                      <a:pt x="3572" y="597"/>
                    </a:lnTo>
                    <a:lnTo>
                      <a:pt x="3572" y="601"/>
                    </a:lnTo>
                    <a:cubicBezTo>
                      <a:pt x="3572" y="610"/>
                      <a:pt x="3568" y="620"/>
                      <a:pt x="3568" y="626"/>
                    </a:cubicBezTo>
                    <a:cubicBezTo>
                      <a:pt x="3568" y="633"/>
                      <a:pt x="3568" y="638"/>
                      <a:pt x="3565" y="644"/>
                    </a:cubicBezTo>
                    <a:cubicBezTo>
                      <a:pt x="3565" y="654"/>
                      <a:pt x="3565" y="664"/>
                      <a:pt x="3561" y="675"/>
                    </a:cubicBezTo>
                    <a:lnTo>
                      <a:pt x="3561" y="679"/>
                    </a:lnTo>
                    <a:cubicBezTo>
                      <a:pt x="3555" y="721"/>
                      <a:pt x="3551" y="767"/>
                      <a:pt x="3544" y="808"/>
                    </a:cubicBezTo>
                    <a:cubicBezTo>
                      <a:pt x="3544" y="811"/>
                      <a:pt x="3544" y="818"/>
                      <a:pt x="3540" y="824"/>
                    </a:cubicBezTo>
                    <a:cubicBezTo>
                      <a:pt x="3139" y="3551"/>
                      <a:pt x="1860" y="5997"/>
                      <a:pt x="1" y="7857"/>
                    </a:cubicBezTo>
                    <a:cubicBezTo>
                      <a:pt x="84" y="7929"/>
                      <a:pt x="170" y="7996"/>
                      <a:pt x="259" y="8062"/>
                    </a:cubicBezTo>
                    <a:cubicBezTo>
                      <a:pt x="299" y="8092"/>
                      <a:pt x="341" y="8123"/>
                      <a:pt x="382" y="8151"/>
                    </a:cubicBezTo>
                    <a:cubicBezTo>
                      <a:pt x="546" y="8264"/>
                      <a:pt x="717" y="8370"/>
                      <a:pt x="893" y="8464"/>
                    </a:cubicBezTo>
                    <a:cubicBezTo>
                      <a:pt x="911" y="8475"/>
                      <a:pt x="928" y="8484"/>
                      <a:pt x="946" y="8492"/>
                    </a:cubicBezTo>
                    <a:cubicBezTo>
                      <a:pt x="1011" y="8526"/>
                      <a:pt x="1075" y="8558"/>
                      <a:pt x="1141" y="8589"/>
                    </a:cubicBezTo>
                    <a:cubicBezTo>
                      <a:pt x="2733" y="6483"/>
                      <a:pt x="3678" y="3863"/>
                      <a:pt x="3678" y="1020"/>
                    </a:cubicBezTo>
                    <a:cubicBezTo>
                      <a:pt x="3678" y="983"/>
                      <a:pt x="3678" y="941"/>
                      <a:pt x="3680" y="897"/>
                    </a:cubicBezTo>
                    <a:cubicBezTo>
                      <a:pt x="3683" y="871"/>
                      <a:pt x="3683" y="844"/>
                      <a:pt x="3680" y="818"/>
                    </a:cubicBezTo>
                    <a:lnTo>
                      <a:pt x="3680" y="814"/>
                    </a:lnTo>
                    <a:cubicBezTo>
                      <a:pt x="3680" y="767"/>
                      <a:pt x="3680" y="718"/>
                      <a:pt x="3675" y="673"/>
                    </a:cubicBezTo>
                    <a:lnTo>
                      <a:pt x="3675" y="652"/>
                    </a:lnTo>
                    <a:lnTo>
                      <a:pt x="3675" y="646"/>
                    </a:lnTo>
                    <a:lnTo>
                      <a:pt x="3675" y="639"/>
                    </a:lnTo>
                    <a:lnTo>
                      <a:pt x="3675" y="608"/>
                    </a:lnTo>
                    <a:cubicBezTo>
                      <a:pt x="3675" y="601"/>
                      <a:pt x="3675" y="594"/>
                      <a:pt x="3672" y="587"/>
                    </a:cubicBezTo>
                    <a:lnTo>
                      <a:pt x="3672" y="581"/>
                    </a:lnTo>
                    <a:lnTo>
                      <a:pt x="3672" y="575"/>
                    </a:lnTo>
                    <a:lnTo>
                      <a:pt x="3672" y="501"/>
                    </a:lnTo>
                    <a:cubicBezTo>
                      <a:pt x="3668" y="497"/>
                      <a:pt x="3672" y="497"/>
                      <a:pt x="3672" y="497"/>
                    </a:cubicBezTo>
                    <a:cubicBezTo>
                      <a:pt x="3668" y="489"/>
                      <a:pt x="3668" y="487"/>
                      <a:pt x="3672" y="483"/>
                    </a:cubicBezTo>
                    <a:cubicBezTo>
                      <a:pt x="3668" y="481"/>
                      <a:pt x="3668" y="477"/>
                      <a:pt x="3668" y="477"/>
                    </a:cubicBezTo>
                    <a:lnTo>
                      <a:pt x="3668" y="431"/>
                    </a:lnTo>
                    <a:lnTo>
                      <a:pt x="3664" y="431"/>
                    </a:lnTo>
                    <a:cubicBezTo>
                      <a:pt x="3657" y="286"/>
                      <a:pt x="3647" y="142"/>
                      <a:pt x="3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0"/>
              <p:cNvSpPr/>
              <p:nvPr/>
            </p:nvSpPr>
            <p:spPr>
              <a:xfrm>
                <a:off x="3074375" y="2959275"/>
                <a:ext cx="150200" cy="54575"/>
              </a:xfrm>
              <a:custGeom>
                <a:rect b="b" l="l" r="r" t="t"/>
                <a:pathLst>
                  <a:path extrusionOk="0" h="2183" w="6008">
                    <a:moveTo>
                      <a:pt x="6008" y="0"/>
                    </a:moveTo>
                    <a:cubicBezTo>
                      <a:pt x="5935" y="36"/>
                      <a:pt x="5859" y="71"/>
                      <a:pt x="5785" y="104"/>
                    </a:cubicBezTo>
                    <a:cubicBezTo>
                      <a:pt x="5768" y="110"/>
                      <a:pt x="5754" y="118"/>
                      <a:pt x="5739" y="124"/>
                    </a:cubicBezTo>
                    <a:cubicBezTo>
                      <a:pt x="5694" y="141"/>
                      <a:pt x="5649" y="162"/>
                      <a:pt x="5608" y="180"/>
                    </a:cubicBezTo>
                    <a:cubicBezTo>
                      <a:pt x="5608" y="184"/>
                      <a:pt x="5608" y="184"/>
                      <a:pt x="5604" y="184"/>
                    </a:cubicBezTo>
                    <a:cubicBezTo>
                      <a:pt x="5588" y="190"/>
                      <a:pt x="5573" y="197"/>
                      <a:pt x="5559" y="201"/>
                    </a:cubicBezTo>
                    <a:cubicBezTo>
                      <a:pt x="5551" y="204"/>
                      <a:pt x="5547" y="207"/>
                      <a:pt x="5544" y="207"/>
                    </a:cubicBezTo>
                    <a:cubicBezTo>
                      <a:pt x="5542" y="207"/>
                      <a:pt x="5538" y="211"/>
                      <a:pt x="5538" y="211"/>
                    </a:cubicBezTo>
                    <a:lnTo>
                      <a:pt x="5534" y="211"/>
                    </a:lnTo>
                    <a:lnTo>
                      <a:pt x="5534" y="215"/>
                    </a:lnTo>
                    <a:cubicBezTo>
                      <a:pt x="5528" y="215"/>
                      <a:pt x="5520" y="217"/>
                      <a:pt x="5513" y="221"/>
                    </a:cubicBezTo>
                    <a:cubicBezTo>
                      <a:pt x="5511" y="221"/>
                      <a:pt x="5507" y="225"/>
                      <a:pt x="5507" y="225"/>
                    </a:cubicBezTo>
                    <a:cubicBezTo>
                      <a:pt x="5500" y="225"/>
                      <a:pt x="5497" y="230"/>
                      <a:pt x="5493" y="230"/>
                    </a:cubicBezTo>
                    <a:cubicBezTo>
                      <a:pt x="5485" y="232"/>
                      <a:pt x="5482" y="236"/>
                      <a:pt x="5479" y="236"/>
                    </a:cubicBezTo>
                    <a:cubicBezTo>
                      <a:pt x="5479" y="240"/>
                      <a:pt x="5479" y="240"/>
                      <a:pt x="5475" y="240"/>
                    </a:cubicBezTo>
                    <a:lnTo>
                      <a:pt x="5471" y="240"/>
                    </a:lnTo>
                    <a:cubicBezTo>
                      <a:pt x="5468" y="240"/>
                      <a:pt x="5465" y="243"/>
                      <a:pt x="5465" y="243"/>
                    </a:cubicBezTo>
                    <a:cubicBezTo>
                      <a:pt x="5462" y="243"/>
                      <a:pt x="5457" y="243"/>
                      <a:pt x="5457" y="247"/>
                    </a:cubicBezTo>
                    <a:cubicBezTo>
                      <a:pt x="5448" y="251"/>
                      <a:pt x="5440" y="253"/>
                      <a:pt x="5434" y="257"/>
                    </a:cubicBezTo>
                    <a:cubicBezTo>
                      <a:pt x="5425" y="257"/>
                      <a:pt x="5423" y="260"/>
                      <a:pt x="5419" y="264"/>
                    </a:cubicBezTo>
                    <a:cubicBezTo>
                      <a:pt x="5409" y="268"/>
                      <a:pt x="5399" y="271"/>
                      <a:pt x="5388" y="274"/>
                    </a:cubicBezTo>
                    <a:lnTo>
                      <a:pt x="5384" y="274"/>
                    </a:lnTo>
                    <a:lnTo>
                      <a:pt x="5384" y="278"/>
                    </a:lnTo>
                    <a:cubicBezTo>
                      <a:pt x="5347" y="292"/>
                      <a:pt x="5308" y="305"/>
                      <a:pt x="5274" y="319"/>
                    </a:cubicBezTo>
                    <a:cubicBezTo>
                      <a:pt x="5267" y="323"/>
                      <a:pt x="5259" y="326"/>
                      <a:pt x="5253" y="330"/>
                    </a:cubicBezTo>
                    <a:cubicBezTo>
                      <a:pt x="3756" y="923"/>
                      <a:pt x="2195" y="1209"/>
                      <a:pt x="648" y="1209"/>
                    </a:cubicBezTo>
                    <a:cubicBezTo>
                      <a:pt x="432" y="1209"/>
                      <a:pt x="216" y="1204"/>
                      <a:pt x="0" y="1192"/>
                    </a:cubicBezTo>
                    <a:lnTo>
                      <a:pt x="0" y="2182"/>
                    </a:lnTo>
                    <a:cubicBezTo>
                      <a:pt x="1762" y="2025"/>
                      <a:pt x="3517" y="1490"/>
                      <a:pt x="5150" y="549"/>
                    </a:cubicBezTo>
                    <a:cubicBezTo>
                      <a:pt x="5188" y="525"/>
                      <a:pt x="5229" y="504"/>
                      <a:pt x="5269" y="475"/>
                    </a:cubicBezTo>
                    <a:cubicBezTo>
                      <a:pt x="5275" y="473"/>
                      <a:pt x="5281" y="470"/>
                      <a:pt x="5287" y="467"/>
                    </a:cubicBezTo>
                    <a:lnTo>
                      <a:pt x="5289" y="467"/>
                    </a:lnTo>
                    <a:cubicBezTo>
                      <a:pt x="5300" y="460"/>
                      <a:pt x="5310" y="453"/>
                      <a:pt x="5320" y="444"/>
                    </a:cubicBezTo>
                    <a:cubicBezTo>
                      <a:pt x="5362" y="424"/>
                      <a:pt x="5400" y="397"/>
                      <a:pt x="5441" y="369"/>
                    </a:cubicBezTo>
                    <a:cubicBezTo>
                      <a:pt x="5447" y="369"/>
                      <a:pt x="5455" y="365"/>
                      <a:pt x="5462" y="359"/>
                    </a:cubicBezTo>
                    <a:lnTo>
                      <a:pt x="5462" y="354"/>
                    </a:lnTo>
                    <a:lnTo>
                      <a:pt x="5466" y="354"/>
                    </a:lnTo>
                    <a:cubicBezTo>
                      <a:pt x="5468" y="354"/>
                      <a:pt x="5468" y="354"/>
                      <a:pt x="5472" y="350"/>
                    </a:cubicBezTo>
                    <a:cubicBezTo>
                      <a:pt x="5475" y="350"/>
                      <a:pt x="5475" y="350"/>
                      <a:pt x="5478" y="346"/>
                    </a:cubicBezTo>
                    <a:cubicBezTo>
                      <a:pt x="5486" y="343"/>
                      <a:pt x="5491" y="339"/>
                      <a:pt x="5497" y="333"/>
                    </a:cubicBezTo>
                    <a:cubicBezTo>
                      <a:pt x="5503" y="333"/>
                      <a:pt x="5507" y="329"/>
                      <a:pt x="5513" y="322"/>
                    </a:cubicBezTo>
                    <a:cubicBezTo>
                      <a:pt x="5517" y="322"/>
                      <a:pt x="5519" y="322"/>
                      <a:pt x="5524" y="318"/>
                    </a:cubicBezTo>
                    <a:cubicBezTo>
                      <a:pt x="5527" y="318"/>
                      <a:pt x="5527" y="315"/>
                      <a:pt x="5530" y="312"/>
                    </a:cubicBezTo>
                    <a:cubicBezTo>
                      <a:pt x="5534" y="312"/>
                      <a:pt x="5537" y="309"/>
                      <a:pt x="5540" y="305"/>
                    </a:cubicBezTo>
                    <a:lnTo>
                      <a:pt x="5544" y="305"/>
                    </a:lnTo>
                    <a:cubicBezTo>
                      <a:pt x="5547" y="305"/>
                      <a:pt x="5550" y="299"/>
                      <a:pt x="5550" y="299"/>
                    </a:cubicBezTo>
                    <a:cubicBezTo>
                      <a:pt x="5559" y="299"/>
                      <a:pt x="5565" y="292"/>
                      <a:pt x="5569" y="292"/>
                    </a:cubicBezTo>
                    <a:cubicBezTo>
                      <a:pt x="5575" y="284"/>
                      <a:pt x="5583" y="282"/>
                      <a:pt x="5590" y="278"/>
                    </a:cubicBezTo>
                    <a:lnTo>
                      <a:pt x="5590" y="274"/>
                    </a:lnTo>
                    <a:cubicBezTo>
                      <a:pt x="5597" y="274"/>
                      <a:pt x="5600" y="272"/>
                      <a:pt x="5604" y="268"/>
                    </a:cubicBezTo>
                    <a:cubicBezTo>
                      <a:pt x="5621" y="257"/>
                      <a:pt x="5635" y="251"/>
                      <a:pt x="5648" y="237"/>
                    </a:cubicBezTo>
                    <a:lnTo>
                      <a:pt x="5653" y="237"/>
                    </a:lnTo>
                    <a:cubicBezTo>
                      <a:pt x="5771" y="160"/>
                      <a:pt x="5889" y="81"/>
                      <a:pt x="6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0"/>
              <p:cNvSpPr/>
              <p:nvPr/>
            </p:nvSpPr>
            <p:spPr>
              <a:xfrm>
                <a:off x="3200150" y="2920825"/>
                <a:ext cx="136650" cy="53025"/>
              </a:xfrm>
              <a:custGeom>
                <a:rect b="b" l="l" r="r" t="t"/>
                <a:pathLst>
                  <a:path extrusionOk="0" h="2121" w="5466">
                    <a:moveTo>
                      <a:pt x="5466" y="1"/>
                    </a:moveTo>
                    <a:cubicBezTo>
                      <a:pt x="3891" y="212"/>
                      <a:pt x="2329" y="730"/>
                      <a:pt x="862" y="1569"/>
                    </a:cubicBezTo>
                    <a:cubicBezTo>
                      <a:pt x="824" y="1590"/>
                      <a:pt x="790" y="1615"/>
                      <a:pt x="751" y="1640"/>
                    </a:cubicBezTo>
                    <a:cubicBezTo>
                      <a:pt x="734" y="1646"/>
                      <a:pt x="712" y="1656"/>
                      <a:pt x="695" y="1675"/>
                    </a:cubicBezTo>
                    <a:cubicBezTo>
                      <a:pt x="652" y="1694"/>
                      <a:pt x="607" y="1723"/>
                      <a:pt x="566" y="1750"/>
                    </a:cubicBezTo>
                    <a:cubicBezTo>
                      <a:pt x="563" y="1750"/>
                      <a:pt x="555" y="1754"/>
                      <a:pt x="552" y="1760"/>
                    </a:cubicBezTo>
                    <a:cubicBezTo>
                      <a:pt x="551" y="1760"/>
                      <a:pt x="550" y="1760"/>
                      <a:pt x="549" y="1760"/>
                    </a:cubicBezTo>
                    <a:cubicBezTo>
                      <a:pt x="547" y="1760"/>
                      <a:pt x="544" y="1761"/>
                      <a:pt x="542" y="1764"/>
                    </a:cubicBezTo>
                    <a:lnTo>
                      <a:pt x="538" y="1769"/>
                    </a:lnTo>
                    <a:cubicBezTo>
                      <a:pt x="535" y="1769"/>
                      <a:pt x="535" y="1769"/>
                      <a:pt x="532" y="1773"/>
                    </a:cubicBezTo>
                    <a:cubicBezTo>
                      <a:pt x="525" y="1776"/>
                      <a:pt x="517" y="1780"/>
                      <a:pt x="511" y="1786"/>
                    </a:cubicBezTo>
                    <a:cubicBezTo>
                      <a:pt x="503" y="1786"/>
                      <a:pt x="499" y="1790"/>
                      <a:pt x="493" y="1796"/>
                    </a:cubicBezTo>
                    <a:cubicBezTo>
                      <a:pt x="490" y="1796"/>
                      <a:pt x="490" y="1796"/>
                      <a:pt x="486" y="1801"/>
                    </a:cubicBezTo>
                    <a:cubicBezTo>
                      <a:pt x="482" y="1801"/>
                      <a:pt x="480" y="1804"/>
                      <a:pt x="476" y="1807"/>
                    </a:cubicBezTo>
                    <a:lnTo>
                      <a:pt x="472" y="1807"/>
                    </a:lnTo>
                    <a:cubicBezTo>
                      <a:pt x="472" y="1807"/>
                      <a:pt x="468" y="1807"/>
                      <a:pt x="468" y="1811"/>
                    </a:cubicBezTo>
                    <a:cubicBezTo>
                      <a:pt x="466" y="1811"/>
                      <a:pt x="462" y="1817"/>
                      <a:pt x="462" y="1817"/>
                    </a:cubicBezTo>
                    <a:cubicBezTo>
                      <a:pt x="460" y="1817"/>
                      <a:pt x="455" y="1821"/>
                      <a:pt x="455" y="1821"/>
                    </a:cubicBezTo>
                    <a:cubicBezTo>
                      <a:pt x="447" y="1821"/>
                      <a:pt x="445" y="1824"/>
                      <a:pt x="441" y="1827"/>
                    </a:cubicBezTo>
                    <a:cubicBezTo>
                      <a:pt x="435" y="1832"/>
                      <a:pt x="426" y="1838"/>
                      <a:pt x="420" y="1842"/>
                    </a:cubicBezTo>
                    <a:cubicBezTo>
                      <a:pt x="416" y="1842"/>
                      <a:pt x="416" y="1846"/>
                      <a:pt x="416" y="1846"/>
                    </a:cubicBezTo>
                    <a:cubicBezTo>
                      <a:pt x="409" y="1846"/>
                      <a:pt x="406" y="1848"/>
                      <a:pt x="403" y="1852"/>
                    </a:cubicBezTo>
                    <a:cubicBezTo>
                      <a:pt x="389" y="1862"/>
                      <a:pt x="375" y="1871"/>
                      <a:pt x="361" y="1881"/>
                    </a:cubicBezTo>
                    <a:cubicBezTo>
                      <a:pt x="357" y="1881"/>
                      <a:pt x="357" y="1884"/>
                      <a:pt x="357" y="1884"/>
                    </a:cubicBezTo>
                    <a:cubicBezTo>
                      <a:pt x="236" y="1961"/>
                      <a:pt x="119" y="2041"/>
                      <a:pt x="0" y="2120"/>
                    </a:cubicBezTo>
                    <a:cubicBezTo>
                      <a:pt x="76" y="2083"/>
                      <a:pt x="156" y="2048"/>
                      <a:pt x="232" y="2013"/>
                    </a:cubicBezTo>
                    <a:cubicBezTo>
                      <a:pt x="239" y="2011"/>
                      <a:pt x="245" y="2007"/>
                      <a:pt x="251" y="2005"/>
                    </a:cubicBezTo>
                    <a:lnTo>
                      <a:pt x="253" y="2005"/>
                    </a:lnTo>
                    <a:cubicBezTo>
                      <a:pt x="259" y="2001"/>
                      <a:pt x="267" y="1998"/>
                      <a:pt x="274" y="1997"/>
                    </a:cubicBezTo>
                    <a:cubicBezTo>
                      <a:pt x="318" y="1976"/>
                      <a:pt x="361" y="1958"/>
                      <a:pt x="403" y="1941"/>
                    </a:cubicBezTo>
                    <a:lnTo>
                      <a:pt x="403" y="1938"/>
                    </a:lnTo>
                    <a:cubicBezTo>
                      <a:pt x="420" y="1931"/>
                      <a:pt x="437" y="1924"/>
                      <a:pt x="451" y="1920"/>
                    </a:cubicBezTo>
                    <a:cubicBezTo>
                      <a:pt x="455" y="1918"/>
                      <a:pt x="457" y="1918"/>
                      <a:pt x="462" y="1914"/>
                    </a:cubicBezTo>
                    <a:cubicBezTo>
                      <a:pt x="466" y="1914"/>
                      <a:pt x="468" y="1910"/>
                      <a:pt x="472" y="1910"/>
                    </a:cubicBezTo>
                    <a:cubicBezTo>
                      <a:pt x="474" y="1908"/>
                      <a:pt x="475" y="1908"/>
                      <a:pt x="476" y="1908"/>
                    </a:cubicBezTo>
                    <a:cubicBezTo>
                      <a:pt x="476" y="1908"/>
                      <a:pt x="476" y="1908"/>
                      <a:pt x="476" y="1910"/>
                    </a:cubicBezTo>
                    <a:cubicBezTo>
                      <a:pt x="482" y="1907"/>
                      <a:pt x="490" y="1904"/>
                      <a:pt x="497" y="1900"/>
                    </a:cubicBezTo>
                    <a:lnTo>
                      <a:pt x="504" y="1900"/>
                    </a:lnTo>
                    <a:cubicBezTo>
                      <a:pt x="508" y="1898"/>
                      <a:pt x="511" y="1893"/>
                      <a:pt x="514" y="1893"/>
                    </a:cubicBezTo>
                    <a:cubicBezTo>
                      <a:pt x="522" y="1891"/>
                      <a:pt x="529" y="1887"/>
                      <a:pt x="533" y="1887"/>
                    </a:cubicBezTo>
                    <a:cubicBezTo>
                      <a:pt x="533" y="1887"/>
                      <a:pt x="533" y="1883"/>
                      <a:pt x="537" y="1883"/>
                    </a:cubicBezTo>
                    <a:lnTo>
                      <a:pt x="547" y="1883"/>
                    </a:lnTo>
                    <a:lnTo>
                      <a:pt x="551" y="1879"/>
                    </a:lnTo>
                    <a:cubicBezTo>
                      <a:pt x="562" y="1873"/>
                      <a:pt x="573" y="1869"/>
                      <a:pt x="579" y="1869"/>
                    </a:cubicBezTo>
                    <a:cubicBezTo>
                      <a:pt x="587" y="1867"/>
                      <a:pt x="590" y="1862"/>
                      <a:pt x="594" y="1862"/>
                    </a:cubicBezTo>
                    <a:cubicBezTo>
                      <a:pt x="604" y="1855"/>
                      <a:pt x="614" y="1852"/>
                      <a:pt x="625" y="1848"/>
                    </a:cubicBezTo>
                    <a:lnTo>
                      <a:pt x="629" y="1848"/>
                    </a:lnTo>
                    <a:cubicBezTo>
                      <a:pt x="630" y="1847"/>
                      <a:pt x="630" y="1847"/>
                      <a:pt x="631" y="1847"/>
                    </a:cubicBezTo>
                    <a:cubicBezTo>
                      <a:pt x="632" y="1847"/>
                      <a:pt x="632" y="1848"/>
                      <a:pt x="632" y="1848"/>
                    </a:cubicBezTo>
                    <a:cubicBezTo>
                      <a:pt x="671" y="1832"/>
                      <a:pt x="708" y="1814"/>
                      <a:pt x="746" y="1804"/>
                    </a:cubicBezTo>
                    <a:cubicBezTo>
                      <a:pt x="754" y="1796"/>
                      <a:pt x="761" y="1793"/>
                      <a:pt x="768" y="1793"/>
                    </a:cubicBezTo>
                    <a:cubicBezTo>
                      <a:pt x="2265" y="1198"/>
                      <a:pt x="3829" y="913"/>
                      <a:pt x="5375" y="913"/>
                    </a:cubicBezTo>
                    <a:cubicBezTo>
                      <a:pt x="5405" y="913"/>
                      <a:pt x="5436" y="913"/>
                      <a:pt x="5466" y="913"/>
                    </a:cubicBezTo>
                    <a:lnTo>
                      <a:pt x="546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0"/>
              <p:cNvSpPr/>
              <p:nvPr/>
            </p:nvSpPr>
            <p:spPr>
              <a:xfrm>
                <a:off x="3162475" y="2791825"/>
                <a:ext cx="57350" cy="186975"/>
              </a:xfrm>
              <a:custGeom>
                <a:rect b="b" l="l" r="r" t="t"/>
                <a:pathLst>
                  <a:path extrusionOk="0" h="7479" w="2294">
                    <a:moveTo>
                      <a:pt x="65" y="1"/>
                    </a:moveTo>
                    <a:cubicBezTo>
                      <a:pt x="1" y="2243"/>
                      <a:pt x="538" y="4529"/>
                      <a:pt x="1743" y="6615"/>
                    </a:cubicBezTo>
                    <a:cubicBezTo>
                      <a:pt x="1760" y="6647"/>
                      <a:pt x="1778" y="6678"/>
                      <a:pt x="1798" y="6709"/>
                    </a:cubicBezTo>
                    <a:cubicBezTo>
                      <a:pt x="1813" y="6734"/>
                      <a:pt x="1827" y="6760"/>
                      <a:pt x="1848" y="6785"/>
                    </a:cubicBezTo>
                    <a:cubicBezTo>
                      <a:pt x="1870" y="6826"/>
                      <a:pt x="1892" y="6869"/>
                      <a:pt x="1921" y="6910"/>
                    </a:cubicBezTo>
                    <a:cubicBezTo>
                      <a:pt x="1925" y="6916"/>
                      <a:pt x="1928" y="6924"/>
                      <a:pt x="1936" y="6931"/>
                    </a:cubicBezTo>
                    <a:cubicBezTo>
                      <a:pt x="1936" y="6935"/>
                      <a:pt x="1936" y="6937"/>
                      <a:pt x="1942" y="6941"/>
                    </a:cubicBezTo>
                    <a:cubicBezTo>
                      <a:pt x="1939" y="6944"/>
                      <a:pt x="1942" y="6944"/>
                      <a:pt x="1946" y="6947"/>
                    </a:cubicBezTo>
                    <a:cubicBezTo>
                      <a:pt x="1949" y="6954"/>
                      <a:pt x="1952" y="6962"/>
                      <a:pt x="1956" y="6968"/>
                    </a:cubicBezTo>
                    <a:cubicBezTo>
                      <a:pt x="1959" y="6972"/>
                      <a:pt x="1962" y="6978"/>
                      <a:pt x="1967" y="6982"/>
                    </a:cubicBezTo>
                    <a:cubicBezTo>
                      <a:pt x="1967" y="6985"/>
                      <a:pt x="1967" y="6985"/>
                      <a:pt x="1970" y="6988"/>
                    </a:cubicBezTo>
                    <a:lnTo>
                      <a:pt x="1974" y="6993"/>
                    </a:lnTo>
                    <a:cubicBezTo>
                      <a:pt x="1974" y="6997"/>
                      <a:pt x="1977" y="7003"/>
                      <a:pt x="1980" y="7007"/>
                    </a:cubicBezTo>
                    <a:lnTo>
                      <a:pt x="1982" y="7008"/>
                    </a:lnTo>
                    <a:cubicBezTo>
                      <a:pt x="1984" y="7011"/>
                      <a:pt x="1984" y="7013"/>
                      <a:pt x="1984" y="7013"/>
                    </a:cubicBezTo>
                    <a:cubicBezTo>
                      <a:pt x="1987" y="7016"/>
                      <a:pt x="1987" y="7019"/>
                      <a:pt x="1990" y="7019"/>
                    </a:cubicBezTo>
                    <a:cubicBezTo>
                      <a:pt x="1994" y="7028"/>
                      <a:pt x="1997" y="7034"/>
                      <a:pt x="2001" y="7038"/>
                    </a:cubicBezTo>
                    <a:cubicBezTo>
                      <a:pt x="2005" y="7044"/>
                      <a:pt x="2008" y="7052"/>
                      <a:pt x="2011" y="7059"/>
                    </a:cubicBezTo>
                    <a:lnTo>
                      <a:pt x="2015" y="7059"/>
                    </a:lnTo>
                    <a:cubicBezTo>
                      <a:pt x="2018" y="7067"/>
                      <a:pt x="2018" y="7069"/>
                      <a:pt x="2021" y="7073"/>
                    </a:cubicBezTo>
                    <a:cubicBezTo>
                      <a:pt x="2021" y="7077"/>
                      <a:pt x="2025" y="7077"/>
                      <a:pt x="2025" y="7077"/>
                    </a:cubicBezTo>
                    <a:cubicBezTo>
                      <a:pt x="2036" y="7091"/>
                      <a:pt x="2044" y="7104"/>
                      <a:pt x="2054" y="7118"/>
                    </a:cubicBezTo>
                    <a:lnTo>
                      <a:pt x="2054" y="7122"/>
                    </a:lnTo>
                    <a:cubicBezTo>
                      <a:pt x="2133" y="7244"/>
                      <a:pt x="2213" y="7362"/>
                      <a:pt x="2294" y="7479"/>
                    </a:cubicBezTo>
                    <a:cubicBezTo>
                      <a:pt x="2262" y="7414"/>
                      <a:pt x="2231" y="7343"/>
                      <a:pt x="2200" y="7277"/>
                    </a:cubicBezTo>
                    <a:cubicBezTo>
                      <a:pt x="2189" y="7256"/>
                      <a:pt x="2181" y="7235"/>
                      <a:pt x="2171" y="7214"/>
                    </a:cubicBezTo>
                    <a:cubicBezTo>
                      <a:pt x="2149" y="7166"/>
                      <a:pt x="2129" y="7121"/>
                      <a:pt x="2108" y="7075"/>
                    </a:cubicBezTo>
                    <a:cubicBezTo>
                      <a:pt x="2102" y="7058"/>
                      <a:pt x="2093" y="7044"/>
                      <a:pt x="2087" y="7030"/>
                    </a:cubicBezTo>
                    <a:cubicBezTo>
                      <a:pt x="2087" y="7022"/>
                      <a:pt x="2085" y="7016"/>
                      <a:pt x="2081" y="7012"/>
                    </a:cubicBezTo>
                    <a:cubicBezTo>
                      <a:pt x="2081" y="7008"/>
                      <a:pt x="2081" y="7006"/>
                      <a:pt x="2077" y="7002"/>
                    </a:cubicBezTo>
                    <a:cubicBezTo>
                      <a:pt x="2073" y="6992"/>
                      <a:pt x="2071" y="6983"/>
                      <a:pt x="2067" y="6977"/>
                    </a:cubicBezTo>
                    <a:lnTo>
                      <a:pt x="2067" y="6973"/>
                    </a:lnTo>
                    <a:cubicBezTo>
                      <a:pt x="2062" y="6971"/>
                      <a:pt x="2062" y="6967"/>
                      <a:pt x="2062" y="6967"/>
                    </a:cubicBezTo>
                    <a:cubicBezTo>
                      <a:pt x="2060" y="6961"/>
                      <a:pt x="2056" y="6952"/>
                      <a:pt x="2056" y="6946"/>
                    </a:cubicBezTo>
                    <a:lnTo>
                      <a:pt x="2052" y="6946"/>
                    </a:lnTo>
                    <a:cubicBezTo>
                      <a:pt x="2052" y="6946"/>
                      <a:pt x="2051" y="6946"/>
                      <a:pt x="2051" y="6945"/>
                    </a:cubicBezTo>
                    <a:cubicBezTo>
                      <a:pt x="2051" y="6944"/>
                      <a:pt x="2051" y="6944"/>
                      <a:pt x="2052" y="6942"/>
                    </a:cubicBezTo>
                    <a:cubicBezTo>
                      <a:pt x="2052" y="6939"/>
                      <a:pt x="2049" y="6936"/>
                      <a:pt x="2049" y="6932"/>
                    </a:cubicBezTo>
                    <a:cubicBezTo>
                      <a:pt x="2049" y="6929"/>
                      <a:pt x="2045" y="6929"/>
                      <a:pt x="2045" y="6929"/>
                    </a:cubicBezTo>
                    <a:cubicBezTo>
                      <a:pt x="2041" y="6918"/>
                      <a:pt x="2039" y="6906"/>
                      <a:pt x="2035" y="6900"/>
                    </a:cubicBezTo>
                    <a:cubicBezTo>
                      <a:pt x="2032" y="6893"/>
                      <a:pt x="2032" y="6887"/>
                      <a:pt x="2028" y="6883"/>
                    </a:cubicBezTo>
                    <a:cubicBezTo>
                      <a:pt x="2024" y="6873"/>
                      <a:pt x="2021" y="6861"/>
                      <a:pt x="2018" y="6854"/>
                    </a:cubicBezTo>
                    <a:lnTo>
                      <a:pt x="2014" y="6854"/>
                    </a:lnTo>
                    <a:cubicBezTo>
                      <a:pt x="2000" y="6813"/>
                      <a:pt x="1983" y="6771"/>
                      <a:pt x="1964" y="6729"/>
                    </a:cubicBezTo>
                    <a:cubicBezTo>
                      <a:pt x="1962" y="6722"/>
                      <a:pt x="1962" y="6715"/>
                      <a:pt x="1958" y="6712"/>
                    </a:cubicBezTo>
                    <a:cubicBezTo>
                      <a:pt x="1094" y="4529"/>
                      <a:pt x="883" y="2209"/>
                      <a:pt x="12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0"/>
              <p:cNvSpPr/>
              <p:nvPr/>
            </p:nvSpPr>
            <p:spPr>
              <a:xfrm>
                <a:off x="3205100" y="2954350"/>
                <a:ext cx="61225" cy="224100"/>
              </a:xfrm>
              <a:custGeom>
                <a:rect b="b" l="l" r="r" t="t"/>
                <a:pathLst>
                  <a:path extrusionOk="0" h="8964" w="2449">
                    <a:moveTo>
                      <a:pt x="0" y="0"/>
                    </a:moveTo>
                    <a:lnTo>
                      <a:pt x="0" y="0"/>
                    </a:lnTo>
                    <a:cubicBezTo>
                      <a:pt x="31" y="69"/>
                      <a:pt x="67" y="136"/>
                      <a:pt x="94" y="206"/>
                    </a:cubicBezTo>
                    <a:cubicBezTo>
                      <a:pt x="105" y="227"/>
                      <a:pt x="115" y="248"/>
                      <a:pt x="125" y="269"/>
                    </a:cubicBezTo>
                    <a:cubicBezTo>
                      <a:pt x="144" y="314"/>
                      <a:pt x="165" y="358"/>
                      <a:pt x="185" y="404"/>
                    </a:cubicBezTo>
                    <a:cubicBezTo>
                      <a:pt x="191" y="422"/>
                      <a:pt x="200" y="439"/>
                      <a:pt x="206" y="453"/>
                    </a:cubicBezTo>
                    <a:cubicBezTo>
                      <a:pt x="206" y="461"/>
                      <a:pt x="210" y="464"/>
                      <a:pt x="210" y="467"/>
                    </a:cubicBezTo>
                    <a:lnTo>
                      <a:pt x="213" y="467"/>
                    </a:lnTo>
                    <a:lnTo>
                      <a:pt x="213" y="471"/>
                    </a:lnTo>
                    <a:cubicBezTo>
                      <a:pt x="213" y="474"/>
                      <a:pt x="217" y="478"/>
                      <a:pt x="217" y="478"/>
                    </a:cubicBezTo>
                    <a:cubicBezTo>
                      <a:pt x="220" y="485"/>
                      <a:pt x="220" y="492"/>
                      <a:pt x="223" y="496"/>
                    </a:cubicBezTo>
                    <a:cubicBezTo>
                      <a:pt x="223" y="498"/>
                      <a:pt x="227" y="502"/>
                      <a:pt x="227" y="502"/>
                    </a:cubicBezTo>
                    <a:cubicBezTo>
                      <a:pt x="227" y="506"/>
                      <a:pt x="232" y="508"/>
                      <a:pt x="232" y="512"/>
                    </a:cubicBezTo>
                    <a:cubicBezTo>
                      <a:pt x="236" y="523"/>
                      <a:pt x="238" y="531"/>
                      <a:pt x="242" y="537"/>
                    </a:cubicBezTo>
                    <a:cubicBezTo>
                      <a:pt x="242" y="541"/>
                      <a:pt x="246" y="543"/>
                      <a:pt x="246" y="547"/>
                    </a:cubicBezTo>
                    <a:cubicBezTo>
                      <a:pt x="246" y="551"/>
                      <a:pt x="250" y="551"/>
                      <a:pt x="250" y="551"/>
                    </a:cubicBezTo>
                    <a:cubicBezTo>
                      <a:pt x="253" y="562"/>
                      <a:pt x="257" y="572"/>
                      <a:pt x="260" y="579"/>
                    </a:cubicBezTo>
                    <a:cubicBezTo>
                      <a:pt x="263" y="588"/>
                      <a:pt x="263" y="590"/>
                      <a:pt x="267" y="594"/>
                    </a:cubicBezTo>
                    <a:cubicBezTo>
                      <a:pt x="269" y="600"/>
                      <a:pt x="269" y="608"/>
                      <a:pt x="273" y="614"/>
                    </a:cubicBezTo>
                    <a:cubicBezTo>
                      <a:pt x="276" y="618"/>
                      <a:pt x="276" y="621"/>
                      <a:pt x="279" y="625"/>
                    </a:cubicBezTo>
                    <a:cubicBezTo>
                      <a:pt x="294" y="664"/>
                      <a:pt x="307" y="701"/>
                      <a:pt x="324" y="739"/>
                    </a:cubicBezTo>
                    <a:lnTo>
                      <a:pt x="324" y="743"/>
                    </a:lnTo>
                    <a:cubicBezTo>
                      <a:pt x="325" y="749"/>
                      <a:pt x="329" y="754"/>
                      <a:pt x="331" y="757"/>
                    </a:cubicBezTo>
                    <a:lnTo>
                      <a:pt x="331" y="760"/>
                    </a:lnTo>
                    <a:cubicBezTo>
                      <a:pt x="1393" y="3440"/>
                      <a:pt x="1471" y="6327"/>
                      <a:pt x="685" y="8963"/>
                    </a:cubicBezTo>
                    <a:cubicBezTo>
                      <a:pt x="708" y="8959"/>
                      <a:pt x="734" y="8957"/>
                      <a:pt x="760" y="8953"/>
                    </a:cubicBezTo>
                    <a:cubicBezTo>
                      <a:pt x="853" y="8941"/>
                      <a:pt x="945" y="8925"/>
                      <a:pt x="1036" y="8906"/>
                    </a:cubicBezTo>
                    <a:cubicBezTo>
                      <a:pt x="1136" y="8886"/>
                      <a:pt x="1235" y="8864"/>
                      <a:pt x="1335" y="8838"/>
                    </a:cubicBezTo>
                    <a:cubicBezTo>
                      <a:pt x="1466" y="8804"/>
                      <a:pt x="1595" y="8766"/>
                      <a:pt x="1723" y="8722"/>
                    </a:cubicBezTo>
                    <a:cubicBezTo>
                      <a:pt x="1870" y="8672"/>
                      <a:pt x="2013" y="8615"/>
                      <a:pt x="2152" y="8554"/>
                    </a:cubicBezTo>
                    <a:cubicBezTo>
                      <a:pt x="2448" y="5975"/>
                      <a:pt x="1949" y="3282"/>
                      <a:pt x="550" y="861"/>
                    </a:cubicBezTo>
                    <a:cubicBezTo>
                      <a:pt x="534" y="830"/>
                      <a:pt x="515" y="799"/>
                      <a:pt x="495" y="770"/>
                    </a:cubicBezTo>
                    <a:cubicBezTo>
                      <a:pt x="480" y="743"/>
                      <a:pt x="467" y="719"/>
                      <a:pt x="446" y="695"/>
                    </a:cubicBezTo>
                    <a:cubicBezTo>
                      <a:pt x="426" y="652"/>
                      <a:pt x="401" y="607"/>
                      <a:pt x="370" y="566"/>
                    </a:cubicBezTo>
                    <a:cubicBezTo>
                      <a:pt x="370" y="559"/>
                      <a:pt x="366" y="551"/>
                      <a:pt x="360" y="545"/>
                    </a:cubicBezTo>
                    <a:lnTo>
                      <a:pt x="355" y="545"/>
                    </a:lnTo>
                    <a:cubicBezTo>
                      <a:pt x="360" y="545"/>
                      <a:pt x="355" y="541"/>
                      <a:pt x="355" y="541"/>
                    </a:cubicBezTo>
                    <a:cubicBezTo>
                      <a:pt x="355" y="541"/>
                      <a:pt x="359" y="540"/>
                      <a:pt x="355" y="538"/>
                    </a:cubicBezTo>
                    <a:lnTo>
                      <a:pt x="351" y="538"/>
                    </a:lnTo>
                    <a:cubicBezTo>
                      <a:pt x="354" y="536"/>
                      <a:pt x="351" y="536"/>
                      <a:pt x="348" y="532"/>
                    </a:cubicBezTo>
                    <a:cubicBezTo>
                      <a:pt x="348" y="526"/>
                      <a:pt x="340" y="514"/>
                      <a:pt x="334" y="507"/>
                    </a:cubicBezTo>
                    <a:cubicBezTo>
                      <a:pt x="334" y="504"/>
                      <a:pt x="330" y="497"/>
                      <a:pt x="323" y="494"/>
                    </a:cubicBezTo>
                    <a:cubicBezTo>
                      <a:pt x="325" y="491"/>
                      <a:pt x="323" y="491"/>
                      <a:pt x="319" y="486"/>
                    </a:cubicBezTo>
                    <a:lnTo>
                      <a:pt x="315" y="483"/>
                    </a:lnTo>
                    <a:cubicBezTo>
                      <a:pt x="315" y="479"/>
                      <a:pt x="313" y="473"/>
                      <a:pt x="309" y="469"/>
                    </a:cubicBezTo>
                    <a:cubicBezTo>
                      <a:pt x="309" y="466"/>
                      <a:pt x="309" y="463"/>
                      <a:pt x="305" y="463"/>
                    </a:cubicBezTo>
                    <a:cubicBezTo>
                      <a:pt x="305" y="460"/>
                      <a:pt x="299" y="455"/>
                      <a:pt x="299" y="455"/>
                    </a:cubicBezTo>
                    <a:cubicBezTo>
                      <a:pt x="299" y="449"/>
                      <a:pt x="296" y="443"/>
                      <a:pt x="292" y="439"/>
                    </a:cubicBezTo>
                    <a:cubicBezTo>
                      <a:pt x="288" y="432"/>
                      <a:pt x="284" y="424"/>
                      <a:pt x="278" y="421"/>
                    </a:cubicBezTo>
                    <a:cubicBezTo>
                      <a:pt x="278" y="417"/>
                      <a:pt x="274" y="417"/>
                      <a:pt x="274" y="417"/>
                    </a:cubicBezTo>
                    <a:cubicBezTo>
                      <a:pt x="274" y="413"/>
                      <a:pt x="274" y="411"/>
                      <a:pt x="270" y="407"/>
                    </a:cubicBezTo>
                    <a:cubicBezTo>
                      <a:pt x="270" y="404"/>
                      <a:pt x="264" y="401"/>
                      <a:pt x="264" y="401"/>
                    </a:cubicBezTo>
                    <a:cubicBezTo>
                      <a:pt x="257" y="387"/>
                      <a:pt x="247" y="373"/>
                      <a:pt x="237" y="359"/>
                    </a:cubicBezTo>
                    <a:lnTo>
                      <a:pt x="237" y="355"/>
                    </a:lnTo>
                    <a:cubicBezTo>
                      <a:pt x="160" y="233"/>
                      <a:pt x="81"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0"/>
              <p:cNvSpPr/>
              <p:nvPr/>
            </p:nvSpPr>
            <p:spPr>
              <a:xfrm>
                <a:off x="3075950" y="2954175"/>
                <a:ext cx="143450" cy="142575"/>
              </a:xfrm>
              <a:custGeom>
                <a:rect b="b" l="l" r="r" t="t"/>
                <a:pathLst>
                  <a:path extrusionOk="0" h="5703" w="5738">
                    <a:moveTo>
                      <a:pt x="5737" y="0"/>
                    </a:moveTo>
                    <a:cubicBezTo>
                      <a:pt x="5688" y="69"/>
                      <a:pt x="5639" y="139"/>
                      <a:pt x="5598" y="199"/>
                    </a:cubicBezTo>
                    <a:cubicBezTo>
                      <a:pt x="5587" y="213"/>
                      <a:pt x="5579" y="227"/>
                      <a:pt x="5569" y="241"/>
                    </a:cubicBezTo>
                    <a:cubicBezTo>
                      <a:pt x="5541" y="280"/>
                      <a:pt x="5514" y="317"/>
                      <a:pt x="5485" y="356"/>
                    </a:cubicBezTo>
                    <a:lnTo>
                      <a:pt x="5481" y="356"/>
                    </a:lnTo>
                    <a:cubicBezTo>
                      <a:pt x="5474" y="370"/>
                      <a:pt x="5464" y="380"/>
                      <a:pt x="5453" y="394"/>
                    </a:cubicBezTo>
                    <a:cubicBezTo>
                      <a:pt x="5449" y="401"/>
                      <a:pt x="5447" y="405"/>
                      <a:pt x="5443" y="411"/>
                    </a:cubicBezTo>
                    <a:lnTo>
                      <a:pt x="5437" y="415"/>
                    </a:lnTo>
                    <a:lnTo>
                      <a:pt x="5437" y="419"/>
                    </a:lnTo>
                    <a:lnTo>
                      <a:pt x="5433" y="419"/>
                    </a:lnTo>
                    <a:cubicBezTo>
                      <a:pt x="5433" y="426"/>
                      <a:pt x="5426" y="434"/>
                      <a:pt x="5422" y="437"/>
                    </a:cubicBezTo>
                    <a:cubicBezTo>
                      <a:pt x="5422" y="441"/>
                      <a:pt x="5422" y="441"/>
                      <a:pt x="5418" y="441"/>
                    </a:cubicBezTo>
                    <a:cubicBezTo>
                      <a:pt x="5418" y="445"/>
                      <a:pt x="5416" y="447"/>
                      <a:pt x="5412" y="451"/>
                    </a:cubicBezTo>
                    <a:cubicBezTo>
                      <a:pt x="5408" y="459"/>
                      <a:pt x="5404" y="466"/>
                      <a:pt x="5398" y="470"/>
                    </a:cubicBezTo>
                    <a:lnTo>
                      <a:pt x="5398" y="473"/>
                    </a:lnTo>
                    <a:lnTo>
                      <a:pt x="5393" y="473"/>
                    </a:lnTo>
                    <a:cubicBezTo>
                      <a:pt x="5393" y="476"/>
                      <a:pt x="5390" y="480"/>
                      <a:pt x="5390" y="480"/>
                    </a:cubicBezTo>
                    <a:cubicBezTo>
                      <a:pt x="5390" y="483"/>
                      <a:pt x="5386" y="483"/>
                      <a:pt x="5386" y="483"/>
                    </a:cubicBezTo>
                    <a:cubicBezTo>
                      <a:pt x="5379" y="493"/>
                      <a:pt x="5376" y="502"/>
                      <a:pt x="5366" y="508"/>
                    </a:cubicBezTo>
                    <a:cubicBezTo>
                      <a:pt x="5366" y="512"/>
                      <a:pt x="5362" y="514"/>
                      <a:pt x="5358" y="518"/>
                    </a:cubicBezTo>
                    <a:cubicBezTo>
                      <a:pt x="5352" y="528"/>
                      <a:pt x="5345" y="540"/>
                      <a:pt x="5338" y="547"/>
                    </a:cubicBezTo>
                    <a:lnTo>
                      <a:pt x="5338" y="550"/>
                    </a:lnTo>
                    <a:lnTo>
                      <a:pt x="5335" y="550"/>
                    </a:lnTo>
                    <a:cubicBezTo>
                      <a:pt x="5311" y="585"/>
                      <a:pt x="5286" y="616"/>
                      <a:pt x="5262" y="647"/>
                    </a:cubicBezTo>
                    <a:cubicBezTo>
                      <a:pt x="5258" y="651"/>
                      <a:pt x="5255" y="657"/>
                      <a:pt x="5252" y="662"/>
                    </a:cubicBezTo>
                    <a:cubicBezTo>
                      <a:pt x="3841" y="2441"/>
                      <a:pt x="2018" y="3757"/>
                      <a:pt x="0" y="4544"/>
                    </a:cubicBezTo>
                    <a:cubicBezTo>
                      <a:pt x="4" y="4574"/>
                      <a:pt x="10" y="4605"/>
                      <a:pt x="15" y="4635"/>
                    </a:cubicBezTo>
                    <a:cubicBezTo>
                      <a:pt x="27" y="4714"/>
                      <a:pt x="43" y="4795"/>
                      <a:pt x="59" y="4873"/>
                    </a:cubicBezTo>
                    <a:cubicBezTo>
                      <a:pt x="121" y="5160"/>
                      <a:pt x="207" y="5436"/>
                      <a:pt x="312" y="5703"/>
                    </a:cubicBezTo>
                    <a:cubicBezTo>
                      <a:pt x="2313" y="4637"/>
                      <a:pt x="4050" y="3015"/>
                      <a:pt x="5269" y="905"/>
                    </a:cubicBezTo>
                    <a:cubicBezTo>
                      <a:pt x="5289" y="868"/>
                      <a:pt x="5310" y="833"/>
                      <a:pt x="5331" y="795"/>
                    </a:cubicBezTo>
                    <a:cubicBezTo>
                      <a:pt x="5333" y="791"/>
                      <a:pt x="5336" y="786"/>
                      <a:pt x="5338" y="781"/>
                    </a:cubicBezTo>
                    <a:cubicBezTo>
                      <a:pt x="5346" y="767"/>
                      <a:pt x="5353" y="751"/>
                      <a:pt x="5361" y="736"/>
                    </a:cubicBezTo>
                    <a:cubicBezTo>
                      <a:pt x="5384" y="692"/>
                      <a:pt x="5409" y="646"/>
                      <a:pt x="5434" y="601"/>
                    </a:cubicBezTo>
                    <a:cubicBezTo>
                      <a:pt x="5436" y="597"/>
                      <a:pt x="5438" y="595"/>
                      <a:pt x="5440" y="590"/>
                    </a:cubicBezTo>
                    <a:cubicBezTo>
                      <a:pt x="5443" y="586"/>
                      <a:pt x="5443" y="583"/>
                      <a:pt x="5446" y="576"/>
                    </a:cubicBezTo>
                    <a:lnTo>
                      <a:pt x="5446" y="573"/>
                    </a:lnTo>
                    <a:lnTo>
                      <a:pt x="5453" y="566"/>
                    </a:lnTo>
                    <a:cubicBezTo>
                      <a:pt x="5456" y="559"/>
                      <a:pt x="5460" y="552"/>
                      <a:pt x="5464" y="545"/>
                    </a:cubicBezTo>
                    <a:cubicBezTo>
                      <a:pt x="5466" y="542"/>
                      <a:pt x="5470" y="534"/>
                      <a:pt x="5470" y="527"/>
                    </a:cubicBezTo>
                    <a:cubicBezTo>
                      <a:pt x="5472" y="523"/>
                      <a:pt x="5476" y="521"/>
                      <a:pt x="5476" y="517"/>
                    </a:cubicBezTo>
                    <a:cubicBezTo>
                      <a:pt x="5480" y="517"/>
                      <a:pt x="5480" y="514"/>
                      <a:pt x="5480" y="511"/>
                    </a:cubicBezTo>
                    <a:lnTo>
                      <a:pt x="5484" y="511"/>
                    </a:lnTo>
                    <a:lnTo>
                      <a:pt x="5484" y="504"/>
                    </a:lnTo>
                    <a:cubicBezTo>
                      <a:pt x="5487" y="504"/>
                      <a:pt x="5487" y="502"/>
                      <a:pt x="5487" y="498"/>
                    </a:cubicBezTo>
                    <a:cubicBezTo>
                      <a:pt x="5490" y="498"/>
                      <a:pt x="5490" y="495"/>
                      <a:pt x="5495" y="491"/>
                    </a:cubicBezTo>
                    <a:cubicBezTo>
                      <a:pt x="5495" y="487"/>
                      <a:pt x="5497" y="480"/>
                      <a:pt x="5501" y="473"/>
                    </a:cubicBezTo>
                    <a:cubicBezTo>
                      <a:pt x="5505" y="467"/>
                      <a:pt x="5508" y="459"/>
                      <a:pt x="5515" y="452"/>
                    </a:cubicBezTo>
                    <a:lnTo>
                      <a:pt x="5513" y="452"/>
                    </a:lnTo>
                    <a:lnTo>
                      <a:pt x="5513" y="451"/>
                    </a:lnTo>
                    <a:lnTo>
                      <a:pt x="5515" y="450"/>
                    </a:lnTo>
                    <a:cubicBezTo>
                      <a:pt x="5515" y="446"/>
                      <a:pt x="5517" y="442"/>
                      <a:pt x="5521" y="436"/>
                    </a:cubicBezTo>
                    <a:lnTo>
                      <a:pt x="5526" y="431"/>
                    </a:lnTo>
                    <a:cubicBezTo>
                      <a:pt x="5528" y="420"/>
                      <a:pt x="5536" y="408"/>
                      <a:pt x="5542" y="393"/>
                    </a:cubicBezTo>
                    <a:lnTo>
                      <a:pt x="5542" y="389"/>
                    </a:lnTo>
                    <a:cubicBezTo>
                      <a:pt x="5546" y="389"/>
                      <a:pt x="5546" y="389"/>
                      <a:pt x="5546" y="385"/>
                    </a:cubicBezTo>
                    <a:cubicBezTo>
                      <a:pt x="5612" y="256"/>
                      <a:pt x="5675" y="129"/>
                      <a:pt x="57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0"/>
              <p:cNvSpPr/>
              <p:nvPr/>
            </p:nvSpPr>
            <p:spPr>
              <a:xfrm>
                <a:off x="3205550" y="2838800"/>
                <a:ext cx="131250" cy="140225"/>
              </a:xfrm>
              <a:custGeom>
                <a:rect b="b" l="l" r="r" t="t"/>
                <a:pathLst>
                  <a:path extrusionOk="0" h="5609" w="5250">
                    <a:moveTo>
                      <a:pt x="5250" y="0"/>
                    </a:moveTo>
                    <a:cubicBezTo>
                      <a:pt x="3324" y="1067"/>
                      <a:pt x="1653" y="2654"/>
                      <a:pt x="474" y="4701"/>
                    </a:cubicBezTo>
                    <a:cubicBezTo>
                      <a:pt x="450" y="4740"/>
                      <a:pt x="429" y="4781"/>
                      <a:pt x="409" y="4819"/>
                    </a:cubicBezTo>
                    <a:cubicBezTo>
                      <a:pt x="398" y="4836"/>
                      <a:pt x="388" y="4855"/>
                      <a:pt x="378" y="4875"/>
                    </a:cubicBezTo>
                    <a:cubicBezTo>
                      <a:pt x="353" y="4917"/>
                      <a:pt x="328" y="4959"/>
                      <a:pt x="307" y="5004"/>
                    </a:cubicBezTo>
                    <a:cubicBezTo>
                      <a:pt x="303" y="5006"/>
                      <a:pt x="301" y="5014"/>
                      <a:pt x="297" y="5021"/>
                    </a:cubicBezTo>
                    <a:cubicBezTo>
                      <a:pt x="293" y="5025"/>
                      <a:pt x="293" y="5027"/>
                      <a:pt x="293" y="5031"/>
                    </a:cubicBezTo>
                    <a:cubicBezTo>
                      <a:pt x="293" y="5031"/>
                      <a:pt x="290" y="5031"/>
                      <a:pt x="290" y="5035"/>
                    </a:cubicBezTo>
                    <a:cubicBezTo>
                      <a:pt x="290" y="5035"/>
                      <a:pt x="286" y="5037"/>
                      <a:pt x="286" y="5041"/>
                    </a:cubicBezTo>
                    <a:cubicBezTo>
                      <a:pt x="282" y="5049"/>
                      <a:pt x="280" y="5056"/>
                      <a:pt x="276" y="5062"/>
                    </a:cubicBezTo>
                    <a:cubicBezTo>
                      <a:pt x="271" y="5065"/>
                      <a:pt x="269" y="5072"/>
                      <a:pt x="265" y="5079"/>
                    </a:cubicBezTo>
                    <a:cubicBezTo>
                      <a:pt x="261" y="5083"/>
                      <a:pt x="261" y="5086"/>
                      <a:pt x="261" y="5090"/>
                    </a:cubicBezTo>
                    <a:cubicBezTo>
                      <a:pt x="261" y="5090"/>
                      <a:pt x="257" y="5090"/>
                      <a:pt x="257" y="5093"/>
                    </a:cubicBezTo>
                    <a:cubicBezTo>
                      <a:pt x="255" y="5097"/>
                      <a:pt x="251" y="5105"/>
                      <a:pt x="251" y="5111"/>
                    </a:cubicBezTo>
                    <a:lnTo>
                      <a:pt x="247" y="5111"/>
                    </a:lnTo>
                    <a:cubicBezTo>
                      <a:pt x="247" y="5116"/>
                      <a:pt x="244" y="5118"/>
                      <a:pt x="244" y="5122"/>
                    </a:cubicBezTo>
                    <a:cubicBezTo>
                      <a:pt x="240" y="5126"/>
                      <a:pt x="236" y="5129"/>
                      <a:pt x="236" y="5136"/>
                    </a:cubicBezTo>
                    <a:cubicBezTo>
                      <a:pt x="229" y="5142"/>
                      <a:pt x="226" y="5150"/>
                      <a:pt x="223" y="5160"/>
                    </a:cubicBezTo>
                    <a:cubicBezTo>
                      <a:pt x="220" y="5164"/>
                      <a:pt x="220" y="5168"/>
                      <a:pt x="216" y="5174"/>
                    </a:cubicBezTo>
                    <a:lnTo>
                      <a:pt x="216" y="5179"/>
                    </a:lnTo>
                    <a:cubicBezTo>
                      <a:pt x="205" y="5191"/>
                      <a:pt x="198" y="5205"/>
                      <a:pt x="192" y="5220"/>
                    </a:cubicBezTo>
                    <a:lnTo>
                      <a:pt x="192" y="5224"/>
                    </a:lnTo>
                    <a:cubicBezTo>
                      <a:pt x="126" y="5353"/>
                      <a:pt x="63" y="5480"/>
                      <a:pt x="1" y="5609"/>
                    </a:cubicBezTo>
                    <a:cubicBezTo>
                      <a:pt x="45" y="5542"/>
                      <a:pt x="94" y="5477"/>
                      <a:pt x="142" y="5411"/>
                    </a:cubicBezTo>
                    <a:cubicBezTo>
                      <a:pt x="145" y="5407"/>
                      <a:pt x="148" y="5401"/>
                      <a:pt x="151" y="5397"/>
                    </a:cubicBezTo>
                    <a:cubicBezTo>
                      <a:pt x="156" y="5389"/>
                      <a:pt x="163" y="5379"/>
                      <a:pt x="169" y="5369"/>
                    </a:cubicBezTo>
                    <a:cubicBezTo>
                      <a:pt x="197" y="5330"/>
                      <a:pt x="225" y="5289"/>
                      <a:pt x="256" y="5251"/>
                    </a:cubicBezTo>
                    <a:lnTo>
                      <a:pt x="260" y="5247"/>
                    </a:lnTo>
                    <a:cubicBezTo>
                      <a:pt x="266" y="5232"/>
                      <a:pt x="277" y="5222"/>
                      <a:pt x="287" y="5208"/>
                    </a:cubicBezTo>
                    <a:cubicBezTo>
                      <a:pt x="291" y="5204"/>
                      <a:pt x="293" y="5198"/>
                      <a:pt x="297" y="5194"/>
                    </a:cubicBezTo>
                    <a:lnTo>
                      <a:pt x="301" y="5190"/>
                    </a:lnTo>
                    <a:cubicBezTo>
                      <a:pt x="301" y="5188"/>
                      <a:pt x="301" y="5188"/>
                      <a:pt x="305" y="5184"/>
                    </a:cubicBezTo>
                    <a:lnTo>
                      <a:pt x="309" y="5184"/>
                    </a:lnTo>
                    <a:cubicBezTo>
                      <a:pt x="309" y="5178"/>
                      <a:pt x="316" y="5173"/>
                      <a:pt x="319" y="5167"/>
                    </a:cubicBezTo>
                    <a:cubicBezTo>
                      <a:pt x="319" y="5167"/>
                      <a:pt x="319" y="5163"/>
                      <a:pt x="323" y="5163"/>
                    </a:cubicBezTo>
                    <a:cubicBezTo>
                      <a:pt x="323" y="5160"/>
                      <a:pt x="326" y="5160"/>
                      <a:pt x="329" y="5157"/>
                    </a:cubicBezTo>
                    <a:cubicBezTo>
                      <a:pt x="329" y="5149"/>
                      <a:pt x="336" y="5145"/>
                      <a:pt x="339" y="5138"/>
                    </a:cubicBezTo>
                    <a:cubicBezTo>
                      <a:pt x="339" y="5136"/>
                      <a:pt x="343" y="5136"/>
                      <a:pt x="347" y="5132"/>
                    </a:cubicBezTo>
                    <a:cubicBezTo>
                      <a:pt x="347" y="5129"/>
                      <a:pt x="347" y="5129"/>
                      <a:pt x="350" y="5126"/>
                    </a:cubicBezTo>
                    <a:cubicBezTo>
                      <a:pt x="350" y="5126"/>
                      <a:pt x="350" y="5122"/>
                      <a:pt x="354" y="5122"/>
                    </a:cubicBezTo>
                    <a:cubicBezTo>
                      <a:pt x="358" y="5116"/>
                      <a:pt x="365" y="5103"/>
                      <a:pt x="373" y="5097"/>
                    </a:cubicBezTo>
                    <a:lnTo>
                      <a:pt x="383" y="5087"/>
                    </a:lnTo>
                    <a:cubicBezTo>
                      <a:pt x="389" y="5076"/>
                      <a:pt x="397" y="5066"/>
                      <a:pt x="403" y="5056"/>
                    </a:cubicBezTo>
                    <a:lnTo>
                      <a:pt x="408" y="5056"/>
                    </a:lnTo>
                    <a:cubicBezTo>
                      <a:pt x="427" y="5025"/>
                      <a:pt x="455" y="4990"/>
                      <a:pt x="483" y="4959"/>
                    </a:cubicBezTo>
                    <a:cubicBezTo>
                      <a:pt x="483" y="4956"/>
                      <a:pt x="487" y="4948"/>
                      <a:pt x="493" y="4945"/>
                    </a:cubicBezTo>
                    <a:cubicBezTo>
                      <a:pt x="1783" y="3313"/>
                      <a:pt x="3427" y="2071"/>
                      <a:pt x="5250" y="1267"/>
                    </a:cubicBezTo>
                    <a:lnTo>
                      <a:pt x="525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0"/>
              <p:cNvSpPr/>
              <p:nvPr/>
            </p:nvSpPr>
            <p:spPr>
              <a:xfrm>
                <a:off x="3074400" y="2791850"/>
                <a:ext cx="150450" cy="181600"/>
              </a:xfrm>
              <a:custGeom>
                <a:rect b="b" l="l" r="r" t="t"/>
                <a:pathLst>
                  <a:path extrusionOk="0" h="7264" w="6018">
                    <a:moveTo>
                      <a:pt x="523" y="1"/>
                    </a:moveTo>
                    <a:cubicBezTo>
                      <a:pt x="343" y="129"/>
                      <a:pt x="170" y="264"/>
                      <a:pt x="0" y="406"/>
                    </a:cubicBezTo>
                    <a:lnTo>
                      <a:pt x="0" y="1203"/>
                    </a:lnTo>
                    <a:cubicBezTo>
                      <a:pt x="1049" y="3471"/>
                      <a:pt x="2786" y="5450"/>
                      <a:pt x="5115" y="6795"/>
                    </a:cubicBezTo>
                    <a:cubicBezTo>
                      <a:pt x="5147" y="6812"/>
                      <a:pt x="5178" y="6831"/>
                      <a:pt x="5209" y="6847"/>
                    </a:cubicBezTo>
                    <a:cubicBezTo>
                      <a:pt x="5216" y="6851"/>
                      <a:pt x="5222" y="6855"/>
                      <a:pt x="5227" y="6857"/>
                    </a:cubicBezTo>
                    <a:lnTo>
                      <a:pt x="5228" y="6857"/>
                    </a:lnTo>
                    <a:cubicBezTo>
                      <a:pt x="5247" y="6868"/>
                      <a:pt x="5266" y="6878"/>
                      <a:pt x="5286" y="6888"/>
                    </a:cubicBezTo>
                    <a:cubicBezTo>
                      <a:pt x="5332" y="6915"/>
                      <a:pt x="5377" y="6940"/>
                      <a:pt x="5422" y="6961"/>
                    </a:cubicBezTo>
                    <a:cubicBezTo>
                      <a:pt x="5423" y="6964"/>
                      <a:pt x="5426" y="6966"/>
                      <a:pt x="5429" y="6967"/>
                    </a:cubicBezTo>
                    <a:cubicBezTo>
                      <a:pt x="5430" y="6968"/>
                      <a:pt x="5431" y="6968"/>
                      <a:pt x="5433" y="6968"/>
                    </a:cubicBezTo>
                    <a:cubicBezTo>
                      <a:pt x="5435" y="6968"/>
                      <a:pt x="5437" y="6968"/>
                      <a:pt x="5439" y="6967"/>
                    </a:cubicBezTo>
                    <a:cubicBezTo>
                      <a:pt x="5439" y="6972"/>
                      <a:pt x="5439" y="6974"/>
                      <a:pt x="5440" y="6974"/>
                    </a:cubicBezTo>
                    <a:cubicBezTo>
                      <a:pt x="5440" y="6974"/>
                      <a:pt x="5441" y="6973"/>
                      <a:pt x="5443" y="6971"/>
                    </a:cubicBezTo>
                    <a:cubicBezTo>
                      <a:pt x="5443" y="6971"/>
                      <a:pt x="5444" y="6976"/>
                      <a:pt x="5447" y="6976"/>
                    </a:cubicBezTo>
                    <a:cubicBezTo>
                      <a:pt x="5448" y="6976"/>
                      <a:pt x="5448" y="6976"/>
                      <a:pt x="5449" y="6975"/>
                    </a:cubicBezTo>
                    <a:cubicBezTo>
                      <a:pt x="5449" y="6975"/>
                      <a:pt x="5451" y="6980"/>
                      <a:pt x="5453" y="6980"/>
                    </a:cubicBezTo>
                    <a:cubicBezTo>
                      <a:pt x="5454" y="6980"/>
                      <a:pt x="5455" y="6980"/>
                      <a:pt x="5455" y="6979"/>
                    </a:cubicBezTo>
                    <a:cubicBezTo>
                      <a:pt x="5462" y="6985"/>
                      <a:pt x="5470" y="6989"/>
                      <a:pt x="5476" y="6989"/>
                    </a:cubicBezTo>
                    <a:cubicBezTo>
                      <a:pt x="5480" y="6996"/>
                      <a:pt x="5484" y="7000"/>
                      <a:pt x="5491" y="7000"/>
                    </a:cubicBezTo>
                    <a:cubicBezTo>
                      <a:pt x="5491" y="7004"/>
                      <a:pt x="5493" y="7004"/>
                      <a:pt x="5497" y="7004"/>
                    </a:cubicBezTo>
                    <a:cubicBezTo>
                      <a:pt x="5497" y="7007"/>
                      <a:pt x="5500" y="7007"/>
                      <a:pt x="5504" y="7007"/>
                    </a:cubicBezTo>
                    <a:lnTo>
                      <a:pt x="5505" y="7009"/>
                    </a:lnTo>
                    <a:cubicBezTo>
                      <a:pt x="5507" y="7011"/>
                      <a:pt x="5511" y="7014"/>
                      <a:pt x="5514" y="7014"/>
                    </a:cubicBezTo>
                    <a:cubicBezTo>
                      <a:pt x="5517" y="7017"/>
                      <a:pt x="5520" y="7017"/>
                      <a:pt x="5525" y="7017"/>
                    </a:cubicBezTo>
                    <a:cubicBezTo>
                      <a:pt x="5525" y="7017"/>
                      <a:pt x="5527" y="7021"/>
                      <a:pt x="5531" y="7021"/>
                    </a:cubicBezTo>
                    <a:cubicBezTo>
                      <a:pt x="5534" y="7028"/>
                      <a:pt x="5542" y="7032"/>
                      <a:pt x="5548" y="7032"/>
                    </a:cubicBezTo>
                    <a:cubicBezTo>
                      <a:pt x="5556" y="7036"/>
                      <a:pt x="5563" y="7038"/>
                      <a:pt x="5569" y="7042"/>
                    </a:cubicBezTo>
                    <a:lnTo>
                      <a:pt x="5573" y="7042"/>
                    </a:lnTo>
                    <a:cubicBezTo>
                      <a:pt x="5577" y="7048"/>
                      <a:pt x="5579" y="7048"/>
                      <a:pt x="5583" y="7048"/>
                    </a:cubicBezTo>
                    <a:lnTo>
                      <a:pt x="5588" y="7048"/>
                    </a:lnTo>
                    <a:cubicBezTo>
                      <a:pt x="5602" y="7059"/>
                      <a:pt x="5615" y="7069"/>
                      <a:pt x="5633" y="7073"/>
                    </a:cubicBezTo>
                    <a:cubicBezTo>
                      <a:pt x="5762" y="7143"/>
                      <a:pt x="5889" y="7205"/>
                      <a:pt x="6018" y="7264"/>
                    </a:cubicBezTo>
                    <a:cubicBezTo>
                      <a:pt x="5955" y="7223"/>
                      <a:pt x="5896" y="7180"/>
                      <a:pt x="5839" y="7135"/>
                    </a:cubicBezTo>
                    <a:cubicBezTo>
                      <a:pt x="5819" y="7121"/>
                      <a:pt x="5800" y="7108"/>
                      <a:pt x="5780" y="7094"/>
                    </a:cubicBezTo>
                    <a:cubicBezTo>
                      <a:pt x="5742" y="7067"/>
                      <a:pt x="5701" y="7038"/>
                      <a:pt x="5662" y="7007"/>
                    </a:cubicBezTo>
                    <a:lnTo>
                      <a:pt x="5659" y="7007"/>
                    </a:lnTo>
                    <a:cubicBezTo>
                      <a:pt x="5644" y="6997"/>
                      <a:pt x="5634" y="6986"/>
                      <a:pt x="5620" y="6976"/>
                    </a:cubicBezTo>
                    <a:cubicBezTo>
                      <a:pt x="5615" y="6973"/>
                      <a:pt x="5609" y="6970"/>
                      <a:pt x="5605" y="6966"/>
                    </a:cubicBezTo>
                    <a:cubicBezTo>
                      <a:pt x="5604" y="6966"/>
                      <a:pt x="5602" y="6965"/>
                      <a:pt x="5600" y="6964"/>
                    </a:cubicBezTo>
                    <a:cubicBezTo>
                      <a:pt x="5598" y="6963"/>
                      <a:pt x="5597" y="6961"/>
                      <a:pt x="5595" y="6960"/>
                    </a:cubicBezTo>
                    <a:cubicBezTo>
                      <a:pt x="5592" y="6955"/>
                      <a:pt x="5584" y="6952"/>
                      <a:pt x="5581" y="6945"/>
                    </a:cubicBezTo>
                    <a:lnTo>
                      <a:pt x="5577" y="6945"/>
                    </a:lnTo>
                    <a:lnTo>
                      <a:pt x="5575" y="6944"/>
                    </a:lnTo>
                    <a:cubicBezTo>
                      <a:pt x="5573" y="6942"/>
                      <a:pt x="5569" y="6942"/>
                      <a:pt x="5567" y="6935"/>
                    </a:cubicBezTo>
                    <a:cubicBezTo>
                      <a:pt x="5559" y="6935"/>
                      <a:pt x="5556" y="6929"/>
                      <a:pt x="5548" y="6924"/>
                    </a:cubicBezTo>
                    <a:cubicBezTo>
                      <a:pt x="5548" y="6924"/>
                      <a:pt x="5544" y="6924"/>
                      <a:pt x="5544" y="6921"/>
                    </a:cubicBezTo>
                    <a:cubicBezTo>
                      <a:pt x="5541" y="6921"/>
                      <a:pt x="5538" y="6918"/>
                      <a:pt x="5534" y="6914"/>
                    </a:cubicBezTo>
                    <a:lnTo>
                      <a:pt x="5534" y="6911"/>
                    </a:lnTo>
                    <a:cubicBezTo>
                      <a:pt x="5527" y="6908"/>
                      <a:pt x="5516" y="6904"/>
                      <a:pt x="5510" y="6894"/>
                    </a:cubicBezTo>
                    <a:cubicBezTo>
                      <a:pt x="5504" y="6889"/>
                      <a:pt x="5500" y="6887"/>
                      <a:pt x="5493" y="6883"/>
                    </a:cubicBezTo>
                    <a:cubicBezTo>
                      <a:pt x="5482" y="6877"/>
                      <a:pt x="5476" y="6869"/>
                      <a:pt x="5466" y="6863"/>
                    </a:cubicBezTo>
                    <a:lnTo>
                      <a:pt x="5466" y="6858"/>
                    </a:lnTo>
                    <a:cubicBezTo>
                      <a:pt x="5434" y="6838"/>
                      <a:pt x="5403" y="6814"/>
                      <a:pt x="5372" y="6785"/>
                    </a:cubicBezTo>
                    <a:cubicBezTo>
                      <a:pt x="5366" y="6781"/>
                      <a:pt x="5362" y="6778"/>
                      <a:pt x="5355" y="6771"/>
                    </a:cubicBezTo>
                    <a:cubicBezTo>
                      <a:pt x="3140" y="5020"/>
                      <a:pt x="1640" y="2619"/>
                      <a:pt x="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0"/>
              <p:cNvSpPr/>
              <p:nvPr/>
            </p:nvSpPr>
            <p:spPr>
              <a:xfrm>
                <a:off x="3199975" y="2959675"/>
                <a:ext cx="133250" cy="155900"/>
              </a:xfrm>
              <a:custGeom>
                <a:rect b="b" l="l" r="r" t="t"/>
                <a:pathLst>
                  <a:path extrusionOk="0" h="6236" w="5330">
                    <a:moveTo>
                      <a:pt x="0" y="1"/>
                    </a:moveTo>
                    <a:lnTo>
                      <a:pt x="0" y="1"/>
                    </a:lnTo>
                    <a:cubicBezTo>
                      <a:pt x="64" y="42"/>
                      <a:pt x="126" y="88"/>
                      <a:pt x="185" y="133"/>
                    </a:cubicBezTo>
                    <a:cubicBezTo>
                      <a:pt x="190" y="135"/>
                      <a:pt x="197" y="138"/>
                      <a:pt x="201" y="142"/>
                    </a:cubicBezTo>
                    <a:cubicBezTo>
                      <a:pt x="201" y="143"/>
                      <a:pt x="203" y="143"/>
                      <a:pt x="203" y="143"/>
                    </a:cubicBezTo>
                    <a:cubicBezTo>
                      <a:pt x="216" y="153"/>
                      <a:pt x="229" y="161"/>
                      <a:pt x="241" y="171"/>
                    </a:cubicBezTo>
                    <a:cubicBezTo>
                      <a:pt x="282" y="199"/>
                      <a:pt x="320" y="231"/>
                      <a:pt x="361" y="258"/>
                    </a:cubicBezTo>
                    <a:lnTo>
                      <a:pt x="361" y="262"/>
                    </a:lnTo>
                    <a:cubicBezTo>
                      <a:pt x="376" y="269"/>
                      <a:pt x="386" y="280"/>
                      <a:pt x="400" y="290"/>
                    </a:cubicBezTo>
                    <a:cubicBezTo>
                      <a:pt x="405" y="294"/>
                      <a:pt x="411" y="297"/>
                      <a:pt x="415" y="300"/>
                    </a:cubicBezTo>
                    <a:cubicBezTo>
                      <a:pt x="416" y="300"/>
                      <a:pt x="417" y="302"/>
                      <a:pt x="420" y="303"/>
                    </a:cubicBezTo>
                    <a:cubicBezTo>
                      <a:pt x="422" y="304"/>
                      <a:pt x="423" y="305"/>
                      <a:pt x="425" y="307"/>
                    </a:cubicBezTo>
                    <a:lnTo>
                      <a:pt x="425" y="311"/>
                    </a:lnTo>
                    <a:cubicBezTo>
                      <a:pt x="431" y="311"/>
                      <a:pt x="439" y="319"/>
                      <a:pt x="446" y="325"/>
                    </a:cubicBezTo>
                    <a:cubicBezTo>
                      <a:pt x="449" y="325"/>
                      <a:pt x="452" y="328"/>
                      <a:pt x="456" y="331"/>
                    </a:cubicBezTo>
                    <a:cubicBezTo>
                      <a:pt x="463" y="335"/>
                      <a:pt x="467" y="338"/>
                      <a:pt x="470" y="342"/>
                    </a:cubicBezTo>
                    <a:cubicBezTo>
                      <a:pt x="474" y="342"/>
                      <a:pt x="474" y="342"/>
                      <a:pt x="474" y="346"/>
                    </a:cubicBezTo>
                    <a:cubicBezTo>
                      <a:pt x="478" y="346"/>
                      <a:pt x="481" y="349"/>
                      <a:pt x="484" y="352"/>
                    </a:cubicBezTo>
                    <a:lnTo>
                      <a:pt x="484" y="356"/>
                    </a:lnTo>
                    <a:cubicBezTo>
                      <a:pt x="486" y="354"/>
                      <a:pt x="487" y="353"/>
                      <a:pt x="488" y="353"/>
                    </a:cubicBezTo>
                    <a:cubicBezTo>
                      <a:pt x="488" y="353"/>
                      <a:pt x="488" y="354"/>
                      <a:pt x="488" y="356"/>
                    </a:cubicBezTo>
                    <a:cubicBezTo>
                      <a:pt x="499" y="360"/>
                      <a:pt x="507" y="367"/>
                      <a:pt x="513" y="375"/>
                    </a:cubicBezTo>
                    <a:cubicBezTo>
                      <a:pt x="520" y="378"/>
                      <a:pt x="523" y="381"/>
                      <a:pt x="527" y="385"/>
                    </a:cubicBezTo>
                    <a:cubicBezTo>
                      <a:pt x="538" y="391"/>
                      <a:pt x="549" y="398"/>
                      <a:pt x="555" y="405"/>
                    </a:cubicBezTo>
                    <a:lnTo>
                      <a:pt x="555" y="409"/>
                    </a:lnTo>
                    <a:cubicBezTo>
                      <a:pt x="589" y="429"/>
                      <a:pt x="621" y="457"/>
                      <a:pt x="652" y="485"/>
                    </a:cubicBezTo>
                    <a:cubicBezTo>
                      <a:pt x="658" y="489"/>
                      <a:pt x="667" y="493"/>
                      <a:pt x="673" y="499"/>
                    </a:cubicBezTo>
                    <a:cubicBezTo>
                      <a:pt x="2593" y="2017"/>
                      <a:pt x="3971" y="4025"/>
                      <a:pt x="4733" y="6235"/>
                    </a:cubicBezTo>
                    <a:cubicBezTo>
                      <a:pt x="4744" y="6214"/>
                      <a:pt x="4757" y="6194"/>
                      <a:pt x="4769" y="6173"/>
                    </a:cubicBezTo>
                    <a:cubicBezTo>
                      <a:pt x="4832" y="6063"/>
                      <a:pt x="4891" y="5952"/>
                      <a:pt x="4946" y="5839"/>
                    </a:cubicBezTo>
                    <a:cubicBezTo>
                      <a:pt x="5110" y="5500"/>
                      <a:pt x="5241" y="5143"/>
                      <a:pt x="5329" y="4770"/>
                    </a:cubicBezTo>
                    <a:cubicBezTo>
                      <a:pt x="4271" y="3048"/>
                      <a:pt x="2782" y="1557"/>
                      <a:pt x="906" y="473"/>
                    </a:cubicBezTo>
                    <a:cubicBezTo>
                      <a:pt x="874" y="455"/>
                      <a:pt x="843" y="437"/>
                      <a:pt x="812" y="421"/>
                    </a:cubicBezTo>
                    <a:cubicBezTo>
                      <a:pt x="783" y="402"/>
                      <a:pt x="755" y="390"/>
                      <a:pt x="729" y="376"/>
                    </a:cubicBezTo>
                    <a:cubicBezTo>
                      <a:pt x="685" y="347"/>
                      <a:pt x="644" y="327"/>
                      <a:pt x="600" y="305"/>
                    </a:cubicBezTo>
                    <a:cubicBezTo>
                      <a:pt x="592" y="299"/>
                      <a:pt x="585" y="295"/>
                      <a:pt x="579" y="295"/>
                    </a:cubicBezTo>
                    <a:cubicBezTo>
                      <a:pt x="579" y="295"/>
                      <a:pt x="576" y="289"/>
                      <a:pt x="572" y="289"/>
                    </a:cubicBezTo>
                    <a:cubicBezTo>
                      <a:pt x="572" y="289"/>
                      <a:pt x="570" y="285"/>
                      <a:pt x="566" y="285"/>
                    </a:cubicBezTo>
                    <a:cubicBezTo>
                      <a:pt x="559" y="282"/>
                      <a:pt x="551" y="279"/>
                      <a:pt x="545" y="274"/>
                    </a:cubicBezTo>
                    <a:cubicBezTo>
                      <a:pt x="541" y="272"/>
                      <a:pt x="538" y="268"/>
                      <a:pt x="530" y="268"/>
                    </a:cubicBezTo>
                    <a:cubicBezTo>
                      <a:pt x="527" y="266"/>
                      <a:pt x="524" y="262"/>
                      <a:pt x="520" y="262"/>
                    </a:cubicBezTo>
                    <a:cubicBezTo>
                      <a:pt x="520" y="262"/>
                      <a:pt x="518" y="258"/>
                      <a:pt x="514" y="258"/>
                    </a:cubicBezTo>
                    <a:cubicBezTo>
                      <a:pt x="510" y="256"/>
                      <a:pt x="508" y="256"/>
                      <a:pt x="504" y="252"/>
                    </a:cubicBezTo>
                    <a:cubicBezTo>
                      <a:pt x="504" y="252"/>
                      <a:pt x="502" y="252"/>
                      <a:pt x="497" y="248"/>
                    </a:cubicBezTo>
                    <a:cubicBezTo>
                      <a:pt x="493" y="248"/>
                      <a:pt x="491" y="243"/>
                      <a:pt x="487" y="243"/>
                    </a:cubicBezTo>
                    <a:cubicBezTo>
                      <a:pt x="484" y="240"/>
                      <a:pt x="477" y="237"/>
                      <a:pt x="470" y="233"/>
                    </a:cubicBezTo>
                    <a:cubicBezTo>
                      <a:pt x="468" y="230"/>
                      <a:pt x="459" y="227"/>
                      <a:pt x="453" y="223"/>
                    </a:cubicBezTo>
                    <a:lnTo>
                      <a:pt x="449" y="223"/>
                    </a:lnTo>
                    <a:cubicBezTo>
                      <a:pt x="446" y="221"/>
                      <a:pt x="442" y="221"/>
                      <a:pt x="436" y="217"/>
                    </a:cubicBezTo>
                    <a:cubicBezTo>
                      <a:pt x="421" y="210"/>
                      <a:pt x="407" y="199"/>
                      <a:pt x="390" y="192"/>
                    </a:cubicBezTo>
                    <a:lnTo>
                      <a:pt x="386" y="192"/>
                    </a:lnTo>
                    <a:cubicBezTo>
                      <a:pt x="257" y="127"/>
                      <a:pt x="129" y="65"/>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86" name="Google Shape;3186;p40"/>
          <p:cNvGrpSpPr/>
          <p:nvPr/>
        </p:nvGrpSpPr>
        <p:grpSpPr>
          <a:xfrm>
            <a:off x="8785555" y="4355353"/>
            <a:ext cx="215033" cy="215222"/>
            <a:chOff x="5062659" y="967188"/>
            <a:chExt cx="109716" cy="109813"/>
          </a:xfrm>
        </p:grpSpPr>
        <p:sp>
          <p:nvSpPr>
            <p:cNvPr id="3187" name="Google Shape;3187;p40"/>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0"/>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0"/>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0" name="Google Shape;3190;p40"/>
          <p:cNvGrpSpPr/>
          <p:nvPr/>
        </p:nvGrpSpPr>
        <p:grpSpPr>
          <a:xfrm>
            <a:off x="8508656" y="114934"/>
            <a:ext cx="587911" cy="563023"/>
            <a:chOff x="-2758050" y="2287950"/>
            <a:chExt cx="370875" cy="355175"/>
          </a:xfrm>
        </p:grpSpPr>
        <p:sp>
          <p:nvSpPr>
            <p:cNvPr id="3191" name="Google Shape;3191;p40"/>
            <p:cNvSpPr/>
            <p:nvPr/>
          </p:nvSpPr>
          <p:spPr>
            <a:xfrm>
              <a:off x="-2758050" y="2287950"/>
              <a:ext cx="370875" cy="355175"/>
            </a:xfrm>
            <a:custGeom>
              <a:rect b="b" l="l" r="r" t="t"/>
              <a:pathLst>
                <a:path extrusionOk="0" h="14207" w="14835">
                  <a:moveTo>
                    <a:pt x="7426" y="0"/>
                  </a:moveTo>
                  <a:cubicBezTo>
                    <a:pt x="5114" y="0"/>
                    <a:pt x="2833" y="1125"/>
                    <a:pt x="1456" y="3245"/>
                  </a:cubicBezTo>
                  <a:cubicBezTo>
                    <a:pt x="150" y="5257"/>
                    <a:pt x="1" y="7746"/>
                    <a:pt x="879" y="9854"/>
                  </a:cubicBezTo>
                  <a:cubicBezTo>
                    <a:pt x="881" y="9869"/>
                    <a:pt x="884" y="9880"/>
                    <a:pt x="889" y="9891"/>
                  </a:cubicBezTo>
                  <a:cubicBezTo>
                    <a:pt x="913" y="9946"/>
                    <a:pt x="936" y="9999"/>
                    <a:pt x="959" y="10051"/>
                  </a:cubicBezTo>
                  <a:cubicBezTo>
                    <a:pt x="961" y="10056"/>
                    <a:pt x="963" y="10061"/>
                    <a:pt x="966" y="10066"/>
                  </a:cubicBezTo>
                  <a:cubicBezTo>
                    <a:pt x="977" y="10092"/>
                    <a:pt x="990" y="10118"/>
                    <a:pt x="1002" y="10144"/>
                  </a:cubicBezTo>
                  <a:cubicBezTo>
                    <a:pt x="1008" y="10158"/>
                    <a:pt x="1013" y="10169"/>
                    <a:pt x="1019" y="10181"/>
                  </a:cubicBezTo>
                  <a:cubicBezTo>
                    <a:pt x="1042" y="10228"/>
                    <a:pt x="1065" y="10274"/>
                    <a:pt x="1088" y="10321"/>
                  </a:cubicBezTo>
                  <a:lnTo>
                    <a:pt x="1104" y="10352"/>
                  </a:lnTo>
                  <a:lnTo>
                    <a:pt x="1142" y="10426"/>
                  </a:lnTo>
                  <a:cubicBezTo>
                    <a:pt x="1150" y="10439"/>
                    <a:pt x="1157" y="10455"/>
                    <a:pt x="1166" y="10469"/>
                  </a:cubicBezTo>
                  <a:cubicBezTo>
                    <a:pt x="1186" y="10508"/>
                    <a:pt x="1207" y="10546"/>
                    <a:pt x="1229" y="10584"/>
                  </a:cubicBezTo>
                  <a:cubicBezTo>
                    <a:pt x="1238" y="10600"/>
                    <a:pt x="1246" y="10618"/>
                    <a:pt x="1256" y="10633"/>
                  </a:cubicBezTo>
                  <a:lnTo>
                    <a:pt x="1295" y="10698"/>
                  </a:lnTo>
                  <a:cubicBezTo>
                    <a:pt x="1305" y="10716"/>
                    <a:pt x="1315" y="10733"/>
                    <a:pt x="1326" y="10750"/>
                  </a:cubicBezTo>
                  <a:cubicBezTo>
                    <a:pt x="1343" y="10781"/>
                    <a:pt x="1362" y="10811"/>
                    <a:pt x="1380" y="10842"/>
                  </a:cubicBezTo>
                  <a:cubicBezTo>
                    <a:pt x="1395" y="10864"/>
                    <a:pt x="1408" y="10886"/>
                    <a:pt x="1422" y="10908"/>
                  </a:cubicBezTo>
                  <a:cubicBezTo>
                    <a:pt x="1435" y="10927"/>
                    <a:pt x="1446" y="10947"/>
                    <a:pt x="1460" y="10966"/>
                  </a:cubicBezTo>
                  <a:cubicBezTo>
                    <a:pt x="1472" y="10986"/>
                    <a:pt x="1487" y="11007"/>
                    <a:pt x="1499" y="11028"/>
                  </a:cubicBezTo>
                  <a:lnTo>
                    <a:pt x="1545" y="11098"/>
                  </a:lnTo>
                  <a:cubicBezTo>
                    <a:pt x="1564" y="11125"/>
                    <a:pt x="1583" y="11150"/>
                    <a:pt x="1600" y="11177"/>
                  </a:cubicBezTo>
                  <a:cubicBezTo>
                    <a:pt x="1612" y="11194"/>
                    <a:pt x="1623" y="11211"/>
                    <a:pt x="1636" y="11228"/>
                  </a:cubicBezTo>
                  <a:cubicBezTo>
                    <a:pt x="1653" y="11250"/>
                    <a:pt x="1670" y="11275"/>
                    <a:pt x="1687" y="11299"/>
                  </a:cubicBezTo>
                  <a:cubicBezTo>
                    <a:pt x="1698" y="11315"/>
                    <a:pt x="1711" y="11332"/>
                    <a:pt x="1724" y="11348"/>
                  </a:cubicBezTo>
                  <a:cubicBezTo>
                    <a:pt x="1746" y="11378"/>
                    <a:pt x="1769" y="11409"/>
                    <a:pt x="1792" y="11439"/>
                  </a:cubicBezTo>
                  <a:cubicBezTo>
                    <a:pt x="1803" y="11454"/>
                    <a:pt x="1814" y="11467"/>
                    <a:pt x="1826" y="11483"/>
                  </a:cubicBezTo>
                  <a:cubicBezTo>
                    <a:pt x="1847" y="11510"/>
                    <a:pt x="1867" y="11536"/>
                    <a:pt x="1889" y="11563"/>
                  </a:cubicBezTo>
                  <a:cubicBezTo>
                    <a:pt x="1898" y="11574"/>
                    <a:pt x="1907" y="11585"/>
                    <a:pt x="1916" y="11596"/>
                  </a:cubicBezTo>
                  <a:cubicBezTo>
                    <a:pt x="1944" y="11629"/>
                    <a:pt x="1971" y="11662"/>
                    <a:pt x="1998" y="11695"/>
                  </a:cubicBezTo>
                  <a:cubicBezTo>
                    <a:pt x="2008" y="11707"/>
                    <a:pt x="2018" y="11719"/>
                    <a:pt x="2028" y="11730"/>
                  </a:cubicBezTo>
                  <a:cubicBezTo>
                    <a:pt x="2053" y="11760"/>
                    <a:pt x="2079" y="11789"/>
                    <a:pt x="2105" y="11818"/>
                  </a:cubicBezTo>
                  <a:cubicBezTo>
                    <a:pt x="2110" y="11825"/>
                    <a:pt x="2116" y="11831"/>
                    <a:pt x="2121" y="11838"/>
                  </a:cubicBezTo>
                  <a:cubicBezTo>
                    <a:pt x="2152" y="11872"/>
                    <a:pt x="2182" y="11905"/>
                    <a:pt x="2214" y="11939"/>
                  </a:cubicBezTo>
                  <a:cubicBezTo>
                    <a:pt x="2225" y="11949"/>
                    <a:pt x="2234" y="11959"/>
                    <a:pt x="2244" y="11970"/>
                  </a:cubicBezTo>
                  <a:cubicBezTo>
                    <a:pt x="2273" y="12001"/>
                    <a:pt x="2302" y="12032"/>
                    <a:pt x="2332" y="12063"/>
                  </a:cubicBezTo>
                  <a:cubicBezTo>
                    <a:pt x="2335" y="12066"/>
                    <a:pt x="2339" y="12070"/>
                    <a:pt x="2342" y="12074"/>
                  </a:cubicBezTo>
                  <a:lnTo>
                    <a:pt x="2442" y="12174"/>
                  </a:lnTo>
                  <a:cubicBezTo>
                    <a:pt x="2452" y="12183"/>
                    <a:pt x="2461" y="12193"/>
                    <a:pt x="2471" y="12202"/>
                  </a:cubicBezTo>
                  <a:cubicBezTo>
                    <a:pt x="2504" y="12234"/>
                    <a:pt x="2538" y="12266"/>
                    <a:pt x="2571" y="12297"/>
                  </a:cubicBezTo>
                  <a:cubicBezTo>
                    <a:pt x="2573" y="12298"/>
                    <a:pt x="2575" y="12300"/>
                    <a:pt x="2576" y="12302"/>
                  </a:cubicBezTo>
                  <a:cubicBezTo>
                    <a:pt x="2612" y="12334"/>
                    <a:pt x="2648" y="12368"/>
                    <a:pt x="2684" y="12400"/>
                  </a:cubicBezTo>
                  <a:cubicBezTo>
                    <a:pt x="2693" y="12408"/>
                    <a:pt x="2701" y="12417"/>
                    <a:pt x="2712" y="12425"/>
                  </a:cubicBezTo>
                  <a:cubicBezTo>
                    <a:pt x="2748" y="12457"/>
                    <a:pt x="2786" y="12489"/>
                    <a:pt x="2822" y="12520"/>
                  </a:cubicBezTo>
                  <a:lnTo>
                    <a:pt x="2823" y="12522"/>
                  </a:lnTo>
                  <a:lnTo>
                    <a:pt x="2824" y="12522"/>
                  </a:lnTo>
                  <a:cubicBezTo>
                    <a:pt x="2870" y="12560"/>
                    <a:pt x="2916" y="12597"/>
                    <a:pt x="2961" y="12633"/>
                  </a:cubicBezTo>
                  <a:lnTo>
                    <a:pt x="3000" y="12664"/>
                  </a:lnTo>
                  <a:cubicBezTo>
                    <a:pt x="3038" y="12694"/>
                    <a:pt x="3076" y="12724"/>
                    <a:pt x="3113" y="12754"/>
                  </a:cubicBezTo>
                  <a:cubicBezTo>
                    <a:pt x="3123" y="12761"/>
                    <a:pt x="3133" y="12770"/>
                    <a:pt x="3143" y="12776"/>
                  </a:cubicBezTo>
                  <a:cubicBezTo>
                    <a:pt x="3189" y="12811"/>
                    <a:pt x="3236" y="12844"/>
                    <a:pt x="3282" y="12878"/>
                  </a:cubicBezTo>
                  <a:lnTo>
                    <a:pt x="3322" y="12905"/>
                  </a:lnTo>
                  <a:cubicBezTo>
                    <a:pt x="3358" y="12931"/>
                    <a:pt x="3394" y="12955"/>
                    <a:pt x="3430" y="12979"/>
                  </a:cubicBezTo>
                  <a:cubicBezTo>
                    <a:pt x="3443" y="12989"/>
                    <a:pt x="3458" y="12999"/>
                    <a:pt x="3472" y="13009"/>
                  </a:cubicBezTo>
                  <a:cubicBezTo>
                    <a:pt x="3519" y="13040"/>
                    <a:pt x="3565" y="13071"/>
                    <a:pt x="3612" y="13101"/>
                  </a:cubicBezTo>
                  <a:cubicBezTo>
                    <a:pt x="3623" y="13108"/>
                    <a:pt x="3634" y="13115"/>
                    <a:pt x="3647" y="13122"/>
                  </a:cubicBezTo>
                  <a:cubicBezTo>
                    <a:pt x="3683" y="13146"/>
                    <a:pt x="3720" y="13168"/>
                    <a:pt x="3757" y="13191"/>
                  </a:cubicBezTo>
                  <a:cubicBezTo>
                    <a:pt x="3776" y="13201"/>
                    <a:pt x="3793" y="13213"/>
                    <a:pt x="3810" y="13224"/>
                  </a:cubicBezTo>
                  <a:cubicBezTo>
                    <a:pt x="3846" y="13245"/>
                    <a:pt x="3884" y="13266"/>
                    <a:pt x="3920" y="13287"/>
                  </a:cubicBezTo>
                  <a:cubicBezTo>
                    <a:pt x="3937" y="13296"/>
                    <a:pt x="3952" y="13304"/>
                    <a:pt x="3969" y="13313"/>
                  </a:cubicBezTo>
                  <a:lnTo>
                    <a:pt x="4097" y="13384"/>
                  </a:lnTo>
                  <a:cubicBezTo>
                    <a:pt x="4117" y="13395"/>
                    <a:pt x="4138" y="13405"/>
                    <a:pt x="4160" y="13416"/>
                  </a:cubicBezTo>
                  <a:cubicBezTo>
                    <a:pt x="4189" y="13431"/>
                    <a:pt x="4219" y="13445"/>
                    <a:pt x="4248" y="13461"/>
                  </a:cubicBezTo>
                  <a:cubicBezTo>
                    <a:pt x="4271" y="13471"/>
                    <a:pt x="4292" y="13483"/>
                    <a:pt x="4313" y="13493"/>
                  </a:cubicBezTo>
                  <a:cubicBezTo>
                    <a:pt x="4357" y="13515"/>
                    <a:pt x="4401" y="13535"/>
                    <a:pt x="4444" y="13556"/>
                  </a:cubicBezTo>
                  <a:cubicBezTo>
                    <a:pt x="4469" y="13567"/>
                    <a:pt x="4494" y="13578"/>
                    <a:pt x="4519" y="13590"/>
                  </a:cubicBezTo>
                  <a:cubicBezTo>
                    <a:pt x="4542" y="13601"/>
                    <a:pt x="4568" y="13612"/>
                    <a:pt x="4593" y="13623"/>
                  </a:cubicBezTo>
                  <a:cubicBezTo>
                    <a:pt x="4620" y="13634"/>
                    <a:pt x="4646" y="13647"/>
                    <a:pt x="4673" y="13658"/>
                  </a:cubicBezTo>
                  <a:cubicBezTo>
                    <a:pt x="4697" y="13668"/>
                    <a:pt x="4721" y="13678"/>
                    <a:pt x="4746" y="13688"/>
                  </a:cubicBezTo>
                  <a:cubicBezTo>
                    <a:pt x="4793" y="13707"/>
                    <a:pt x="4841" y="13726"/>
                    <a:pt x="4890" y="13745"/>
                  </a:cubicBezTo>
                  <a:cubicBezTo>
                    <a:pt x="4909" y="13752"/>
                    <a:pt x="4928" y="13760"/>
                    <a:pt x="4948" y="13766"/>
                  </a:cubicBezTo>
                  <a:cubicBezTo>
                    <a:pt x="4979" y="13778"/>
                    <a:pt x="5010" y="13789"/>
                    <a:pt x="5042" y="13799"/>
                  </a:cubicBezTo>
                  <a:cubicBezTo>
                    <a:pt x="5058" y="13807"/>
                    <a:pt x="5076" y="13812"/>
                    <a:pt x="5092" y="13817"/>
                  </a:cubicBezTo>
                  <a:cubicBezTo>
                    <a:pt x="5162" y="13841"/>
                    <a:pt x="5233" y="13864"/>
                    <a:pt x="5304" y="13886"/>
                  </a:cubicBezTo>
                  <a:cubicBezTo>
                    <a:pt x="5306" y="13887"/>
                    <a:pt x="5308" y="13887"/>
                    <a:pt x="5310" y="13889"/>
                  </a:cubicBezTo>
                  <a:cubicBezTo>
                    <a:pt x="5346" y="13901"/>
                    <a:pt x="5382" y="13911"/>
                    <a:pt x="5419" y="13921"/>
                  </a:cubicBezTo>
                  <a:cubicBezTo>
                    <a:pt x="5430" y="13925"/>
                    <a:pt x="5441" y="13927"/>
                    <a:pt x="5454" y="13932"/>
                  </a:cubicBezTo>
                  <a:cubicBezTo>
                    <a:pt x="5569" y="13965"/>
                    <a:pt x="5687" y="13996"/>
                    <a:pt x="5806" y="14023"/>
                  </a:cubicBezTo>
                  <a:cubicBezTo>
                    <a:pt x="5812" y="14024"/>
                    <a:pt x="5817" y="14025"/>
                    <a:pt x="5823" y="14027"/>
                  </a:cubicBezTo>
                  <a:cubicBezTo>
                    <a:pt x="5991" y="14066"/>
                    <a:pt x="6161" y="14098"/>
                    <a:pt x="6331" y="14124"/>
                  </a:cubicBezTo>
                  <a:cubicBezTo>
                    <a:pt x="6691" y="14179"/>
                    <a:pt x="7054" y="14207"/>
                    <a:pt x="7417" y="14207"/>
                  </a:cubicBezTo>
                  <a:cubicBezTo>
                    <a:pt x="9727" y="14207"/>
                    <a:pt x="12007" y="13082"/>
                    <a:pt x="13385" y="10961"/>
                  </a:cubicBezTo>
                  <a:cubicBezTo>
                    <a:pt x="14666" y="8985"/>
                    <a:pt x="14834" y="6550"/>
                    <a:pt x="14006" y="4467"/>
                  </a:cubicBezTo>
                  <a:cubicBezTo>
                    <a:pt x="14006" y="4465"/>
                    <a:pt x="14005" y="4464"/>
                    <a:pt x="14005" y="4464"/>
                  </a:cubicBezTo>
                  <a:cubicBezTo>
                    <a:pt x="13947" y="4317"/>
                    <a:pt x="13883" y="4173"/>
                    <a:pt x="13815" y="4030"/>
                  </a:cubicBezTo>
                  <a:cubicBezTo>
                    <a:pt x="13814" y="4025"/>
                    <a:pt x="13811" y="4021"/>
                    <a:pt x="13810" y="4018"/>
                  </a:cubicBezTo>
                  <a:cubicBezTo>
                    <a:pt x="13794" y="3985"/>
                    <a:pt x="13778" y="3952"/>
                    <a:pt x="13762" y="3920"/>
                  </a:cubicBezTo>
                  <a:cubicBezTo>
                    <a:pt x="13758" y="3913"/>
                    <a:pt x="13756" y="3907"/>
                    <a:pt x="13752" y="3901"/>
                  </a:cubicBezTo>
                  <a:cubicBezTo>
                    <a:pt x="13702" y="3803"/>
                    <a:pt x="13651" y="3706"/>
                    <a:pt x="13597" y="3608"/>
                  </a:cubicBezTo>
                  <a:cubicBezTo>
                    <a:pt x="13593" y="3601"/>
                    <a:pt x="13588" y="3593"/>
                    <a:pt x="13584" y="3585"/>
                  </a:cubicBezTo>
                  <a:cubicBezTo>
                    <a:pt x="13568" y="3556"/>
                    <a:pt x="13552" y="3529"/>
                    <a:pt x="13536" y="3502"/>
                  </a:cubicBezTo>
                  <a:cubicBezTo>
                    <a:pt x="13529" y="3489"/>
                    <a:pt x="13522" y="3477"/>
                    <a:pt x="13515" y="3464"/>
                  </a:cubicBezTo>
                  <a:cubicBezTo>
                    <a:pt x="13499" y="3437"/>
                    <a:pt x="13483" y="3411"/>
                    <a:pt x="13467" y="3385"/>
                  </a:cubicBezTo>
                  <a:cubicBezTo>
                    <a:pt x="13461" y="3374"/>
                    <a:pt x="13454" y="3364"/>
                    <a:pt x="13447" y="3353"/>
                  </a:cubicBezTo>
                  <a:cubicBezTo>
                    <a:pt x="13418" y="3304"/>
                    <a:pt x="13388" y="3257"/>
                    <a:pt x="13358" y="3209"/>
                  </a:cubicBezTo>
                  <a:cubicBezTo>
                    <a:pt x="13348" y="3195"/>
                    <a:pt x="13338" y="3179"/>
                    <a:pt x="13329" y="3165"/>
                  </a:cubicBezTo>
                  <a:cubicBezTo>
                    <a:pt x="13313" y="3143"/>
                    <a:pt x="13299" y="3120"/>
                    <a:pt x="13283" y="3098"/>
                  </a:cubicBezTo>
                  <a:cubicBezTo>
                    <a:pt x="13272" y="3081"/>
                    <a:pt x="13261" y="3064"/>
                    <a:pt x="13249" y="3046"/>
                  </a:cubicBezTo>
                  <a:cubicBezTo>
                    <a:pt x="13235" y="3025"/>
                    <a:pt x="13219" y="3004"/>
                    <a:pt x="13205" y="2983"/>
                  </a:cubicBezTo>
                  <a:cubicBezTo>
                    <a:pt x="13191" y="2964"/>
                    <a:pt x="13177" y="2945"/>
                    <a:pt x="13163" y="2924"/>
                  </a:cubicBezTo>
                  <a:cubicBezTo>
                    <a:pt x="13144" y="2898"/>
                    <a:pt x="13127" y="2874"/>
                    <a:pt x="13107" y="2849"/>
                  </a:cubicBezTo>
                  <a:cubicBezTo>
                    <a:pt x="13086" y="2821"/>
                    <a:pt x="13066" y="2793"/>
                    <a:pt x="13044" y="2765"/>
                  </a:cubicBezTo>
                  <a:cubicBezTo>
                    <a:pt x="13031" y="2749"/>
                    <a:pt x="13018" y="2731"/>
                    <a:pt x="13004" y="2715"/>
                  </a:cubicBezTo>
                  <a:cubicBezTo>
                    <a:pt x="12987" y="2693"/>
                    <a:pt x="12971" y="2672"/>
                    <a:pt x="12952" y="2651"/>
                  </a:cubicBezTo>
                  <a:cubicBezTo>
                    <a:pt x="12940" y="2633"/>
                    <a:pt x="12925" y="2617"/>
                    <a:pt x="12912" y="2601"/>
                  </a:cubicBezTo>
                  <a:lnTo>
                    <a:pt x="12854" y="2532"/>
                  </a:lnTo>
                  <a:cubicBezTo>
                    <a:pt x="12843" y="2519"/>
                    <a:pt x="12832" y="2504"/>
                    <a:pt x="12820" y="2492"/>
                  </a:cubicBezTo>
                  <a:cubicBezTo>
                    <a:pt x="12791" y="2457"/>
                    <a:pt x="12760" y="2422"/>
                    <a:pt x="12729" y="2388"/>
                  </a:cubicBezTo>
                  <a:lnTo>
                    <a:pt x="12698" y="2353"/>
                  </a:lnTo>
                  <a:cubicBezTo>
                    <a:pt x="12677" y="2328"/>
                    <a:pt x="12653" y="2302"/>
                    <a:pt x="12629" y="2277"/>
                  </a:cubicBezTo>
                  <a:cubicBezTo>
                    <a:pt x="12617" y="2265"/>
                    <a:pt x="12605" y="2251"/>
                    <a:pt x="12592" y="2238"/>
                  </a:cubicBezTo>
                  <a:cubicBezTo>
                    <a:pt x="12569" y="2213"/>
                    <a:pt x="12546" y="2188"/>
                    <a:pt x="12522" y="2164"/>
                  </a:cubicBezTo>
                  <a:cubicBezTo>
                    <a:pt x="12510" y="2152"/>
                    <a:pt x="12500" y="2142"/>
                    <a:pt x="12489" y="2131"/>
                  </a:cubicBezTo>
                  <a:cubicBezTo>
                    <a:pt x="12456" y="2096"/>
                    <a:pt x="12421" y="2063"/>
                    <a:pt x="12386" y="2027"/>
                  </a:cubicBezTo>
                  <a:cubicBezTo>
                    <a:pt x="12379" y="2021"/>
                    <a:pt x="12373" y="2014"/>
                    <a:pt x="12367" y="2009"/>
                  </a:cubicBezTo>
                  <a:lnTo>
                    <a:pt x="12277" y="1924"/>
                  </a:lnTo>
                  <a:cubicBezTo>
                    <a:pt x="12266" y="1914"/>
                    <a:pt x="12254" y="1903"/>
                    <a:pt x="12243" y="1892"/>
                  </a:cubicBezTo>
                  <a:cubicBezTo>
                    <a:pt x="12215" y="1868"/>
                    <a:pt x="12189" y="1843"/>
                    <a:pt x="12163" y="1820"/>
                  </a:cubicBezTo>
                  <a:cubicBezTo>
                    <a:pt x="12151" y="1810"/>
                    <a:pt x="12141" y="1800"/>
                    <a:pt x="12130" y="1790"/>
                  </a:cubicBezTo>
                  <a:cubicBezTo>
                    <a:pt x="12091" y="1756"/>
                    <a:pt x="12054" y="1724"/>
                    <a:pt x="12016" y="1692"/>
                  </a:cubicBezTo>
                  <a:cubicBezTo>
                    <a:pt x="11969" y="1652"/>
                    <a:pt x="11921" y="1614"/>
                    <a:pt x="11874" y="1574"/>
                  </a:cubicBezTo>
                  <a:cubicBezTo>
                    <a:pt x="11858" y="1563"/>
                    <a:pt x="11844" y="1552"/>
                    <a:pt x="11828" y="1538"/>
                  </a:cubicBezTo>
                  <a:cubicBezTo>
                    <a:pt x="11795" y="1513"/>
                    <a:pt x="11761" y="1486"/>
                    <a:pt x="11728" y="1460"/>
                  </a:cubicBezTo>
                  <a:cubicBezTo>
                    <a:pt x="11711" y="1446"/>
                    <a:pt x="11693" y="1434"/>
                    <a:pt x="11677" y="1421"/>
                  </a:cubicBezTo>
                  <a:cubicBezTo>
                    <a:pt x="11643" y="1397"/>
                    <a:pt x="11611" y="1372"/>
                    <a:pt x="11577" y="1347"/>
                  </a:cubicBezTo>
                  <a:cubicBezTo>
                    <a:pt x="11560" y="1336"/>
                    <a:pt x="11544" y="1325"/>
                    <a:pt x="11528" y="1311"/>
                  </a:cubicBezTo>
                  <a:cubicBezTo>
                    <a:pt x="11487" y="1281"/>
                    <a:pt x="11445" y="1253"/>
                    <a:pt x="11403" y="1225"/>
                  </a:cubicBezTo>
                  <a:cubicBezTo>
                    <a:pt x="11395" y="1219"/>
                    <a:pt x="11388" y="1213"/>
                    <a:pt x="11379" y="1208"/>
                  </a:cubicBezTo>
                  <a:cubicBezTo>
                    <a:pt x="11331" y="1175"/>
                    <a:pt x="11281" y="1142"/>
                    <a:pt x="11232" y="1111"/>
                  </a:cubicBezTo>
                  <a:cubicBezTo>
                    <a:pt x="11214" y="1101"/>
                    <a:pt x="11199" y="1090"/>
                    <a:pt x="11182" y="1080"/>
                  </a:cubicBezTo>
                  <a:cubicBezTo>
                    <a:pt x="11147" y="1058"/>
                    <a:pt x="11114" y="1038"/>
                    <a:pt x="11079" y="1017"/>
                  </a:cubicBezTo>
                  <a:lnTo>
                    <a:pt x="11021" y="982"/>
                  </a:lnTo>
                  <a:cubicBezTo>
                    <a:pt x="10988" y="963"/>
                    <a:pt x="10956" y="945"/>
                    <a:pt x="10924" y="925"/>
                  </a:cubicBezTo>
                  <a:cubicBezTo>
                    <a:pt x="10905" y="914"/>
                    <a:pt x="10885" y="904"/>
                    <a:pt x="10864" y="892"/>
                  </a:cubicBezTo>
                  <a:cubicBezTo>
                    <a:pt x="10828" y="872"/>
                    <a:pt x="10792" y="852"/>
                    <a:pt x="10755" y="832"/>
                  </a:cubicBezTo>
                  <a:cubicBezTo>
                    <a:pt x="10740" y="825"/>
                    <a:pt x="10724" y="816"/>
                    <a:pt x="10709" y="809"/>
                  </a:cubicBezTo>
                  <a:cubicBezTo>
                    <a:pt x="10658" y="783"/>
                    <a:pt x="10608" y="757"/>
                    <a:pt x="10558" y="732"/>
                  </a:cubicBezTo>
                  <a:cubicBezTo>
                    <a:pt x="10538" y="723"/>
                    <a:pt x="10519" y="714"/>
                    <a:pt x="10500" y="703"/>
                  </a:cubicBezTo>
                  <a:cubicBezTo>
                    <a:pt x="10466" y="688"/>
                    <a:pt x="10434" y="671"/>
                    <a:pt x="10400" y="657"/>
                  </a:cubicBezTo>
                  <a:cubicBezTo>
                    <a:pt x="10377" y="647"/>
                    <a:pt x="10354" y="636"/>
                    <a:pt x="10332" y="626"/>
                  </a:cubicBezTo>
                  <a:cubicBezTo>
                    <a:pt x="10302" y="614"/>
                    <a:pt x="10271" y="599"/>
                    <a:pt x="10242" y="587"/>
                  </a:cubicBezTo>
                  <a:cubicBezTo>
                    <a:pt x="10218" y="576"/>
                    <a:pt x="10194" y="566"/>
                    <a:pt x="10171" y="556"/>
                  </a:cubicBezTo>
                  <a:lnTo>
                    <a:pt x="10078" y="517"/>
                  </a:lnTo>
                  <a:cubicBezTo>
                    <a:pt x="10054" y="507"/>
                    <a:pt x="10033" y="499"/>
                    <a:pt x="10010" y="490"/>
                  </a:cubicBezTo>
                  <a:cubicBezTo>
                    <a:pt x="9960" y="470"/>
                    <a:pt x="9910" y="451"/>
                    <a:pt x="9860" y="433"/>
                  </a:cubicBezTo>
                  <a:cubicBezTo>
                    <a:pt x="9835" y="424"/>
                    <a:pt x="9811" y="417"/>
                    <a:pt x="9786" y="407"/>
                  </a:cubicBezTo>
                  <a:cubicBezTo>
                    <a:pt x="9758" y="397"/>
                    <a:pt x="9728" y="387"/>
                    <a:pt x="9700" y="377"/>
                  </a:cubicBezTo>
                  <a:cubicBezTo>
                    <a:pt x="9672" y="368"/>
                    <a:pt x="9646" y="360"/>
                    <a:pt x="9618" y="350"/>
                  </a:cubicBezTo>
                  <a:cubicBezTo>
                    <a:pt x="9592" y="341"/>
                    <a:pt x="9564" y="334"/>
                    <a:pt x="9538" y="325"/>
                  </a:cubicBezTo>
                  <a:cubicBezTo>
                    <a:pt x="9510" y="315"/>
                    <a:pt x="9482" y="306"/>
                    <a:pt x="9454" y="299"/>
                  </a:cubicBezTo>
                  <a:cubicBezTo>
                    <a:pt x="9428" y="291"/>
                    <a:pt x="9402" y="283"/>
                    <a:pt x="9377" y="277"/>
                  </a:cubicBezTo>
                  <a:cubicBezTo>
                    <a:pt x="9347" y="269"/>
                    <a:pt x="9319" y="260"/>
                    <a:pt x="9290" y="252"/>
                  </a:cubicBezTo>
                  <a:cubicBezTo>
                    <a:pt x="9265" y="246"/>
                    <a:pt x="9242" y="239"/>
                    <a:pt x="9217" y="233"/>
                  </a:cubicBezTo>
                  <a:cubicBezTo>
                    <a:pt x="9161" y="218"/>
                    <a:pt x="9104" y="205"/>
                    <a:pt x="9048" y="191"/>
                  </a:cubicBezTo>
                  <a:cubicBezTo>
                    <a:pt x="9026" y="185"/>
                    <a:pt x="9005" y="180"/>
                    <a:pt x="8981" y="175"/>
                  </a:cubicBezTo>
                  <a:cubicBezTo>
                    <a:pt x="8949" y="167"/>
                    <a:pt x="8917" y="161"/>
                    <a:pt x="8885" y="154"/>
                  </a:cubicBezTo>
                  <a:cubicBezTo>
                    <a:pt x="8862" y="149"/>
                    <a:pt x="8841" y="145"/>
                    <a:pt x="8819" y="140"/>
                  </a:cubicBezTo>
                  <a:cubicBezTo>
                    <a:pt x="8787" y="134"/>
                    <a:pt x="8753" y="128"/>
                    <a:pt x="8721" y="120"/>
                  </a:cubicBezTo>
                  <a:cubicBezTo>
                    <a:pt x="8700" y="117"/>
                    <a:pt x="8680" y="113"/>
                    <a:pt x="8658" y="109"/>
                  </a:cubicBezTo>
                  <a:cubicBezTo>
                    <a:pt x="8624" y="103"/>
                    <a:pt x="8589" y="98"/>
                    <a:pt x="8556" y="91"/>
                  </a:cubicBezTo>
                  <a:cubicBezTo>
                    <a:pt x="8541" y="88"/>
                    <a:pt x="8527" y="87"/>
                    <a:pt x="8514" y="84"/>
                  </a:cubicBezTo>
                  <a:cubicBezTo>
                    <a:pt x="8438" y="73"/>
                    <a:pt x="8364" y="63"/>
                    <a:pt x="8289" y="53"/>
                  </a:cubicBezTo>
                  <a:cubicBezTo>
                    <a:pt x="8276" y="52"/>
                    <a:pt x="8263" y="50"/>
                    <a:pt x="8250" y="48"/>
                  </a:cubicBezTo>
                  <a:lnTo>
                    <a:pt x="8142" y="37"/>
                  </a:lnTo>
                  <a:cubicBezTo>
                    <a:pt x="8123" y="36"/>
                    <a:pt x="8106" y="33"/>
                    <a:pt x="8086" y="32"/>
                  </a:cubicBezTo>
                  <a:cubicBezTo>
                    <a:pt x="8050" y="27"/>
                    <a:pt x="8015" y="25"/>
                    <a:pt x="7979" y="22"/>
                  </a:cubicBezTo>
                  <a:lnTo>
                    <a:pt x="7925" y="19"/>
                  </a:lnTo>
                  <a:cubicBezTo>
                    <a:pt x="7887" y="16"/>
                    <a:pt x="7851" y="14"/>
                    <a:pt x="7814" y="11"/>
                  </a:cubicBezTo>
                  <a:cubicBezTo>
                    <a:pt x="7802" y="11"/>
                    <a:pt x="7791" y="10"/>
                    <a:pt x="7778" y="10"/>
                  </a:cubicBezTo>
                  <a:cubicBezTo>
                    <a:pt x="7689" y="6"/>
                    <a:pt x="7601" y="2"/>
                    <a:pt x="7512" y="1"/>
                  </a:cubicBezTo>
                  <a:lnTo>
                    <a:pt x="7510" y="1"/>
                  </a:lnTo>
                  <a:cubicBezTo>
                    <a:pt x="7482" y="0"/>
                    <a:pt x="7454" y="0"/>
                    <a:pt x="742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2" name="Google Shape;3192;p40"/>
            <p:cNvGrpSpPr/>
            <p:nvPr/>
          </p:nvGrpSpPr>
          <p:grpSpPr>
            <a:xfrm>
              <a:off x="-2755275" y="2288138"/>
              <a:ext cx="365275" cy="354875"/>
              <a:chOff x="-2755275" y="1020175"/>
              <a:chExt cx="365275" cy="354875"/>
            </a:xfrm>
          </p:grpSpPr>
          <p:sp>
            <p:nvSpPr>
              <p:cNvPr id="3193" name="Google Shape;3193;p40"/>
              <p:cNvSpPr/>
              <p:nvPr/>
            </p:nvSpPr>
            <p:spPr>
              <a:xfrm>
                <a:off x="-2755275" y="1020300"/>
                <a:ext cx="365275" cy="354750"/>
              </a:xfrm>
              <a:custGeom>
                <a:rect b="b" l="l" r="r" t="t"/>
                <a:pathLst>
                  <a:path extrusionOk="0" h="14190" w="14611">
                    <a:moveTo>
                      <a:pt x="7309" y="1"/>
                    </a:moveTo>
                    <a:cubicBezTo>
                      <a:pt x="6963" y="1"/>
                      <a:pt x="6616" y="26"/>
                      <a:pt x="6269" y="77"/>
                    </a:cubicBezTo>
                    <a:cubicBezTo>
                      <a:pt x="4405" y="353"/>
                      <a:pt x="2726" y="1356"/>
                      <a:pt x="1602" y="2867"/>
                    </a:cubicBezTo>
                    <a:cubicBezTo>
                      <a:pt x="477" y="4378"/>
                      <a:pt x="0" y="6273"/>
                      <a:pt x="275" y="8134"/>
                    </a:cubicBezTo>
                    <a:cubicBezTo>
                      <a:pt x="550" y="9995"/>
                      <a:pt x="1554" y="11671"/>
                      <a:pt x="3067" y="12792"/>
                    </a:cubicBezTo>
                    <a:cubicBezTo>
                      <a:pt x="4299" y="13705"/>
                      <a:pt x="5786" y="14190"/>
                      <a:pt x="7303" y="14190"/>
                    </a:cubicBezTo>
                    <a:cubicBezTo>
                      <a:pt x="7649" y="14190"/>
                      <a:pt x="7996" y="14165"/>
                      <a:pt x="8342" y="14114"/>
                    </a:cubicBezTo>
                    <a:cubicBezTo>
                      <a:pt x="10206" y="13838"/>
                      <a:pt x="11885" y="12834"/>
                      <a:pt x="13009" y="11323"/>
                    </a:cubicBezTo>
                    <a:cubicBezTo>
                      <a:pt x="14134" y="9813"/>
                      <a:pt x="14611" y="7919"/>
                      <a:pt x="14336" y="6057"/>
                    </a:cubicBezTo>
                    <a:cubicBezTo>
                      <a:pt x="14061" y="4196"/>
                      <a:pt x="13057" y="2520"/>
                      <a:pt x="11544" y="1399"/>
                    </a:cubicBezTo>
                    <a:cubicBezTo>
                      <a:pt x="10312" y="486"/>
                      <a:pt x="8826" y="1"/>
                      <a:pt x="7309" y="1"/>
                    </a:cubicBezTo>
                    <a:close/>
                  </a:path>
                </a:pathLst>
              </a:custGeom>
              <a:solidFill>
                <a:srgbClr val="020001">
                  <a:alpha val="8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0"/>
              <p:cNvSpPr/>
              <p:nvPr/>
            </p:nvSpPr>
            <p:spPr>
              <a:xfrm>
                <a:off x="-2737000" y="1020175"/>
                <a:ext cx="333050" cy="354175"/>
              </a:xfrm>
              <a:custGeom>
                <a:rect b="b" l="l" r="r" t="t"/>
                <a:pathLst>
                  <a:path extrusionOk="0" h="14167" w="13322">
                    <a:moveTo>
                      <a:pt x="6666" y="1"/>
                    </a:moveTo>
                    <a:cubicBezTo>
                      <a:pt x="7261" y="1957"/>
                      <a:pt x="9045" y="4031"/>
                      <a:pt x="8004" y="5732"/>
                    </a:cubicBezTo>
                    <a:cubicBezTo>
                      <a:pt x="7455" y="6679"/>
                      <a:pt x="5887" y="6312"/>
                      <a:pt x="4707" y="6870"/>
                    </a:cubicBezTo>
                    <a:cubicBezTo>
                      <a:pt x="3864" y="7282"/>
                      <a:pt x="2917" y="7215"/>
                      <a:pt x="1977" y="7552"/>
                    </a:cubicBezTo>
                    <a:cubicBezTo>
                      <a:pt x="1852" y="7618"/>
                      <a:pt x="1688" y="7736"/>
                      <a:pt x="1661" y="7875"/>
                    </a:cubicBezTo>
                    <a:cubicBezTo>
                      <a:pt x="1485" y="8790"/>
                      <a:pt x="998" y="9759"/>
                      <a:pt x="1" y="9771"/>
                    </a:cubicBezTo>
                    <a:cubicBezTo>
                      <a:pt x="418" y="10808"/>
                      <a:pt x="1082" y="11755"/>
                      <a:pt x="1978" y="12514"/>
                    </a:cubicBezTo>
                    <a:cubicBezTo>
                      <a:pt x="3132" y="13489"/>
                      <a:pt x="4491" y="14031"/>
                      <a:pt x="5871" y="14166"/>
                    </a:cubicBezTo>
                    <a:cubicBezTo>
                      <a:pt x="5795" y="13857"/>
                      <a:pt x="5741" y="13544"/>
                      <a:pt x="5707" y="13228"/>
                    </a:cubicBezTo>
                    <a:cubicBezTo>
                      <a:pt x="5686" y="13035"/>
                      <a:pt x="5674" y="12840"/>
                      <a:pt x="5666" y="12644"/>
                    </a:cubicBezTo>
                    <a:cubicBezTo>
                      <a:pt x="5454" y="11329"/>
                      <a:pt x="4520" y="10317"/>
                      <a:pt x="3963" y="9106"/>
                    </a:cubicBezTo>
                    <a:cubicBezTo>
                      <a:pt x="3466" y="8021"/>
                      <a:pt x="5191" y="7867"/>
                      <a:pt x="5960" y="7847"/>
                    </a:cubicBezTo>
                    <a:cubicBezTo>
                      <a:pt x="6062" y="7842"/>
                      <a:pt x="6159" y="7839"/>
                      <a:pt x="6250" y="7839"/>
                    </a:cubicBezTo>
                    <a:cubicBezTo>
                      <a:pt x="6432" y="7839"/>
                      <a:pt x="6594" y="7849"/>
                      <a:pt x="6737" y="7868"/>
                    </a:cubicBezTo>
                    <a:cubicBezTo>
                      <a:pt x="7110" y="8043"/>
                      <a:pt x="7463" y="8121"/>
                      <a:pt x="7797" y="8121"/>
                    </a:cubicBezTo>
                    <a:cubicBezTo>
                      <a:pt x="9183" y="8121"/>
                      <a:pt x="10232" y="6778"/>
                      <a:pt x="10965" y="5460"/>
                    </a:cubicBezTo>
                    <a:cubicBezTo>
                      <a:pt x="11079" y="5306"/>
                      <a:pt x="11280" y="5137"/>
                      <a:pt x="11530" y="5112"/>
                    </a:cubicBezTo>
                    <a:cubicBezTo>
                      <a:pt x="11739" y="5045"/>
                      <a:pt x="11958" y="5004"/>
                      <a:pt x="12180" y="4975"/>
                    </a:cubicBezTo>
                    <a:cubicBezTo>
                      <a:pt x="12499" y="4932"/>
                      <a:pt x="12819" y="4911"/>
                      <a:pt x="13140" y="4911"/>
                    </a:cubicBezTo>
                    <a:cubicBezTo>
                      <a:pt x="13200" y="4911"/>
                      <a:pt x="13261" y="4912"/>
                      <a:pt x="13322" y="4913"/>
                    </a:cubicBezTo>
                    <a:cubicBezTo>
                      <a:pt x="12928" y="3688"/>
                      <a:pt x="12203" y="2562"/>
                      <a:pt x="11170" y="1688"/>
                    </a:cubicBezTo>
                    <a:cubicBezTo>
                      <a:pt x="9846" y="569"/>
                      <a:pt x="8251" y="19"/>
                      <a:pt x="66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0"/>
              <p:cNvSpPr/>
              <p:nvPr/>
            </p:nvSpPr>
            <p:spPr>
              <a:xfrm>
                <a:off x="-2664450" y="1114125"/>
                <a:ext cx="175325" cy="167025"/>
              </a:xfrm>
              <a:custGeom>
                <a:rect b="b" l="l" r="r" t="t"/>
                <a:pathLst>
                  <a:path extrusionOk="0" h="6681" w="7013">
                    <a:moveTo>
                      <a:pt x="3684" y="0"/>
                    </a:moveTo>
                    <a:cubicBezTo>
                      <a:pt x="2827" y="0"/>
                      <a:pt x="1968" y="328"/>
                      <a:pt x="1312" y="984"/>
                    </a:cubicBezTo>
                    <a:cubicBezTo>
                      <a:pt x="5" y="2290"/>
                      <a:pt x="1" y="4406"/>
                      <a:pt x="1302" y="5707"/>
                    </a:cubicBezTo>
                    <a:cubicBezTo>
                      <a:pt x="1926" y="6331"/>
                      <a:pt x="2772" y="6681"/>
                      <a:pt x="3654" y="6681"/>
                    </a:cubicBezTo>
                    <a:cubicBezTo>
                      <a:pt x="3657" y="6681"/>
                      <a:pt x="3660" y="6681"/>
                      <a:pt x="3662" y="6681"/>
                    </a:cubicBezTo>
                    <a:cubicBezTo>
                      <a:pt x="4549" y="6679"/>
                      <a:pt x="5399" y="6326"/>
                      <a:pt x="6026" y="5697"/>
                    </a:cubicBezTo>
                    <a:cubicBezTo>
                      <a:pt x="6654" y="5070"/>
                      <a:pt x="7008" y="4219"/>
                      <a:pt x="7010" y="3334"/>
                    </a:cubicBezTo>
                    <a:cubicBezTo>
                      <a:pt x="7012" y="2447"/>
                      <a:pt x="6661" y="1599"/>
                      <a:pt x="6037" y="974"/>
                    </a:cubicBezTo>
                    <a:cubicBezTo>
                      <a:pt x="5388" y="324"/>
                      <a:pt x="4536" y="0"/>
                      <a:pt x="36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0"/>
              <p:cNvSpPr/>
              <p:nvPr/>
            </p:nvSpPr>
            <p:spPr>
              <a:xfrm>
                <a:off x="-2591150" y="1181150"/>
                <a:ext cx="36925" cy="32975"/>
              </a:xfrm>
              <a:custGeom>
                <a:rect b="b" l="l" r="r" t="t"/>
                <a:pathLst>
                  <a:path extrusionOk="0" h="1319" w="1477">
                    <a:moveTo>
                      <a:pt x="738" y="0"/>
                    </a:moveTo>
                    <a:cubicBezTo>
                      <a:pt x="326" y="0"/>
                      <a:pt x="1" y="381"/>
                      <a:pt x="96" y="810"/>
                    </a:cubicBezTo>
                    <a:cubicBezTo>
                      <a:pt x="150" y="1052"/>
                      <a:pt x="345" y="1247"/>
                      <a:pt x="588" y="1302"/>
                    </a:cubicBezTo>
                    <a:cubicBezTo>
                      <a:pt x="639" y="1313"/>
                      <a:pt x="689" y="1319"/>
                      <a:pt x="738" y="1319"/>
                    </a:cubicBezTo>
                    <a:cubicBezTo>
                      <a:pt x="1151" y="1319"/>
                      <a:pt x="1476" y="937"/>
                      <a:pt x="1380" y="508"/>
                    </a:cubicBezTo>
                    <a:cubicBezTo>
                      <a:pt x="1327" y="266"/>
                      <a:pt x="1132" y="71"/>
                      <a:pt x="889" y="17"/>
                    </a:cubicBezTo>
                    <a:cubicBezTo>
                      <a:pt x="838" y="6"/>
                      <a:pt x="787" y="0"/>
                      <a:pt x="7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97" name="Google Shape;3197;p40"/>
          <p:cNvGrpSpPr/>
          <p:nvPr/>
        </p:nvGrpSpPr>
        <p:grpSpPr>
          <a:xfrm rot="588872">
            <a:off x="75359" y="4494239"/>
            <a:ext cx="812858" cy="512799"/>
            <a:chOff x="-1963525" y="3710875"/>
            <a:chExt cx="260450" cy="164313"/>
          </a:xfrm>
        </p:grpSpPr>
        <p:sp>
          <p:nvSpPr>
            <p:cNvPr id="3198" name="Google Shape;3198;p40"/>
            <p:cNvSpPr/>
            <p:nvPr/>
          </p:nvSpPr>
          <p:spPr>
            <a:xfrm>
              <a:off x="-1963525" y="3710875"/>
              <a:ext cx="260450" cy="164225"/>
            </a:xfrm>
            <a:custGeom>
              <a:rect b="b" l="l" r="r" t="t"/>
              <a:pathLst>
                <a:path extrusionOk="0" h="6569" w="10418">
                  <a:moveTo>
                    <a:pt x="10075" y="0"/>
                  </a:moveTo>
                  <a:lnTo>
                    <a:pt x="365" y="1"/>
                  </a:lnTo>
                  <a:cubicBezTo>
                    <a:pt x="242" y="1"/>
                    <a:pt x="138" y="109"/>
                    <a:pt x="138" y="230"/>
                  </a:cubicBezTo>
                  <a:lnTo>
                    <a:pt x="138" y="739"/>
                  </a:lnTo>
                  <a:lnTo>
                    <a:pt x="138" y="3629"/>
                  </a:lnTo>
                  <a:lnTo>
                    <a:pt x="53" y="3629"/>
                  </a:lnTo>
                  <a:cubicBezTo>
                    <a:pt x="32" y="3656"/>
                    <a:pt x="28" y="3672"/>
                    <a:pt x="1" y="3695"/>
                  </a:cubicBezTo>
                  <a:lnTo>
                    <a:pt x="1" y="5827"/>
                  </a:lnTo>
                  <a:cubicBezTo>
                    <a:pt x="28" y="5849"/>
                    <a:pt x="33" y="5860"/>
                    <a:pt x="53" y="5883"/>
                  </a:cubicBezTo>
                  <a:lnTo>
                    <a:pt x="138" y="5883"/>
                  </a:lnTo>
                  <a:lnTo>
                    <a:pt x="138" y="6359"/>
                  </a:lnTo>
                  <a:cubicBezTo>
                    <a:pt x="138" y="6482"/>
                    <a:pt x="241" y="6569"/>
                    <a:pt x="365" y="6569"/>
                  </a:cubicBezTo>
                  <a:lnTo>
                    <a:pt x="10075" y="6567"/>
                  </a:lnTo>
                  <a:cubicBezTo>
                    <a:pt x="10197" y="6567"/>
                    <a:pt x="10282" y="6481"/>
                    <a:pt x="10282" y="6358"/>
                  </a:cubicBezTo>
                  <a:lnTo>
                    <a:pt x="10282" y="5881"/>
                  </a:lnTo>
                  <a:lnTo>
                    <a:pt x="10369" y="5881"/>
                  </a:lnTo>
                  <a:cubicBezTo>
                    <a:pt x="10391" y="5859"/>
                    <a:pt x="10391" y="5848"/>
                    <a:pt x="10418" y="5826"/>
                  </a:cubicBezTo>
                  <a:lnTo>
                    <a:pt x="10418" y="3693"/>
                  </a:lnTo>
                  <a:cubicBezTo>
                    <a:pt x="10391" y="3672"/>
                    <a:pt x="10391" y="3656"/>
                    <a:pt x="10369" y="3628"/>
                  </a:cubicBezTo>
                  <a:lnTo>
                    <a:pt x="10282" y="3628"/>
                  </a:lnTo>
                  <a:lnTo>
                    <a:pt x="10282" y="738"/>
                  </a:lnTo>
                  <a:lnTo>
                    <a:pt x="10282" y="229"/>
                  </a:lnTo>
                  <a:cubicBezTo>
                    <a:pt x="10282" y="107"/>
                    <a:pt x="10197" y="0"/>
                    <a:pt x="10075"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9" name="Google Shape;3199;p40"/>
            <p:cNvGrpSpPr/>
            <p:nvPr/>
          </p:nvGrpSpPr>
          <p:grpSpPr>
            <a:xfrm>
              <a:off x="-1963525" y="3710913"/>
              <a:ext cx="260450" cy="164275"/>
              <a:chOff x="-1963525" y="2442950"/>
              <a:chExt cx="260450" cy="164275"/>
            </a:xfrm>
          </p:grpSpPr>
          <p:sp>
            <p:nvSpPr>
              <p:cNvPr id="3200" name="Google Shape;3200;p40"/>
              <p:cNvSpPr/>
              <p:nvPr/>
            </p:nvSpPr>
            <p:spPr>
              <a:xfrm>
                <a:off x="-1963525" y="2533650"/>
                <a:ext cx="260450" cy="56425"/>
              </a:xfrm>
              <a:custGeom>
                <a:rect b="b" l="l" r="r" t="t"/>
                <a:pathLst>
                  <a:path extrusionOk="0" h="2257" w="10418">
                    <a:moveTo>
                      <a:pt x="10369" y="1"/>
                    </a:moveTo>
                    <a:lnTo>
                      <a:pt x="53" y="3"/>
                    </a:lnTo>
                    <a:cubicBezTo>
                      <a:pt x="33" y="31"/>
                      <a:pt x="28" y="47"/>
                      <a:pt x="1" y="69"/>
                    </a:cubicBezTo>
                    <a:lnTo>
                      <a:pt x="1" y="2202"/>
                    </a:lnTo>
                    <a:cubicBezTo>
                      <a:pt x="28" y="2224"/>
                      <a:pt x="32" y="2235"/>
                      <a:pt x="53" y="2257"/>
                    </a:cubicBezTo>
                    <a:lnTo>
                      <a:pt x="10369" y="2255"/>
                    </a:lnTo>
                    <a:cubicBezTo>
                      <a:pt x="10391" y="2233"/>
                      <a:pt x="10391" y="2221"/>
                      <a:pt x="10418" y="2199"/>
                    </a:cubicBezTo>
                    <a:lnTo>
                      <a:pt x="10418" y="67"/>
                    </a:lnTo>
                    <a:cubicBezTo>
                      <a:pt x="10391" y="44"/>
                      <a:pt x="10391" y="28"/>
                      <a:pt x="103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0"/>
              <p:cNvSpPr/>
              <p:nvPr/>
            </p:nvSpPr>
            <p:spPr>
              <a:xfrm>
                <a:off x="-1960125" y="2442950"/>
                <a:ext cx="253650" cy="164275"/>
              </a:xfrm>
              <a:custGeom>
                <a:rect b="b" l="l" r="r" t="t"/>
                <a:pathLst>
                  <a:path extrusionOk="0" h="6571" w="10146">
                    <a:moveTo>
                      <a:pt x="9937" y="0"/>
                    </a:moveTo>
                    <a:lnTo>
                      <a:pt x="227" y="1"/>
                    </a:lnTo>
                    <a:cubicBezTo>
                      <a:pt x="105" y="1"/>
                      <a:pt x="0" y="109"/>
                      <a:pt x="0" y="232"/>
                    </a:cubicBezTo>
                    <a:lnTo>
                      <a:pt x="0" y="739"/>
                    </a:lnTo>
                    <a:lnTo>
                      <a:pt x="2" y="6362"/>
                    </a:lnTo>
                    <a:cubicBezTo>
                      <a:pt x="2" y="6483"/>
                      <a:pt x="105" y="6570"/>
                      <a:pt x="229" y="6570"/>
                    </a:cubicBezTo>
                    <a:lnTo>
                      <a:pt x="9939" y="6569"/>
                    </a:lnTo>
                    <a:cubicBezTo>
                      <a:pt x="10061" y="6569"/>
                      <a:pt x="10146" y="6482"/>
                      <a:pt x="10146" y="6360"/>
                    </a:cubicBezTo>
                    <a:lnTo>
                      <a:pt x="10143" y="738"/>
                    </a:lnTo>
                    <a:lnTo>
                      <a:pt x="10143" y="230"/>
                    </a:lnTo>
                    <a:cubicBezTo>
                      <a:pt x="10143" y="108"/>
                      <a:pt x="10061" y="0"/>
                      <a:pt x="99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0"/>
              <p:cNvSpPr/>
              <p:nvPr/>
            </p:nvSpPr>
            <p:spPr>
              <a:xfrm>
                <a:off x="-1953625" y="2448675"/>
                <a:ext cx="11300" cy="11325"/>
              </a:xfrm>
              <a:custGeom>
                <a:rect b="b" l="l" r="r" t="t"/>
                <a:pathLst>
                  <a:path extrusionOk="0" h="453" w="452">
                    <a:moveTo>
                      <a:pt x="225" y="1"/>
                    </a:moveTo>
                    <a:cubicBezTo>
                      <a:pt x="100" y="1"/>
                      <a:pt x="0" y="102"/>
                      <a:pt x="0" y="227"/>
                    </a:cubicBezTo>
                    <a:cubicBezTo>
                      <a:pt x="0" y="351"/>
                      <a:pt x="100" y="453"/>
                      <a:pt x="225" y="453"/>
                    </a:cubicBezTo>
                    <a:cubicBezTo>
                      <a:pt x="351" y="453"/>
                      <a:pt x="451" y="351"/>
                      <a:pt x="451" y="227"/>
                    </a:cubicBezTo>
                    <a:cubicBezTo>
                      <a:pt x="451" y="102"/>
                      <a:pt x="350"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0"/>
              <p:cNvSpPr/>
              <p:nvPr/>
            </p:nvSpPr>
            <p:spPr>
              <a:xfrm>
                <a:off x="-1724150" y="2448650"/>
                <a:ext cx="11300" cy="11325"/>
              </a:xfrm>
              <a:custGeom>
                <a:rect b="b" l="l" r="r" t="t"/>
                <a:pathLst>
                  <a:path extrusionOk="0" h="453" w="452">
                    <a:moveTo>
                      <a:pt x="229" y="0"/>
                    </a:moveTo>
                    <a:cubicBezTo>
                      <a:pt x="228" y="0"/>
                      <a:pt x="227" y="0"/>
                      <a:pt x="227" y="0"/>
                    </a:cubicBezTo>
                    <a:cubicBezTo>
                      <a:pt x="101" y="0"/>
                      <a:pt x="1" y="102"/>
                      <a:pt x="1" y="226"/>
                    </a:cubicBezTo>
                    <a:cubicBezTo>
                      <a:pt x="1" y="351"/>
                      <a:pt x="101" y="452"/>
                      <a:pt x="227" y="452"/>
                    </a:cubicBezTo>
                    <a:cubicBezTo>
                      <a:pt x="352" y="452"/>
                      <a:pt x="452" y="351"/>
                      <a:pt x="452" y="226"/>
                    </a:cubicBezTo>
                    <a:cubicBezTo>
                      <a:pt x="452" y="102"/>
                      <a:pt x="353" y="0"/>
                      <a:pt x="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0"/>
              <p:cNvSpPr/>
              <p:nvPr/>
            </p:nvSpPr>
            <p:spPr>
              <a:xfrm>
                <a:off x="-1953600" y="2590250"/>
                <a:ext cx="11325" cy="11300"/>
              </a:xfrm>
              <a:custGeom>
                <a:rect b="b" l="l" r="r" t="t"/>
                <a:pathLst>
                  <a:path extrusionOk="0" h="452" w="453">
                    <a:moveTo>
                      <a:pt x="226" y="0"/>
                    </a:moveTo>
                    <a:cubicBezTo>
                      <a:pt x="100" y="0"/>
                      <a:pt x="0" y="100"/>
                      <a:pt x="0" y="225"/>
                    </a:cubicBezTo>
                    <a:cubicBezTo>
                      <a:pt x="0" y="351"/>
                      <a:pt x="100" y="451"/>
                      <a:pt x="226" y="451"/>
                    </a:cubicBezTo>
                    <a:cubicBezTo>
                      <a:pt x="351" y="451"/>
                      <a:pt x="452" y="351"/>
                      <a:pt x="452" y="225"/>
                    </a:cubicBezTo>
                    <a:cubicBezTo>
                      <a:pt x="452" y="100"/>
                      <a:pt x="350" y="0"/>
                      <a:pt x="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0"/>
              <p:cNvSpPr/>
              <p:nvPr/>
            </p:nvSpPr>
            <p:spPr>
              <a:xfrm>
                <a:off x="-1724125" y="2590175"/>
                <a:ext cx="11325" cy="11350"/>
              </a:xfrm>
              <a:custGeom>
                <a:rect b="b" l="l" r="r" t="t"/>
                <a:pathLst>
                  <a:path extrusionOk="0" h="454" w="453">
                    <a:moveTo>
                      <a:pt x="229" y="1"/>
                    </a:moveTo>
                    <a:cubicBezTo>
                      <a:pt x="228" y="1"/>
                      <a:pt x="227" y="1"/>
                      <a:pt x="227" y="1"/>
                    </a:cubicBezTo>
                    <a:cubicBezTo>
                      <a:pt x="101" y="1"/>
                      <a:pt x="1" y="102"/>
                      <a:pt x="1" y="227"/>
                    </a:cubicBezTo>
                    <a:cubicBezTo>
                      <a:pt x="1" y="352"/>
                      <a:pt x="101" y="453"/>
                      <a:pt x="227" y="453"/>
                    </a:cubicBezTo>
                    <a:cubicBezTo>
                      <a:pt x="352" y="453"/>
                      <a:pt x="453" y="352"/>
                      <a:pt x="453" y="227"/>
                    </a:cubicBezTo>
                    <a:cubicBezTo>
                      <a:pt x="453" y="103"/>
                      <a:pt x="352" y="1"/>
                      <a:pt x="2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0"/>
              <p:cNvSpPr/>
              <p:nvPr/>
            </p:nvSpPr>
            <p:spPr>
              <a:xfrm>
                <a:off x="-1942900" y="2460125"/>
                <a:ext cx="219250" cy="102425"/>
              </a:xfrm>
              <a:custGeom>
                <a:rect b="b" l="l" r="r" t="t"/>
                <a:pathLst>
                  <a:path extrusionOk="0" h="4097" w="8770">
                    <a:moveTo>
                      <a:pt x="8330" y="1"/>
                    </a:moveTo>
                    <a:lnTo>
                      <a:pt x="441" y="2"/>
                    </a:lnTo>
                    <a:cubicBezTo>
                      <a:pt x="270" y="174"/>
                      <a:pt x="166" y="270"/>
                      <a:pt x="0" y="442"/>
                    </a:cubicBezTo>
                    <a:lnTo>
                      <a:pt x="1" y="4018"/>
                    </a:lnTo>
                    <a:cubicBezTo>
                      <a:pt x="1" y="4062"/>
                      <a:pt x="39" y="4097"/>
                      <a:pt x="83" y="4097"/>
                    </a:cubicBezTo>
                    <a:lnTo>
                      <a:pt x="8692" y="4096"/>
                    </a:lnTo>
                    <a:cubicBezTo>
                      <a:pt x="8736" y="4096"/>
                      <a:pt x="8769" y="4061"/>
                      <a:pt x="8769" y="4016"/>
                    </a:cubicBezTo>
                    <a:lnTo>
                      <a:pt x="8768" y="440"/>
                    </a:lnTo>
                    <a:cubicBezTo>
                      <a:pt x="8603" y="269"/>
                      <a:pt x="8501" y="172"/>
                      <a:pt x="8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0"/>
              <p:cNvSpPr/>
              <p:nvPr/>
            </p:nvSpPr>
            <p:spPr>
              <a:xfrm>
                <a:off x="-1912775" y="2568700"/>
                <a:ext cx="159150" cy="38525"/>
              </a:xfrm>
              <a:custGeom>
                <a:rect b="b" l="l" r="r" t="t"/>
                <a:pathLst>
                  <a:path extrusionOk="0" h="1541" w="6366">
                    <a:moveTo>
                      <a:pt x="5940" y="0"/>
                    </a:moveTo>
                    <a:lnTo>
                      <a:pt x="425" y="1"/>
                    </a:lnTo>
                    <a:cubicBezTo>
                      <a:pt x="338" y="1"/>
                      <a:pt x="264" y="69"/>
                      <a:pt x="248" y="155"/>
                    </a:cubicBezTo>
                    <a:lnTo>
                      <a:pt x="1" y="1540"/>
                    </a:lnTo>
                    <a:lnTo>
                      <a:pt x="6365" y="1539"/>
                    </a:lnTo>
                    <a:lnTo>
                      <a:pt x="6116" y="153"/>
                    </a:lnTo>
                    <a:cubicBezTo>
                      <a:pt x="6101" y="68"/>
                      <a:pt x="6026" y="0"/>
                      <a:pt x="59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0"/>
              <p:cNvSpPr/>
              <p:nvPr/>
            </p:nvSpPr>
            <p:spPr>
              <a:xfrm>
                <a:off x="-1895300" y="2591325"/>
                <a:ext cx="12525" cy="12525"/>
              </a:xfrm>
              <a:custGeom>
                <a:rect b="b" l="l" r="r" t="t"/>
                <a:pathLst>
                  <a:path extrusionOk="0" h="501" w="501">
                    <a:moveTo>
                      <a:pt x="253" y="0"/>
                    </a:moveTo>
                    <a:cubicBezTo>
                      <a:pt x="252" y="0"/>
                      <a:pt x="252" y="0"/>
                      <a:pt x="251" y="0"/>
                    </a:cubicBezTo>
                    <a:cubicBezTo>
                      <a:pt x="113" y="0"/>
                      <a:pt x="0" y="113"/>
                      <a:pt x="0" y="251"/>
                    </a:cubicBezTo>
                    <a:cubicBezTo>
                      <a:pt x="0" y="388"/>
                      <a:pt x="113" y="501"/>
                      <a:pt x="251" y="501"/>
                    </a:cubicBezTo>
                    <a:cubicBezTo>
                      <a:pt x="388" y="501"/>
                      <a:pt x="501" y="388"/>
                      <a:pt x="501" y="251"/>
                    </a:cubicBezTo>
                    <a:cubicBezTo>
                      <a:pt x="501" y="113"/>
                      <a:pt x="389" y="0"/>
                      <a:pt x="2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0"/>
              <p:cNvSpPr/>
              <p:nvPr/>
            </p:nvSpPr>
            <p:spPr>
              <a:xfrm>
                <a:off x="-1783650" y="2591300"/>
                <a:ext cx="12550" cy="12525"/>
              </a:xfrm>
              <a:custGeom>
                <a:rect b="b" l="l" r="r" t="t"/>
                <a:pathLst>
                  <a:path extrusionOk="0" h="501" w="502">
                    <a:moveTo>
                      <a:pt x="251" y="0"/>
                    </a:moveTo>
                    <a:cubicBezTo>
                      <a:pt x="112" y="0"/>
                      <a:pt x="1" y="113"/>
                      <a:pt x="1" y="250"/>
                    </a:cubicBezTo>
                    <a:cubicBezTo>
                      <a:pt x="1" y="388"/>
                      <a:pt x="112" y="501"/>
                      <a:pt x="251" y="501"/>
                    </a:cubicBezTo>
                    <a:cubicBezTo>
                      <a:pt x="389" y="501"/>
                      <a:pt x="501" y="388"/>
                      <a:pt x="501" y="250"/>
                    </a:cubicBezTo>
                    <a:cubicBezTo>
                      <a:pt x="501" y="113"/>
                      <a:pt x="389" y="0"/>
                      <a:pt x="2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0"/>
              <p:cNvSpPr/>
              <p:nvPr/>
            </p:nvSpPr>
            <p:spPr>
              <a:xfrm>
                <a:off x="-1869350" y="2588650"/>
                <a:ext cx="9650" cy="9650"/>
              </a:xfrm>
              <a:custGeom>
                <a:rect b="b" l="l" r="r" t="t"/>
                <a:pathLst>
                  <a:path extrusionOk="0" h="386" w="386">
                    <a:moveTo>
                      <a:pt x="188" y="0"/>
                    </a:moveTo>
                    <a:cubicBezTo>
                      <a:pt x="85" y="0"/>
                      <a:pt x="1" y="85"/>
                      <a:pt x="1" y="188"/>
                    </a:cubicBezTo>
                    <a:lnTo>
                      <a:pt x="1" y="198"/>
                    </a:lnTo>
                    <a:cubicBezTo>
                      <a:pt x="1" y="301"/>
                      <a:pt x="85" y="385"/>
                      <a:pt x="188" y="385"/>
                    </a:cubicBezTo>
                    <a:lnTo>
                      <a:pt x="199" y="385"/>
                    </a:lnTo>
                    <a:cubicBezTo>
                      <a:pt x="302" y="385"/>
                      <a:pt x="386" y="301"/>
                      <a:pt x="386" y="198"/>
                    </a:cubicBezTo>
                    <a:lnTo>
                      <a:pt x="386" y="188"/>
                    </a:lnTo>
                    <a:cubicBezTo>
                      <a:pt x="386" y="85"/>
                      <a:pt x="302" y="0"/>
                      <a:pt x="1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0"/>
              <p:cNvSpPr/>
              <p:nvPr/>
            </p:nvSpPr>
            <p:spPr>
              <a:xfrm>
                <a:off x="-1806800" y="2588650"/>
                <a:ext cx="9650" cy="9650"/>
              </a:xfrm>
              <a:custGeom>
                <a:rect b="b" l="l" r="r" t="t"/>
                <a:pathLst>
                  <a:path extrusionOk="0" h="386" w="386">
                    <a:moveTo>
                      <a:pt x="187" y="0"/>
                    </a:moveTo>
                    <a:cubicBezTo>
                      <a:pt x="84" y="0"/>
                      <a:pt x="0" y="85"/>
                      <a:pt x="0" y="188"/>
                    </a:cubicBezTo>
                    <a:lnTo>
                      <a:pt x="0" y="198"/>
                    </a:lnTo>
                    <a:cubicBezTo>
                      <a:pt x="0" y="301"/>
                      <a:pt x="84" y="385"/>
                      <a:pt x="187" y="385"/>
                    </a:cubicBezTo>
                    <a:lnTo>
                      <a:pt x="197" y="385"/>
                    </a:lnTo>
                    <a:cubicBezTo>
                      <a:pt x="300" y="385"/>
                      <a:pt x="385" y="301"/>
                      <a:pt x="385" y="198"/>
                    </a:cubicBezTo>
                    <a:lnTo>
                      <a:pt x="385" y="188"/>
                    </a:lnTo>
                    <a:cubicBezTo>
                      <a:pt x="385" y="85"/>
                      <a:pt x="300" y="0"/>
                      <a:pt x="1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0"/>
              <p:cNvSpPr/>
              <p:nvPr/>
            </p:nvSpPr>
            <p:spPr>
              <a:xfrm>
                <a:off x="-1905125" y="2464250"/>
                <a:ext cx="144350" cy="22725"/>
              </a:xfrm>
              <a:custGeom>
                <a:rect b="b" l="l" r="r" t="t"/>
                <a:pathLst>
                  <a:path extrusionOk="0" h="909" w="5774">
                    <a:moveTo>
                      <a:pt x="5436" y="1"/>
                    </a:moveTo>
                    <a:lnTo>
                      <a:pt x="337" y="2"/>
                    </a:lnTo>
                    <a:cubicBezTo>
                      <a:pt x="151" y="2"/>
                      <a:pt x="0" y="154"/>
                      <a:pt x="0" y="339"/>
                    </a:cubicBezTo>
                    <a:lnTo>
                      <a:pt x="0" y="573"/>
                    </a:lnTo>
                    <a:cubicBezTo>
                      <a:pt x="0" y="758"/>
                      <a:pt x="151" y="909"/>
                      <a:pt x="337" y="909"/>
                    </a:cubicBezTo>
                    <a:lnTo>
                      <a:pt x="5436" y="908"/>
                    </a:lnTo>
                    <a:cubicBezTo>
                      <a:pt x="5622" y="908"/>
                      <a:pt x="5773" y="757"/>
                      <a:pt x="5773" y="572"/>
                    </a:cubicBezTo>
                    <a:lnTo>
                      <a:pt x="5773" y="337"/>
                    </a:lnTo>
                    <a:cubicBezTo>
                      <a:pt x="5773" y="151"/>
                      <a:pt x="5622" y="1"/>
                      <a:pt x="54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0"/>
              <p:cNvSpPr/>
              <p:nvPr/>
            </p:nvSpPr>
            <p:spPr>
              <a:xfrm>
                <a:off x="-1941500" y="2483875"/>
                <a:ext cx="218450" cy="77300"/>
              </a:xfrm>
              <a:custGeom>
                <a:rect b="b" l="l" r="r" t="t"/>
                <a:pathLst>
                  <a:path extrusionOk="0" h="3092" w="8738">
                    <a:moveTo>
                      <a:pt x="8737" y="0"/>
                    </a:moveTo>
                    <a:lnTo>
                      <a:pt x="0" y="2241"/>
                    </a:lnTo>
                    <a:lnTo>
                      <a:pt x="0" y="3092"/>
                    </a:lnTo>
                    <a:lnTo>
                      <a:pt x="8738" y="853"/>
                    </a:lnTo>
                    <a:lnTo>
                      <a:pt x="87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0"/>
              <p:cNvSpPr/>
              <p:nvPr/>
            </p:nvSpPr>
            <p:spPr>
              <a:xfrm>
                <a:off x="-1900975" y="2470700"/>
                <a:ext cx="135375" cy="1575"/>
              </a:xfrm>
              <a:custGeom>
                <a:rect b="b" l="l" r="r" t="t"/>
                <a:pathLst>
                  <a:path extrusionOk="0" h="63" w="5415">
                    <a:moveTo>
                      <a:pt x="0" y="1"/>
                    </a:moveTo>
                    <a:lnTo>
                      <a:pt x="0" y="63"/>
                    </a:lnTo>
                    <a:lnTo>
                      <a:pt x="5414" y="63"/>
                    </a:lnTo>
                    <a:lnTo>
                      <a:pt x="54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0"/>
              <p:cNvSpPr/>
              <p:nvPr/>
            </p:nvSpPr>
            <p:spPr>
              <a:xfrm>
                <a:off x="-1900975" y="2478975"/>
                <a:ext cx="135375" cy="1550"/>
              </a:xfrm>
              <a:custGeom>
                <a:rect b="b" l="l" r="r" t="t"/>
                <a:pathLst>
                  <a:path extrusionOk="0" h="62" w="5415">
                    <a:moveTo>
                      <a:pt x="0" y="0"/>
                    </a:moveTo>
                    <a:lnTo>
                      <a:pt x="0" y="62"/>
                    </a:lnTo>
                    <a:lnTo>
                      <a:pt x="5414" y="62"/>
                    </a:lnTo>
                    <a:lnTo>
                      <a:pt x="54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0"/>
              <p:cNvSpPr/>
              <p:nvPr/>
            </p:nvSpPr>
            <p:spPr>
              <a:xfrm>
                <a:off x="-1910875" y="2493450"/>
                <a:ext cx="155275" cy="44050"/>
              </a:xfrm>
              <a:custGeom>
                <a:rect b="b" l="l" r="r" t="t"/>
                <a:pathLst>
                  <a:path extrusionOk="0" h="1762" w="6211">
                    <a:moveTo>
                      <a:pt x="5330" y="0"/>
                    </a:moveTo>
                    <a:lnTo>
                      <a:pt x="880" y="2"/>
                    </a:lnTo>
                    <a:cubicBezTo>
                      <a:pt x="395" y="2"/>
                      <a:pt x="0" y="396"/>
                      <a:pt x="0" y="881"/>
                    </a:cubicBezTo>
                    <a:cubicBezTo>
                      <a:pt x="0" y="1366"/>
                      <a:pt x="395" y="1762"/>
                      <a:pt x="880" y="1762"/>
                    </a:cubicBezTo>
                    <a:lnTo>
                      <a:pt x="5330" y="1760"/>
                    </a:lnTo>
                    <a:cubicBezTo>
                      <a:pt x="5815" y="1760"/>
                      <a:pt x="6211" y="1365"/>
                      <a:pt x="6211" y="880"/>
                    </a:cubicBezTo>
                    <a:cubicBezTo>
                      <a:pt x="6211" y="395"/>
                      <a:pt x="5815" y="0"/>
                      <a:pt x="5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0"/>
              <p:cNvSpPr/>
              <p:nvPr/>
            </p:nvSpPr>
            <p:spPr>
              <a:xfrm>
                <a:off x="-1907850" y="2496900"/>
                <a:ext cx="148425" cy="37150"/>
              </a:xfrm>
              <a:custGeom>
                <a:rect b="b" l="l" r="r" t="t"/>
                <a:pathLst>
                  <a:path extrusionOk="0" h="1486" w="5937">
                    <a:moveTo>
                      <a:pt x="5196" y="0"/>
                    </a:moveTo>
                    <a:lnTo>
                      <a:pt x="742" y="1"/>
                    </a:lnTo>
                    <a:cubicBezTo>
                      <a:pt x="332" y="1"/>
                      <a:pt x="1" y="334"/>
                      <a:pt x="1" y="743"/>
                    </a:cubicBezTo>
                    <a:cubicBezTo>
                      <a:pt x="1" y="1154"/>
                      <a:pt x="332" y="1485"/>
                      <a:pt x="742" y="1485"/>
                    </a:cubicBezTo>
                    <a:lnTo>
                      <a:pt x="5196" y="1484"/>
                    </a:lnTo>
                    <a:cubicBezTo>
                      <a:pt x="5606" y="1484"/>
                      <a:pt x="5937" y="1152"/>
                      <a:pt x="5937" y="742"/>
                    </a:cubicBezTo>
                    <a:cubicBezTo>
                      <a:pt x="5937" y="334"/>
                      <a:pt x="5605" y="0"/>
                      <a:pt x="5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0"/>
              <p:cNvSpPr/>
              <p:nvPr/>
            </p:nvSpPr>
            <p:spPr>
              <a:xfrm>
                <a:off x="-179827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0"/>
              <p:cNvSpPr/>
              <p:nvPr/>
            </p:nvSpPr>
            <p:spPr>
              <a:xfrm>
                <a:off x="-179664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0"/>
              <p:cNvSpPr/>
              <p:nvPr/>
            </p:nvSpPr>
            <p:spPr>
              <a:xfrm>
                <a:off x="-178585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0"/>
              <p:cNvSpPr/>
              <p:nvPr/>
            </p:nvSpPr>
            <p:spPr>
              <a:xfrm>
                <a:off x="-191052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0"/>
              <p:cNvSpPr/>
              <p:nvPr/>
            </p:nvSpPr>
            <p:spPr>
              <a:xfrm>
                <a:off x="-190889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0"/>
              <p:cNvSpPr/>
              <p:nvPr/>
            </p:nvSpPr>
            <p:spPr>
              <a:xfrm>
                <a:off x="-189810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224" name="Shape 3224"/>
        <p:cNvGrpSpPr/>
        <p:nvPr/>
      </p:nvGrpSpPr>
      <p:grpSpPr>
        <a:xfrm>
          <a:off x="0" y="0"/>
          <a:ext cx="0" cy="0"/>
          <a:chOff x="0" y="0"/>
          <a:chExt cx="0" cy="0"/>
        </a:xfrm>
      </p:grpSpPr>
      <p:sp>
        <p:nvSpPr>
          <p:cNvPr id="3225" name="Google Shape;3225;p41"/>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3226" name="Google Shape;3226;p41"/>
          <p:cNvSpPr txBox="1"/>
          <p:nvPr>
            <p:ph idx="1" type="subTitle"/>
          </p:nvPr>
        </p:nvSpPr>
        <p:spPr>
          <a:xfrm>
            <a:off x="1537000" y="1657350"/>
            <a:ext cx="6076800" cy="1828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accent3"/>
              </a:buClr>
              <a:buSzPts val="1600"/>
              <a:buFont typeface="Work Sans Light"/>
              <a:buChar char="●"/>
              <a:defRPr/>
            </a:lvl1pPr>
            <a:lvl2pPr lvl="1" algn="ctr">
              <a:lnSpc>
                <a:spcPct val="100000"/>
              </a:lnSpc>
              <a:spcBef>
                <a:spcPts val="0"/>
              </a:spcBef>
              <a:spcAft>
                <a:spcPts val="0"/>
              </a:spcAft>
              <a:buClr>
                <a:srgbClr val="E76A28"/>
              </a:buClr>
              <a:buSzPts val="1600"/>
              <a:buFont typeface="Nunito Light"/>
              <a:buChar char="○"/>
              <a:defRPr/>
            </a:lvl2pPr>
            <a:lvl3pPr lvl="2" algn="ctr">
              <a:lnSpc>
                <a:spcPct val="100000"/>
              </a:lnSpc>
              <a:spcBef>
                <a:spcPts val="0"/>
              </a:spcBef>
              <a:spcAft>
                <a:spcPts val="0"/>
              </a:spcAft>
              <a:buClr>
                <a:srgbClr val="E76A28"/>
              </a:buClr>
              <a:buSzPts val="1500"/>
              <a:buFont typeface="Nunito Light"/>
              <a:buChar char="■"/>
              <a:defRPr/>
            </a:lvl3pPr>
            <a:lvl4pPr lvl="3" algn="ctr">
              <a:lnSpc>
                <a:spcPct val="100000"/>
              </a:lnSpc>
              <a:spcBef>
                <a:spcPts val="0"/>
              </a:spcBef>
              <a:spcAft>
                <a:spcPts val="0"/>
              </a:spcAft>
              <a:buClr>
                <a:srgbClr val="E76A28"/>
              </a:buClr>
              <a:buSzPts val="1500"/>
              <a:buFont typeface="Nunito Light"/>
              <a:buChar char="●"/>
              <a:defRPr/>
            </a:lvl4pPr>
            <a:lvl5pPr lvl="4" algn="ctr">
              <a:lnSpc>
                <a:spcPct val="100000"/>
              </a:lnSpc>
              <a:spcBef>
                <a:spcPts val="0"/>
              </a:spcBef>
              <a:spcAft>
                <a:spcPts val="0"/>
              </a:spcAft>
              <a:buClr>
                <a:srgbClr val="E76A28"/>
              </a:buClr>
              <a:buSzPts val="1400"/>
              <a:buFont typeface="Nunito Light"/>
              <a:buChar char="○"/>
              <a:defRPr/>
            </a:lvl5pPr>
            <a:lvl6pPr lvl="5" algn="ctr">
              <a:lnSpc>
                <a:spcPct val="100000"/>
              </a:lnSpc>
              <a:spcBef>
                <a:spcPts val="0"/>
              </a:spcBef>
              <a:spcAft>
                <a:spcPts val="0"/>
              </a:spcAft>
              <a:buClr>
                <a:srgbClr val="999999"/>
              </a:buClr>
              <a:buSzPts val="1400"/>
              <a:buFont typeface="Nunito Light"/>
              <a:buChar char="■"/>
              <a:defRPr/>
            </a:lvl6pPr>
            <a:lvl7pPr lvl="6" algn="ctr">
              <a:lnSpc>
                <a:spcPct val="100000"/>
              </a:lnSpc>
              <a:spcBef>
                <a:spcPts val="0"/>
              </a:spcBef>
              <a:spcAft>
                <a:spcPts val="0"/>
              </a:spcAft>
              <a:buClr>
                <a:srgbClr val="999999"/>
              </a:buClr>
              <a:buSzPts val="1300"/>
              <a:buFont typeface="Nunito Light"/>
              <a:buChar char="●"/>
              <a:defRPr/>
            </a:lvl7pPr>
            <a:lvl8pPr lvl="7" algn="ctr">
              <a:lnSpc>
                <a:spcPct val="100000"/>
              </a:lnSpc>
              <a:spcBef>
                <a:spcPts val="0"/>
              </a:spcBef>
              <a:spcAft>
                <a:spcPts val="0"/>
              </a:spcAft>
              <a:buClr>
                <a:srgbClr val="999999"/>
              </a:buClr>
              <a:buSzPts val="1300"/>
              <a:buFont typeface="Nunito Light"/>
              <a:buChar char="○"/>
              <a:defRPr/>
            </a:lvl8pPr>
            <a:lvl9pPr lvl="8" algn="ctr">
              <a:lnSpc>
                <a:spcPct val="100000"/>
              </a:lnSpc>
              <a:spcBef>
                <a:spcPts val="0"/>
              </a:spcBef>
              <a:spcAft>
                <a:spcPts val="0"/>
              </a:spcAft>
              <a:buClr>
                <a:srgbClr val="999999"/>
              </a:buClr>
              <a:buSzPts val="1400"/>
              <a:buFont typeface="Nunito Light"/>
              <a:buChar char="■"/>
              <a:defRPr/>
            </a:lvl9pPr>
          </a:lstStyle>
          <a:p/>
        </p:txBody>
      </p:sp>
      <p:grpSp>
        <p:nvGrpSpPr>
          <p:cNvPr id="3227" name="Google Shape;3227;p41"/>
          <p:cNvGrpSpPr/>
          <p:nvPr/>
        </p:nvGrpSpPr>
        <p:grpSpPr>
          <a:xfrm>
            <a:off x="-465804" y="64026"/>
            <a:ext cx="9505177" cy="4919935"/>
            <a:chOff x="-465804" y="64026"/>
            <a:chExt cx="9505177" cy="4919935"/>
          </a:xfrm>
        </p:grpSpPr>
        <p:grpSp>
          <p:nvGrpSpPr>
            <p:cNvPr id="3228" name="Google Shape;3228;p41"/>
            <p:cNvGrpSpPr/>
            <p:nvPr/>
          </p:nvGrpSpPr>
          <p:grpSpPr>
            <a:xfrm>
              <a:off x="-465804" y="952935"/>
              <a:ext cx="927849" cy="523955"/>
              <a:chOff x="3701784" y="1690738"/>
              <a:chExt cx="473416" cy="267338"/>
            </a:xfrm>
          </p:grpSpPr>
          <p:sp>
            <p:nvSpPr>
              <p:cNvPr id="3229" name="Google Shape;3229;p41"/>
              <p:cNvSpPr/>
              <p:nvPr/>
            </p:nvSpPr>
            <p:spPr>
              <a:xfrm>
                <a:off x="3701784" y="1690738"/>
                <a:ext cx="472025" cy="265900"/>
              </a:xfrm>
              <a:custGeom>
                <a:rect b="b" l="l" r="r" t="t"/>
                <a:pathLst>
                  <a:path extrusionOk="0" h="10636" w="18881">
                    <a:moveTo>
                      <a:pt x="9441" y="0"/>
                    </a:moveTo>
                    <a:cubicBezTo>
                      <a:pt x="4235" y="0"/>
                      <a:pt x="0" y="4236"/>
                      <a:pt x="0" y="9440"/>
                    </a:cubicBezTo>
                    <a:cubicBezTo>
                      <a:pt x="0" y="10102"/>
                      <a:pt x="536" y="10635"/>
                      <a:pt x="1195" y="10635"/>
                    </a:cubicBezTo>
                    <a:cubicBezTo>
                      <a:pt x="1855" y="10635"/>
                      <a:pt x="2389" y="10100"/>
                      <a:pt x="2389" y="9440"/>
                    </a:cubicBezTo>
                    <a:cubicBezTo>
                      <a:pt x="2389" y="5553"/>
                      <a:pt x="5552" y="2390"/>
                      <a:pt x="9439" y="2390"/>
                    </a:cubicBezTo>
                    <a:cubicBezTo>
                      <a:pt x="13326" y="2390"/>
                      <a:pt x="16489" y="5554"/>
                      <a:pt x="16489" y="9440"/>
                    </a:cubicBezTo>
                    <a:cubicBezTo>
                      <a:pt x="16489" y="10102"/>
                      <a:pt x="17024" y="10635"/>
                      <a:pt x="17683" y="10635"/>
                    </a:cubicBezTo>
                    <a:cubicBezTo>
                      <a:pt x="18343" y="10635"/>
                      <a:pt x="18878" y="10100"/>
                      <a:pt x="18878" y="9440"/>
                    </a:cubicBezTo>
                    <a:cubicBezTo>
                      <a:pt x="18880" y="4236"/>
                      <a:pt x="14646" y="0"/>
                      <a:pt x="9441"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1"/>
              <p:cNvSpPr/>
              <p:nvPr/>
            </p:nvSpPr>
            <p:spPr>
              <a:xfrm>
                <a:off x="3703175" y="1692175"/>
                <a:ext cx="472025" cy="265900"/>
              </a:xfrm>
              <a:custGeom>
                <a:rect b="b" l="l" r="r" t="t"/>
                <a:pathLst>
                  <a:path extrusionOk="0" h="10636" w="18881">
                    <a:moveTo>
                      <a:pt x="9441" y="0"/>
                    </a:moveTo>
                    <a:cubicBezTo>
                      <a:pt x="4236" y="0"/>
                      <a:pt x="1" y="4236"/>
                      <a:pt x="1" y="9440"/>
                    </a:cubicBezTo>
                    <a:cubicBezTo>
                      <a:pt x="1" y="10099"/>
                      <a:pt x="535" y="10635"/>
                      <a:pt x="1196" y="10635"/>
                    </a:cubicBezTo>
                    <a:cubicBezTo>
                      <a:pt x="1855" y="10635"/>
                      <a:pt x="2390" y="10100"/>
                      <a:pt x="2390" y="9440"/>
                    </a:cubicBezTo>
                    <a:cubicBezTo>
                      <a:pt x="2390" y="5553"/>
                      <a:pt x="5552" y="2390"/>
                      <a:pt x="9440" y="2390"/>
                    </a:cubicBezTo>
                    <a:cubicBezTo>
                      <a:pt x="13327" y="2390"/>
                      <a:pt x="16490" y="5552"/>
                      <a:pt x="16490" y="9440"/>
                    </a:cubicBezTo>
                    <a:cubicBezTo>
                      <a:pt x="16490" y="10099"/>
                      <a:pt x="17023" y="10635"/>
                      <a:pt x="17684" y="10635"/>
                    </a:cubicBezTo>
                    <a:cubicBezTo>
                      <a:pt x="18344" y="10635"/>
                      <a:pt x="18879" y="10099"/>
                      <a:pt x="18881" y="9440"/>
                    </a:cubicBezTo>
                    <a:cubicBezTo>
                      <a:pt x="18881" y="4236"/>
                      <a:pt x="14646" y="0"/>
                      <a:pt x="9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1" name="Google Shape;3231;p41"/>
            <p:cNvGrpSpPr/>
            <p:nvPr/>
          </p:nvGrpSpPr>
          <p:grpSpPr>
            <a:xfrm>
              <a:off x="986990" y="138810"/>
              <a:ext cx="261189" cy="248344"/>
              <a:chOff x="5164484" y="526738"/>
              <a:chExt cx="133266" cy="126713"/>
            </a:xfrm>
          </p:grpSpPr>
          <p:sp>
            <p:nvSpPr>
              <p:cNvPr id="3232" name="Google Shape;3232;p41"/>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1"/>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4" name="Google Shape;3234;p41"/>
            <p:cNvGrpSpPr/>
            <p:nvPr/>
          </p:nvGrpSpPr>
          <p:grpSpPr>
            <a:xfrm>
              <a:off x="8728353" y="3552920"/>
              <a:ext cx="311019" cy="311110"/>
              <a:chOff x="5038846" y="235350"/>
              <a:chExt cx="158691" cy="158738"/>
            </a:xfrm>
          </p:grpSpPr>
          <p:sp>
            <p:nvSpPr>
              <p:cNvPr id="3235" name="Google Shape;3235;p41"/>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1"/>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7" name="Google Shape;3237;p41"/>
            <p:cNvGrpSpPr/>
            <p:nvPr/>
          </p:nvGrpSpPr>
          <p:grpSpPr>
            <a:xfrm>
              <a:off x="7570896" y="4546097"/>
              <a:ext cx="393923" cy="394209"/>
              <a:chOff x="4296334" y="1527938"/>
              <a:chExt cx="200991" cy="201138"/>
            </a:xfrm>
          </p:grpSpPr>
          <p:sp>
            <p:nvSpPr>
              <p:cNvPr id="3238" name="Google Shape;3238;p41"/>
              <p:cNvSpPr/>
              <p:nvPr/>
            </p:nvSpPr>
            <p:spPr>
              <a:xfrm>
                <a:off x="4296334" y="1527938"/>
                <a:ext cx="199650" cy="199675"/>
              </a:xfrm>
              <a:custGeom>
                <a:rect b="b" l="l" r="r" t="t"/>
                <a:pathLst>
                  <a:path extrusionOk="0" h="7987" w="7986">
                    <a:moveTo>
                      <a:pt x="3993" y="0"/>
                    </a:moveTo>
                    <a:cubicBezTo>
                      <a:pt x="1788" y="0"/>
                      <a:pt x="0" y="1789"/>
                      <a:pt x="0" y="3993"/>
                    </a:cubicBezTo>
                    <a:cubicBezTo>
                      <a:pt x="0" y="6199"/>
                      <a:pt x="1789" y="7986"/>
                      <a:pt x="3993" y="7986"/>
                    </a:cubicBezTo>
                    <a:lnTo>
                      <a:pt x="7986" y="7986"/>
                    </a:lnTo>
                    <a:lnTo>
                      <a:pt x="7986" y="3993"/>
                    </a:lnTo>
                    <a:cubicBezTo>
                      <a:pt x="7986" y="1789"/>
                      <a:pt x="6197" y="0"/>
                      <a:pt x="3993"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1"/>
              <p:cNvSpPr/>
              <p:nvPr/>
            </p:nvSpPr>
            <p:spPr>
              <a:xfrm>
                <a:off x="4297675" y="1529400"/>
                <a:ext cx="199650" cy="199675"/>
              </a:xfrm>
              <a:custGeom>
                <a:rect b="b" l="l" r="r" t="t"/>
                <a:pathLst>
                  <a:path extrusionOk="0" h="7987" w="7986">
                    <a:moveTo>
                      <a:pt x="3994" y="0"/>
                    </a:moveTo>
                    <a:cubicBezTo>
                      <a:pt x="3994" y="0"/>
                      <a:pt x="3993" y="0"/>
                      <a:pt x="3993" y="0"/>
                    </a:cubicBezTo>
                    <a:cubicBezTo>
                      <a:pt x="1788" y="0"/>
                      <a:pt x="1" y="1787"/>
                      <a:pt x="1" y="3993"/>
                    </a:cubicBezTo>
                    <a:cubicBezTo>
                      <a:pt x="1" y="6198"/>
                      <a:pt x="1787" y="7986"/>
                      <a:pt x="3993" y="7986"/>
                    </a:cubicBezTo>
                    <a:lnTo>
                      <a:pt x="7985" y="7986"/>
                    </a:lnTo>
                    <a:lnTo>
                      <a:pt x="7985" y="3991"/>
                    </a:lnTo>
                    <a:cubicBezTo>
                      <a:pt x="7985" y="1787"/>
                      <a:pt x="6200" y="0"/>
                      <a:pt x="3994" y="0"/>
                    </a:cubicBezTo>
                    <a:close/>
                  </a:path>
                </a:pathLst>
              </a:custGeom>
              <a:solidFill>
                <a:srgbClr val="242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1"/>
              <p:cNvSpPr/>
              <p:nvPr/>
            </p:nvSpPr>
            <p:spPr>
              <a:xfrm>
                <a:off x="4297675" y="1529400"/>
                <a:ext cx="199650" cy="199675"/>
              </a:xfrm>
              <a:custGeom>
                <a:rect b="b" l="l" r="r" t="t"/>
                <a:pathLst>
                  <a:path extrusionOk="0" h="7987" w="7986">
                    <a:moveTo>
                      <a:pt x="3994" y="0"/>
                    </a:moveTo>
                    <a:cubicBezTo>
                      <a:pt x="3994" y="0"/>
                      <a:pt x="3993" y="0"/>
                      <a:pt x="3993" y="0"/>
                    </a:cubicBezTo>
                    <a:cubicBezTo>
                      <a:pt x="1788" y="0"/>
                      <a:pt x="1" y="1787"/>
                      <a:pt x="1" y="3993"/>
                    </a:cubicBezTo>
                    <a:cubicBezTo>
                      <a:pt x="1" y="6198"/>
                      <a:pt x="1787" y="7986"/>
                      <a:pt x="3993" y="7986"/>
                    </a:cubicBezTo>
                    <a:lnTo>
                      <a:pt x="7985" y="7986"/>
                    </a:lnTo>
                    <a:lnTo>
                      <a:pt x="7985" y="3991"/>
                    </a:lnTo>
                    <a:cubicBezTo>
                      <a:pt x="7985" y="1787"/>
                      <a:pt x="6200" y="0"/>
                      <a:pt x="3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1"/>
              <p:cNvSpPr/>
              <p:nvPr/>
            </p:nvSpPr>
            <p:spPr>
              <a:xfrm>
                <a:off x="4320825" y="1552575"/>
                <a:ext cx="153350" cy="153325"/>
              </a:xfrm>
              <a:custGeom>
                <a:rect b="b" l="l" r="r" t="t"/>
                <a:pathLst>
                  <a:path extrusionOk="0" h="6133" w="6134">
                    <a:moveTo>
                      <a:pt x="3067" y="0"/>
                    </a:moveTo>
                    <a:cubicBezTo>
                      <a:pt x="1376" y="0"/>
                      <a:pt x="1" y="1375"/>
                      <a:pt x="1" y="3066"/>
                    </a:cubicBezTo>
                    <a:cubicBezTo>
                      <a:pt x="1" y="4757"/>
                      <a:pt x="1376" y="6132"/>
                      <a:pt x="3067" y="6132"/>
                    </a:cubicBezTo>
                    <a:lnTo>
                      <a:pt x="6134" y="6132"/>
                    </a:lnTo>
                    <a:lnTo>
                      <a:pt x="6134" y="3066"/>
                    </a:lnTo>
                    <a:cubicBezTo>
                      <a:pt x="6134" y="1375"/>
                      <a:pt x="4758" y="0"/>
                      <a:pt x="30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1"/>
              <p:cNvSpPr/>
              <p:nvPr/>
            </p:nvSpPr>
            <p:spPr>
              <a:xfrm>
                <a:off x="4341275" y="1573000"/>
                <a:ext cx="112450" cy="112450"/>
              </a:xfrm>
              <a:custGeom>
                <a:rect b="b" l="l" r="r" t="t"/>
                <a:pathLst>
                  <a:path extrusionOk="0" h="4498" w="4498">
                    <a:moveTo>
                      <a:pt x="2250" y="1"/>
                    </a:moveTo>
                    <a:cubicBezTo>
                      <a:pt x="1009" y="1"/>
                      <a:pt x="1" y="1009"/>
                      <a:pt x="1" y="2249"/>
                    </a:cubicBezTo>
                    <a:cubicBezTo>
                      <a:pt x="1" y="3489"/>
                      <a:pt x="1009" y="4498"/>
                      <a:pt x="2250" y="4498"/>
                    </a:cubicBezTo>
                    <a:lnTo>
                      <a:pt x="4497" y="4498"/>
                    </a:lnTo>
                    <a:lnTo>
                      <a:pt x="4497" y="2249"/>
                    </a:lnTo>
                    <a:cubicBezTo>
                      <a:pt x="4497" y="1009"/>
                      <a:pt x="3489" y="1"/>
                      <a:pt x="22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1"/>
              <p:cNvSpPr/>
              <p:nvPr/>
            </p:nvSpPr>
            <p:spPr>
              <a:xfrm>
                <a:off x="4367125" y="1598825"/>
                <a:ext cx="60750" cy="60725"/>
              </a:xfrm>
              <a:custGeom>
                <a:rect b="b" l="l" r="r" t="t"/>
                <a:pathLst>
                  <a:path extrusionOk="0" h="2429" w="2430">
                    <a:moveTo>
                      <a:pt x="1215" y="1"/>
                    </a:moveTo>
                    <a:cubicBezTo>
                      <a:pt x="546" y="1"/>
                      <a:pt x="1" y="545"/>
                      <a:pt x="1" y="1214"/>
                    </a:cubicBezTo>
                    <a:cubicBezTo>
                      <a:pt x="1" y="1884"/>
                      <a:pt x="546" y="2429"/>
                      <a:pt x="1215" y="2429"/>
                    </a:cubicBezTo>
                    <a:lnTo>
                      <a:pt x="2429" y="2429"/>
                    </a:lnTo>
                    <a:lnTo>
                      <a:pt x="2429" y="1214"/>
                    </a:lnTo>
                    <a:cubicBezTo>
                      <a:pt x="2429" y="545"/>
                      <a:pt x="1884"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4" name="Google Shape;3244;p41"/>
            <p:cNvGrpSpPr/>
            <p:nvPr/>
          </p:nvGrpSpPr>
          <p:grpSpPr>
            <a:xfrm>
              <a:off x="71341" y="64026"/>
              <a:ext cx="735612" cy="682607"/>
              <a:chOff x="-3345900" y="2555950"/>
              <a:chExt cx="464050" cy="430613"/>
            </a:xfrm>
          </p:grpSpPr>
          <p:sp>
            <p:nvSpPr>
              <p:cNvPr id="3245" name="Google Shape;3245;p41"/>
              <p:cNvSpPr/>
              <p:nvPr/>
            </p:nvSpPr>
            <p:spPr>
              <a:xfrm>
                <a:off x="-3345900" y="2555950"/>
                <a:ext cx="464050" cy="430575"/>
              </a:xfrm>
              <a:custGeom>
                <a:rect b="b" l="l" r="r" t="t"/>
                <a:pathLst>
                  <a:path extrusionOk="0" h="17223" w="18562">
                    <a:moveTo>
                      <a:pt x="9284" y="7756"/>
                    </a:moveTo>
                    <a:cubicBezTo>
                      <a:pt x="9503" y="7756"/>
                      <a:pt x="9723" y="7840"/>
                      <a:pt x="9889" y="8006"/>
                    </a:cubicBezTo>
                    <a:cubicBezTo>
                      <a:pt x="10224" y="8341"/>
                      <a:pt x="10224" y="8883"/>
                      <a:pt x="9889" y="9218"/>
                    </a:cubicBezTo>
                    <a:cubicBezTo>
                      <a:pt x="9723" y="9385"/>
                      <a:pt x="9504" y="9469"/>
                      <a:pt x="9285" y="9469"/>
                    </a:cubicBezTo>
                    <a:cubicBezTo>
                      <a:pt x="9066" y="9469"/>
                      <a:pt x="8846" y="9385"/>
                      <a:pt x="8679" y="9218"/>
                    </a:cubicBezTo>
                    <a:cubicBezTo>
                      <a:pt x="8344" y="8883"/>
                      <a:pt x="8344" y="8341"/>
                      <a:pt x="8679" y="8006"/>
                    </a:cubicBezTo>
                    <a:cubicBezTo>
                      <a:pt x="8845" y="7840"/>
                      <a:pt x="9065" y="7756"/>
                      <a:pt x="9284" y="7756"/>
                    </a:cubicBezTo>
                    <a:close/>
                    <a:moveTo>
                      <a:pt x="9286" y="0"/>
                    </a:moveTo>
                    <a:cubicBezTo>
                      <a:pt x="8069" y="0"/>
                      <a:pt x="6853" y="257"/>
                      <a:pt x="5724" y="769"/>
                    </a:cubicBezTo>
                    <a:cubicBezTo>
                      <a:pt x="4809" y="1184"/>
                      <a:pt x="3949" y="1768"/>
                      <a:pt x="3196" y="2521"/>
                    </a:cubicBezTo>
                    <a:cubicBezTo>
                      <a:pt x="2441" y="3275"/>
                      <a:pt x="1857" y="4134"/>
                      <a:pt x="1440" y="5052"/>
                    </a:cubicBezTo>
                    <a:cubicBezTo>
                      <a:pt x="1" y="8223"/>
                      <a:pt x="585" y="12091"/>
                      <a:pt x="3196" y="14701"/>
                    </a:cubicBezTo>
                    <a:cubicBezTo>
                      <a:pt x="4876" y="16382"/>
                      <a:pt x="7079" y="17223"/>
                      <a:pt x="9282" y="17223"/>
                    </a:cubicBezTo>
                    <a:cubicBezTo>
                      <a:pt x="10475" y="17223"/>
                      <a:pt x="11668" y="16976"/>
                      <a:pt x="12778" y="16483"/>
                    </a:cubicBezTo>
                    <a:cubicBezTo>
                      <a:pt x="13719" y="16068"/>
                      <a:pt x="14599" y="15473"/>
                      <a:pt x="15373" y="14701"/>
                    </a:cubicBezTo>
                    <a:cubicBezTo>
                      <a:pt x="16146" y="13928"/>
                      <a:pt x="16741" y="13045"/>
                      <a:pt x="17156" y="12106"/>
                    </a:cubicBezTo>
                    <a:cubicBezTo>
                      <a:pt x="18561" y="8945"/>
                      <a:pt x="17967" y="5115"/>
                      <a:pt x="15373" y="2521"/>
                    </a:cubicBezTo>
                    <a:cubicBezTo>
                      <a:pt x="13691" y="840"/>
                      <a:pt x="11488" y="0"/>
                      <a:pt x="928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46" name="Google Shape;3246;p41"/>
              <p:cNvGrpSpPr/>
              <p:nvPr/>
            </p:nvGrpSpPr>
            <p:grpSpPr>
              <a:xfrm>
                <a:off x="-3345900" y="2555988"/>
                <a:ext cx="464050" cy="430575"/>
                <a:chOff x="-3345900" y="1288025"/>
                <a:chExt cx="464050" cy="430575"/>
              </a:xfrm>
            </p:grpSpPr>
            <p:sp>
              <p:nvSpPr>
                <p:cNvPr id="3247" name="Google Shape;3247;p41"/>
                <p:cNvSpPr/>
                <p:nvPr/>
              </p:nvSpPr>
              <p:spPr>
                <a:xfrm>
                  <a:off x="-3345900" y="1288025"/>
                  <a:ext cx="464050" cy="430575"/>
                </a:xfrm>
                <a:custGeom>
                  <a:rect b="b" l="l" r="r" t="t"/>
                  <a:pathLst>
                    <a:path extrusionOk="0" h="17223" w="18562">
                      <a:moveTo>
                        <a:pt x="9284" y="7757"/>
                      </a:moveTo>
                      <a:cubicBezTo>
                        <a:pt x="9503" y="7757"/>
                        <a:pt x="9723" y="7840"/>
                        <a:pt x="9889" y="8007"/>
                      </a:cubicBezTo>
                      <a:cubicBezTo>
                        <a:pt x="10224" y="8341"/>
                        <a:pt x="10224" y="8885"/>
                        <a:pt x="9889" y="9218"/>
                      </a:cubicBezTo>
                      <a:cubicBezTo>
                        <a:pt x="9723" y="9385"/>
                        <a:pt x="9504" y="9469"/>
                        <a:pt x="9285" y="9469"/>
                      </a:cubicBezTo>
                      <a:cubicBezTo>
                        <a:pt x="9066" y="9469"/>
                        <a:pt x="8846" y="9385"/>
                        <a:pt x="8679" y="9218"/>
                      </a:cubicBezTo>
                      <a:cubicBezTo>
                        <a:pt x="8344" y="8885"/>
                        <a:pt x="8344" y="8341"/>
                        <a:pt x="8679" y="8007"/>
                      </a:cubicBezTo>
                      <a:cubicBezTo>
                        <a:pt x="8845" y="7840"/>
                        <a:pt x="9065" y="7757"/>
                        <a:pt x="9284" y="7757"/>
                      </a:cubicBezTo>
                      <a:close/>
                      <a:moveTo>
                        <a:pt x="9285" y="1"/>
                      </a:moveTo>
                      <a:cubicBezTo>
                        <a:pt x="8069" y="1"/>
                        <a:pt x="6853" y="257"/>
                        <a:pt x="5724" y="769"/>
                      </a:cubicBezTo>
                      <a:cubicBezTo>
                        <a:pt x="4809" y="1184"/>
                        <a:pt x="3949" y="1769"/>
                        <a:pt x="3196" y="2522"/>
                      </a:cubicBezTo>
                      <a:cubicBezTo>
                        <a:pt x="2441" y="3276"/>
                        <a:pt x="1857" y="4134"/>
                        <a:pt x="1440" y="5052"/>
                      </a:cubicBezTo>
                      <a:cubicBezTo>
                        <a:pt x="1" y="8224"/>
                        <a:pt x="585" y="12091"/>
                        <a:pt x="3196" y="14701"/>
                      </a:cubicBezTo>
                      <a:cubicBezTo>
                        <a:pt x="4876" y="16382"/>
                        <a:pt x="7079" y="17223"/>
                        <a:pt x="9282" y="17223"/>
                      </a:cubicBezTo>
                      <a:cubicBezTo>
                        <a:pt x="10475" y="17223"/>
                        <a:pt x="11668" y="16976"/>
                        <a:pt x="12778" y="16483"/>
                      </a:cubicBezTo>
                      <a:cubicBezTo>
                        <a:pt x="13719" y="16068"/>
                        <a:pt x="14599" y="15474"/>
                        <a:pt x="15373" y="14701"/>
                      </a:cubicBezTo>
                      <a:cubicBezTo>
                        <a:pt x="16146" y="13928"/>
                        <a:pt x="16741" y="13046"/>
                        <a:pt x="17156" y="12106"/>
                      </a:cubicBezTo>
                      <a:cubicBezTo>
                        <a:pt x="18561" y="8946"/>
                        <a:pt x="17967" y="5115"/>
                        <a:pt x="15373" y="2522"/>
                      </a:cubicBezTo>
                      <a:cubicBezTo>
                        <a:pt x="13691" y="841"/>
                        <a:pt x="11488" y="1"/>
                        <a:pt x="92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1"/>
                <p:cNvSpPr/>
                <p:nvPr/>
              </p:nvSpPr>
              <p:spPr>
                <a:xfrm>
                  <a:off x="-3215075" y="1411025"/>
                  <a:ext cx="202575" cy="184600"/>
                </a:xfrm>
                <a:custGeom>
                  <a:rect b="b" l="l" r="r" t="t"/>
                  <a:pathLst>
                    <a:path extrusionOk="0" h="7384" w="8103">
                      <a:moveTo>
                        <a:pt x="4052" y="2837"/>
                      </a:moveTo>
                      <a:cubicBezTo>
                        <a:pt x="4272" y="2837"/>
                        <a:pt x="4491" y="2920"/>
                        <a:pt x="4658" y="3087"/>
                      </a:cubicBezTo>
                      <a:cubicBezTo>
                        <a:pt x="4993" y="3421"/>
                        <a:pt x="4993" y="3965"/>
                        <a:pt x="4658" y="4298"/>
                      </a:cubicBezTo>
                      <a:cubicBezTo>
                        <a:pt x="4491" y="4465"/>
                        <a:pt x="4272" y="4549"/>
                        <a:pt x="4052" y="4549"/>
                      </a:cubicBezTo>
                      <a:cubicBezTo>
                        <a:pt x="3833" y="4549"/>
                        <a:pt x="3614" y="4465"/>
                        <a:pt x="3447" y="4298"/>
                      </a:cubicBezTo>
                      <a:cubicBezTo>
                        <a:pt x="3112" y="3965"/>
                        <a:pt x="3112" y="3421"/>
                        <a:pt x="3447" y="3087"/>
                      </a:cubicBezTo>
                      <a:cubicBezTo>
                        <a:pt x="3614" y="2920"/>
                        <a:pt x="3833" y="2837"/>
                        <a:pt x="4052" y="2837"/>
                      </a:cubicBezTo>
                      <a:close/>
                      <a:moveTo>
                        <a:pt x="4051" y="1"/>
                      </a:moveTo>
                      <a:cubicBezTo>
                        <a:pt x="3107" y="1"/>
                        <a:pt x="2162" y="361"/>
                        <a:pt x="1442" y="1082"/>
                      </a:cubicBezTo>
                      <a:cubicBezTo>
                        <a:pt x="1" y="2523"/>
                        <a:pt x="1" y="4860"/>
                        <a:pt x="1442" y="6302"/>
                      </a:cubicBezTo>
                      <a:cubicBezTo>
                        <a:pt x="2162" y="7023"/>
                        <a:pt x="3107" y="7383"/>
                        <a:pt x="4052" y="7383"/>
                      </a:cubicBezTo>
                      <a:cubicBezTo>
                        <a:pt x="4997" y="7383"/>
                        <a:pt x="5941" y="7023"/>
                        <a:pt x="6661" y="6302"/>
                      </a:cubicBezTo>
                      <a:cubicBezTo>
                        <a:pt x="8102" y="4860"/>
                        <a:pt x="8102" y="2523"/>
                        <a:pt x="6661" y="1082"/>
                      </a:cubicBezTo>
                      <a:cubicBezTo>
                        <a:pt x="5940" y="361"/>
                        <a:pt x="4995" y="1"/>
                        <a:pt x="40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1"/>
                <p:cNvSpPr/>
                <p:nvPr/>
              </p:nvSpPr>
              <p:spPr>
                <a:xfrm>
                  <a:off x="-3169450" y="1452600"/>
                  <a:ext cx="111350" cy="101450"/>
                </a:xfrm>
                <a:custGeom>
                  <a:rect b="b" l="l" r="r" t="t"/>
                  <a:pathLst>
                    <a:path extrusionOk="0" h="4058" w="4454">
                      <a:moveTo>
                        <a:pt x="2227" y="1174"/>
                      </a:moveTo>
                      <a:cubicBezTo>
                        <a:pt x="2447" y="1174"/>
                        <a:pt x="2666" y="1257"/>
                        <a:pt x="2833" y="1424"/>
                      </a:cubicBezTo>
                      <a:cubicBezTo>
                        <a:pt x="3168" y="1758"/>
                        <a:pt x="3168" y="2302"/>
                        <a:pt x="2833" y="2635"/>
                      </a:cubicBezTo>
                      <a:cubicBezTo>
                        <a:pt x="2666" y="2802"/>
                        <a:pt x="2447" y="2886"/>
                        <a:pt x="2227" y="2886"/>
                      </a:cubicBezTo>
                      <a:cubicBezTo>
                        <a:pt x="2008" y="2886"/>
                        <a:pt x="1789" y="2802"/>
                        <a:pt x="1622" y="2635"/>
                      </a:cubicBezTo>
                      <a:cubicBezTo>
                        <a:pt x="1287" y="2302"/>
                        <a:pt x="1287" y="1758"/>
                        <a:pt x="1622" y="1424"/>
                      </a:cubicBezTo>
                      <a:cubicBezTo>
                        <a:pt x="1789" y="1257"/>
                        <a:pt x="2008" y="1174"/>
                        <a:pt x="2227" y="1174"/>
                      </a:cubicBezTo>
                      <a:close/>
                      <a:moveTo>
                        <a:pt x="2227" y="0"/>
                      </a:moveTo>
                      <a:cubicBezTo>
                        <a:pt x="1708" y="0"/>
                        <a:pt x="1188" y="198"/>
                        <a:pt x="792" y="595"/>
                      </a:cubicBezTo>
                      <a:cubicBezTo>
                        <a:pt x="0" y="1386"/>
                        <a:pt x="0" y="2671"/>
                        <a:pt x="792" y="3464"/>
                      </a:cubicBezTo>
                      <a:cubicBezTo>
                        <a:pt x="1188" y="3859"/>
                        <a:pt x="1708" y="4057"/>
                        <a:pt x="2227" y="4057"/>
                      </a:cubicBezTo>
                      <a:cubicBezTo>
                        <a:pt x="2746" y="4057"/>
                        <a:pt x="3265" y="3859"/>
                        <a:pt x="3661" y="3464"/>
                      </a:cubicBezTo>
                      <a:cubicBezTo>
                        <a:pt x="4454" y="2671"/>
                        <a:pt x="4454" y="1386"/>
                        <a:pt x="3661" y="595"/>
                      </a:cubicBezTo>
                      <a:cubicBezTo>
                        <a:pt x="3265" y="198"/>
                        <a:pt x="2746" y="0"/>
                        <a:pt x="22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50" name="Google Shape;3250;p41"/>
            <p:cNvGrpSpPr/>
            <p:nvPr/>
          </p:nvGrpSpPr>
          <p:grpSpPr>
            <a:xfrm>
              <a:off x="8180165" y="4175695"/>
              <a:ext cx="835764" cy="808265"/>
              <a:chOff x="-4685648" y="4235468"/>
              <a:chExt cx="778251" cy="752644"/>
            </a:xfrm>
          </p:grpSpPr>
          <p:sp>
            <p:nvSpPr>
              <p:cNvPr id="3251" name="Google Shape;3251;p41"/>
              <p:cNvSpPr/>
              <p:nvPr/>
            </p:nvSpPr>
            <p:spPr>
              <a:xfrm>
                <a:off x="-4685648" y="4235519"/>
                <a:ext cx="772057" cy="752339"/>
              </a:xfrm>
              <a:custGeom>
                <a:rect b="b" l="l" r="r" t="t"/>
                <a:pathLst>
                  <a:path extrusionOk="0" h="7402" w="7596">
                    <a:moveTo>
                      <a:pt x="772" y="5598"/>
                    </a:moveTo>
                    <a:lnTo>
                      <a:pt x="772" y="5627"/>
                    </a:lnTo>
                    <a:lnTo>
                      <a:pt x="772" y="6804"/>
                    </a:lnTo>
                    <a:lnTo>
                      <a:pt x="772" y="6895"/>
                    </a:lnTo>
                    <a:cubicBezTo>
                      <a:pt x="414" y="6895"/>
                      <a:pt x="124" y="6604"/>
                      <a:pt x="124" y="6247"/>
                    </a:cubicBezTo>
                    <a:cubicBezTo>
                      <a:pt x="124" y="5890"/>
                      <a:pt x="414" y="5598"/>
                      <a:pt x="772" y="5598"/>
                    </a:cubicBezTo>
                    <a:close/>
                    <a:moveTo>
                      <a:pt x="1954" y="1"/>
                    </a:moveTo>
                    <a:cubicBezTo>
                      <a:pt x="1806" y="1"/>
                      <a:pt x="1682" y="98"/>
                      <a:pt x="1640" y="231"/>
                    </a:cubicBezTo>
                    <a:lnTo>
                      <a:pt x="1135" y="231"/>
                    </a:lnTo>
                    <a:cubicBezTo>
                      <a:pt x="934" y="231"/>
                      <a:pt x="772" y="393"/>
                      <a:pt x="772" y="594"/>
                    </a:cubicBezTo>
                    <a:lnTo>
                      <a:pt x="772" y="759"/>
                    </a:lnTo>
                    <a:lnTo>
                      <a:pt x="772" y="934"/>
                    </a:lnTo>
                    <a:lnTo>
                      <a:pt x="772" y="1274"/>
                    </a:lnTo>
                    <a:lnTo>
                      <a:pt x="772" y="2450"/>
                    </a:lnTo>
                    <a:lnTo>
                      <a:pt x="772" y="3698"/>
                    </a:lnTo>
                    <a:lnTo>
                      <a:pt x="772" y="4379"/>
                    </a:lnTo>
                    <a:lnTo>
                      <a:pt x="772" y="5478"/>
                    </a:lnTo>
                    <a:cubicBezTo>
                      <a:pt x="346" y="5478"/>
                      <a:pt x="0" y="5823"/>
                      <a:pt x="0" y="6248"/>
                    </a:cubicBezTo>
                    <a:cubicBezTo>
                      <a:pt x="0" y="6672"/>
                      <a:pt x="346" y="7017"/>
                      <a:pt x="772" y="7017"/>
                    </a:cubicBezTo>
                    <a:lnTo>
                      <a:pt x="772" y="7087"/>
                    </a:lnTo>
                    <a:cubicBezTo>
                      <a:pt x="772" y="7262"/>
                      <a:pt x="912" y="7401"/>
                      <a:pt x="1085" y="7401"/>
                    </a:cubicBezTo>
                    <a:lnTo>
                      <a:pt x="5435" y="7401"/>
                    </a:lnTo>
                    <a:cubicBezTo>
                      <a:pt x="5608" y="7401"/>
                      <a:pt x="5748" y="7260"/>
                      <a:pt x="5748" y="7087"/>
                    </a:cubicBezTo>
                    <a:lnTo>
                      <a:pt x="5748" y="5639"/>
                    </a:lnTo>
                    <a:lnTo>
                      <a:pt x="5748" y="5420"/>
                    </a:lnTo>
                    <a:cubicBezTo>
                      <a:pt x="5881" y="5378"/>
                      <a:pt x="5978" y="5253"/>
                      <a:pt x="5978" y="5106"/>
                    </a:cubicBezTo>
                    <a:lnTo>
                      <a:pt x="5978" y="4941"/>
                    </a:lnTo>
                    <a:cubicBezTo>
                      <a:pt x="5978" y="4793"/>
                      <a:pt x="5881" y="4669"/>
                      <a:pt x="5748" y="4627"/>
                    </a:cubicBezTo>
                    <a:lnTo>
                      <a:pt x="5748" y="4346"/>
                    </a:lnTo>
                    <a:cubicBezTo>
                      <a:pt x="5881" y="4305"/>
                      <a:pt x="5978" y="4179"/>
                      <a:pt x="5978" y="4033"/>
                    </a:cubicBezTo>
                    <a:lnTo>
                      <a:pt x="5978" y="3868"/>
                    </a:lnTo>
                    <a:cubicBezTo>
                      <a:pt x="5978" y="3720"/>
                      <a:pt x="5881" y="3596"/>
                      <a:pt x="5748" y="3554"/>
                    </a:cubicBezTo>
                    <a:lnTo>
                      <a:pt x="5748" y="3332"/>
                    </a:lnTo>
                    <a:lnTo>
                      <a:pt x="5748" y="3063"/>
                    </a:lnTo>
                    <a:lnTo>
                      <a:pt x="6329" y="2698"/>
                    </a:lnTo>
                    <a:cubicBezTo>
                      <a:pt x="6345" y="2728"/>
                      <a:pt x="6376" y="2744"/>
                      <a:pt x="6407" y="2744"/>
                    </a:cubicBezTo>
                    <a:cubicBezTo>
                      <a:pt x="6412" y="2744"/>
                      <a:pt x="6417" y="2744"/>
                      <a:pt x="6422" y="2743"/>
                    </a:cubicBezTo>
                    <a:cubicBezTo>
                      <a:pt x="6577" y="2717"/>
                      <a:pt x="7031" y="2623"/>
                      <a:pt x="7419" y="2335"/>
                    </a:cubicBezTo>
                    <a:cubicBezTo>
                      <a:pt x="7497" y="2277"/>
                      <a:pt x="7550" y="2198"/>
                      <a:pt x="7576" y="2112"/>
                    </a:cubicBezTo>
                    <a:lnTo>
                      <a:pt x="7576" y="2113"/>
                    </a:lnTo>
                    <a:cubicBezTo>
                      <a:pt x="7584" y="2089"/>
                      <a:pt x="7589" y="2067"/>
                      <a:pt x="7591" y="2042"/>
                    </a:cubicBezTo>
                    <a:lnTo>
                      <a:pt x="7591" y="2041"/>
                    </a:lnTo>
                    <a:lnTo>
                      <a:pt x="7596" y="2002"/>
                    </a:lnTo>
                    <a:lnTo>
                      <a:pt x="7596" y="1996"/>
                    </a:lnTo>
                    <a:lnTo>
                      <a:pt x="7596" y="1957"/>
                    </a:lnTo>
                    <a:lnTo>
                      <a:pt x="7596" y="1954"/>
                    </a:lnTo>
                    <a:lnTo>
                      <a:pt x="7591" y="1916"/>
                    </a:lnTo>
                    <a:lnTo>
                      <a:pt x="7591" y="1912"/>
                    </a:lnTo>
                    <a:lnTo>
                      <a:pt x="7584" y="1873"/>
                    </a:lnTo>
                    <a:cubicBezTo>
                      <a:pt x="7584" y="1872"/>
                      <a:pt x="7583" y="1871"/>
                      <a:pt x="7583" y="1868"/>
                    </a:cubicBezTo>
                    <a:cubicBezTo>
                      <a:pt x="7575" y="1841"/>
                      <a:pt x="7566" y="1815"/>
                      <a:pt x="7553" y="1790"/>
                    </a:cubicBezTo>
                    <a:cubicBezTo>
                      <a:pt x="7553" y="1789"/>
                      <a:pt x="7552" y="1788"/>
                      <a:pt x="7552" y="1788"/>
                    </a:cubicBezTo>
                    <a:cubicBezTo>
                      <a:pt x="7545" y="1775"/>
                      <a:pt x="7539" y="1763"/>
                      <a:pt x="7532" y="1752"/>
                    </a:cubicBezTo>
                    <a:cubicBezTo>
                      <a:pt x="7529" y="1751"/>
                      <a:pt x="7529" y="1749"/>
                      <a:pt x="7528" y="1748"/>
                    </a:cubicBezTo>
                    <a:cubicBezTo>
                      <a:pt x="7521" y="1737"/>
                      <a:pt x="7513" y="1723"/>
                      <a:pt x="7504" y="1713"/>
                    </a:cubicBezTo>
                    <a:cubicBezTo>
                      <a:pt x="7419" y="1605"/>
                      <a:pt x="7289" y="1547"/>
                      <a:pt x="7158" y="1547"/>
                    </a:cubicBezTo>
                    <a:cubicBezTo>
                      <a:pt x="7117" y="1547"/>
                      <a:pt x="7075" y="1553"/>
                      <a:pt x="7034" y="1565"/>
                    </a:cubicBezTo>
                    <a:cubicBezTo>
                      <a:pt x="6991" y="1578"/>
                      <a:pt x="6948" y="1597"/>
                      <a:pt x="6908" y="1624"/>
                    </a:cubicBezTo>
                    <a:cubicBezTo>
                      <a:pt x="6907" y="1625"/>
                      <a:pt x="6904" y="1627"/>
                      <a:pt x="6903" y="1628"/>
                    </a:cubicBezTo>
                    <a:cubicBezTo>
                      <a:pt x="6895" y="1633"/>
                      <a:pt x="6889" y="1638"/>
                      <a:pt x="6882" y="1645"/>
                    </a:cubicBezTo>
                    <a:cubicBezTo>
                      <a:pt x="6878" y="1648"/>
                      <a:pt x="6876" y="1650"/>
                      <a:pt x="6873" y="1653"/>
                    </a:cubicBezTo>
                    <a:cubicBezTo>
                      <a:pt x="6867" y="1658"/>
                      <a:pt x="6862" y="1663"/>
                      <a:pt x="6857" y="1668"/>
                    </a:cubicBezTo>
                    <a:lnTo>
                      <a:pt x="6848" y="1676"/>
                    </a:lnTo>
                    <a:cubicBezTo>
                      <a:pt x="6841" y="1684"/>
                      <a:pt x="6833" y="1691"/>
                      <a:pt x="6827" y="1699"/>
                    </a:cubicBezTo>
                    <a:cubicBezTo>
                      <a:pt x="6826" y="1700"/>
                      <a:pt x="6825" y="1702"/>
                      <a:pt x="6823" y="1705"/>
                    </a:cubicBezTo>
                    <a:cubicBezTo>
                      <a:pt x="6817" y="1711"/>
                      <a:pt x="6811" y="1718"/>
                      <a:pt x="6806" y="1725"/>
                    </a:cubicBezTo>
                    <a:cubicBezTo>
                      <a:pt x="6805" y="1727"/>
                      <a:pt x="6802" y="1730"/>
                      <a:pt x="6801" y="1732"/>
                    </a:cubicBezTo>
                    <a:lnTo>
                      <a:pt x="6785" y="1756"/>
                    </a:lnTo>
                    <a:cubicBezTo>
                      <a:pt x="6784" y="1757"/>
                      <a:pt x="6783" y="1758"/>
                      <a:pt x="6783" y="1761"/>
                    </a:cubicBezTo>
                    <a:cubicBezTo>
                      <a:pt x="6778" y="1770"/>
                      <a:pt x="6773" y="1780"/>
                      <a:pt x="6768" y="1789"/>
                    </a:cubicBezTo>
                    <a:lnTo>
                      <a:pt x="6764" y="1797"/>
                    </a:lnTo>
                    <a:cubicBezTo>
                      <a:pt x="6760" y="1804"/>
                      <a:pt x="6758" y="1811"/>
                      <a:pt x="6754" y="1819"/>
                    </a:cubicBezTo>
                    <a:cubicBezTo>
                      <a:pt x="6753" y="1823"/>
                      <a:pt x="6752" y="1825"/>
                      <a:pt x="6750" y="1829"/>
                    </a:cubicBezTo>
                    <a:lnTo>
                      <a:pt x="6743" y="1852"/>
                    </a:lnTo>
                    <a:lnTo>
                      <a:pt x="6739" y="1868"/>
                    </a:lnTo>
                    <a:cubicBezTo>
                      <a:pt x="6738" y="1875"/>
                      <a:pt x="6735" y="1880"/>
                      <a:pt x="6734" y="1886"/>
                    </a:cubicBezTo>
                    <a:cubicBezTo>
                      <a:pt x="6733" y="1891"/>
                      <a:pt x="6732" y="1898"/>
                      <a:pt x="6730" y="1903"/>
                    </a:cubicBezTo>
                    <a:cubicBezTo>
                      <a:pt x="6729" y="1907"/>
                      <a:pt x="6729" y="1911"/>
                      <a:pt x="6729" y="1914"/>
                    </a:cubicBezTo>
                    <a:cubicBezTo>
                      <a:pt x="6717" y="1989"/>
                      <a:pt x="6723" y="2068"/>
                      <a:pt x="6752" y="2141"/>
                    </a:cubicBezTo>
                    <a:cubicBezTo>
                      <a:pt x="6778" y="2208"/>
                      <a:pt x="6754" y="2285"/>
                      <a:pt x="6697" y="2329"/>
                    </a:cubicBezTo>
                    <a:lnTo>
                      <a:pt x="6361" y="2578"/>
                    </a:lnTo>
                    <a:cubicBezTo>
                      <a:pt x="6329" y="2602"/>
                      <a:pt x="6312" y="2645"/>
                      <a:pt x="6325" y="2682"/>
                    </a:cubicBezTo>
                    <a:cubicBezTo>
                      <a:pt x="6228" y="2718"/>
                      <a:pt x="6035" y="2806"/>
                      <a:pt x="5752" y="3007"/>
                    </a:cubicBezTo>
                    <a:lnTo>
                      <a:pt x="5752" y="2285"/>
                    </a:lnTo>
                    <a:cubicBezTo>
                      <a:pt x="6018" y="2123"/>
                      <a:pt x="6141" y="1955"/>
                      <a:pt x="6193" y="1867"/>
                    </a:cubicBezTo>
                    <a:cubicBezTo>
                      <a:pt x="6206" y="1872"/>
                      <a:pt x="6219" y="1875"/>
                      <a:pt x="6232" y="1875"/>
                    </a:cubicBezTo>
                    <a:cubicBezTo>
                      <a:pt x="6256" y="1875"/>
                      <a:pt x="6279" y="1866"/>
                      <a:pt x="6296" y="1849"/>
                    </a:cubicBezTo>
                    <a:cubicBezTo>
                      <a:pt x="6408" y="1738"/>
                      <a:pt x="6721" y="1396"/>
                      <a:pt x="6869" y="937"/>
                    </a:cubicBezTo>
                    <a:cubicBezTo>
                      <a:pt x="6899" y="844"/>
                      <a:pt x="6897" y="748"/>
                      <a:pt x="6867" y="663"/>
                    </a:cubicBezTo>
                    <a:lnTo>
                      <a:pt x="6867" y="663"/>
                    </a:lnTo>
                    <a:lnTo>
                      <a:pt x="6868" y="664"/>
                    </a:lnTo>
                    <a:cubicBezTo>
                      <a:pt x="6861" y="642"/>
                      <a:pt x="6851" y="619"/>
                      <a:pt x="6840" y="597"/>
                    </a:cubicBezTo>
                    <a:cubicBezTo>
                      <a:pt x="6840" y="597"/>
                      <a:pt x="6840" y="596"/>
                      <a:pt x="6838" y="596"/>
                    </a:cubicBezTo>
                    <a:cubicBezTo>
                      <a:pt x="6832" y="585"/>
                      <a:pt x="6826" y="572"/>
                      <a:pt x="6817" y="562"/>
                    </a:cubicBezTo>
                    <a:cubicBezTo>
                      <a:pt x="6816" y="561"/>
                      <a:pt x="6815" y="559"/>
                      <a:pt x="6814" y="557"/>
                    </a:cubicBezTo>
                    <a:cubicBezTo>
                      <a:pt x="6806" y="547"/>
                      <a:pt x="6799" y="535"/>
                      <a:pt x="6791" y="526"/>
                    </a:cubicBezTo>
                    <a:lnTo>
                      <a:pt x="6790" y="525"/>
                    </a:lnTo>
                    <a:cubicBezTo>
                      <a:pt x="6781" y="515"/>
                      <a:pt x="6773" y="505"/>
                      <a:pt x="6764" y="497"/>
                    </a:cubicBezTo>
                    <a:lnTo>
                      <a:pt x="6761" y="494"/>
                    </a:lnTo>
                    <a:cubicBezTo>
                      <a:pt x="6752" y="485"/>
                      <a:pt x="6742" y="476"/>
                      <a:pt x="6732" y="467"/>
                    </a:cubicBezTo>
                    <a:cubicBezTo>
                      <a:pt x="6730" y="466"/>
                      <a:pt x="6729" y="464"/>
                      <a:pt x="6728" y="464"/>
                    </a:cubicBezTo>
                    <a:cubicBezTo>
                      <a:pt x="6706" y="448"/>
                      <a:pt x="6683" y="431"/>
                      <a:pt x="6657" y="418"/>
                    </a:cubicBezTo>
                    <a:cubicBezTo>
                      <a:pt x="6656" y="418"/>
                      <a:pt x="6656" y="417"/>
                      <a:pt x="6655" y="417"/>
                    </a:cubicBezTo>
                    <a:cubicBezTo>
                      <a:pt x="6642" y="410"/>
                      <a:pt x="6631" y="404"/>
                      <a:pt x="6618" y="399"/>
                    </a:cubicBezTo>
                    <a:cubicBezTo>
                      <a:pt x="6616" y="399"/>
                      <a:pt x="6615" y="397"/>
                      <a:pt x="6614" y="397"/>
                    </a:cubicBezTo>
                    <a:cubicBezTo>
                      <a:pt x="6601" y="392"/>
                      <a:pt x="6587" y="387"/>
                      <a:pt x="6573" y="384"/>
                    </a:cubicBezTo>
                    <a:cubicBezTo>
                      <a:pt x="6533" y="372"/>
                      <a:pt x="6493" y="366"/>
                      <a:pt x="6454" y="366"/>
                    </a:cubicBezTo>
                    <a:cubicBezTo>
                      <a:pt x="6318" y="366"/>
                      <a:pt x="6187" y="431"/>
                      <a:pt x="6103" y="538"/>
                    </a:cubicBezTo>
                    <a:cubicBezTo>
                      <a:pt x="6074" y="573"/>
                      <a:pt x="6052" y="614"/>
                      <a:pt x="6036" y="659"/>
                    </a:cubicBezTo>
                    <a:cubicBezTo>
                      <a:pt x="6035" y="662"/>
                      <a:pt x="6035" y="663"/>
                      <a:pt x="6035" y="665"/>
                    </a:cubicBezTo>
                    <a:cubicBezTo>
                      <a:pt x="6032" y="675"/>
                      <a:pt x="6030" y="682"/>
                      <a:pt x="6027" y="691"/>
                    </a:cubicBezTo>
                    <a:cubicBezTo>
                      <a:pt x="6026" y="695"/>
                      <a:pt x="6025" y="699"/>
                      <a:pt x="6025" y="702"/>
                    </a:cubicBezTo>
                    <a:cubicBezTo>
                      <a:pt x="6023" y="711"/>
                      <a:pt x="6021" y="719"/>
                      <a:pt x="6020" y="726"/>
                    </a:cubicBezTo>
                    <a:cubicBezTo>
                      <a:pt x="6020" y="730"/>
                      <a:pt x="6018" y="732"/>
                      <a:pt x="6018" y="737"/>
                    </a:cubicBezTo>
                    <a:cubicBezTo>
                      <a:pt x="6017" y="747"/>
                      <a:pt x="6016" y="758"/>
                      <a:pt x="6014" y="769"/>
                    </a:cubicBezTo>
                    <a:lnTo>
                      <a:pt x="6014" y="775"/>
                    </a:lnTo>
                    <a:cubicBezTo>
                      <a:pt x="6014" y="784"/>
                      <a:pt x="6012" y="793"/>
                      <a:pt x="6012" y="803"/>
                    </a:cubicBezTo>
                    <a:lnTo>
                      <a:pt x="6012" y="811"/>
                    </a:lnTo>
                    <a:cubicBezTo>
                      <a:pt x="6012" y="820"/>
                      <a:pt x="6012" y="829"/>
                      <a:pt x="6014" y="839"/>
                    </a:cubicBezTo>
                    <a:lnTo>
                      <a:pt x="6014" y="844"/>
                    </a:lnTo>
                    <a:cubicBezTo>
                      <a:pt x="6016" y="854"/>
                      <a:pt x="6017" y="866"/>
                      <a:pt x="6018" y="876"/>
                    </a:cubicBezTo>
                    <a:cubicBezTo>
                      <a:pt x="6018" y="878"/>
                      <a:pt x="6020" y="882"/>
                      <a:pt x="6020" y="885"/>
                    </a:cubicBezTo>
                    <a:cubicBezTo>
                      <a:pt x="6021" y="892"/>
                      <a:pt x="6022" y="901"/>
                      <a:pt x="6025" y="908"/>
                    </a:cubicBezTo>
                    <a:cubicBezTo>
                      <a:pt x="6026" y="912"/>
                      <a:pt x="6026" y="916"/>
                      <a:pt x="6027" y="918"/>
                    </a:cubicBezTo>
                    <a:cubicBezTo>
                      <a:pt x="6030" y="926"/>
                      <a:pt x="6032" y="934"/>
                      <a:pt x="6035" y="943"/>
                    </a:cubicBezTo>
                    <a:cubicBezTo>
                      <a:pt x="6036" y="948"/>
                      <a:pt x="6038" y="953"/>
                      <a:pt x="6040" y="958"/>
                    </a:cubicBezTo>
                    <a:cubicBezTo>
                      <a:pt x="6042" y="965"/>
                      <a:pt x="6043" y="970"/>
                      <a:pt x="6046" y="976"/>
                    </a:cubicBezTo>
                    <a:lnTo>
                      <a:pt x="6054" y="991"/>
                    </a:lnTo>
                    <a:cubicBezTo>
                      <a:pt x="6056" y="996"/>
                      <a:pt x="6058" y="999"/>
                      <a:pt x="6059" y="1002"/>
                    </a:cubicBezTo>
                    <a:cubicBezTo>
                      <a:pt x="6093" y="1071"/>
                      <a:pt x="6145" y="1130"/>
                      <a:pt x="6211" y="1172"/>
                    </a:cubicBezTo>
                    <a:cubicBezTo>
                      <a:pt x="6270" y="1212"/>
                      <a:pt x="6295" y="1288"/>
                      <a:pt x="6274" y="1357"/>
                    </a:cubicBezTo>
                    <a:lnTo>
                      <a:pt x="6146" y="1754"/>
                    </a:lnTo>
                    <a:cubicBezTo>
                      <a:pt x="6135" y="1788"/>
                      <a:pt x="6141" y="1825"/>
                      <a:pt x="6166" y="1851"/>
                    </a:cubicBezTo>
                    <a:lnTo>
                      <a:pt x="5752" y="2178"/>
                    </a:lnTo>
                    <a:lnTo>
                      <a:pt x="5752" y="594"/>
                    </a:lnTo>
                    <a:cubicBezTo>
                      <a:pt x="5752" y="393"/>
                      <a:pt x="5589" y="231"/>
                      <a:pt x="5388" y="231"/>
                    </a:cubicBezTo>
                    <a:lnTo>
                      <a:pt x="3479" y="231"/>
                    </a:lnTo>
                    <a:cubicBezTo>
                      <a:pt x="3438" y="98"/>
                      <a:pt x="3313" y="1"/>
                      <a:pt x="3166" y="1"/>
                    </a:cubicBezTo>
                    <a:lnTo>
                      <a:pt x="3001" y="1"/>
                    </a:lnTo>
                    <a:cubicBezTo>
                      <a:pt x="2853" y="1"/>
                      <a:pt x="2730" y="98"/>
                      <a:pt x="2687" y="231"/>
                    </a:cubicBezTo>
                    <a:lnTo>
                      <a:pt x="2431" y="231"/>
                    </a:lnTo>
                    <a:cubicBezTo>
                      <a:pt x="2390" y="98"/>
                      <a:pt x="2265" y="1"/>
                      <a:pt x="2119"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1"/>
              <p:cNvSpPr/>
              <p:nvPr/>
            </p:nvSpPr>
            <p:spPr>
              <a:xfrm>
                <a:off x="-4138220" y="4418727"/>
                <a:ext cx="84971" cy="67387"/>
              </a:xfrm>
              <a:custGeom>
                <a:rect b="b" l="l" r="r" t="t"/>
                <a:pathLst>
                  <a:path extrusionOk="0" fill="none" h="663" w="836">
                    <a:moveTo>
                      <a:pt x="836" y="1"/>
                    </a:moveTo>
                    <a:cubicBezTo>
                      <a:pt x="836" y="1"/>
                      <a:pt x="705" y="389"/>
                      <a:pt x="0" y="662"/>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1"/>
              <p:cNvSpPr/>
              <p:nvPr/>
            </p:nvSpPr>
            <p:spPr>
              <a:xfrm>
                <a:off x="-4079473" y="4272771"/>
                <a:ext cx="99302" cy="153680"/>
              </a:xfrm>
              <a:custGeom>
                <a:rect b="b" l="l" r="r" t="t"/>
                <a:pathLst>
                  <a:path extrusionOk="0" h="1512" w="977">
                    <a:moveTo>
                      <a:pt x="486" y="0"/>
                    </a:moveTo>
                    <a:cubicBezTo>
                      <a:pt x="305" y="0"/>
                      <a:pt x="132" y="115"/>
                      <a:pt x="69" y="292"/>
                    </a:cubicBezTo>
                    <a:cubicBezTo>
                      <a:pt x="1" y="488"/>
                      <a:pt x="78" y="697"/>
                      <a:pt x="242" y="805"/>
                    </a:cubicBezTo>
                    <a:cubicBezTo>
                      <a:pt x="302" y="845"/>
                      <a:pt x="327" y="921"/>
                      <a:pt x="305" y="990"/>
                    </a:cubicBezTo>
                    <a:lnTo>
                      <a:pt x="177" y="1387"/>
                    </a:lnTo>
                    <a:cubicBezTo>
                      <a:pt x="165" y="1427"/>
                      <a:pt x="176" y="1473"/>
                      <a:pt x="211" y="1495"/>
                    </a:cubicBezTo>
                    <a:cubicBezTo>
                      <a:pt x="227" y="1506"/>
                      <a:pt x="245" y="1512"/>
                      <a:pt x="263" y="1512"/>
                    </a:cubicBezTo>
                    <a:cubicBezTo>
                      <a:pt x="287" y="1512"/>
                      <a:pt x="311" y="1502"/>
                      <a:pt x="327" y="1485"/>
                    </a:cubicBezTo>
                    <a:cubicBezTo>
                      <a:pt x="439" y="1375"/>
                      <a:pt x="751" y="1032"/>
                      <a:pt x="900" y="573"/>
                    </a:cubicBezTo>
                    <a:cubicBezTo>
                      <a:pt x="976" y="339"/>
                      <a:pt x="843" y="87"/>
                      <a:pt x="606" y="18"/>
                    </a:cubicBezTo>
                    <a:cubicBezTo>
                      <a:pt x="566" y="6"/>
                      <a:pt x="526" y="0"/>
                      <a:pt x="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1"/>
              <p:cNvSpPr/>
              <p:nvPr/>
            </p:nvSpPr>
            <p:spPr>
              <a:xfrm>
                <a:off x="-4077745" y="4272872"/>
                <a:ext cx="89646" cy="70741"/>
              </a:xfrm>
              <a:custGeom>
                <a:rect b="b" l="l" r="r" t="t"/>
                <a:pathLst>
                  <a:path extrusionOk="0" h="696" w="882">
                    <a:moveTo>
                      <a:pt x="467" y="0"/>
                    </a:moveTo>
                    <a:cubicBezTo>
                      <a:pt x="286" y="0"/>
                      <a:pt x="114" y="115"/>
                      <a:pt x="51" y="292"/>
                    </a:cubicBezTo>
                    <a:cubicBezTo>
                      <a:pt x="0" y="435"/>
                      <a:pt x="27" y="584"/>
                      <a:pt x="110" y="696"/>
                    </a:cubicBezTo>
                    <a:cubicBezTo>
                      <a:pt x="81" y="607"/>
                      <a:pt x="79" y="507"/>
                      <a:pt x="113" y="411"/>
                    </a:cubicBezTo>
                    <a:cubicBezTo>
                      <a:pt x="175" y="234"/>
                      <a:pt x="348" y="119"/>
                      <a:pt x="528" y="119"/>
                    </a:cubicBezTo>
                    <a:cubicBezTo>
                      <a:pt x="568" y="119"/>
                      <a:pt x="609" y="124"/>
                      <a:pt x="649" y="136"/>
                    </a:cubicBezTo>
                    <a:cubicBezTo>
                      <a:pt x="747" y="166"/>
                      <a:pt x="826" y="225"/>
                      <a:pt x="882" y="301"/>
                    </a:cubicBezTo>
                    <a:cubicBezTo>
                      <a:pt x="837" y="169"/>
                      <a:pt x="732" y="60"/>
                      <a:pt x="588" y="18"/>
                    </a:cubicBezTo>
                    <a:cubicBezTo>
                      <a:pt x="548" y="6"/>
                      <a:pt x="507" y="0"/>
                      <a:pt x="4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1"/>
              <p:cNvSpPr/>
              <p:nvPr/>
            </p:nvSpPr>
            <p:spPr>
              <a:xfrm>
                <a:off x="-4138220" y="4506139"/>
                <a:ext cx="102453" cy="64135"/>
              </a:xfrm>
              <a:custGeom>
                <a:rect b="b" l="l" r="r" t="t"/>
                <a:pathLst>
                  <a:path extrusionOk="0" fill="none" h="631" w="1008">
                    <a:moveTo>
                      <a:pt x="1007" y="0"/>
                    </a:moveTo>
                    <a:cubicBezTo>
                      <a:pt x="1007" y="0"/>
                      <a:pt x="656" y="74"/>
                      <a:pt x="0" y="631"/>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1"/>
              <p:cNvSpPr/>
              <p:nvPr/>
            </p:nvSpPr>
            <p:spPr>
              <a:xfrm>
                <a:off x="-4044712" y="4393012"/>
                <a:ext cx="137316" cy="121866"/>
              </a:xfrm>
              <a:custGeom>
                <a:rect b="b" l="l" r="r" t="t"/>
                <a:pathLst>
                  <a:path extrusionOk="0" h="1199" w="1351">
                    <a:moveTo>
                      <a:pt x="849" y="0"/>
                    </a:moveTo>
                    <a:cubicBezTo>
                      <a:pt x="763" y="0"/>
                      <a:pt x="675" y="26"/>
                      <a:pt x="601" y="78"/>
                    </a:cubicBezTo>
                    <a:cubicBezTo>
                      <a:pt x="430" y="197"/>
                      <a:pt x="371" y="412"/>
                      <a:pt x="442" y="595"/>
                    </a:cubicBezTo>
                    <a:cubicBezTo>
                      <a:pt x="468" y="662"/>
                      <a:pt x="444" y="739"/>
                      <a:pt x="387" y="782"/>
                    </a:cubicBezTo>
                    <a:lnTo>
                      <a:pt x="51" y="1031"/>
                    </a:lnTo>
                    <a:cubicBezTo>
                      <a:pt x="18" y="1055"/>
                      <a:pt x="1" y="1100"/>
                      <a:pt x="15" y="1138"/>
                    </a:cubicBezTo>
                    <a:cubicBezTo>
                      <a:pt x="29" y="1176"/>
                      <a:pt x="64" y="1199"/>
                      <a:pt x="102" y="1199"/>
                    </a:cubicBezTo>
                    <a:cubicBezTo>
                      <a:pt x="107" y="1199"/>
                      <a:pt x="112" y="1199"/>
                      <a:pt x="116" y="1198"/>
                    </a:cubicBezTo>
                    <a:cubicBezTo>
                      <a:pt x="271" y="1172"/>
                      <a:pt x="725" y="1077"/>
                      <a:pt x="1113" y="790"/>
                    </a:cubicBezTo>
                    <a:cubicBezTo>
                      <a:pt x="1311" y="644"/>
                      <a:pt x="1350" y="361"/>
                      <a:pt x="1197" y="167"/>
                    </a:cubicBezTo>
                    <a:cubicBezTo>
                      <a:pt x="1112" y="58"/>
                      <a:pt x="981" y="0"/>
                      <a:pt x="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1"/>
              <p:cNvSpPr/>
              <p:nvPr/>
            </p:nvSpPr>
            <p:spPr>
              <a:xfrm>
                <a:off x="-4002837" y="4393012"/>
                <a:ext cx="91476" cy="57935"/>
              </a:xfrm>
              <a:custGeom>
                <a:rect b="b" l="l" r="r" t="t"/>
                <a:pathLst>
                  <a:path extrusionOk="0" h="570" w="900">
                    <a:moveTo>
                      <a:pt x="437" y="0"/>
                    </a:moveTo>
                    <a:cubicBezTo>
                      <a:pt x="350" y="0"/>
                      <a:pt x="263" y="25"/>
                      <a:pt x="189" y="77"/>
                    </a:cubicBezTo>
                    <a:cubicBezTo>
                      <a:pt x="66" y="164"/>
                      <a:pt x="0" y="301"/>
                      <a:pt x="1" y="440"/>
                    </a:cubicBezTo>
                    <a:cubicBezTo>
                      <a:pt x="29" y="350"/>
                      <a:pt x="86" y="269"/>
                      <a:pt x="170" y="210"/>
                    </a:cubicBezTo>
                    <a:cubicBezTo>
                      <a:pt x="244" y="158"/>
                      <a:pt x="331" y="133"/>
                      <a:pt x="418" y="133"/>
                    </a:cubicBezTo>
                    <a:cubicBezTo>
                      <a:pt x="549" y="133"/>
                      <a:pt x="680" y="191"/>
                      <a:pt x="764" y="299"/>
                    </a:cubicBezTo>
                    <a:cubicBezTo>
                      <a:pt x="827" y="380"/>
                      <a:pt x="858" y="474"/>
                      <a:pt x="858" y="569"/>
                    </a:cubicBezTo>
                    <a:cubicBezTo>
                      <a:pt x="899" y="436"/>
                      <a:pt x="878" y="286"/>
                      <a:pt x="785" y="167"/>
                    </a:cubicBezTo>
                    <a:cubicBezTo>
                      <a:pt x="700" y="58"/>
                      <a:pt x="569" y="0"/>
                      <a:pt x="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1"/>
              <p:cNvSpPr/>
              <p:nvPr/>
            </p:nvSpPr>
            <p:spPr>
              <a:xfrm>
                <a:off x="-4124804" y="4595583"/>
                <a:ext cx="46856" cy="83650"/>
              </a:xfrm>
              <a:custGeom>
                <a:rect b="b" l="l" r="r" t="t"/>
                <a:pathLst>
                  <a:path extrusionOk="0" h="823" w="461">
                    <a:moveTo>
                      <a:pt x="0" y="1"/>
                    </a:moveTo>
                    <a:lnTo>
                      <a:pt x="0" y="822"/>
                    </a:lnTo>
                    <a:lnTo>
                      <a:pt x="132" y="822"/>
                    </a:lnTo>
                    <a:cubicBezTo>
                      <a:pt x="313" y="822"/>
                      <a:pt x="460" y="676"/>
                      <a:pt x="460" y="495"/>
                    </a:cubicBezTo>
                    <a:lnTo>
                      <a:pt x="460" y="329"/>
                    </a:lnTo>
                    <a:cubicBezTo>
                      <a:pt x="460" y="147"/>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1"/>
              <p:cNvSpPr/>
              <p:nvPr/>
            </p:nvSpPr>
            <p:spPr>
              <a:xfrm>
                <a:off x="-4520891" y="4235468"/>
                <a:ext cx="83650" cy="46754"/>
              </a:xfrm>
              <a:custGeom>
                <a:rect b="b" l="l" r="r" t="t"/>
                <a:pathLst>
                  <a:path extrusionOk="0" h="460" w="823">
                    <a:moveTo>
                      <a:pt x="328" y="1"/>
                    </a:moveTo>
                    <a:cubicBezTo>
                      <a:pt x="147" y="1"/>
                      <a:pt x="0" y="148"/>
                      <a:pt x="0" y="328"/>
                    </a:cubicBezTo>
                    <a:lnTo>
                      <a:pt x="0" y="460"/>
                    </a:lnTo>
                    <a:lnTo>
                      <a:pt x="823" y="460"/>
                    </a:lnTo>
                    <a:lnTo>
                      <a:pt x="823" y="329"/>
                    </a:lnTo>
                    <a:cubicBezTo>
                      <a:pt x="823" y="148"/>
                      <a:pt x="675" y="1"/>
                      <a:pt x="495" y="1"/>
                    </a:cubicBezTo>
                    <a:lnTo>
                      <a:pt x="330" y="1"/>
                    </a:lnTo>
                    <a:cubicBezTo>
                      <a:pt x="329" y="1"/>
                      <a:pt x="328"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1"/>
              <p:cNvSpPr/>
              <p:nvPr/>
            </p:nvSpPr>
            <p:spPr>
              <a:xfrm>
                <a:off x="-4414577" y="4235468"/>
                <a:ext cx="83650" cy="46754"/>
              </a:xfrm>
              <a:custGeom>
                <a:rect b="b" l="l" r="r" t="t"/>
                <a:pathLst>
                  <a:path extrusionOk="0" h="460" w="823">
                    <a:moveTo>
                      <a:pt x="328" y="1"/>
                    </a:moveTo>
                    <a:cubicBezTo>
                      <a:pt x="147" y="1"/>
                      <a:pt x="1" y="148"/>
                      <a:pt x="1" y="328"/>
                    </a:cubicBezTo>
                    <a:lnTo>
                      <a:pt x="1" y="460"/>
                    </a:lnTo>
                    <a:lnTo>
                      <a:pt x="822" y="460"/>
                    </a:lnTo>
                    <a:lnTo>
                      <a:pt x="822" y="329"/>
                    </a:lnTo>
                    <a:cubicBezTo>
                      <a:pt x="822" y="148"/>
                      <a:pt x="676" y="1"/>
                      <a:pt x="495" y="1"/>
                    </a:cubicBezTo>
                    <a:lnTo>
                      <a:pt x="330" y="1"/>
                    </a:lnTo>
                    <a:cubicBezTo>
                      <a:pt x="329" y="1"/>
                      <a:pt x="329"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1"/>
              <p:cNvSpPr/>
              <p:nvPr/>
            </p:nvSpPr>
            <p:spPr>
              <a:xfrm>
                <a:off x="-4124804" y="4704644"/>
                <a:ext cx="46856" cy="83650"/>
              </a:xfrm>
              <a:custGeom>
                <a:rect b="b" l="l" r="r" t="t"/>
                <a:pathLst>
                  <a:path extrusionOk="0" h="823" w="461">
                    <a:moveTo>
                      <a:pt x="0" y="1"/>
                    </a:moveTo>
                    <a:lnTo>
                      <a:pt x="0" y="822"/>
                    </a:lnTo>
                    <a:lnTo>
                      <a:pt x="132" y="822"/>
                    </a:lnTo>
                    <a:cubicBezTo>
                      <a:pt x="313" y="822"/>
                      <a:pt x="460" y="676"/>
                      <a:pt x="460" y="495"/>
                    </a:cubicBezTo>
                    <a:lnTo>
                      <a:pt x="460" y="330"/>
                    </a:lnTo>
                    <a:cubicBezTo>
                      <a:pt x="460" y="146"/>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1"/>
              <p:cNvSpPr/>
              <p:nvPr/>
            </p:nvSpPr>
            <p:spPr>
              <a:xfrm>
                <a:off x="-4685648" y="4792055"/>
                <a:ext cx="156831" cy="156932"/>
              </a:xfrm>
              <a:custGeom>
                <a:rect b="b" l="l" r="r" t="t"/>
                <a:pathLst>
                  <a:path extrusionOk="0" h="1544" w="1543">
                    <a:moveTo>
                      <a:pt x="772" y="124"/>
                    </a:moveTo>
                    <a:cubicBezTo>
                      <a:pt x="1129" y="124"/>
                      <a:pt x="1419" y="415"/>
                      <a:pt x="1419" y="772"/>
                    </a:cubicBezTo>
                    <a:cubicBezTo>
                      <a:pt x="1419" y="1130"/>
                      <a:pt x="1129" y="1420"/>
                      <a:pt x="772" y="1420"/>
                    </a:cubicBezTo>
                    <a:cubicBezTo>
                      <a:pt x="414" y="1420"/>
                      <a:pt x="124" y="1130"/>
                      <a:pt x="124" y="772"/>
                    </a:cubicBezTo>
                    <a:cubicBezTo>
                      <a:pt x="124" y="415"/>
                      <a:pt x="414" y="124"/>
                      <a:pt x="772" y="124"/>
                    </a:cubicBezTo>
                    <a:close/>
                    <a:moveTo>
                      <a:pt x="772" y="1"/>
                    </a:moveTo>
                    <a:cubicBezTo>
                      <a:pt x="346" y="1"/>
                      <a:pt x="0" y="346"/>
                      <a:pt x="0" y="772"/>
                    </a:cubicBezTo>
                    <a:cubicBezTo>
                      <a:pt x="0" y="1198"/>
                      <a:pt x="346" y="1543"/>
                      <a:pt x="772" y="1543"/>
                    </a:cubicBezTo>
                    <a:cubicBezTo>
                      <a:pt x="1196" y="1543"/>
                      <a:pt x="1543" y="1199"/>
                      <a:pt x="1543" y="772"/>
                    </a:cubicBezTo>
                    <a:cubicBezTo>
                      <a:pt x="1543" y="346"/>
                      <a:pt x="1197" y="1"/>
                      <a:pt x="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1"/>
              <p:cNvSpPr/>
              <p:nvPr/>
            </p:nvSpPr>
            <p:spPr>
              <a:xfrm>
                <a:off x="-4607284" y="4258846"/>
                <a:ext cx="505964" cy="729267"/>
              </a:xfrm>
              <a:custGeom>
                <a:rect b="b" l="l" r="r" t="t"/>
                <a:pathLst>
                  <a:path extrusionOk="0" h="7175" w="4978">
                    <a:moveTo>
                      <a:pt x="4616" y="1"/>
                    </a:moveTo>
                    <a:cubicBezTo>
                      <a:pt x="4615" y="1"/>
                      <a:pt x="4615" y="1"/>
                      <a:pt x="4614" y="1"/>
                    </a:cubicBezTo>
                    <a:lnTo>
                      <a:pt x="364" y="1"/>
                    </a:lnTo>
                    <a:cubicBezTo>
                      <a:pt x="163" y="1"/>
                      <a:pt x="1" y="163"/>
                      <a:pt x="1" y="364"/>
                    </a:cubicBezTo>
                    <a:lnTo>
                      <a:pt x="1" y="6861"/>
                    </a:lnTo>
                    <a:cubicBezTo>
                      <a:pt x="1" y="7034"/>
                      <a:pt x="141" y="7174"/>
                      <a:pt x="314" y="7174"/>
                    </a:cubicBezTo>
                    <a:lnTo>
                      <a:pt x="4664" y="7174"/>
                    </a:lnTo>
                    <a:cubicBezTo>
                      <a:pt x="4837" y="7174"/>
                      <a:pt x="4977" y="7034"/>
                      <a:pt x="4977" y="6861"/>
                    </a:cubicBezTo>
                    <a:lnTo>
                      <a:pt x="4977" y="363"/>
                    </a:lnTo>
                    <a:cubicBezTo>
                      <a:pt x="4977" y="164"/>
                      <a:pt x="4814" y="1"/>
                      <a:pt x="4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1"/>
              <p:cNvSpPr/>
              <p:nvPr/>
            </p:nvSpPr>
            <p:spPr>
              <a:xfrm>
                <a:off x="-4607386" y="4312614"/>
                <a:ext cx="506066" cy="17787"/>
              </a:xfrm>
              <a:custGeom>
                <a:rect b="b" l="l" r="r" t="t"/>
                <a:pathLst>
                  <a:path extrusionOk="0" h="175" w="4979">
                    <a:moveTo>
                      <a:pt x="1" y="0"/>
                    </a:moveTo>
                    <a:lnTo>
                      <a:pt x="1" y="175"/>
                    </a:lnTo>
                    <a:lnTo>
                      <a:pt x="4978" y="175"/>
                    </a:lnTo>
                    <a:lnTo>
                      <a:pt x="49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1"/>
              <p:cNvSpPr/>
              <p:nvPr/>
            </p:nvSpPr>
            <p:spPr>
              <a:xfrm>
                <a:off x="-4119823" y="4574645"/>
                <a:ext cx="18498" cy="234280"/>
              </a:xfrm>
              <a:custGeom>
                <a:rect b="b" l="l" r="r" t="t"/>
                <a:pathLst>
                  <a:path extrusionOk="0" h="2305" w="182">
                    <a:moveTo>
                      <a:pt x="181" y="0"/>
                    </a:moveTo>
                    <a:cubicBezTo>
                      <a:pt x="79" y="12"/>
                      <a:pt x="1" y="98"/>
                      <a:pt x="1" y="203"/>
                    </a:cubicBezTo>
                    <a:lnTo>
                      <a:pt x="1" y="2101"/>
                    </a:lnTo>
                    <a:cubicBezTo>
                      <a:pt x="1" y="2206"/>
                      <a:pt x="79" y="2293"/>
                      <a:pt x="181" y="2305"/>
                    </a:cubicBezTo>
                    <a:lnTo>
                      <a:pt x="1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1"/>
              <p:cNvSpPr/>
              <p:nvPr/>
            </p:nvSpPr>
            <p:spPr>
              <a:xfrm>
                <a:off x="-4607386" y="4364959"/>
                <a:ext cx="436239" cy="562171"/>
              </a:xfrm>
              <a:custGeom>
                <a:rect b="b" l="l" r="r" t="t"/>
                <a:pathLst>
                  <a:path extrusionOk="0" h="5531" w="4292">
                    <a:moveTo>
                      <a:pt x="1" y="0"/>
                    </a:moveTo>
                    <a:lnTo>
                      <a:pt x="1" y="5531"/>
                    </a:lnTo>
                    <a:lnTo>
                      <a:pt x="3911" y="5531"/>
                    </a:lnTo>
                    <a:cubicBezTo>
                      <a:pt x="4122" y="5531"/>
                      <a:pt x="4292" y="5360"/>
                      <a:pt x="4292" y="5150"/>
                    </a:cubicBezTo>
                    <a:lnTo>
                      <a:pt x="4292" y="381"/>
                    </a:lnTo>
                    <a:cubicBezTo>
                      <a:pt x="4292" y="170"/>
                      <a:pt x="4121" y="0"/>
                      <a:pt x="39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1"/>
              <p:cNvSpPr/>
              <p:nvPr/>
            </p:nvSpPr>
            <p:spPr>
              <a:xfrm>
                <a:off x="-4484199" y="4421573"/>
                <a:ext cx="189864" cy="449046"/>
              </a:xfrm>
              <a:custGeom>
                <a:rect b="b" l="l" r="r" t="t"/>
                <a:pathLst>
                  <a:path extrusionOk="0" h="4418" w="1868">
                    <a:moveTo>
                      <a:pt x="1571" y="0"/>
                    </a:moveTo>
                    <a:cubicBezTo>
                      <a:pt x="1570" y="0"/>
                      <a:pt x="1570" y="0"/>
                      <a:pt x="1569" y="0"/>
                    </a:cubicBezTo>
                    <a:lnTo>
                      <a:pt x="299" y="0"/>
                    </a:lnTo>
                    <a:cubicBezTo>
                      <a:pt x="134" y="0"/>
                      <a:pt x="0" y="134"/>
                      <a:pt x="0" y="299"/>
                    </a:cubicBezTo>
                    <a:lnTo>
                      <a:pt x="0" y="4119"/>
                    </a:lnTo>
                    <a:cubicBezTo>
                      <a:pt x="0" y="4283"/>
                      <a:pt x="134" y="4417"/>
                      <a:pt x="299" y="4417"/>
                    </a:cubicBezTo>
                    <a:lnTo>
                      <a:pt x="1569" y="4417"/>
                    </a:lnTo>
                    <a:cubicBezTo>
                      <a:pt x="1734" y="4417"/>
                      <a:pt x="1867" y="4284"/>
                      <a:pt x="1867" y="4119"/>
                    </a:cubicBezTo>
                    <a:lnTo>
                      <a:pt x="1867" y="299"/>
                    </a:lnTo>
                    <a:cubicBezTo>
                      <a:pt x="1867" y="134"/>
                      <a:pt x="1735" y="0"/>
                      <a:pt x="1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1"/>
              <p:cNvSpPr/>
              <p:nvPr/>
            </p:nvSpPr>
            <p:spPr>
              <a:xfrm>
                <a:off x="-4409800" y="4518132"/>
                <a:ext cx="41063" cy="255828"/>
              </a:xfrm>
              <a:custGeom>
                <a:rect b="b" l="l" r="r" t="t"/>
                <a:pathLst>
                  <a:path extrusionOk="0" h="2517" w="404">
                    <a:moveTo>
                      <a:pt x="0" y="1"/>
                    </a:moveTo>
                    <a:lnTo>
                      <a:pt x="0" y="2517"/>
                    </a:lnTo>
                    <a:lnTo>
                      <a:pt x="404" y="2517"/>
                    </a:lnTo>
                    <a:lnTo>
                      <a:pt x="40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1"/>
              <p:cNvSpPr/>
              <p:nvPr/>
            </p:nvSpPr>
            <p:spPr>
              <a:xfrm>
                <a:off x="-4484098" y="4421472"/>
                <a:ext cx="189762" cy="204296"/>
              </a:xfrm>
              <a:custGeom>
                <a:rect b="b" l="l" r="r" t="t"/>
                <a:pathLst>
                  <a:path extrusionOk="0" h="2010" w="1867">
                    <a:moveTo>
                      <a:pt x="472" y="0"/>
                    </a:moveTo>
                    <a:cubicBezTo>
                      <a:pt x="272" y="99"/>
                      <a:pt x="107" y="258"/>
                      <a:pt x="1" y="455"/>
                    </a:cubicBezTo>
                    <a:lnTo>
                      <a:pt x="1" y="1450"/>
                    </a:lnTo>
                    <a:cubicBezTo>
                      <a:pt x="178" y="1783"/>
                      <a:pt x="530" y="2010"/>
                      <a:pt x="933" y="2010"/>
                    </a:cubicBezTo>
                    <a:cubicBezTo>
                      <a:pt x="1338" y="2010"/>
                      <a:pt x="1689" y="1783"/>
                      <a:pt x="1866" y="1450"/>
                    </a:cubicBezTo>
                    <a:lnTo>
                      <a:pt x="1866" y="455"/>
                    </a:lnTo>
                    <a:cubicBezTo>
                      <a:pt x="1762" y="258"/>
                      <a:pt x="1596" y="99"/>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1"/>
              <p:cNvSpPr/>
              <p:nvPr/>
            </p:nvSpPr>
            <p:spPr>
              <a:xfrm>
                <a:off x="-4457773" y="4449626"/>
                <a:ext cx="137214" cy="137214"/>
              </a:xfrm>
              <a:custGeom>
                <a:rect b="b" l="l" r="r" t="t"/>
                <a:pathLst>
                  <a:path extrusionOk="0" h="1350" w="1350">
                    <a:moveTo>
                      <a:pt x="674" y="0"/>
                    </a:moveTo>
                    <a:cubicBezTo>
                      <a:pt x="302" y="0"/>
                      <a:pt x="1" y="302"/>
                      <a:pt x="1" y="675"/>
                    </a:cubicBezTo>
                    <a:cubicBezTo>
                      <a:pt x="1" y="1048"/>
                      <a:pt x="302" y="1350"/>
                      <a:pt x="674" y="1350"/>
                    </a:cubicBezTo>
                    <a:cubicBezTo>
                      <a:pt x="1047" y="1350"/>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1"/>
              <p:cNvSpPr/>
              <p:nvPr/>
            </p:nvSpPr>
            <p:spPr>
              <a:xfrm>
                <a:off x="-4484098" y="4666427"/>
                <a:ext cx="189762" cy="204296"/>
              </a:xfrm>
              <a:custGeom>
                <a:rect b="b" l="l" r="r" t="t"/>
                <a:pathLst>
                  <a:path extrusionOk="0" h="2010" w="1867">
                    <a:moveTo>
                      <a:pt x="933" y="0"/>
                    </a:moveTo>
                    <a:cubicBezTo>
                      <a:pt x="530" y="0"/>
                      <a:pt x="179" y="227"/>
                      <a:pt x="1" y="560"/>
                    </a:cubicBezTo>
                    <a:lnTo>
                      <a:pt x="1" y="1555"/>
                    </a:lnTo>
                    <a:cubicBezTo>
                      <a:pt x="106" y="1754"/>
                      <a:pt x="271" y="1911"/>
                      <a:pt x="472" y="2009"/>
                    </a:cubicBezTo>
                    <a:lnTo>
                      <a:pt x="1396" y="2009"/>
                    </a:lnTo>
                    <a:cubicBezTo>
                      <a:pt x="1596" y="1911"/>
                      <a:pt x="1760" y="1751"/>
                      <a:pt x="1866" y="1555"/>
                    </a:cubicBezTo>
                    <a:lnTo>
                      <a:pt x="1866" y="560"/>
                    </a:lnTo>
                    <a:cubicBezTo>
                      <a:pt x="1689" y="227"/>
                      <a:pt x="1338" y="0"/>
                      <a:pt x="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1"/>
              <p:cNvSpPr/>
              <p:nvPr/>
            </p:nvSpPr>
            <p:spPr>
              <a:xfrm>
                <a:off x="-4457773" y="4705355"/>
                <a:ext cx="137214" cy="137112"/>
              </a:xfrm>
              <a:custGeom>
                <a:rect b="b" l="l" r="r" t="t"/>
                <a:pathLst>
                  <a:path extrusionOk="0" h="1349" w="1350">
                    <a:moveTo>
                      <a:pt x="674" y="0"/>
                    </a:moveTo>
                    <a:cubicBezTo>
                      <a:pt x="302" y="0"/>
                      <a:pt x="1" y="302"/>
                      <a:pt x="1" y="675"/>
                    </a:cubicBezTo>
                    <a:cubicBezTo>
                      <a:pt x="1" y="1048"/>
                      <a:pt x="302" y="1349"/>
                      <a:pt x="674" y="1349"/>
                    </a:cubicBezTo>
                    <a:cubicBezTo>
                      <a:pt x="1047" y="1349"/>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1"/>
              <p:cNvSpPr/>
              <p:nvPr/>
            </p:nvSpPr>
            <p:spPr>
              <a:xfrm>
                <a:off x="-4607284" y="4484489"/>
                <a:ext cx="72571" cy="323215"/>
              </a:xfrm>
              <a:custGeom>
                <a:rect b="b" l="l" r="r" t="t"/>
                <a:pathLst>
                  <a:path extrusionOk="0" h="3180" w="714">
                    <a:moveTo>
                      <a:pt x="1" y="1"/>
                    </a:moveTo>
                    <a:lnTo>
                      <a:pt x="1" y="3179"/>
                    </a:lnTo>
                    <a:lnTo>
                      <a:pt x="342" y="3064"/>
                    </a:lnTo>
                    <a:cubicBezTo>
                      <a:pt x="563" y="2987"/>
                      <a:pt x="713" y="2780"/>
                      <a:pt x="713" y="2545"/>
                    </a:cubicBezTo>
                    <a:lnTo>
                      <a:pt x="713" y="635"/>
                    </a:lnTo>
                    <a:cubicBezTo>
                      <a:pt x="713" y="401"/>
                      <a:pt x="563" y="193"/>
                      <a:pt x="342" y="117"/>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1"/>
              <p:cNvSpPr/>
              <p:nvPr/>
            </p:nvSpPr>
            <p:spPr>
              <a:xfrm>
                <a:off x="-4607284" y="4611439"/>
                <a:ext cx="34863" cy="69318"/>
              </a:xfrm>
              <a:custGeom>
                <a:rect b="b" l="l" r="r" t="t"/>
                <a:pathLst>
                  <a:path extrusionOk="0" h="682" w="343">
                    <a:moveTo>
                      <a:pt x="1" y="0"/>
                    </a:moveTo>
                    <a:lnTo>
                      <a:pt x="1" y="682"/>
                    </a:lnTo>
                    <a:cubicBezTo>
                      <a:pt x="189" y="682"/>
                      <a:pt x="342" y="530"/>
                      <a:pt x="343" y="342"/>
                    </a:cubicBezTo>
                    <a:cubicBezTo>
                      <a:pt x="343" y="153"/>
                      <a:pt x="18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1"/>
              <p:cNvSpPr/>
              <p:nvPr/>
            </p:nvSpPr>
            <p:spPr>
              <a:xfrm>
                <a:off x="-4439986" y="4467413"/>
                <a:ext cx="101538" cy="101640"/>
              </a:xfrm>
              <a:custGeom>
                <a:rect b="b" l="l" r="r" t="t"/>
                <a:pathLst>
                  <a:path extrusionOk="0" h="1000" w="999">
                    <a:moveTo>
                      <a:pt x="499" y="0"/>
                    </a:moveTo>
                    <a:cubicBezTo>
                      <a:pt x="224" y="0"/>
                      <a:pt x="1" y="224"/>
                      <a:pt x="1" y="500"/>
                    </a:cubicBezTo>
                    <a:cubicBezTo>
                      <a:pt x="1" y="776"/>
                      <a:pt x="224" y="999"/>
                      <a:pt x="499" y="999"/>
                    </a:cubicBezTo>
                    <a:cubicBezTo>
                      <a:pt x="775" y="999"/>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1"/>
              <p:cNvSpPr/>
              <p:nvPr/>
            </p:nvSpPr>
            <p:spPr>
              <a:xfrm>
                <a:off x="-4439986" y="4723142"/>
                <a:ext cx="101538" cy="101538"/>
              </a:xfrm>
              <a:custGeom>
                <a:rect b="b" l="l" r="r" t="t"/>
                <a:pathLst>
                  <a:path extrusionOk="0" h="999" w="999">
                    <a:moveTo>
                      <a:pt x="499" y="0"/>
                    </a:moveTo>
                    <a:cubicBezTo>
                      <a:pt x="224" y="0"/>
                      <a:pt x="1" y="224"/>
                      <a:pt x="1" y="500"/>
                    </a:cubicBezTo>
                    <a:cubicBezTo>
                      <a:pt x="1" y="776"/>
                      <a:pt x="224" y="998"/>
                      <a:pt x="499" y="998"/>
                    </a:cubicBezTo>
                    <a:cubicBezTo>
                      <a:pt x="775" y="998"/>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1"/>
              <p:cNvSpPr/>
              <p:nvPr/>
            </p:nvSpPr>
            <p:spPr>
              <a:xfrm>
                <a:off x="-4266895" y="4421472"/>
                <a:ext cx="17076" cy="449046"/>
              </a:xfrm>
              <a:custGeom>
                <a:rect b="b" l="l" r="r" t="t"/>
                <a:pathLst>
                  <a:path extrusionOk="0" h="4418" w="168">
                    <a:moveTo>
                      <a:pt x="70" y="0"/>
                    </a:moveTo>
                    <a:cubicBezTo>
                      <a:pt x="31" y="0"/>
                      <a:pt x="1" y="31"/>
                      <a:pt x="1" y="70"/>
                    </a:cubicBezTo>
                    <a:lnTo>
                      <a:pt x="1" y="4347"/>
                    </a:lnTo>
                    <a:cubicBezTo>
                      <a:pt x="1" y="4386"/>
                      <a:pt x="31" y="4417"/>
                      <a:pt x="70" y="4417"/>
                    </a:cubicBezTo>
                    <a:lnTo>
                      <a:pt x="99" y="4417"/>
                    </a:lnTo>
                    <a:cubicBezTo>
                      <a:pt x="137" y="4417"/>
                      <a:pt x="168" y="4386"/>
                      <a:pt x="168" y="4347"/>
                    </a:cubicBezTo>
                    <a:lnTo>
                      <a:pt x="168" y="70"/>
                    </a:lnTo>
                    <a:cubicBezTo>
                      <a:pt x="168" y="32"/>
                      <a:pt x="137" y="0"/>
                      <a:pt x="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1"/>
              <p:cNvSpPr/>
              <p:nvPr/>
            </p:nvSpPr>
            <p:spPr>
              <a:xfrm>
                <a:off x="-4232643" y="4421472"/>
                <a:ext cx="17279" cy="449046"/>
              </a:xfrm>
              <a:custGeom>
                <a:rect b="b" l="l" r="r" t="t"/>
                <a:pathLst>
                  <a:path extrusionOk="0" h="4418" w="170">
                    <a:moveTo>
                      <a:pt x="69" y="0"/>
                    </a:moveTo>
                    <a:cubicBezTo>
                      <a:pt x="31" y="0"/>
                      <a:pt x="0" y="31"/>
                      <a:pt x="0" y="70"/>
                    </a:cubicBezTo>
                    <a:lnTo>
                      <a:pt x="0" y="4347"/>
                    </a:lnTo>
                    <a:cubicBezTo>
                      <a:pt x="0" y="4386"/>
                      <a:pt x="31" y="4417"/>
                      <a:pt x="69" y="4417"/>
                    </a:cubicBezTo>
                    <a:lnTo>
                      <a:pt x="98" y="4417"/>
                    </a:lnTo>
                    <a:cubicBezTo>
                      <a:pt x="136" y="4417"/>
                      <a:pt x="167" y="4386"/>
                      <a:pt x="167" y="4347"/>
                    </a:cubicBezTo>
                    <a:lnTo>
                      <a:pt x="167" y="70"/>
                    </a:lnTo>
                    <a:cubicBezTo>
                      <a:pt x="169" y="32"/>
                      <a:pt x="136" y="0"/>
                      <a:pt x="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279" name="Shape 3279"/>
        <p:cNvGrpSpPr/>
        <p:nvPr/>
      </p:nvGrpSpPr>
      <p:grpSpPr>
        <a:xfrm>
          <a:off x="0" y="0"/>
          <a:ext cx="0" cy="0"/>
          <a:chOff x="0" y="0"/>
          <a:chExt cx="0" cy="0"/>
        </a:xfrm>
      </p:grpSpPr>
      <p:sp>
        <p:nvSpPr>
          <p:cNvPr id="3280" name="Google Shape;3280;p42"/>
          <p:cNvSpPr txBox="1"/>
          <p:nvPr>
            <p:ph type="title"/>
          </p:nvPr>
        </p:nvSpPr>
        <p:spPr>
          <a:xfrm rot="-161920">
            <a:off x="2383273" y="1776475"/>
            <a:ext cx="4377355" cy="1590569"/>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3281" name="Google Shape;3281;p42"/>
          <p:cNvGrpSpPr/>
          <p:nvPr/>
        </p:nvGrpSpPr>
        <p:grpSpPr>
          <a:xfrm>
            <a:off x="291567" y="-59920"/>
            <a:ext cx="8582062" cy="5087849"/>
            <a:chOff x="291567" y="-59920"/>
            <a:chExt cx="8582062" cy="5087849"/>
          </a:xfrm>
        </p:grpSpPr>
        <p:grpSp>
          <p:nvGrpSpPr>
            <p:cNvPr id="3282" name="Google Shape;3282;p42"/>
            <p:cNvGrpSpPr/>
            <p:nvPr/>
          </p:nvGrpSpPr>
          <p:grpSpPr>
            <a:xfrm rot="-2315132">
              <a:off x="7646002" y="138802"/>
              <a:ext cx="980410" cy="980298"/>
              <a:chOff x="223041" y="1065269"/>
              <a:chExt cx="980382" cy="980270"/>
            </a:xfrm>
          </p:grpSpPr>
          <p:sp>
            <p:nvSpPr>
              <p:cNvPr id="3283" name="Google Shape;3283;p42"/>
              <p:cNvSpPr/>
              <p:nvPr/>
            </p:nvSpPr>
            <p:spPr>
              <a:xfrm>
                <a:off x="223041" y="1065269"/>
                <a:ext cx="976822" cy="976272"/>
              </a:xfrm>
              <a:custGeom>
                <a:rect b="b" l="l" r="r" t="t"/>
                <a:pathLst>
                  <a:path extrusionOk="0" h="15262" w="15270">
                    <a:moveTo>
                      <a:pt x="5171" y="1"/>
                    </a:moveTo>
                    <a:cubicBezTo>
                      <a:pt x="2985" y="1"/>
                      <a:pt x="1116" y="1356"/>
                      <a:pt x="360" y="3270"/>
                    </a:cubicBezTo>
                    <a:lnTo>
                      <a:pt x="360" y="3273"/>
                    </a:lnTo>
                    <a:cubicBezTo>
                      <a:pt x="314" y="3387"/>
                      <a:pt x="271" y="3506"/>
                      <a:pt x="238" y="3626"/>
                    </a:cubicBezTo>
                    <a:cubicBezTo>
                      <a:pt x="106" y="4038"/>
                      <a:pt x="28" y="4477"/>
                      <a:pt x="6" y="4929"/>
                    </a:cubicBezTo>
                    <a:lnTo>
                      <a:pt x="0" y="4929"/>
                    </a:lnTo>
                    <a:lnTo>
                      <a:pt x="0" y="5197"/>
                    </a:lnTo>
                    <a:lnTo>
                      <a:pt x="0" y="5937"/>
                    </a:lnTo>
                    <a:lnTo>
                      <a:pt x="0" y="7415"/>
                    </a:lnTo>
                    <a:lnTo>
                      <a:pt x="0" y="8155"/>
                    </a:lnTo>
                    <a:lnTo>
                      <a:pt x="0" y="9636"/>
                    </a:lnTo>
                    <a:lnTo>
                      <a:pt x="0" y="10377"/>
                    </a:lnTo>
                    <a:lnTo>
                      <a:pt x="0" y="11855"/>
                    </a:lnTo>
                    <a:lnTo>
                      <a:pt x="0" y="12596"/>
                    </a:lnTo>
                    <a:lnTo>
                      <a:pt x="0" y="14076"/>
                    </a:lnTo>
                    <a:lnTo>
                      <a:pt x="0" y="14817"/>
                    </a:lnTo>
                    <a:lnTo>
                      <a:pt x="0" y="15262"/>
                    </a:lnTo>
                    <a:lnTo>
                      <a:pt x="10337" y="15262"/>
                    </a:lnTo>
                    <a:lnTo>
                      <a:pt x="10337" y="15256"/>
                    </a:lnTo>
                    <a:cubicBezTo>
                      <a:pt x="11011" y="15225"/>
                      <a:pt x="11648" y="15065"/>
                      <a:pt x="12230" y="14800"/>
                    </a:cubicBezTo>
                    <a:lnTo>
                      <a:pt x="12234" y="14800"/>
                    </a:lnTo>
                    <a:lnTo>
                      <a:pt x="12675" y="14575"/>
                    </a:lnTo>
                    <a:cubicBezTo>
                      <a:pt x="13102" y="14330"/>
                      <a:pt x="13494" y="14022"/>
                      <a:pt x="13831" y="13669"/>
                    </a:cubicBezTo>
                    <a:cubicBezTo>
                      <a:pt x="13865" y="13635"/>
                      <a:pt x="13898" y="13598"/>
                      <a:pt x="13929" y="13562"/>
                    </a:cubicBezTo>
                    <a:cubicBezTo>
                      <a:pt x="14092" y="13383"/>
                      <a:pt x="14241" y="13196"/>
                      <a:pt x="14372" y="12996"/>
                    </a:cubicBezTo>
                    <a:cubicBezTo>
                      <a:pt x="14940" y="12170"/>
                      <a:pt x="15270" y="11172"/>
                      <a:pt x="15270" y="10091"/>
                    </a:cubicBezTo>
                    <a:cubicBezTo>
                      <a:pt x="15270" y="8949"/>
                      <a:pt x="14901" y="7893"/>
                      <a:pt x="14272" y="7040"/>
                    </a:cubicBezTo>
                    <a:cubicBezTo>
                      <a:pt x="14149" y="6868"/>
                      <a:pt x="14014" y="6709"/>
                      <a:pt x="13869" y="6555"/>
                    </a:cubicBezTo>
                    <a:cubicBezTo>
                      <a:pt x="13525" y="6193"/>
                      <a:pt x="13131" y="5875"/>
                      <a:pt x="12695" y="5621"/>
                    </a:cubicBezTo>
                    <a:cubicBezTo>
                      <a:pt x="12493" y="5503"/>
                      <a:pt x="12280" y="5399"/>
                      <a:pt x="12061" y="5310"/>
                    </a:cubicBezTo>
                    <a:cubicBezTo>
                      <a:pt x="11524" y="5088"/>
                      <a:pt x="10944" y="4956"/>
                      <a:pt x="10332" y="4931"/>
                    </a:cubicBezTo>
                    <a:cubicBezTo>
                      <a:pt x="10327" y="4878"/>
                      <a:pt x="10325" y="4820"/>
                      <a:pt x="10319" y="4761"/>
                    </a:cubicBezTo>
                    <a:cubicBezTo>
                      <a:pt x="10304" y="4537"/>
                      <a:pt x="10270" y="4319"/>
                      <a:pt x="10223" y="4104"/>
                    </a:cubicBezTo>
                    <a:cubicBezTo>
                      <a:pt x="10008" y="3066"/>
                      <a:pt x="9479" y="2143"/>
                      <a:pt x="8745" y="1438"/>
                    </a:cubicBezTo>
                    <a:cubicBezTo>
                      <a:pt x="8683" y="1380"/>
                      <a:pt x="8625" y="1325"/>
                      <a:pt x="8561" y="1270"/>
                    </a:cubicBezTo>
                    <a:cubicBezTo>
                      <a:pt x="8382" y="1112"/>
                      <a:pt x="8191" y="968"/>
                      <a:pt x="7989" y="839"/>
                    </a:cubicBezTo>
                    <a:cubicBezTo>
                      <a:pt x="7988" y="837"/>
                      <a:pt x="7987" y="836"/>
                      <a:pt x="7987" y="836"/>
                    </a:cubicBezTo>
                    <a:cubicBezTo>
                      <a:pt x="7987" y="836"/>
                      <a:pt x="7987" y="837"/>
                      <a:pt x="7987" y="839"/>
                    </a:cubicBezTo>
                    <a:cubicBezTo>
                      <a:pt x="7178" y="307"/>
                      <a:pt x="6210" y="1"/>
                      <a:pt x="517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4" name="Google Shape;3284;p42"/>
              <p:cNvGrpSpPr/>
              <p:nvPr/>
            </p:nvGrpSpPr>
            <p:grpSpPr>
              <a:xfrm>
                <a:off x="226410" y="1069011"/>
                <a:ext cx="977014" cy="976528"/>
                <a:chOff x="226410" y="1069011"/>
                <a:chExt cx="977014" cy="976528"/>
              </a:xfrm>
            </p:grpSpPr>
            <p:grpSp>
              <p:nvGrpSpPr>
                <p:cNvPr id="3285" name="Google Shape;3285;p42"/>
                <p:cNvGrpSpPr/>
                <p:nvPr/>
              </p:nvGrpSpPr>
              <p:grpSpPr>
                <a:xfrm>
                  <a:off x="226410" y="1069011"/>
                  <a:ext cx="977014" cy="976528"/>
                  <a:chOff x="226410" y="1069011"/>
                  <a:chExt cx="977014" cy="976528"/>
                </a:xfrm>
              </p:grpSpPr>
              <p:sp>
                <p:nvSpPr>
                  <p:cNvPr id="3286" name="Google Shape;3286;p42"/>
                  <p:cNvSpPr/>
                  <p:nvPr/>
                </p:nvSpPr>
                <p:spPr>
                  <a:xfrm>
                    <a:off x="226474" y="1069011"/>
                    <a:ext cx="976950" cy="976528"/>
                  </a:xfrm>
                  <a:custGeom>
                    <a:rect b="b" l="l" r="r" t="t"/>
                    <a:pathLst>
                      <a:path extrusionOk="0" h="15266" w="15272">
                        <a:moveTo>
                          <a:pt x="5171" y="0"/>
                        </a:moveTo>
                        <a:cubicBezTo>
                          <a:pt x="2986" y="0"/>
                          <a:pt x="1117" y="1355"/>
                          <a:pt x="361" y="3270"/>
                        </a:cubicBezTo>
                        <a:lnTo>
                          <a:pt x="361" y="3273"/>
                        </a:lnTo>
                        <a:cubicBezTo>
                          <a:pt x="316" y="3386"/>
                          <a:pt x="272" y="3506"/>
                          <a:pt x="238" y="3626"/>
                        </a:cubicBezTo>
                        <a:cubicBezTo>
                          <a:pt x="106" y="4038"/>
                          <a:pt x="30" y="4477"/>
                          <a:pt x="8" y="4929"/>
                        </a:cubicBezTo>
                        <a:lnTo>
                          <a:pt x="1" y="4929"/>
                        </a:lnTo>
                        <a:lnTo>
                          <a:pt x="1" y="15266"/>
                        </a:lnTo>
                        <a:lnTo>
                          <a:pt x="10338" y="15266"/>
                        </a:lnTo>
                        <a:lnTo>
                          <a:pt x="10338" y="15260"/>
                        </a:lnTo>
                        <a:cubicBezTo>
                          <a:pt x="11011" y="15229"/>
                          <a:pt x="11651" y="15069"/>
                          <a:pt x="12232" y="14804"/>
                        </a:cubicBezTo>
                        <a:lnTo>
                          <a:pt x="12234" y="14804"/>
                        </a:lnTo>
                        <a:lnTo>
                          <a:pt x="12677" y="14579"/>
                        </a:lnTo>
                        <a:cubicBezTo>
                          <a:pt x="13104" y="14333"/>
                          <a:pt x="13495" y="14026"/>
                          <a:pt x="13833" y="13672"/>
                        </a:cubicBezTo>
                        <a:cubicBezTo>
                          <a:pt x="13867" y="13639"/>
                          <a:pt x="13900" y="13603"/>
                          <a:pt x="13931" y="13566"/>
                        </a:cubicBezTo>
                        <a:cubicBezTo>
                          <a:pt x="14094" y="13388"/>
                          <a:pt x="14241" y="13201"/>
                          <a:pt x="14373" y="13001"/>
                        </a:cubicBezTo>
                        <a:cubicBezTo>
                          <a:pt x="14942" y="12174"/>
                          <a:pt x="15271" y="11174"/>
                          <a:pt x="15271" y="10095"/>
                        </a:cubicBezTo>
                        <a:cubicBezTo>
                          <a:pt x="15271" y="8951"/>
                          <a:pt x="14902" y="7897"/>
                          <a:pt x="14272" y="7045"/>
                        </a:cubicBezTo>
                        <a:cubicBezTo>
                          <a:pt x="14149" y="6874"/>
                          <a:pt x="14014" y="6714"/>
                          <a:pt x="13870" y="6560"/>
                        </a:cubicBezTo>
                        <a:cubicBezTo>
                          <a:pt x="13525" y="6198"/>
                          <a:pt x="13132" y="5881"/>
                          <a:pt x="12696" y="5626"/>
                        </a:cubicBezTo>
                        <a:cubicBezTo>
                          <a:pt x="12493" y="5508"/>
                          <a:pt x="12280" y="5404"/>
                          <a:pt x="12063" y="5315"/>
                        </a:cubicBezTo>
                        <a:cubicBezTo>
                          <a:pt x="11525" y="5094"/>
                          <a:pt x="10944" y="4961"/>
                          <a:pt x="10333" y="4937"/>
                        </a:cubicBezTo>
                        <a:cubicBezTo>
                          <a:pt x="10329" y="4879"/>
                          <a:pt x="10326" y="4820"/>
                          <a:pt x="10320" y="4761"/>
                        </a:cubicBezTo>
                        <a:cubicBezTo>
                          <a:pt x="10304" y="4537"/>
                          <a:pt x="10271" y="4319"/>
                          <a:pt x="10225" y="4104"/>
                        </a:cubicBezTo>
                        <a:cubicBezTo>
                          <a:pt x="10009" y="3063"/>
                          <a:pt x="9480" y="2143"/>
                          <a:pt x="8746" y="1438"/>
                        </a:cubicBezTo>
                        <a:cubicBezTo>
                          <a:pt x="8684" y="1380"/>
                          <a:pt x="8626" y="1325"/>
                          <a:pt x="8561" y="1270"/>
                        </a:cubicBezTo>
                        <a:cubicBezTo>
                          <a:pt x="8384" y="1112"/>
                          <a:pt x="8193" y="967"/>
                          <a:pt x="7990" y="838"/>
                        </a:cubicBezTo>
                        <a:cubicBezTo>
                          <a:pt x="7989" y="837"/>
                          <a:pt x="7988" y="837"/>
                          <a:pt x="7988" y="837"/>
                        </a:cubicBezTo>
                        <a:cubicBezTo>
                          <a:pt x="7987" y="837"/>
                          <a:pt x="7987" y="837"/>
                          <a:pt x="7987" y="838"/>
                        </a:cubicBezTo>
                        <a:cubicBezTo>
                          <a:pt x="7178" y="307"/>
                          <a:pt x="6210" y="0"/>
                          <a:pt x="51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2"/>
                  <p:cNvSpPr/>
                  <p:nvPr/>
                </p:nvSpPr>
                <p:spPr>
                  <a:xfrm>
                    <a:off x="1112586" y="1488382"/>
                    <a:ext cx="26931" cy="31344"/>
                  </a:xfrm>
                  <a:custGeom>
                    <a:rect b="b" l="l" r="r" t="t"/>
                    <a:pathLst>
                      <a:path extrusionOk="0" h="490" w="421">
                        <a:moveTo>
                          <a:pt x="18" y="1"/>
                        </a:moveTo>
                        <a:cubicBezTo>
                          <a:pt x="6" y="39"/>
                          <a:pt x="0" y="78"/>
                          <a:pt x="0" y="118"/>
                        </a:cubicBezTo>
                        <a:cubicBezTo>
                          <a:pt x="0" y="324"/>
                          <a:pt x="165" y="490"/>
                          <a:pt x="372" y="490"/>
                        </a:cubicBezTo>
                        <a:cubicBezTo>
                          <a:pt x="389" y="490"/>
                          <a:pt x="405" y="490"/>
                          <a:pt x="420" y="488"/>
                        </a:cubicBezTo>
                        <a:cubicBezTo>
                          <a:pt x="296" y="314"/>
                          <a:pt x="161" y="155"/>
                          <a:pt x="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2"/>
                  <p:cNvSpPr/>
                  <p:nvPr/>
                </p:nvSpPr>
                <p:spPr>
                  <a:xfrm>
                    <a:off x="1112586" y="1614334"/>
                    <a:ext cx="47402" cy="47400"/>
                  </a:xfrm>
                  <a:custGeom>
                    <a:rect b="b" l="l" r="r" t="t"/>
                    <a:pathLst>
                      <a:path extrusionOk="0" h="741" w="741">
                        <a:moveTo>
                          <a:pt x="371" y="1"/>
                        </a:moveTo>
                        <a:cubicBezTo>
                          <a:pt x="165" y="1"/>
                          <a:pt x="0" y="166"/>
                          <a:pt x="0" y="371"/>
                        </a:cubicBezTo>
                        <a:cubicBezTo>
                          <a:pt x="0" y="576"/>
                          <a:pt x="165" y="741"/>
                          <a:pt x="371" y="741"/>
                        </a:cubicBezTo>
                        <a:cubicBezTo>
                          <a:pt x="575" y="741"/>
                          <a:pt x="740" y="576"/>
                          <a:pt x="740" y="371"/>
                        </a:cubicBezTo>
                        <a:cubicBezTo>
                          <a:pt x="740"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2"/>
                  <p:cNvSpPr/>
                  <p:nvPr/>
                </p:nvSpPr>
                <p:spPr>
                  <a:xfrm>
                    <a:off x="1112586" y="1756406"/>
                    <a:ext cx="47402" cy="47464"/>
                  </a:xfrm>
                  <a:custGeom>
                    <a:rect b="b" l="l" r="r" t="t"/>
                    <a:pathLst>
                      <a:path extrusionOk="0" h="742" w="741">
                        <a:moveTo>
                          <a:pt x="371" y="1"/>
                        </a:moveTo>
                        <a:cubicBezTo>
                          <a:pt x="165" y="1"/>
                          <a:pt x="0" y="167"/>
                          <a:pt x="0" y="371"/>
                        </a:cubicBezTo>
                        <a:cubicBezTo>
                          <a:pt x="0" y="575"/>
                          <a:pt x="165" y="742"/>
                          <a:pt x="371" y="742"/>
                        </a:cubicBezTo>
                        <a:cubicBezTo>
                          <a:pt x="575" y="742"/>
                          <a:pt x="740" y="575"/>
                          <a:pt x="740" y="371"/>
                        </a:cubicBezTo>
                        <a:cubicBezTo>
                          <a:pt x="740"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2"/>
                  <p:cNvSpPr/>
                  <p:nvPr/>
                </p:nvSpPr>
                <p:spPr>
                  <a:xfrm>
                    <a:off x="1112522" y="1898541"/>
                    <a:ext cx="33456" cy="38189"/>
                  </a:xfrm>
                  <a:custGeom>
                    <a:rect b="b" l="l" r="r" t="t"/>
                    <a:pathLst>
                      <a:path extrusionOk="0" h="597" w="523">
                        <a:moveTo>
                          <a:pt x="372" y="1"/>
                        </a:moveTo>
                        <a:cubicBezTo>
                          <a:pt x="166" y="1"/>
                          <a:pt x="0" y="167"/>
                          <a:pt x="0" y="369"/>
                        </a:cubicBezTo>
                        <a:cubicBezTo>
                          <a:pt x="0" y="455"/>
                          <a:pt x="27" y="534"/>
                          <a:pt x="80" y="596"/>
                        </a:cubicBezTo>
                        <a:cubicBezTo>
                          <a:pt x="243" y="419"/>
                          <a:pt x="390" y="232"/>
                          <a:pt x="522" y="32"/>
                        </a:cubicBezTo>
                        <a:cubicBezTo>
                          <a:pt x="476" y="13"/>
                          <a:pt x="424" y="2"/>
                          <a:pt x="3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2"/>
                  <p:cNvSpPr/>
                  <p:nvPr/>
                </p:nvSpPr>
                <p:spPr>
                  <a:xfrm>
                    <a:off x="849542" y="1330190"/>
                    <a:ext cx="37039" cy="47336"/>
                  </a:xfrm>
                  <a:custGeom>
                    <a:rect b="b" l="l" r="r" t="t"/>
                    <a:pathLst>
                      <a:path extrusionOk="0" h="740" w="579">
                        <a:moveTo>
                          <a:pt x="370" y="0"/>
                        </a:moveTo>
                        <a:cubicBezTo>
                          <a:pt x="167" y="0"/>
                          <a:pt x="1" y="165"/>
                          <a:pt x="1" y="372"/>
                        </a:cubicBezTo>
                        <a:cubicBezTo>
                          <a:pt x="1" y="574"/>
                          <a:pt x="167" y="740"/>
                          <a:pt x="370" y="740"/>
                        </a:cubicBezTo>
                        <a:cubicBezTo>
                          <a:pt x="448" y="740"/>
                          <a:pt x="517" y="716"/>
                          <a:pt x="579" y="676"/>
                        </a:cubicBezTo>
                        <a:cubicBezTo>
                          <a:pt x="563" y="451"/>
                          <a:pt x="530" y="233"/>
                          <a:pt x="484" y="18"/>
                        </a:cubicBezTo>
                        <a:cubicBezTo>
                          <a:pt x="448" y="6"/>
                          <a:pt x="409"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2"/>
                  <p:cNvSpPr/>
                  <p:nvPr/>
                </p:nvSpPr>
                <p:spPr>
                  <a:xfrm>
                    <a:off x="849542" y="1472262"/>
                    <a:ext cx="47402" cy="47464"/>
                  </a:xfrm>
                  <a:custGeom>
                    <a:rect b="b" l="l" r="r" t="t"/>
                    <a:pathLst>
                      <a:path extrusionOk="0" h="742" w="741">
                        <a:moveTo>
                          <a:pt x="371" y="1"/>
                        </a:moveTo>
                        <a:cubicBezTo>
                          <a:pt x="167" y="1"/>
                          <a:pt x="1" y="167"/>
                          <a:pt x="1" y="371"/>
                        </a:cubicBezTo>
                        <a:cubicBezTo>
                          <a:pt x="1" y="576"/>
                          <a:pt x="167" y="742"/>
                          <a:pt x="371" y="742"/>
                        </a:cubicBezTo>
                        <a:cubicBezTo>
                          <a:pt x="576" y="742"/>
                          <a:pt x="741" y="576"/>
                          <a:pt x="741" y="371"/>
                        </a:cubicBezTo>
                        <a:cubicBezTo>
                          <a:pt x="741"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2"/>
                  <p:cNvSpPr/>
                  <p:nvPr/>
                </p:nvSpPr>
                <p:spPr>
                  <a:xfrm>
                    <a:off x="849542" y="1614334"/>
                    <a:ext cx="47402" cy="47400"/>
                  </a:xfrm>
                  <a:custGeom>
                    <a:rect b="b" l="l" r="r" t="t"/>
                    <a:pathLst>
                      <a:path extrusionOk="0" h="741" w="741">
                        <a:moveTo>
                          <a:pt x="371" y="1"/>
                        </a:moveTo>
                        <a:cubicBezTo>
                          <a:pt x="167" y="1"/>
                          <a:pt x="1" y="166"/>
                          <a:pt x="1" y="371"/>
                        </a:cubicBezTo>
                        <a:cubicBezTo>
                          <a:pt x="1" y="576"/>
                          <a:pt x="167" y="741"/>
                          <a:pt x="371" y="741"/>
                        </a:cubicBezTo>
                        <a:cubicBezTo>
                          <a:pt x="576" y="741"/>
                          <a:pt x="741" y="576"/>
                          <a:pt x="741" y="371"/>
                        </a:cubicBezTo>
                        <a:cubicBezTo>
                          <a:pt x="741"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2"/>
                  <p:cNvSpPr/>
                  <p:nvPr/>
                </p:nvSpPr>
                <p:spPr>
                  <a:xfrm>
                    <a:off x="849542" y="1756406"/>
                    <a:ext cx="47402" cy="47464"/>
                  </a:xfrm>
                  <a:custGeom>
                    <a:rect b="b" l="l" r="r" t="t"/>
                    <a:pathLst>
                      <a:path extrusionOk="0" h="742" w="741">
                        <a:moveTo>
                          <a:pt x="371" y="1"/>
                        </a:moveTo>
                        <a:cubicBezTo>
                          <a:pt x="167" y="1"/>
                          <a:pt x="1" y="167"/>
                          <a:pt x="1" y="371"/>
                        </a:cubicBezTo>
                        <a:cubicBezTo>
                          <a:pt x="1" y="575"/>
                          <a:pt x="167" y="742"/>
                          <a:pt x="371" y="742"/>
                        </a:cubicBezTo>
                        <a:cubicBezTo>
                          <a:pt x="576" y="742"/>
                          <a:pt x="741" y="575"/>
                          <a:pt x="741" y="371"/>
                        </a:cubicBezTo>
                        <a:cubicBezTo>
                          <a:pt x="741"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2"/>
                  <p:cNvSpPr/>
                  <p:nvPr/>
                </p:nvSpPr>
                <p:spPr>
                  <a:xfrm>
                    <a:off x="849542" y="1898541"/>
                    <a:ext cx="47402" cy="47400"/>
                  </a:xfrm>
                  <a:custGeom>
                    <a:rect b="b" l="l" r="r" t="t"/>
                    <a:pathLst>
                      <a:path extrusionOk="0" h="741" w="741">
                        <a:moveTo>
                          <a:pt x="371" y="1"/>
                        </a:moveTo>
                        <a:cubicBezTo>
                          <a:pt x="167" y="1"/>
                          <a:pt x="1" y="166"/>
                          <a:pt x="1" y="370"/>
                        </a:cubicBezTo>
                        <a:cubicBezTo>
                          <a:pt x="1" y="575"/>
                          <a:pt x="167" y="740"/>
                          <a:pt x="371" y="740"/>
                        </a:cubicBezTo>
                        <a:cubicBezTo>
                          <a:pt x="576" y="740"/>
                          <a:pt x="741" y="575"/>
                          <a:pt x="741" y="370"/>
                        </a:cubicBezTo>
                        <a:cubicBezTo>
                          <a:pt x="741"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2"/>
                  <p:cNvSpPr/>
                  <p:nvPr/>
                </p:nvSpPr>
                <p:spPr>
                  <a:xfrm>
                    <a:off x="991555" y="1543394"/>
                    <a:ext cx="47466" cy="47400"/>
                  </a:xfrm>
                  <a:custGeom>
                    <a:rect b="b" l="l" r="r" t="t"/>
                    <a:pathLst>
                      <a:path extrusionOk="0" h="741" w="742">
                        <a:moveTo>
                          <a:pt x="371" y="0"/>
                        </a:moveTo>
                        <a:cubicBezTo>
                          <a:pt x="167" y="0"/>
                          <a:pt x="1" y="166"/>
                          <a:pt x="1" y="371"/>
                        </a:cubicBezTo>
                        <a:cubicBezTo>
                          <a:pt x="1" y="575"/>
                          <a:pt x="167" y="740"/>
                          <a:pt x="371" y="740"/>
                        </a:cubicBezTo>
                        <a:cubicBezTo>
                          <a:pt x="575" y="740"/>
                          <a:pt x="742" y="575"/>
                          <a:pt x="742" y="371"/>
                        </a:cubicBezTo>
                        <a:cubicBezTo>
                          <a:pt x="742"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2"/>
                  <p:cNvSpPr/>
                  <p:nvPr/>
                </p:nvSpPr>
                <p:spPr>
                  <a:xfrm>
                    <a:off x="991555" y="1685402"/>
                    <a:ext cx="47466" cy="47464"/>
                  </a:xfrm>
                  <a:custGeom>
                    <a:rect b="b" l="l" r="r" t="t"/>
                    <a:pathLst>
                      <a:path extrusionOk="0" h="742" w="742">
                        <a:moveTo>
                          <a:pt x="371" y="0"/>
                        </a:moveTo>
                        <a:cubicBezTo>
                          <a:pt x="167" y="0"/>
                          <a:pt x="1" y="166"/>
                          <a:pt x="1" y="371"/>
                        </a:cubicBezTo>
                        <a:cubicBezTo>
                          <a:pt x="1" y="575"/>
                          <a:pt x="167" y="741"/>
                          <a:pt x="371" y="741"/>
                        </a:cubicBezTo>
                        <a:cubicBezTo>
                          <a:pt x="575" y="741"/>
                          <a:pt x="742" y="575"/>
                          <a:pt x="742" y="371"/>
                        </a:cubicBezTo>
                        <a:cubicBezTo>
                          <a:pt x="742"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2"/>
                  <p:cNvSpPr/>
                  <p:nvPr/>
                </p:nvSpPr>
                <p:spPr>
                  <a:xfrm>
                    <a:off x="991555" y="1827537"/>
                    <a:ext cx="47466" cy="47400"/>
                  </a:xfrm>
                  <a:custGeom>
                    <a:rect b="b" l="l" r="r" t="t"/>
                    <a:pathLst>
                      <a:path extrusionOk="0" h="741" w="742">
                        <a:moveTo>
                          <a:pt x="371" y="0"/>
                        </a:moveTo>
                        <a:cubicBezTo>
                          <a:pt x="167" y="0"/>
                          <a:pt x="1" y="165"/>
                          <a:pt x="1" y="370"/>
                        </a:cubicBezTo>
                        <a:cubicBezTo>
                          <a:pt x="1" y="574"/>
                          <a:pt x="167" y="740"/>
                          <a:pt x="371" y="740"/>
                        </a:cubicBezTo>
                        <a:cubicBezTo>
                          <a:pt x="575" y="740"/>
                          <a:pt x="742" y="574"/>
                          <a:pt x="742" y="370"/>
                        </a:cubicBezTo>
                        <a:cubicBezTo>
                          <a:pt x="742" y="165"/>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2"/>
                  <p:cNvSpPr/>
                  <p:nvPr/>
                </p:nvSpPr>
                <p:spPr>
                  <a:xfrm>
                    <a:off x="991555" y="1969545"/>
                    <a:ext cx="47466" cy="46568"/>
                  </a:xfrm>
                  <a:custGeom>
                    <a:rect b="b" l="l" r="r" t="t"/>
                    <a:pathLst>
                      <a:path extrusionOk="0" h="728" w="742">
                        <a:moveTo>
                          <a:pt x="372" y="1"/>
                        </a:moveTo>
                        <a:cubicBezTo>
                          <a:pt x="168" y="1"/>
                          <a:pt x="1" y="167"/>
                          <a:pt x="1" y="370"/>
                        </a:cubicBezTo>
                        <a:cubicBezTo>
                          <a:pt x="1" y="542"/>
                          <a:pt x="114" y="683"/>
                          <a:pt x="272" y="726"/>
                        </a:cubicBezTo>
                        <a:cubicBezTo>
                          <a:pt x="272" y="727"/>
                          <a:pt x="272" y="727"/>
                          <a:pt x="272" y="727"/>
                        </a:cubicBezTo>
                        <a:cubicBezTo>
                          <a:pt x="273" y="727"/>
                          <a:pt x="274" y="726"/>
                          <a:pt x="274" y="726"/>
                        </a:cubicBezTo>
                        <a:lnTo>
                          <a:pt x="717" y="501"/>
                        </a:lnTo>
                        <a:cubicBezTo>
                          <a:pt x="732" y="461"/>
                          <a:pt x="742" y="417"/>
                          <a:pt x="742" y="370"/>
                        </a:cubicBezTo>
                        <a:cubicBezTo>
                          <a:pt x="742" y="167"/>
                          <a:pt x="575" y="1"/>
                          <a:pt x="3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2"/>
                  <p:cNvSpPr/>
                  <p:nvPr/>
                </p:nvSpPr>
                <p:spPr>
                  <a:xfrm>
                    <a:off x="586497" y="1188118"/>
                    <a:ext cx="47466" cy="47464"/>
                  </a:xfrm>
                  <a:custGeom>
                    <a:rect b="b" l="l" r="r" t="t"/>
                    <a:pathLst>
                      <a:path extrusionOk="0" h="742" w="742">
                        <a:moveTo>
                          <a:pt x="371" y="0"/>
                        </a:moveTo>
                        <a:cubicBezTo>
                          <a:pt x="166" y="0"/>
                          <a:pt x="0" y="166"/>
                          <a:pt x="0" y="371"/>
                        </a:cubicBezTo>
                        <a:cubicBezTo>
                          <a:pt x="0" y="575"/>
                          <a:pt x="166" y="741"/>
                          <a:pt x="371" y="741"/>
                        </a:cubicBezTo>
                        <a:cubicBezTo>
                          <a:pt x="575" y="741"/>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2"/>
                  <p:cNvSpPr/>
                  <p:nvPr/>
                </p:nvSpPr>
                <p:spPr>
                  <a:xfrm>
                    <a:off x="586497" y="1330254"/>
                    <a:ext cx="47466" cy="47400"/>
                  </a:xfrm>
                  <a:custGeom>
                    <a:rect b="b" l="l" r="r" t="t"/>
                    <a:pathLst>
                      <a:path extrusionOk="0" h="741" w="742">
                        <a:moveTo>
                          <a:pt x="371" y="0"/>
                        </a:moveTo>
                        <a:cubicBezTo>
                          <a:pt x="166" y="0"/>
                          <a:pt x="0" y="166"/>
                          <a:pt x="0" y="371"/>
                        </a:cubicBezTo>
                        <a:cubicBezTo>
                          <a:pt x="0" y="575"/>
                          <a:pt x="166" y="740"/>
                          <a:pt x="371" y="740"/>
                        </a:cubicBezTo>
                        <a:cubicBezTo>
                          <a:pt x="575" y="740"/>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2"/>
                  <p:cNvSpPr/>
                  <p:nvPr/>
                </p:nvSpPr>
                <p:spPr>
                  <a:xfrm>
                    <a:off x="728638" y="1259186"/>
                    <a:ext cx="47402" cy="47400"/>
                  </a:xfrm>
                  <a:custGeom>
                    <a:rect b="b" l="l" r="r" t="t"/>
                    <a:pathLst>
                      <a:path extrusionOk="0" h="741" w="741">
                        <a:moveTo>
                          <a:pt x="370" y="1"/>
                        </a:moveTo>
                        <a:cubicBezTo>
                          <a:pt x="165" y="1"/>
                          <a:pt x="0" y="166"/>
                          <a:pt x="0" y="371"/>
                        </a:cubicBezTo>
                        <a:cubicBezTo>
                          <a:pt x="0" y="575"/>
                          <a:pt x="165" y="741"/>
                          <a:pt x="370" y="741"/>
                        </a:cubicBezTo>
                        <a:cubicBezTo>
                          <a:pt x="574" y="741"/>
                          <a:pt x="740" y="575"/>
                          <a:pt x="740" y="371"/>
                        </a:cubicBezTo>
                        <a:cubicBezTo>
                          <a:pt x="740" y="166"/>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2"/>
                  <p:cNvSpPr/>
                  <p:nvPr/>
                </p:nvSpPr>
                <p:spPr>
                  <a:xfrm>
                    <a:off x="586497" y="1472262"/>
                    <a:ext cx="47466" cy="47464"/>
                  </a:xfrm>
                  <a:custGeom>
                    <a:rect b="b" l="l" r="r" t="t"/>
                    <a:pathLst>
                      <a:path extrusionOk="0" h="742" w="742">
                        <a:moveTo>
                          <a:pt x="371" y="1"/>
                        </a:moveTo>
                        <a:cubicBezTo>
                          <a:pt x="166" y="1"/>
                          <a:pt x="0" y="167"/>
                          <a:pt x="0" y="371"/>
                        </a:cubicBezTo>
                        <a:cubicBezTo>
                          <a:pt x="0"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2"/>
                  <p:cNvSpPr/>
                  <p:nvPr/>
                </p:nvSpPr>
                <p:spPr>
                  <a:xfrm>
                    <a:off x="586497" y="1614334"/>
                    <a:ext cx="47466" cy="47400"/>
                  </a:xfrm>
                  <a:custGeom>
                    <a:rect b="b" l="l" r="r" t="t"/>
                    <a:pathLst>
                      <a:path extrusionOk="0" h="741" w="742">
                        <a:moveTo>
                          <a:pt x="371" y="1"/>
                        </a:moveTo>
                        <a:cubicBezTo>
                          <a:pt x="166" y="1"/>
                          <a:pt x="0" y="166"/>
                          <a:pt x="0" y="371"/>
                        </a:cubicBezTo>
                        <a:cubicBezTo>
                          <a:pt x="0" y="576"/>
                          <a:pt x="166" y="741"/>
                          <a:pt x="371" y="741"/>
                        </a:cubicBezTo>
                        <a:cubicBezTo>
                          <a:pt x="575" y="741"/>
                          <a:pt x="741" y="576"/>
                          <a:pt x="741" y="371"/>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2"/>
                  <p:cNvSpPr/>
                  <p:nvPr/>
                </p:nvSpPr>
                <p:spPr>
                  <a:xfrm>
                    <a:off x="586497" y="1756406"/>
                    <a:ext cx="47466" cy="47464"/>
                  </a:xfrm>
                  <a:custGeom>
                    <a:rect b="b" l="l" r="r" t="t"/>
                    <a:pathLst>
                      <a:path extrusionOk="0" h="742" w="742">
                        <a:moveTo>
                          <a:pt x="371" y="1"/>
                        </a:moveTo>
                        <a:cubicBezTo>
                          <a:pt x="166" y="1"/>
                          <a:pt x="0" y="167"/>
                          <a:pt x="0" y="371"/>
                        </a:cubicBezTo>
                        <a:cubicBezTo>
                          <a:pt x="0" y="575"/>
                          <a:pt x="166" y="742"/>
                          <a:pt x="371" y="742"/>
                        </a:cubicBezTo>
                        <a:cubicBezTo>
                          <a:pt x="575" y="742"/>
                          <a:pt x="741" y="575"/>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2"/>
                  <p:cNvSpPr/>
                  <p:nvPr/>
                </p:nvSpPr>
                <p:spPr>
                  <a:xfrm>
                    <a:off x="586497" y="1898541"/>
                    <a:ext cx="47466" cy="47400"/>
                  </a:xfrm>
                  <a:custGeom>
                    <a:rect b="b" l="l" r="r" t="t"/>
                    <a:pathLst>
                      <a:path extrusionOk="0" h="741" w="742">
                        <a:moveTo>
                          <a:pt x="371" y="1"/>
                        </a:moveTo>
                        <a:cubicBezTo>
                          <a:pt x="166" y="1"/>
                          <a:pt x="0" y="166"/>
                          <a:pt x="0" y="370"/>
                        </a:cubicBezTo>
                        <a:cubicBezTo>
                          <a:pt x="0" y="575"/>
                          <a:pt x="166" y="740"/>
                          <a:pt x="371" y="740"/>
                        </a:cubicBezTo>
                        <a:cubicBezTo>
                          <a:pt x="575" y="740"/>
                          <a:pt x="741" y="575"/>
                          <a:pt x="741" y="370"/>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2"/>
                  <p:cNvSpPr/>
                  <p:nvPr/>
                </p:nvSpPr>
                <p:spPr>
                  <a:xfrm>
                    <a:off x="728638" y="1401258"/>
                    <a:ext cx="47402" cy="47464"/>
                  </a:xfrm>
                  <a:custGeom>
                    <a:rect b="b" l="l" r="r" t="t"/>
                    <a:pathLst>
                      <a:path extrusionOk="0" h="742" w="741">
                        <a:moveTo>
                          <a:pt x="370" y="1"/>
                        </a:moveTo>
                        <a:cubicBezTo>
                          <a:pt x="165" y="1"/>
                          <a:pt x="0" y="167"/>
                          <a:pt x="0" y="371"/>
                        </a:cubicBezTo>
                        <a:cubicBezTo>
                          <a:pt x="0" y="575"/>
                          <a:pt x="165" y="741"/>
                          <a:pt x="370" y="741"/>
                        </a:cubicBezTo>
                        <a:cubicBezTo>
                          <a:pt x="574" y="741"/>
                          <a:pt x="740" y="575"/>
                          <a:pt x="740" y="371"/>
                        </a:cubicBezTo>
                        <a:cubicBezTo>
                          <a:pt x="740" y="167"/>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2"/>
                  <p:cNvSpPr/>
                  <p:nvPr/>
                </p:nvSpPr>
                <p:spPr>
                  <a:xfrm>
                    <a:off x="728638" y="1543394"/>
                    <a:ext cx="47402" cy="47400"/>
                  </a:xfrm>
                  <a:custGeom>
                    <a:rect b="b" l="l" r="r" t="t"/>
                    <a:pathLst>
                      <a:path extrusionOk="0" h="741" w="741">
                        <a:moveTo>
                          <a:pt x="370" y="0"/>
                        </a:moveTo>
                        <a:cubicBezTo>
                          <a:pt x="165" y="0"/>
                          <a:pt x="0" y="166"/>
                          <a:pt x="0" y="371"/>
                        </a:cubicBezTo>
                        <a:cubicBezTo>
                          <a:pt x="0" y="575"/>
                          <a:pt x="165" y="740"/>
                          <a:pt x="370" y="740"/>
                        </a:cubicBezTo>
                        <a:cubicBezTo>
                          <a:pt x="574" y="740"/>
                          <a:pt x="740" y="575"/>
                          <a:pt x="740" y="371"/>
                        </a:cubicBezTo>
                        <a:cubicBezTo>
                          <a:pt x="740" y="166"/>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2"/>
                  <p:cNvSpPr/>
                  <p:nvPr/>
                </p:nvSpPr>
                <p:spPr>
                  <a:xfrm>
                    <a:off x="728638" y="1685402"/>
                    <a:ext cx="47402" cy="47464"/>
                  </a:xfrm>
                  <a:custGeom>
                    <a:rect b="b" l="l" r="r" t="t"/>
                    <a:pathLst>
                      <a:path extrusionOk="0" h="742" w="741">
                        <a:moveTo>
                          <a:pt x="370" y="0"/>
                        </a:moveTo>
                        <a:cubicBezTo>
                          <a:pt x="165" y="0"/>
                          <a:pt x="0" y="166"/>
                          <a:pt x="0" y="371"/>
                        </a:cubicBezTo>
                        <a:cubicBezTo>
                          <a:pt x="0" y="575"/>
                          <a:pt x="165" y="741"/>
                          <a:pt x="370" y="741"/>
                        </a:cubicBezTo>
                        <a:cubicBezTo>
                          <a:pt x="574" y="741"/>
                          <a:pt x="740" y="575"/>
                          <a:pt x="740" y="371"/>
                        </a:cubicBezTo>
                        <a:cubicBezTo>
                          <a:pt x="740" y="166"/>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2"/>
                  <p:cNvSpPr/>
                  <p:nvPr/>
                </p:nvSpPr>
                <p:spPr>
                  <a:xfrm>
                    <a:off x="728638" y="1827537"/>
                    <a:ext cx="47402" cy="47400"/>
                  </a:xfrm>
                  <a:custGeom>
                    <a:rect b="b" l="l" r="r" t="t"/>
                    <a:pathLst>
                      <a:path extrusionOk="0" h="741" w="741">
                        <a:moveTo>
                          <a:pt x="370" y="0"/>
                        </a:moveTo>
                        <a:cubicBezTo>
                          <a:pt x="165" y="0"/>
                          <a:pt x="0" y="165"/>
                          <a:pt x="0" y="370"/>
                        </a:cubicBezTo>
                        <a:cubicBezTo>
                          <a:pt x="0" y="574"/>
                          <a:pt x="165" y="740"/>
                          <a:pt x="370" y="740"/>
                        </a:cubicBezTo>
                        <a:cubicBezTo>
                          <a:pt x="574" y="740"/>
                          <a:pt x="740" y="574"/>
                          <a:pt x="740" y="370"/>
                        </a:cubicBezTo>
                        <a:cubicBezTo>
                          <a:pt x="740" y="165"/>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2"/>
                  <p:cNvSpPr/>
                  <p:nvPr/>
                </p:nvSpPr>
                <p:spPr>
                  <a:xfrm>
                    <a:off x="728638" y="1969545"/>
                    <a:ext cx="47402" cy="47464"/>
                  </a:xfrm>
                  <a:custGeom>
                    <a:rect b="b" l="l" r="r" t="t"/>
                    <a:pathLst>
                      <a:path extrusionOk="0" h="742" w="741">
                        <a:moveTo>
                          <a:pt x="370" y="1"/>
                        </a:moveTo>
                        <a:cubicBezTo>
                          <a:pt x="165" y="1"/>
                          <a:pt x="0" y="167"/>
                          <a:pt x="0" y="371"/>
                        </a:cubicBezTo>
                        <a:cubicBezTo>
                          <a:pt x="0" y="576"/>
                          <a:pt x="165" y="742"/>
                          <a:pt x="370" y="742"/>
                        </a:cubicBezTo>
                        <a:cubicBezTo>
                          <a:pt x="574" y="742"/>
                          <a:pt x="740" y="576"/>
                          <a:pt x="740" y="371"/>
                        </a:cubicBezTo>
                        <a:cubicBezTo>
                          <a:pt x="740" y="167"/>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2"/>
                  <p:cNvSpPr/>
                  <p:nvPr/>
                </p:nvSpPr>
                <p:spPr>
                  <a:xfrm>
                    <a:off x="728702" y="1122424"/>
                    <a:ext cx="45419" cy="42091"/>
                  </a:xfrm>
                  <a:custGeom>
                    <a:rect b="b" l="l" r="r" t="t"/>
                    <a:pathLst>
                      <a:path extrusionOk="0" h="658" w="710">
                        <a:moveTo>
                          <a:pt x="136" y="0"/>
                        </a:moveTo>
                        <a:cubicBezTo>
                          <a:pt x="135" y="0"/>
                          <a:pt x="135" y="1"/>
                          <a:pt x="135" y="2"/>
                        </a:cubicBezTo>
                        <a:cubicBezTo>
                          <a:pt x="53" y="71"/>
                          <a:pt x="0" y="172"/>
                          <a:pt x="0" y="288"/>
                        </a:cubicBezTo>
                        <a:cubicBezTo>
                          <a:pt x="0" y="491"/>
                          <a:pt x="166" y="658"/>
                          <a:pt x="369" y="658"/>
                        </a:cubicBezTo>
                        <a:cubicBezTo>
                          <a:pt x="522" y="658"/>
                          <a:pt x="654" y="565"/>
                          <a:pt x="709" y="433"/>
                        </a:cubicBezTo>
                        <a:cubicBezTo>
                          <a:pt x="532" y="276"/>
                          <a:pt x="342" y="131"/>
                          <a:pt x="138" y="2"/>
                        </a:cubicBezTo>
                        <a:cubicBezTo>
                          <a:pt x="137" y="1"/>
                          <a:pt x="136" y="0"/>
                          <a:pt x="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2"/>
                  <p:cNvSpPr/>
                  <p:nvPr/>
                </p:nvSpPr>
                <p:spPr>
                  <a:xfrm>
                    <a:off x="323452" y="1188118"/>
                    <a:ext cx="47466" cy="47464"/>
                  </a:xfrm>
                  <a:custGeom>
                    <a:rect b="b" l="l" r="r" t="t"/>
                    <a:pathLst>
                      <a:path extrusionOk="0" h="742" w="742">
                        <a:moveTo>
                          <a:pt x="371" y="0"/>
                        </a:moveTo>
                        <a:cubicBezTo>
                          <a:pt x="167" y="0"/>
                          <a:pt x="1" y="166"/>
                          <a:pt x="1" y="371"/>
                        </a:cubicBezTo>
                        <a:cubicBezTo>
                          <a:pt x="1" y="575"/>
                          <a:pt x="167" y="741"/>
                          <a:pt x="371" y="741"/>
                        </a:cubicBezTo>
                        <a:cubicBezTo>
                          <a:pt x="576" y="741"/>
                          <a:pt x="742" y="575"/>
                          <a:pt x="742" y="371"/>
                        </a:cubicBezTo>
                        <a:cubicBezTo>
                          <a:pt x="742" y="166"/>
                          <a:pt x="576"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2"/>
                  <p:cNvSpPr/>
                  <p:nvPr/>
                </p:nvSpPr>
                <p:spPr>
                  <a:xfrm>
                    <a:off x="323452" y="1330254"/>
                    <a:ext cx="47466" cy="47400"/>
                  </a:xfrm>
                  <a:custGeom>
                    <a:rect b="b" l="l" r="r" t="t"/>
                    <a:pathLst>
                      <a:path extrusionOk="0" h="741" w="742">
                        <a:moveTo>
                          <a:pt x="371" y="0"/>
                        </a:moveTo>
                        <a:cubicBezTo>
                          <a:pt x="167" y="0"/>
                          <a:pt x="1" y="166"/>
                          <a:pt x="1" y="371"/>
                        </a:cubicBezTo>
                        <a:cubicBezTo>
                          <a:pt x="1" y="575"/>
                          <a:pt x="167" y="740"/>
                          <a:pt x="371" y="740"/>
                        </a:cubicBezTo>
                        <a:cubicBezTo>
                          <a:pt x="576" y="740"/>
                          <a:pt x="742" y="575"/>
                          <a:pt x="742" y="371"/>
                        </a:cubicBezTo>
                        <a:cubicBezTo>
                          <a:pt x="742" y="166"/>
                          <a:pt x="576"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2"/>
                  <p:cNvSpPr/>
                  <p:nvPr/>
                </p:nvSpPr>
                <p:spPr>
                  <a:xfrm>
                    <a:off x="465594" y="1259186"/>
                    <a:ext cx="47402" cy="47400"/>
                  </a:xfrm>
                  <a:custGeom>
                    <a:rect b="b" l="l" r="r" t="t"/>
                    <a:pathLst>
                      <a:path extrusionOk="0" h="741" w="741">
                        <a:moveTo>
                          <a:pt x="371" y="1"/>
                        </a:moveTo>
                        <a:cubicBezTo>
                          <a:pt x="166" y="1"/>
                          <a:pt x="1" y="166"/>
                          <a:pt x="1" y="371"/>
                        </a:cubicBezTo>
                        <a:cubicBezTo>
                          <a:pt x="1" y="575"/>
                          <a:pt x="166" y="741"/>
                          <a:pt x="371" y="741"/>
                        </a:cubicBezTo>
                        <a:cubicBezTo>
                          <a:pt x="575" y="741"/>
                          <a:pt x="741" y="575"/>
                          <a:pt x="741" y="371"/>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2"/>
                  <p:cNvSpPr/>
                  <p:nvPr/>
                </p:nvSpPr>
                <p:spPr>
                  <a:xfrm>
                    <a:off x="323452" y="1472262"/>
                    <a:ext cx="47466" cy="47464"/>
                  </a:xfrm>
                  <a:custGeom>
                    <a:rect b="b" l="l" r="r" t="t"/>
                    <a:pathLst>
                      <a:path extrusionOk="0" h="742" w="742">
                        <a:moveTo>
                          <a:pt x="371" y="1"/>
                        </a:moveTo>
                        <a:cubicBezTo>
                          <a:pt x="167" y="1"/>
                          <a:pt x="1" y="167"/>
                          <a:pt x="1" y="371"/>
                        </a:cubicBezTo>
                        <a:cubicBezTo>
                          <a:pt x="1" y="576"/>
                          <a:pt x="167" y="742"/>
                          <a:pt x="371" y="742"/>
                        </a:cubicBezTo>
                        <a:cubicBezTo>
                          <a:pt x="576" y="742"/>
                          <a:pt x="742" y="576"/>
                          <a:pt x="742" y="371"/>
                        </a:cubicBezTo>
                        <a:cubicBezTo>
                          <a:pt x="742"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2"/>
                  <p:cNvSpPr/>
                  <p:nvPr/>
                </p:nvSpPr>
                <p:spPr>
                  <a:xfrm>
                    <a:off x="323452" y="1614334"/>
                    <a:ext cx="47466" cy="47400"/>
                  </a:xfrm>
                  <a:custGeom>
                    <a:rect b="b" l="l" r="r" t="t"/>
                    <a:pathLst>
                      <a:path extrusionOk="0" h="741" w="742">
                        <a:moveTo>
                          <a:pt x="371" y="1"/>
                        </a:moveTo>
                        <a:cubicBezTo>
                          <a:pt x="167" y="1"/>
                          <a:pt x="1" y="166"/>
                          <a:pt x="1" y="371"/>
                        </a:cubicBezTo>
                        <a:cubicBezTo>
                          <a:pt x="1" y="576"/>
                          <a:pt x="167" y="741"/>
                          <a:pt x="371" y="741"/>
                        </a:cubicBezTo>
                        <a:cubicBezTo>
                          <a:pt x="576" y="741"/>
                          <a:pt x="742" y="576"/>
                          <a:pt x="742" y="371"/>
                        </a:cubicBezTo>
                        <a:cubicBezTo>
                          <a:pt x="742"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2"/>
                  <p:cNvSpPr/>
                  <p:nvPr/>
                </p:nvSpPr>
                <p:spPr>
                  <a:xfrm>
                    <a:off x="323452" y="1756406"/>
                    <a:ext cx="47466" cy="47464"/>
                  </a:xfrm>
                  <a:custGeom>
                    <a:rect b="b" l="l" r="r" t="t"/>
                    <a:pathLst>
                      <a:path extrusionOk="0" h="742" w="742">
                        <a:moveTo>
                          <a:pt x="371" y="1"/>
                        </a:moveTo>
                        <a:cubicBezTo>
                          <a:pt x="167" y="1"/>
                          <a:pt x="1" y="167"/>
                          <a:pt x="1" y="371"/>
                        </a:cubicBezTo>
                        <a:cubicBezTo>
                          <a:pt x="1" y="575"/>
                          <a:pt x="167" y="742"/>
                          <a:pt x="371" y="742"/>
                        </a:cubicBezTo>
                        <a:cubicBezTo>
                          <a:pt x="576" y="742"/>
                          <a:pt x="742" y="575"/>
                          <a:pt x="742" y="371"/>
                        </a:cubicBezTo>
                        <a:cubicBezTo>
                          <a:pt x="742"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2"/>
                  <p:cNvSpPr/>
                  <p:nvPr/>
                </p:nvSpPr>
                <p:spPr>
                  <a:xfrm>
                    <a:off x="323452" y="1898541"/>
                    <a:ext cx="47466" cy="47400"/>
                  </a:xfrm>
                  <a:custGeom>
                    <a:rect b="b" l="l" r="r" t="t"/>
                    <a:pathLst>
                      <a:path extrusionOk="0" h="741" w="742">
                        <a:moveTo>
                          <a:pt x="371" y="1"/>
                        </a:moveTo>
                        <a:cubicBezTo>
                          <a:pt x="167" y="1"/>
                          <a:pt x="1" y="166"/>
                          <a:pt x="1" y="370"/>
                        </a:cubicBezTo>
                        <a:cubicBezTo>
                          <a:pt x="1" y="575"/>
                          <a:pt x="167" y="740"/>
                          <a:pt x="371" y="740"/>
                        </a:cubicBezTo>
                        <a:cubicBezTo>
                          <a:pt x="576" y="740"/>
                          <a:pt x="742" y="575"/>
                          <a:pt x="742" y="370"/>
                        </a:cubicBezTo>
                        <a:cubicBezTo>
                          <a:pt x="742"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2"/>
                  <p:cNvSpPr/>
                  <p:nvPr/>
                </p:nvSpPr>
                <p:spPr>
                  <a:xfrm>
                    <a:off x="465594" y="1401258"/>
                    <a:ext cx="47402" cy="47464"/>
                  </a:xfrm>
                  <a:custGeom>
                    <a:rect b="b" l="l" r="r" t="t"/>
                    <a:pathLst>
                      <a:path extrusionOk="0" h="742" w="741">
                        <a:moveTo>
                          <a:pt x="371" y="1"/>
                        </a:moveTo>
                        <a:cubicBezTo>
                          <a:pt x="166" y="1"/>
                          <a:pt x="1" y="167"/>
                          <a:pt x="1" y="371"/>
                        </a:cubicBezTo>
                        <a:cubicBezTo>
                          <a:pt x="1" y="575"/>
                          <a:pt x="166" y="741"/>
                          <a:pt x="371" y="741"/>
                        </a:cubicBezTo>
                        <a:cubicBezTo>
                          <a:pt x="575" y="741"/>
                          <a:pt x="741" y="575"/>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2"/>
                  <p:cNvSpPr/>
                  <p:nvPr/>
                </p:nvSpPr>
                <p:spPr>
                  <a:xfrm>
                    <a:off x="465594" y="1543394"/>
                    <a:ext cx="47402" cy="47400"/>
                  </a:xfrm>
                  <a:custGeom>
                    <a:rect b="b" l="l" r="r" t="t"/>
                    <a:pathLst>
                      <a:path extrusionOk="0" h="741" w="741">
                        <a:moveTo>
                          <a:pt x="371" y="0"/>
                        </a:moveTo>
                        <a:cubicBezTo>
                          <a:pt x="166" y="0"/>
                          <a:pt x="1" y="166"/>
                          <a:pt x="1" y="371"/>
                        </a:cubicBezTo>
                        <a:cubicBezTo>
                          <a:pt x="1" y="575"/>
                          <a:pt x="166" y="740"/>
                          <a:pt x="371" y="740"/>
                        </a:cubicBezTo>
                        <a:cubicBezTo>
                          <a:pt x="575" y="740"/>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2"/>
                  <p:cNvSpPr/>
                  <p:nvPr/>
                </p:nvSpPr>
                <p:spPr>
                  <a:xfrm>
                    <a:off x="465594" y="1685402"/>
                    <a:ext cx="47402" cy="47464"/>
                  </a:xfrm>
                  <a:custGeom>
                    <a:rect b="b" l="l" r="r" t="t"/>
                    <a:pathLst>
                      <a:path extrusionOk="0" h="742" w="741">
                        <a:moveTo>
                          <a:pt x="371" y="0"/>
                        </a:moveTo>
                        <a:cubicBezTo>
                          <a:pt x="166" y="0"/>
                          <a:pt x="1" y="166"/>
                          <a:pt x="1" y="371"/>
                        </a:cubicBezTo>
                        <a:cubicBezTo>
                          <a:pt x="1" y="575"/>
                          <a:pt x="166" y="741"/>
                          <a:pt x="371" y="741"/>
                        </a:cubicBezTo>
                        <a:cubicBezTo>
                          <a:pt x="575" y="741"/>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2"/>
                  <p:cNvSpPr/>
                  <p:nvPr/>
                </p:nvSpPr>
                <p:spPr>
                  <a:xfrm>
                    <a:off x="465594" y="1827537"/>
                    <a:ext cx="47402" cy="47400"/>
                  </a:xfrm>
                  <a:custGeom>
                    <a:rect b="b" l="l" r="r" t="t"/>
                    <a:pathLst>
                      <a:path extrusionOk="0" h="741" w="741">
                        <a:moveTo>
                          <a:pt x="371" y="0"/>
                        </a:moveTo>
                        <a:cubicBezTo>
                          <a:pt x="166" y="0"/>
                          <a:pt x="1" y="165"/>
                          <a:pt x="1" y="370"/>
                        </a:cubicBezTo>
                        <a:cubicBezTo>
                          <a:pt x="1" y="574"/>
                          <a:pt x="166" y="740"/>
                          <a:pt x="371" y="740"/>
                        </a:cubicBezTo>
                        <a:cubicBezTo>
                          <a:pt x="575" y="740"/>
                          <a:pt x="741" y="574"/>
                          <a:pt x="741" y="370"/>
                        </a:cubicBezTo>
                        <a:cubicBezTo>
                          <a:pt x="741" y="165"/>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2"/>
                  <p:cNvSpPr/>
                  <p:nvPr/>
                </p:nvSpPr>
                <p:spPr>
                  <a:xfrm>
                    <a:off x="465594" y="1969545"/>
                    <a:ext cx="47402" cy="47464"/>
                  </a:xfrm>
                  <a:custGeom>
                    <a:rect b="b" l="l" r="r" t="t"/>
                    <a:pathLst>
                      <a:path extrusionOk="0" h="742" w="741">
                        <a:moveTo>
                          <a:pt x="371" y="1"/>
                        </a:moveTo>
                        <a:cubicBezTo>
                          <a:pt x="166" y="1"/>
                          <a:pt x="1" y="167"/>
                          <a:pt x="1" y="371"/>
                        </a:cubicBezTo>
                        <a:cubicBezTo>
                          <a:pt x="1"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2"/>
                  <p:cNvSpPr/>
                  <p:nvPr/>
                </p:nvSpPr>
                <p:spPr>
                  <a:xfrm>
                    <a:off x="465594" y="1117050"/>
                    <a:ext cx="47402" cy="47464"/>
                  </a:xfrm>
                  <a:custGeom>
                    <a:rect b="b" l="l" r="r" t="t"/>
                    <a:pathLst>
                      <a:path extrusionOk="0" h="742" w="741">
                        <a:moveTo>
                          <a:pt x="371" y="1"/>
                        </a:moveTo>
                        <a:cubicBezTo>
                          <a:pt x="166" y="1"/>
                          <a:pt x="1" y="167"/>
                          <a:pt x="1" y="371"/>
                        </a:cubicBezTo>
                        <a:cubicBezTo>
                          <a:pt x="1"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2"/>
                  <p:cNvSpPr/>
                  <p:nvPr/>
                </p:nvSpPr>
                <p:spPr>
                  <a:xfrm>
                    <a:off x="241635" y="1278248"/>
                    <a:ext cx="8316" cy="22644"/>
                  </a:xfrm>
                  <a:custGeom>
                    <a:rect b="b" l="l" r="r" t="t"/>
                    <a:pathLst>
                      <a:path extrusionOk="0" h="354" w="130">
                        <a:moveTo>
                          <a:pt x="123" y="1"/>
                        </a:moveTo>
                        <a:cubicBezTo>
                          <a:pt x="77" y="114"/>
                          <a:pt x="34" y="234"/>
                          <a:pt x="0" y="354"/>
                        </a:cubicBezTo>
                        <a:cubicBezTo>
                          <a:pt x="81" y="287"/>
                          <a:pt x="129" y="185"/>
                          <a:pt x="129" y="71"/>
                        </a:cubicBezTo>
                        <a:cubicBezTo>
                          <a:pt x="129" y="47"/>
                          <a:pt x="127" y="23"/>
                          <a:pt x="1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2"/>
                  <p:cNvSpPr/>
                  <p:nvPr/>
                </p:nvSpPr>
                <p:spPr>
                  <a:xfrm>
                    <a:off x="226410" y="1401386"/>
                    <a:ext cx="23541" cy="47400"/>
                  </a:xfrm>
                  <a:custGeom>
                    <a:rect b="b" l="l" r="r" t="t"/>
                    <a:pathLst>
                      <a:path extrusionOk="0" h="741" w="368">
                        <a:moveTo>
                          <a:pt x="1" y="1"/>
                        </a:moveTo>
                        <a:lnTo>
                          <a:pt x="1" y="741"/>
                        </a:lnTo>
                        <a:cubicBezTo>
                          <a:pt x="205" y="738"/>
                          <a:pt x="367" y="575"/>
                          <a:pt x="367" y="369"/>
                        </a:cubicBezTo>
                        <a:cubicBezTo>
                          <a:pt x="367" y="166"/>
                          <a:pt x="205" y="3"/>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2"/>
                  <p:cNvSpPr/>
                  <p:nvPr/>
                </p:nvSpPr>
                <p:spPr>
                  <a:xfrm>
                    <a:off x="226410" y="1543330"/>
                    <a:ext cx="23541" cy="47400"/>
                  </a:xfrm>
                  <a:custGeom>
                    <a:rect b="b" l="l" r="r" t="t"/>
                    <a:pathLst>
                      <a:path extrusionOk="0" h="741" w="368">
                        <a:moveTo>
                          <a:pt x="1" y="0"/>
                        </a:moveTo>
                        <a:lnTo>
                          <a:pt x="1" y="740"/>
                        </a:lnTo>
                        <a:cubicBezTo>
                          <a:pt x="205" y="738"/>
                          <a:pt x="367" y="574"/>
                          <a:pt x="367" y="372"/>
                        </a:cubicBezTo>
                        <a:cubicBezTo>
                          <a:pt x="367" y="167"/>
                          <a:pt x="205" y="2"/>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2"/>
                  <p:cNvSpPr/>
                  <p:nvPr/>
                </p:nvSpPr>
                <p:spPr>
                  <a:xfrm>
                    <a:off x="226410" y="1685466"/>
                    <a:ext cx="23541" cy="47464"/>
                  </a:xfrm>
                  <a:custGeom>
                    <a:rect b="b" l="l" r="r" t="t"/>
                    <a:pathLst>
                      <a:path extrusionOk="0" h="742" w="368">
                        <a:moveTo>
                          <a:pt x="1" y="0"/>
                        </a:moveTo>
                        <a:lnTo>
                          <a:pt x="1" y="741"/>
                        </a:lnTo>
                        <a:cubicBezTo>
                          <a:pt x="205" y="738"/>
                          <a:pt x="367" y="576"/>
                          <a:pt x="367" y="370"/>
                        </a:cubicBezTo>
                        <a:cubicBezTo>
                          <a:pt x="367" y="165"/>
                          <a:pt x="205" y="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2"/>
                  <p:cNvSpPr/>
                  <p:nvPr/>
                </p:nvSpPr>
                <p:spPr>
                  <a:xfrm>
                    <a:off x="226410" y="1827409"/>
                    <a:ext cx="23541" cy="47464"/>
                  </a:xfrm>
                  <a:custGeom>
                    <a:rect b="b" l="l" r="r" t="t"/>
                    <a:pathLst>
                      <a:path extrusionOk="0" h="742" w="368">
                        <a:moveTo>
                          <a:pt x="1" y="0"/>
                        </a:moveTo>
                        <a:lnTo>
                          <a:pt x="1" y="741"/>
                        </a:lnTo>
                        <a:cubicBezTo>
                          <a:pt x="205" y="738"/>
                          <a:pt x="367" y="575"/>
                          <a:pt x="367" y="372"/>
                        </a:cubicBezTo>
                        <a:cubicBezTo>
                          <a:pt x="367" y="167"/>
                          <a:pt x="205" y="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2"/>
                  <p:cNvSpPr/>
                  <p:nvPr/>
                </p:nvSpPr>
                <p:spPr>
                  <a:xfrm>
                    <a:off x="226410" y="1969545"/>
                    <a:ext cx="23541" cy="47464"/>
                  </a:xfrm>
                  <a:custGeom>
                    <a:rect b="b" l="l" r="r" t="t"/>
                    <a:pathLst>
                      <a:path extrusionOk="0" h="742" w="368">
                        <a:moveTo>
                          <a:pt x="1" y="1"/>
                        </a:moveTo>
                        <a:lnTo>
                          <a:pt x="1" y="742"/>
                        </a:lnTo>
                        <a:cubicBezTo>
                          <a:pt x="205" y="739"/>
                          <a:pt x="367" y="577"/>
                          <a:pt x="367" y="370"/>
                        </a:cubicBezTo>
                        <a:cubicBezTo>
                          <a:pt x="367" y="166"/>
                          <a:pt x="205" y="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2" name="Google Shape;3332;p42"/>
                <p:cNvSpPr/>
                <p:nvPr/>
              </p:nvSpPr>
              <p:spPr>
                <a:xfrm>
                  <a:off x="991555" y="1408870"/>
                  <a:ext cx="47082" cy="39916"/>
                </a:xfrm>
                <a:custGeom>
                  <a:rect b="b" l="l" r="r" t="t"/>
                  <a:pathLst>
                    <a:path extrusionOk="0" h="624" w="736">
                      <a:moveTo>
                        <a:pt x="103" y="0"/>
                      </a:moveTo>
                      <a:cubicBezTo>
                        <a:pt x="39" y="67"/>
                        <a:pt x="1" y="154"/>
                        <a:pt x="1" y="252"/>
                      </a:cubicBezTo>
                      <a:cubicBezTo>
                        <a:pt x="1" y="457"/>
                        <a:pt x="166" y="624"/>
                        <a:pt x="372" y="624"/>
                      </a:cubicBezTo>
                      <a:cubicBezTo>
                        <a:pt x="553" y="624"/>
                        <a:pt x="707" y="488"/>
                        <a:pt x="735" y="310"/>
                      </a:cubicBezTo>
                      <a:cubicBezTo>
                        <a:pt x="532" y="193"/>
                        <a:pt x="320" y="88"/>
                        <a:pt x="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33" name="Google Shape;3333;p42"/>
            <p:cNvGrpSpPr/>
            <p:nvPr/>
          </p:nvGrpSpPr>
          <p:grpSpPr>
            <a:xfrm>
              <a:off x="440908" y="301411"/>
              <a:ext cx="712015" cy="872505"/>
              <a:chOff x="-476487" y="1228650"/>
              <a:chExt cx="263475" cy="322875"/>
            </a:xfrm>
          </p:grpSpPr>
          <p:sp>
            <p:nvSpPr>
              <p:cNvPr id="3334" name="Google Shape;3334;p42"/>
              <p:cNvSpPr/>
              <p:nvPr/>
            </p:nvSpPr>
            <p:spPr>
              <a:xfrm>
                <a:off x="-476487" y="1228650"/>
                <a:ext cx="263475" cy="322875"/>
              </a:xfrm>
              <a:custGeom>
                <a:rect b="b" l="l" r="r" t="t"/>
                <a:pathLst>
                  <a:path extrusionOk="0" h="12915" w="10539">
                    <a:moveTo>
                      <a:pt x="1124" y="0"/>
                    </a:moveTo>
                    <a:lnTo>
                      <a:pt x="1" y="12848"/>
                    </a:lnTo>
                    <a:lnTo>
                      <a:pt x="8339" y="12900"/>
                    </a:lnTo>
                    <a:lnTo>
                      <a:pt x="10538" y="12915"/>
                    </a:lnTo>
                    <a:lnTo>
                      <a:pt x="10124" y="222"/>
                    </a:lnTo>
                    <a:lnTo>
                      <a:pt x="8471" y="182"/>
                    </a:lnTo>
                    <a:lnTo>
                      <a:pt x="1124"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35" name="Google Shape;3335;p42"/>
              <p:cNvGrpSpPr/>
              <p:nvPr/>
            </p:nvGrpSpPr>
            <p:grpSpPr>
              <a:xfrm>
                <a:off x="-476487" y="1228650"/>
                <a:ext cx="263475" cy="322875"/>
                <a:chOff x="-4190125" y="677000"/>
                <a:chExt cx="263475" cy="322875"/>
              </a:xfrm>
            </p:grpSpPr>
            <p:sp>
              <p:nvSpPr>
                <p:cNvPr id="3336" name="Google Shape;3336;p42"/>
                <p:cNvSpPr/>
                <p:nvPr/>
              </p:nvSpPr>
              <p:spPr>
                <a:xfrm>
                  <a:off x="-4190125" y="677000"/>
                  <a:ext cx="263475" cy="322875"/>
                </a:xfrm>
                <a:custGeom>
                  <a:rect b="b" l="l" r="r" t="t"/>
                  <a:pathLst>
                    <a:path extrusionOk="0" h="12915" w="10539">
                      <a:moveTo>
                        <a:pt x="1124" y="0"/>
                      </a:moveTo>
                      <a:lnTo>
                        <a:pt x="1" y="12848"/>
                      </a:lnTo>
                      <a:lnTo>
                        <a:pt x="8339" y="12900"/>
                      </a:lnTo>
                      <a:lnTo>
                        <a:pt x="10538" y="12915"/>
                      </a:lnTo>
                      <a:lnTo>
                        <a:pt x="10124" y="222"/>
                      </a:lnTo>
                      <a:lnTo>
                        <a:pt x="8471" y="183"/>
                      </a:lnTo>
                      <a:lnTo>
                        <a:pt x="11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2"/>
                <p:cNvSpPr/>
                <p:nvPr/>
              </p:nvSpPr>
              <p:spPr>
                <a:xfrm>
                  <a:off x="-3981650" y="681550"/>
                  <a:ext cx="55000" cy="318325"/>
                </a:xfrm>
                <a:custGeom>
                  <a:rect b="b" l="l" r="r" t="t"/>
                  <a:pathLst>
                    <a:path extrusionOk="0" h="12733" w="2200">
                      <a:moveTo>
                        <a:pt x="132" y="1"/>
                      </a:moveTo>
                      <a:lnTo>
                        <a:pt x="0" y="12718"/>
                      </a:lnTo>
                      <a:lnTo>
                        <a:pt x="2199" y="12733"/>
                      </a:lnTo>
                      <a:lnTo>
                        <a:pt x="1785" y="40"/>
                      </a:lnTo>
                      <a:lnTo>
                        <a:pt x="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2"/>
                <p:cNvSpPr/>
                <p:nvPr/>
              </p:nvSpPr>
              <p:spPr>
                <a:xfrm>
                  <a:off x="-4130225" y="705650"/>
                  <a:ext cx="97075" cy="90600"/>
                </a:xfrm>
                <a:custGeom>
                  <a:rect b="b" l="l" r="r" t="t"/>
                  <a:pathLst>
                    <a:path extrusionOk="0" h="3624" w="3883">
                      <a:moveTo>
                        <a:pt x="1944" y="1"/>
                      </a:moveTo>
                      <a:cubicBezTo>
                        <a:pt x="1853" y="1"/>
                        <a:pt x="1761" y="7"/>
                        <a:pt x="1669" y="21"/>
                      </a:cubicBezTo>
                      <a:cubicBezTo>
                        <a:pt x="679" y="172"/>
                        <a:pt x="0" y="1096"/>
                        <a:pt x="151" y="2084"/>
                      </a:cubicBezTo>
                      <a:cubicBezTo>
                        <a:pt x="287" y="2982"/>
                        <a:pt x="1060" y="3623"/>
                        <a:pt x="1940" y="3623"/>
                      </a:cubicBezTo>
                      <a:cubicBezTo>
                        <a:pt x="2030" y="3623"/>
                        <a:pt x="2122" y="3617"/>
                        <a:pt x="2215" y="3603"/>
                      </a:cubicBezTo>
                      <a:cubicBezTo>
                        <a:pt x="3203" y="3452"/>
                        <a:pt x="3882" y="2527"/>
                        <a:pt x="3732" y="1539"/>
                      </a:cubicBezTo>
                      <a:cubicBezTo>
                        <a:pt x="3595" y="642"/>
                        <a:pt x="2823" y="1"/>
                        <a:pt x="1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2"/>
                <p:cNvSpPr/>
                <p:nvPr/>
              </p:nvSpPr>
              <p:spPr>
                <a:xfrm>
                  <a:off x="-4100850" y="732800"/>
                  <a:ext cx="38350" cy="36275"/>
                </a:xfrm>
                <a:custGeom>
                  <a:rect b="b" l="l" r="r" t="t"/>
                  <a:pathLst>
                    <a:path extrusionOk="0" h="1451" w="1534">
                      <a:moveTo>
                        <a:pt x="765" y="1"/>
                      </a:moveTo>
                      <a:cubicBezTo>
                        <a:pt x="402" y="1"/>
                        <a:pt x="90" y="272"/>
                        <a:pt x="47" y="641"/>
                      </a:cubicBezTo>
                      <a:cubicBezTo>
                        <a:pt x="1" y="1039"/>
                        <a:pt x="285" y="1399"/>
                        <a:pt x="683" y="1445"/>
                      </a:cubicBezTo>
                      <a:cubicBezTo>
                        <a:pt x="711" y="1449"/>
                        <a:pt x="740" y="1450"/>
                        <a:pt x="768" y="1450"/>
                      </a:cubicBezTo>
                      <a:cubicBezTo>
                        <a:pt x="1130" y="1450"/>
                        <a:pt x="1443" y="1178"/>
                        <a:pt x="1487" y="810"/>
                      </a:cubicBezTo>
                      <a:cubicBezTo>
                        <a:pt x="1533" y="412"/>
                        <a:pt x="1247" y="52"/>
                        <a:pt x="850" y="6"/>
                      </a:cubicBezTo>
                      <a:cubicBezTo>
                        <a:pt x="821" y="2"/>
                        <a:pt x="793"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2"/>
                <p:cNvSpPr/>
                <p:nvPr/>
              </p:nvSpPr>
              <p:spPr>
                <a:xfrm>
                  <a:off x="-4155525" y="827725"/>
                  <a:ext cx="133525" cy="126375"/>
                </a:xfrm>
                <a:custGeom>
                  <a:rect b="b" l="l" r="r" t="t"/>
                  <a:pathLst>
                    <a:path extrusionOk="0" h="5055" w="5341">
                      <a:moveTo>
                        <a:pt x="2668" y="1"/>
                      </a:moveTo>
                      <a:cubicBezTo>
                        <a:pt x="1402" y="1"/>
                        <a:pt x="309" y="950"/>
                        <a:pt x="161" y="2237"/>
                      </a:cubicBezTo>
                      <a:cubicBezTo>
                        <a:pt x="1" y="3623"/>
                        <a:pt x="993" y="4875"/>
                        <a:pt x="2379" y="5037"/>
                      </a:cubicBezTo>
                      <a:cubicBezTo>
                        <a:pt x="2478" y="5049"/>
                        <a:pt x="2575" y="5054"/>
                        <a:pt x="2672" y="5054"/>
                      </a:cubicBezTo>
                      <a:cubicBezTo>
                        <a:pt x="3937" y="5054"/>
                        <a:pt x="5030" y="4105"/>
                        <a:pt x="5179" y="2819"/>
                      </a:cubicBezTo>
                      <a:cubicBezTo>
                        <a:pt x="5340" y="1433"/>
                        <a:pt x="4346" y="179"/>
                        <a:pt x="2960" y="18"/>
                      </a:cubicBezTo>
                      <a:cubicBezTo>
                        <a:pt x="2862" y="6"/>
                        <a:pt x="2764" y="1"/>
                        <a:pt x="2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2"/>
                <p:cNvSpPr/>
                <p:nvPr/>
              </p:nvSpPr>
              <p:spPr>
                <a:xfrm>
                  <a:off x="-4116600" y="864625"/>
                  <a:ext cx="55600" cy="52625"/>
                </a:xfrm>
                <a:custGeom>
                  <a:rect b="b" l="l" r="r" t="t"/>
                  <a:pathLst>
                    <a:path extrusionOk="0" h="2105" w="2224">
                      <a:moveTo>
                        <a:pt x="1111" y="0"/>
                      </a:moveTo>
                      <a:cubicBezTo>
                        <a:pt x="584" y="0"/>
                        <a:pt x="130" y="394"/>
                        <a:pt x="68" y="931"/>
                      </a:cubicBezTo>
                      <a:cubicBezTo>
                        <a:pt x="1" y="1508"/>
                        <a:pt x="415" y="2030"/>
                        <a:pt x="991" y="2097"/>
                      </a:cubicBezTo>
                      <a:cubicBezTo>
                        <a:pt x="1032" y="2102"/>
                        <a:pt x="1073" y="2104"/>
                        <a:pt x="1113" y="2104"/>
                      </a:cubicBezTo>
                      <a:cubicBezTo>
                        <a:pt x="1640" y="2104"/>
                        <a:pt x="2095" y="1709"/>
                        <a:pt x="2158" y="1173"/>
                      </a:cubicBezTo>
                      <a:cubicBezTo>
                        <a:pt x="2224" y="596"/>
                        <a:pt x="1810" y="74"/>
                        <a:pt x="1234" y="7"/>
                      </a:cubicBezTo>
                      <a:cubicBezTo>
                        <a:pt x="1193" y="2"/>
                        <a:pt x="1152"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2"/>
                <p:cNvSpPr/>
                <p:nvPr/>
              </p:nvSpPr>
              <p:spPr>
                <a:xfrm>
                  <a:off x="-3999000" y="687450"/>
                  <a:ext cx="11200" cy="10600"/>
                </a:xfrm>
                <a:custGeom>
                  <a:rect b="b" l="l" r="r" t="t"/>
                  <a:pathLst>
                    <a:path extrusionOk="0" h="424" w="448">
                      <a:moveTo>
                        <a:pt x="224" y="1"/>
                      </a:moveTo>
                      <a:cubicBezTo>
                        <a:pt x="118" y="1"/>
                        <a:pt x="26" y="80"/>
                        <a:pt x="14" y="188"/>
                      </a:cubicBezTo>
                      <a:cubicBezTo>
                        <a:pt x="1" y="304"/>
                        <a:pt x="83" y="408"/>
                        <a:pt x="200" y="422"/>
                      </a:cubicBezTo>
                      <a:cubicBezTo>
                        <a:pt x="208" y="423"/>
                        <a:pt x="216" y="424"/>
                        <a:pt x="225" y="424"/>
                      </a:cubicBezTo>
                      <a:cubicBezTo>
                        <a:pt x="330" y="424"/>
                        <a:pt x="422" y="345"/>
                        <a:pt x="434" y="237"/>
                      </a:cubicBezTo>
                      <a:cubicBezTo>
                        <a:pt x="448" y="121"/>
                        <a:pt x="365" y="16"/>
                        <a:pt x="248" y="2"/>
                      </a:cubicBezTo>
                      <a:cubicBezTo>
                        <a:pt x="240" y="1"/>
                        <a:pt x="232"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2"/>
                <p:cNvSpPr/>
                <p:nvPr/>
              </p:nvSpPr>
              <p:spPr>
                <a:xfrm>
                  <a:off x="-4158425" y="683025"/>
                  <a:ext cx="11175" cy="10625"/>
                </a:xfrm>
                <a:custGeom>
                  <a:rect b="b" l="l" r="r" t="t"/>
                  <a:pathLst>
                    <a:path extrusionOk="0" h="425" w="447">
                      <a:moveTo>
                        <a:pt x="225" y="1"/>
                      </a:moveTo>
                      <a:cubicBezTo>
                        <a:pt x="119" y="1"/>
                        <a:pt x="27" y="80"/>
                        <a:pt x="14" y="188"/>
                      </a:cubicBezTo>
                      <a:cubicBezTo>
                        <a:pt x="0" y="304"/>
                        <a:pt x="83" y="408"/>
                        <a:pt x="199" y="423"/>
                      </a:cubicBezTo>
                      <a:cubicBezTo>
                        <a:pt x="207" y="424"/>
                        <a:pt x="215" y="424"/>
                        <a:pt x="222" y="424"/>
                      </a:cubicBezTo>
                      <a:cubicBezTo>
                        <a:pt x="328" y="424"/>
                        <a:pt x="421" y="345"/>
                        <a:pt x="434" y="237"/>
                      </a:cubicBezTo>
                      <a:cubicBezTo>
                        <a:pt x="447" y="120"/>
                        <a:pt x="364" y="16"/>
                        <a:pt x="248" y="2"/>
                      </a:cubicBezTo>
                      <a:cubicBezTo>
                        <a:pt x="240" y="1"/>
                        <a:pt x="232"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2"/>
                <p:cNvSpPr/>
                <p:nvPr/>
              </p:nvSpPr>
              <p:spPr>
                <a:xfrm>
                  <a:off x="-4183975" y="979075"/>
                  <a:ext cx="11200" cy="10625"/>
                </a:xfrm>
                <a:custGeom>
                  <a:rect b="b" l="l" r="r" t="t"/>
                  <a:pathLst>
                    <a:path extrusionOk="0" h="425" w="448">
                      <a:moveTo>
                        <a:pt x="225" y="1"/>
                      </a:moveTo>
                      <a:cubicBezTo>
                        <a:pt x="118" y="1"/>
                        <a:pt x="25" y="80"/>
                        <a:pt x="14" y="188"/>
                      </a:cubicBezTo>
                      <a:cubicBezTo>
                        <a:pt x="0" y="304"/>
                        <a:pt x="83" y="409"/>
                        <a:pt x="200" y="423"/>
                      </a:cubicBezTo>
                      <a:cubicBezTo>
                        <a:pt x="207" y="424"/>
                        <a:pt x="215" y="424"/>
                        <a:pt x="223" y="424"/>
                      </a:cubicBezTo>
                      <a:cubicBezTo>
                        <a:pt x="329" y="424"/>
                        <a:pt x="421" y="345"/>
                        <a:pt x="434" y="237"/>
                      </a:cubicBezTo>
                      <a:cubicBezTo>
                        <a:pt x="447" y="121"/>
                        <a:pt x="365" y="16"/>
                        <a:pt x="248" y="2"/>
                      </a:cubicBezTo>
                      <a:cubicBezTo>
                        <a:pt x="240" y="1"/>
                        <a:pt x="233"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2"/>
                <p:cNvSpPr/>
                <p:nvPr/>
              </p:nvSpPr>
              <p:spPr>
                <a:xfrm>
                  <a:off x="-4000300" y="980975"/>
                  <a:ext cx="11200" cy="10600"/>
                </a:xfrm>
                <a:custGeom>
                  <a:rect b="b" l="l" r="r" t="t"/>
                  <a:pathLst>
                    <a:path extrusionOk="0" h="424" w="448">
                      <a:moveTo>
                        <a:pt x="222" y="1"/>
                      </a:moveTo>
                      <a:cubicBezTo>
                        <a:pt x="115" y="1"/>
                        <a:pt x="25" y="81"/>
                        <a:pt x="14" y="188"/>
                      </a:cubicBezTo>
                      <a:cubicBezTo>
                        <a:pt x="0" y="305"/>
                        <a:pt x="83" y="409"/>
                        <a:pt x="199" y="422"/>
                      </a:cubicBezTo>
                      <a:cubicBezTo>
                        <a:pt x="208" y="423"/>
                        <a:pt x="216" y="424"/>
                        <a:pt x="224" y="424"/>
                      </a:cubicBezTo>
                      <a:cubicBezTo>
                        <a:pt x="329" y="424"/>
                        <a:pt x="420" y="345"/>
                        <a:pt x="434" y="237"/>
                      </a:cubicBezTo>
                      <a:cubicBezTo>
                        <a:pt x="447" y="121"/>
                        <a:pt x="363" y="17"/>
                        <a:pt x="248" y="2"/>
                      </a:cubicBezTo>
                      <a:cubicBezTo>
                        <a:pt x="239" y="1"/>
                        <a:pt x="230" y="1"/>
                        <a:pt x="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46" name="Google Shape;3346;p42"/>
            <p:cNvGrpSpPr/>
            <p:nvPr/>
          </p:nvGrpSpPr>
          <p:grpSpPr>
            <a:xfrm>
              <a:off x="1036125" y="239491"/>
              <a:ext cx="256221" cy="256445"/>
              <a:chOff x="5062659" y="967188"/>
              <a:chExt cx="109716" cy="109813"/>
            </a:xfrm>
          </p:grpSpPr>
          <p:sp>
            <p:nvSpPr>
              <p:cNvPr id="3347" name="Google Shape;3347;p42"/>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2"/>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2"/>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0" name="Google Shape;3350;p42"/>
            <p:cNvGrpSpPr/>
            <p:nvPr/>
          </p:nvGrpSpPr>
          <p:grpSpPr>
            <a:xfrm>
              <a:off x="440892" y="1880398"/>
              <a:ext cx="221270" cy="205069"/>
              <a:chOff x="3508459" y="336863"/>
              <a:chExt cx="94750" cy="87813"/>
            </a:xfrm>
          </p:grpSpPr>
          <p:sp>
            <p:nvSpPr>
              <p:cNvPr id="3351" name="Google Shape;3351;p42"/>
              <p:cNvSpPr/>
              <p:nvPr/>
            </p:nvSpPr>
            <p:spPr>
              <a:xfrm>
                <a:off x="3508459" y="336863"/>
                <a:ext cx="94750" cy="86125"/>
              </a:xfrm>
              <a:custGeom>
                <a:rect b="b" l="l" r="r" t="t"/>
                <a:pathLst>
                  <a:path extrusionOk="0" h="3445" w="3790">
                    <a:moveTo>
                      <a:pt x="1897" y="0"/>
                    </a:moveTo>
                    <a:cubicBezTo>
                      <a:pt x="1766" y="0"/>
                      <a:pt x="1633" y="15"/>
                      <a:pt x="1500" y="47"/>
                    </a:cubicBezTo>
                    <a:cubicBezTo>
                      <a:pt x="574" y="265"/>
                      <a:pt x="0" y="1192"/>
                      <a:pt x="219" y="2118"/>
                    </a:cubicBezTo>
                    <a:cubicBezTo>
                      <a:pt x="406" y="2911"/>
                      <a:pt x="1114" y="3445"/>
                      <a:pt x="1895" y="3445"/>
                    </a:cubicBezTo>
                    <a:cubicBezTo>
                      <a:pt x="2026" y="3445"/>
                      <a:pt x="2159" y="3430"/>
                      <a:pt x="2291" y="3399"/>
                    </a:cubicBezTo>
                    <a:cubicBezTo>
                      <a:pt x="3217" y="3180"/>
                      <a:pt x="3790" y="2252"/>
                      <a:pt x="3571" y="1326"/>
                    </a:cubicBezTo>
                    <a:cubicBezTo>
                      <a:pt x="3384" y="534"/>
                      <a:pt x="2678" y="0"/>
                      <a:pt x="1897"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2"/>
              <p:cNvSpPr/>
              <p:nvPr/>
            </p:nvSpPr>
            <p:spPr>
              <a:xfrm>
                <a:off x="3514125" y="338525"/>
                <a:ext cx="86100" cy="86150"/>
              </a:xfrm>
              <a:custGeom>
                <a:rect b="b" l="l" r="r" t="t"/>
                <a:pathLst>
                  <a:path extrusionOk="0" h="3446" w="3444">
                    <a:moveTo>
                      <a:pt x="1721" y="1"/>
                    </a:moveTo>
                    <a:cubicBezTo>
                      <a:pt x="771" y="1"/>
                      <a:pt x="0" y="772"/>
                      <a:pt x="0" y="1723"/>
                    </a:cubicBezTo>
                    <a:cubicBezTo>
                      <a:pt x="0" y="2674"/>
                      <a:pt x="771" y="3445"/>
                      <a:pt x="1721" y="3445"/>
                    </a:cubicBezTo>
                    <a:cubicBezTo>
                      <a:pt x="2673" y="3445"/>
                      <a:pt x="3444" y="2674"/>
                      <a:pt x="3444" y="1723"/>
                    </a:cubicBezTo>
                    <a:cubicBezTo>
                      <a:pt x="3444" y="772"/>
                      <a:pt x="2673" y="1"/>
                      <a:pt x="17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2"/>
              <p:cNvSpPr/>
              <p:nvPr/>
            </p:nvSpPr>
            <p:spPr>
              <a:xfrm>
                <a:off x="3514125" y="338525"/>
                <a:ext cx="86100" cy="43075"/>
              </a:xfrm>
              <a:custGeom>
                <a:rect b="b" l="l" r="r" t="t"/>
                <a:pathLst>
                  <a:path extrusionOk="0" h="1723" w="3444">
                    <a:moveTo>
                      <a:pt x="1721" y="1"/>
                    </a:moveTo>
                    <a:cubicBezTo>
                      <a:pt x="771" y="1"/>
                      <a:pt x="0" y="771"/>
                      <a:pt x="0" y="1723"/>
                    </a:cubicBezTo>
                    <a:lnTo>
                      <a:pt x="3444" y="1723"/>
                    </a:lnTo>
                    <a:cubicBezTo>
                      <a:pt x="3444" y="772"/>
                      <a:pt x="2674" y="1"/>
                      <a:pt x="17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4" name="Google Shape;3354;p42"/>
            <p:cNvGrpSpPr/>
            <p:nvPr/>
          </p:nvGrpSpPr>
          <p:grpSpPr>
            <a:xfrm>
              <a:off x="1677743" y="4604000"/>
              <a:ext cx="311217" cy="295912"/>
              <a:chOff x="5164484" y="526738"/>
              <a:chExt cx="133266" cy="126713"/>
            </a:xfrm>
          </p:grpSpPr>
          <p:sp>
            <p:nvSpPr>
              <p:cNvPr id="3355" name="Google Shape;3355;p42"/>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2"/>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7" name="Google Shape;3357;p42"/>
            <p:cNvGrpSpPr/>
            <p:nvPr/>
          </p:nvGrpSpPr>
          <p:grpSpPr>
            <a:xfrm>
              <a:off x="8394504" y="495922"/>
              <a:ext cx="370592" cy="370700"/>
              <a:chOff x="5038846" y="235350"/>
              <a:chExt cx="158691" cy="158738"/>
            </a:xfrm>
          </p:grpSpPr>
          <p:sp>
            <p:nvSpPr>
              <p:cNvPr id="3358" name="Google Shape;3358;p42"/>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2"/>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0" name="Google Shape;3360;p42"/>
            <p:cNvGrpSpPr/>
            <p:nvPr/>
          </p:nvGrpSpPr>
          <p:grpSpPr>
            <a:xfrm>
              <a:off x="8230628" y="3893463"/>
              <a:ext cx="616032" cy="908519"/>
              <a:chOff x="2960759" y="2145213"/>
              <a:chExt cx="263791" cy="389038"/>
            </a:xfrm>
          </p:grpSpPr>
          <p:sp>
            <p:nvSpPr>
              <p:cNvPr id="3361" name="Google Shape;3361;p42"/>
              <p:cNvSpPr/>
              <p:nvPr/>
            </p:nvSpPr>
            <p:spPr>
              <a:xfrm>
                <a:off x="2960759" y="2145213"/>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2"/>
              <p:cNvSpPr/>
              <p:nvPr/>
            </p:nvSpPr>
            <p:spPr>
              <a:xfrm>
                <a:off x="2962150" y="2146650"/>
                <a:ext cx="262400" cy="387600"/>
              </a:xfrm>
              <a:custGeom>
                <a:rect b="b" l="l" r="r" t="t"/>
                <a:pathLst>
                  <a:path extrusionOk="0" h="15504" w="10496">
                    <a:moveTo>
                      <a:pt x="1" y="1"/>
                    </a:moveTo>
                    <a:lnTo>
                      <a:pt x="1" y="10256"/>
                    </a:lnTo>
                    <a:cubicBezTo>
                      <a:pt x="1" y="13154"/>
                      <a:pt x="2349" y="15503"/>
                      <a:pt x="5248" y="15503"/>
                    </a:cubicBezTo>
                    <a:cubicBezTo>
                      <a:pt x="8145" y="15503"/>
                      <a:pt x="10496" y="13155"/>
                      <a:pt x="10496" y="10256"/>
                    </a:cubicBezTo>
                    <a:lnTo>
                      <a:pt x="104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2"/>
              <p:cNvSpPr/>
              <p:nvPr/>
            </p:nvSpPr>
            <p:spPr>
              <a:xfrm>
                <a:off x="3010300" y="2194800"/>
                <a:ext cx="166125" cy="291300"/>
              </a:xfrm>
              <a:custGeom>
                <a:rect b="b" l="l" r="r" t="t"/>
                <a:pathLst>
                  <a:path extrusionOk="0" h="11652" w="6645">
                    <a:moveTo>
                      <a:pt x="0" y="0"/>
                    </a:moveTo>
                    <a:lnTo>
                      <a:pt x="0" y="8330"/>
                    </a:lnTo>
                    <a:cubicBezTo>
                      <a:pt x="0" y="10162"/>
                      <a:pt x="1490" y="11652"/>
                      <a:pt x="3322" y="11652"/>
                    </a:cubicBezTo>
                    <a:cubicBezTo>
                      <a:pt x="5154" y="11652"/>
                      <a:pt x="6644" y="10162"/>
                      <a:pt x="6644" y="8330"/>
                    </a:cubicBezTo>
                    <a:lnTo>
                      <a:pt x="6644" y="0"/>
                    </a:lnTo>
                    <a:close/>
                  </a:path>
                </a:pathLst>
              </a:custGeom>
              <a:solidFill>
                <a:srgbClr val="4731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2"/>
              <p:cNvSpPr/>
              <p:nvPr/>
            </p:nvSpPr>
            <p:spPr>
              <a:xfrm>
                <a:off x="3010300" y="2194800"/>
                <a:ext cx="166125" cy="291300"/>
              </a:xfrm>
              <a:custGeom>
                <a:rect b="b" l="l" r="r" t="t"/>
                <a:pathLst>
                  <a:path extrusionOk="0" h="11652" w="6645">
                    <a:moveTo>
                      <a:pt x="0" y="0"/>
                    </a:moveTo>
                    <a:lnTo>
                      <a:pt x="0" y="8330"/>
                    </a:lnTo>
                    <a:cubicBezTo>
                      <a:pt x="0" y="10162"/>
                      <a:pt x="1490" y="11652"/>
                      <a:pt x="3322" y="11652"/>
                    </a:cubicBezTo>
                    <a:cubicBezTo>
                      <a:pt x="5154" y="11652"/>
                      <a:pt x="6644" y="10162"/>
                      <a:pt x="6644" y="8330"/>
                    </a:cubicBezTo>
                    <a:lnTo>
                      <a:pt x="66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2"/>
              <p:cNvSpPr/>
              <p:nvPr/>
            </p:nvSpPr>
            <p:spPr>
              <a:xfrm>
                <a:off x="3034325" y="2218900"/>
                <a:ext cx="118000" cy="243175"/>
              </a:xfrm>
              <a:custGeom>
                <a:rect b="b" l="l" r="r" t="t"/>
                <a:pathLst>
                  <a:path extrusionOk="0" h="9727" w="4720">
                    <a:moveTo>
                      <a:pt x="0" y="0"/>
                    </a:moveTo>
                    <a:lnTo>
                      <a:pt x="0" y="7367"/>
                    </a:lnTo>
                    <a:cubicBezTo>
                      <a:pt x="0" y="8669"/>
                      <a:pt x="1058" y="9727"/>
                      <a:pt x="2360" y="9727"/>
                    </a:cubicBezTo>
                    <a:cubicBezTo>
                      <a:pt x="3662" y="9727"/>
                      <a:pt x="4719" y="8667"/>
                      <a:pt x="4719" y="7367"/>
                    </a:cubicBezTo>
                    <a:lnTo>
                      <a:pt x="47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2"/>
              <p:cNvSpPr/>
              <p:nvPr/>
            </p:nvSpPr>
            <p:spPr>
              <a:xfrm>
                <a:off x="3058425" y="2242950"/>
                <a:ext cx="69825" cy="194975"/>
              </a:xfrm>
              <a:custGeom>
                <a:rect b="b" l="l" r="r" t="t"/>
                <a:pathLst>
                  <a:path extrusionOk="0" h="7799" w="2793">
                    <a:moveTo>
                      <a:pt x="1" y="0"/>
                    </a:moveTo>
                    <a:lnTo>
                      <a:pt x="1" y="6404"/>
                    </a:lnTo>
                    <a:cubicBezTo>
                      <a:pt x="1" y="7173"/>
                      <a:pt x="628" y="7799"/>
                      <a:pt x="1397" y="7799"/>
                    </a:cubicBezTo>
                    <a:cubicBezTo>
                      <a:pt x="2166" y="7799"/>
                      <a:pt x="2793" y="7174"/>
                      <a:pt x="2793" y="6404"/>
                    </a:cubicBezTo>
                    <a:lnTo>
                      <a:pt x="2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2"/>
              <p:cNvSpPr/>
              <p:nvPr/>
            </p:nvSpPr>
            <p:spPr>
              <a:xfrm>
                <a:off x="3082450" y="2267050"/>
                <a:ext cx="21725" cy="146875"/>
              </a:xfrm>
              <a:custGeom>
                <a:rect b="b" l="l" r="r" t="t"/>
                <a:pathLst>
                  <a:path extrusionOk="0" h="5875" w="869">
                    <a:moveTo>
                      <a:pt x="1" y="0"/>
                    </a:moveTo>
                    <a:lnTo>
                      <a:pt x="1" y="5441"/>
                    </a:lnTo>
                    <a:cubicBezTo>
                      <a:pt x="1" y="5680"/>
                      <a:pt x="196" y="5874"/>
                      <a:pt x="435" y="5874"/>
                    </a:cubicBezTo>
                    <a:cubicBezTo>
                      <a:pt x="674" y="5874"/>
                      <a:pt x="869" y="5680"/>
                      <a:pt x="869" y="5441"/>
                    </a:cubicBezTo>
                    <a:lnTo>
                      <a:pt x="8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8" name="Google Shape;3368;p42"/>
            <p:cNvGrpSpPr/>
            <p:nvPr/>
          </p:nvGrpSpPr>
          <p:grpSpPr>
            <a:xfrm>
              <a:off x="8009250" y="4027696"/>
              <a:ext cx="221386" cy="221386"/>
              <a:chOff x="5035425" y="2779450"/>
              <a:chExt cx="94800" cy="94800"/>
            </a:xfrm>
          </p:grpSpPr>
          <p:sp>
            <p:nvSpPr>
              <p:cNvPr id="3369" name="Google Shape;3369;p42"/>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2"/>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1" name="Google Shape;3371;p42"/>
            <p:cNvGrpSpPr/>
            <p:nvPr/>
          </p:nvGrpSpPr>
          <p:grpSpPr>
            <a:xfrm>
              <a:off x="440901" y="4269545"/>
              <a:ext cx="1033050" cy="758384"/>
              <a:chOff x="-3031700" y="3408550"/>
              <a:chExt cx="323475" cy="237463"/>
            </a:xfrm>
          </p:grpSpPr>
          <p:sp>
            <p:nvSpPr>
              <p:cNvPr id="3372" name="Google Shape;3372;p42"/>
              <p:cNvSpPr/>
              <p:nvPr/>
            </p:nvSpPr>
            <p:spPr>
              <a:xfrm>
                <a:off x="-3031700" y="3408550"/>
                <a:ext cx="323425" cy="236300"/>
              </a:xfrm>
              <a:custGeom>
                <a:rect b="b" l="l" r="r" t="t"/>
                <a:pathLst>
                  <a:path extrusionOk="0" h="9452" w="12937">
                    <a:moveTo>
                      <a:pt x="6968" y="1"/>
                    </a:moveTo>
                    <a:cubicBezTo>
                      <a:pt x="6829" y="1"/>
                      <a:pt x="6706" y="95"/>
                      <a:pt x="6686" y="228"/>
                    </a:cubicBezTo>
                    <a:lnTo>
                      <a:pt x="6684" y="228"/>
                    </a:lnTo>
                    <a:cubicBezTo>
                      <a:pt x="6683" y="239"/>
                      <a:pt x="6682" y="251"/>
                      <a:pt x="6682" y="263"/>
                    </a:cubicBezTo>
                    <a:lnTo>
                      <a:pt x="6682" y="289"/>
                    </a:lnTo>
                    <a:lnTo>
                      <a:pt x="792" y="289"/>
                    </a:lnTo>
                    <a:cubicBezTo>
                      <a:pt x="356" y="289"/>
                      <a:pt x="1" y="642"/>
                      <a:pt x="1" y="1079"/>
                    </a:cubicBezTo>
                    <a:lnTo>
                      <a:pt x="1" y="8660"/>
                    </a:lnTo>
                    <a:cubicBezTo>
                      <a:pt x="1" y="9097"/>
                      <a:pt x="355" y="9452"/>
                      <a:pt x="792" y="9452"/>
                    </a:cubicBezTo>
                    <a:lnTo>
                      <a:pt x="12146" y="9452"/>
                    </a:lnTo>
                    <a:cubicBezTo>
                      <a:pt x="12583" y="9452"/>
                      <a:pt x="12937" y="9098"/>
                      <a:pt x="12937" y="8660"/>
                    </a:cubicBezTo>
                    <a:lnTo>
                      <a:pt x="12937" y="1079"/>
                    </a:lnTo>
                    <a:cubicBezTo>
                      <a:pt x="12936" y="642"/>
                      <a:pt x="12583" y="289"/>
                      <a:pt x="12146" y="289"/>
                    </a:cubicBezTo>
                    <a:lnTo>
                      <a:pt x="11872" y="289"/>
                    </a:lnTo>
                    <a:lnTo>
                      <a:pt x="11872" y="263"/>
                    </a:lnTo>
                    <a:cubicBezTo>
                      <a:pt x="11872" y="251"/>
                      <a:pt x="11870" y="239"/>
                      <a:pt x="11869" y="228"/>
                    </a:cubicBezTo>
                    <a:lnTo>
                      <a:pt x="11868" y="228"/>
                    </a:lnTo>
                    <a:cubicBezTo>
                      <a:pt x="11851" y="95"/>
                      <a:pt x="11743" y="1"/>
                      <a:pt x="11604" y="1"/>
                    </a:cubicBezTo>
                    <a:lnTo>
                      <a:pt x="10284" y="1"/>
                    </a:lnTo>
                    <a:lnTo>
                      <a:pt x="10284" y="228"/>
                    </a:lnTo>
                    <a:lnTo>
                      <a:pt x="10284" y="288"/>
                    </a:lnTo>
                    <a:lnTo>
                      <a:pt x="10085" y="288"/>
                    </a:lnTo>
                    <a:lnTo>
                      <a:pt x="10085" y="228"/>
                    </a:lnTo>
                    <a:lnTo>
                      <a:pt x="10085" y="1"/>
                    </a:lnTo>
                    <a:lnTo>
                      <a:pt x="8497" y="1"/>
                    </a:lnTo>
                    <a:lnTo>
                      <a:pt x="8497" y="228"/>
                    </a:lnTo>
                    <a:lnTo>
                      <a:pt x="8497" y="288"/>
                    </a:lnTo>
                    <a:lnTo>
                      <a:pt x="8270" y="288"/>
                    </a:lnTo>
                    <a:lnTo>
                      <a:pt x="8270" y="228"/>
                    </a:lnTo>
                    <a:lnTo>
                      <a:pt x="8270" y="1"/>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3" name="Google Shape;3373;p42"/>
              <p:cNvGrpSpPr/>
              <p:nvPr/>
            </p:nvGrpSpPr>
            <p:grpSpPr>
              <a:xfrm>
                <a:off x="-3031650" y="3408613"/>
                <a:ext cx="323425" cy="237400"/>
                <a:chOff x="-2707800" y="2378775"/>
                <a:chExt cx="323425" cy="237400"/>
              </a:xfrm>
            </p:grpSpPr>
            <p:sp>
              <p:nvSpPr>
                <p:cNvPr id="3374" name="Google Shape;3374;p42"/>
                <p:cNvSpPr/>
                <p:nvPr/>
              </p:nvSpPr>
              <p:spPr>
                <a:xfrm>
                  <a:off x="-2540875" y="2378775"/>
                  <a:ext cx="39725" cy="29125"/>
                </a:xfrm>
                <a:custGeom>
                  <a:rect b="b" l="l" r="r" t="t"/>
                  <a:pathLst>
                    <a:path extrusionOk="0" h="1165" w="1589">
                      <a:moveTo>
                        <a:pt x="287" y="1"/>
                      </a:moveTo>
                      <a:cubicBezTo>
                        <a:pt x="147" y="2"/>
                        <a:pt x="24" y="96"/>
                        <a:pt x="4" y="229"/>
                      </a:cubicBezTo>
                      <a:cubicBezTo>
                        <a:pt x="2" y="240"/>
                        <a:pt x="1" y="252"/>
                        <a:pt x="1" y="263"/>
                      </a:cubicBezTo>
                      <a:lnTo>
                        <a:pt x="1" y="1165"/>
                      </a:lnTo>
                      <a:lnTo>
                        <a:pt x="1588" y="1165"/>
                      </a:lnTo>
                      <a:lnTo>
                        <a:pt x="1588" y="228"/>
                      </a:lnTo>
                      <a:lnTo>
                        <a:pt x="15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2"/>
                <p:cNvSpPr/>
                <p:nvPr/>
              </p:nvSpPr>
              <p:spPr>
                <a:xfrm>
                  <a:off x="-2495450" y="2378800"/>
                  <a:ext cx="39700" cy="29075"/>
                </a:xfrm>
                <a:custGeom>
                  <a:rect b="b" l="l" r="r" t="t"/>
                  <a:pathLst>
                    <a:path extrusionOk="0" h="1163" w="1588">
                      <a:moveTo>
                        <a:pt x="0" y="1"/>
                      </a:moveTo>
                      <a:lnTo>
                        <a:pt x="0" y="228"/>
                      </a:lnTo>
                      <a:lnTo>
                        <a:pt x="0" y="1163"/>
                      </a:lnTo>
                      <a:lnTo>
                        <a:pt x="1587" y="1163"/>
                      </a:lnTo>
                      <a:lnTo>
                        <a:pt x="1587" y="228"/>
                      </a:lnTo>
                      <a:lnTo>
                        <a:pt x="15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2"/>
                <p:cNvSpPr/>
                <p:nvPr/>
              </p:nvSpPr>
              <p:spPr>
                <a:xfrm>
                  <a:off x="-2450775" y="2378775"/>
                  <a:ext cx="39725" cy="29125"/>
                </a:xfrm>
                <a:custGeom>
                  <a:rect b="b" l="l" r="r" t="t"/>
                  <a:pathLst>
                    <a:path extrusionOk="0" h="1165" w="1589">
                      <a:moveTo>
                        <a:pt x="1" y="1"/>
                      </a:moveTo>
                      <a:lnTo>
                        <a:pt x="1" y="229"/>
                      </a:lnTo>
                      <a:lnTo>
                        <a:pt x="1" y="1165"/>
                      </a:lnTo>
                      <a:lnTo>
                        <a:pt x="1589" y="1165"/>
                      </a:lnTo>
                      <a:lnTo>
                        <a:pt x="1589" y="263"/>
                      </a:lnTo>
                      <a:cubicBezTo>
                        <a:pt x="1588" y="251"/>
                        <a:pt x="1588" y="240"/>
                        <a:pt x="1586" y="229"/>
                      </a:cubicBezTo>
                      <a:cubicBezTo>
                        <a:pt x="1568" y="96"/>
                        <a:pt x="1460" y="1"/>
                        <a:pt x="13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2"/>
                <p:cNvSpPr/>
                <p:nvPr/>
              </p:nvSpPr>
              <p:spPr>
                <a:xfrm>
                  <a:off x="-2707800" y="2387075"/>
                  <a:ext cx="323425" cy="229100"/>
                </a:xfrm>
                <a:custGeom>
                  <a:rect b="b" l="l" r="r" t="t"/>
                  <a:pathLst>
                    <a:path extrusionOk="0" h="9164" w="12937">
                      <a:moveTo>
                        <a:pt x="792" y="1"/>
                      </a:moveTo>
                      <a:cubicBezTo>
                        <a:pt x="355" y="1"/>
                        <a:pt x="1" y="356"/>
                        <a:pt x="1" y="791"/>
                      </a:cubicBezTo>
                      <a:lnTo>
                        <a:pt x="1" y="8373"/>
                      </a:lnTo>
                      <a:cubicBezTo>
                        <a:pt x="1" y="8810"/>
                        <a:pt x="356" y="9164"/>
                        <a:pt x="792" y="9164"/>
                      </a:cubicBezTo>
                      <a:lnTo>
                        <a:pt x="12146" y="9164"/>
                      </a:lnTo>
                      <a:cubicBezTo>
                        <a:pt x="12583" y="9164"/>
                        <a:pt x="12936" y="8809"/>
                        <a:pt x="12937" y="8373"/>
                      </a:cubicBezTo>
                      <a:lnTo>
                        <a:pt x="12937" y="791"/>
                      </a:lnTo>
                      <a:cubicBezTo>
                        <a:pt x="12937" y="355"/>
                        <a:pt x="12583" y="1"/>
                        <a:pt x="121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2"/>
                <p:cNvSpPr/>
                <p:nvPr/>
              </p:nvSpPr>
              <p:spPr>
                <a:xfrm>
                  <a:off x="-2645875" y="2538050"/>
                  <a:ext cx="224800" cy="29075"/>
                </a:xfrm>
                <a:custGeom>
                  <a:rect b="b" l="l" r="r" t="t"/>
                  <a:pathLst>
                    <a:path extrusionOk="0" h="1163" w="8992">
                      <a:moveTo>
                        <a:pt x="141" y="0"/>
                      </a:moveTo>
                      <a:cubicBezTo>
                        <a:pt x="64" y="0"/>
                        <a:pt x="1" y="63"/>
                        <a:pt x="1" y="141"/>
                      </a:cubicBezTo>
                      <a:lnTo>
                        <a:pt x="1" y="1022"/>
                      </a:lnTo>
                      <a:cubicBezTo>
                        <a:pt x="1" y="1099"/>
                        <a:pt x="64" y="1162"/>
                        <a:pt x="141" y="1162"/>
                      </a:cubicBezTo>
                      <a:lnTo>
                        <a:pt x="8851" y="1162"/>
                      </a:lnTo>
                      <a:cubicBezTo>
                        <a:pt x="8928" y="1162"/>
                        <a:pt x="8991" y="1099"/>
                        <a:pt x="8991" y="1022"/>
                      </a:cubicBezTo>
                      <a:lnTo>
                        <a:pt x="8991" y="141"/>
                      </a:lnTo>
                      <a:cubicBezTo>
                        <a:pt x="8991" y="63"/>
                        <a:pt x="8928" y="0"/>
                        <a:pt x="8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2"/>
                <p:cNvSpPr/>
                <p:nvPr/>
              </p:nvSpPr>
              <p:spPr>
                <a:xfrm>
                  <a:off x="-2700050" y="2444600"/>
                  <a:ext cx="307650" cy="165175"/>
                </a:xfrm>
                <a:custGeom>
                  <a:rect b="b" l="l" r="r" t="t"/>
                  <a:pathLst>
                    <a:path extrusionOk="0" h="6607" w="12306">
                      <a:moveTo>
                        <a:pt x="1508" y="0"/>
                      </a:moveTo>
                      <a:lnTo>
                        <a:pt x="1" y="604"/>
                      </a:lnTo>
                      <a:lnTo>
                        <a:pt x="1" y="6137"/>
                      </a:lnTo>
                      <a:cubicBezTo>
                        <a:pt x="1" y="6396"/>
                        <a:pt x="210" y="6606"/>
                        <a:pt x="470" y="6606"/>
                      </a:cubicBezTo>
                      <a:lnTo>
                        <a:pt x="11837" y="6606"/>
                      </a:lnTo>
                      <a:cubicBezTo>
                        <a:pt x="12097" y="6606"/>
                        <a:pt x="12306" y="6396"/>
                        <a:pt x="12306" y="6137"/>
                      </a:cubicBezTo>
                      <a:lnTo>
                        <a:pt x="12306" y="604"/>
                      </a:lnTo>
                      <a:lnTo>
                        <a:pt x="11702" y="0"/>
                      </a:lnTo>
                      <a:lnTo>
                        <a:pt x="11702" y="5772"/>
                      </a:lnTo>
                      <a:lnTo>
                        <a:pt x="11704" y="5772"/>
                      </a:lnTo>
                      <a:cubicBezTo>
                        <a:pt x="11704" y="5899"/>
                        <a:pt x="11601" y="6003"/>
                        <a:pt x="11474" y="6003"/>
                      </a:cubicBezTo>
                      <a:lnTo>
                        <a:pt x="1737" y="6003"/>
                      </a:lnTo>
                      <a:cubicBezTo>
                        <a:pt x="1611" y="6003"/>
                        <a:pt x="1508" y="5899"/>
                        <a:pt x="1508" y="5772"/>
                      </a:cubicBezTo>
                      <a:lnTo>
                        <a:pt x="150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2"/>
                <p:cNvSpPr/>
                <p:nvPr/>
              </p:nvSpPr>
              <p:spPr>
                <a:xfrm>
                  <a:off x="-2687925" y="2582975"/>
                  <a:ext cx="4275" cy="32075"/>
                </a:xfrm>
                <a:custGeom>
                  <a:rect b="b" l="l" r="r" t="t"/>
                  <a:pathLst>
                    <a:path extrusionOk="0" h="1283" w="171">
                      <a:moveTo>
                        <a:pt x="1" y="0"/>
                      </a:moveTo>
                      <a:lnTo>
                        <a:pt x="1" y="1283"/>
                      </a:lnTo>
                      <a:lnTo>
                        <a:pt x="171" y="1283"/>
                      </a:lnTo>
                      <a:lnTo>
                        <a:pt x="171" y="81"/>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2"/>
                <p:cNvSpPr/>
                <p:nvPr/>
              </p:nvSpPr>
              <p:spPr>
                <a:xfrm>
                  <a:off x="-2681550" y="2586050"/>
                  <a:ext cx="3575" cy="29000"/>
                </a:xfrm>
                <a:custGeom>
                  <a:rect b="b" l="l" r="r" t="t"/>
                  <a:pathLst>
                    <a:path extrusionOk="0" h="1160" w="143">
                      <a:moveTo>
                        <a:pt x="0" y="1"/>
                      </a:moveTo>
                      <a:lnTo>
                        <a:pt x="0" y="1160"/>
                      </a:lnTo>
                      <a:lnTo>
                        <a:pt x="143" y="1160"/>
                      </a:lnTo>
                      <a:lnTo>
                        <a:pt x="143" y="80"/>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2"/>
                <p:cNvSpPr/>
                <p:nvPr/>
              </p:nvSpPr>
              <p:spPr>
                <a:xfrm>
                  <a:off x="-2675875" y="2589125"/>
                  <a:ext cx="3575" cy="25925"/>
                </a:xfrm>
                <a:custGeom>
                  <a:rect b="b" l="l" r="r" t="t"/>
                  <a:pathLst>
                    <a:path extrusionOk="0" h="1037" w="143">
                      <a:moveTo>
                        <a:pt x="0" y="1"/>
                      </a:moveTo>
                      <a:lnTo>
                        <a:pt x="0" y="1037"/>
                      </a:lnTo>
                      <a:lnTo>
                        <a:pt x="143" y="1037"/>
                      </a:lnTo>
                      <a:lnTo>
                        <a:pt x="143" y="79"/>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2"/>
                <p:cNvSpPr/>
                <p:nvPr/>
              </p:nvSpPr>
              <p:spPr>
                <a:xfrm>
                  <a:off x="-2700000" y="2395100"/>
                  <a:ext cx="307825" cy="72175"/>
                </a:xfrm>
                <a:custGeom>
                  <a:rect b="b" l="l" r="r" t="t"/>
                  <a:pathLst>
                    <a:path extrusionOk="0" h="2887" w="12313">
                      <a:moveTo>
                        <a:pt x="468" y="0"/>
                      </a:moveTo>
                      <a:cubicBezTo>
                        <a:pt x="208" y="0"/>
                        <a:pt x="1" y="229"/>
                        <a:pt x="1" y="489"/>
                      </a:cubicBezTo>
                      <a:lnTo>
                        <a:pt x="1" y="2584"/>
                      </a:lnTo>
                      <a:lnTo>
                        <a:pt x="484" y="2390"/>
                      </a:lnTo>
                      <a:lnTo>
                        <a:pt x="484" y="2560"/>
                      </a:lnTo>
                      <a:lnTo>
                        <a:pt x="654" y="2639"/>
                      </a:lnTo>
                      <a:lnTo>
                        <a:pt x="654" y="2322"/>
                      </a:lnTo>
                      <a:lnTo>
                        <a:pt x="738" y="2288"/>
                      </a:lnTo>
                      <a:lnTo>
                        <a:pt x="738" y="2684"/>
                      </a:lnTo>
                      <a:lnTo>
                        <a:pt x="881" y="2763"/>
                      </a:lnTo>
                      <a:lnTo>
                        <a:pt x="881" y="2231"/>
                      </a:lnTo>
                      <a:lnTo>
                        <a:pt x="965" y="2198"/>
                      </a:lnTo>
                      <a:lnTo>
                        <a:pt x="965" y="2808"/>
                      </a:lnTo>
                      <a:lnTo>
                        <a:pt x="1108" y="2887"/>
                      </a:lnTo>
                      <a:lnTo>
                        <a:pt x="1108" y="2141"/>
                      </a:lnTo>
                      <a:lnTo>
                        <a:pt x="1505" y="1981"/>
                      </a:lnTo>
                      <a:lnTo>
                        <a:pt x="1505" y="1456"/>
                      </a:lnTo>
                      <a:cubicBezTo>
                        <a:pt x="1505" y="1330"/>
                        <a:pt x="1609" y="1222"/>
                        <a:pt x="1735" y="1222"/>
                      </a:cubicBezTo>
                      <a:lnTo>
                        <a:pt x="11472" y="1222"/>
                      </a:lnTo>
                      <a:cubicBezTo>
                        <a:pt x="11599" y="1222"/>
                        <a:pt x="11688" y="1330"/>
                        <a:pt x="11688" y="1456"/>
                      </a:cubicBezTo>
                      <a:lnTo>
                        <a:pt x="11688" y="1981"/>
                      </a:lnTo>
                      <a:lnTo>
                        <a:pt x="12312" y="2585"/>
                      </a:lnTo>
                      <a:lnTo>
                        <a:pt x="12312" y="490"/>
                      </a:lnTo>
                      <a:cubicBezTo>
                        <a:pt x="12312" y="229"/>
                        <a:pt x="12096" y="0"/>
                        <a:pt x="118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2"/>
                <p:cNvSpPr/>
                <p:nvPr/>
              </p:nvSpPr>
              <p:spPr>
                <a:xfrm>
                  <a:off x="-2667425" y="2422755"/>
                  <a:ext cx="265550" cy="169850"/>
                </a:xfrm>
                <a:custGeom>
                  <a:rect b="b" l="l" r="r" t="t"/>
                  <a:pathLst>
                    <a:path extrusionOk="0" h="6794" w="10622">
                      <a:moveTo>
                        <a:pt x="10163" y="337"/>
                      </a:moveTo>
                      <a:cubicBezTo>
                        <a:pt x="10244" y="337"/>
                        <a:pt x="10308" y="406"/>
                        <a:pt x="10308" y="493"/>
                      </a:cubicBezTo>
                      <a:lnTo>
                        <a:pt x="10308" y="6302"/>
                      </a:lnTo>
                      <a:cubicBezTo>
                        <a:pt x="10308" y="6388"/>
                        <a:pt x="10244" y="6457"/>
                        <a:pt x="10163" y="6457"/>
                      </a:cubicBezTo>
                      <a:lnTo>
                        <a:pt x="460" y="6457"/>
                      </a:lnTo>
                      <a:cubicBezTo>
                        <a:pt x="379" y="6457"/>
                        <a:pt x="315" y="6388"/>
                        <a:pt x="315" y="6302"/>
                      </a:cubicBezTo>
                      <a:lnTo>
                        <a:pt x="315" y="493"/>
                      </a:lnTo>
                      <a:cubicBezTo>
                        <a:pt x="315" y="406"/>
                        <a:pt x="379" y="337"/>
                        <a:pt x="460" y="337"/>
                      </a:cubicBezTo>
                      <a:close/>
                      <a:moveTo>
                        <a:pt x="458" y="0"/>
                      </a:moveTo>
                      <a:cubicBezTo>
                        <a:pt x="205" y="0"/>
                        <a:pt x="0" y="220"/>
                        <a:pt x="0" y="493"/>
                      </a:cubicBezTo>
                      <a:lnTo>
                        <a:pt x="0" y="6302"/>
                      </a:lnTo>
                      <a:cubicBezTo>
                        <a:pt x="0" y="6574"/>
                        <a:pt x="205" y="6794"/>
                        <a:pt x="458" y="6794"/>
                      </a:cubicBezTo>
                      <a:lnTo>
                        <a:pt x="10162" y="6794"/>
                      </a:lnTo>
                      <a:cubicBezTo>
                        <a:pt x="10415" y="6794"/>
                        <a:pt x="10622" y="6572"/>
                        <a:pt x="10621" y="6302"/>
                      </a:cubicBezTo>
                      <a:lnTo>
                        <a:pt x="10621" y="493"/>
                      </a:lnTo>
                      <a:cubicBezTo>
                        <a:pt x="10621" y="220"/>
                        <a:pt x="10415" y="0"/>
                        <a:pt x="10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85" name="Google Shape;3385;p42"/>
                <p:cNvGrpSpPr/>
                <p:nvPr/>
              </p:nvGrpSpPr>
              <p:grpSpPr>
                <a:xfrm rot="-30288">
                  <a:off x="-2658134" y="2392530"/>
                  <a:ext cx="249296" cy="188952"/>
                  <a:chOff x="-2273495" y="2002057"/>
                  <a:chExt cx="332782" cy="252263"/>
                </a:xfrm>
              </p:grpSpPr>
              <p:sp>
                <p:nvSpPr>
                  <p:cNvPr id="3386" name="Google Shape;3386;p42"/>
                  <p:cNvSpPr/>
                  <p:nvPr/>
                </p:nvSpPr>
                <p:spPr>
                  <a:xfrm rot="1176986">
                    <a:off x="-2254782" y="2046919"/>
                    <a:ext cx="295356" cy="162539"/>
                  </a:xfrm>
                  <a:custGeom>
                    <a:rect b="b" l="l" r="r" t="t"/>
                    <a:pathLst>
                      <a:path extrusionOk="0" h="6502" w="11815">
                        <a:moveTo>
                          <a:pt x="10085" y="0"/>
                        </a:moveTo>
                        <a:cubicBezTo>
                          <a:pt x="9955" y="0"/>
                          <a:pt x="9824" y="21"/>
                          <a:pt x="9694" y="66"/>
                        </a:cubicBezTo>
                        <a:lnTo>
                          <a:pt x="962" y="3066"/>
                        </a:lnTo>
                        <a:cubicBezTo>
                          <a:pt x="334" y="3281"/>
                          <a:pt x="1" y="3965"/>
                          <a:pt x="217" y="4593"/>
                        </a:cubicBezTo>
                        <a:lnTo>
                          <a:pt x="594" y="5690"/>
                        </a:lnTo>
                        <a:cubicBezTo>
                          <a:pt x="764" y="6188"/>
                          <a:pt x="1230" y="6501"/>
                          <a:pt x="1729" y="6501"/>
                        </a:cubicBezTo>
                        <a:cubicBezTo>
                          <a:pt x="1859" y="6501"/>
                          <a:pt x="1992" y="6480"/>
                          <a:pt x="2121" y="6435"/>
                        </a:cubicBezTo>
                        <a:lnTo>
                          <a:pt x="10853" y="3435"/>
                        </a:lnTo>
                        <a:cubicBezTo>
                          <a:pt x="11482" y="3220"/>
                          <a:pt x="11815" y="2535"/>
                          <a:pt x="11598" y="1908"/>
                        </a:cubicBezTo>
                        <a:lnTo>
                          <a:pt x="11222" y="811"/>
                        </a:lnTo>
                        <a:cubicBezTo>
                          <a:pt x="11051" y="313"/>
                          <a:pt x="10585" y="0"/>
                          <a:pt x="100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2"/>
                  <p:cNvSpPr/>
                  <p:nvPr/>
                </p:nvSpPr>
                <p:spPr>
                  <a:xfrm rot="1176986">
                    <a:off x="-2157279" y="2104752"/>
                    <a:ext cx="66346" cy="46472"/>
                  </a:xfrm>
                  <a:custGeom>
                    <a:rect b="b" l="l" r="r" t="t"/>
                    <a:pathLst>
                      <a:path extrusionOk="0" h="1859" w="2654">
                        <a:moveTo>
                          <a:pt x="1786" y="1"/>
                        </a:moveTo>
                        <a:cubicBezTo>
                          <a:pt x="1704" y="1"/>
                          <a:pt x="1619" y="14"/>
                          <a:pt x="1536" y="43"/>
                        </a:cubicBezTo>
                        <a:lnTo>
                          <a:pt x="617" y="359"/>
                        </a:lnTo>
                        <a:cubicBezTo>
                          <a:pt x="214" y="497"/>
                          <a:pt x="1" y="936"/>
                          <a:pt x="138" y="1338"/>
                        </a:cubicBezTo>
                        <a:cubicBezTo>
                          <a:pt x="248" y="1658"/>
                          <a:pt x="547" y="1858"/>
                          <a:pt x="868" y="1858"/>
                        </a:cubicBezTo>
                        <a:cubicBezTo>
                          <a:pt x="951" y="1858"/>
                          <a:pt x="1035" y="1845"/>
                          <a:pt x="1117" y="1817"/>
                        </a:cubicBezTo>
                        <a:lnTo>
                          <a:pt x="2037" y="1500"/>
                        </a:lnTo>
                        <a:cubicBezTo>
                          <a:pt x="2439" y="1363"/>
                          <a:pt x="2654" y="924"/>
                          <a:pt x="2516" y="522"/>
                        </a:cubicBezTo>
                        <a:cubicBezTo>
                          <a:pt x="2406" y="202"/>
                          <a:pt x="2107" y="1"/>
                          <a:pt x="1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2"/>
                  <p:cNvSpPr/>
                  <p:nvPr/>
                </p:nvSpPr>
                <p:spPr>
                  <a:xfrm rot="1176986">
                    <a:off x="-2079543" y="2109983"/>
                    <a:ext cx="25498" cy="37298"/>
                  </a:xfrm>
                  <a:custGeom>
                    <a:rect b="b" l="l" r="r" t="t"/>
                    <a:pathLst>
                      <a:path extrusionOk="0" h="1492" w="1020">
                        <a:moveTo>
                          <a:pt x="365" y="0"/>
                        </a:moveTo>
                        <a:cubicBezTo>
                          <a:pt x="330" y="0"/>
                          <a:pt x="294" y="6"/>
                          <a:pt x="259" y="18"/>
                        </a:cubicBezTo>
                        <a:cubicBezTo>
                          <a:pt x="91" y="75"/>
                          <a:pt x="0" y="260"/>
                          <a:pt x="58" y="429"/>
                        </a:cubicBezTo>
                        <a:lnTo>
                          <a:pt x="349" y="1273"/>
                        </a:lnTo>
                        <a:cubicBezTo>
                          <a:pt x="395" y="1407"/>
                          <a:pt x="521" y="1491"/>
                          <a:pt x="655" y="1491"/>
                        </a:cubicBezTo>
                        <a:cubicBezTo>
                          <a:pt x="690" y="1491"/>
                          <a:pt x="725" y="1486"/>
                          <a:pt x="760" y="1474"/>
                        </a:cubicBezTo>
                        <a:cubicBezTo>
                          <a:pt x="929" y="1416"/>
                          <a:pt x="1020" y="1231"/>
                          <a:pt x="961" y="1063"/>
                        </a:cubicBezTo>
                        <a:lnTo>
                          <a:pt x="671" y="219"/>
                        </a:lnTo>
                        <a:cubicBezTo>
                          <a:pt x="625" y="84"/>
                          <a:pt x="500"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2"/>
                  <p:cNvSpPr/>
                  <p:nvPr/>
                </p:nvSpPr>
                <p:spPr>
                  <a:xfrm rot="1176986">
                    <a:off x="-2240196" y="2097709"/>
                    <a:ext cx="63896" cy="58221"/>
                  </a:xfrm>
                  <a:custGeom>
                    <a:rect b="b" l="l" r="r" t="t"/>
                    <a:pathLst>
                      <a:path extrusionOk="0" h="2329" w="2556">
                        <a:moveTo>
                          <a:pt x="1278" y="1"/>
                        </a:moveTo>
                        <a:cubicBezTo>
                          <a:pt x="980" y="1"/>
                          <a:pt x="683" y="114"/>
                          <a:pt x="456" y="341"/>
                        </a:cubicBezTo>
                        <a:cubicBezTo>
                          <a:pt x="0" y="796"/>
                          <a:pt x="0" y="1532"/>
                          <a:pt x="456" y="1988"/>
                        </a:cubicBezTo>
                        <a:cubicBezTo>
                          <a:pt x="683" y="2215"/>
                          <a:pt x="980" y="2328"/>
                          <a:pt x="1278" y="2328"/>
                        </a:cubicBezTo>
                        <a:cubicBezTo>
                          <a:pt x="1576" y="2328"/>
                          <a:pt x="1874" y="2215"/>
                          <a:pt x="2101" y="1988"/>
                        </a:cubicBezTo>
                        <a:cubicBezTo>
                          <a:pt x="2556" y="1532"/>
                          <a:pt x="2556"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2"/>
                  <p:cNvSpPr/>
                  <p:nvPr/>
                </p:nvSpPr>
                <p:spPr>
                  <a:xfrm rot="1176986">
                    <a:off x="-2220723" y="2114887"/>
                    <a:ext cx="26098" cy="24223"/>
                  </a:xfrm>
                  <a:custGeom>
                    <a:rect b="b" l="l" r="r" t="t"/>
                    <a:pathLst>
                      <a:path extrusionOk="0" h="969" w="1044">
                        <a:moveTo>
                          <a:pt x="501" y="1"/>
                        </a:moveTo>
                        <a:cubicBezTo>
                          <a:pt x="449" y="1"/>
                          <a:pt x="395" y="10"/>
                          <a:pt x="343" y="29"/>
                        </a:cubicBezTo>
                        <a:cubicBezTo>
                          <a:pt x="221" y="71"/>
                          <a:pt x="123" y="158"/>
                          <a:pt x="67" y="273"/>
                        </a:cubicBezTo>
                        <a:cubicBezTo>
                          <a:pt x="10" y="390"/>
                          <a:pt x="1" y="520"/>
                          <a:pt x="43" y="643"/>
                        </a:cubicBezTo>
                        <a:cubicBezTo>
                          <a:pt x="110" y="837"/>
                          <a:pt x="294" y="969"/>
                          <a:pt x="500" y="969"/>
                        </a:cubicBezTo>
                        <a:cubicBezTo>
                          <a:pt x="553" y="969"/>
                          <a:pt x="605" y="960"/>
                          <a:pt x="657" y="942"/>
                        </a:cubicBezTo>
                        <a:cubicBezTo>
                          <a:pt x="910" y="855"/>
                          <a:pt x="1044" y="579"/>
                          <a:pt x="957" y="327"/>
                        </a:cubicBezTo>
                        <a:cubicBezTo>
                          <a:pt x="890" y="133"/>
                          <a:pt x="708" y="1"/>
                          <a:pt x="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2"/>
                  <p:cNvSpPr/>
                  <p:nvPr/>
                </p:nvSpPr>
                <p:spPr>
                  <a:xfrm rot="1176986">
                    <a:off x="-2038830" y="2100022"/>
                    <a:ext cx="63871" cy="58196"/>
                  </a:xfrm>
                  <a:custGeom>
                    <a:rect b="b" l="l" r="r" t="t"/>
                    <a:pathLst>
                      <a:path extrusionOk="0" h="2328" w="2555">
                        <a:moveTo>
                          <a:pt x="1278" y="1"/>
                        </a:moveTo>
                        <a:cubicBezTo>
                          <a:pt x="980" y="1"/>
                          <a:pt x="682" y="114"/>
                          <a:pt x="455" y="341"/>
                        </a:cubicBezTo>
                        <a:cubicBezTo>
                          <a:pt x="1" y="796"/>
                          <a:pt x="1" y="1533"/>
                          <a:pt x="455" y="1987"/>
                        </a:cubicBezTo>
                        <a:cubicBezTo>
                          <a:pt x="682" y="2214"/>
                          <a:pt x="980" y="2328"/>
                          <a:pt x="1278" y="2328"/>
                        </a:cubicBezTo>
                        <a:cubicBezTo>
                          <a:pt x="1576" y="2328"/>
                          <a:pt x="1874" y="2214"/>
                          <a:pt x="2101" y="1987"/>
                        </a:cubicBezTo>
                        <a:cubicBezTo>
                          <a:pt x="2555" y="1533"/>
                          <a:pt x="2555"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2"/>
                  <p:cNvSpPr/>
                  <p:nvPr/>
                </p:nvSpPr>
                <p:spPr>
                  <a:xfrm rot="1176986">
                    <a:off x="-2020432" y="2117028"/>
                    <a:ext cx="27248" cy="24223"/>
                  </a:xfrm>
                  <a:custGeom>
                    <a:rect b="b" l="l" r="r" t="t"/>
                    <a:pathLst>
                      <a:path extrusionOk="0" h="969" w="1090">
                        <a:moveTo>
                          <a:pt x="544" y="1"/>
                        </a:moveTo>
                        <a:cubicBezTo>
                          <a:pt x="492" y="1"/>
                          <a:pt x="439" y="10"/>
                          <a:pt x="387" y="28"/>
                        </a:cubicBezTo>
                        <a:cubicBezTo>
                          <a:pt x="135" y="114"/>
                          <a:pt x="0" y="391"/>
                          <a:pt x="86" y="642"/>
                        </a:cubicBezTo>
                        <a:cubicBezTo>
                          <a:pt x="153" y="837"/>
                          <a:pt x="337" y="969"/>
                          <a:pt x="543" y="969"/>
                        </a:cubicBezTo>
                        <a:cubicBezTo>
                          <a:pt x="597" y="969"/>
                          <a:pt x="651" y="960"/>
                          <a:pt x="702" y="941"/>
                        </a:cubicBezTo>
                        <a:cubicBezTo>
                          <a:pt x="955" y="854"/>
                          <a:pt x="1089" y="579"/>
                          <a:pt x="1002" y="327"/>
                        </a:cubicBezTo>
                        <a:cubicBezTo>
                          <a:pt x="935" y="132"/>
                          <a:pt x="751" y="1"/>
                          <a:pt x="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393" name="Google Shape;3393;p42"/>
            <p:cNvGrpSpPr/>
            <p:nvPr/>
          </p:nvGrpSpPr>
          <p:grpSpPr>
            <a:xfrm>
              <a:off x="291567" y="3656997"/>
              <a:ext cx="370592" cy="370700"/>
              <a:chOff x="5038846" y="235350"/>
              <a:chExt cx="158691" cy="158738"/>
            </a:xfrm>
          </p:grpSpPr>
          <p:sp>
            <p:nvSpPr>
              <p:cNvPr id="3394" name="Google Shape;3394;p42"/>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2"/>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6" name="Google Shape;3396;p42"/>
            <p:cNvGrpSpPr/>
            <p:nvPr/>
          </p:nvGrpSpPr>
          <p:grpSpPr>
            <a:xfrm>
              <a:off x="8612440" y="1858772"/>
              <a:ext cx="261189" cy="248344"/>
              <a:chOff x="5164484" y="526738"/>
              <a:chExt cx="133266" cy="126713"/>
            </a:xfrm>
          </p:grpSpPr>
          <p:sp>
            <p:nvSpPr>
              <p:cNvPr id="3397" name="Google Shape;3397;p42"/>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2"/>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399" name="Shape 3399"/>
        <p:cNvGrpSpPr/>
        <p:nvPr/>
      </p:nvGrpSpPr>
      <p:grpSpPr>
        <a:xfrm>
          <a:off x="0" y="0"/>
          <a:ext cx="0" cy="0"/>
          <a:chOff x="0" y="0"/>
          <a:chExt cx="0" cy="0"/>
        </a:xfrm>
      </p:grpSpPr>
      <p:sp>
        <p:nvSpPr>
          <p:cNvPr id="3400" name="Google Shape;3400;p43"/>
          <p:cNvSpPr txBox="1"/>
          <p:nvPr>
            <p:ph type="title"/>
          </p:nvPr>
        </p:nvSpPr>
        <p:spPr>
          <a:xfrm>
            <a:off x="2135550" y="1769100"/>
            <a:ext cx="4872900" cy="14607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sz="96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p:txBody>
      </p:sp>
      <p:sp>
        <p:nvSpPr>
          <p:cNvPr id="3401" name="Google Shape;3401;p43"/>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3402" name="Google Shape;3402;p43"/>
          <p:cNvGrpSpPr/>
          <p:nvPr/>
        </p:nvGrpSpPr>
        <p:grpSpPr>
          <a:xfrm>
            <a:off x="172598" y="6"/>
            <a:ext cx="8926160" cy="5009413"/>
            <a:chOff x="172598" y="6"/>
            <a:chExt cx="8926160" cy="5009413"/>
          </a:xfrm>
        </p:grpSpPr>
        <p:grpSp>
          <p:nvGrpSpPr>
            <p:cNvPr id="3403" name="Google Shape;3403;p43"/>
            <p:cNvGrpSpPr/>
            <p:nvPr/>
          </p:nvGrpSpPr>
          <p:grpSpPr>
            <a:xfrm rot="-558244">
              <a:off x="7576704" y="106903"/>
              <a:ext cx="1427255" cy="1288870"/>
              <a:chOff x="1288334" y="649138"/>
              <a:chExt cx="511300" cy="461725"/>
            </a:xfrm>
          </p:grpSpPr>
          <p:sp>
            <p:nvSpPr>
              <p:cNvPr id="3404" name="Google Shape;3404;p43"/>
              <p:cNvSpPr/>
              <p:nvPr/>
            </p:nvSpPr>
            <p:spPr>
              <a:xfrm>
                <a:off x="1288334" y="649575"/>
                <a:ext cx="511300" cy="457500"/>
              </a:xfrm>
              <a:custGeom>
                <a:rect b="b" l="l" r="r" t="t"/>
                <a:pathLst>
                  <a:path extrusionOk="0" h="18300" w="20452">
                    <a:moveTo>
                      <a:pt x="10584" y="1"/>
                    </a:moveTo>
                    <a:cubicBezTo>
                      <a:pt x="8686" y="1"/>
                      <a:pt x="6787" y="1083"/>
                      <a:pt x="6305" y="3244"/>
                    </a:cubicBezTo>
                    <a:cubicBezTo>
                      <a:pt x="6179" y="3722"/>
                      <a:pt x="6156" y="4251"/>
                      <a:pt x="6167" y="4748"/>
                    </a:cubicBezTo>
                    <a:cubicBezTo>
                      <a:pt x="6042" y="4740"/>
                      <a:pt x="5919" y="4737"/>
                      <a:pt x="5800" y="4737"/>
                    </a:cubicBezTo>
                    <a:cubicBezTo>
                      <a:pt x="1" y="4737"/>
                      <a:pt x="2" y="13593"/>
                      <a:pt x="5801" y="13593"/>
                    </a:cubicBezTo>
                    <a:cubicBezTo>
                      <a:pt x="5920" y="13593"/>
                      <a:pt x="6042" y="13590"/>
                      <a:pt x="6167" y="13582"/>
                    </a:cubicBezTo>
                    <a:lnTo>
                      <a:pt x="6167" y="13582"/>
                    </a:lnTo>
                    <a:cubicBezTo>
                      <a:pt x="5974" y="16727"/>
                      <a:pt x="8278" y="18299"/>
                      <a:pt x="10583" y="18299"/>
                    </a:cubicBezTo>
                    <a:cubicBezTo>
                      <a:pt x="12887" y="18299"/>
                      <a:pt x="15191" y="16727"/>
                      <a:pt x="14998" y="13582"/>
                    </a:cubicBezTo>
                    <a:lnTo>
                      <a:pt x="14998" y="13582"/>
                    </a:lnTo>
                    <a:cubicBezTo>
                      <a:pt x="15072" y="13584"/>
                      <a:pt x="15146" y="13585"/>
                      <a:pt x="15220" y="13585"/>
                    </a:cubicBezTo>
                    <a:cubicBezTo>
                      <a:pt x="15650" y="13585"/>
                      <a:pt x="16093" y="13553"/>
                      <a:pt x="16502" y="13444"/>
                    </a:cubicBezTo>
                    <a:cubicBezTo>
                      <a:pt x="18936" y="12872"/>
                      <a:pt x="20451" y="10063"/>
                      <a:pt x="19570" y="7720"/>
                    </a:cubicBezTo>
                    <a:cubicBezTo>
                      <a:pt x="18978" y="5917"/>
                      <a:pt x="17197" y="4735"/>
                      <a:pt x="15332" y="4735"/>
                    </a:cubicBezTo>
                    <a:cubicBezTo>
                      <a:pt x="15221" y="4735"/>
                      <a:pt x="15109" y="4739"/>
                      <a:pt x="14997" y="4748"/>
                    </a:cubicBezTo>
                    <a:cubicBezTo>
                      <a:pt x="15006" y="4250"/>
                      <a:pt x="14987" y="3723"/>
                      <a:pt x="14859" y="3244"/>
                    </a:cubicBezTo>
                    <a:cubicBezTo>
                      <a:pt x="14377" y="1081"/>
                      <a:pt x="12481" y="1"/>
                      <a:pt x="10584"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3"/>
              <p:cNvSpPr/>
              <p:nvPr/>
            </p:nvSpPr>
            <p:spPr>
              <a:xfrm>
                <a:off x="1323400" y="649138"/>
                <a:ext cx="461700" cy="461725"/>
              </a:xfrm>
              <a:custGeom>
                <a:rect b="b" l="l" r="r" t="t"/>
                <a:pathLst>
                  <a:path extrusionOk="0" h="18469" w="18468">
                    <a:moveTo>
                      <a:pt x="9234" y="0"/>
                    </a:moveTo>
                    <a:cubicBezTo>
                      <a:pt x="8924" y="0"/>
                      <a:pt x="8620" y="33"/>
                      <a:pt x="8324" y="91"/>
                    </a:cubicBezTo>
                    <a:cubicBezTo>
                      <a:pt x="7469" y="274"/>
                      <a:pt x="6707" y="698"/>
                      <a:pt x="6110" y="1293"/>
                    </a:cubicBezTo>
                    <a:cubicBezTo>
                      <a:pt x="6002" y="1401"/>
                      <a:pt x="5902" y="1514"/>
                      <a:pt x="5806" y="1632"/>
                    </a:cubicBezTo>
                    <a:cubicBezTo>
                      <a:pt x="5552" y="1946"/>
                      <a:pt x="5339" y="2292"/>
                      <a:pt x="5176" y="2668"/>
                    </a:cubicBezTo>
                    <a:cubicBezTo>
                      <a:pt x="5130" y="2779"/>
                      <a:pt x="5087" y="2890"/>
                      <a:pt x="5050" y="3004"/>
                    </a:cubicBezTo>
                    <a:cubicBezTo>
                      <a:pt x="5013" y="3105"/>
                      <a:pt x="4982" y="3210"/>
                      <a:pt x="4954" y="3314"/>
                    </a:cubicBezTo>
                    <a:lnTo>
                      <a:pt x="4954" y="3316"/>
                    </a:lnTo>
                    <a:cubicBezTo>
                      <a:pt x="4896" y="3550"/>
                      <a:pt x="4853" y="3793"/>
                      <a:pt x="4834" y="4042"/>
                    </a:cubicBezTo>
                    <a:cubicBezTo>
                      <a:pt x="4823" y="4166"/>
                      <a:pt x="4817" y="4290"/>
                      <a:pt x="4817" y="4417"/>
                    </a:cubicBezTo>
                    <a:lnTo>
                      <a:pt x="4817" y="4817"/>
                    </a:lnTo>
                    <a:lnTo>
                      <a:pt x="4417" y="4817"/>
                    </a:lnTo>
                    <a:cubicBezTo>
                      <a:pt x="4188" y="4817"/>
                      <a:pt x="3961" y="4835"/>
                      <a:pt x="3744" y="4872"/>
                    </a:cubicBezTo>
                    <a:cubicBezTo>
                      <a:pt x="3596" y="4890"/>
                      <a:pt x="3452" y="4918"/>
                      <a:pt x="3310" y="4955"/>
                    </a:cubicBezTo>
                    <a:cubicBezTo>
                      <a:pt x="3305" y="4959"/>
                      <a:pt x="3298" y="4959"/>
                      <a:pt x="3292" y="4961"/>
                    </a:cubicBezTo>
                    <a:lnTo>
                      <a:pt x="3290" y="4961"/>
                    </a:lnTo>
                    <a:cubicBezTo>
                      <a:pt x="2853" y="5076"/>
                      <a:pt x="2444" y="5256"/>
                      <a:pt x="2069" y="5497"/>
                    </a:cubicBezTo>
                    <a:cubicBezTo>
                      <a:pt x="1984" y="5548"/>
                      <a:pt x="1897" y="5607"/>
                      <a:pt x="1817" y="5666"/>
                    </a:cubicBezTo>
                    <a:cubicBezTo>
                      <a:pt x="1753" y="5712"/>
                      <a:pt x="1692" y="5761"/>
                      <a:pt x="1630" y="5811"/>
                    </a:cubicBezTo>
                    <a:cubicBezTo>
                      <a:pt x="861" y="6437"/>
                      <a:pt x="305" y="7315"/>
                      <a:pt x="97" y="8324"/>
                    </a:cubicBezTo>
                    <a:cubicBezTo>
                      <a:pt x="35" y="8615"/>
                      <a:pt x="1" y="8923"/>
                      <a:pt x="1" y="9234"/>
                    </a:cubicBezTo>
                    <a:cubicBezTo>
                      <a:pt x="1" y="9543"/>
                      <a:pt x="35" y="9852"/>
                      <a:pt x="97" y="10143"/>
                    </a:cubicBezTo>
                    <a:cubicBezTo>
                      <a:pt x="274" y="10998"/>
                      <a:pt x="701" y="11763"/>
                      <a:pt x="1295" y="12356"/>
                    </a:cubicBezTo>
                    <a:cubicBezTo>
                      <a:pt x="1403" y="12465"/>
                      <a:pt x="1513" y="12563"/>
                      <a:pt x="1630" y="12659"/>
                    </a:cubicBezTo>
                    <a:cubicBezTo>
                      <a:pt x="1701" y="12717"/>
                      <a:pt x="1775" y="12772"/>
                      <a:pt x="1852" y="12828"/>
                    </a:cubicBezTo>
                    <a:cubicBezTo>
                      <a:pt x="1981" y="12921"/>
                      <a:pt x="2114" y="13006"/>
                      <a:pt x="2252" y="13083"/>
                    </a:cubicBezTo>
                    <a:cubicBezTo>
                      <a:pt x="2579" y="13268"/>
                      <a:pt x="2929" y="13412"/>
                      <a:pt x="3301" y="13510"/>
                    </a:cubicBezTo>
                    <a:cubicBezTo>
                      <a:pt x="3305" y="13510"/>
                      <a:pt x="3311" y="13512"/>
                      <a:pt x="3313" y="13512"/>
                    </a:cubicBezTo>
                    <a:lnTo>
                      <a:pt x="3316" y="13512"/>
                    </a:lnTo>
                    <a:cubicBezTo>
                      <a:pt x="3458" y="13551"/>
                      <a:pt x="3602" y="13577"/>
                      <a:pt x="3750" y="13599"/>
                    </a:cubicBezTo>
                    <a:cubicBezTo>
                      <a:pt x="3968" y="13634"/>
                      <a:pt x="4193" y="13652"/>
                      <a:pt x="4420" y="13652"/>
                    </a:cubicBezTo>
                    <a:lnTo>
                      <a:pt x="4819" y="13652"/>
                    </a:lnTo>
                    <a:lnTo>
                      <a:pt x="4819" y="14052"/>
                    </a:lnTo>
                    <a:cubicBezTo>
                      <a:pt x="4819" y="14105"/>
                      <a:pt x="4819" y="14154"/>
                      <a:pt x="4825" y="14203"/>
                    </a:cubicBezTo>
                    <a:cubicBezTo>
                      <a:pt x="4825" y="14336"/>
                      <a:pt x="4838" y="14465"/>
                      <a:pt x="4853" y="14594"/>
                    </a:cubicBezTo>
                    <a:cubicBezTo>
                      <a:pt x="4875" y="14785"/>
                      <a:pt x="4911" y="14972"/>
                      <a:pt x="4957" y="15156"/>
                    </a:cubicBezTo>
                    <a:cubicBezTo>
                      <a:pt x="5119" y="15780"/>
                      <a:pt x="5412" y="16352"/>
                      <a:pt x="5809" y="16837"/>
                    </a:cubicBezTo>
                    <a:cubicBezTo>
                      <a:pt x="6435" y="17608"/>
                      <a:pt x="7316" y="18166"/>
                      <a:pt x="8326" y="18377"/>
                    </a:cubicBezTo>
                    <a:cubicBezTo>
                      <a:pt x="8620" y="18435"/>
                      <a:pt x="8925" y="18469"/>
                      <a:pt x="9235" y="18469"/>
                    </a:cubicBezTo>
                    <a:cubicBezTo>
                      <a:pt x="9545" y="18469"/>
                      <a:pt x="9849" y="18435"/>
                      <a:pt x="10144" y="18377"/>
                    </a:cubicBezTo>
                    <a:cubicBezTo>
                      <a:pt x="10995" y="18196"/>
                      <a:pt x="11758" y="17771"/>
                      <a:pt x="12354" y="17175"/>
                    </a:cubicBezTo>
                    <a:cubicBezTo>
                      <a:pt x="12462" y="17068"/>
                      <a:pt x="12563" y="16954"/>
                      <a:pt x="12658" y="16837"/>
                    </a:cubicBezTo>
                    <a:cubicBezTo>
                      <a:pt x="13054" y="16352"/>
                      <a:pt x="13347" y="15781"/>
                      <a:pt x="13509" y="15156"/>
                    </a:cubicBezTo>
                    <a:cubicBezTo>
                      <a:pt x="13554" y="14981"/>
                      <a:pt x="13590" y="14800"/>
                      <a:pt x="13612" y="14619"/>
                    </a:cubicBezTo>
                    <a:cubicBezTo>
                      <a:pt x="13632" y="14461"/>
                      <a:pt x="13646" y="14305"/>
                      <a:pt x="13646" y="14145"/>
                    </a:cubicBezTo>
                    <a:cubicBezTo>
                      <a:pt x="13648" y="14115"/>
                      <a:pt x="13648" y="14084"/>
                      <a:pt x="13648" y="14053"/>
                    </a:cubicBezTo>
                    <a:lnTo>
                      <a:pt x="13648" y="13654"/>
                    </a:lnTo>
                    <a:lnTo>
                      <a:pt x="14050" y="13654"/>
                    </a:lnTo>
                    <a:cubicBezTo>
                      <a:pt x="14333" y="13654"/>
                      <a:pt x="14609" y="13626"/>
                      <a:pt x="14880" y="13573"/>
                    </a:cubicBezTo>
                    <a:cubicBezTo>
                      <a:pt x="14972" y="13558"/>
                      <a:pt x="15065" y="13537"/>
                      <a:pt x="15153" y="13515"/>
                    </a:cubicBezTo>
                    <a:cubicBezTo>
                      <a:pt x="15200" y="13502"/>
                      <a:pt x="15245" y="13491"/>
                      <a:pt x="15292" y="13475"/>
                    </a:cubicBezTo>
                    <a:cubicBezTo>
                      <a:pt x="15676" y="13365"/>
                      <a:pt x="16036" y="13202"/>
                      <a:pt x="16367" y="12995"/>
                    </a:cubicBezTo>
                    <a:cubicBezTo>
                      <a:pt x="16505" y="12913"/>
                      <a:pt x="16638" y="12820"/>
                      <a:pt x="16760" y="12722"/>
                    </a:cubicBezTo>
                    <a:cubicBezTo>
                      <a:pt x="16789" y="12704"/>
                      <a:pt x="16814" y="12686"/>
                      <a:pt x="16838" y="12664"/>
                    </a:cubicBezTo>
                    <a:cubicBezTo>
                      <a:pt x="17409" y="12194"/>
                      <a:pt x="17864" y="11589"/>
                      <a:pt x="18147" y="10894"/>
                    </a:cubicBezTo>
                    <a:lnTo>
                      <a:pt x="18147" y="10892"/>
                    </a:lnTo>
                    <a:lnTo>
                      <a:pt x="18249" y="10603"/>
                    </a:lnTo>
                    <a:lnTo>
                      <a:pt x="18249" y="10600"/>
                    </a:lnTo>
                    <a:cubicBezTo>
                      <a:pt x="18298" y="10453"/>
                      <a:pt x="18341" y="10302"/>
                      <a:pt x="18372" y="10149"/>
                    </a:cubicBezTo>
                    <a:cubicBezTo>
                      <a:pt x="18434" y="9857"/>
                      <a:pt x="18467" y="9550"/>
                      <a:pt x="18467" y="9239"/>
                    </a:cubicBezTo>
                    <a:cubicBezTo>
                      <a:pt x="18467" y="8928"/>
                      <a:pt x="18434" y="8622"/>
                      <a:pt x="18370" y="8321"/>
                    </a:cubicBezTo>
                    <a:cubicBezTo>
                      <a:pt x="18346" y="8211"/>
                      <a:pt x="18322" y="8100"/>
                      <a:pt x="18291" y="7993"/>
                    </a:cubicBezTo>
                    <a:lnTo>
                      <a:pt x="18291" y="7986"/>
                    </a:lnTo>
                    <a:lnTo>
                      <a:pt x="18224" y="7790"/>
                    </a:lnTo>
                    <a:cubicBezTo>
                      <a:pt x="18224" y="7788"/>
                      <a:pt x="18224" y="7788"/>
                      <a:pt x="18220" y="7788"/>
                    </a:cubicBezTo>
                    <a:cubicBezTo>
                      <a:pt x="18002" y="7148"/>
                      <a:pt x="17639" y="6576"/>
                      <a:pt x="17172" y="6110"/>
                    </a:cubicBezTo>
                    <a:cubicBezTo>
                      <a:pt x="17064" y="6001"/>
                      <a:pt x="16954" y="5903"/>
                      <a:pt x="16837" y="5805"/>
                    </a:cubicBezTo>
                    <a:cubicBezTo>
                      <a:pt x="16825" y="5796"/>
                      <a:pt x="16816" y="5787"/>
                      <a:pt x="16804" y="5781"/>
                    </a:cubicBezTo>
                    <a:cubicBezTo>
                      <a:pt x="16690" y="5689"/>
                      <a:pt x="16569" y="5602"/>
                      <a:pt x="16448" y="5523"/>
                    </a:cubicBezTo>
                    <a:cubicBezTo>
                      <a:pt x="16120" y="5313"/>
                      <a:pt x="15764" y="5145"/>
                      <a:pt x="15387" y="5022"/>
                    </a:cubicBezTo>
                    <a:cubicBezTo>
                      <a:pt x="15310" y="4997"/>
                      <a:pt x="15233" y="4977"/>
                      <a:pt x="15153" y="4955"/>
                    </a:cubicBezTo>
                    <a:cubicBezTo>
                      <a:pt x="15077" y="4935"/>
                      <a:pt x="14998" y="4918"/>
                      <a:pt x="14917" y="4902"/>
                    </a:cubicBezTo>
                    <a:cubicBezTo>
                      <a:pt x="14637" y="4847"/>
                      <a:pt x="14348" y="4816"/>
                      <a:pt x="14050" y="4816"/>
                    </a:cubicBezTo>
                    <a:lnTo>
                      <a:pt x="13648" y="4816"/>
                    </a:lnTo>
                    <a:lnTo>
                      <a:pt x="13648" y="4415"/>
                    </a:lnTo>
                    <a:cubicBezTo>
                      <a:pt x="13648" y="4280"/>
                      <a:pt x="13642" y="4145"/>
                      <a:pt x="13626" y="4013"/>
                    </a:cubicBezTo>
                    <a:cubicBezTo>
                      <a:pt x="13606" y="3773"/>
                      <a:pt x="13566" y="3540"/>
                      <a:pt x="13508" y="3315"/>
                    </a:cubicBezTo>
                    <a:lnTo>
                      <a:pt x="13508" y="3313"/>
                    </a:lnTo>
                    <a:cubicBezTo>
                      <a:pt x="13346" y="2690"/>
                      <a:pt x="13053" y="2117"/>
                      <a:pt x="12657" y="1632"/>
                    </a:cubicBezTo>
                    <a:cubicBezTo>
                      <a:pt x="12033" y="860"/>
                      <a:pt x="11151" y="303"/>
                      <a:pt x="10143" y="91"/>
                    </a:cubicBezTo>
                    <a:cubicBezTo>
                      <a:pt x="9849" y="33"/>
                      <a:pt x="9543" y="0"/>
                      <a:pt x="9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3"/>
              <p:cNvSpPr/>
              <p:nvPr/>
            </p:nvSpPr>
            <p:spPr>
              <a:xfrm>
                <a:off x="1731350" y="787313"/>
                <a:ext cx="12175" cy="11600"/>
              </a:xfrm>
              <a:custGeom>
                <a:rect b="b" l="l" r="r" t="t"/>
                <a:pathLst>
                  <a:path extrusionOk="0" h="464" w="487">
                    <a:moveTo>
                      <a:pt x="130" y="1"/>
                    </a:moveTo>
                    <a:cubicBezTo>
                      <a:pt x="53" y="41"/>
                      <a:pt x="1" y="125"/>
                      <a:pt x="1" y="216"/>
                    </a:cubicBezTo>
                    <a:cubicBezTo>
                      <a:pt x="1" y="352"/>
                      <a:pt x="111" y="463"/>
                      <a:pt x="246" y="463"/>
                    </a:cubicBezTo>
                    <a:cubicBezTo>
                      <a:pt x="369" y="463"/>
                      <a:pt x="468" y="373"/>
                      <a:pt x="487" y="260"/>
                    </a:cubicBezTo>
                    <a:cubicBezTo>
                      <a:pt x="373" y="169"/>
                      <a:pt x="253" y="82"/>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3"/>
              <p:cNvSpPr/>
              <p:nvPr/>
            </p:nvSpPr>
            <p:spPr>
              <a:xfrm>
                <a:off x="1731375" y="823613"/>
                <a:ext cx="12325" cy="12375"/>
              </a:xfrm>
              <a:custGeom>
                <a:rect b="b" l="l" r="r" t="t"/>
                <a:pathLst>
                  <a:path extrusionOk="0" h="495" w="493">
                    <a:moveTo>
                      <a:pt x="247" y="1"/>
                    </a:moveTo>
                    <a:cubicBezTo>
                      <a:pt x="111" y="1"/>
                      <a:pt x="1" y="111"/>
                      <a:pt x="1" y="247"/>
                    </a:cubicBezTo>
                    <a:cubicBezTo>
                      <a:pt x="1" y="384"/>
                      <a:pt x="111" y="494"/>
                      <a:pt x="247" y="494"/>
                    </a:cubicBezTo>
                    <a:cubicBezTo>
                      <a:pt x="382" y="494"/>
                      <a:pt x="493" y="384"/>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3"/>
              <p:cNvSpPr/>
              <p:nvPr/>
            </p:nvSpPr>
            <p:spPr>
              <a:xfrm>
                <a:off x="1731375" y="860688"/>
                <a:ext cx="12325" cy="12350"/>
              </a:xfrm>
              <a:custGeom>
                <a:rect b="b" l="l" r="r" t="t"/>
                <a:pathLst>
                  <a:path extrusionOk="0" h="494" w="493">
                    <a:moveTo>
                      <a:pt x="247" y="1"/>
                    </a:moveTo>
                    <a:cubicBezTo>
                      <a:pt x="111" y="1"/>
                      <a:pt x="1" y="111"/>
                      <a:pt x="1" y="247"/>
                    </a:cubicBezTo>
                    <a:cubicBezTo>
                      <a:pt x="1" y="383"/>
                      <a:pt x="111" y="493"/>
                      <a:pt x="247" y="493"/>
                    </a:cubicBezTo>
                    <a:cubicBezTo>
                      <a:pt x="382" y="493"/>
                      <a:pt x="493" y="383"/>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3"/>
              <p:cNvSpPr/>
              <p:nvPr/>
            </p:nvSpPr>
            <p:spPr>
              <a:xfrm>
                <a:off x="1768375" y="842138"/>
                <a:ext cx="12325" cy="12425"/>
              </a:xfrm>
              <a:custGeom>
                <a:rect b="b" l="l" r="r" t="t"/>
                <a:pathLst>
                  <a:path extrusionOk="0" h="497" w="493">
                    <a:moveTo>
                      <a:pt x="246" y="1"/>
                    </a:moveTo>
                    <a:cubicBezTo>
                      <a:pt x="111" y="1"/>
                      <a:pt x="0" y="112"/>
                      <a:pt x="0" y="247"/>
                    </a:cubicBezTo>
                    <a:cubicBezTo>
                      <a:pt x="0" y="386"/>
                      <a:pt x="111" y="496"/>
                      <a:pt x="246" y="496"/>
                    </a:cubicBezTo>
                    <a:cubicBezTo>
                      <a:pt x="373" y="496"/>
                      <a:pt x="477" y="403"/>
                      <a:pt x="493" y="280"/>
                    </a:cubicBezTo>
                    <a:lnTo>
                      <a:pt x="493" y="274"/>
                    </a:lnTo>
                    <a:lnTo>
                      <a:pt x="425" y="77"/>
                    </a:lnTo>
                    <a:cubicBezTo>
                      <a:pt x="425" y="74"/>
                      <a:pt x="425" y="74"/>
                      <a:pt x="421" y="74"/>
                    </a:cubicBezTo>
                    <a:cubicBezTo>
                      <a:pt x="378" y="28"/>
                      <a:pt x="317"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3"/>
              <p:cNvSpPr/>
              <p:nvPr/>
            </p:nvSpPr>
            <p:spPr>
              <a:xfrm>
                <a:off x="1768400" y="879188"/>
                <a:ext cx="12325" cy="12350"/>
              </a:xfrm>
              <a:custGeom>
                <a:rect b="b" l="l" r="r" t="t"/>
                <a:pathLst>
                  <a:path extrusionOk="0" h="494"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3"/>
              <p:cNvSpPr/>
              <p:nvPr/>
            </p:nvSpPr>
            <p:spPr>
              <a:xfrm>
                <a:off x="1658750" y="749638"/>
                <a:ext cx="5850" cy="12150"/>
              </a:xfrm>
              <a:custGeom>
                <a:rect b="b" l="l" r="r" t="t"/>
                <a:pathLst>
                  <a:path extrusionOk="0" h="486" w="234">
                    <a:moveTo>
                      <a:pt x="212" y="0"/>
                    </a:moveTo>
                    <a:cubicBezTo>
                      <a:pt x="92" y="18"/>
                      <a:pt x="0" y="120"/>
                      <a:pt x="0" y="243"/>
                    </a:cubicBezTo>
                    <a:cubicBezTo>
                      <a:pt x="0" y="372"/>
                      <a:pt x="103" y="479"/>
                      <a:pt x="234" y="485"/>
                    </a:cubicBezTo>
                    <a:lnTo>
                      <a:pt x="234" y="402"/>
                    </a:lnTo>
                    <a:cubicBezTo>
                      <a:pt x="234" y="268"/>
                      <a:pt x="228" y="133"/>
                      <a:pt x="2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3"/>
              <p:cNvSpPr/>
              <p:nvPr/>
            </p:nvSpPr>
            <p:spPr>
              <a:xfrm>
                <a:off x="16587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3"/>
              <p:cNvSpPr/>
              <p:nvPr/>
            </p:nvSpPr>
            <p:spPr>
              <a:xfrm>
                <a:off x="16587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3"/>
              <p:cNvSpPr/>
              <p:nvPr/>
            </p:nvSpPr>
            <p:spPr>
              <a:xfrm>
                <a:off x="1695875" y="771838"/>
                <a:ext cx="12225" cy="8575"/>
              </a:xfrm>
              <a:custGeom>
                <a:rect b="b" l="l" r="r" t="t"/>
                <a:pathLst>
                  <a:path extrusionOk="0" h="343" w="489">
                    <a:moveTo>
                      <a:pt x="18" y="1"/>
                    </a:moveTo>
                    <a:cubicBezTo>
                      <a:pt x="7" y="29"/>
                      <a:pt x="1" y="62"/>
                      <a:pt x="1" y="97"/>
                    </a:cubicBezTo>
                    <a:cubicBezTo>
                      <a:pt x="1" y="232"/>
                      <a:pt x="111" y="342"/>
                      <a:pt x="246" y="342"/>
                    </a:cubicBezTo>
                    <a:cubicBezTo>
                      <a:pt x="372" y="342"/>
                      <a:pt x="476" y="243"/>
                      <a:pt x="489" y="120"/>
                    </a:cubicBezTo>
                    <a:cubicBezTo>
                      <a:pt x="411" y="97"/>
                      <a:pt x="334" y="74"/>
                      <a:pt x="254" y="53"/>
                    </a:cubicBezTo>
                    <a:cubicBezTo>
                      <a:pt x="178" y="35"/>
                      <a:pt x="99" y="16"/>
                      <a:pt x="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3"/>
              <p:cNvSpPr/>
              <p:nvPr/>
            </p:nvSpPr>
            <p:spPr>
              <a:xfrm>
                <a:off x="1695825" y="805088"/>
                <a:ext cx="12350" cy="12350"/>
              </a:xfrm>
              <a:custGeom>
                <a:rect b="b" l="l" r="r" t="t"/>
                <a:pathLst>
                  <a:path extrusionOk="0" h="494" w="494">
                    <a:moveTo>
                      <a:pt x="247" y="1"/>
                    </a:moveTo>
                    <a:cubicBezTo>
                      <a:pt x="111" y="1"/>
                      <a:pt x="0" y="111"/>
                      <a:pt x="0" y="246"/>
                    </a:cubicBezTo>
                    <a:cubicBezTo>
                      <a:pt x="0"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3"/>
              <p:cNvSpPr/>
              <p:nvPr/>
            </p:nvSpPr>
            <p:spPr>
              <a:xfrm>
                <a:off x="1695825" y="842138"/>
                <a:ext cx="12350" cy="12375"/>
              </a:xfrm>
              <a:custGeom>
                <a:rect b="b" l="l" r="r" t="t"/>
                <a:pathLst>
                  <a:path extrusionOk="0" h="495"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3"/>
              <p:cNvSpPr/>
              <p:nvPr/>
            </p:nvSpPr>
            <p:spPr>
              <a:xfrm>
                <a:off x="1695825" y="879188"/>
                <a:ext cx="12350" cy="12350"/>
              </a:xfrm>
              <a:custGeom>
                <a:rect b="b" l="l" r="r" t="t"/>
                <a:pathLst>
                  <a:path extrusionOk="0" h="494"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3"/>
              <p:cNvSpPr/>
              <p:nvPr/>
            </p:nvSpPr>
            <p:spPr>
              <a:xfrm>
                <a:off x="158620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3"/>
              <p:cNvSpPr/>
              <p:nvPr/>
            </p:nvSpPr>
            <p:spPr>
              <a:xfrm>
                <a:off x="158620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3"/>
              <p:cNvSpPr/>
              <p:nvPr/>
            </p:nvSpPr>
            <p:spPr>
              <a:xfrm>
                <a:off x="1623275" y="69393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3"/>
              <p:cNvSpPr/>
              <p:nvPr/>
            </p:nvSpPr>
            <p:spPr>
              <a:xfrm>
                <a:off x="158620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3"/>
              <p:cNvSpPr/>
              <p:nvPr/>
            </p:nvSpPr>
            <p:spPr>
              <a:xfrm>
                <a:off x="158620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3"/>
              <p:cNvSpPr/>
              <p:nvPr/>
            </p:nvSpPr>
            <p:spPr>
              <a:xfrm>
                <a:off x="158620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3"/>
              <p:cNvSpPr/>
              <p:nvPr/>
            </p:nvSpPr>
            <p:spPr>
              <a:xfrm>
                <a:off x="1623275" y="73098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3"/>
              <p:cNvSpPr/>
              <p:nvPr/>
            </p:nvSpPr>
            <p:spPr>
              <a:xfrm>
                <a:off x="1623275" y="768063"/>
                <a:ext cx="12325" cy="12350"/>
              </a:xfrm>
              <a:custGeom>
                <a:rect b="b" l="l" r="r" t="t"/>
                <a:pathLst>
                  <a:path extrusionOk="0" h="494" w="493">
                    <a:moveTo>
                      <a:pt x="246" y="1"/>
                    </a:moveTo>
                    <a:cubicBezTo>
                      <a:pt x="111" y="1"/>
                      <a:pt x="0" y="111"/>
                      <a:pt x="0" y="248"/>
                    </a:cubicBezTo>
                    <a:cubicBezTo>
                      <a:pt x="0"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3"/>
              <p:cNvSpPr/>
              <p:nvPr/>
            </p:nvSpPr>
            <p:spPr>
              <a:xfrm>
                <a:off x="1623275" y="805088"/>
                <a:ext cx="12325" cy="12350"/>
              </a:xfrm>
              <a:custGeom>
                <a:rect b="b" l="l" r="r" t="t"/>
                <a:pathLst>
                  <a:path extrusionOk="0" h="494" w="493">
                    <a:moveTo>
                      <a:pt x="246" y="1"/>
                    </a:moveTo>
                    <a:cubicBezTo>
                      <a:pt x="111" y="1"/>
                      <a:pt x="0" y="111"/>
                      <a:pt x="0" y="246"/>
                    </a:cubicBezTo>
                    <a:cubicBezTo>
                      <a:pt x="0"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3"/>
              <p:cNvSpPr/>
              <p:nvPr/>
            </p:nvSpPr>
            <p:spPr>
              <a:xfrm>
                <a:off x="1623275" y="842138"/>
                <a:ext cx="12325" cy="12375"/>
              </a:xfrm>
              <a:custGeom>
                <a:rect b="b" l="l" r="r" t="t"/>
                <a:pathLst>
                  <a:path extrusionOk="0" h="495"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3"/>
              <p:cNvSpPr/>
              <p:nvPr/>
            </p:nvSpPr>
            <p:spPr>
              <a:xfrm>
                <a:off x="151365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3"/>
              <p:cNvSpPr/>
              <p:nvPr/>
            </p:nvSpPr>
            <p:spPr>
              <a:xfrm>
                <a:off x="151365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3"/>
              <p:cNvSpPr/>
              <p:nvPr/>
            </p:nvSpPr>
            <p:spPr>
              <a:xfrm>
                <a:off x="1550700" y="693938"/>
                <a:ext cx="12350" cy="12375"/>
              </a:xfrm>
              <a:custGeom>
                <a:rect b="b" l="l" r="r" t="t"/>
                <a:pathLst>
                  <a:path extrusionOk="0" h="495" w="494">
                    <a:moveTo>
                      <a:pt x="247" y="1"/>
                    </a:moveTo>
                    <a:cubicBezTo>
                      <a:pt x="111" y="1"/>
                      <a:pt x="0" y="111"/>
                      <a:pt x="0" y="248"/>
                    </a:cubicBezTo>
                    <a:cubicBezTo>
                      <a:pt x="0"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3"/>
              <p:cNvSpPr/>
              <p:nvPr/>
            </p:nvSpPr>
            <p:spPr>
              <a:xfrm>
                <a:off x="151365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3"/>
              <p:cNvSpPr/>
              <p:nvPr/>
            </p:nvSpPr>
            <p:spPr>
              <a:xfrm>
                <a:off x="151365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3"/>
              <p:cNvSpPr/>
              <p:nvPr/>
            </p:nvSpPr>
            <p:spPr>
              <a:xfrm>
                <a:off x="151365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3"/>
              <p:cNvSpPr/>
              <p:nvPr/>
            </p:nvSpPr>
            <p:spPr>
              <a:xfrm>
                <a:off x="1550700" y="656913"/>
                <a:ext cx="12350" cy="12325"/>
              </a:xfrm>
              <a:custGeom>
                <a:rect b="b" l="l" r="r" t="t"/>
                <a:pathLst>
                  <a:path extrusionOk="0" h="493" w="494">
                    <a:moveTo>
                      <a:pt x="247" y="0"/>
                    </a:moveTo>
                    <a:cubicBezTo>
                      <a:pt x="111" y="0"/>
                      <a:pt x="0" y="110"/>
                      <a:pt x="0" y="247"/>
                    </a:cubicBezTo>
                    <a:cubicBezTo>
                      <a:pt x="0" y="383"/>
                      <a:pt x="111" y="492"/>
                      <a:pt x="247" y="492"/>
                    </a:cubicBezTo>
                    <a:cubicBezTo>
                      <a:pt x="383" y="492"/>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3"/>
              <p:cNvSpPr/>
              <p:nvPr/>
            </p:nvSpPr>
            <p:spPr>
              <a:xfrm>
                <a:off x="1449650" y="715963"/>
                <a:ext cx="3775" cy="8400"/>
              </a:xfrm>
              <a:custGeom>
                <a:rect b="b" l="l" r="r" t="t"/>
                <a:pathLst>
                  <a:path extrusionOk="0" h="336" w="151">
                    <a:moveTo>
                      <a:pt x="126" y="0"/>
                    </a:moveTo>
                    <a:cubicBezTo>
                      <a:pt x="80" y="111"/>
                      <a:pt x="37" y="222"/>
                      <a:pt x="0" y="336"/>
                    </a:cubicBezTo>
                    <a:cubicBezTo>
                      <a:pt x="89" y="295"/>
                      <a:pt x="151" y="211"/>
                      <a:pt x="151" y="109"/>
                    </a:cubicBezTo>
                    <a:cubicBezTo>
                      <a:pt x="151" y="68"/>
                      <a:pt x="142" y="35"/>
                      <a:pt x="1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3"/>
              <p:cNvSpPr/>
              <p:nvPr/>
            </p:nvSpPr>
            <p:spPr>
              <a:xfrm>
                <a:off x="1478150" y="6939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3"/>
              <p:cNvSpPr/>
              <p:nvPr/>
            </p:nvSpPr>
            <p:spPr>
              <a:xfrm>
                <a:off x="1443800" y="749563"/>
                <a:ext cx="9625" cy="12350"/>
              </a:xfrm>
              <a:custGeom>
                <a:rect b="b" l="l" r="r" t="t"/>
                <a:pathLst>
                  <a:path extrusionOk="0" h="494" w="385">
                    <a:moveTo>
                      <a:pt x="140" y="1"/>
                    </a:moveTo>
                    <a:cubicBezTo>
                      <a:pt x="139" y="1"/>
                      <a:pt x="139" y="1"/>
                      <a:pt x="138" y="1"/>
                    </a:cubicBezTo>
                    <a:cubicBezTo>
                      <a:pt x="96" y="1"/>
                      <a:pt x="53" y="14"/>
                      <a:pt x="18" y="32"/>
                    </a:cubicBezTo>
                    <a:cubicBezTo>
                      <a:pt x="7" y="156"/>
                      <a:pt x="1" y="282"/>
                      <a:pt x="1" y="408"/>
                    </a:cubicBezTo>
                    <a:lnTo>
                      <a:pt x="1" y="450"/>
                    </a:lnTo>
                    <a:cubicBezTo>
                      <a:pt x="40" y="478"/>
                      <a:pt x="86" y="493"/>
                      <a:pt x="138" y="493"/>
                    </a:cubicBezTo>
                    <a:cubicBezTo>
                      <a:pt x="274" y="493"/>
                      <a:pt x="385" y="382"/>
                      <a:pt x="385" y="247"/>
                    </a:cubicBezTo>
                    <a:cubicBezTo>
                      <a:pt x="385" y="112"/>
                      <a:pt x="276" y="1"/>
                      <a:pt x="1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3"/>
              <p:cNvSpPr/>
              <p:nvPr/>
            </p:nvSpPr>
            <p:spPr>
              <a:xfrm>
                <a:off x="14410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3"/>
              <p:cNvSpPr/>
              <p:nvPr/>
            </p:nvSpPr>
            <p:spPr>
              <a:xfrm>
                <a:off x="14410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3"/>
              <p:cNvSpPr/>
              <p:nvPr/>
            </p:nvSpPr>
            <p:spPr>
              <a:xfrm>
                <a:off x="1478150" y="73098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3"/>
              <p:cNvSpPr/>
              <p:nvPr/>
            </p:nvSpPr>
            <p:spPr>
              <a:xfrm>
                <a:off x="1478150" y="76806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3"/>
              <p:cNvSpPr/>
              <p:nvPr/>
            </p:nvSpPr>
            <p:spPr>
              <a:xfrm>
                <a:off x="1478150" y="805088"/>
                <a:ext cx="12325" cy="12350"/>
              </a:xfrm>
              <a:custGeom>
                <a:rect b="b" l="l" r="r" t="t"/>
                <a:pathLst>
                  <a:path extrusionOk="0" h="494" w="493">
                    <a:moveTo>
                      <a:pt x="246" y="1"/>
                    </a:moveTo>
                    <a:cubicBezTo>
                      <a:pt x="111" y="1"/>
                      <a:pt x="1" y="111"/>
                      <a:pt x="1" y="246"/>
                    </a:cubicBezTo>
                    <a:cubicBezTo>
                      <a:pt x="1"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3"/>
              <p:cNvSpPr/>
              <p:nvPr/>
            </p:nvSpPr>
            <p:spPr>
              <a:xfrm>
                <a:off x="1478150"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3"/>
              <p:cNvSpPr/>
              <p:nvPr/>
            </p:nvSpPr>
            <p:spPr>
              <a:xfrm>
                <a:off x="1368500" y="786663"/>
                <a:ext cx="12400" cy="12275"/>
              </a:xfrm>
              <a:custGeom>
                <a:rect b="b" l="l" r="r" t="t"/>
                <a:pathLst>
                  <a:path extrusionOk="0" h="491" w="496">
                    <a:moveTo>
                      <a:pt x="265" y="1"/>
                    </a:moveTo>
                    <a:cubicBezTo>
                      <a:pt x="179" y="53"/>
                      <a:pt x="93" y="112"/>
                      <a:pt x="13" y="170"/>
                    </a:cubicBezTo>
                    <a:cubicBezTo>
                      <a:pt x="3" y="191"/>
                      <a:pt x="1" y="219"/>
                      <a:pt x="1" y="243"/>
                    </a:cubicBezTo>
                    <a:cubicBezTo>
                      <a:pt x="1" y="379"/>
                      <a:pt x="111" y="490"/>
                      <a:pt x="246" y="490"/>
                    </a:cubicBezTo>
                    <a:cubicBezTo>
                      <a:pt x="384" y="490"/>
                      <a:pt x="496" y="379"/>
                      <a:pt x="496" y="243"/>
                    </a:cubicBezTo>
                    <a:cubicBezTo>
                      <a:pt x="496" y="114"/>
                      <a:pt x="394" y="7"/>
                      <a:pt x="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3"/>
              <p:cNvSpPr/>
              <p:nvPr/>
            </p:nvSpPr>
            <p:spPr>
              <a:xfrm>
                <a:off x="136852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3"/>
              <p:cNvSpPr/>
              <p:nvPr/>
            </p:nvSpPr>
            <p:spPr>
              <a:xfrm>
                <a:off x="1368525" y="86068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3"/>
              <p:cNvSpPr/>
              <p:nvPr/>
            </p:nvSpPr>
            <p:spPr>
              <a:xfrm>
                <a:off x="1405525" y="771063"/>
                <a:ext cx="12400" cy="9350"/>
              </a:xfrm>
              <a:custGeom>
                <a:rect b="b" l="l" r="r" t="t"/>
                <a:pathLst>
                  <a:path extrusionOk="0" h="374" w="496">
                    <a:moveTo>
                      <a:pt x="457" y="1"/>
                    </a:moveTo>
                    <a:cubicBezTo>
                      <a:pt x="310" y="19"/>
                      <a:pt x="166" y="46"/>
                      <a:pt x="23" y="83"/>
                    </a:cubicBezTo>
                    <a:cubicBezTo>
                      <a:pt x="18" y="87"/>
                      <a:pt x="12" y="87"/>
                      <a:pt x="6" y="89"/>
                    </a:cubicBezTo>
                    <a:lnTo>
                      <a:pt x="3" y="89"/>
                    </a:lnTo>
                    <a:cubicBezTo>
                      <a:pt x="0" y="103"/>
                      <a:pt x="0" y="114"/>
                      <a:pt x="0" y="128"/>
                    </a:cubicBezTo>
                    <a:cubicBezTo>
                      <a:pt x="0" y="263"/>
                      <a:pt x="111" y="373"/>
                      <a:pt x="249" y="373"/>
                    </a:cubicBezTo>
                    <a:cubicBezTo>
                      <a:pt x="384" y="373"/>
                      <a:pt x="496" y="263"/>
                      <a:pt x="496" y="128"/>
                    </a:cubicBezTo>
                    <a:cubicBezTo>
                      <a:pt x="496" y="81"/>
                      <a:pt x="484" y="38"/>
                      <a:pt x="4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3"/>
              <p:cNvSpPr/>
              <p:nvPr/>
            </p:nvSpPr>
            <p:spPr>
              <a:xfrm>
                <a:off x="1405575" y="805088"/>
                <a:ext cx="12350" cy="12350"/>
              </a:xfrm>
              <a:custGeom>
                <a:rect b="b" l="l" r="r" t="t"/>
                <a:pathLst>
                  <a:path extrusionOk="0" h="494" w="494">
                    <a:moveTo>
                      <a:pt x="247" y="1"/>
                    </a:moveTo>
                    <a:cubicBezTo>
                      <a:pt x="111" y="1"/>
                      <a:pt x="1" y="111"/>
                      <a:pt x="1" y="246"/>
                    </a:cubicBezTo>
                    <a:cubicBezTo>
                      <a:pt x="1"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3"/>
              <p:cNvSpPr/>
              <p:nvPr/>
            </p:nvSpPr>
            <p:spPr>
              <a:xfrm>
                <a:off x="1405575" y="8421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3"/>
              <p:cNvSpPr/>
              <p:nvPr/>
            </p:nvSpPr>
            <p:spPr>
              <a:xfrm>
                <a:off x="1333025"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3"/>
              <p:cNvSpPr/>
              <p:nvPr/>
            </p:nvSpPr>
            <p:spPr>
              <a:xfrm>
                <a:off x="1333025" y="879188"/>
                <a:ext cx="12325" cy="12350"/>
              </a:xfrm>
              <a:custGeom>
                <a:rect b="b" l="l" r="r" t="t"/>
                <a:pathLst>
                  <a:path extrusionOk="0" h="494"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3"/>
              <p:cNvSpPr/>
              <p:nvPr/>
            </p:nvSpPr>
            <p:spPr>
              <a:xfrm>
                <a:off x="1767675" y="910013"/>
                <a:ext cx="11975" cy="12375"/>
              </a:xfrm>
              <a:custGeom>
                <a:rect b="b" l="l" r="r" t="t"/>
                <a:pathLst>
                  <a:path extrusionOk="0" h="495" w="479">
                    <a:moveTo>
                      <a:pt x="247" y="1"/>
                    </a:moveTo>
                    <a:cubicBezTo>
                      <a:pt x="112" y="1"/>
                      <a:pt x="1" y="112"/>
                      <a:pt x="1" y="248"/>
                    </a:cubicBezTo>
                    <a:cubicBezTo>
                      <a:pt x="1" y="387"/>
                      <a:pt x="112" y="494"/>
                      <a:pt x="247" y="494"/>
                    </a:cubicBezTo>
                    <a:cubicBezTo>
                      <a:pt x="294" y="494"/>
                      <a:pt x="339" y="482"/>
                      <a:pt x="376" y="460"/>
                    </a:cubicBezTo>
                    <a:lnTo>
                      <a:pt x="376" y="458"/>
                    </a:lnTo>
                    <a:lnTo>
                      <a:pt x="478" y="166"/>
                    </a:lnTo>
                    <a:lnTo>
                      <a:pt x="478" y="164"/>
                    </a:lnTo>
                    <a:cubicBezTo>
                      <a:pt x="443" y="68"/>
                      <a:pt x="351"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3"/>
              <p:cNvSpPr/>
              <p:nvPr/>
            </p:nvSpPr>
            <p:spPr>
              <a:xfrm>
                <a:off x="1695125" y="9100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3"/>
              <p:cNvSpPr/>
              <p:nvPr/>
            </p:nvSpPr>
            <p:spPr>
              <a:xfrm>
                <a:off x="1695125" y="94711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3"/>
              <p:cNvSpPr/>
              <p:nvPr/>
            </p:nvSpPr>
            <p:spPr>
              <a:xfrm>
                <a:off x="173217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3"/>
              <p:cNvSpPr/>
              <p:nvPr/>
            </p:nvSpPr>
            <p:spPr>
              <a:xfrm>
                <a:off x="1695400" y="984138"/>
                <a:ext cx="10325" cy="4425"/>
              </a:xfrm>
              <a:custGeom>
                <a:rect b="b" l="l" r="r" t="t"/>
                <a:pathLst>
                  <a:path extrusionOk="0" h="177" w="413">
                    <a:moveTo>
                      <a:pt x="237" y="1"/>
                    </a:moveTo>
                    <a:cubicBezTo>
                      <a:pt x="124" y="1"/>
                      <a:pt x="32" y="74"/>
                      <a:pt x="1" y="176"/>
                    </a:cubicBezTo>
                    <a:cubicBezTo>
                      <a:pt x="93" y="161"/>
                      <a:pt x="186" y="140"/>
                      <a:pt x="274" y="119"/>
                    </a:cubicBezTo>
                    <a:cubicBezTo>
                      <a:pt x="321" y="105"/>
                      <a:pt x="366" y="94"/>
                      <a:pt x="413" y="78"/>
                    </a:cubicBezTo>
                    <a:cubicBezTo>
                      <a:pt x="368" y="32"/>
                      <a:pt x="308" y="1"/>
                      <a:pt x="2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3"/>
              <p:cNvSpPr/>
              <p:nvPr/>
            </p:nvSpPr>
            <p:spPr>
              <a:xfrm>
                <a:off x="1732150" y="965613"/>
                <a:ext cx="10325" cy="8500"/>
              </a:xfrm>
              <a:custGeom>
                <a:rect b="b" l="l" r="r" t="t"/>
                <a:pathLst>
                  <a:path extrusionOk="0" h="340" w="413">
                    <a:moveTo>
                      <a:pt x="249" y="1"/>
                    </a:moveTo>
                    <a:cubicBezTo>
                      <a:pt x="111" y="1"/>
                      <a:pt x="1" y="112"/>
                      <a:pt x="1" y="248"/>
                    </a:cubicBezTo>
                    <a:cubicBezTo>
                      <a:pt x="1" y="282"/>
                      <a:pt x="6" y="313"/>
                      <a:pt x="18" y="339"/>
                    </a:cubicBezTo>
                    <a:cubicBezTo>
                      <a:pt x="156" y="257"/>
                      <a:pt x="289" y="164"/>
                      <a:pt x="412" y="66"/>
                    </a:cubicBezTo>
                    <a:cubicBezTo>
                      <a:pt x="368" y="26"/>
                      <a:pt x="310" y="1"/>
                      <a:pt x="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3"/>
              <p:cNvSpPr/>
              <p:nvPr/>
            </p:nvSpPr>
            <p:spPr>
              <a:xfrm>
                <a:off x="173217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3"/>
              <p:cNvSpPr/>
              <p:nvPr/>
            </p:nvSpPr>
            <p:spPr>
              <a:xfrm>
                <a:off x="1622550" y="91003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3"/>
              <p:cNvSpPr/>
              <p:nvPr/>
            </p:nvSpPr>
            <p:spPr>
              <a:xfrm>
                <a:off x="1622550" y="947113"/>
                <a:ext cx="12350" cy="12350"/>
              </a:xfrm>
              <a:custGeom>
                <a:rect b="b" l="l" r="r" t="t"/>
                <a:pathLst>
                  <a:path extrusionOk="0" h="494" w="494">
                    <a:moveTo>
                      <a:pt x="247" y="1"/>
                    </a:moveTo>
                    <a:cubicBezTo>
                      <a:pt x="111" y="1"/>
                      <a:pt x="1" y="111"/>
                      <a:pt x="1" y="248"/>
                    </a:cubicBezTo>
                    <a:cubicBezTo>
                      <a:pt x="1" y="383"/>
                      <a:pt x="111" y="493"/>
                      <a:pt x="247" y="493"/>
                    </a:cubicBezTo>
                    <a:cubicBezTo>
                      <a:pt x="383" y="493"/>
                      <a:pt x="494" y="383"/>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3"/>
              <p:cNvSpPr/>
              <p:nvPr/>
            </p:nvSpPr>
            <p:spPr>
              <a:xfrm>
                <a:off x="1659625"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3"/>
              <p:cNvSpPr/>
              <p:nvPr/>
            </p:nvSpPr>
            <p:spPr>
              <a:xfrm>
                <a:off x="1622550" y="984163"/>
                <a:ext cx="12350" cy="12350"/>
              </a:xfrm>
              <a:custGeom>
                <a:rect b="b" l="l" r="r" t="t"/>
                <a:pathLst>
                  <a:path extrusionOk="0" h="494" w="494">
                    <a:moveTo>
                      <a:pt x="247" y="1"/>
                    </a:moveTo>
                    <a:cubicBezTo>
                      <a:pt x="111" y="1"/>
                      <a:pt x="1" y="111"/>
                      <a:pt x="1" y="248"/>
                    </a:cubicBezTo>
                    <a:cubicBezTo>
                      <a:pt x="1" y="384"/>
                      <a:pt x="111" y="493"/>
                      <a:pt x="247" y="493"/>
                    </a:cubicBezTo>
                    <a:cubicBezTo>
                      <a:pt x="383" y="493"/>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3"/>
              <p:cNvSpPr/>
              <p:nvPr/>
            </p:nvSpPr>
            <p:spPr>
              <a:xfrm>
                <a:off x="1622550" y="10212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3"/>
              <p:cNvSpPr/>
              <p:nvPr/>
            </p:nvSpPr>
            <p:spPr>
              <a:xfrm>
                <a:off x="1622550" y="10582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3"/>
              <p:cNvSpPr/>
              <p:nvPr/>
            </p:nvSpPr>
            <p:spPr>
              <a:xfrm>
                <a:off x="1659625"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3"/>
              <p:cNvSpPr/>
              <p:nvPr/>
            </p:nvSpPr>
            <p:spPr>
              <a:xfrm>
                <a:off x="1659575" y="1002838"/>
                <a:ext cx="4975" cy="11825"/>
              </a:xfrm>
              <a:custGeom>
                <a:rect b="b" l="l" r="r" t="t"/>
                <a:pathLst>
                  <a:path extrusionOk="0" h="473" w="199">
                    <a:moveTo>
                      <a:pt x="199" y="0"/>
                    </a:moveTo>
                    <a:lnTo>
                      <a:pt x="199" y="0"/>
                    </a:lnTo>
                    <a:cubicBezTo>
                      <a:pt x="87" y="22"/>
                      <a:pt x="1" y="120"/>
                      <a:pt x="3" y="239"/>
                    </a:cubicBezTo>
                    <a:cubicBezTo>
                      <a:pt x="3" y="347"/>
                      <a:pt x="70" y="440"/>
                      <a:pt x="165" y="473"/>
                    </a:cubicBezTo>
                    <a:cubicBezTo>
                      <a:pt x="185" y="316"/>
                      <a:pt x="199" y="160"/>
                      <a:pt x="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3"/>
              <p:cNvSpPr/>
              <p:nvPr/>
            </p:nvSpPr>
            <p:spPr>
              <a:xfrm>
                <a:off x="1587050"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3"/>
              <p:cNvSpPr/>
              <p:nvPr/>
            </p:nvSpPr>
            <p:spPr>
              <a:xfrm>
                <a:off x="1550000" y="1021213"/>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3"/>
              <p:cNvSpPr/>
              <p:nvPr/>
            </p:nvSpPr>
            <p:spPr>
              <a:xfrm>
                <a:off x="1550000" y="10582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3"/>
              <p:cNvSpPr/>
              <p:nvPr/>
            </p:nvSpPr>
            <p:spPr>
              <a:xfrm>
                <a:off x="1550000" y="1095313"/>
                <a:ext cx="12325" cy="12325"/>
              </a:xfrm>
              <a:custGeom>
                <a:rect b="b" l="l" r="r" t="t"/>
                <a:pathLst>
                  <a:path extrusionOk="0" h="493" w="493">
                    <a:moveTo>
                      <a:pt x="246" y="1"/>
                    </a:moveTo>
                    <a:cubicBezTo>
                      <a:pt x="111" y="1"/>
                      <a:pt x="1" y="110"/>
                      <a:pt x="1" y="246"/>
                    </a:cubicBezTo>
                    <a:cubicBezTo>
                      <a:pt x="1" y="383"/>
                      <a:pt x="111"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3"/>
              <p:cNvSpPr/>
              <p:nvPr/>
            </p:nvSpPr>
            <p:spPr>
              <a:xfrm>
                <a:off x="1587050"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3"/>
              <p:cNvSpPr/>
              <p:nvPr/>
            </p:nvSpPr>
            <p:spPr>
              <a:xfrm>
                <a:off x="1587050" y="1002688"/>
                <a:ext cx="12350" cy="12350"/>
              </a:xfrm>
              <a:custGeom>
                <a:rect b="b" l="l" r="r" t="t"/>
                <a:pathLst>
                  <a:path extrusionOk="0" h="494" w="494">
                    <a:moveTo>
                      <a:pt x="247" y="1"/>
                    </a:moveTo>
                    <a:cubicBezTo>
                      <a:pt x="111" y="1"/>
                      <a:pt x="1" y="110"/>
                      <a:pt x="1" y="246"/>
                    </a:cubicBezTo>
                    <a:cubicBezTo>
                      <a:pt x="1" y="383"/>
                      <a:pt x="111" y="493"/>
                      <a:pt x="247" y="493"/>
                    </a:cubicBezTo>
                    <a:cubicBezTo>
                      <a:pt x="383" y="493"/>
                      <a:pt x="494" y="383"/>
                      <a:pt x="494" y="246"/>
                    </a:cubicBezTo>
                    <a:cubicBezTo>
                      <a:pt x="494" y="110"/>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3"/>
              <p:cNvSpPr/>
              <p:nvPr/>
            </p:nvSpPr>
            <p:spPr>
              <a:xfrm>
                <a:off x="1587050" y="103973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3"/>
              <p:cNvSpPr/>
              <p:nvPr/>
            </p:nvSpPr>
            <p:spPr>
              <a:xfrm>
                <a:off x="1587050" y="1076788"/>
                <a:ext cx="12350" cy="12350"/>
              </a:xfrm>
              <a:custGeom>
                <a:rect b="b" l="l" r="r" t="t"/>
                <a:pathLst>
                  <a:path extrusionOk="0" h="494" w="494">
                    <a:moveTo>
                      <a:pt x="247" y="1"/>
                    </a:moveTo>
                    <a:cubicBezTo>
                      <a:pt x="111" y="1"/>
                      <a:pt x="1" y="111"/>
                      <a:pt x="1" y="247"/>
                    </a:cubicBezTo>
                    <a:cubicBezTo>
                      <a:pt x="1" y="384"/>
                      <a:pt x="111" y="493"/>
                      <a:pt x="247" y="493"/>
                    </a:cubicBezTo>
                    <a:cubicBezTo>
                      <a:pt x="383" y="493"/>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3"/>
              <p:cNvSpPr/>
              <p:nvPr/>
            </p:nvSpPr>
            <p:spPr>
              <a:xfrm>
                <a:off x="1477425"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3"/>
              <p:cNvSpPr/>
              <p:nvPr/>
            </p:nvSpPr>
            <p:spPr>
              <a:xfrm>
                <a:off x="1477425" y="947113"/>
                <a:ext cx="12350" cy="12350"/>
              </a:xfrm>
              <a:custGeom>
                <a:rect b="b" l="l" r="r" t="t"/>
                <a:pathLst>
                  <a:path extrusionOk="0" h="494" w="494">
                    <a:moveTo>
                      <a:pt x="247" y="1"/>
                    </a:moveTo>
                    <a:cubicBezTo>
                      <a:pt x="111" y="1"/>
                      <a:pt x="1" y="111"/>
                      <a:pt x="1" y="248"/>
                    </a:cubicBezTo>
                    <a:cubicBezTo>
                      <a:pt x="1" y="383"/>
                      <a:pt x="111" y="493"/>
                      <a:pt x="247" y="493"/>
                    </a:cubicBezTo>
                    <a:cubicBezTo>
                      <a:pt x="384" y="493"/>
                      <a:pt x="494" y="383"/>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3"/>
              <p:cNvSpPr/>
              <p:nvPr/>
            </p:nvSpPr>
            <p:spPr>
              <a:xfrm>
                <a:off x="1514500"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3"/>
              <p:cNvSpPr/>
              <p:nvPr/>
            </p:nvSpPr>
            <p:spPr>
              <a:xfrm>
                <a:off x="1477425" y="984163"/>
                <a:ext cx="12350" cy="12350"/>
              </a:xfrm>
              <a:custGeom>
                <a:rect b="b" l="l" r="r" t="t"/>
                <a:pathLst>
                  <a:path extrusionOk="0" h="494" w="494">
                    <a:moveTo>
                      <a:pt x="247" y="1"/>
                    </a:moveTo>
                    <a:cubicBezTo>
                      <a:pt x="111" y="1"/>
                      <a:pt x="1" y="111"/>
                      <a:pt x="1" y="248"/>
                    </a:cubicBezTo>
                    <a:cubicBezTo>
                      <a:pt x="1" y="384"/>
                      <a:pt x="111" y="493"/>
                      <a:pt x="247" y="493"/>
                    </a:cubicBezTo>
                    <a:cubicBezTo>
                      <a:pt x="384" y="493"/>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3"/>
              <p:cNvSpPr/>
              <p:nvPr/>
            </p:nvSpPr>
            <p:spPr>
              <a:xfrm>
                <a:off x="1477425" y="1021213"/>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3"/>
              <p:cNvSpPr/>
              <p:nvPr/>
            </p:nvSpPr>
            <p:spPr>
              <a:xfrm>
                <a:off x="1477425" y="1058238"/>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3"/>
              <p:cNvSpPr/>
              <p:nvPr/>
            </p:nvSpPr>
            <p:spPr>
              <a:xfrm>
                <a:off x="1514500"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3"/>
              <p:cNvSpPr/>
              <p:nvPr/>
            </p:nvSpPr>
            <p:spPr>
              <a:xfrm>
                <a:off x="1514500" y="1002688"/>
                <a:ext cx="12325" cy="12350"/>
              </a:xfrm>
              <a:custGeom>
                <a:rect b="b" l="l" r="r" t="t"/>
                <a:pathLst>
                  <a:path extrusionOk="0" h="494" w="493">
                    <a:moveTo>
                      <a:pt x="246" y="1"/>
                    </a:moveTo>
                    <a:cubicBezTo>
                      <a:pt x="110" y="1"/>
                      <a:pt x="1" y="110"/>
                      <a:pt x="1" y="246"/>
                    </a:cubicBezTo>
                    <a:cubicBezTo>
                      <a:pt x="1" y="383"/>
                      <a:pt x="110"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3"/>
              <p:cNvSpPr/>
              <p:nvPr/>
            </p:nvSpPr>
            <p:spPr>
              <a:xfrm>
                <a:off x="1514500" y="1039738"/>
                <a:ext cx="12325" cy="12350"/>
              </a:xfrm>
              <a:custGeom>
                <a:rect b="b" l="l" r="r" t="t"/>
                <a:pathLst>
                  <a:path extrusionOk="0" h="494" w="493">
                    <a:moveTo>
                      <a:pt x="246" y="1"/>
                    </a:moveTo>
                    <a:cubicBezTo>
                      <a:pt x="110" y="1"/>
                      <a:pt x="1" y="111"/>
                      <a:pt x="1" y="247"/>
                    </a:cubicBezTo>
                    <a:cubicBezTo>
                      <a:pt x="1" y="383"/>
                      <a:pt x="110" y="493"/>
                      <a:pt x="246" y="493"/>
                    </a:cubicBezTo>
                    <a:cubicBezTo>
                      <a:pt x="382" y="493"/>
                      <a:pt x="493" y="383"/>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3"/>
              <p:cNvSpPr/>
              <p:nvPr/>
            </p:nvSpPr>
            <p:spPr>
              <a:xfrm>
                <a:off x="1514500" y="1076788"/>
                <a:ext cx="12325" cy="12350"/>
              </a:xfrm>
              <a:custGeom>
                <a:rect b="b" l="l" r="r" t="t"/>
                <a:pathLst>
                  <a:path extrusionOk="0" h="494" w="493">
                    <a:moveTo>
                      <a:pt x="246" y="1"/>
                    </a:moveTo>
                    <a:cubicBezTo>
                      <a:pt x="110" y="1"/>
                      <a:pt x="1" y="111"/>
                      <a:pt x="1" y="247"/>
                    </a:cubicBezTo>
                    <a:cubicBezTo>
                      <a:pt x="1" y="384"/>
                      <a:pt x="110" y="493"/>
                      <a:pt x="246" y="493"/>
                    </a:cubicBezTo>
                    <a:cubicBezTo>
                      <a:pt x="382" y="493"/>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3"/>
              <p:cNvSpPr/>
              <p:nvPr/>
            </p:nvSpPr>
            <p:spPr>
              <a:xfrm>
                <a:off x="1404875" y="910038"/>
                <a:ext cx="12325" cy="12375"/>
              </a:xfrm>
              <a:custGeom>
                <a:rect b="b" l="l" r="r" t="t"/>
                <a:pathLst>
                  <a:path extrusionOk="0" h="495" w="493">
                    <a:moveTo>
                      <a:pt x="246" y="1"/>
                    </a:moveTo>
                    <a:cubicBezTo>
                      <a:pt x="111" y="1"/>
                      <a:pt x="1" y="111"/>
                      <a:pt x="1" y="248"/>
                    </a:cubicBezTo>
                    <a:cubicBezTo>
                      <a:pt x="1" y="384"/>
                      <a:pt x="111" y="494"/>
                      <a:pt x="246" y="494"/>
                    </a:cubicBezTo>
                    <a:cubicBezTo>
                      <a:pt x="383" y="494"/>
                      <a:pt x="493" y="384"/>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3"/>
              <p:cNvSpPr/>
              <p:nvPr/>
            </p:nvSpPr>
            <p:spPr>
              <a:xfrm>
                <a:off x="1404875" y="947113"/>
                <a:ext cx="12325" cy="12350"/>
              </a:xfrm>
              <a:custGeom>
                <a:rect b="b" l="l" r="r" t="t"/>
                <a:pathLst>
                  <a:path extrusionOk="0" h="494" w="493">
                    <a:moveTo>
                      <a:pt x="246" y="1"/>
                    </a:moveTo>
                    <a:cubicBezTo>
                      <a:pt x="111" y="1"/>
                      <a:pt x="1" y="111"/>
                      <a:pt x="1" y="248"/>
                    </a:cubicBezTo>
                    <a:cubicBezTo>
                      <a:pt x="1" y="383"/>
                      <a:pt x="111" y="493"/>
                      <a:pt x="246" y="493"/>
                    </a:cubicBezTo>
                    <a:cubicBezTo>
                      <a:pt x="383" y="493"/>
                      <a:pt x="493" y="383"/>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3"/>
              <p:cNvSpPr/>
              <p:nvPr/>
            </p:nvSpPr>
            <p:spPr>
              <a:xfrm>
                <a:off x="14419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3"/>
              <p:cNvSpPr/>
              <p:nvPr/>
            </p:nvSpPr>
            <p:spPr>
              <a:xfrm>
                <a:off x="1405825" y="984163"/>
                <a:ext cx="11250" cy="5100"/>
              </a:xfrm>
              <a:custGeom>
                <a:rect b="b" l="l" r="r" t="t"/>
                <a:pathLst>
                  <a:path extrusionOk="0" h="204" w="450">
                    <a:moveTo>
                      <a:pt x="209" y="1"/>
                    </a:moveTo>
                    <a:cubicBezTo>
                      <a:pt x="209" y="1"/>
                      <a:pt x="208" y="1"/>
                      <a:pt x="207" y="1"/>
                    </a:cubicBezTo>
                    <a:cubicBezTo>
                      <a:pt x="122" y="1"/>
                      <a:pt x="44" y="47"/>
                      <a:pt x="1" y="114"/>
                    </a:cubicBezTo>
                    <a:cubicBezTo>
                      <a:pt x="5" y="114"/>
                      <a:pt x="11" y="118"/>
                      <a:pt x="14" y="118"/>
                    </a:cubicBezTo>
                    <a:lnTo>
                      <a:pt x="16" y="118"/>
                    </a:lnTo>
                    <a:cubicBezTo>
                      <a:pt x="159" y="155"/>
                      <a:pt x="303" y="181"/>
                      <a:pt x="450" y="203"/>
                    </a:cubicBezTo>
                    <a:cubicBezTo>
                      <a:pt x="432" y="89"/>
                      <a:pt x="331" y="1"/>
                      <a:pt x="2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3"/>
              <p:cNvSpPr/>
              <p:nvPr/>
            </p:nvSpPr>
            <p:spPr>
              <a:xfrm>
                <a:off x="1441925"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3"/>
              <p:cNvSpPr/>
              <p:nvPr/>
            </p:nvSpPr>
            <p:spPr>
              <a:xfrm>
                <a:off x="1443975" y="1002638"/>
                <a:ext cx="10275" cy="12425"/>
              </a:xfrm>
              <a:custGeom>
                <a:rect b="b" l="l" r="r" t="t"/>
                <a:pathLst>
                  <a:path extrusionOk="0" h="497" w="411">
                    <a:moveTo>
                      <a:pt x="162" y="1"/>
                    </a:moveTo>
                    <a:cubicBezTo>
                      <a:pt x="101" y="1"/>
                      <a:pt x="42" y="26"/>
                      <a:pt x="0" y="66"/>
                    </a:cubicBezTo>
                    <a:cubicBezTo>
                      <a:pt x="0" y="199"/>
                      <a:pt x="11" y="328"/>
                      <a:pt x="27" y="457"/>
                    </a:cubicBezTo>
                    <a:cubicBezTo>
                      <a:pt x="67" y="481"/>
                      <a:pt x="114" y="496"/>
                      <a:pt x="162" y="496"/>
                    </a:cubicBezTo>
                    <a:cubicBezTo>
                      <a:pt x="300" y="496"/>
                      <a:pt x="411" y="386"/>
                      <a:pt x="411" y="247"/>
                    </a:cubicBezTo>
                    <a:cubicBezTo>
                      <a:pt x="411" y="112"/>
                      <a:pt x="301" y="3"/>
                      <a:pt x="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3"/>
              <p:cNvSpPr/>
              <p:nvPr/>
            </p:nvSpPr>
            <p:spPr>
              <a:xfrm>
                <a:off x="1332300"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3"/>
              <p:cNvSpPr/>
              <p:nvPr/>
            </p:nvSpPr>
            <p:spPr>
              <a:xfrm>
                <a:off x="13693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3"/>
              <p:cNvSpPr/>
              <p:nvPr/>
            </p:nvSpPr>
            <p:spPr>
              <a:xfrm>
                <a:off x="1369650" y="965638"/>
                <a:ext cx="12025" cy="10725"/>
              </a:xfrm>
              <a:custGeom>
                <a:rect b="b" l="l" r="r" t="t"/>
                <a:pathLst>
                  <a:path extrusionOk="0" h="429" w="481">
                    <a:moveTo>
                      <a:pt x="236" y="1"/>
                    </a:moveTo>
                    <a:cubicBezTo>
                      <a:pt x="235" y="1"/>
                      <a:pt x="235" y="1"/>
                      <a:pt x="234" y="1"/>
                    </a:cubicBezTo>
                    <a:cubicBezTo>
                      <a:pt x="124" y="1"/>
                      <a:pt x="32" y="75"/>
                      <a:pt x="1" y="173"/>
                    </a:cubicBezTo>
                    <a:cubicBezTo>
                      <a:pt x="130" y="266"/>
                      <a:pt x="263" y="351"/>
                      <a:pt x="400" y="428"/>
                    </a:cubicBezTo>
                    <a:cubicBezTo>
                      <a:pt x="450" y="385"/>
                      <a:pt x="481" y="320"/>
                      <a:pt x="481" y="247"/>
                    </a:cubicBezTo>
                    <a:cubicBezTo>
                      <a:pt x="481" y="112"/>
                      <a:pt x="370" y="1"/>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3"/>
              <p:cNvSpPr/>
              <p:nvPr/>
            </p:nvSpPr>
            <p:spPr>
              <a:xfrm>
                <a:off x="136932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3"/>
              <p:cNvSpPr/>
              <p:nvPr/>
            </p:nvSpPr>
            <p:spPr>
              <a:xfrm>
                <a:off x="1404400" y="730388"/>
                <a:ext cx="299650" cy="299550"/>
              </a:xfrm>
              <a:custGeom>
                <a:rect b="b" l="l" r="r" t="t"/>
                <a:pathLst>
                  <a:path extrusionOk="0" h="11982" w="11986">
                    <a:moveTo>
                      <a:pt x="5994" y="0"/>
                    </a:moveTo>
                    <a:cubicBezTo>
                      <a:pt x="5346" y="0"/>
                      <a:pt x="4818" y="526"/>
                      <a:pt x="4818" y="1174"/>
                    </a:cubicBezTo>
                    <a:lnTo>
                      <a:pt x="4818" y="4816"/>
                    </a:lnTo>
                    <a:lnTo>
                      <a:pt x="1176" y="4816"/>
                    </a:lnTo>
                    <a:cubicBezTo>
                      <a:pt x="526" y="4816"/>
                      <a:pt x="0" y="5343"/>
                      <a:pt x="0" y="5991"/>
                    </a:cubicBezTo>
                    <a:cubicBezTo>
                      <a:pt x="0" y="6638"/>
                      <a:pt x="527" y="7164"/>
                      <a:pt x="1176" y="7164"/>
                    </a:cubicBezTo>
                    <a:lnTo>
                      <a:pt x="4818" y="7164"/>
                    </a:lnTo>
                    <a:lnTo>
                      <a:pt x="4818" y="10807"/>
                    </a:lnTo>
                    <a:cubicBezTo>
                      <a:pt x="4818" y="11455"/>
                      <a:pt x="5346" y="11982"/>
                      <a:pt x="5994" y="11982"/>
                    </a:cubicBezTo>
                    <a:cubicBezTo>
                      <a:pt x="6641" y="11982"/>
                      <a:pt x="7167" y="11453"/>
                      <a:pt x="7167" y="10807"/>
                    </a:cubicBezTo>
                    <a:lnTo>
                      <a:pt x="7167" y="7164"/>
                    </a:lnTo>
                    <a:lnTo>
                      <a:pt x="10810" y="7164"/>
                    </a:lnTo>
                    <a:cubicBezTo>
                      <a:pt x="11459" y="7164"/>
                      <a:pt x="11986" y="6638"/>
                      <a:pt x="11986" y="5991"/>
                    </a:cubicBezTo>
                    <a:cubicBezTo>
                      <a:pt x="11986" y="5343"/>
                      <a:pt x="11458" y="4816"/>
                      <a:pt x="10810" y="4816"/>
                    </a:cubicBezTo>
                    <a:lnTo>
                      <a:pt x="7167" y="4816"/>
                    </a:lnTo>
                    <a:lnTo>
                      <a:pt x="7167" y="1174"/>
                    </a:lnTo>
                    <a:cubicBezTo>
                      <a:pt x="7167" y="526"/>
                      <a:pt x="6641"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6" name="Google Shape;3496;p43"/>
            <p:cNvGrpSpPr/>
            <p:nvPr/>
          </p:nvGrpSpPr>
          <p:grpSpPr>
            <a:xfrm rot="-627215">
              <a:off x="7645430" y="3655323"/>
              <a:ext cx="1289802" cy="1247437"/>
              <a:chOff x="-4685648" y="4235468"/>
              <a:chExt cx="778251" cy="752644"/>
            </a:xfrm>
          </p:grpSpPr>
          <p:sp>
            <p:nvSpPr>
              <p:cNvPr id="3497" name="Google Shape;3497;p43"/>
              <p:cNvSpPr/>
              <p:nvPr/>
            </p:nvSpPr>
            <p:spPr>
              <a:xfrm>
                <a:off x="-4685648" y="4235519"/>
                <a:ext cx="772057" cy="752339"/>
              </a:xfrm>
              <a:custGeom>
                <a:rect b="b" l="l" r="r" t="t"/>
                <a:pathLst>
                  <a:path extrusionOk="0" h="7402" w="7596">
                    <a:moveTo>
                      <a:pt x="772" y="5598"/>
                    </a:moveTo>
                    <a:lnTo>
                      <a:pt x="772" y="5627"/>
                    </a:lnTo>
                    <a:lnTo>
                      <a:pt x="772" y="6804"/>
                    </a:lnTo>
                    <a:lnTo>
                      <a:pt x="772" y="6895"/>
                    </a:lnTo>
                    <a:cubicBezTo>
                      <a:pt x="414" y="6895"/>
                      <a:pt x="124" y="6604"/>
                      <a:pt x="124" y="6247"/>
                    </a:cubicBezTo>
                    <a:cubicBezTo>
                      <a:pt x="124" y="5890"/>
                      <a:pt x="414" y="5598"/>
                      <a:pt x="772" y="5598"/>
                    </a:cubicBezTo>
                    <a:close/>
                    <a:moveTo>
                      <a:pt x="1954" y="1"/>
                    </a:moveTo>
                    <a:cubicBezTo>
                      <a:pt x="1806" y="1"/>
                      <a:pt x="1682" y="98"/>
                      <a:pt x="1640" y="231"/>
                    </a:cubicBezTo>
                    <a:lnTo>
                      <a:pt x="1135" y="231"/>
                    </a:lnTo>
                    <a:cubicBezTo>
                      <a:pt x="934" y="231"/>
                      <a:pt x="772" y="393"/>
                      <a:pt x="772" y="594"/>
                    </a:cubicBezTo>
                    <a:lnTo>
                      <a:pt x="772" y="759"/>
                    </a:lnTo>
                    <a:lnTo>
                      <a:pt x="772" y="934"/>
                    </a:lnTo>
                    <a:lnTo>
                      <a:pt x="772" y="1274"/>
                    </a:lnTo>
                    <a:lnTo>
                      <a:pt x="772" y="2450"/>
                    </a:lnTo>
                    <a:lnTo>
                      <a:pt x="772" y="3698"/>
                    </a:lnTo>
                    <a:lnTo>
                      <a:pt x="772" y="4379"/>
                    </a:lnTo>
                    <a:lnTo>
                      <a:pt x="772" y="5478"/>
                    </a:lnTo>
                    <a:cubicBezTo>
                      <a:pt x="346" y="5478"/>
                      <a:pt x="0" y="5823"/>
                      <a:pt x="0" y="6248"/>
                    </a:cubicBezTo>
                    <a:cubicBezTo>
                      <a:pt x="0" y="6672"/>
                      <a:pt x="346" y="7017"/>
                      <a:pt x="772" y="7017"/>
                    </a:cubicBezTo>
                    <a:lnTo>
                      <a:pt x="772" y="7087"/>
                    </a:lnTo>
                    <a:cubicBezTo>
                      <a:pt x="772" y="7262"/>
                      <a:pt x="912" y="7401"/>
                      <a:pt x="1085" y="7401"/>
                    </a:cubicBezTo>
                    <a:lnTo>
                      <a:pt x="5435" y="7401"/>
                    </a:lnTo>
                    <a:cubicBezTo>
                      <a:pt x="5608" y="7401"/>
                      <a:pt x="5748" y="7260"/>
                      <a:pt x="5748" y="7087"/>
                    </a:cubicBezTo>
                    <a:lnTo>
                      <a:pt x="5748" y="5639"/>
                    </a:lnTo>
                    <a:lnTo>
                      <a:pt x="5748" y="5420"/>
                    </a:lnTo>
                    <a:cubicBezTo>
                      <a:pt x="5881" y="5378"/>
                      <a:pt x="5978" y="5253"/>
                      <a:pt x="5978" y="5106"/>
                    </a:cubicBezTo>
                    <a:lnTo>
                      <a:pt x="5978" y="4941"/>
                    </a:lnTo>
                    <a:cubicBezTo>
                      <a:pt x="5978" y="4793"/>
                      <a:pt x="5881" y="4669"/>
                      <a:pt x="5748" y="4627"/>
                    </a:cubicBezTo>
                    <a:lnTo>
                      <a:pt x="5748" y="4346"/>
                    </a:lnTo>
                    <a:cubicBezTo>
                      <a:pt x="5881" y="4305"/>
                      <a:pt x="5978" y="4179"/>
                      <a:pt x="5978" y="4033"/>
                    </a:cubicBezTo>
                    <a:lnTo>
                      <a:pt x="5978" y="3868"/>
                    </a:lnTo>
                    <a:cubicBezTo>
                      <a:pt x="5978" y="3720"/>
                      <a:pt x="5881" y="3596"/>
                      <a:pt x="5748" y="3554"/>
                    </a:cubicBezTo>
                    <a:lnTo>
                      <a:pt x="5748" y="3332"/>
                    </a:lnTo>
                    <a:lnTo>
                      <a:pt x="5748" y="3063"/>
                    </a:lnTo>
                    <a:lnTo>
                      <a:pt x="6329" y="2698"/>
                    </a:lnTo>
                    <a:cubicBezTo>
                      <a:pt x="6345" y="2728"/>
                      <a:pt x="6376" y="2744"/>
                      <a:pt x="6407" y="2744"/>
                    </a:cubicBezTo>
                    <a:cubicBezTo>
                      <a:pt x="6412" y="2744"/>
                      <a:pt x="6417" y="2744"/>
                      <a:pt x="6422" y="2743"/>
                    </a:cubicBezTo>
                    <a:cubicBezTo>
                      <a:pt x="6577" y="2717"/>
                      <a:pt x="7031" y="2623"/>
                      <a:pt x="7419" y="2335"/>
                    </a:cubicBezTo>
                    <a:cubicBezTo>
                      <a:pt x="7497" y="2277"/>
                      <a:pt x="7550" y="2198"/>
                      <a:pt x="7576" y="2112"/>
                    </a:cubicBezTo>
                    <a:lnTo>
                      <a:pt x="7576" y="2113"/>
                    </a:lnTo>
                    <a:cubicBezTo>
                      <a:pt x="7584" y="2089"/>
                      <a:pt x="7589" y="2067"/>
                      <a:pt x="7591" y="2042"/>
                    </a:cubicBezTo>
                    <a:lnTo>
                      <a:pt x="7591" y="2041"/>
                    </a:lnTo>
                    <a:lnTo>
                      <a:pt x="7596" y="2002"/>
                    </a:lnTo>
                    <a:lnTo>
                      <a:pt x="7596" y="1996"/>
                    </a:lnTo>
                    <a:lnTo>
                      <a:pt x="7596" y="1957"/>
                    </a:lnTo>
                    <a:lnTo>
                      <a:pt x="7596" y="1954"/>
                    </a:lnTo>
                    <a:lnTo>
                      <a:pt x="7591" y="1916"/>
                    </a:lnTo>
                    <a:lnTo>
                      <a:pt x="7591" y="1912"/>
                    </a:lnTo>
                    <a:lnTo>
                      <a:pt x="7584" y="1873"/>
                    </a:lnTo>
                    <a:cubicBezTo>
                      <a:pt x="7584" y="1872"/>
                      <a:pt x="7583" y="1871"/>
                      <a:pt x="7583" y="1868"/>
                    </a:cubicBezTo>
                    <a:cubicBezTo>
                      <a:pt x="7575" y="1841"/>
                      <a:pt x="7566" y="1815"/>
                      <a:pt x="7553" y="1790"/>
                    </a:cubicBezTo>
                    <a:cubicBezTo>
                      <a:pt x="7553" y="1789"/>
                      <a:pt x="7552" y="1788"/>
                      <a:pt x="7552" y="1788"/>
                    </a:cubicBezTo>
                    <a:cubicBezTo>
                      <a:pt x="7545" y="1775"/>
                      <a:pt x="7539" y="1763"/>
                      <a:pt x="7532" y="1752"/>
                    </a:cubicBezTo>
                    <a:cubicBezTo>
                      <a:pt x="7529" y="1751"/>
                      <a:pt x="7529" y="1749"/>
                      <a:pt x="7528" y="1748"/>
                    </a:cubicBezTo>
                    <a:cubicBezTo>
                      <a:pt x="7521" y="1737"/>
                      <a:pt x="7513" y="1723"/>
                      <a:pt x="7504" y="1713"/>
                    </a:cubicBezTo>
                    <a:cubicBezTo>
                      <a:pt x="7419" y="1605"/>
                      <a:pt x="7289" y="1547"/>
                      <a:pt x="7158" y="1547"/>
                    </a:cubicBezTo>
                    <a:cubicBezTo>
                      <a:pt x="7117" y="1547"/>
                      <a:pt x="7075" y="1553"/>
                      <a:pt x="7034" y="1565"/>
                    </a:cubicBezTo>
                    <a:cubicBezTo>
                      <a:pt x="6991" y="1578"/>
                      <a:pt x="6948" y="1597"/>
                      <a:pt x="6908" y="1624"/>
                    </a:cubicBezTo>
                    <a:cubicBezTo>
                      <a:pt x="6907" y="1625"/>
                      <a:pt x="6904" y="1627"/>
                      <a:pt x="6903" y="1628"/>
                    </a:cubicBezTo>
                    <a:cubicBezTo>
                      <a:pt x="6895" y="1633"/>
                      <a:pt x="6889" y="1638"/>
                      <a:pt x="6882" y="1645"/>
                    </a:cubicBezTo>
                    <a:cubicBezTo>
                      <a:pt x="6878" y="1648"/>
                      <a:pt x="6876" y="1650"/>
                      <a:pt x="6873" y="1653"/>
                    </a:cubicBezTo>
                    <a:cubicBezTo>
                      <a:pt x="6867" y="1658"/>
                      <a:pt x="6862" y="1663"/>
                      <a:pt x="6857" y="1668"/>
                    </a:cubicBezTo>
                    <a:lnTo>
                      <a:pt x="6848" y="1676"/>
                    </a:lnTo>
                    <a:cubicBezTo>
                      <a:pt x="6841" y="1684"/>
                      <a:pt x="6833" y="1691"/>
                      <a:pt x="6827" y="1699"/>
                    </a:cubicBezTo>
                    <a:cubicBezTo>
                      <a:pt x="6826" y="1700"/>
                      <a:pt x="6825" y="1702"/>
                      <a:pt x="6823" y="1705"/>
                    </a:cubicBezTo>
                    <a:cubicBezTo>
                      <a:pt x="6817" y="1711"/>
                      <a:pt x="6811" y="1718"/>
                      <a:pt x="6806" y="1725"/>
                    </a:cubicBezTo>
                    <a:cubicBezTo>
                      <a:pt x="6805" y="1727"/>
                      <a:pt x="6802" y="1730"/>
                      <a:pt x="6801" y="1732"/>
                    </a:cubicBezTo>
                    <a:lnTo>
                      <a:pt x="6785" y="1756"/>
                    </a:lnTo>
                    <a:cubicBezTo>
                      <a:pt x="6784" y="1757"/>
                      <a:pt x="6783" y="1758"/>
                      <a:pt x="6783" y="1761"/>
                    </a:cubicBezTo>
                    <a:cubicBezTo>
                      <a:pt x="6778" y="1770"/>
                      <a:pt x="6773" y="1780"/>
                      <a:pt x="6768" y="1789"/>
                    </a:cubicBezTo>
                    <a:lnTo>
                      <a:pt x="6764" y="1797"/>
                    </a:lnTo>
                    <a:cubicBezTo>
                      <a:pt x="6760" y="1804"/>
                      <a:pt x="6758" y="1811"/>
                      <a:pt x="6754" y="1819"/>
                    </a:cubicBezTo>
                    <a:cubicBezTo>
                      <a:pt x="6753" y="1823"/>
                      <a:pt x="6752" y="1825"/>
                      <a:pt x="6750" y="1829"/>
                    </a:cubicBezTo>
                    <a:lnTo>
                      <a:pt x="6743" y="1852"/>
                    </a:lnTo>
                    <a:lnTo>
                      <a:pt x="6739" y="1868"/>
                    </a:lnTo>
                    <a:cubicBezTo>
                      <a:pt x="6738" y="1875"/>
                      <a:pt x="6735" y="1880"/>
                      <a:pt x="6734" y="1886"/>
                    </a:cubicBezTo>
                    <a:cubicBezTo>
                      <a:pt x="6733" y="1891"/>
                      <a:pt x="6732" y="1898"/>
                      <a:pt x="6730" y="1903"/>
                    </a:cubicBezTo>
                    <a:cubicBezTo>
                      <a:pt x="6729" y="1907"/>
                      <a:pt x="6729" y="1911"/>
                      <a:pt x="6729" y="1914"/>
                    </a:cubicBezTo>
                    <a:cubicBezTo>
                      <a:pt x="6717" y="1989"/>
                      <a:pt x="6723" y="2068"/>
                      <a:pt x="6752" y="2141"/>
                    </a:cubicBezTo>
                    <a:cubicBezTo>
                      <a:pt x="6778" y="2208"/>
                      <a:pt x="6754" y="2285"/>
                      <a:pt x="6697" y="2329"/>
                    </a:cubicBezTo>
                    <a:lnTo>
                      <a:pt x="6361" y="2578"/>
                    </a:lnTo>
                    <a:cubicBezTo>
                      <a:pt x="6329" y="2602"/>
                      <a:pt x="6312" y="2645"/>
                      <a:pt x="6325" y="2682"/>
                    </a:cubicBezTo>
                    <a:cubicBezTo>
                      <a:pt x="6228" y="2718"/>
                      <a:pt x="6035" y="2806"/>
                      <a:pt x="5752" y="3007"/>
                    </a:cubicBezTo>
                    <a:lnTo>
                      <a:pt x="5752" y="2285"/>
                    </a:lnTo>
                    <a:cubicBezTo>
                      <a:pt x="6018" y="2123"/>
                      <a:pt x="6141" y="1955"/>
                      <a:pt x="6193" y="1867"/>
                    </a:cubicBezTo>
                    <a:cubicBezTo>
                      <a:pt x="6206" y="1872"/>
                      <a:pt x="6219" y="1875"/>
                      <a:pt x="6232" y="1875"/>
                    </a:cubicBezTo>
                    <a:cubicBezTo>
                      <a:pt x="6256" y="1875"/>
                      <a:pt x="6279" y="1866"/>
                      <a:pt x="6296" y="1849"/>
                    </a:cubicBezTo>
                    <a:cubicBezTo>
                      <a:pt x="6408" y="1738"/>
                      <a:pt x="6721" y="1396"/>
                      <a:pt x="6869" y="937"/>
                    </a:cubicBezTo>
                    <a:cubicBezTo>
                      <a:pt x="6899" y="844"/>
                      <a:pt x="6897" y="748"/>
                      <a:pt x="6867" y="663"/>
                    </a:cubicBezTo>
                    <a:lnTo>
                      <a:pt x="6867" y="663"/>
                    </a:lnTo>
                    <a:lnTo>
                      <a:pt x="6868" y="664"/>
                    </a:lnTo>
                    <a:cubicBezTo>
                      <a:pt x="6861" y="642"/>
                      <a:pt x="6851" y="619"/>
                      <a:pt x="6840" y="597"/>
                    </a:cubicBezTo>
                    <a:cubicBezTo>
                      <a:pt x="6840" y="597"/>
                      <a:pt x="6840" y="596"/>
                      <a:pt x="6838" y="596"/>
                    </a:cubicBezTo>
                    <a:cubicBezTo>
                      <a:pt x="6832" y="585"/>
                      <a:pt x="6826" y="572"/>
                      <a:pt x="6817" y="562"/>
                    </a:cubicBezTo>
                    <a:cubicBezTo>
                      <a:pt x="6816" y="561"/>
                      <a:pt x="6815" y="559"/>
                      <a:pt x="6814" y="557"/>
                    </a:cubicBezTo>
                    <a:cubicBezTo>
                      <a:pt x="6806" y="547"/>
                      <a:pt x="6799" y="535"/>
                      <a:pt x="6791" y="526"/>
                    </a:cubicBezTo>
                    <a:lnTo>
                      <a:pt x="6790" y="525"/>
                    </a:lnTo>
                    <a:cubicBezTo>
                      <a:pt x="6781" y="515"/>
                      <a:pt x="6773" y="505"/>
                      <a:pt x="6764" y="497"/>
                    </a:cubicBezTo>
                    <a:lnTo>
                      <a:pt x="6761" y="494"/>
                    </a:lnTo>
                    <a:cubicBezTo>
                      <a:pt x="6752" y="485"/>
                      <a:pt x="6742" y="476"/>
                      <a:pt x="6732" y="467"/>
                    </a:cubicBezTo>
                    <a:cubicBezTo>
                      <a:pt x="6730" y="466"/>
                      <a:pt x="6729" y="464"/>
                      <a:pt x="6728" y="464"/>
                    </a:cubicBezTo>
                    <a:cubicBezTo>
                      <a:pt x="6706" y="448"/>
                      <a:pt x="6683" y="431"/>
                      <a:pt x="6657" y="418"/>
                    </a:cubicBezTo>
                    <a:cubicBezTo>
                      <a:pt x="6656" y="418"/>
                      <a:pt x="6656" y="417"/>
                      <a:pt x="6655" y="417"/>
                    </a:cubicBezTo>
                    <a:cubicBezTo>
                      <a:pt x="6642" y="410"/>
                      <a:pt x="6631" y="404"/>
                      <a:pt x="6618" y="399"/>
                    </a:cubicBezTo>
                    <a:cubicBezTo>
                      <a:pt x="6616" y="399"/>
                      <a:pt x="6615" y="397"/>
                      <a:pt x="6614" y="397"/>
                    </a:cubicBezTo>
                    <a:cubicBezTo>
                      <a:pt x="6601" y="392"/>
                      <a:pt x="6587" y="387"/>
                      <a:pt x="6573" y="384"/>
                    </a:cubicBezTo>
                    <a:cubicBezTo>
                      <a:pt x="6533" y="372"/>
                      <a:pt x="6493" y="366"/>
                      <a:pt x="6454" y="366"/>
                    </a:cubicBezTo>
                    <a:cubicBezTo>
                      <a:pt x="6318" y="366"/>
                      <a:pt x="6187" y="431"/>
                      <a:pt x="6103" y="538"/>
                    </a:cubicBezTo>
                    <a:cubicBezTo>
                      <a:pt x="6074" y="573"/>
                      <a:pt x="6052" y="614"/>
                      <a:pt x="6036" y="659"/>
                    </a:cubicBezTo>
                    <a:cubicBezTo>
                      <a:pt x="6035" y="662"/>
                      <a:pt x="6035" y="663"/>
                      <a:pt x="6035" y="665"/>
                    </a:cubicBezTo>
                    <a:cubicBezTo>
                      <a:pt x="6032" y="675"/>
                      <a:pt x="6030" y="682"/>
                      <a:pt x="6027" y="691"/>
                    </a:cubicBezTo>
                    <a:cubicBezTo>
                      <a:pt x="6026" y="695"/>
                      <a:pt x="6025" y="699"/>
                      <a:pt x="6025" y="702"/>
                    </a:cubicBezTo>
                    <a:cubicBezTo>
                      <a:pt x="6023" y="711"/>
                      <a:pt x="6021" y="719"/>
                      <a:pt x="6020" y="726"/>
                    </a:cubicBezTo>
                    <a:cubicBezTo>
                      <a:pt x="6020" y="730"/>
                      <a:pt x="6018" y="732"/>
                      <a:pt x="6018" y="737"/>
                    </a:cubicBezTo>
                    <a:cubicBezTo>
                      <a:pt x="6017" y="747"/>
                      <a:pt x="6016" y="758"/>
                      <a:pt x="6014" y="769"/>
                    </a:cubicBezTo>
                    <a:lnTo>
                      <a:pt x="6014" y="775"/>
                    </a:lnTo>
                    <a:cubicBezTo>
                      <a:pt x="6014" y="784"/>
                      <a:pt x="6012" y="793"/>
                      <a:pt x="6012" y="803"/>
                    </a:cubicBezTo>
                    <a:lnTo>
                      <a:pt x="6012" y="811"/>
                    </a:lnTo>
                    <a:cubicBezTo>
                      <a:pt x="6012" y="820"/>
                      <a:pt x="6012" y="829"/>
                      <a:pt x="6014" y="839"/>
                    </a:cubicBezTo>
                    <a:lnTo>
                      <a:pt x="6014" y="844"/>
                    </a:lnTo>
                    <a:cubicBezTo>
                      <a:pt x="6016" y="854"/>
                      <a:pt x="6017" y="866"/>
                      <a:pt x="6018" y="876"/>
                    </a:cubicBezTo>
                    <a:cubicBezTo>
                      <a:pt x="6018" y="878"/>
                      <a:pt x="6020" y="882"/>
                      <a:pt x="6020" y="885"/>
                    </a:cubicBezTo>
                    <a:cubicBezTo>
                      <a:pt x="6021" y="892"/>
                      <a:pt x="6022" y="901"/>
                      <a:pt x="6025" y="908"/>
                    </a:cubicBezTo>
                    <a:cubicBezTo>
                      <a:pt x="6026" y="912"/>
                      <a:pt x="6026" y="916"/>
                      <a:pt x="6027" y="918"/>
                    </a:cubicBezTo>
                    <a:cubicBezTo>
                      <a:pt x="6030" y="926"/>
                      <a:pt x="6032" y="934"/>
                      <a:pt x="6035" y="943"/>
                    </a:cubicBezTo>
                    <a:cubicBezTo>
                      <a:pt x="6036" y="948"/>
                      <a:pt x="6038" y="953"/>
                      <a:pt x="6040" y="958"/>
                    </a:cubicBezTo>
                    <a:cubicBezTo>
                      <a:pt x="6042" y="965"/>
                      <a:pt x="6043" y="970"/>
                      <a:pt x="6046" y="976"/>
                    </a:cubicBezTo>
                    <a:lnTo>
                      <a:pt x="6054" y="991"/>
                    </a:lnTo>
                    <a:cubicBezTo>
                      <a:pt x="6056" y="996"/>
                      <a:pt x="6058" y="999"/>
                      <a:pt x="6059" y="1002"/>
                    </a:cubicBezTo>
                    <a:cubicBezTo>
                      <a:pt x="6093" y="1071"/>
                      <a:pt x="6145" y="1130"/>
                      <a:pt x="6211" y="1172"/>
                    </a:cubicBezTo>
                    <a:cubicBezTo>
                      <a:pt x="6270" y="1212"/>
                      <a:pt x="6295" y="1288"/>
                      <a:pt x="6274" y="1357"/>
                    </a:cubicBezTo>
                    <a:lnTo>
                      <a:pt x="6146" y="1754"/>
                    </a:lnTo>
                    <a:cubicBezTo>
                      <a:pt x="6135" y="1788"/>
                      <a:pt x="6141" y="1825"/>
                      <a:pt x="6166" y="1851"/>
                    </a:cubicBezTo>
                    <a:lnTo>
                      <a:pt x="5752" y="2178"/>
                    </a:lnTo>
                    <a:lnTo>
                      <a:pt x="5752" y="594"/>
                    </a:lnTo>
                    <a:cubicBezTo>
                      <a:pt x="5752" y="393"/>
                      <a:pt x="5589" y="231"/>
                      <a:pt x="5388" y="231"/>
                    </a:cubicBezTo>
                    <a:lnTo>
                      <a:pt x="3479" y="231"/>
                    </a:lnTo>
                    <a:cubicBezTo>
                      <a:pt x="3438" y="98"/>
                      <a:pt x="3313" y="1"/>
                      <a:pt x="3166" y="1"/>
                    </a:cubicBezTo>
                    <a:lnTo>
                      <a:pt x="3001" y="1"/>
                    </a:lnTo>
                    <a:cubicBezTo>
                      <a:pt x="2853" y="1"/>
                      <a:pt x="2730" y="98"/>
                      <a:pt x="2687" y="231"/>
                    </a:cubicBezTo>
                    <a:lnTo>
                      <a:pt x="2431" y="231"/>
                    </a:lnTo>
                    <a:cubicBezTo>
                      <a:pt x="2390" y="98"/>
                      <a:pt x="2265" y="1"/>
                      <a:pt x="2119"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3"/>
              <p:cNvSpPr/>
              <p:nvPr/>
            </p:nvSpPr>
            <p:spPr>
              <a:xfrm>
                <a:off x="-4138220" y="4418727"/>
                <a:ext cx="84971" cy="67387"/>
              </a:xfrm>
              <a:custGeom>
                <a:rect b="b" l="l" r="r" t="t"/>
                <a:pathLst>
                  <a:path extrusionOk="0" fill="none" h="663" w="836">
                    <a:moveTo>
                      <a:pt x="836" y="1"/>
                    </a:moveTo>
                    <a:cubicBezTo>
                      <a:pt x="836" y="1"/>
                      <a:pt x="705" y="389"/>
                      <a:pt x="0" y="662"/>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3"/>
              <p:cNvSpPr/>
              <p:nvPr/>
            </p:nvSpPr>
            <p:spPr>
              <a:xfrm>
                <a:off x="-4079473" y="4272771"/>
                <a:ext cx="99302" cy="153680"/>
              </a:xfrm>
              <a:custGeom>
                <a:rect b="b" l="l" r="r" t="t"/>
                <a:pathLst>
                  <a:path extrusionOk="0" h="1512" w="977">
                    <a:moveTo>
                      <a:pt x="486" y="0"/>
                    </a:moveTo>
                    <a:cubicBezTo>
                      <a:pt x="305" y="0"/>
                      <a:pt x="132" y="115"/>
                      <a:pt x="69" y="292"/>
                    </a:cubicBezTo>
                    <a:cubicBezTo>
                      <a:pt x="1" y="488"/>
                      <a:pt x="78" y="697"/>
                      <a:pt x="242" y="805"/>
                    </a:cubicBezTo>
                    <a:cubicBezTo>
                      <a:pt x="302" y="845"/>
                      <a:pt x="327" y="921"/>
                      <a:pt x="305" y="990"/>
                    </a:cubicBezTo>
                    <a:lnTo>
                      <a:pt x="177" y="1387"/>
                    </a:lnTo>
                    <a:cubicBezTo>
                      <a:pt x="165" y="1427"/>
                      <a:pt x="176" y="1473"/>
                      <a:pt x="211" y="1495"/>
                    </a:cubicBezTo>
                    <a:cubicBezTo>
                      <a:pt x="227" y="1506"/>
                      <a:pt x="245" y="1512"/>
                      <a:pt x="263" y="1512"/>
                    </a:cubicBezTo>
                    <a:cubicBezTo>
                      <a:pt x="287" y="1512"/>
                      <a:pt x="311" y="1502"/>
                      <a:pt x="327" y="1485"/>
                    </a:cubicBezTo>
                    <a:cubicBezTo>
                      <a:pt x="439" y="1375"/>
                      <a:pt x="751" y="1032"/>
                      <a:pt x="900" y="573"/>
                    </a:cubicBezTo>
                    <a:cubicBezTo>
                      <a:pt x="976" y="339"/>
                      <a:pt x="843" y="87"/>
                      <a:pt x="606" y="18"/>
                    </a:cubicBezTo>
                    <a:cubicBezTo>
                      <a:pt x="566" y="6"/>
                      <a:pt x="526" y="0"/>
                      <a:pt x="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3"/>
              <p:cNvSpPr/>
              <p:nvPr/>
            </p:nvSpPr>
            <p:spPr>
              <a:xfrm>
                <a:off x="-4077745" y="4272872"/>
                <a:ext cx="89646" cy="70741"/>
              </a:xfrm>
              <a:custGeom>
                <a:rect b="b" l="l" r="r" t="t"/>
                <a:pathLst>
                  <a:path extrusionOk="0" h="696" w="882">
                    <a:moveTo>
                      <a:pt x="467" y="0"/>
                    </a:moveTo>
                    <a:cubicBezTo>
                      <a:pt x="286" y="0"/>
                      <a:pt x="114" y="115"/>
                      <a:pt x="51" y="292"/>
                    </a:cubicBezTo>
                    <a:cubicBezTo>
                      <a:pt x="0" y="435"/>
                      <a:pt x="27" y="584"/>
                      <a:pt x="110" y="696"/>
                    </a:cubicBezTo>
                    <a:cubicBezTo>
                      <a:pt x="81" y="607"/>
                      <a:pt x="79" y="507"/>
                      <a:pt x="113" y="411"/>
                    </a:cubicBezTo>
                    <a:cubicBezTo>
                      <a:pt x="175" y="234"/>
                      <a:pt x="348" y="119"/>
                      <a:pt x="528" y="119"/>
                    </a:cubicBezTo>
                    <a:cubicBezTo>
                      <a:pt x="568" y="119"/>
                      <a:pt x="609" y="124"/>
                      <a:pt x="649" y="136"/>
                    </a:cubicBezTo>
                    <a:cubicBezTo>
                      <a:pt x="747" y="166"/>
                      <a:pt x="826" y="225"/>
                      <a:pt x="882" y="301"/>
                    </a:cubicBezTo>
                    <a:cubicBezTo>
                      <a:pt x="837" y="169"/>
                      <a:pt x="732" y="60"/>
                      <a:pt x="588" y="18"/>
                    </a:cubicBezTo>
                    <a:cubicBezTo>
                      <a:pt x="548" y="6"/>
                      <a:pt x="507" y="0"/>
                      <a:pt x="4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3"/>
              <p:cNvSpPr/>
              <p:nvPr/>
            </p:nvSpPr>
            <p:spPr>
              <a:xfrm>
                <a:off x="-4138220" y="4506139"/>
                <a:ext cx="102453" cy="64135"/>
              </a:xfrm>
              <a:custGeom>
                <a:rect b="b" l="l" r="r" t="t"/>
                <a:pathLst>
                  <a:path extrusionOk="0" fill="none" h="631" w="1008">
                    <a:moveTo>
                      <a:pt x="1007" y="0"/>
                    </a:moveTo>
                    <a:cubicBezTo>
                      <a:pt x="1007" y="0"/>
                      <a:pt x="656" y="74"/>
                      <a:pt x="0" y="631"/>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3"/>
              <p:cNvSpPr/>
              <p:nvPr/>
            </p:nvSpPr>
            <p:spPr>
              <a:xfrm>
                <a:off x="-4044712" y="4393012"/>
                <a:ext cx="137316" cy="121866"/>
              </a:xfrm>
              <a:custGeom>
                <a:rect b="b" l="l" r="r" t="t"/>
                <a:pathLst>
                  <a:path extrusionOk="0" h="1199" w="1351">
                    <a:moveTo>
                      <a:pt x="849" y="0"/>
                    </a:moveTo>
                    <a:cubicBezTo>
                      <a:pt x="763" y="0"/>
                      <a:pt x="675" y="26"/>
                      <a:pt x="601" y="78"/>
                    </a:cubicBezTo>
                    <a:cubicBezTo>
                      <a:pt x="430" y="197"/>
                      <a:pt x="371" y="412"/>
                      <a:pt x="442" y="595"/>
                    </a:cubicBezTo>
                    <a:cubicBezTo>
                      <a:pt x="468" y="662"/>
                      <a:pt x="444" y="739"/>
                      <a:pt x="387" y="782"/>
                    </a:cubicBezTo>
                    <a:lnTo>
                      <a:pt x="51" y="1031"/>
                    </a:lnTo>
                    <a:cubicBezTo>
                      <a:pt x="18" y="1055"/>
                      <a:pt x="1" y="1100"/>
                      <a:pt x="15" y="1138"/>
                    </a:cubicBezTo>
                    <a:cubicBezTo>
                      <a:pt x="29" y="1176"/>
                      <a:pt x="64" y="1199"/>
                      <a:pt x="102" y="1199"/>
                    </a:cubicBezTo>
                    <a:cubicBezTo>
                      <a:pt x="107" y="1199"/>
                      <a:pt x="112" y="1199"/>
                      <a:pt x="116" y="1198"/>
                    </a:cubicBezTo>
                    <a:cubicBezTo>
                      <a:pt x="271" y="1172"/>
                      <a:pt x="725" y="1077"/>
                      <a:pt x="1113" y="790"/>
                    </a:cubicBezTo>
                    <a:cubicBezTo>
                      <a:pt x="1311" y="644"/>
                      <a:pt x="1350" y="361"/>
                      <a:pt x="1197" y="167"/>
                    </a:cubicBezTo>
                    <a:cubicBezTo>
                      <a:pt x="1112" y="58"/>
                      <a:pt x="981" y="0"/>
                      <a:pt x="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3"/>
              <p:cNvSpPr/>
              <p:nvPr/>
            </p:nvSpPr>
            <p:spPr>
              <a:xfrm>
                <a:off x="-4002837" y="4393012"/>
                <a:ext cx="91476" cy="57935"/>
              </a:xfrm>
              <a:custGeom>
                <a:rect b="b" l="l" r="r" t="t"/>
                <a:pathLst>
                  <a:path extrusionOk="0" h="570" w="900">
                    <a:moveTo>
                      <a:pt x="437" y="0"/>
                    </a:moveTo>
                    <a:cubicBezTo>
                      <a:pt x="350" y="0"/>
                      <a:pt x="263" y="25"/>
                      <a:pt x="189" y="77"/>
                    </a:cubicBezTo>
                    <a:cubicBezTo>
                      <a:pt x="66" y="164"/>
                      <a:pt x="0" y="301"/>
                      <a:pt x="1" y="440"/>
                    </a:cubicBezTo>
                    <a:cubicBezTo>
                      <a:pt x="29" y="350"/>
                      <a:pt x="86" y="269"/>
                      <a:pt x="170" y="210"/>
                    </a:cubicBezTo>
                    <a:cubicBezTo>
                      <a:pt x="244" y="158"/>
                      <a:pt x="331" y="133"/>
                      <a:pt x="418" y="133"/>
                    </a:cubicBezTo>
                    <a:cubicBezTo>
                      <a:pt x="549" y="133"/>
                      <a:pt x="680" y="191"/>
                      <a:pt x="764" y="299"/>
                    </a:cubicBezTo>
                    <a:cubicBezTo>
                      <a:pt x="827" y="380"/>
                      <a:pt x="858" y="474"/>
                      <a:pt x="858" y="569"/>
                    </a:cubicBezTo>
                    <a:cubicBezTo>
                      <a:pt x="899" y="436"/>
                      <a:pt x="878" y="286"/>
                      <a:pt x="785" y="167"/>
                    </a:cubicBezTo>
                    <a:cubicBezTo>
                      <a:pt x="700" y="58"/>
                      <a:pt x="569" y="0"/>
                      <a:pt x="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3"/>
              <p:cNvSpPr/>
              <p:nvPr/>
            </p:nvSpPr>
            <p:spPr>
              <a:xfrm>
                <a:off x="-4124804" y="4595583"/>
                <a:ext cx="46856" cy="83650"/>
              </a:xfrm>
              <a:custGeom>
                <a:rect b="b" l="l" r="r" t="t"/>
                <a:pathLst>
                  <a:path extrusionOk="0" h="823" w="461">
                    <a:moveTo>
                      <a:pt x="0" y="1"/>
                    </a:moveTo>
                    <a:lnTo>
                      <a:pt x="0" y="822"/>
                    </a:lnTo>
                    <a:lnTo>
                      <a:pt x="132" y="822"/>
                    </a:lnTo>
                    <a:cubicBezTo>
                      <a:pt x="313" y="822"/>
                      <a:pt x="460" y="676"/>
                      <a:pt x="460" y="495"/>
                    </a:cubicBezTo>
                    <a:lnTo>
                      <a:pt x="460" y="329"/>
                    </a:lnTo>
                    <a:cubicBezTo>
                      <a:pt x="460" y="147"/>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3"/>
              <p:cNvSpPr/>
              <p:nvPr/>
            </p:nvSpPr>
            <p:spPr>
              <a:xfrm>
                <a:off x="-4520891" y="4235468"/>
                <a:ext cx="83650" cy="46754"/>
              </a:xfrm>
              <a:custGeom>
                <a:rect b="b" l="l" r="r" t="t"/>
                <a:pathLst>
                  <a:path extrusionOk="0" h="460" w="823">
                    <a:moveTo>
                      <a:pt x="328" y="1"/>
                    </a:moveTo>
                    <a:cubicBezTo>
                      <a:pt x="147" y="1"/>
                      <a:pt x="0" y="148"/>
                      <a:pt x="0" y="328"/>
                    </a:cubicBezTo>
                    <a:lnTo>
                      <a:pt x="0" y="460"/>
                    </a:lnTo>
                    <a:lnTo>
                      <a:pt x="823" y="460"/>
                    </a:lnTo>
                    <a:lnTo>
                      <a:pt x="823" y="329"/>
                    </a:lnTo>
                    <a:cubicBezTo>
                      <a:pt x="823" y="148"/>
                      <a:pt x="675" y="1"/>
                      <a:pt x="495" y="1"/>
                    </a:cubicBezTo>
                    <a:lnTo>
                      <a:pt x="330" y="1"/>
                    </a:lnTo>
                    <a:cubicBezTo>
                      <a:pt x="329" y="1"/>
                      <a:pt x="328"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3"/>
              <p:cNvSpPr/>
              <p:nvPr/>
            </p:nvSpPr>
            <p:spPr>
              <a:xfrm>
                <a:off x="-4414577" y="4235468"/>
                <a:ext cx="83650" cy="46754"/>
              </a:xfrm>
              <a:custGeom>
                <a:rect b="b" l="l" r="r" t="t"/>
                <a:pathLst>
                  <a:path extrusionOk="0" h="460" w="823">
                    <a:moveTo>
                      <a:pt x="328" y="1"/>
                    </a:moveTo>
                    <a:cubicBezTo>
                      <a:pt x="147" y="1"/>
                      <a:pt x="1" y="148"/>
                      <a:pt x="1" y="328"/>
                    </a:cubicBezTo>
                    <a:lnTo>
                      <a:pt x="1" y="460"/>
                    </a:lnTo>
                    <a:lnTo>
                      <a:pt x="822" y="460"/>
                    </a:lnTo>
                    <a:lnTo>
                      <a:pt x="822" y="329"/>
                    </a:lnTo>
                    <a:cubicBezTo>
                      <a:pt x="822" y="148"/>
                      <a:pt x="676" y="1"/>
                      <a:pt x="495" y="1"/>
                    </a:cubicBezTo>
                    <a:lnTo>
                      <a:pt x="330" y="1"/>
                    </a:lnTo>
                    <a:cubicBezTo>
                      <a:pt x="329" y="1"/>
                      <a:pt x="329"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3"/>
              <p:cNvSpPr/>
              <p:nvPr/>
            </p:nvSpPr>
            <p:spPr>
              <a:xfrm>
                <a:off x="-4124804" y="4704644"/>
                <a:ext cx="46856" cy="83650"/>
              </a:xfrm>
              <a:custGeom>
                <a:rect b="b" l="l" r="r" t="t"/>
                <a:pathLst>
                  <a:path extrusionOk="0" h="823" w="461">
                    <a:moveTo>
                      <a:pt x="0" y="1"/>
                    </a:moveTo>
                    <a:lnTo>
                      <a:pt x="0" y="822"/>
                    </a:lnTo>
                    <a:lnTo>
                      <a:pt x="132" y="822"/>
                    </a:lnTo>
                    <a:cubicBezTo>
                      <a:pt x="313" y="822"/>
                      <a:pt x="460" y="676"/>
                      <a:pt x="460" y="495"/>
                    </a:cubicBezTo>
                    <a:lnTo>
                      <a:pt x="460" y="330"/>
                    </a:lnTo>
                    <a:cubicBezTo>
                      <a:pt x="460" y="146"/>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3"/>
              <p:cNvSpPr/>
              <p:nvPr/>
            </p:nvSpPr>
            <p:spPr>
              <a:xfrm>
                <a:off x="-4685648" y="4792055"/>
                <a:ext cx="156831" cy="156932"/>
              </a:xfrm>
              <a:custGeom>
                <a:rect b="b" l="l" r="r" t="t"/>
                <a:pathLst>
                  <a:path extrusionOk="0" h="1544" w="1543">
                    <a:moveTo>
                      <a:pt x="772" y="124"/>
                    </a:moveTo>
                    <a:cubicBezTo>
                      <a:pt x="1129" y="124"/>
                      <a:pt x="1419" y="415"/>
                      <a:pt x="1419" y="772"/>
                    </a:cubicBezTo>
                    <a:cubicBezTo>
                      <a:pt x="1419" y="1130"/>
                      <a:pt x="1129" y="1420"/>
                      <a:pt x="772" y="1420"/>
                    </a:cubicBezTo>
                    <a:cubicBezTo>
                      <a:pt x="414" y="1420"/>
                      <a:pt x="124" y="1130"/>
                      <a:pt x="124" y="772"/>
                    </a:cubicBezTo>
                    <a:cubicBezTo>
                      <a:pt x="124" y="415"/>
                      <a:pt x="414" y="124"/>
                      <a:pt x="772" y="124"/>
                    </a:cubicBezTo>
                    <a:close/>
                    <a:moveTo>
                      <a:pt x="772" y="1"/>
                    </a:moveTo>
                    <a:cubicBezTo>
                      <a:pt x="346" y="1"/>
                      <a:pt x="0" y="346"/>
                      <a:pt x="0" y="772"/>
                    </a:cubicBezTo>
                    <a:cubicBezTo>
                      <a:pt x="0" y="1198"/>
                      <a:pt x="346" y="1543"/>
                      <a:pt x="772" y="1543"/>
                    </a:cubicBezTo>
                    <a:cubicBezTo>
                      <a:pt x="1196" y="1543"/>
                      <a:pt x="1543" y="1199"/>
                      <a:pt x="1543" y="772"/>
                    </a:cubicBezTo>
                    <a:cubicBezTo>
                      <a:pt x="1543" y="346"/>
                      <a:pt x="1197" y="1"/>
                      <a:pt x="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3"/>
              <p:cNvSpPr/>
              <p:nvPr/>
            </p:nvSpPr>
            <p:spPr>
              <a:xfrm>
                <a:off x="-4607284" y="4258846"/>
                <a:ext cx="505964" cy="729267"/>
              </a:xfrm>
              <a:custGeom>
                <a:rect b="b" l="l" r="r" t="t"/>
                <a:pathLst>
                  <a:path extrusionOk="0" h="7175" w="4978">
                    <a:moveTo>
                      <a:pt x="4616" y="1"/>
                    </a:moveTo>
                    <a:cubicBezTo>
                      <a:pt x="4615" y="1"/>
                      <a:pt x="4615" y="1"/>
                      <a:pt x="4614" y="1"/>
                    </a:cubicBezTo>
                    <a:lnTo>
                      <a:pt x="364" y="1"/>
                    </a:lnTo>
                    <a:cubicBezTo>
                      <a:pt x="163" y="1"/>
                      <a:pt x="1" y="163"/>
                      <a:pt x="1" y="364"/>
                    </a:cubicBezTo>
                    <a:lnTo>
                      <a:pt x="1" y="6861"/>
                    </a:lnTo>
                    <a:cubicBezTo>
                      <a:pt x="1" y="7034"/>
                      <a:pt x="141" y="7174"/>
                      <a:pt x="314" y="7174"/>
                    </a:cubicBezTo>
                    <a:lnTo>
                      <a:pt x="4664" y="7174"/>
                    </a:lnTo>
                    <a:cubicBezTo>
                      <a:pt x="4837" y="7174"/>
                      <a:pt x="4977" y="7034"/>
                      <a:pt x="4977" y="6861"/>
                    </a:cubicBezTo>
                    <a:lnTo>
                      <a:pt x="4977" y="363"/>
                    </a:lnTo>
                    <a:cubicBezTo>
                      <a:pt x="4977" y="164"/>
                      <a:pt x="4814" y="1"/>
                      <a:pt x="4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3"/>
              <p:cNvSpPr/>
              <p:nvPr/>
            </p:nvSpPr>
            <p:spPr>
              <a:xfrm>
                <a:off x="-4607386" y="4312614"/>
                <a:ext cx="506066" cy="17787"/>
              </a:xfrm>
              <a:custGeom>
                <a:rect b="b" l="l" r="r" t="t"/>
                <a:pathLst>
                  <a:path extrusionOk="0" h="175" w="4979">
                    <a:moveTo>
                      <a:pt x="1" y="0"/>
                    </a:moveTo>
                    <a:lnTo>
                      <a:pt x="1" y="175"/>
                    </a:lnTo>
                    <a:lnTo>
                      <a:pt x="4978" y="175"/>
                    </a:lnTo>
                    <a:lnTo>
                      <a:pt x="49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3"/>
              <p:cNvSpPr/>
              <p:nvPr/>
            </p:nvSpPr>
            <p:spPr>
              <a:xfrm>
                <a:off x="-4119823" y="4574645"/>
                <a:ext cx="18498" cy="234280"/>
              </a:xfrm>
              <a:custGeom>
                <a:rect b="b" l="l" r="r" t="t"/>
                <a:pathLst>
                  <a:path extrusionOk="0" h="2305" w="182">
                    <a:moveTo>
                      <a:pt x="181" y="0"/>
                    </a:moveTo>
                    <a:cubicBezTo>
                      <a:pt x="79" y="12"/>
                      <a:pt x="1" y="98"/>
                      <a:pt x="1" y="203"/>
                    </a:cubicBezTo>
                    <a:lnTo>
                      <a:pt x="1" y="2101"/>
                    </a:lnTo>
                    <a:cubicBezTo>
                      <a:pt x="1" y="2206"/>
                      <a:pt x="79" y="2293"/>
                      <a:pt x="181" y="2305"/>
                    </a:cubicBezTo>
                    <a:lnTo>
                      <a:pt x="1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3"/>
              <p:cNvSpPr/>
              <p:nvPr/>
            </p:nvSpPr>
            <p:spPr>
              <a:xfrm>
                <a:off x="-4607386" y="4364959"/>
                <a:ext cx="436239" cy="562171"/>
              </a:xfrm>
              <a:custGeom>
                <a:rect b="b" l="l" r="r" t="t"/>
                <a:pathLst>
                  <a:path extrusionOk="0" h="5531" w="4292">
                    <a:moveTo>
                      <a:pt x="1" y="0"/>
                    </a:moveTo>
                    <a:lnTo>
                      <a:pt x="1" y="5531"/>
                    </a:lnTo>
                    <a:lnTo>
                      <a:pt x="3911" y="5531"/>
                    </a:lnTo>
                    <a:cubicBezTo>
                      <a:pt x="4122" y="5531"/>
                      <a:pt x="4292" y="5360"/>
                      <a:pt x="4292" y="5150"/>
                    </a:cubicBezTo>
                    <a:lnTo>
                      <a:pt x="4292" y="381"/>
                    </a:lnTo>
                    <a:cubicBezTo>
                      <a:pt x="4292" y="170"/>
                      <a:pt x="4121" y="0"/>
                      <a:pt x="39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3"/>
              <p:cNvSpPr/>
              <p:nvPr/>
            </p:nvSpPr>
            <p:spPr>
              <a:xfrm>
                <a:off x="-4484199" y="4421573"/>
                <a:ext cx="189864" cy="449046"/>
              </a:xfrm>
              <a:custGeom>
                <a:rect b="b" l="l" r="r" t="t"/>
                <a:pathLst>
                  <a:path extrusionOk="0" h="4418" w="1868">
                    <a:moveTo>
                      <a:pt x="1571" y="0"/>
                    </a:moveTo>
                    <a:cubicBezTo>
                      <a:pt x="1570" y="0"/>
                      <a:pt x="1570" y="0"/>
                      <a:pt x="1569" y="0"/>
                    </a:cubicBezTo>
                    <a:lnTo>
                      <a:pt x="299" y="0"/>
                    </a:lnTo>
                    <a:cubicBezTo>
                      <a:pt x="134" y="0"/>
                      <a:pt x="0" y="134"/>
                      <a:pt x="0" y="299"/>
                    </a:cubicBezTo>
                    <a:lnTo>
                      <a:pt x="0" y="4119"/>
                    </a:lnTo>
                    <a:cubicBezTo>
                      <a:pt x="0" y="4283"/>
                      <a:pt x="134" y="4417"/>
                      <a:pt x="299" y="4417"/>
                    </a:cubicBezTo>
                    <a:lnTo>
                      <a:pt x="1569" y="4417"/>
                    </a:lnTo>
                    <a:cubicBezTo>
                      <a:pt x="1734" y="4417"/>
                      <a:pt x="1867" y="4284"/>
                      <a:pt x="1867" y="4119"/>
                    </a:cubicBezTo>
                    <a:lnTo>
                      <a:pt x="1867" y="299"/>
                    </a:lnTo>
                    <a:cubicBezTo>
                      <a:pt x="1867" y="134"/>
                      <a:pt x="1735" y="0"/>
                      <a:pt x="1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3"/>
              <p:cNvSpPr/>
              <p:nvPr/>
            </p:nvSpPr>
            <p:spPr>
              <a:xfrm>
                <a:off x="-4409800" y="4518132"/>
                <a:ext cx="41063" cy="255828"/>
              </a:xfrm>
              <a:custGeom>
                <a:rect b="b" l="l" r="r" t="t"/>
                <a:pathLst>
                  <a:path extrusionOk="0" h="2517" w="404">
                    <a:moveTo>
                      <a:pt x="0" y="1"/>
                    </a:moveTo>
                    <a:lnTo>
                      <a:pt x="0" y="2517"/>
                    </a:lnTo>
                    <a:lnTo>
                      <a:pt x="404" y="2517"/>
                    </a:lnTo>
                    <a:lnTo>
                      <a:pt x="40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3"/>
              <p:cNvSpPr/>
              <p:nvPr/>
            </p:nvSpPr>
            <p:spPr>
              <a:xfrm>
                <a:off x="-4484098" y="4421472"/>
                <a:ext cx="189762" cy="204296"/>
              </a:xfrm>
              <a:custGeom>
                <a:rect b="b" l="l" r="r" t="t"/>
                <a:pathLst>
                  <a:path extrusionOk="0" h="2010" w="1867">
                    <a:moveTo>
                      <a:pt x="472" y="0"/>
                    </a:moveTo>
                    <a:cubicBezTo>
                      <a:pt x="272" y="99"/>
                      <a:pt x="107" y="258"/>
                      <a:pt x="1" y="455"/>
                    </a:cubicBezTo>
                    <a:lnTo>
                      <a:pt x="1" y="1450"/>
                    </a:lnTo>
                    <a:cubicBezTo>
                      <a:pt x="178" y="1783"/>
                      <a:pt x="530" y="2010"/>
                      <a:pt x="933" y="2010"/>
                    </a:cubicBezTo>
                    <a:cubicBezTo>
                      <a:pt x="1338" y="2010"/>
                      <a:pt x="1689" y="1783"/>
                      <a:pt x="1866" y="1450"/>
                    </a:cubicBezTo>
                    <a:lnTo>
                      <a:pt x="1866" y="455"/>
                    </a:lnTo>
                    <a:cubicBezTo>
                      <a:pt x="1762" y="258"/>
                      <a:pt x="1596" y="99"/>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3"/>
              <p:cNvSpPr/>
              <p:nvPr/>
            </p:nvSpPr>
            <p:spPr>
              <a:xfrm>
                <a:off x="-4457773" y="4449626"/>
                <a:ext cx="137214" cy="137214"/>
              </a:xfrm>
              <a:custGeom>
                <a:rect b="b" l="l" r="r" t="t"/>
                <a:pathLst>
                  <a:path extrusionOk="0" h="1350" w="1350">
                    <a:moveTo>
                      <a:pt x="674" y="0"/>
                    </a:moveTo>
                    <a:cubicBezTo>
                      <a:pt x="302" y="0"/>
                      <a:pt x="1" y="302"/>
                      <a:pt x="1" y="675"/>
                    </a:cubicBezTo>
                    <a:cubicBezTo>
                      <a:pt x="1" y="1048"/>
                      <a:pt x="302" y="1350"/>
                      <a:pt x="674" y="1350"/>
                    </a:cubicBezTo>
                    <a:cubicBezTo>
                      <a:pt x="1047" y="1350"/>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3"/>
              <p:cNvSpPr/>
              <p:nvPr/>
            </p:nvSpPr>
            <p:spPr>
              <a:xfrm>
                <a:off x="-4484098" y="4666427"/>
                <a:ext cx="189762" cy="204296"/>
              </a:xfrm>
              <a:custGeom>
                <a:rect b="b" l="l" r="r" t="t"/>
                <a:pathLst>
                  <a:path extrusionOk="0" h="2010" w="1867">
                    <a:moveTo>
                      <a:pt x="933" y="0"/>
                    </a:moveTo>
                    <a:cubicBezTo>
                      <a:pt x="530" y="0"/>
                      <a:pt x="179" y="227"/>
                      <a:pt x="1" y="560"/>
                    </a:cubicBezTo>
                    <a:lnTo>
                      <a:pt x="1" y="1555"/>
                    </a:lnTo>
                    <a:cubicBezTo>
                      <a:pt x="106" y="1754"/>
                      <a:pt x="271" y="1911"/>
                      <a:pt x="472" y="2009"/>
                    </a:cubicBezTo>
                    <a:lnTo>
                      <a:pt x="1396" y="2009"/>
                    </a:lnTo>
                    <a:cubicBezTo>
                      <a:pt x="1596" y="1911"/>
                      <a:pt x="1760" y="1751"/>
                      <a:pt x="1866" y="1555"/>
                    </a:cubicBezTo>
                    <a:lnTo>
                      <a:pt x="1866" y="560"/>
                    </a:lnTo>
                    <a:cubicBezTo>
                      <a:pt x="1689" y="227"/>
                      <a:pt x="1338" y="0"/>
                      <a:pt x="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3"/>
              <p:cNvSpPr/>
              <p:nvPr/>
            </p:nvSpPr>
            <p:spPr>
              <a:xfrm>
                <a:off x="-4457773" y="4705355"/>
                <a:ext cx="137214" cy="137112"/>
              </a:xfrm>
              <a:custGeom>
                <a:rect b="b" l="l" r="r" t="t"/>
                <a:pathLst>
                  <a:path extrusionOk="0" h="1349" w="1350">
                    <a:moveTo>
                      <a:pt x="674" y="0"/>
                    </a:moveTo>
                    <a:cubicBezTo>
                      <a:pt x="302" y="0"/>
                      <a:pt x="1" y="302"/>
                      <a:pt x="1" y="675"/>
                    </a:cubicBezTo>
                    <a:cubicBezTo>
                      <a:pt x="1" y="1048"/>
                      <a:pt x="302" y="1349"/>
                      <a:pt x="674" y="1349"/>
                    </a:cubicBezTo>
                    <a:cubicBezTo>
                      <a:pt x="1047" y="1349"/>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3"/>
              <p:cNvSpPr/>
              <p:nvPr/>
            </p:nvSpPr>
            <p:spPr>
              <a:xfrm>
                <a:off x="-4607284" y="4484489"/>
                <a:ext cx="72571" cy="323215"/>
              </a:xfrm>
              <a:custGeom>
                <a:rect b="b" l="l" r="r" t="t"/>
                <a:pathLst>
                  <a:path extrusionOk="0" h="3180" w="714">
                    <a:moveTo>
                      <a:pt x="1" y="1"/>
                    </a:moveTo>
                    <a:lnTo>
                      <a:pt x="1" y="3179"/>
                    </a:lnTo>
                    <a:lnTo>
                      <a:pt x="342" y="3064"/>
                    </a:lnTo>
                    <a:cubicBezTo>
                      <a:pt x="563" y="2987"/>
                      <a:pt x="713" y="2780"/>
                      <a:pt x="713" y="2545"/>
                    </a:cubicBezTo>
                    <a:lnTo>
                      <a:pt x="713" y="635"/>
                    </a:lnTo>
                    <a:cubicBezTo>
                      <a:pt x="713" y="401"/>
                      <a:pt x="563" y="193"/>
                      <a:pt x="342" y="117"/>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3"/>
              <p:cNvSpPr/>
              <p:nvPr/>
            </p:nvSpPr>
            <p:spPr>
              <a:xfrm>
                <a:off x="-4607284" y="4611439"/>
                <a:ext cx="34863" cy="69318"/>
              </a:xfrm>
              <a:custGeom>
                <a:rect b="b" l="l" r="r" t="t"/>
                <a:pathLst>
                  <a:path extrusionOk="0" h="682" w="343">
                    <a:moveTo>
                      <a:pt x="1" y="0"/>
                    </a:moveTo>
                    <a:lnTo>
                      <a:pt x="1" y="682"/>
                    </a:lnTo>
                    <a:cubicBezTo>
                      <a:pt x="189" y="682"/>
                      <a:pt x="342" y="530"/>
                      <a:pt x="343" y="342"/>
                    </a:cubicBezTo>
                    <a:cubicBezTo>
                      <a:pt x="343" y="153"/>
                      <a:pt x="18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3"/>
              <p:cNvSpPr/>
              <p:nvPr/>
            </p:nvSpPr>
            <p:spPr>
              <a:xfrm>
                <a:off x="-4439986" y="4467413"/>
                <a:ext cx="101538" cy="101640"/>
              </a:xfrm>
              <a:custGeom>
                <a:rect b="b" l="l" r="r" t="t"/>
                <a:pathLst>
                  <a:path extrusionOk="0" h="1000" w="999">
                    <a:moveTo>
                      <a:pt x="499" y="0"/>
                    </a:moveTo>
                    <a:cubicBezTo>
                      <a:pt x="224" y="0"/>
                      <a:pt x="1" y="224"/>
                      <a:pt x="1" y="500"/>
                    </a:cubicBezTo>
                    <a:cubicBezTo>
                      <a:pt x="1" y="776"/>
                      <a:pt x="224" y="999"/>
                      <a:pt x="499" y="999"/>
                    </a:cubicBezTo>
                    <a:cubicBezTo>
                      <a:pt x="775" y="999"/>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3"/>
              <p:cNvSpPr/>
              <p:nvPr/>
            </p:nvSpPr>
            <p:spPr>
              <a:xfrm>
                <a:off x="-4439986" y="4723142"/>
                <a:ext cx="101538" cy="101538"/>
              </a:xfrm>
              <a:custGeom>
                <a:rect b="b" l="l" r="r" t="t"/>
                <a:pathLst>
                  <a:path extrusionOk="0" h="999" w="999">
                    <a:moveTo>
                      <a:pt x="499" y="0"/>
                    </a:moveTo>
                    <a:cubicBezTo>
                      <a:pt x="224" y="0"/>
                      <a:pt x="1" y="224"/>
                      <a:pt x="1" y="500"/>
                    </a:cubicBezTo>
                    <a:cubicBezTo>
                      <a:pt x="1" y="776"/>
                      <a:pt x="224" y="998"/>
                      <a:pt x="499" y="998"/>
                    </a:cubicBezTo>
                    <a:cubicBezTo>
                      <a:pt x="775" y="998"/>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3"/>
              <p:cNvSpPr/>
              <p:nvPr/>
            </p:nvSpPr>
            <p:spPr>
              <a:xfrm>
                <a:off x="-4266895" y="4421472"/>
                <a:ext cx="17076" cy="449046"/>
              </a:xfrm>
              <a:custGeom>
                <a:rect b="b" l="l" r="r" t="t"/>
                <a:pathLst>
                  <a:path extrusionOk="0" h="4418" w="168">
                    <a:moveTo>
                      <a:pt x="70" y="0"/>
                    </a:moveTo>
                    <a:cubicBezTo>
                      <a:pt x="31" y="0"/>
                      <a:pt x="1" y="31"/>
                      <a:pt x="1" y="70"/>
                    </a:cubicBezTo>
                    <a:lnTo>
                      <a:pt x="1" y="4347"/>
                    </a:lnTo>
                    <a:cubicBezTo>
                      <a:pt x="1" y="4386"/>
                      <a:pt x="31" y="4417"/>
                      <a:pt x="70" y="4417"/>
                    </a:cubicBezTo>
                    <a:lnTo>
                      <a:pt x="99" y="4417"/>
                    </a:lnTo>
                    <a:cubicBezTo>
                      <a:pt x="137" y="4417"/>
                      <a:pt x="168" y="4386"/>
                      <a:pt x="168" y="4347"/>
                    </a:cubicBezTo>
                    <a:lnTo>
                      <a:pt x="168" y="70"/>
                    </a:lnTo>
                    <a:cubicBezTo>
                      <a:pt x="168" y="32"/>
                      <a:pt x="137" y="0"/>
                      <a:pt x="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3"/>
              <p:cNvSpPr/>
              <p:nvPr/>
            </p:nvSpPr>
            <p:spPr>
              <a:xfrm>
                <a:off x="-4232643" y="4421472"/>
                <a:ext cx="17279" cy="449046"/>
              </a:xfrm>
              <a:custGeom>
                <a:rect b="b" l="l" r="r" t="t"/>
                <a:pathLst>
                  <a:path extrusionOk="0" h="4418" w="170">
                    <a:moveTo>
                      <a:pt x="69" y="0"/>
                    </a:moveTo>
                    <a:cubicBezTo>
                      <a:pt x="31" y="0"/>
                      <a:pt x="0" y="31"/>
                      <a:pt x="0" y="70"/>
                    </a:cubicBezTo>
                    <a:lnTo>
                      <a:pt x="0" y="4347"/>
                    </a:lnTo>
                    <a:cubicBezTo>
                      <a:pt x="0" y="4386"/>
                      <a:pt x="31" y="4417"/>
                      <a:pt x="69" y="4417"/>
                    </a:cubicBezTo>
                    <a:lnTo>
                      <a:pt x="98" y="4417"/>
                    </a:lnTo>
                    <a:cubicBezTo>
                      <a:pt x="136" y="4417"/>
                      <a:pt x="167" y="4386"/>
                      <a:pt x="167" y="4347"/>
                    </a:cubicBezTo>
                    <a:lnTo>
                      <a:pt x="167" y="70"/>
                    </a:lnTo>
                    <a:cubicBezTo>
                      <a:pt x="169" y="32"/>
                      <a:pt x="136" y="0"/>
                      <a:pt x="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5" name="Google Shape;3525;p43"/>
            <p:cNvGrpSpPr/>
            <p:nvPr/>
          </p:nvGrpSpPr>
          <p:grpSpPr>
            <a:xfrm rot="-205495">
              <a:off x="204734" y="3443482"/>
              <a:ext cx="337182" cy="1085935"/>
              <a:chOff x="-507662" y="283925"/>
              <a:chExt cx="249300" cy="802900"/>
            </a:xfrm>
          </p:grpSpPr>
          <p:sp>
            <p:nvSpPr>
              <p:cNvPr id="3526" name="Google Shape;3526;p43"/>
              <p:cNvSpPr/>
              <p:nvPr/>
            </p:nvSpPr>
            <p:spPr>
              <a:xfrm>
                <a:off x="-507662" y="283925"/>
                <a:ext cx="249300" cy="802900"/>
              </a:xfrm>
              <a:custGeom>
                <a:rect b="b" l="l" r="r" t="t"/>
                <a:pathLst>
                  <a:path extrusionOk="0" h="32116" w="9972">
                    <a:moveTo>
                      <a:pt x="4820" y="1"/>
                    </a:moveTo>
                    <a:cubicBezTo>
                      <a:pt x="1333" y="1"/>
                      <a:pt x="220" y="2879"/>
                      <a:pt x="127" y="5466"/>
                    </a:cubicBezTo>
                    <a:cubicBezTo>
                      <a:pt x="45" y="5448"/>
                      <a:pt x="1" y="5439"/>
                      <a:pt x="1" y="5439"/>
                    </a:cubicBezTo>
                    <a:lnTo>
                      <a:pt x="0" y="6146"/>
                    </a:lnTo>
                    <a:cubicBezTo>
                      <a:pt x="0" y="6146"/>
                      <a:pt x="45" y="6157"/>
                      <a:pt x="135" y="6178"/>
                    </a:cubicBezTo>
                    <a:cubicBezTo>
                      <a:pt x="212" y="7236"/>
                      <a:pt x="628" y="8201"/>
                      <a:pt x="1276" y="8965"/>
                    </a:cubicBezTo>
                    <a:cubicBezTo>
                      <a:pt x="1273" y="8964"/>
                      <a:pt x="1272" y="8964"/>
                      <a:pt x="1272" y="8964"/>
                    </a:cubicBezTo>
                    <a:lnTo>
                      <a:pt x="1272" y="8964"/>
                    </a:lnTo>
                    <a:lnTo>
                      <a:pt x="1972" y="9757"/>
                    </a:lnTo>
                    <a:cubicBezTo>
                      <a:pt x="1985" y="9759"/>
                      <a:pt x="1998" y="9763"/>
                      <a:pt x="2013" y="9765"/>
                    </a:cubicBezTo>
                    <a:lnTo>
                      <a:pt x="1987" y="9765"/>
                    </a:lnTo>
                    <a:lnTo>
                      <a:pt x="2989" y="31481"/>
                    </a:lnTo>
                    <a:cubicBezTo>
                      <a:pt x="2989" y="31481"/>
                      <a:pt x="3673" y="32115"/>
                      <a:pt x="5032" y="32116"/>
                    </a:cubicBezTo>
                    <a:cubicBezTo>
                      <a:pt x="5034" y="32116"/>
                      <a:pt x="5035" y="32116"/>
                      <a:pt x="5036" y="32116"/>
                    </a:cubicBezTo>
                    <a:cubicBezTo>
                      <a:pt x="6471" y="32116"/>
                      <a:pt x="7092" y="31486"/>
                      <a:pt x="7092" y="31486"/>
                    </a:cubicBezTo>
                    <a:lnTo>
                      <a:pt x="8145" y="9772"/>
                    </a:lnTo>
                    <a:lnTo>
                      <a:pt x="8084" y="9772"/>
                    </a:lnTo>
                    <a:cubicBezTo>
                      <a:pt x="8114" y="9762"/>
                      <a:pt x="8129" y="9755"/>
                      <a:pt x="8129" y="9755"/>
                    </a:cubicBezTo>
                    <a:lnTo>
                      <a:pt x="8643" y="9035"/>
                    </a:lnTo>
                    <a:cubicBezTo>
                      <a:pt x="9322" y="8263"/>
                      <a:pt x="9763" y="7276"/>
                      <a:pt x="9844" y="6187"/>
                    </a:cubicBezTo>
                    <a:cubicBezTo>
                      <a:pt x="9928" y="6168"/>
                      <a:pt x="9971" y="6157"/>
                      <a:pt x="9971" y="6157"/>
                    </a:cubicBezTo>
                    <a:lnTo>
                      <a:pt x="9972" y="5450"/>
                    </a:lnTo>
                    <a:lnTo>
                      <a:pt x="9972" y="5450"/>
                    </a:lnTo>
                    <a:cubicBezTo>
                      <a:pt x="9972" y="5450"/>
                      <a:pt x="9930" y="5461"/>
                      <a:pt x="9851" y="5480"/>
                    </a:cubicBezTo>
                    <a:cubicBezTo>
                      <a:pt x="9738" y="2878"/>
                      <a:pt x="8299" y="43"/>
                      <a:pt x="4902" y="1"/>
                    </a:cubicBezTo>
                    <a:cubicBezTo>
                      <a:pt x="4875" y="1"/>
                      <a:pt x="4848" y="1"/>
                      <a:pt x="482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27" name="Google Shape;3527;p43"/>
              <p:cNvGrpSpPr/>
              <p:nvPr/>
            </p:nvGrpSpPr>
            <p:grpSpPr>
              <a:xfrm>
                <a:off x="-507662" y="283950"/>
                <a:ext cx="249300" cy="802850"/>
                <a:chOff x="-4628300" y="394775"/>
                <a:chExt cx="249300" cy="802850"/>
              </a:xfrm>
            </p:grpSpPr>
            <p:sp>
              <p:nvSpPr>
                <p:cNvPr id="3528" name="Google Shape;3528;p43"/>
                <p:cNvSpPr/>
                <p:nvPr/>
              </p:nvSpPr>
              <p:spPr>
                <a:xfrm>
                  <a:off x="-4625325" y="394775"/>
                  <a:ext cx="243575" cy="267125"/>
                </a:xfrm>
                <a:custGeom>
                  <a:rect b="b" l="l" r="r" t="t"/>
                  <a:pathLst>
                    <a:path extrusionOk="0" h="10685" w="9743">
                      <a:moveTo>
                        <a:pt x="4703" y="1"/>
                      </a:moveTo>
                      <a:cubicBezTo>
                        <a:pt x="1059" y="1"/>
                        <a:pt x="5" y="3143"/>
                        <a:pt x="2" y="5811"/>
                      </a:cubicBezTo>
                      <a:cubicBezTo>
                        <a:pt x="0" y="8499"/>
                        <a:pt x="2178" y="10682"/>
                        <a:pt x="4866" y="10685"/>
                      </a:cubicBezTo>
                      <a:cubicBezTo>
                        <a:pt x="4868" y="10685"/>
                        <a:pt x="4870" y="10685"/>
                        <a:pt x="4872" y="10685"/>
                      </a:cubicBezTo>
                      <a:cubicBezTo>
                        <a:pt x="7557" y="10685"/>
                        <a:pt x="9737" y="8508"/>
                        <a:pt x="9739" y="5822"/>
                      </a:cubicBezTo>
                      <a:cubicBezTo>
                        <a:pt x="9742" y="3133"/>
                        <a:pt x="8329" y="45"/>
                        <a:pt x="4783" y="1"/>
                      </a:cubicBezTo>
                      <a:cubicBezTo>
                        <a:pt x="4757" y="1"/>
                        <a:pt x="4730" y="1"/>
                        <a:pt x="4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3"/>
                <p:cNvSpPr/>
                <p:nvPr/>
              </p:nvSpPr>
              <p:spPr>
                <a:xfrm>
                  <a:off x="-4578650" y="638800"/>
                  <a:ext cx="153925" cy="558825"/>
                </a:xfrm>
                <a:custGeom>
                  <a:rect b="b" l="l" r="r" t="t"/>
                  <a:pathLst>
                    <a:path extrusionOk="0" h="22353" w="6157">
                      <a:moveTo>
                        <a:pt x="0" y="1"/>
                      </a:moveTo>
                      <a:lnTo>
                        <a:pt x="1002" y="21718"/>
                      </a:lnTo>
                      <a:cubicBezTo>
                        <a:pt x="1002" y="21718"/>
                        <a:pt x="1685" y="22352"/>
                        <a:pt x="3045" y="22353"/>
                      </a:cubicBezTo>
                      <a:cubicBezTo>
                        <a:pt x="3049" y="22353"/>
                        <a:pt x="3052" y="22353"/>
                        <a:pt x="3056" y="22353"/>
                      </a:cubicBezTo>
                      <a:cubicBezTo>
                        <a:pt x="4485" y="22353"/>
                        <a:pt x="5105" y="21723"/>
                        <a:pt x="5105" y="21723"/>
                      </a:cubicBezTo>
                      <a:lnTo>
                        <a:pt x="6157" y="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3"/>
                <p:cNvSpPr/>
                <p:nvPr/>
              </p:nvSpPr>
              <p:spPr>
                <a:xfrm>
                  <a:off x="-4596525" y="618825"/>
                  <a:ext cx="184925" cy="29825"/>
                </a:xfrm>
                <a:custGeom>
                  <a:rect b="b" l="l" r="r" t="t"/>
                  <a:pathLst>
                    <a:path extrusionOk="0" h="1193" w="7397">
                      <a:moveTo>
                        <a:pt x="1" y="0"/>
                      </a:moveTo>
                      <a:lnTo>
                        <a:pt x="701" y="793"/>
                      </a:lnTo>
                      <a:cubicBezTo>
                        <a:pt x="1992" y="1092"/>
                        <a:pt x="3106" y="1192"/>
                        <a:pt x="4019" y="1192"/>
                      </a:cubicBezTo>
                      <a:cubicBezTo>
                        <a:pt x="5843" y="1192"/>
                        <a:pt x="6857" y="793"/>
                        <a:pt x="6857" y="793"/>
                      </a:cubicBezTo>
                      <a:lnTo>
                        <a:pt x="7396" y="38"/>
                      </a:lnTo>
                      <a:lnTo>
                        <a:pt x="7396" y="38"/>
                      </a:lnTo>
                      <a:cubicBezTo>
                        <a:pt x="5867" y="370"/>
                        <a:pt x="4550" y="482"/>
                        <a:pt x="3469" y="482"/>
                      </a:cubicBezTo>
                      <a:cubicBezTo>
                        <a:pt x="1227" y="482"/>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3"/>
                <p:cNvSpPr/>
                <p:nvPr/>
              </p:nvSpPr>
              <p:spPr>
                <a:xfrm>
                  <a:off x="-4628300" y="530675"/>
                  <a:ext cx="249300" cy="29925"/>
                </a:xfrm>
                <a:custGeom>
                  <a:rect b="b" l="l" r="r" t="t"/>
                  <a:pathLst>
                    <a:path extrusionOk="0" h="1197" w="9972">
                      <a:moveTo>
                        <a:pt x="1" y="1"/>
                      </a:moveTo>
                      <a:lnTo>
                        <a:pt x="0" y="708"/>
                      </a:lnTo>
                      <a:cubicBezTo>
                        <a:pt x="0" y="708"/>
                        <a:pt x="1837" y="1193"/>
                        <a:pt x="4994" y="1197"/>
                      </a:cubicBezTo>
                      <a:cubicBezTo>
                        <a:pt x="5001" y="1197"/>
                        <a:pt x="5007" y="1197"/>
                        <a:pt x="5014" y="1197"/>
                      </a:cubicBezTo>
                      <a:cubicBezTo>
                        <a:pt x="8066" y="1197"/>
                        <a:pt x="9971" y="719"/>
                        <a:pt x="9971" y="719"/>
                      </a:cubicBezTo>
                      <a:lnTo>
                        <a:pt x="9972" y="12"/>
                      </a:lnTo>
                      <a:lnTo>
                        <a:pt x="9972" y="12"/>
                      </a:lnTo>
                      <a:cubicBezTo>
                        <a:pt x="9971" y="12"/>
                        <a:pt x="8240" y="490"/>
                        <a:pt x="5054" y="490"/>
                      </a:cubicBezTo>
                      <a:cubicBezTo>
                        <a:pt x="5040" y="490"/>
                        <a:pt x="5027" y="490"/>
                        <a:pt x="5013" y="490"/>
                      </a:cubicBezTo>
                      <a:cubicBezTo>
                        <a:pt x="2056" y="48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3"/>
                <p:cNvSpPr/>
                <p:nvPr/>
              </p:nvSpPr>
              <p:spPr>
                <a:xfrm>
                  <a:off x="-4517700" y="824050"/>
                  <a:ext cx="33375" cy="120300"/>
                </a:xfrm>
                <a:custGeom>
                  <a:rect b="b" l="l" r="r" t="t"/>
                  <a:pathLst>
                    <a:path extrusionOk="0" h="4812" w="1335">
                      <a:moveTo>
                        <a:pt x="630" y="0"/>
                      </a:moveTo>
                      <a:cubicBezTo>
                        <a:pt x="283" y="0"/>
                        <a:pt x="1" y="285"/>
                        <a:pt x="8" y="632"/>
                      </a:cubicBezTo>
                      <a:lnTo>
                        <a:pt x="76" y="4201"/>
                      </a:lnTo>
                      <a:cubicBezTo>
                        <a:pt x="82" y="4515"/>
                        <a:pt x="321" y="4776"/>
                        <a:pt x="633" y="4808"/>
                      </a:cubicBezTo>
                      <a:cubicBezTo>
                        <a:pt x="655" y="4810"/>
                        <a:pt x="677" y="4811"/>
                        <a:pt x="699" y="4811"/>
                      </a:cubicBezTo>
                      <a:cubicBezTo>
                        <a:pt x="1037" y="4811"/>
                        <a:pt x="1319" y="4538"/>
                        <a:pt x="1319" y="4193"/>
                      </a:cubicBezTo>
                      <a:lnTo>
                        <a:pt x="1334" y="627"/>
                      </a:lnTo>
                      <a:cubicBezTo>
                        <a:pt x="1335" y="292"/>
                        <a:pt x="1069" y="15"/>
                        <a:pt x="733" y="4"/>
                      </a:cubicBezTo>
                      <a:lnTo>
                        <a:pt x="651" y="1"/>
                      </a:lnTo>
                      <a:cubicBezTo>
                        <a:pt x="644" y="0"/>
                        <a:pt x="637"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3"/>
                <p:cNvSpPr/>
                <p:nvPr/>
              </p:nvSpPr>
              <p:spPr>
                <a:xfrm>
                  <a:off x="-4512225" y="910675"/>
                  <a:ext cx="23325" cy="18250"/>
                </a:xfrm>
                <a:custGeom>
                  <a:rect b="b" l="l" r="r" t="t"/>
                  <a:pathLst>
                    <a:path extrusionOk="0" h="730" w="933">
                      <a:moveTo>
                        <a:pt x="0" y="0"/>
                      </a:moveTo>
                      <a:lnTo>
                        <a:pt x="28" y="693"/>
                      </a:lnTo>
                      <a:lnTo>
                        <a:pt x="922" y="730"/>
                      </a:lnTo>
                      <a:lnTo>
                        <a:pt x="932"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34" name="Google Shape;3534;p43"/>
            <p:cNvGrpSpPr/>
            <p:nvPr/>
          </p:nvGrpSpPr>
          <p:grpSpPr>
            <a:xfrm rot="756415">
              <a:off x="1637257" y="303057"/>
              <a:ext cx="500563" cy="472888"/>
              <a:chOff x="-1174275" y="581450"/>
              <a:chExt cx="370100" cy="349638"/>
            </a:xfrm>
          </p:grpSpPr>
          <p:sp>
            <p:nvSpPr>
              <p:cNvPr id="3535" name="Google Shape;3535;p43"/>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3"/>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7" name="Google Shape;3537;p43"/>
            <p:cNvGrpSpPr/>
            <p:nvPr/>
          </p:nvGrpSpPr>
          <p:grpSpPr>
            <a:xfrm>
              <a:off x="8430776" y="2740077"/>
              <a:ext cx="606934" cy="489723"/>
              <a:chOff x="-1636175" y="409550"/>
              <a:chExt cx="448750" cy="362088"/>
            </a:xfrm>
          </p:grpSpPr>
          <p:sp>
            <p:nvSpPr>
              <p:cNvPr id="3538" name="Google Shape;3538;p43"/>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3"/>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0" name="Google Shape;3540;p43"/>
            <p:cNvGrpSpPr/>
            <p:nvPr/>
          </p:nvGrpSpPr>
          <p:grpSpPr>
            <a:xfrm rot="-708909">
              <a:off x="6890566" y="4305167"/>
              <a:ext cx="597549" cy="597688"/>
              <a:chOff x="5038846" y="235350"/>
              <a:chExt cx="158691" cy="158738"/>
            </a:xfrm>
          </p:grpSpPr>
          <p:sp>
            <p:nvSpPr>
              <p:cNvPr id="3541" name="Google Shape;3541;p43"/>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3"/>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3" name="Google Shape;3543;p43"/>
            <p:cNvGrpSpPr/>
            <p:nvPr/>
          </p:nvGrpSpPr>
          <p:grpSpPr>
            <a:xfrm>
              <a:off x="259252" y="1807327"/>
              <a:ext cx="546006" cy="519192"/>
              <a:chOff x="5164484" y="526738"/>
              <a:chExt cx="133266" cy="126713"/>
            </a:xfrm>
          </p:grpSpPr>
          <p:sp>
            <p:nvSpPr>
              <p:cNvPr id="3544" name="Google Shape;3544;p43"/>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3"/>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6" name="Google Shape;3546;p43"/>
            <p:cNvGrpSpPr/>
            <p:nvPr/>
          </p:nvGrpSpPr>
          <p:grpSpPr>
            <a:xfrm>
              <a:off x="511417" y="4538516"/>
              <a:ext cx="215033" cy="215222"/>
              <a:chOff x="5062659" y="967188"/>
              <a:chExt cx="109716" cy="109813"/>
            </a:xfrm>
          </p:grpSpPr>
          <p:sp>
            <p:nvSpPr>
              <p:cNvPr id="3547" name="Google Shape;3547;p43"/>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3"/>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3"/>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0" name="Google Shape;3550;p43"/>
            <p:cNvGrpSpPr/>
            <p:nvPr/>
          </p:nvGrpSpPr>
          <p:grpSpPr>
            <a:xfrm>
              <a:off x="172606" y="147288"/>
              <a:ext cx="1226224" cy="1460677"/>
              <a:chOff x="-2294600" y="1951375"/>
              <a:chExt cx="438125" cy="521913"/>
            </a:xfrm>
          </p:grpSpPr>
          <p:sp>
            <p:nvSpPr>
              <p:cNvPr id="3551" name="Google Shape;3551;p43"/>
              <p:cNvSpPr/>
              <p:nvPr/>
            </p:nvSpPr>
            <p:spPr>
              <a:xfrm>
                <a:off x="-2294600" y="1951375"/>
                <a:ext cx="438100" cy="521900"/>
              </a:xfrm>
              <a:custGeom>
                <a:rect b="b" l="l" r="r" t="t"/>
                <a:pathLst>
                  <a:path extrusionOk="0" h="20876" w="17524">
                    <a:moveTo>
                      <a:pt x="5361" y="0"/>
                    </a:moveTo>
                    <a:lnTo>
                      <a:pt x="0" y="13683"/>
                    </a:lnTo>
                    <a:lnTo>
                      <a:pt x="965" y="16487"/>
                    </a:lnTo>
                    <a:lnTo>
                      <a:pt x="12161" y="20875"/>
                    </a:lnTo>
                    <a:lnTo>
                      <a:pt x="17524" y="7192"/>
                    </a:lnTo>
                    <a:lnTo>
                      <a:pt x="16559" y="4387"/>
                    </a:lnTo>
                    <a:lnTo>
                      <a:pt x="5361"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52" name="Google Shape;3552;p43"/>
              <p:cNvGrpSpPr/>
              <p:nvPr/>
            </p:nvGrpSpPr>
            <p:grpSpPr>
              <a:xfrm>
                <a:off x="-2294575" y="1951463"/>
                <a:ext cx="438100" cy="521825"/>
                <a:chOff x="-2294575" y="1951463"/>
                <a:chExt cx="438100" cy="521825"/>
              </a:xfrm>
            </p:grpSpPr>
            <p:sp>
              <p:nvSpPr>
                <p:cNvPr id="3553" name="Google Shape;3553;p43"/>
                <p:cNvSpPr/>
                <p:nvPr/>
              </p:nvSpPr>
              <p:spPr>
                <a:xfrm>
                  <a:off x="-2294550" y="1951463"/>
                  <a:ext cx="413950" cy="451750"/>
                </a:xfrm>
                <a:custGeom>
                  <a:rect b="b" l="l" r="r" t="t"/>
                  <a:pathLst>
                    <a:path extrusionOk="0" h="18070" w="16558">
                      <a:moveTo>
                        <a:pt x="5361" y="0"/>
                      </a:moveTo>
                      <a:lnTo>
                        <a:pt x="0" y="13684"/>
                      </a:lnTo>
                      <a:lnTo>
                        <a:pt x="11196" y="18070"/>
                      </a:lnTo>
                      <a:lnTo>
                        <a:pt x="16558" y="4387"/>
                      </a:lnTo>
                      <a:lnTo>
                        <a:pt x="53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3"/>
                <p:cNvSpPr/>
                <p:nvPr/>
              </p:nvSpPr>
              <p:spPr>
                <a:xfrm>
                  <a:off x="-1933525" y="2073913"/>
                  <a:ext cx="20450" cy="14275"/>
                </a:xfrm>
                <a:custGeom>
                  <a:rect b="b" l="l" r="r" t="t"/>
                  <a:pathLst>
                    <a:path extrusionOk="0" h="571" w="818">
                      <a:moveTo>
                        <a:pt x="0" y="0"/>
                      </a:moveTo>
                      <a:lnTo>
                        <a:pt x="0" y="159"/>
                      </a:lnTo>
                      <a:lnTo>
                        <a:pt x="2" y="159"/>
                      </a:lnTo>
                      <a:cubicBezTo>
                        <a:pt x="2" y="322"/>
                        <a:pt x="99" y="477"/>
                        <a:pt x="261" y="542"/>
                      </a:cubicBezTo>
                      <a:cubicBezTo>
                        <a:pt x="310" y="561"/>
                        <a:pt x="361" y="570"/>
                        <a:pt x="411" y="570"/>
                      </a:cubicBezTo>
                      <a:cubicBezTo>
                        <a:pt x="576" y="570"/>
                        <a:pt x="731" y="471"/>
                        <a:pt x="795" y="310"/>
                      </a:cubicBezTo>
                      <a:cubicBezTo>
                        <a:pt x="812" y="259"/>
                        <a:pt x="817" y="209"/>
                        <a:pt x="817" y="159"/>
                      </a:cubicBezTo>
                      <a:lnTo>
                        <a:pt x="817" y="0"/>
                      </a:lnTo>
                      <a:close/>
                    </a:path>
                  </a:pathLst>
                </a:custGeom>
                <a:solidFill>
                  <a:srgbClr val="11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3"/>
                <p:cNvSpPr/>
                <p:nvPr/>
              </p:nvSpPr>
              <p:spPr>
                <a:xfrm>
                  <a:off x="-1934925" y="2064938"/>
                  <a:ext cx="23300" cy="20575"/>
                </a:xfrm>
                <a:custGeom>
                  <a:rect b="b" l="l" r="r" t="t"/>
                  <a:pathLst>
                    <a:path extrusionOk="0" h="823" w="932">
                      <a:moveTo>
                        <a:pt x="466" y="0"/>
                      </a:moveTo>
                      <a:cubicBezTo>
                        <a:pt x="302" y="0"/>
                        <a:pt x="147" y="99"/>
                        <a:pt x="84" y="261"/>
                      </a:cubicBezTo>
                      <a:cubicBezTo>
                        <a:pt x="0" y="473"/>
                        <a:pt x="105" y="711"/>
                        <a:pt x="316" y="794"/>
                      </a:cubicBezTo>
                      <a:cubicBezTo>
                        <a:pt x="366" y="813"/>
                        <a:pt x="417" y="823"/>
                        <a:pt x="467" y="823"/>
                      </a:cubicBezTo>
                      <a:cubicBezTo>
                        <a:pt x="631" y="823"/>
                        <a:pt x="785" y="723"/>
                        <a:pt x="849" y="561"/>
                      </a:cubicBezTo>
                      <a:cubicBezTo>
                        <a:pt x="931" y="351"/>
                        <a:pt x="828" y="113"/>
                        <a:pt x="616" y="29"/>
                      </a:cubicBezTo>
                      <a:cubicBezTo>
                        <a:pt x="567" y="9"/>
                        <a:pt x="516" y="0"/>
                        <a:pt x="4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3"/>
                <p:cNvSpPr/>
                <p:nvPr/>
              </p:nvSpPr>
              <p:spPr>
                <a:xfrm>
                  <a:off x="-2100450" y="2284813"/>
                  <a:ext cx="39275" cy="38750"/>
                </a:xfrm>
                <a:custGeom>
                  <a:rect b="b" l="l" r="r" t="t"/>
                  <a:pathLst>
                    <a:path extrusionOk="0" h="1550" w="1571">
                      <a:moveTo>
                        <a:pt x="1488" y="944"/>
                      </a:moveTo>
                      <a:cubicBezTo>
                        <a:pt x="1482" y="967"/>
                        <a:pt x="1474" y="988"/>
                        <a:pt x="1465" y="1012"/>
                      </a:cubicBezTo>
                      <a:cubicBezTo>
                        <a:pt x="1474" y="988"/>
                        <a:pt x="1482" y="966"/>
                        <a:pt x="1488" y="944"/>
                      </a:cubicBezTo>
                      <a:close/>
                      <a:moveTo>
                        <a:pt x="379" y="1369"/>
                      </a:moveTo>
                      <a:cubicBezTo>
                        <a:pt x="383" y="1370"/>
                        <a:pt x="387" y="1373"/>
                        <a:pt x="390" y="1375"/>
                      </a:cubicBezTo>
                      <a:cubicBezTo>
                        <a:pt x="387" y="1373"/>
                        <a:pt x="383" y="1372"/>
                        <a:pt x="379" y="1369"/>
                      </a:cubicBezTo>
                      <a:close/>
                      <a:moveTo>
                        <a:pt x="439" y="1403"/>
                      </a:moveTo>
                      <a:cubicBezTo>
                        <a:pt x="459" y="1413"/>
                        <a:pt x="480" y="1422"/>
                        <a:pt x="502" y="1431"/>
                      </a:cubicBezTo>
                      <a:cubicBezTo>
                        <a:pt x="479" y="1422"/>
                        <a:pt x="459" y="1413"/>
                        <a:pt x="439" y="1403"/>
                      </a:cubicBezTo>
                      <a:close/>
                      <a:moveTo>
                        <a:pt x="775" y="1"/>
                      </a:moveTo>
                      <a:cubicBezTo>
                        <a:pt x="480" y="1"/>
                        <a:pt x="199" y="179"/>
                        <a:pt x="85" y="471"/>
                      </a:cubicBezTo>
                      <a:cubicBezTo>
                        <a:pt x="0" y="688"/>
                        <a:pt x="24" y="919"/>
                        <a:pt x="130" y="1107"/>
                      </a:cubicBezTo>
                      <a:cubicBezTo>
                        <a:pt x="206" y="1279"/>
                        <a:pt x="346" y="1424"/>
                        <a:pt x="534" y="1498"/>
                      </a:cubicBezTo>
                      <a:cubicBezTo>
                        <a:pt x="622" y="1533"/>
                        <a:pt x="714" y="1550"/>
                        <a:pt x="804" y="1550"/>
                      </a:cubicBezTo>
                      <a:cubicBezTo>
                        <a:pt x="1100" y="1550"/>
                        <a:pt x="1380" y="1371"/>
                        <a:pt x="1494" y="1079"/>
                      </a:cubicBezTo>
                      <a:cubicBezTo>
                        <a:pt x="1571" y="883"/>
                        <a:pt x="1555" y="677"/>
                        <a:pt x="1476" y="501"/>
                      </a:cubicBezTo>
                      <a:cubicBezTo>
                        <a:pt x="1407" y="302"/>
                        <a:pt x="1256" y="135"/>
                        <a:pt x="1045" y="52"/>
                      </a:cubicBezTo>
                      <a:cubicBezTo>
                        <a:pt x="957" y="17"/>
                        <a:pt x="865" y="1"/>
                        <a:pt x="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3"/>
                <p:cNvSpPr/>
                <p:nvPr/>
              </p:nvSpPr>
              <p:spPr>
                <a:xfrm>
                  <a:off x="-2193050" y="2258163"/>
                  <a:ext cx="13675" cy="12050"/>
                </a:xfrm>
                <a:custGeom>
                  <a:rect b="b" l="l" r="r" t="t"/>
                  <a:pathLst>
                    <a:path extrusionOk="0" h="482" w="547">
                      <a:moveTo>
                        <a:pt x="273" y="0"/>
                      </a:moveTo>
                      <a:cubicBezTo>
                        <a:pt x="177" y="0"/>
                        <a:pt x="86" y="58"/>
                        <a:pt x="48" y="153"/>
                      </a:cubicBezTo>
                      <a:cubicBezTo>
                        <a:pt x="0" y="277"/>
                        <a:pt x="61" y="417"/>
                        <a:pt x="185" y="465"/>
                      </a:cubicBezTo>
                      <a:cubicBezTo>
                        <a:pt x="214" y="476"/>
                        <a:pt x="243" y="482"/>
                        <a:pt x="272" y="482"/>
                      </a:cubicBezTo>
                      <a:cubicBezTo>
                        <a:pt x="368" y="482"/>
                        <a:pt x="459" y="424"/>
                        <a:pt x="497" y="329"/>
                      </a:cubicBezTo>
                      <a:cubicBezTo>
                        <a:pt x="546" y="205"/>
                        <a:pt x="485" y="66"/>
                        <a:pt x="359" y="16"/>
                      </a:cubicBezTo>
                      <a:cubicBezTo>
                        <a:pt x="331" y="5"/>
                        <a:pt x="302"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3"/>
                <p:cNvSpPr/>
                <p:nvPr/>
              </p:nvSpPr>
              <p:spPr>
                <a:xfrm>
                  <a:off x="-2031325" y="2321538"/>
                  <a:ext cx="13650" cy="12050"/>
                </a:xfrm>
                <a:custGeom>
                  <a:rect b="b" l="l" r="r" t="t"/>
                  <a:pathLst>
                    <a:path extrusionOk="0" h="482" w="546">
                      <a:moveTo>
                        <a:pt x="272" y="0"/>
                      </a:moveTo>
                      <a:cubicBezTo>
                        <a:pt x="176" y="0"/>
                        <a:pt x="85" y="58"/>
                        <a:pt x="48" y="153"/>
                      </a:cubicBezTo>
                      <a:cubicBezTo>
                        <a:pt x="1" y="277"/>
                        <a:pt x="61" y="416"/>
                        <a:pt x="184" y="466"/>
                      </a:cubicBezTo>
                      <a:cubicBezTo>
                        <a:pt x="213" y="477"/>
                        <a:pt x="242" y="482"/>
                        <a:pt x="271" y="482"/>
                      </a:cubicBezTo>
                      <a:cubicBezTo>
                        <a:pt x="368" y="482"/>
                        <a:pt x="459" y="424"/>
                        <a:pt x="497" y="328"/>
                      </a:cubicBezTo>
                      <a:cubicBezTo>
                        <a:pt x="546" y="205"/>
                        <a:pt x="486" y="65"/>
                        <a:pt x="360" y="17"/>
                      </a:cubicBezTo>
                      <a:cubicBezTo>
                        <a:pt x="331" y="6"/>
                        <a:pt x="301"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3"/>
                <p:cNvSpPr/>
                <p:nvPr/>
              </p:nvSpPr>
              <p:spPr>
                <a:xfrm>
                  <a:off x="-2294575" y="2061113"/>
                  <a:ext cx="438100" cy="412175"/>
                </a:xfrm>
                <a:custGeom>
                  <a:rect b="b" l="l" r="r" t="t"/>
                  <a:pathLst>
                    <a:path extrusionOk="0" h="16487" w="17524">
                      <a:moveTo>
                        <a:pt x="16558" y="0"/>
                      </a:moveTo>
                      <a:lnTo>
                        <a:pt x="11197" y="13682"/>
                      </a:lnTo>
                      <a:lnTo>
                        <a:pt x="0" y="9296"/>
                      </a:lnTo>
                      <a:lnTo>
                        <a:pt x="965" y="12098"/>
                      </a:lnTo>
                      <a:lnTo>
                        <a:pt x="12162" y="16486"/>
                      </a:lnTo>
                      <a:lnTo>
                        <a:pt x="17524" y="2803"/>
                      </a:lnTo>
                      <a:lnTo>
                        <a:pt x="165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3"/>
                <p:cNvSpPr/>
                <p:nvPr/>
              </p:nvSpPr>
              <p:spPr>
                <a:xfrm>
                  <a:off x="-2087625" y="2056038"/>
                  <a:ext cx="184150" cy="187625"/>
                </a:xfrm>
                <a:custGeom>
                  <a:rect b="b" l="l" r="r" t="t"/>
                  <a:pathLst>
                    <a:path extrusionOk="0" h="7505" w="7366">
                      <a:moveTo>
                        <a:pt x="6207" y="0"/>
                      </a:moveTo>
                      <a:lnTo>
                        <a:pt x="5783" y="1083"/>
                      </a:lnTo>
                      <a:lnTo>
                        <a:pt x="5783" y="1189"/>
                      </a:lnTo>
                      <a:lnTo>
                        <a:pt x="5979" y="1266"/>
                      </a:lnTo>
                      <a:lnTo>
                        <a:pt x="1434" y="6904"/>
                      </a:lnTo>
                      <a:lnTo>
                        <a:pt x="713" y="6108"/>
                      </a:lnTo>
                      <a:lnTo>
                        <a:pt x="29" y="6546"/>
                      </a:lnTo>
                      <a:lnTo>
                        <a:pt x="1" y="6634"/>
                      </a:lnTo>
                      <a:lnTo>
                        <a:pt x="1004" y="7439"/>
                      </a:lnTo>
                      <a:lnTo>
                        <a:pt x="1057" y="7373"/>
                      </a:lnTo>
                      <a:lnTo>
                        <a:pt x="1435" y="6906"/>
                      </a:lnTo>
                      <a:lnTo>
                        <a:pt x="1058" y="7374"/>
                      </a:lnTo>
                      <a:lnTo>
                        <a:pt x="1004" y="7441"/>
                      </a:lnTo>
                      <a:cubicBezTo>
                        <a:pt x="1012" y="7449"/>
                        <a:pt x="1023" y="7455"/>
                        <a:pt x="1032" y="7461"/>
                      </a:cubicBezTo>
                      <a:lnTo>
                        <a:pt x="1040" y="7466"/>
                      </a:lnTo>
                      <a:cubicBezTo>
                        <a:pt x="1048" y="7471"/>
                        <a:pt x="1057" y="7475"/>
                        <a:pt x="1066" y="7479"/>
                      </a:cubicBezTo>
                      <a:cubicBezTo>
                        <a:pt x="1067" y="7480"/>
                        <a:pt x="1069" y="7480"/>
                        <a:pt x="1071" y="7481"/>
                      </a:cubicBezTo>
                      <a:cubicBezTo>
                        <a:pt x="1107" y="7497"/>
                        <a:pt x="1145" y="7504"/>
                        <a:pt x="1183" y="7504"/>
                      </a:cubicBezTo>
                      <a:cubicBezTo>
                        <a:pt x="1266" y="7504"/>
                        <a:pt x="1348" y="7468"/>
                        <a:pt x="1404" y="7397"/>
                      </a:cubicBezTo>
                      <a:lnTo>
                        <a:pt x="6259" y="1375"/>
                      </a:lnTo>
                      <a:lnTo>
                        <a:pt x="6941" y="1641"/>
                      </a:lnTo>
                      <a:lnTo>
                        <a:pt x="7365" y="559"/>
                      </a:lnTo>
                      <a:lnTo>
                        <a:pt x="7365" y="453"/>
                      </a:lnTo>
                      <a:lnTo>
                        <a:pt x="62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3"/>
                <p:cNvSpPr/>
                <p:nvPr/>
              </p:nvSpPr>
              <p:spPr>
                <a:xfrm>
                  <a:off x="-2153650" y="2264638"/>
                  <a:ext cx="39300" cy="38750"/>
                </a:xfrm>
                <a:custGeom>
                  <a:rect b="b" l="l" r="r" t="t"/>
                  <a:pathLst>
                    <a:path extrusionOk="0" h="1550" w="1572">
                      <a:moveTo>
                        <a:pt x="1505" y="876"/>
                      </a:moveTo>
                      <a:lnTo>
                        <a:pt x="1505" y="876"/>
                      </a:lnTo>
                      <a:cubicBezTo>
                        <a:pt x="1504" y="880"/>
                        <a:pt x="1504" y="884"/>
                        <a:pt x="1502" y="887"/>
                      </a:cubicBezTo>
                      <a:cubicBezTo>
                        <a:pt x="1502" y="882"/>
                        <a:pt x="1504" y="880"/>
                        <a:pt x="1505" y="876"/>
                      </a:cubicBezTo>
                      <a:close/>
                      <a:moveTo>
                        <a:pt x="380" y="1370"/>
                      </a:moveTo>
                      <a:lnTo>
                        <a:pt x="380" y="1370"/>
                      </a:lnTo>
                      <a:cubicBezTo>
                        <a:pt x="384" y="1371"/>
                        <a:pt x="387" y="1374"/>
                        <a:pt x="391" y="1376"/>
                      </a:cubicBezTo>
                      <a:cubicBezTo>
                        <a:pt x="387" y="1374"/>
                        <a:pt x="383" y="1372"/>
                        <a:pt x="380" y="1370"/>
                      </a:cubicBezTo>
                      <a:close/>
                      <a:moveTo>
                        <a:pt x="777" y="0"/>
                      </a:moveTo>
                      <a:cubicBezTo>
                        <a:pt x="481" y="0"/>
                        <a:pt x="201" y="179"/>
                        <a:pt x="86" y="471"/>
                      </a:cubicBezTo>
                      <a:cubicBezTo>
                        <a:pt x="0" y="688"/>
                        <a:pt x="25" y="918"/>
                        <a:pt x="131" y="1107"/>
                      </a:cubicBezTo>
                      <a:cubicBezTo>
                        <a:pt x="206" y="1278"/>
                        <a:pt x="346" y="1423"/>
                        <a:pt x="535" y="1498"/>
                      </a:cubicBezTo>
                      <a:cubicBezTo>
                        <a:pt x="623" y="1533"/>
                        <a:pt x="715" y="1550"/>
                        <a:pt x="804" y="1550"/>
                      </a:cubicBezTo>
                      <a:cubicBezTo>
                        <a:pt x="1101" y="1550"/>
                        <a:pt x="1381" y="1370"/>
                        <a:pt x="1495" y="1078"/>
                      </a:cubicBezTo>
                      <a:cubicBezTo>
                        <a:pt x="1572" y="884"/>
                        <a:pt x="1556" y="678"/>
                        <a:pt x="1476" y="500"/>
                      </a:cubicBezTo>
                      <a:cubicBezTo>
                        <a:pt x="1408" y="302"/>
                        <a:pt x="1257" y="134"/>
                        <a:pt x="1046" y="51"/>
                      </a:cubicBezTo>
                      <a:cubicBezTo>
                        <a:pt x="958" y="17"/>
                        <a:pt x="86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3"/>
                <p:cNvSpPr/>
                <p:nvPr/>
              </p:nvSpPr>
              <p:spPr>
                <a:xfrm>
                  <a:off x="-2259050" y="2223338"/>
                  <a:ext cx="39325" cy="38775"/>
                </a:xfrm>
                <a:custGeom>
                  <a:rect b="b" l="l" r="r" t="t"/>
                  <a:pathLst>
                    <a:path extrusionOk="0" h="1551" w="1573">
                      <a:moveTo>
                        <a:pt x="1505" y="877"/>
                      </a:moveTo>
                      <a:cubicBezTo>
                        <a:pt x="1505" y="881"/>
                        <a:pt x="1503" y="885"/>
                        <a:pt x="1502" y="887"/>
                      </a:cubicBezTo>
                      <a:cubicBezTo>
                        <a:pt x="1504" y="883"/>
                        <a:pt x="1505" y="879"/>
                        <a:pt x="1505" y="877"/>
                      </a:cubicBezTo>
                      <a:close/>
                      <a:moveTo>
                        <a:pt x="439" y="1404"/>
                      </a:moveTo>
                      <a:cubicBezTo>
                        <a:pt x="460" y="1413"/>
                        <a:pt x="482" y="1424"/>
                        <a:pt x="504" y="1433"/>
                      </a:cubicBezTo>
                      <a:cubicBezTo>
                        <a:pt x="482" y="1424"/>
                        <a:pt x="460" y="1414"/>
                        <a:pt x="439" y="1404"/>
                      </a:cubicBezTo>
                      <a:close/>
                      <a:moveTo>
                        <a:pt x="777" y="1"/>
                      </a:moveTo>
                      <a:cubicBezTo>
                        <a:pt x="481" y="1"/>
                        <a:pt x="201" y="180"/>
                        <a:pt x="86" y="472"/>
                      </a:cubicBezTo>
                      <a:cubicBezTo>
                        <a:pt x="0" y="689"/>
                        <a:pt x="25" y="919"/>
                        <a:pt x="131" y="1108"/>
                      </a:cubicBezTo>
                      <a:cubicBezTo>
                        <a:pt x="207" y="1279"/>
                        <a:pt x="346" y="1424"/>
                        <a:pt x="535" y="1499"/>
                      </a:cubicBezTo>
                      <a:cubicBezTo>
                        <a:pt x="624" y="1534"/>
                        <a:pt x="715" y="1550"/>
                        <a:pt x="805" y="1550"/>
                      </a:cubicBezTo>
                      <a:cubicBezTo>
                        <a:pt x="1101" y="1550"/>
                        <a:pt x="1381" y="1371"/>
                        <a:pt x="1496" y="1079"/>
                      </a:cubicBezTo>
                      <a:cubicBezTo>
                        <a:pt x="1572" y="883"/>
                        <a:pt x="1558" y="679"/>
                        <a:pt x="1476" y="501"/>
                      </a:cubicBezTo>
                      <a:cubicBezTo>
                        <a:pt x="1408" y="303"/>
                        <a:pt x="1257" y="135"/>
                        <a:pt x="1047" y="52"/>
                      </a:cubicBezTo>
                      <a:cubicBezTo>
                        <a:pt x="958" y="17"/>
                        <a:pt x="867"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3"/>
                <p:cNvSpPr/>
                <p:nvPr/>
              </p:nvSpPr>
              <p:spPr>
                <a:xfrm>
                  <a:off x="-2252275" y="2229838"/>
                  <a:ext cx="24300" cy="23125"/>
                </a:xfrm>
                <a:custGeom>
                  <a:rect b="b" l="l" r="r" t="t"/>
                  <a:pathLst>
                    <a:path extrusionOk="0" h="925" w="972">
                      <a:moveTo>
                        <a:pt x="468" y="1"/>
                      </a:moveTo>
                      <a:cubicBezTo>
                        <a:pt x="236" y="1"/>
                        <a:pt x="40" y="178"/>
                        <a:pt x="18" y="414"/>
                      </a:cubicBezTo>
                      <a:cubicBezTo>
                        <a:pt x="1" y="611"/>
                        <a:pt x="111" y="788"/>
                        <a:pt x="279" y="866"/>
                      </a:cubicBezTo>
                      <a:lnTo>
                        <a:pt x="279" y="869"/>
                      </a:lnTo>
                      <a:cubicBezTo>
                        <a:pt x="333" y="896"/>
                        <a:pt x="393" y="916"/>
                        <a:pt x="456" y="922"/>
                      </a:cubicBezTo>
                      <a:cubicBezTo>
                        <a:pt x="473" y="924"/>
                        <a:pt x="490" y="925"/>
                        <a:pt x="506" y="925"/>
                      </a:cubicBezTo>
                      <a:cubicBezTo>
                        <a:pt x="743" y="925"/>
                        <a:pt x="941" y="751"/>
                        <a:pt x="957" y="516"/>
                      </a:cubicBezTo>
                      <a:cubicBezTo>
                        <a:pt x="972" y="329"/>
                        <a:pt x="870" y="158"/>
                        <a:pt x="714" y="71"/>
                      </a:cubicBezTo>
                      <a:cubicBezTo>
                        <a:pt x="655" y="34"/>
                        <a:pt x="586" y="9"/>
                        <a:pt x="512" y="3"/>
                      </a:cubicBezTo>
                      <a:cubicBezTo>
                        <a:pt x="497" y="1"/>
                        <a:pt x="483"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3"/>
                <p:cNvSpPr/>
                <p:nvPr/>
              </p:nvSpPr>
              <p:spPr>
                <a:xfrm>
                  <a:off x="-1975575" y="2193263"/>
                  <a:ext cx="23375" cy="52875"/>
                </a:xfrm>
                <a:custGeom>
                  <a:rect b="b" l="l" r="r" t="t"/>
                  <a:pathLst>
                    <a:path extrusionOk="0" h="2115" w="935">
                      <a:moveTo>
                        <a:pt x="683" y="0"/>
                      </a:moveTo>
                      <a:lnTo>
                        <a:pt x="1" y="1743"/>
                      </a:lnTo>
                      <a:lnTo>
                        <a:pt x="1" y="2022"/>
                      </a:lnTo>
                      <a:lnTo>
                        <a:pt x="251" y="2115"/>
                      </a:lnTo>
                      <a:lnTo>
                        <a:pt x="935" y="372"/>
                      </a:lnTo>
                      <a:lnTo>
                        <a:pt x="935" y="93"/>
                      </a:lnTo>
                      <a:lnTo>
                        <a:pt x="6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3"/>
                <p:cNvSpPr/>
                <p:nvPr/>
              </p:nvSpPr>
              <p:spPr>
                <a:xfrm>
                  <a:off x="-2167200" y="1989363"/>
                  <a:ext cx="134500" cy="203875"/>
                </a:xfrm>
                <a:custGeom>
                  <a:rect b="b" l="l" r="r" t="t"/>
                  <a:pathLst>
                    <a:path extrusionOk="0" h="8155" w="5380">
                      <a:moveTo>
                        <a:pt x="2881" y="0"/>
                      </a:moveTo>
                      <a:cubicBezTo>
                        <a:pt x="1808" y="0"/>
                        <a:pt x="775" y="428"/>
                        <a:pt x="15" y="1179"/>
                      </a:cubicBezTo>
                      <a:cubicBezTo>
                        <a:pt x="0" y="1485"/>
                        <a:pt x="155" y="1740"/>
                        <a:pt x="660" y="1803"/>
                      </a:cubicBezTo>
                      <a:cubicBezTo>
                        <a:pt x="2133" y="1988"/>
                        <a:pt x="3800" y="2316"/>
                        <a:pt x="2089" y="4028"/>
                      </a:cubicBezTo>
                      <a:cubicBezTo>
                        <a:pt x="595" y="5525"/>
                        <a:pt x="2520" y="5619"/>
                        <a:pt x="3030" y="5619"/>
                      </a:cubicBezTo>
                      <a:cubicBezTo>
                        <a:pt x="3104" y="5619"/>
                        <a:pt x="3148" y="5618"/>
                        <a:pt x="3148" y="5618"/>
                      </a:cubicBezTo>
                      <a:lnTo>
                        <a:pt x="3148" y="5618"/>
                      </a:lnTo>
                      <a:cubicBezTo>
                        <a:pt x="3148" y="5618"/>
                        <a:pt x="4018" y="6541"/>
                        <a:pt x="2706" y="6726"/>
                      </a:cubicBezTo>
                      <a:cubicBezTo>
                        <a:pt x="1948" y="6831"/>
                        <a:pt x="1688" y="7465"/>
                        <a:pt x="1857" y="8022"/>
                      </a:cubicBezTo>
                      <a:cubicBezTo>
                        <a:pt x="2198" y="8112"/>
                        <a:pt x="2542" y="8155"/>
                        <a:pt x="2883" y="8155"/>
                      </a:cubicBezTo>
                      <a:cubicBezTo>
                        <a:pt x="3587" y="8155"/>
                        <a:pt x="4275" y="7970"/>
                        <a:pt x="4881" y="7630"/>
                      </a:cubicBezTo>
                      <a:cubicBezTo>
                        <a:pt x="4438" y="7437"/>
                        <a:pt x="4058" y="7138"/>
                        <a:pt x="4365" y="6727"/>
                      </a:cubicBezTo>
                      <a:cubicBezTo>
                        <a:pt x="4934" y="5963"/>
                        <a:pt x="5380" y="4346"/>
                        <a:pt x="4348" y="4346"/>
                      </a:cubicBezTo>
                      <a:cubicBezTo>
                        <a:pt x="4298" y="4346"/>
                        <a:pt x="4244" y="4350"/>
                        <a:pt x="4187" y="4357"/>
                      </a:cubicBezTo>
                      <a:cubicBezTo>
                        <a:pt x="4143" y="4363"/>
                        <a:pt x="4102" y="4366"/>
                        <a:pt x="4064" y="4366"/>
                      </a:cubicBezTo>
                      <a:cubicBezTo>
                        <a:pt x="3007" y="4366"/>
                        <a:pt x="3753" y="2192"/>
                        <a:pt x="2957" y="1834"/>
                      </a:cubicBezTo>
                      <a:cubicBezTo>
                        <a:pt x="2333" y="1556"/>
                        <a:pt x="2444" y="467"/>
                        <a:pt x="3109" y="7"/>
                      </a:cubicBezTo>
                      <a:cubicBezTo>
                        <a:pt x="3033" y="2"/>
                        <a:pt x="2957" y="0"/>
                        <a:pt x="2881"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3"/>
                <p:cNvSpPr/>
                <p:nvPr/>
              </p:nvSpPr>
              <p:spPr>
                <a:xfrm>
                  <a:off x="-2197600" y="1989338"/>
                  <a:ext cx="205850" cy="207900"/>
                </a:xfrm>
                <a:custGeom>
                  <a:rect b="b" l="l" r="r" t="t"/>
                  <a:pathLst>
                    <a:path extrusionOk="0" h="8316" w="8234">
                      <a:moveTo>
                        <a:pt x="8150" y="4500"/>
                      </a:moveTo>
                      <a:cubicBezTo>
                        <a:pt x="8150" y="4505"/>
                        <a:pt x="8150" y="4512"/>
                        <a:pt x="8149" y="4517"/>
                      </a:cubicBezTo>
                      <a:cubicBezTo>
                        <a:pt x="8149" y="4511"/>
                        <a:pt x="8150" y="4505"/>
                        <a:pt x="8150" y="4500"/>
                      </a:cubicBezTo>
                      <a:close/>
                      <a:moveTo>
                        <a:pt x="8136" y="4636"/>
                      </a:moveTo>
                      <a:cubicBezTo>
                        <a:pt x="8136" y="4637"/>
                        <a:pt x="8135" y="4638"/>
                        <a:pt x="8135" y="4639"/>
                      </a:cubicBezTo>
                      <a:lnTo>
                        <a:pt x="8135" y="4639"/>
                      </a:lnTo>
                      <a:cubicBezTo>
                        <a:pt x="8135" y="4638"/>
                        <a:pt x="8136" y="4637"/>
                        <a:pt x="8136" y="4636"/>
                      </a:cubicBezTo>
                      <a:close/>
                      <a:moveTo>
                        <a:pt x="1080" y="6817"/>
                      </a:moveTo>
                      <a:lnTo>
                        <a:pt x="1080" y="6817"/>
                      </a:lnTo>
                      <a:cubicBezTo>
                        <a:pt x="1081" y="6819"/>
                        <a:pt x="1082" y="6820"/>
                        <a:pt x="1084" y="6822"/>
                      </a:cubicBezTo>
                      <a:cubicBezTo>
                        <a:pt x="1082" y="6821"/>
                        <a:pt x="1081" y="6820"/>
                        <a:pt x="1080" y="6817"/>
                      </a:cubicBezTo>
                      <a:close/>
                      <a:moveTo>
                        <a:pt x="1469" y="7194"/>
                      </a:moveTo>
                      <a:cubicBezTo>
                        <a:pt x="1490" y="7212"/>
                        <a:pt x="1510" y="7229"/>
                        <a:pt x="1531" y="7246"/>
                      </a:cubicBezTo>
                      <a:cubicBezTo>
                        <a:pt x="1509" y="7229"/>
                        <a:pt x="1489" y="7212"/>
                        <a:pt x="1469" y="7194"/>
                      </a:cubicBezTo>
                      <a:close/>
                      <a:moveTo>
                        <a:pt x="1595" y="7297"/>
                      </a:moveTo>
                      <a:lnTo>
                        <a:pt x="1595" y="7297"/>
                      </a:lnTo>
                      <a:cubicBezTo>
                        <a:pt x="1623" y="7318"/>
                        <a:pt x="1651" y="7340"/>
                        <a:pt x="1680" y="7362"/>
                      </a:cubicBezTo>
                      <a:cubicBezTo>
                        <a:pt x="1650" y="7341"/>
                        <a:pt x="1622" y="7319"/>
                        <a:pt x="1595" y="7297"/>
                      </a:cubicBezTo>
                      <a:close/>
                      <a:moveTo>
                        <a:pt x="5632" y="7855"/>
                      </a:moveTo>
                      <a:cubicBezTo>
                        <a:pt x="5566" y="7883"/>
                        <a:pt x="5501" y="7908"/>
                        <a:pt x="5435" y="7930"/>
                      </a:cubicBezTo>
                      <a:cubicBezTo>
                        <a:pt x="5501" y="7906"/>
                        <a:pt x="5566" y="7883"/>
                        <a:pt x="5632" y="7855"/>
                      </a:cubicBezTo>
                      <a:close/>
                      <a:moveTo>
                        <a:pt x="5233" y="7993"/>
                      </a:moveTo>
                      <a:cubicBezTo>
                        <a:pt x="5132" y="8024"/>
                        <a:pt x="5029" y="8049"/>
                        <a:pt x="4925" y="8071"/>
                      </a:cubicBezTo>
                      <a:cubicBezTo>
                        <a:pt x="5028" y="8049"/>
                        <a:pt x="5132" y="8023"/>
                        <a:pt x="5233" y="7993"/>
                      </a:cubicBezTo>
                      <a:close/>
                      <a:moveTo>
                        <a:pt x="4822" y="8091"/>
                      </a:moveTo>
                      <a:cubicBezTo>
                        <a:pt x="4753" y="8105"/>
                        <a:pt x="4683" y="8115"/>
                        <a:pt x="4612" y="8123"/>
                      </a:cubicBezTo>
                      <a:cubicBezTo>
                        <a:pt x="4682" y="8115"/>
                        <a:pt x="4752" y="8105"/>
                        <a:pt x="4822" y="8091"/>
                      </a:cubicBezTo>
                      <a:close/>
                      <a:moveTo>
                        <a:pt x="4097" y="1"/>
                      </a:moveTo>
                      <a:cubicBezTo>
                        <a:pt x="2386" y="1"/>
                        <a:pt x="774" y="1086"/>
                        <a:pt x="212" y="2841"/>
                      </a:cubicBezTo>
                      <a:cubicBezTo>
                        <a:pt x="71" y="3280"/>
                        <a:pt x="11" y="3729"/>
                        <a:pt x="22" y="4170"/>
                      </a:cubicBezTo>
                      <a:cubicBezTo>
                        <a:pt x="1" y="5736"/>
                        <a:pt x="890" y="7240"/>
                        <a:pt x="2366" y="7929"/>
                      </a:cubicBezTo>
                      <a:cubicBezTo>
                        <a:pt x="2930" y="8192"/>
                        <a:pt x="3518" y="8316"/>
                        <a:pt x="4096" y="8316"/>
                      </a:cubicBezTo>
                      <a:cubicBezTo>
                        <a:pt x="5807" y="8316"/>
                        <a:pt x="7419" y="7231"/>
                        <a:pt x="7981" y="5475"/>
                      </a:cubicBezTo>
                      <a:cubicBezTo>
                        <a:pt x="8110" y="5073"/>
                        <a:pt x="8169" y="4663"/>
                        <a:pt x="8169" y="4256"/>
                      </a:cubicBezTo>
                      <a:cubicBezTo>
                        <a:pt x="8234" y="2650"/>
                        <a:pt x="7336" y="1091"/>
                        <a:pt x="5827" y="387"/>
                      </a:cubicBezTo>
                      <a:cubicBezTo>
                        <a:pt x="5264" y="124"/>
                        <a:pt x="4675" y="1"/>
                        <a:pt x="4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3"/>
                <p:cNvSpPr/>
                <p:nvPr/>
              </p:nvSpPr>
              <p:spPr>
                <a:xfrm>
                  <a:off x="-2149900" y="2043388"/>
                  <a:ext cx="109250" cy="95825"/>
                </a:xfrm>
                <a:custGeom>
                  <a:rect b="b" l="l" r="r" t="t"/>
                  <a:pathLst>
                    <a:path extrusionOk="0" h="3833" w="4370">
                      <a:moveTo>
                        <a:pt x="2190" y="0"/>
                      </a:moveTo>
                      <a:cubicBezTo>
                        <a:pt x="1932" y="0"/>
                        <a:pt x="1670" y="52"/>
                        <a:pt x="1419" y="162"/>
                      </a:cubicBezTo>
                      <a:cubicBezTo>
                        <a:pt x="446" y="588"/>
                        <a:pt x="1" y="1718"/>
                        <a:pt x="424" y="2686"/>
                      </a:cubicBezTo>
                      <a:cubicBezTo>
                        <a:pt x="738" y="3404"/>
                        <a:pt x="1441" y="3832"/>
                        <a:pt x="2180" y="3832"/>
                      </a:cubicBezTo>
                      <a:cubicBezTo>
                        <a:pt x="2438" y="3832"/>
                        <a:pt x="2700" y="3780"/>
                        <a:pt x="2951" y="3670"/>
                      </a:cubicBezTo>
                      <a:cubicBezTo>
                        <a:pt x="3924" y="3245"/>
                        <a:pt x="4369" y="2116"/>
                        <a:pt x="3946" y="1147"/>
                      </a:cubicBezTo>
                      <a:cubicBezTo>
                        <a:pt x="3632" y="428"/>
                        <a:pt x="2929" y="0"/>
                        <a:pt x="2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3"/>
                <p:cNvSpPr/>
                <p:nvPr/>
              </p:nvSpPr>
              <p:spPr>
                <a:xfrm>
                  <a:off x="-2107125" y="2079913"/>
                  <a:ext cx="23875" cy="22775"/>
                </a:xfrm>
                <a:custGeom>
                  <a:rect b="b" l="l" r="r" t="t"/>
                  <a:pathLst>
                    <a:path extrusionOk="0" h="911" w="955">
                      <a:moveTo>
                        <a:pt x="478" y="1"/>
                      </a:moveTo>
                      <a:cubicBezTo>
                        <a:pt x="264" y="1"/>
                        <a:pt x="63" y="153"/>
                        <a:pt x="27" y="391"/>
                      </a:cubicBezTo>
                      <a:cubicBezTo>
                        <a:pt x="1" y="560"/>
                        <a:pt x="77" y="735"/>
                        <a:pt x="219" y="830"/>
                      </a:cubicBezTo>
                      <a:cubicBezTo>
                        <a:pt x="300" y="885"/>
                        <a:pt x="390" y="911"/>
                        <a:pt x="477" y="911"/>
                      </a:cubicBezTo>
                      <a:cubicBezTo>
                        <a:pt x="691" y="911"/>
                        <a:pt x="892" y="759"/>
                        <a:pt x="929" y="521"/>
                      </a:cubicBezTo>
                      <a:cubicBezTo>
                        <a:pt x="954" y="351"/>
                        <a:pt x="878" y="177"/>
                        <a:pt x="737" y="81"/>
                      </a:cubicBezTo>
                      <a:cubicBezTo>
                        <a:pt x="655" y="26"/>
                        <a:pt x="565" y="1"/>
                        <a:pt x="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3"/>
                <p:cNvSpPr/>
                <p:nvPr/>
              </p:nvSpPr>
              <p:spPr>
                <a:xfrm>
                  <a:off x="-2146875" y="2271113"/>
                  <a:ext cx="24300" cy="23125"/>
                </a:xfrm>
                <a:custGeom>
                  <a:rect b="b" l="l" r="r" t="t"/>
                  <a:pathLst>
                    <a:path extrusionOk="0" h="925" w="972">
                      <a:moveTo>
                        <a:pt x="468" y="1"/>
                      </a:moveTo>
                      <a:cubicBezTo>
                        <a:pt x="236" y="1"/>
                        <a:pt x="39" y="178"/>
                        <a:pt x="18" y="415"/>
                      </a:cubicBezTo>
                      <a:cubicBezTo>
                        <a:pt x="0" y="611"/>
                        <a:pt x="111" y="788"/>
                        <a:pt x="279" y="867"/>
                      </a:cubicBezTo>
                      <a:lnTo>
                        <a:pt x="279" y="869"/>
                      </a:lnTo>
                      <a:cubicBezTo>
                        <a:pt x="333" y="897"/>
                        <a:pt x="393" y="916"/>
                        <a:pt x="456" y="922"/>
                      </a:cubicBezTo>
                      <a:cubicBezTo>
                        <a:pt x="473" y="924"/>
                        <a:pt x="489" y="925"/>
                        <a:pt x="506" y="925"/>
                      </a:cubicBezTo>
                      <a:cubicBezTo>
                        <a:pt x="742" y="925"/>
                        <a:pt x="941" y="751"/>
                        <a:pt x="957" y="516"/>
                      </a:cubicBezTo>
                      <a:cubicBezTo>
                        <a:pt x="972" y="331"/>
                        <a:pt x="869" y="161"/>
                        <a:pt x="714" y="71"/>
                      </a:cubicBezTo>
                      <a:cubicBezTo>
                        <a:pt x="654" y="34"/>
                        <a:pt x="586" y="9"/>
                        <a:pt x="511" y="3"/>
                      </a:cubicBezTo>
                      <a:cubicBezTo>
                        <a:pt x="497" y="1"/>
                        <a:pt x="482"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3"/>
                <p:cNvSpPr/>
                <p:nvPr/>
              </p:nvSpPr>
              <p:spPr>
                <a:xfrm>
                  <a:off x="-2093700" y="2291263"/>
                  <a:ext cx="24300" cy="23150"/>
                </a:xfrm>
                <a:custGeom>
                  <a:rect b="b" l="l" r="r" t="t"/>
                  <a:pathLst>
                    <a:path extrusionOk="0" h="926" w="972">
                      <a:moveTo>
                        <a:pt x="469" y="1"/>
                      </a:moveTo>
                      <a:cubicBezTo>
                        <a:pt x="236" y="1"/>
                        <a:pt x="39" y="178"/>
                        <a:pt x="18" y="415"/>
                      </a:cubicBezTo>
                      <a:cubicBezTo>
                        <a:pt x="0" y="611"/>
                        <a:pt x="111" y="788"/>
                        <a:pt x="279" y="868"/>
                      </a:cubicBezTo>
                      <a:lnTo>
                        <a:pt x="279" y="869"/>
                      </a:lnTo>
                      <a:cubicBezTo>
                        <a:pt x="333" y="897"/>
                        <a:pt x="393" y="916"/>
                        <a:pt x="456" y="922"/>
                      </a:cubicBezTo>
                      <a:cubicBezTo>
                        <a:pt x="473" y="924"/>
                        <a:pt x="490" y="925"/>
                        <a:pt x="507" y="925"/>
                      </a:cubicBezTo>
                      <a:cubicBezTo>
                        <a:pt x="743" y="925"/>
                        <a:pt x="941" y="751"/>
                        <a:pt x="957" y="517"/>
                      </a:cubicBezTo>
                      <a:cubicBezTo>
                        <a:pt x="972" y="331"/>
                        <a:pt x="870" y="161"/>
                        <a:pt x="714" y="71"/>
                      </a:cubicBezTo>
                      <a:cubicBezTo>
                        <a:pt x="655" y="34"/>
                        <a:pt x="587" y="9"/>
                        <a:pt x="511" y="3"/>
                      </a:cubicBezTo>
                      <a:cubicBezTo>
                        <a:pt x="497" y="2"/>
                        <a:pt x="483"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3"/>
                <p:cNvSpPr/>
                <p:nvPr/>
              </p:nvSpPr>
              <p:spPr>
                <a:xfrm>
                  <a:off x="-2222725" y="2179463"/>
                  <a:ext cx="114350" cy="64025"/>
                </a:xfrm>
                <a:custGeom>
                  <a:rect b="b" l="l" r="r" t="t"/>
                  <a:pathLst>
                    <a:path extrusionOk="0" h="2561" w="4574">
                      <a:moveTo>
                        <a:pt x="355" y="0"/>
                      </a:moveTo>
                      <a:lnTo>
                        <a:pt x="0" y="908"/>
                      </a:lnTo>
                      <a:lnTo>
                        <a:pt x="3360" y="2224"/>
                      </a:lnTo>
                      <a:lnTo>
                        <a:pt x="4010" y="2479"/>
                      </a:lnTo>
                      <a:lnTo>
                        <a:pt x="4217" y="2560"/>
                      </a:lnTo>
                      <a:lnTo>
                        <a:pt x="4573" y="1652"/>
                      </a:lnTo>
                      <a:lnTo>
                        <a:pt x="3807" y="1352"/>
                      </a:lnTo>
                      <a:lnTo>
                        <a:pt x="3596" y="1269"/>
                      </a:lnTo>
                      <a:lnTo>
                        <a:pt x="1863" y="591"/>
                      </a:lnTo>
                      <a:lnTo>
                        <a:pt x="1545" y="466"/>
                      </a:lnTo>
                      <a:lnTo>
                        <a:pt x="3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572" name="Shape 3572"/>
        <p:cNvGrpSpPr/>
        <p:nvPr/>
      </p:nvGrpSpPr>
      <p:grpSpPr>
        <a:xfrm>
          <a:off x="0" y="0"/>
          <a:ext cx="0" cy="0"/>
          <a:chOff x="0" y="0"/>
          <a:chExt cx="0" cy="0"/>
        </a:xfrm>
      </p:grpSpPr>
      <p:sp>
        <p:nvSpPr>
          <p:cNvPr id="3573" name="Google Shape;3573;p44"/>
          <p:cNvSpPr/>
          <p:nvPr>
            <p:ph idx="2" type="pic"/>
          </p:nvPr>
        </p:nvSpPr>
        <p:spPr>
          <a:xfrm>
            <a:off x="0" y="0"/>
            <a:ext cx="9149400" cy="5143500"/>
          </a:xfrm>
          <a:prstGeom prst="rect">
            <a:avLst/>
          </a:prstGeom>
          <a:noFill/>
          <a:ln>
            <a:noFill/>
          </a:ln>
        </p:spPr>
      </p:sp>
      <p:sp>
        <p:nvSpPr>
          <p:cNvPr id="3574" name="Google Shape;3574;p44"/>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algn="ctr">
              <a:spcBef>
                <a:spcPts val="0"/>
              </a:spcBef>
              <a:spcAft>
                <a:spcPts val="0"/>
              </a:spcAft>
              <a:buSzPts val="2200"/>
              <a:buNone/>
              <a:defRPr sz="2200">
                <a:solidFill>
                  <a:schemeClr val="lt1"/>
                </a:solidFill>
              </a:defRPr>
            </a:lvl1pPr>
            <a:lvl2pPr lvl="1" algn="ctr">
              <a:spcBef>
                <a:spcPts val="0"/>
              </a:spcBef>
              <a:spcAft>
                <a:spcPts val="0"/>
              </a:spcAft>
              <a:buSzPts val="2200"/>
              <a:buFont typeface="Coiny"/>
              <a:buNone/>
              <a:defRPr sz="2200">
                <a:latin typeface="Coiny"/>
                <a:ea typeface="Coiny"/>
                <a:cs typeface="Coiny"/>
                <a:sym typeface="Coiny"/>
              </a:defRPr>
            </a:lvl2pPr>
            <a:lvl3pPr lvl="2" algn="ctr">
              <a:spcBef>
                <a:spcPts val="0"/>
              </a:spcBef>
              <a:spcAft>
                <a:spcPts val="0"/>
              </a:spcAft>
              <a:buSzPts val="2200"/>
              <a:buFont typeface="Coiny"/>
              <a:buNone/>
              <a:defRPr sz="2200">
                <a:latin typeface="Coiny"/>
                <a:ea typeface="Coiny"/>
                <a:cs typeface="Coiny"/>
                <a:sym typeface="Coiny"/>
              </a:defRPr>
            </a:lvl3pPr>
            <a:lvl4pPr lvl="3" algn="ctr">
              <a:spcBef>
                <a:spcPts val="0"/>
              </a:spcBef>
              <a:spcAft>
                <a:spcPts val="0"/>
              </a:spcAft>
              <a:buSzPts val="2200"/>
              <a:buFont typeface="Coiny"/>
              <a:buNone/>
              <a:defRPr sz="2200">
                <a:latin typeface="Coiny"/>
                <a:ea typeface="Coiny"/>
                <a:cs typeface="Coiny"/>
                <a:sym typeface="Coiny"/>
              </a:defRPr>
            </a:lvl4pPr>
            <a:lvl5pPr lvl="4" algn="ctr">
              <a:spcBef>
                <a:spcPts val="0"/>
              </a:spcBef>
              <a:spcAft>
                <a:spcPts val="0"/>
              </a:spcAft>
              <a:buSzPts val="2200"/>
              <a:buFont typeface="Coiny"/>
              <a:buNone/>
              <a:defRPr sz="2200">
                <a:latin typeface="Coiny"/>
                <a:ea typeface="Coiny"/>
                <a:cs typeface="Coiny"/>
                <a:sym typeface="Coiny"/>
              </a:defRPr>
            </a:lvl5pPr>
            <a:lvl6pPr lvl="5" algn="ctr">
              <a:spcBef>
                <a:spcPts val="0"/>
              </a:spcBef>
              <a:spcAft>
                <a:spcPts val="0"/>
              </a:spcAft>
              <a:buSzPts val="2200"/>
              <a:buFont typeface="Coiny"/>
              <a:buNone/>
              <a:defRPr sz="2200">
                <a:latin typeface="Coiny"/>
                <a:ea typeface="Coiny"/>
                <a:cs typeface="Coiny"/>
                <a:sym typeface="Coiny"/>
              </a:defRPr>
            </a:lvl6pPr>
            <a:lvl7pPr lvl="6" algn="ctr">
              <a:spcBef>
                <a:spcPts val="0"/>
              </a:spcBef>
              <a:spcAft>
                <a:spcPts val="0"/>
              </a:spcAft>
              <a:buSzPts val="2200"/>
              <a:buFont typeface="Coiny"/>
              <a:buNone/>
              <a:defRPr sz="2200">
                <a:latin typeface="Coiny"/>
                <a:ea typeface="Coiny"/>
                <a:cs typeface="Coiny"/>
                <a:sym typeface="Coiny"/>
              </a:defRPr>
            </a:lvl7pPr>
            <a:lvl8pPr lvl="7" algn="ctr">
              <a:spcBef>
                <a:spcPts val="0"/>
              </a:spcBef>
              <a:spcAft>
                <a:spcPts val="0"/>
              </a:spcAft>
              <a:buSzPts val="2200"/>
              <a:buFont typeface="Coiny"/>
              <a:buNone/>
              <a:defRPr sz="2200">
                <a:latin typeface="Coiny"/>
                <a:ea typeface="Coiny"/>
                <a:cs typeface="Coiny"/>
                <a:sym typeface="Coiny"/>
              </a:defRPr>
            </a:lvl8pPr>
            <a:lvl9pPr lvl="8" algn="ctr">
              <a:spcBef>
                <a:spcPts val="0"/>
              </a:spcBef>
              <a:spcAft>
                <a:spcPts val="0"/>
              </a:spcAft>
              <a:buSzPts val="2200"/>
              <a:buFont typeface="Coiny"/>
              <a:buNone/>
              <a:defRPr sz="2200">
                <a:latin typeface="Coiny"/>
                <a:ea typeface="Coiny"/>
                <a:cs typeface="Coiny"/>
                <a:sym typeface="Coiny"/>
              </a:defRPr>
            </a:lvl9pPr>
          </a:lstStyle>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575" name="Shape 3575"/>
        <p:cNvGrpSpPr/>
        <p:nvPr/>
      </p:nvGrpSpPr>
      <p:grpSpPr>
        <a:xfrm>
          <a:off x="0" y="0"/>
          <a:ext cx="0" cy="0"/>
          <a:chOff x="0" y="0"/>
          <a:chExt cx="0" cy="0"/>
        </a:xfrm>
      </p:grpSpPr>
      <p:sp>
        <p:nvSpPr>
          <p:cNvPr id="3576" name="Google Shape;3576;p45"/>
          <p:cNvSpPr txBox="1"/>
          <p:nvPr>
            <p:ph hasCustomPrompt="1" type="title"/>
          </p:nvPr>
        </p:nvSpPr>
        <p:spPr>
          <a:xfrm>
            <a:off x="1211539" y="1787300"/>
            <a:ext cx="6720900" cy="12216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7000">
                <a:solidFill>
                  <a:schemeClr val="accent3"/>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3577" name="Google Shape;3577;p45"/>
          <p:cNvSpPr txBox="1"/>
          <p:nvPr>
            <p:ph idx="1" type="subTitle"/>
          </p:nvPr>
        </p:nvSpPr>
        <p:spPr>
          <a:xfrm>
            <a:off x="1211539" y="3008950"/>
            <a:ext cx="6720900" cy="497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grpSp>
        <p:nvGrpSpPr>
          <p:cNvPr id="3578" name="Google Shape;3578;p45"/>
          <p:cNvGrpSpPr/>
          <p:nvPr/>
        </p:nvGrpSpPr>
        <p:grpSpPr>
          <a:xfrm>
            <a:off x="213847" y="102639"/>
            <a:ext cx="8784101" cy="4871990"/>
            <a:chOff x="213847" y="102639"/>
            <a:chExt cx="8784101" cy="4871990"/>
          </a:xfrm>
        </p:grpSpPr>
        <p:grpSp>
          <p:nvGrpSpPr>
            <p:cNvPr id="3579" name="Google Shape;3579;p45"/>
            <p:cNvGrpSpPr/>
            <p:nvPr/>
          </p:nvGrpSpPr>
          <p:grpSpPr>
            <a:xfrm>
              <a:off x="7495905" y="189348"/>
              <a:ext cx="1274016" cy="1083408"/>
              <a:chOff x="2880571" y="194363"/>
              <a:chExt cx="650041" cy="552788"/>
            </a:xfrm>
          </p:grpSpPr>
          <p:sp>
            <p:nvSpPr>
              <p:cNvPr id="3580" name="Google Shape;3580;p45"/>
              <p:cNvSpPr/>
              <p:nvPr/>
            </p:nvSpPr>
            <p:spPr>
              <a:xfrm>
                <a:off x="2880571" y="194363"/>
                <a:ext cx="648725" cy="551800"/>
              </a:xfrm>
              <a:custGeom>
                <a:rect b="b" l="l" r="r" t="t"/>
                <a:pathLst>
                  <a:path extrusionOk="0" h="22072" w="25949">
                    <a:moveTo>
                      <a:pt x="14372" y="1"/>
                    </a:moveTo>
                    <a:cubicBezTo>
                      <a:pt x="11516" y="1"/>
                      <a:pt x="8653" y="1093"/>
                      <a:pt x="6502" y="3555"/>
                    </a:cubicBezTo>
                    <a:cubicBezTo>
                      <a:pt x="0" y="10327"/>
                      <a:pt x="5289" y="22072"/>
                      <a:pt x="14402" y="22072"/>
                    </a:cubicBezTo>
                    <a:cubicBezTo>
                      <a:pt x="14703" y="22072"/>
                      <a:pt x="15008" y="22059"/>
                      <a:pt x="15316" y="22033"/>
                    </a:cubicBezTo>
                    <a:cubicBezTo>
                      <a:pt x="20809" y="21806"/>
                      <a:pt x="25536" y="17001"/>
                      <a:pt x="25684" y="11509"/>
                    </a:cubicBezTo>
                    <a:cubicBezTo>
                      <a:pt x="25855" y="11340"/>
                      <a:pt x="25949" y="11241"/>
                      <a:pt x="25949" y="11241"/>
                    </a:cubicBezTo>
                    <a:cubicBezTo>
                      <a:pt x="25949" y="11241"/>
                      <a:pt x="25860" y="11147"/>
                      <a:pt x="25696" y="10985"/>
                    </a:cubicBezTo>
                    <a:cubicBezTo>
                      <a:pt x="25831" y="4414"/>
                      <a:pt x="20114" y="1"/>
                      <a:pt x="14372" y="1"/>
                    </a:cubicBezTo>
                    <a:close/>
                  </a:path>
                </a:pathLst>
              </a:custGeom>
              <a:solidFill>
                <a:schemeClr val="accent4"/>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5"/>
              <p:cNvSpPr/>
              <p:nvPr/>
            </p:nvSpPr>
            <p:spPr>
              <a:xfrm>
                <a:off x="2972013" y="194875"/>
                <a:ext cx="552275" cy="552275"/>
              </a:xfrm>
              <a:custGeom>
                <a:rect b="b" l="l" r="r" t="t"/>
                <a:pathLst>
                  <a:path extrusionOk="0" h="22091" w="22091">
                    <a:moveTo>
                      <a:pt x="11046" y="1"/>
                    </a:moveTo>
                    <a:cubicBezTo>
                      <a:pt x="8116" y="1"/>
                      <a:pt x="5307" y="1165"/>
                      <a:pt x="3236" y="3236"/>
                    </a:cubicBezTo>
                    <a:cubicBezTo>
                      <a:pt x="1165" y="5307"/>
                      <a:pt x="1" y="8116"/>
                      <a:pt x="1" y="11045"/>
                    </a:cubicBezTo>
                    <a:cubicBezTo>
                      <a:pt x="1" y="13975"/>
                      <a:pt x="1165" y="16784"/>
                      <a:pt x="3236" y="18855"/>
                    </a:cubicBezTo>
                    <a:cubicBezTo>
                      <a:pt x="5307" y="20926"/>
                      <a:pt x="8116" y="22090"/>
                      <a:pt x="11046" y="22090"/>
                    </a:cubicBezTo>
                    <a:cubicBezTo>
                      <a:pt x="13975" y="22090"/>
                      <a:pt x="16784" y="20926"/>
                      <a:pt x="18856" y="18855"/>
                    </a:cubicBezTo>
                    <a:cubicBezTo>
                      <a:pt x="20928" y="16784"/>
                      <a:pt x="22091" y="13975"/>
                      <a:pt x="22091" y="11045"/>
                    </a:cubicBezTo>
                    <a:cubicBezTo>
                      <a:pt x="22091" y="8116"/>
                      <a:pt x="20928" y="5307"/>
                      <a:pt x="18856" y="3236"/>
                    </a:cubicBezTo>
                    <a:cubicBezTo>
                      <a:pt x="16784" y="1165"/>
                      <a:pt x="13975" y="1"/>
                      <a:pt x="110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5"/>
              <p:cNvSpPr/>
              <p:nvPr/>
            </p:nvSpPr>
            <p:spPr>
              <a:xfrm>
                <a:off x="2985188" y="342975"/>
                <a:ext cx="281225" cy="129125"/>
              </a:xfrm>
              <a:custGeom>
                <a:rect b="b" l="l" r="r" t="t"/>
                <a:pathLst>
                  <a:path extrusionOk="0" h="5165" w="11249">
                    <a:moveTo>
                      <a:pt x="730" y="0"/>
                    </a:moveTo>
                    <a:cubicBezTo>
                      <a:pt x="437" y="553"/>
                      <a:pt x="191" y="1138"/>
                      <a:pt x="0" y="1743"/>
                    </a:cubicBezTo>
                    <a:cubicBezTo>
                      <a:pt x="2739" y="3889"/>
                      <a:pt x="6187" y="5164"/>
                      <a:pt x="9935" y="5164"/>
                    </a:cubicBezTo>
                    <a:cubicBezTo>
                      <a:pt x="9999" y="5164"/>
                      <a:pt x="10061" y="5164"/>
                      <a:pt x="10126" y="5161"/>
                    </a:cubicBezTo>
                    <a:lnTo>
                      <a:pt x="10179" y="5161"/>
                    </a:lnTo>
                    <a:cubicBezTo>
                      <a:pt x="10243" y="5161"/>
                      <a:pt x="10312" y="5159"/>
                      <a:pt x="10379" y="5159"/>
                    </a:cubicBezTo>
                    <a:cubicBezTo>
                      <a:pt x="10385" y="5156"/>
                      <a:pt x="10394" y="5156"/>
                      <a:pt x="10403" y="5156"/>
                    </a:cubicBezTo>
                    <a:lnTo>
                      <a:pt x="10464" y="5156"/>
                    </a:lnTo>
                    <a:cubicBezTo>
                      <a:pt x="10472" y="5154"/>
                      <a:pt x="10478" y="5154"/>
                      <a:pt x="10487" y="5154"/>
                    </a:cubicBezTo>
                    <a:lnTo>
                      <a:pt x="10540" y="5154"/>
                    </a:lnTo>
                    <a:cubicBezTo>
                      <a:pt x="10542" y="5152"/>
                      <a:pt x="10543" y="5152"/>
                      <a:pt x="10545" y="5152"/>
                    </a:cubicBezTo>
                    <a:cubicBezTo>
                      <a:pt x="10547" y="5152"/>
                      <a:pt x="10549" y="5152"/>
                      <a:pt x="10552" y="5154"/>
                    </a:cubicBezTo>
                    <a:cubicBezTo>
                      <a:pt x="10559" y="5151"/>
                      <a:pt x="10568" y="5151"/>
                      <a:pt x="10577" y="5151"/>
                    </a:cubicBezTo>
                    <a:lnTo>
                      <a:pt x="10604" y="5151"/>
                    </a:lnTo>
                    <a:cubicBezTo>
                      <a:pt x="10604" y="5150"/>
                      <a:pt x="10605" y="5149"/>
                      <a:pt x="10606" y="5149"/>
                    </a:cubicBezTo>
                    <a:cubicBezTo>
                      <a:pt x="10608" y="5149"/>
                      <a:pt x="10609" y="5150"/>
                      <a:pt x="10611" y="5151"/>
                    </a:cubicBezTo>
                    <a:cubicBezTo>
                      <a:pt x="10616" y="5149"/>
                      <a:pt x="10622" y="5149"/>
                      <a:pt x="10629" y="5149"/>
                    </a:cubicBezTo>
                    <a:lnTo>
                      <a:pt x="10644" y="5149"/>
                    </a:lnTo>
                    <a:cubicBezTo>
                      <a:pt x="10660" y="5149"/>
                      <a:pt x="10675" y="5146"/>
                      <a:pt x="10694" y="5146"/>
                    </a:cubicBezTo>
                    <a:lnTo>
                      <a:pt x="10702" y="5146"/>
                    </a:lnTo>
                    <a:cubicBezTo>
                      <a:pt x="10882" y="5135"/>
                      <a:pt x="11067" y="5124"/>
                      <a:pt x="11249" y="5109"/>
                    </a:cubicBezTo>
                    <a:cubicBezTo>
                      <a:pt x="11148" y="5099"/>
                      <a:pt x="11042" y="5091"/>
                      <a:pt x="10939" y="5071"/>
                    </a:cubicBezTo>
                    <a:cubicBezTo>
                      <a:pt x="10914" y="5071"/>
                      <a:pt x="10894" y="5067"/>
                      <a:pt x="10872" y="5065"/>
                    </a:cubicBezTo>
                    <a:cubicBezTo>
                      <a:pt x="10808" y="5062"/>
                      <a:pt x="10747" y="5053"/>
                      <a:pt x="10685" y="5047"/>
                    </a:cubicBezTo>
                    <a:lnTo>
                      <a:pt x="10682" y="5047"/>
                    </a:lnTo>
                    <a:cubicBezTo>
                      <a:pt x="10661" y="5045"/>
                      <a:pt x="10640" y="5040"/>
                      <a:pt x="10618" y="5037"/>
                    </a:cubicBezTo>
                    <a:cubicBezTo>
                      <a:pt x="10609" y="5037"/>
                      <a:pt x="10603" y="5037"/>
                      <a:pt x="10597" y="5035"/>
                    </a:cubicBezTo>
                    <a:lnTo>
                      <a:pt x="10581" y="5035"/>
                    </a:lnTo>
                    <a:cubicBezTo>
                      <a:pt x="10572" y="5035"/>
                      <a:pt x="10566" y="5032"/>
                      <a:pt x="10558" y="5032"/>
                    </a:cubicBezTo>
                    <a:lnTo>
                      <a:pt x="10546" y="5032"/>
                    </a:lnTo>
                    <a:cubicBezTo>
                      <a:pt x="10541" y="5030"/>
                      <a:pt x="10535" y="5030"/>
                      <a:pt x="10528" y="5030"/>
                    </a:cubicBezTo>
                    <a:cubicBezTo>
                      <a:pt x="10519" y="5027"/>
                      <a:pt x="10510" y="5027"/>
                      <a:pt x="10501" y="5027"/>
                    </a:cubicBezTo>
                    <a:lnTo>
                      <a:pt x="10499" y="5027"/>
                    </a:lnTo>
                    <a:cubicBezTo>
                      <a:pt x="10492" y="5025"/>
                      <a:pt x="10485" y="5025"/>
                      <a:pt x="10483" y="5025"/>
                    </a:cubicBezTo>
                    <a:lnTo>
                      <a:pt x="10477" y="5025"/>
                    </a:lnTo>
                    <a:cubicBezTo>
                      <a:pt x="10464" y="5021"/>
                      <a:pt x="10452" y="5021"/>
                      <a:pt x="10443" y="5019"/>
                    </a:cubicBezTo>
                    <a:cubicBezTo>
                      <a:pt x="10434" y="5019"/>
                      <a:pt x="10425" y="5019"/>
                      <a:pt x="10418" y="5016"/>
                    </a:cubicBezTo>
                    <a:cubicBezTo>
                      <a:pt x="10406" y="5016"/>
                      <a:pt x="10396" y="5014"/>
                      <a:pt x="10387" y="5014"/>
                    </a:cubicBezTo>
                    <a:cubicBezTo>
                      <a:pt x="10381" y="5014"/>
                      <a:pt x="10377" y="5011"/>
                      <a:pt x="10375" y="5011"/>
                    </a:cubicBezTo>
                    <a:cubicBezTo>
                      <a:pt x="10319" y="5004"/>
                      <a:pt x="10263" y="4995"/>
                      <a:pt x="10209" y="4986"/>
                    </a:cubicBezTo>
                    <a:lnTo>
                      <a:pt x="10190" y="4986"/>
                    </a:lnTo>
                    <a:cubicBezTo>
                      <a:pt x="6474" y="4439"/>
                      <a:pt x="3170" y="2628"/>
                      <a:pt x="7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5"/>
              <p:cNvSpPr/>
              <p:nvPr/>
            </p:nvSpPr>
            <p:spPr>
              <a:xfrm>
                <a:off x="3229863" y="470125"/>
                <a:ext cx="281325" cy="128825"/>
              </a:xfrm>
              <a:custGeom>
                <a:rect b="b" l="l" r="r" t="t"/>
                <a:pathLst>
                  <a:path extrusionOk="0" h="5153" w="11253">
                    <a:moveTo>
                      <a:pt x="1352" y="1"/>
                    </a:moveTo>
                    <a:cubicBezTo>
                      <a:pt x="1338" y="1"/>
                      <a:pt x="1325" y="1"/>
                      <a:pt x="1311" y="1"/>
                    </a:cubicBezTo>
                    <a:lnTo>
                      <a:pt x="1151" y="1"/>
                    </a:lnTo>
                    <a:cubicBezTo>
                      <a:pt x="1124" y="1"/>
                      <a:pt x="1095" y="3"/>
                      <a:pt x="1069" y="3"/>
                    </a:cubicBezTo>
                    <a:cubicBezTo>
                      <a:pt x="1003" y="3"/>
                      <a:pt x="939" y="6"/>
                      <a:pt x="871" y="6"/>
                    </a:cubicBezTo>
                    <a:cubicBezTo>
                      <a:pt x="862" y="6"/>
                      <a:pt x="853" y="6"/>
                      <a:pt x="845" y="8"/>
                    </a:cubicBezTo>
                    <a:lnTo>
                      <a:pt x="786" y="8"/>
                    </a:lnTo>
                    <a:cubicBezTo>
                      <a:pt x="780" y="8"/>
                      <a:pt x="770" y="8"/>
                      <a:pt x="762" y="11"/>
                    </a:cubicBezTo>
                    <a:cubicBezTo>
                      <a:pt x="761" y="10"/>
                      <a:pt x="760" y="10"/>
                      <a:pt x="758" y="10"/>
                    </a:cubicBezTo>
                    <a:cubicBezTo>
                      <a:pt x="755" y="10"/>
                      <a:pt x="751" y="11"/>
                      <a:pt x="747" y="11"/>
                    </a:cubicBezTo>
                    <a:cubicBezTo>
                      <a:pt x="745" y="12"/>
                      <a:pt x="744" y="12"/>
                      <a:pt x="743" y="12"/>
                    </a:cubicBezTo>
                    <a:cubicBezTo>
                      <a:pt x="741" y="12"/>
                      <a:pt x="739" y="11"/>
                      <a:pt x="739" y="11"/>
                    </a:cubicBezTo>
                    <a:lnTo>
                      <a:pt x="697" y="11"/>
                    </a:lnTo>
                    <a:cubicBezTo>
                      <a:pt x="691" y="11"/>
                      <a:pt x="682" y="11"/>
                      <a:pt x="672" y="13"/>
                    </a:cubicBezTo>
                    <a:lnTo>
                      <a:pt x="639" y="13"/>
                    </a:lnTo>
                    <a:cubicBezTo>
                      <a:pt x="634" y="13"/>
                      <a:pt x="628" y="13"/>
                      <a:pt x="621" y="16"/>
                    </a:cubicBezTo>
                    <a:cubicBezTo>
                      <a:pt x="621" y="16"/>
                      <a:pt x="619" y="15"/>
                      <a:pt x="618" y="15"/>
                    </a:cubicBezTo>
                    <a:cubicBezTo>
                      <a:pt x="617" y="15"/>
                      <a:pt x="616" y="15"/>
                      <a:pt x="615" y="16"/>
                    </a:cubicBezTo>
                    <a:cubicBezTo>
                      <a:pt x="597" y="16"/>
                      <a:pt x="578" y="16"/>
                      <a:pt x="557" y="18"/>
                    </a:cubicBezTo>
                    <a:lnTo>
                      <a:pt x="554" y="18"/>
                    </a:lnTo>
                    <a:cubicBezTo>
                      <a:pt x="370" y="25"/>
                      <a:pt x="185" y="37"/>
                      <a:pt x="0" y="52"/>
                    </a:cubicBezTo>
                    <a:cubicBezTo>
                      <a:pt x="114" y="61"/>
                      <a:pt x="228" y="70"/>
                      <a:pt x="339" y="83"/>
                    </a:cubicBezTo>
                    <a:cubicBezTo>
                      <a:pt x="354" y="87"/>
                      <a:pt x="368" y="87"/>
                      <a:pt x="381" y="90"/>
                    </a:cubicBezTo>
                    <a:cubicBezTo>
                      <a:pt x="443" y="95"/>
                      <a:pt x="504" y="101"/>
                      <a:pt x="566" y="107"/>
                    </a:cubicBezTo>
                    <a:lnTo>
                      <a:pt x="568" y="110"/>
                    </a:lnTo>
                    <a:cubicBezTo>
                      <a:pt x="590" y="110"/>
                      <a:pt x="610" y="114"/>
                      <a:pt x="633" y="116"/>
                    </a:cubicBezTo>
                    <a:cubicBezTo>
                      <a:pt x="639" y="116"/>
                      <a:pt x="649" y="116"/>
                      <a:pt x="655" y="120"/>
                    </a:cubicBezTo>
                    <a:lnTo>
                      <a:pt x="667" y="120"/>
                    </a:lnTo>
                    <a:cubicBezTo>
                      <a:pt x="674" y="120"/>
                      <a:pt x="683" y="122"/>
                      <a:pt x="692" y="122"/>
                    </a:cubicBezTo>
                    <a:lnTo>
                      <a:pt x="701" y="122"/>
                    </a:lnTo>
                    <a:cubicBezTo>
                      <a:pt x="707" y="125"/>
                      <a:pt x="714" y="125"/>
                      <a:pt x="723" y="125"/>
                    </a:cubicBezTo>
                    <a:cubicBezTo>
                      <a:pt x="729" y="127"/>
                      <a:pt x="738" y="127"/>
                      <a:pt x="748" y="127"/>
                    </a:cubicBezTo>
                    <a:lnTo>
                      <a:pt x="754" y="127"/>
                    </a:lnTo>
                    <a:cubicBezTo>
                      <a:pt x="758" y="130"/>
                      <a:pt x="760" y="130"/>
                      <a:pt x="767" y="130"/>
                    </a:cubicBezTo>
                    <a:lnTo>
                      <a:pt x="776" y="130"/>
                    </a:lnTo>
                    <a:cubicBezTo>
                      <a:pt x="785" y="133"/>
                      <a:pt x="796" y="133"/>
                      <a:pt x="810" y="136"/>
                    </a:cubicBezTo>
                    <a:cubicBezTo>
                      <a:pt x="816" y="136"/>
                      <a:pt x="822" y="136"/>
                      <a:pt x="831" y="139"/>
                    </a:cubicBezTo>
                    <a:cubicBezTo>
                      <a:pt x="841" y="139"/>
                      <a:pt x="852" y="141"/>
                      <a:pt x="865" y="141"/>
                    </a:cubicBezTo>
                    <a:cubicBezTo>
                      <a:pt x="867" y="144"/>
                      <a:pt x="871" y="144"/>
                      <a:pt x="874" y="144"/>
                    </a:cubicBezTo>
                    <a:cubicBezTo>
                      <a:pt x="929" y="151"/>
                      <a:pt x="987" y="160"/>
                      <a:pt x="1043" y="168"/>
                    </a:cubicBezTo>
                    <a:cubicBezTo>
                      <a:pt x="1049" y="168"/>
                      <a:pt x="1058" y="168"/>
                      <a:pt x="1064" y="171"/>
                    </a:cubicBezTo>
                    <a:cubicBezTo>
                      <a:pt x="4782" y="718"/>
                      <a:pt x="8085" y="2531"/>
                      <a:pt x="10523" y="5153"/>
                    </a:cubicBezTo>
                    <a:cubicBezTo>
                      <a:pt x="10812" y="4599"/>
                      <a:pt x="11058" y="4017"/>
                      <a:pt x="11252" y="3413"/>
                    </a:cubicBezTo>
                    <a:cubicBezTo>
                      <a:pt x="8519" y="1275"/>
                      <a:pt x="5086" y="1"/>
                      <a:pt x="13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5"/>
              <p:cNvSpPr/>
              <p:nvPr/>
            </p:nvSpPr>
            <p:spPr>
              <a:xfrm>
                <a:off x="3247238" y="208025"/>
                <a:ext cx="128900" cy="281250"/>
              </a:xfrm>
              <a:custGeom>
                <a:rect b="b" l="l" r="r" t="t"/>
                <a:pathLst>
                  <a:path extrusionOk="0" h="11250" w="5156">
                    <a:moveTo>
                      <a:pt x="3421" y="1"/>
                    </a:moveTo>
                    <a:cubicBezTo>
                      <a:pt x="1276" y="2742"/>
                      <a:pt x="0" y="6191"/>
                      <a:pt x="0" y="9938"/>
                    </a:cubicBezTo>
                    <a:cubicBezTo>
                      <a:pt x="0" y="10002"/>
                      <a:pt x="0" y="10064"/>
                      <a:pt x="2" y="10129"/>
                    </a:cubicBezTo>
                    <a:lnTo>
                      <a:pt x="2" y="10180"/>
                    </a:lnTo>
                    <a:cubicBezTo>
                      <a:pt x="2" y="10244"/>
                      <a:pt x="5" y="10309"/>
                      <a:pt x="5" y="10377"/>
                    </a:cubicBezTo>
                    <a:cubicBezTo>
                      <a:pt x="7" y="10386"/>
                      <a:pt x="7" y="10394"/>
                      <a:pt x="7" y="10403"/>
                    </a:cubicBezTo>
                    <a:lnTo>
                      <a:pt x="7" y="10419"/>
                    </a:lnTo>
                    <a:lnTo>
                      <a:pt x="7" y="10425"/>
                    </a:lnTo>
                    <a:lnTo>
                      <a:pt x="7" y="10463"/>
                    </a:lnTo>
                    <a:cubicBezTo>
                      <a:pt x="10" y="10469"/>
                      <a:pt x="10" y="10479"/>
                      <a:pt x="10" y="10487"/>
                    </a:cubicBezTo>
                    <a:lnTo>
                      <a:pt x="10" y="10536"/>
                    </a:lnTo>
                    <a:cubicBezTo>
                      <a:pt x="12" y="10539"/>
                      <a:pt x="12" y="10546"/>
                      <a:pt x="10" y="10552"/>
                    </a:cubicBezTo>
                    <a:cubicBezTo>
                      <a:pt x="12" y="10558"/>
                      <a:pt x="12" y="10567"/>
                      <a:pt x="12" y="10577"/>
                    </a:cubicBezTo>
                    <a:lnTo>
                      <a:pt x="12" y="10600"/>
                    </a:lnTo>
                    <a:lnTo>
                      <a:pt x="12" y="10608"/>
                    </a:lnTo>
                    <a:cubicBezTo>
                      <a:pt x="15" y="10614"/>
                      <a:pt x="15" y="10620"/>
                      <a:pt x="15" y="10629"/>
                    </a:cubicBezTo>
                    <a:lnTo>
                      <a:pt x="15" y="10642"/>
                    </a:lnTo>
                    <a:cubicBezTo>
                      <a:pt x="15" y="10657"/>
                      <a:pt x="18" y="10677"/>
                      <a:pt x="18" y="10695"/>
                    </a:cubicBezTo>
                    <a:lnTo>
                      <a:pt x="18" y="10697"/>
                    </a:lnTo>
                    <a:lnTo>
                      <a:pt x="18" y="10701"/>
                    </a:lnTo>
                    <a:cubicBezTo>
                      <a:pt x="28" y="10883"/>
                      <a:pt x="39" y="11065"/>
                      <a:pt x="55" y="11250"/>
                    </a:cubicBezTo>
                    <a:cubicBezTo>
                      <a:pt x="64" y="11145"/>
                      <a:pt x="73" y="11044"/>
                      <a:pt x="86" y="10943"/>
                    </a:cubicBezTo>
                    <a:cubicBezTo>
                      <a:pt x="86" y="10918"/>
                      <a:pt x="90" y="10898"/>
                      <a:pt x="93" y="10876"/>
                    </a:cubicBezTo>
                    <a:cubicBezTo>
                      <a:pt x="95" y="10811"/>
                      <a:pt x="104" y="10750"/>
                      <a:pt x="110" y="10688"/>
                    </a:cubicBezTo>
                    <a:lnTo>
                      <a:pt x="110" y="10686"/>
                    </a:lnTo>
                    <a:cubicBezTo>
                      <a:pt x="114" y="10665"/>
                      <a:pt x="117" y="10641"/>
                      <a:pt x="120" y="10619"/>
                    </a:cubicBezTo>
                    <a:cubicBezTo>
                      <a:pt x="120" y="10613"/>
                      <a:pt x="120" y="10604"/>
                      <a:pt x="122" y="10597"/>
                    </a:cubicBezTo>
                    <a:lnTo>
                      <a:pt x="122" y="10590"/>
                    </a:lnTo>
                    <a:lnTo>
                      <a:pt x="122" y="10584"/>
                    </a:lnTo>
                    <a:cubicBezTo>
                      <a:pt x="122" y="10578"/>
                      <a:pt x="125" y="10568"/>
                      <a:pt x="125" y="10559"/>
                    </a:cubicBezTo>
                    <a:lnTo>
                      <a:pt x="125" y="10551"/>
                    </a:lnTo>
                    <a:cubicBezTo>
                      <a:pt x="127" y="10544"/>
                      <a:pt x="127" y="10538"/>
                      <a:pt x="127" y="10528"/>
                    </a:cubicBezTo>
                    <a:cubicBezTo>
                      <a:pt x="130" y="10522"/>
                      <a:pt x="130" y="10513"/>
                      <a:pt x="130" y="10504"/>
                    </a:cubicBezTo>
                    <a:lnTo>
                      <a:pt x="130" y="10501"/>
                    </a:lnTo>
                    <a:cubicBezTo>
                      <a:pt x="132" y="10499"/>
                      <a:pt x="132" y="10492"/>
                      <a:pt x="132" y="10486"/>
                    </a:cubicBezTo>
                    <a:lnTo>
                      <a:pt x="132" y="10477"/>
                    </a:lnTo>
                    <a:cubicBezTo>
                      <a:pt x="136" y="10468"/>
                      <a:pt x="136" y="10456"/>
                      <a:pt x="139" y="10444"/>
                    </a:cubicBezTo>
                    <a:cubicBezTo>
                      <a:pt x="139" y="10438"/>
                      <a:pt x="139" y="10432"/>
                      <a:pt x="141" y="10425"/>
                    </a:cubicBezTo>
                    <a:cubicBezTo>
                      <a:pt x="141" y="10413"/>
                      <a:pt x="144" y="10401"/>
                      <a:pt x="144" y="10388"/>
                    </a:cubicBezTo>
                    <a:cubicBezTo>
                      <a:pt x="144" y="10386"/>
                      <a:pt x="147" y="10382"/>
                      <a:pt x="147" y="10379"/>
                    </a:cubicBezTo>
                    <a:cubicBezTo>
                      <a:pt x="153" y="10324"/>
                      <a:pt x="162" y="10265"/>
                      <a:pt x="171" y="10210"/>
                    </a:cubicBezTo>
                    <a:cubicBezTo>
                      <a:pt x="171" y="10203"/>
                      <a:pt x="171" y="10195"/>
                      <a:pt x="173" y="10188"/>
                    </a:cubicBezTo>
                    <a:cubicBezTo>
                      <a:pt x="720" y="6471"/>
                      <a:pt x="2530" y="3168"/>
                      <a:pt x="5156" y="729"/>
                    </a:cubicBezTo>
                    <a:cubicBezTo>
                      <a:pt x="4603" y="440"/>
                      <a:pt x="4018" y="195"/>
                      <a:pt x="34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5"/>
              <p:cNvSpPr/>
              <p:nvPr/>
            </p:nvSpPr>
            <p:spPr>
              <a:xfrm>
                <a:off x="3120213" y="452775"/>
                <a:ext cx="129050" cy="281225"/>
              </a:xfrm>
              <a:custGeom>
                <a:rect b="b" l="l" r="r" t="t"/>
                <a:pathLst>
                  <a:path extrusionOk="0" h="11249" w="5162">
                    <a:moveTo>
                      <a:pt x="5103" y="0"/>
                    </a:moveTo>
                    <a:cubicBezTo>
                      <a:pt x="5093" y="114"/>
                      <a:pt x="5084" y="227"/>
                      <a:pt x="5072" y="339"/>
                    </a:cubicBezTo>
                    <a:cubicBezTo>
                      <a:pt x="5068" y="354"/>
                      <a:pt x="5068" y="366"/>
                      <a:pt x="5065" y="381"/>
                    </a:cubicBezTo>
                    <a:cubicBezTo>
                      <a:pt x="5059" y="443"/>
                      <a:pt x="5053" y="505"/>
                      <a:pt x="5047" y="563"/>
                    </a:cubicBezTo>
                    <a:cubicBezTo>
                      <a:pt x="5047" y="566"/>
                      <a:pt x="5044" y="566"/>
                      <a:pt x="5044" y="566"/>
                    </a:cubicBezTo>
                    <a:cubicBezTo>
                      <a:pt x="5044" y="588"/>
                      <a:pt x="5041" y="608"/>
                      <a:pt x="5038" y="630"/>
                    </a:cubicBezTo>
                    <a:cubicBezTo>
                      <a:pt x="5038" y="639"/>
                      <a:pt x="5038" y="645"/>
                      <a:pt x="5036" y="652"/>
                    </a:cubicBezTo>
                    <a:lnTo>
                      <a:pt x="5036" y="665"/>
                    </a:lnTo>
                    <a:lnTo>
                      <a:pt x="5036" y="667"/>
                    </a:lnTo>
                    <a:cubicBezTo>
                      <a:pt x="5036" y="676"/>
                      <a:pt x="5033" y="683"/>
                      <a:pt x="5033" y="690"/>
                    </a:cubicBezTo>
                    <a:lnTo>
                      <a:pt x="5033" y="702"/>
                    </a:lnTo>
                    <a:cubicBezTo>
                      <a:pt x="5030" y="707"/>
                      <a:pt x="5030" y="713"/>
                      <a:pt x="5030" y="721"/>
                    </a:cubicBezTo>
                    <a:cubicBezTo>
                      <a:pt x="5027" y="729"/>
                      <a:pt x="5027" y="738"/>
                      <a:pt x="5027" y="748"/>
                    </a:cubicBezTo>
                    <a:lnTo>
                      <a:pt x="5027" y="750"/>
                    </a:lnTo>
                    <a:cubicBezTo>
                      <a:pt x="5025" y="757"/>
                      <a:pt x="5025" y="762"/>
                      <a:pt x="5025" y="765"/>
                    </a:cubicBezTo>
                    <a:lnTo>
                      <a:pt x="5025" y="772"/>
                    </a:lnTo>
                    <a:cubicBezTo>
                      <a:pt x="5021" y="784"/>
                      <a:pt x="5021" y="796"/>
                      <a:pt x="5018" y="805"/>
                    </a:cubicBezTo>
                    <a:cubicBezTo>
                      <a:pt x="5018" y="815"/>
                      <a:pt x="5016" y="824"/>
                      <a:pt x="5016" y="830"/>
                    </a:cubicBezTo>
                    <a:cubicBezTo>
                      <a:pt x="5016" y="842"/>
                      <a:pt x="5014" y="852"/>
                      <a:pt x="5014" y="861"/>
                    </a:cubicBezTo>
                    <a:cubicBezTo>
                      <a:pt x="5014" y="867"/>
                      <a:pt x="5011" y="871"/>
                      <a:pt x="5011" y="873"/>
                    </a:cubicBezTo>
                    <a:cubicBezTo>
                      <a:pt x="5005" y="929"/>
                      <a:pt x="4995" y="985"/>
                      <a:pt x="4986" y="1041"/>
                    </a:cubicBezTo>
                    <a:lnTo>
                      <a:pt x="4986" y="1058"/>
                    </a:lnTo>
                    <a:cubicBezTo>
                      <a:pt x="4439" y="4774"/>
                      <a:pt x="2626" y="8079"/>
                      <a:pt x="1" y="10519"/>
                    </a:cubicBezTo>
                    <a:cubicBezTo>
                      <a:pt x="554" y="10813"/>
                      <a:pt x="1136" y="11057"/>
                      <a:pt x="1740" y="11248"/>
                    </a:cubicBezTo>
                    <a:cubicBezTo>
                      <a:pt x="3886" y="8509"/>
                      <a:pt x="5162" y="5061"/>
                      <a:pt x="5162" y="1314"/>
                    </a:cubicBezTo>
                    <a:lnTo>
                      <a:pt x="5162" y="1154"/>
                    </a:lnTo>
                    <a:cubicBezTo>
                      <a:pt x="5162" y="1125"/>
                      <a:pt x="5159" y="1098"/>
                      <a:pt x="5151" y="1072"/>
                    </a:cubicBezTo>
                    <a:cubicBezTo>
                      <a:pt x="5151" y="1007"/>
                      <a:pt x="5149" y="938"/>
                      <a:pt x="5149" y="871"/>
                    </a:cubicBezTo>
                    <a:cubicBezTo>
                      <a:pt x="5149" y="865"/>
                      <a:pt x="5149" y="856"/>
                      <a:pt x="5146" y="847"/>
                    </a:cubicBezTo>
                    <a:lnTo>
                      <a:pt x="5146" y="785"/>
                    </a:lnTo>
                    <a:cubicBezTo>
                      <a:pt x="5146" y="778"/>
                      <a:pt x="5146" y="772"/>
                      <a:pt x="5144" y="763"/>
                    </a:cubicBezTo>
                    <a:cubicBezTo>
                      <a:pt x="5146" y="760"/>
                      <a:pt x="5144" y="754"/>
                      <a:pt x="5144" y="748"/>
                    </a:cubicBezTo>
                    <a:lnTo>
                      <a:pt x="5144" y="741"/>
                    </a:lnTo>
                    <a:lnTo>
                      <a:pt x="5144" y="698"/>
                    </a:lnTo>
                    <a:cubicBezTo>
                      <a:pt x="5144" y="692"/>
                      <a:pt x="5144" y="686"/>
                      <a:pt x="5141" y="676"/>
                    </a:cubicBezTo>
                    <a:lnTo>
                      <a:pt x="5141" y="636"/>
                    </a:lnTo>
                    <a:cubicBezTo>
                      <a:pt x="5141" y="634"/>
                      <a:pt x="5141" y="628"/>
                      <a:pt x="5139" y="621"/>
                    </a:cubicBezTo>
                    <a:cubicBezTo>
                      <a:pt x="5141" y="619"/>
                      <a:pt x="5141" y="614"/>
                      <a:pt x="5139" y="612"/>
                    </a:cubicBezTo>
                    <a:cubicBezTo>
                      <a:pt x="5139" y="594"/>
                      <a:pt x="5139" y="574"/>
                      <a:pt x="5136" y="557"/>
                    </a:cubicBezTo>
                    <a:lnTo>
                      <a:pt x="5136" y="554"/>
                    </a:lnTo>
                    <a:cubicBezTo>
                      <a:pt x="5130" y="370"/>
                      <a:pt x="5118" y="185"/>
                      <a:pt x="51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5"/>
              <p:cNvSpPr/>
              <p:nvPr/>
            </p:nvSpPr>
            <p:spPr>
              <a:xfrm>
                <a:off x="2972213" y="461625"/>
                <a:ext cx="291600" cy="71800"/>
              </a:xfrm>
              <a:custGeom>
                <a:rect b="b" l="l" r="r" t="t"/>
                <a:pathLst>
                  <a:path extrusionOk="0" h="2872" w="11664">
                    <a:moveTo>
                      <a:pt x="11664" y="0"/>
                    </a:moveTo>
                    <a:lnTo>
                      <a:pt x="11664" y="0"/>
                    </a:lnTo>
                    <a:cubicBezTo>
                      <a:pt x="11574" y="43"/>
                      <a:pt x="11484" y="83"/>
                      <a:pt x="11390" y="127"/>
                    </a:cubicBezTo>
                    <a:cubicBezTo>
                      <a:pt x="11368" y="140"/>
                      <a:pt x="11344" y="152"/>
                      <a:pt x="11319" y="161"/>
                    </a:cubicBezTo>
                    <a:cubicBezTo>
                      <a:pt x="11265" y="186"/>
                      <a:pt x="11205" y="213"/>
                      <a:pt x="11148" y="235"/>
                    </a:cubicBezTo>
                    <a:cubicBezTo>
                      <a:pt x="11148" y="235"/>
                      <a:pt x="11148" y="238"/>
                      <a:pt x="11145" y="238"/>
                    </a:cubicBezTo>
                    <a:cubicBezTo>
                      <a:pt x="11126" y="246"/>
                      <a:pt x="11105" y="255"/>
                      <a:pt x="11084" y="261"/>
                    </a:cubicBezTo>
                    <a:cubicBezTo>
                      <a:pt x="11076" y="269"/>
                      <a:pt x="11068" y="271"/>
                      <a:pt x="11061" y="271"/>
                    </a:cubicBezTo>
                    <a:cubicBezTo>
                      <a:pt x="11058" y="274"/>
                      <a:pt x="11058" y="274"/>
                      <a:pt x="11055" y="274"/>
                    </a:cubicBezTo>
                    <a:cubicBezTo>
                      <a:pt x="11055" y="274"/>
                      <a:pt x="11055" y="276"/>
                      <a:pt x="11053" y="276"/>
                    </a:cubicBezTo>
                    <a:lnTo>
                      <a:pt x="11050" y="276"/>
                    </a:lnTo>
                    <a:cubicBezTo>
                      <a:pt x="11040" y="283"/>
                      <a:pt x="11028" y="286"/>
                      <a:pt x="11019" y="289"/>
                    </a:cubicBezTo>
                    <a:lnTo>
                      <a:pt x="11016" y="289"/>
                    </a:lnTo>
                    <a:cubicBezTo>
                      <a:pt x="11009" y="295"/>
                      <a:pt x="11007" y="295"/>
                      <a:pt x="11001" y="299"/>
                    </a:cubicBezTo>
                    <a:cubicBezTo>
                      <a:pt x="10994" y="301"/>
                      <a:pt x="10986" y="305"/>
                      <a:pt x="10978" y="307"/>
                    </a:cubicBezTo>
                    <a:lnTo>
                      <a:pt x="10976" y="307"/>
                    </a:lnTo>
                    <a:cubicBezTo>
                      <a:pt x="10971" y="311"/>
                      <a:pt x="10965" y="314"/>
                      <a:pt x="10958" y="314"/>
                    </a:cubicBezTo>
                    <a:lnTo>
                      <a:pt x="10958" y="316"/>
                    </a:lnTo>
                    <a:cubicBezTo>
                      <a:pt x="10945" y="322"/>
                      <a:pt x="10931" y="330"/>
                      <a:pt x="10918" y="332"/>
                    </a:cubicBezTo>
                    <a:cubicBezTo>
                      <a:pt x="10913" y="335"/>
                      <a:pt x="10906" y="338"/>
                      <a:pt x="10900" y="341"/>
                    </a:cubicBezTo>
                    <a:cubicBezTo>
                      <a:pt x="10887" y="347"/>
                      <a:pt x="10875" y="350"/>
                      <a:pt x="10863" y="356"/>
                    </a:cubicBezTo>
                    <a:lnTo>
                      <a:pt x="10860" y="356"/>
                    </a:lnTo>
                    <a:cubicBezTo>
                      <a:pt x="10805" y="381"/>
                      <a:pt x="10750" y="403"/>
                      <a:pt x="10698" y="420"/>
                    </a:cubicBezTo>
                    <a:cubicBezTo>
                      <a:pt x="10695" y="424"/>
                      <a:pt x="10691" y="428"/>
                      <a:pt x="10688" y="428"/>
                    </a:cubicBezTo>
                    <a:cubicBezTo>
                      <a:pt x="8765" y="1190"/>
                      <a:pt x="6758" y="1558"/>
                      <a:pt x="4770" y="1558"/>
                    </a:cubicBezTo>
                    <a:cubicBezTo>
                      <a:pt x="3149" y="1558"/>
                      <a:pt x="1541" y="1314"/>
                      <a:pt x="1" y="838"/>
                    </a:cubicBezTo>
                    <a:lnTo>
                      <a:pt x="1" y="838"/>
                    </a:lnTo>
                    <a:cubicBezTo>
                      <a:pt x="29" y="1477"/>
                      <a:pt x="109" y="2105"/>
                      <a:pt x="240" y="2713"/>
                    </a:cubicBezTo>
                    <a:cubicBezTo>
                      <a:pt x="986" y="2818"/>
                      <a:pt x="1740" y="2872"/>
                      <a:pt x="2497" y="2872"/>
                    </a:cubicBezTo>
                    <a:cubicBezTo>
                      <a:pt x="5236" y="2872"/>
                      <a:pt x="8013" y="2174"/>
                      <a:pt x="10555" y="706"/>
                    </a:cubicBezTo>
                    <a:cubicBezTo>
                      <a:pt x="10599" y="681"/>
                      <a:pt x="10645" y="653"/>
                      <a:pt x="10687" y="629"/>
                    </a:cubicBezTo>
                    <a:cubicBezTo>
                      <a:pt x="10714" y="613"/>
                      <a:pt x="10740" y="598"/>
                      <a:pt x="10767" y="582"/>
                    </a:cubicBezTo>
                    <a:cubicBezTo>
                      <a:pt x="10822" y="548"/>
                      <a:pt x="10880" y="515"/>
                      <a:pt x="10936" y="477"/>
                    </a:cubicBezTo>
                    <a:cubicBezTo>
                      <a:pt x="10942" y="475"/>
                      <a:pt x="10945" y="471"/>
                      <a:pt x="10951" y="469"/>
                    </a:cubicBezTo>
                    <a:cubicBezTo>
                      <a:pt x="10961" y="465"/>
                      <a:pt x="10967" y="459"/>
                      <a:pt x="10973" y="455"/>
                    </a:cubicBezTo>
                    <a:cubicBezTo>
                      <a:pt x="10980" y="453"/>
                      <a:pt x="10983" y="449"/>
                      <a:pt x="10987" y="446"/>
                    </a:cubicBezTo>
                    <a:cubicBezTo>
                      <a:pt x="10996" y="443"/>
                      <a:pt x="11002" y="436"/>
                      <a:pt x="11008" y="434"/>
                    </a:cubicBezTo>
                    <a:cubicBezTo>
                      <a:pt x="11013" y="428"/>
                      <a:pt x="11020" y="423"/>
                      <a:pt x="11027" y="420"/>
                    </a:cubicBezTo>
                    <a:cubicBezTo>
                      <a:pt x="11033" y="418"/>
                      <a:pt x="11037" y="414"/>
                      <a:pt x="11039" y="412"/>
                    </a:cubicBezTo>
                    <a:cubicBezTo>
                      <a:pt x="11042" y="412"/>
                      <a:pt x="11045" y="409"/>
                      <a:pt x="11048" y="409"/>
                    </a:cubicBezTo>
                    <a:cubicBezTo>
                      <a:pt x="11055" y="403"/>
                      <a:pt x="11061" y="399"/>
                      <a:pt x="11064" y="397"/>
                    </a:cubicBezTo>
                    <a:cubicBezTo>
                      <a:pt x="11068" y="397"/>
                      <a:pt x="11070" y="397"/>
                      <a:pt x="11070" y="394"/>
                    </a:cubicBezTo>
                    <a:cubicBezTo>
                      <a:pt x="11076" y="389"/>
                      <a:pt x="11080" y="387"/>
                      <a:pt x="11084" y="387"/>
                    </a:cubicBezTo>
                    <a:cubicBezTo>
                      <a:pt x="11092" y="381"/>
                      <a:pt x="11099" y="378"/>
                      <a:pt x="11105" y="372"/>
                    </a:cubicBezTo>
                    <a:cubicBezTo>
                      <a:pt x="11115" y="366"/>
                      <a:pt x="11123" y="363"/>
                      <a:pt x="11130" y="356"/>
                    </a:cubicBezTo>
                    <a:cubicBezTo>
                      <a:pt x="11135" y="352"/>
                      <a:pt x="11141" y="346"/>
                      <a:pt x="11148" y="343"/>
                    </a:cubicBezTo>
                    <a:cubicBezTo>
                      <a:pt x="11152" y="343"/>
                      <a:pt x="11154" y="341"/>
                      <a:pt x="11154" y="341"/>
                    </a:cubicBezTo>
                    <a:cubicBezTo>
                      <a:pt x="11172" y="330"/>
                      <a:pt x="11188" y="320"/>
                      <a:pt x="11203" y="307"/>
                    </a:cubicBezTo>
                    <a:lnTo>
                      <a:pt x="11205" y="307"/>
                    </a:lnTo>
                    <a:cubicBezTo>
                      <a:pt x="11359" y="207"/>
                      <a:pt x="11513" y="105"/>
                      <a:pt x="116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5"/>
              <p:cNvSpPr/>
              <p:nvPr/>
            </p:nvSpPr>
            <p:spPr>
              <a:xfrm>
                <a:off x="3232513" y="408575"/>
                <a:ext cx="291575" cy="71875"/>
              </a:xfrm>
              <a:custGeom>
                <a:rect b="b" l="l" r="r" t="t"/>
                <a:pathLst>
                  <a:path extrusionOk="0" h="2875" w="11663">
                    <a:moveTo>
                      <a:pt x="9164" y="0"/>
                    </a:moveTo>
                    <a:cubicBezTo>
                      <a:pt x="6426" y="0"/>
                      <a:pt x="3649" y="697"/>
                      <a:pt x="1106" y="2166"/>
                    </a:cubicBezTo>
                    <a:cubicBezTo>
                      <a:pt x="1062" y="2191"/>
                      <a:pt x="1022" y="2216"/>
                      <a:pt x="979" y="2243"/>
                    </a:cubicBezTo>
                    <a:cubicBezTo>
                      <a:pt x="948" y="2259"/>
                      <a:pt x="921" y="2277"/>
                      <a:pt x="890" y="2299"/>
                    </a:cubicBezTo>
                    <a:cubicBezTo>
                      <a:pt x="835" y="2328"/>
                      <a:pt x="783" y="2361"/>
                      <a:pt x="728" y="2401"/>
                    </a:cubicBezTo>
                    <a:cubicBezTo>
                      <a:pt x="727" y="2400"/>
                      <a:pt x="725" y="2400"/>
                      <a:pt x="723" y="2400"/>
                    </a:cubicBezTo>
                    <a:cubicBezTo>
                      <a:pt x="717" y="2400"/>
                      <a:pt x="711" y="2405"/>
                      <a:pt x="706" y="2410"/>
                    </a:cubicBezTo>
                    <a:cubicBezTo>
                      <a:pt x="704" y="2410"/>
                      <a:pt x="699" y="2410"/>
                      <a:pt x="697" y="2416"/>
                    </a:cubicBezTo>
                    <a:cubicBezTo>
                      <a:pt x="696" y="2416"/>
                      <a:pt x="695" y="2415"/>
                      <a:pt x="695" y="2415"/>
                    </a:cubicBezTo>
                    <a:cubicBezTo>
                      <a:pt x="693" y="2415"/>
                      <a:pt x="692" y="2418"/>
                      <a:pt x="690" y="2423"/>
                    </a:cubicBezTo>
                    <a:cubicBezTo>
                      <a:pt x="690" y="2421"/>
                      <a:pt x="689" y="2421"/>
                      <a:pt x="688" y="2421"/>
                    </a:cubicBezTo>
                    <a:cubicBezTo>
                      <a:pt x="686" y="2421"/>
                      <a:pt x="683" y="2424"/>
                      <a:pt x="682" y="2426"/>
                    </a:cubicBezTo>
                    <a:cubicBezTo>
                      <a:pt x="673" y="2428"/>
                      <a:pt x="663" y="2434"/>
                      <a:pt x="654" y="2443"/>
                    </a:cubicBezTo>
                    <a:cubicBezTo>
                      <a:pt x="649" y="2443"/>
                      <a:pt x="643" y="2449"/>
                      <a:pt x="636" y="2457"/>
                    </a:cubicBezTo>
                    <a:cubicBezTo>
                      <a:pt x="636" y="2455"/>
                      <a:pt x="635" y="2455"/>
                      <a:pt x="634" y="2455"/>
                    </a:cubicBezTo>
                    <a:cubicBezTo>
                      <a:pt x="631" y="2455"/>
                      <a:pt x="629" y="2457"/>
                      <a:pt x="627" y="2459"/>
                    </a:cubicBezTo>
                    <a:cubicBezTo>
                      <a:pt x="625" y="2459"/>
                      <a:pt x="621" y="2463"/>
                      <a:pt x="618" y="2465"/>
                    </a:cubicBezTo>
                    <a:cubicBezTo>
                      <a:pt x="613" y="2469"/>
                      <a:pt x="607" y="2472"/>
                      <a:pt x="600" y="2478"/>
                    </a:cubicBezTo>
                    <a:cubicBezTo>
                      <a:pt x="596" y="2478"/>
                      <a:pt x="594" y="2478"/>
                      <a:pt x="594" y="2480"/>
                    </a:cubicBezTo>
                    <a:cubicBezTo>
                      <a:pt x="587" y="2480"/>
                      <a:pt x="584" y="2485"/>
                      <a:pt x="581" y="2488"/>
                    </a:cubicBezTo>
                    <a:cubicBezTo>
                      <a:pt x="576" y="2491"/>
                      <a:pt x="569" y="2498"/>
                      <a:pt x="563" y="2500"/>
                    </a:cubicBezTo>
                    <a:cubicBezTo>
                      <a:pt x="554" y="2506"/>
                      <a:pt x="548" y="2509"/>
                      <a:pt x="538" y="2516"/>
                    </a:cubicBezTo>
                    <a:lnTo>
                      <a:pt x="538" y="2519"/>
                    </a:lnTo>
                    <a:lnTo>
                      <a:pt x="535" y="2519"/>
                    </a:lnTo>
                    <a:cubicBezTo>
                      <a:pt x="529" y="2521"/>
                      <a:pt x="527" y="2525"/>
                      <a:pt x="520" y="2527"/>
                    </a:cubicBezTo>
                    <a:cubicBezTo>
                      <a:pt x="518" y="2527"/>
                      <a:pt x="514" y="2531"/>
                      <a:pt x="512" y="2534"/>
                    </a:cubicBezTo>
                    <a:cubicBezTo>
                      <a:pt x="496" y="2542"/>
                      <a:pt x="481" y="2552"/>
                      <a:pt x="465" y="2567"/>
                    </a:cubicBezTo>
                    <a:cubicBezTo>
                      <a:pt x="463" y="2566"/>
                      <a:pt x="461" y="2566"/>
                      <a:pt x="460" y="2566"/>
                    </a:cubicBezTo>
                    <a:cubicBezTo>
                      <a:pt x="459" y="2566"/>
                      <a:pt x="458" y="2566"/>
                      <a:pt x="458" y="2567"/>
                    </a:cubicBezTo>
                    <a:cubicBezTo>
                      <a:pt x="302" y="2668"/>
                      <a:pt x="151" y="2769"/>
                      <a:pt x="1" y="2875"/>
                    </a:cubicBezTo>
                    <a:cubicBezTo>
                      <a:pt x="92" y="2830"/>
                      <a:pt x="184" y="2788"/>
                      <a:pt x="276" y="2748"/>
                    </a:cubicBezTo>
                    <a:cubicBezTo>
                      <a:pt x="297" y="2735"/>
                      <a:pt x="319" y="2726"/>
                      <a:pt x="343" y="2717"/>
                    </a:cubicBezTo>
                    <a:cubicBezTo>
                      <a:pt x="398" y="2690"/>
                      <a:pt x="457" y="2665"/>
                      <a:pt x="515" y="2643"/>
                    </a:cubicBezTo>
                    <a:cubicBezTo>
                      <a:pt x="515" y="2643"/>
                      <a:pt x="515" y="2640"/>
                      <a:pt x="518" y="2640"/>
                    </a:cubicBezTo>
                    <a:cubicBezTo>
                      <a:pt x="535" y="2632"/>
                      <a:pt x="554" y="2623"/>
                      <a:pt x="576" y="2617"/>
                    </a:cubicBezTo>
                    <a:cubicBezTo>
                      <a:pt x="582" y="2609"/>
                      <a:pt x="591" y="2607"/>
                      <a:pt x="597" y="2607"/>
                    </a:cubicBezTo>
                    <a:cubicBezTo>
                      <a:pt x="601" y="2604"/>
                      <a:pt x="601" y="2604"/>
                      <a:pt x="604" y="2604"/>
                    </a:cubicBezTo>
                    <a:cubicBezTo>
                      <a:pt x="607" y="2602"/>
                      <a:pt x="611" y="2602"/>
                      <a:pt x="613" y="2602"/>
                    </a:cubicBezTo>
                    <a:cubicBezTo>
                      <a:pt x="622" y="2596"/>
                      <a:pt x="635" y="2589"/>
                      <a:pt x="644" y="2589"/>
                    </a:cubicBezTo>
                    <a:lnTo>
                      <a:pt x="647" y="2587"/>
                    </a:lnTo>
                    <a:cubicBezTo>
                      <a:pt x="651" y="2583"/>
                      <a:pt x="657" y="2581"/>
                      <a:pt x="659" y="2581"/>
                    </a:cubicBezTo>
                    <a:cubicBezTo>
                      <a:pt x="666" y="2577"/>
                      <a:pt x="675" y="2573"/>
                      <a:pt x="682" y="2571"/>
                    </a:cubicBezTo>
                    <a:cubicBezTo>
                      <a:pt x="684" y="2568"/>
                      <a:pt x="688" y="2568"/>
                      <a:pt x="690" y="2568"/>
                    </a:cubicBezTo>
                    <a:cubicBezTo>
                      <a:pt x="694" y="2565"/>
                      <a:pt x="700" y="2562"/>
                      <a:pt x="704" y="2562"/>
                    </a:cubicBezTo>
                    <a:lnTo>
                      <a:pt x="706" y="2562"/>
                    </a:lnTo>
                    <a:cubicBezTo>
                      <a:pt x="719" y="2556"/>
                      <a:pt x="730" y="2550"/>
                      <a:pt x="744" y="2546"/>
                    </a:cubicBezTo>
                    <a:cubicBezTo>
                      <a:pt x="752" y="2540"/>
                      <a:pt x="761" y="2536"/>
                      <a:pt x="768" y="2534"/>
                    </a:cubicBezTo>
                    <a:cubicBezTo>
                      <a:pt x="781" y="2530"/>
                      <a:pt x="790" y="2524"/>
                      <a:pt x="799" y="2521"/>
                    </a:cubicBezTo>
                    <a:cubicBezTo>
                      <a:pt x="803" y="2521"/>
                      <a:pt x="806" y="2519"/>
                      <a:pt x="806" y="2519"/>
                    </a:cubicBezTo>
                    <a:cubicBezTo>
                      <a:pt x="860" y="2496"/>
                      <a:pt x="912" y="2474"/>
                      <a:pt x="966" y="2457"/>
                    </a:cubicBezTo>
                    <a:cubicBezTo>
                      <a:pt x="972" y="2454"/>
                      <a:pt x="974" y="2449"/>
                      <a:pt x="981" y="2447"/>
                    </a:cubicBezTo>
                    <a:cubicBezTo>
                      <a:pt x="2904" y="1686"/>
                      <a:pt x="4911" y="1318"/>
                      <a:pt x="6898" y="1318"/>
                    </a:cubicBezTo>
                    <a:cubicBezTo>
                      <a:pt x="8518" y="1318"/>
                      <a:pt x="10125" y="1562"/>
                      <a:pt x="11662" y="2036"/>
                    </a:cubicBezTo>
                    <a:cubicBezTo>
                      <a:pt x="11633" y="1397"/>
                      <a:pt x="11554" y="770"/>
                      <a:pt x="11421" y="158"/>
                    </a:cubicBezTo>
                    <a:cubicBezTo>
                      <a:pt x="10675" y="53"/>
                      <a:pt x="9921" y="0"/>
                      <a:pt x="91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5"/>
              <p:cNvSpPr/>
              <p:nvPr/>
            </p:nvSpPr>
            <p:spPr>
              <a:xfrm>
                <a:off x="3177613" y="195250"/>
                <a:ext cx="79900" cy="291450"/>
              </a:xfrm>
              <a:custGeom>
                <a:rect b="b" l="l" r="r" t="t"/>
                <a:pathLst>
                  <a:path extrusionOk="0" h="11658" w="3196">
                    <a:moveTo>
                      <a:pt x="2358" y="1"/>
                    </a:moveTo>
                    <a:lnTo>
                      <a:pt x="2358" y="1"/>
                    </a:lnTo>
                    <a:cubicBezTo>
                      <a:pt x="1718" y="26"/>
                      <a:pt x="1095" y="105"/>
                      <a:pt x="486" y="237"/>
                    </a:cubicBezTo>
                    <a:cubicBezTo>
                      <a:pt x="1" y="3679"/>
                      <a:pt x="619" y="7306"/>
                      <a:pt x="2493" y="10552"/>
                    </a:cubicBezTo>
                    <a:cubicBezTo>
                      <a:pt x="2518" y="10595"/>
                      <a:pt x="2542" y="10638"/>
                      <a:pt x="2566" y="10678"/>
                    </a:cubicBezTo>
                    <a:cubicBezTo>
                      <a:pt x="2582" y="10707"/>
                      <a:pt x="2597" y="10734"/>
                      <a:pt x="2613" y="10759"/>
                    </a:cubicBezTo>
                    <a:cubicBezTo>
                      <a:pt x="2649" y="10816"/>
                      <a:pt x="2683" y="10874"/>
                      <a:pt x="2720" y="10930"/>
                    </a:cubicBezTo>
                    <a:cubicBezTo>
                      <a:pt x="2723" y="10936"/>
                      <a:pt x="2726" y="10942"/>
                      <a:pt x="2729" y="10945"/>
                    </a:cubicBezTo>
                    <a:cubicBezTo>
                      <a:pt x="2733" y="10955"/>
                      <a:pt x="2740" y="10961"/>
                      <a:pt x="2742" y="10967"/>
                    </a:cubicBezTo>
                    <a:lnTo>
                      <a:pt x="2742" y="10970"/>
                    </a:lnTo>
                    <a:cubicBezTo>
                      <a:pt x="2746" y="10972"/>
                      <a:pt x="2749" y="10976"/>
                      <a:pt x="2749" y="10978"/>
                    </a:cubicBezTo>
                    <a:cubicBezTo>
                      <a:pt x="2755" y="10988"/>
                      <a:pt x="2761" y="10997"/>
                      <a:pt x="2764" y="11003"/>
                    </a:cubicBezTo>
                    <a:cubicBezTo>
                      <a:pt x="2771" y="11008"/>
                      <a:pt x="2775" y="11014"/>
                      <a:pt x="2777" y="11022"/>
                    </a:cubicBezTo>
                    <a:cubicBezTo>
                      <a:pt x="2780" y="11028"/>
                      <a:pt x="2783" y="11032"/>
                      <a:pt x="2786" y="11034"/>
                    </a:cubicBezTo>
                    <a:cubicBezTo>
                      <a:pt x="2786" y="11038"/>
                      <a:pt x="2788" y="11040"/>
                      <a:pt x="2788" y="11040"/>
                    </a:cubicBezTo>
                    <a:cubicBezTo>
                      <a:pt x="2791" y="11047"/>
                      <a:pt x="2795" y="11054"/>
                      <a:pt x="2797" y="11056"/>
                    </a:cubicBezTo>
                    <a:cubicBezTo>
                      <a:pt x="2802" y="11059"/>
                      <a:pt x="2802" y="11063"/>
                      <a:pt x="2804" y="11065"/>
                    </a:cubicBezTo>
                    <a:cubicBezTo>
                      <a:pt x="2808" y="11069"/>
                      <a:pt x="2811" y="11075"/>
                      <a:pt x="2811" y="11078"/>
                    </a:cubicBezTo>
                    <a:cubicBezTo>
                      <a:pt x="2817" y="11084"/>
                      <a:pt x="2819" y="11090"/>
                      <a:pt x="2826" y="11096"/>
                    </a:cubicBezTo>
                    <a:cubicBezTo>
                      <a:pt x="2829" y="11105"/>
                      <a:pt x="2837" y="11111"/>
                      <a:pt x="2839" y="11121"/>
                    </a:cubicBezTo>
                    <a:cubicBezTo>
                      <a:pt x="2842" y="11121"/>
                      <a:pt x="2842" y="11124"/>
                      <a:pt x="2842" y="11124"/>
                    </a:cubicBezTo>
                    <a:cubicBezTo>
                      <a:pt x="2845" y="11129"/>
                      <a:pt x="2852" y="11135"/>
                      <a:pt x="2854" y="11141"/>
                    </a:cubicBezTo>
                    <a:cubicBezTo>
                      <a:pt x="2854" y="11146"/>
                      <a:pt x="2857" y="11146"/>
                      <a:pt x="2857" y="11148"/>
                    </a:cubicBezTo>
                    <a:cubicBezTo>
                      <a:pt x="2866" y="11163"/>
                      <a:pt x="2875" y="11178"/>
                      <a:pt x="2888" y="11191"/>
                    </a:cubicBezTo>
                    <a:cubicBezTo>
                      <a:pt x="2888" y="11194"/>
                      <a:pt x="2890" y="11197"/>
                      <a:pt x="2890" y="11197"/>
                    </a:cubicBezTo>
                    <a:lnTo>
                      <a:pt x="2890" y="11199"/>
                    </a:lnTo>
                    <a:cubicBezTo>
                      <a:pt x="2992" y="11356"/>
                      <a:pt x="3094" y="11507"/>
                      <a:pt x="3196" y="11657"/>
                    </a:cubicBezTo>
                    <a:cubicBezTo>
                      <a:pt x="3150" y="11561"/>
                      <a:pt x="3107" y="11466"/>
                      <a:pt x="3065" y="11368"/>
                    </a:cubicBezTo>
                    <a:cubicBezTo>
                      <a:pt x="3055" y="11350"/>
                      <a:pt x="3046" y="11332"/>
                      <a:pt x="3040" y="11311"/>
                    </a:cubicBezTo>
                    <a:cubicBezTo>
                      <a:pt x="3012" y="11255"/>
                      <a:pt x="2987" y="11199"/>
                      <a:pt x="2963" y="11141"/>
                    </a:cubicBezTo>
                    <a:lnTo>
                      <a:pt x="2963" y="11138"/>
                    </a:lnTo>
                    <a:cubicBezTo>
                      <a:pt x="2953" y="11121"/>
                      <a:pt x="2945" y="11102"/>
                      <a:pt x="2938" y="11081"/>
                    </a:cubicBezTo>
                    <a:cubicBezTo>
                      <a:pt x="2932" y="11074"/>
                      <a:pt x="2929" y="11065"/>
                      <a:pt x="2929" y="11059"/>
                    </a:cubicBezTo>
                    <a:cubicBezTo>
                      <a:pt x="2925" y="11056"/>
                      <a:pt x="2922" y="11053"/>
                      <a:pt x="2922" y="11050"/>
                    </a:cubicBezTo>
                    <a:lnTo>
                      <a:pt x="2922" y="11047"/>
                    </a:lnTo>
                    <a:cubicBezTo>
                      <a:pt x="2916" y="11038"/>
                      <a:pt x="2912" y="11025"/>
                      <a:pt x="2910" y="11017"/>
                    </a:cubicBezTo>
                    <a:lnTo>
                      <a:pt x="2910" y="11013"/>
                    </a:lnTo>
                    <a:cubicBezTo>
                      <a:pt x="2904" y="11007"/>
                      <a:pt x="2904" y="11004"/>
                      <a:pt x="2901" y="10998"/>
                    </a:cubicBezTo>
                    <a:cubicBezTo>
                      <a:pt x="2899" y="10989"/>
                      <a:pt x="2894" y="10982"/>
                      <a:pt x="2891" y="10973"/>
                    </a:cubicBezTo>
                    <a:cubicBezTo>
                      <a:pt x="2889" y="10973"/>
                      <a:pt x="2889" y="10973"/>
                      <a:pt x="2889" y="10971"/>
                    </a:cubicBezTo>
                    <a:cubicBezTo>
                      <a:pt x="2886" y="10967"/>
                      <a:pt x="2886" y="10961"/>
                      <a:pt x="2886" y="10958"/>
                    </a:cubicBezTo>
                    <a:cubicBezTo>
                      <a:pt x="2884" y="10955"/>
                      <a:pt x="2884" y="10955"/>
                      <a:pt x="2884" y="10952"/>
                    </a:cubicBezTo>
                    <a:cubicBezTo>
                      <a:pt x="2878" y="10939"/>
                      <a:pt x="2871" y="10927"/>
                      <a:pt x="2869" y="10914"/>
                    </a:cubicBezTo>
                    <a:cubicBezTo>
                      <a:pt x="2866" y="10905"/>
                      <a:pt x="2862" y="10899"/>
                      <a:pt x="2859" y="10893"/>
                    </a:cubicBezTo>
                    <a:cubicBezTo>
                      <a:pt x="2853" y="10880"/>
                      <a:pt x="2850" y="10868"/>
                      <a:pt x="2844" y="10859"/>
                    </a:cubicBezTo>
                    <a:lnTo>
                      <a:pt x="2844" y="10857"/>
                    </a:lnTo>
                    <a:cubicBezTo>
                      <a:pt x="2819" y="10801"/>
                      <a:pt x="2797" y="10746"/>
                      <a:pt x="2780" y="10694"/>
                    </a:cubicBezTo>
                    <a:cubicBezTo>
                      <a:pt x="2776" y="10691"/>
                      <a:pt x="2773" y="10687"/>
                      <a:pt x="2773" y="10684"/>
                    </a:cubicBezTo>
                    <a:cubicBezTo>
                      <a:pt x="1389" y="7194"/>
                      <a:pt x="1304" y="3424"/>
                      <a:pt x="2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5"/>
              <p:cNvSpPr/>
              <p:nvPr/>
            </p:nvSpPr>
            <p:spPr>
              <a:xfrm>
                <a:off x="3238738" y="455425"/>
                <a:ext cx="80000" cy="291550"/>
              </a:xfrm>
              <a:custGeom>
                <a:rect b="b" l="l" r="r" t="t"/>
                <a:pathLst>
                  <a:path extrusionOk="0" h="11662" w="3200">
                    <a:moveTo>
                      <a:pt x="0" y="1"/>
                    </a:moveTo>
                    <a:lnTo>
                      <a:pt x="0" y="1"/>
                    </a:lnTo>
                    <a:cubicBezTo>
                      <a:pt x="43" y="89"/>
                      <a:pt x="83" y="179"/>
                      <a:pt x="123" y="271"/>
                    </a:cubicBezTo>
                    <a:cubicBezTo>
                      <a:pt x="136" y="292"/>
                      <a:pt x="145" y="313"/>
                      <a:pt x="154" y="338"/>
                    </a:cubicBezTo>
                    <a:cubicBezTo>
                      <a:pt x="182" y="393"/>
                      <a:pt x="207" y="452"/>
                      <a:pt x="232" y="509"/>
                    </a:cubicBezTo>
                    <a:cubicBezTo>
                      <a:pt x="232" y="509"/>
                      <a:pt x="234" y="514"/>
                      <a:pt x="234" y="517"/>
                    </a:cubicBezTo>
                    <a:cubicBezTo>
                      <a:pt x="243" y="535"/>
                      <a:pt x="252" y="556"/>
                      <a:pt x="258" y="579"/>
                    </a:cubicBezTo>
                    <a:cubicBezTo>
                      <a:pt x="265" y="585"/>
                      <a:pt x="268" y="594"/>
                      <a:pt x="268" y="600"/>
                    </a:cubicBezTo>
                    <a:lnTo>
                      <a:pt x="270" y="602"/>
                    </a:lnTo>
                    <a:cubicBezTo>
                      <a:pt x="273" y="605"/>
                      <a:pt x="273" y="610"/>
                      <a:pt x="273" y="612"/>
                    </a:cubicBezTo>
                    <a:cubicBezTo>
                      <a:pt x="279" y="623"/>
                      <a:pt x="283" y="632"/>
                      <a:pt x="285" y="646"/>
                    </a:cubicBezTo>
                    <a:lnTo>
                      <a:pt x="288" y="646"/>
                    </a:lnTo>
                    <a:cubicBezTo>
                      <a:pt x="292" y="652"/>
                      <a:pt x="292" y="654"/>
                      <a:pt x="295" y="661"/>
                    </a:cubicBezTo>
                    <a:cubicBezTo>
                      <a:pt x="299" y="666"/>
                      <a:pt x="301" y="672"/>
                      <a:pt x="301" y="679"/>
                    </a:cubicBezTo>
                    <a:cubicBezTo>
                      <a:pt x="305" y="682"/>
                      <a:pt x="307" y="686"/>
                      <a:pt x="307" y="688"/>
                    </a:cubicBezTo>
                    <a:cubicBezTo>
                      <a:pt x="311" y="694"/>
                      <a:pt x="311" y="697"/>
                      <a:pt x="314" y="703"/>
                    </a:cubicBezTo>
                    <a:cubicBezTo>
                      <a:pt x="320" y="717"/>
                      <a:pt x="327" y="730"/>
                      <a:pt x="330" y="744"/>
                    </a:cubicBezTo>
                    <a:cubicBezTo>
                      <a:pt x="332" y="750"/>
                      <a:pt x="336" y="759"/>
                      <a:pt x="338" y="765"/>
                    </a:cubicBezTo>
                    <a:cubicBezTo>
                      <a:pt x="345" y="777"/>
                      <a:pt x="347" y="790"/>
                      <a:pt x="353" y="798"/>
                    </a:cubicBezTo>
                    <a:lnTo>
                      <a:pt x="353" y="801"/>
                    </a:lnTo>
                    <a:cubicBezTo>
                      <a:pt x="378" y="857"/>
                      <a:pt x="400" y="912"/>
                      <a:pt x="418" y="963"/>
                    </a:cubicBezTo>
                    <a:cubicBezTo>
                      <a:pt x="421" y="971"/>
                      <a:pt x="425" y="973"/>
                      <a:pt x="428" y="979"/>
                    </a:cubicBezTo>
                    <a:cubicBezTo>
                      <a:pt x="1810" y="4471"/>
                      <a:pt x="1894" y="8237"/>
                      <a:pt x="836" y="11661"/>
                    </a:cubicBezTo>
                    <a:cubicBezTo>
                      <a:pt x="1478" y="11632"/>
                      <a:pt x="2106" y="11553"/>
                      <a:pt x="2715" y="11421"/>
                    </a:cubicBezTo>
                    <a:cubicBezTo>
                      <a:pt x="3200" y="7979"/>
                      <a:pt x="2582" y="4352"/>
                      <a:pt x="709" y="1107"/>
                    </a:cubicBezTo>
                    <a:cubicBezTo>
                      <a:pt x="682" y="1058"/>
                      <a:pt x="655" y="1012"/>
                      <a:pt x="624" y="962"/>
                    </a:cubicBezTo>
                    <a:cubicBezTo>
                      <a:pt x="610" y="939"/>
                      <a:pt x="596" y="916"/>
                      <a:pt x="584" y="892"/>
                    </a:cubicBezTo>
                    <a:cubicBezTo>
                      <a:pt x="550" y="837"/>
                      <a:pt x="516" y="781"/>
                      <a:pt x="479" y="725"/>
                    </a:cubicBezTo>
                    <a:cubicBezTo>
                      <a:pt x="475" y="720"/>
                      <a:pt x="472" y="714"/>
                      <a:pt x="466" y="708"/>
                    </a:cubicBezTo>
                    <a:cubicBezTo>
                      <a:pt x="466" y="701"/>
                      <a:pt x="462" y="697"/>
                      <a:pt x="460" y="694"/>
                    </a:cubicBezTo>
                    <a:cubicBezTo>
                      <a:pt x="460" y="691"/>
                      <a:pt x="460" y="688"/>
                      <a:pt x="457" y="688"/>
                    </a:cubicBezTo>
                    <a:cubicBezTo>
                      <a:pt x="457" y="686"/>
                      <a:pt x="454" y="682"/>
                      <a:pt x="450" y="679"/>
                    </a:cubicBezTo>
                    <a:cubicBezTo>
                      <a:pt x="448" y="670"/>
                      <a:pt x="441" y="661"/>
                      <a:pt x="435" y="655"/>
                    </a:cubicBezTo>
                    <a:cubicBezTo>
                      <a:pt x="431" y="650"/>
                      <a:pt x="429" y="643"/>
                      <a:pt x="423" y="636"/>
                    </a:cubicBezTo>
                    <a:cubicBezTo>
                      <a:pt x="423" y="630"/>
                      <a:pt x="418" y="626"/>
                      <a:pt x="415" y="624"/>
                    </a:cubicBezTo>
                    <a:cubicBezTo>
                      <a:pt x="412" y="621"/>
                      <a:pt x="412" y="617"/>
                      <a:pt x="409" y="615"/>
                    </a:cubicBezTo>
                    <a:cubicBezTo>
                      <a:pt x="405" y="610"/>
                      <a:pt x="399" y="602"/>
                      <a:pt x="397" y="596"/>
                    </a:cubicBezTo>
                    <a:cubicBezTo>
                      <a:pt x="394" y="596"/>
                      <a:pt x="394" y="594"/>
                      <a:pt x="394" y="594"/>
                    </a:cubicBezTo>
                    <a:cubicBezTo>
                      <a:pt x="394" y="591"/>
                      <a:pt x="390" y="587"/>
                      <a:pt x="387" y="585"/>
                    </a:cubicBezTo>
                    <a:cubicBezTo>
                      <a:pt x="383" y="575"/>
                      <a:pt x="381" y="569"/>
                      <a:pt x="374" y="563"/>
                    </a:cubicBezTo>
                    <a:cubicBezTo>
                      <a:pt x="369" y="554"/>
                      <a:pt x="363" y="545"/>
                      <a:pt x="357" y="535"/>
                    </a:cubicBezTo>
                    <a:cubicBezTo>
                      <a:pt x="353" y="529"/>
                      <a:pt x="350" y="523"/>
                      <a:pt x="347" y="520"/>
                    </a:cubicBezTo>
                    <a:cubicBezTo>
                      <a:pt x="347" y="518"/>
                      <a:pt x="343" y="514"/>
                      <a:pt x="341" y="511"/>
                    </a:cubicBezTo>
                    <a:cubicBezTo>
                      <a:pt x="332" y="493"/>
                      <a:pt x="322" y="477"/>
                      <a:pt x="307" y="462"/>
                    </a:cubicBezTo>
                    <a:cubicBezTo>
                      <a:pt x="311" y="458"/>
                      <a:pt x="307" y="458"/>
                      <a:pt x="305" y="456"/>
                    </a:cubicBezTo>
                    <a:cubicBezTo>
                      <a:pt x="207" y="302"/>
                      <a:pt x="105" y="15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5"/>
              <p:cNvSpPr/>
              <p:nvPr/>
            </p:nvSpPr>
            <p:spPr>
              <a:xfrm>
                <a:off x="3014913" y="455025"/>
                <a:ext cx="242150" cy="201650"/>
              </a:xfrm>
              <a:custGeom>
                <a:rect b="b" l="l" r="r" t="t"/>
                <a:pathLst>
                  <a:path extrusionOk="0" h="8066" w="9686">
                    <a:moveTo>
                      <a:pt x="9685" y="0"/>
                    </a:moveTo>
                    <a:lnTo>
                      <a:pt x="9685" y="0"/>
                    </a:lnTo>
                    <a:cubicBezTo>
                      <a:pt x="9626" y="86"/>
                      <a:pt x="9568" y="168"/>
                      <a:pt x="9503" y="253"/>
                    </a:cubicBezTo>
                    <a:cubicBezTo>
                      <a:pt x="9492" y="271"/>
                      <a:pt x="9478" y="290"/>
                      <a:pt x="9465" y="308"/>
                    </a:cubicBezTo>
                    <a:cubicBezTo>
                      <a:pt x="9429" y="361"/>
                      <a:pt x="9389" y="414"/>
                      <a:pt x="9352" y="466"/>
                    </a:cubicBezTo>
                    <a:cubicBezTo>
                      <a:pt x="9338" y="481"/>
                      <a:pt x="9327" y="499"/>
                      <a:pt x="9315" y="514"/>
                    </a:cubicBezTo>
                    <a:cubicBezTo>
                      <a:pt x="9307" y="523"/>
                      <a:pt x="9301" y="530"/>
                      <a:pt x="9299" y="537"/>
                    </a:cubicBezTo>
                    <a:cubicBezTo>
                      <a:pt x="9295" y="540"/>
                      <a:pt x="9295" y="543"/>
                      <a:pt x="9292" y="543"/>
                    </a:cubicBezTo>
                    <a:cubicBezTo>
                      <a:pt x="9292" y="547"/>
                      <a:pt x="9286" y="549"/>
                      <a:pt x="9286" y="549"/>
                    </a:cubicBezTo>
                    <a:cubicBezTo>
                      <a:pt x="9284" y="558"/>
                      <a:pt x="9277" y="565"/>
                      <a:pt x="9270" y="571"/>
                    </a:cubicBezTo>
                    <a:lnTo>
                      <a:pt x="9268" y="571"/>
                    </a:lnTo>
                    <a:lnTo>
                      <a:pt x="9268" y="574"/>
                    </a:lnTo>
                    <a:cubicBezTo>
                      <a:pt x="9264" y="580"/>
                      <a:pt x="9261" y="586"/>
                      <a:pt x="9255" y="589"/>
                    </a:cubicBezTo>
                    <a:cubicBezTo>
                      <a:pt x="9255" y="596"/>
                      <a:pt x="9253" y="600"/>
                      <a:pt x="9246" y="602"/>
                    </a:cubicBezTo>
                    <a:cubicBezTo>
                      <a:pt x="9246" y="609"/>
                      <a:pt x="9243" y="612"/>
                      <a:pt x="9237" y="615"/>
                    </a:cubicBezTo>
                    <a:cubicBezTo>
                      <a:pt x="9237" y="621"/>
                      <a:pt x="9234" y="626"/>
                      <a:pt x="9228" y="628"/>
                    </a:cubicBezTo>
                    <a:cubicBezTo>
                      <a:pt x="9228" y="631"/>
                      <a:pt x="9226" y="631"/>
                      <a:pt x="9226" y="631"/>
                    </a:cubicBezTo>
                    <a:cubicBezTo>
                      <a:pt x="9219" y="640"/>
                      <a:pt x="9213" y="648"/>
                      <a:pt x="9203" y="658"/>
                    </a:cubicBezTo>
                    <a:cubicBezTo>
                      <a:pt x="9201" y="667"/>
                      <a:pt x="9195" y="676"/>
                      <a:pt x="9188" y="682"/>
                    </a:cubicBezTo>
                    <a:cubicBezTo>
                      <a:pt x="9179" y="692"/>
                      <a:pt x="9172" y="700"/>
                      <a:pt x="9164" y="709"/>
                    </a:cubicBezTo>
                    <a:cubicBezTo>
                      <a:pt x="9167" y="712"/>
                      <a:pt x="9161" y="712"/>
                      <a:pt x="9161" y="712"/>
                    </a:cubicBezTo>
                    <a:cubicBezTo>
                      <a:pt x="9130" y="759"/>
                      <a:pt x="9093" y="805"/>
                      <a:pt x="9059" y="847"/>
                    </a:cubicBezTo>
                    <a:cubicBezTo>
                      <a:pt x="9056" y="854"/>
                      <a:pt x="9048" y="857"/>
                      <a:pt x="9046" y="863"/>
                    </a:cubicBezTo>
                    <a:cubicBezTo>
                      <a:pt x="6716" y="3806"/>
                      <a:pt x="3495" y="5759"/>
                      <a:pt x="1" y="6558"/>
                    </a:cubicBezTo>
                    <a:cubicBezTo>
                      <a:pt x="338" y="7093"/>
                      <a:pt x="725" y="7598"/>
                      <a:pt x="1151" y="8065"/>
                    </a:cubicBezTo>
                    <a:cubicBezTo>
                      <a:pt x="4374" y="6762"/>
                      <a:pt x="7205" y="4413"/>
                      <a:pt x="9077" y="1167"/>
                    </a:cubicBezTo>
                    <a:cubicBezTo>
                      <a:pt x="9104" y="1121"/>
                      <a:pt x="9130" y="1075"/>
                      <a:pt x="9157" y="1029"/>
                    </a:cubicBezTo>
                    <a:cubicBezTo>
                      <a:pt x="9170" y="1003"/>
                      <a:pt x="9185" y="978"/>
                      <a:pt x="9197" y="952"/>
                    </a:cubicBezTo>
                    <a:cubicBezTo>
                      <a:pt x="9231" y="896"/>
                      <a:pt x="9262" y="841"/>
                      <a:pt x="9289" y="782"/>
                    </a:cubicBezTo>
                    <a:cubicBezTo>
                      <a:pt x="9293" y="777"/>
                      <a:pt x="9295" y="771"/>
                      <a:pt x="9301" y="765"/>
                    </a:cubicBezTo>
                    <a:cubicBezTo>
                      <a:pt x="9301" y="762"/>
                      <a:pt x="9305" y="756"/>
                      <a:pt x="9308" y="749"/>
                    </a:cubicBezTo>
                    <a:cubicBezTo>
                      <a:pt x="9312" y="749"/>
                      <a:pt x="9312" y="745"/>
                      <a:pt x="9315" y="743"/>
                    </a:cubicBezTo>
                    <a:cubicBezTo>
                      <a:pt x="9315" y="740"/>
                      <a:pt x="9319" y="734"/>
                      <a:pt x="9321" y="728"/>
                    </a:cubicBezTo>
                    <a:cubicBezTo>
                      <a:pt x="9325" y="720"/>
                      <a:pt x="9327" y="714"/>
                      <a:pt x="9334" y="705"/>
                    </a:cubicBezTo>
                    <a:cubicBezTo>
                      <a:pt x="9336" y="699"/>
                      <a:pt x="9340" y="693"/>
                      <a:pt x="9343" y="683"/>
                    </a:cubicBezTo>
                    <a:cubicBezTo>
                      <a:pt x="9347" y="681"/>
                      <a:pt x="9347" y="677"/>
                      <a:pt x="9350" y="674"/>
                    </a:cubicBezTo>
                    <a:cubicBezTo>
                      <a:pt x="9353" y="671"/>
                      <a:pt x="9353" y="668"/>
                      <a:pt x="9356" y="662"/>
                    </a:cubicBezTo>
                    <a:cubicBezTo>
                      <a:pt x="9360" y="659"/>
                      <a:pt x="9360" y="655"/>
                      <a:pt x="9362" y="652"/>
                    </a:cubicBezTo>
                    <a:cubicBezTo>
                      <a:pt x="9362" y="648"/>
                      <a:pt x="9366" y="642"/>
                      <a:pt x="9368" y="640"/>
                    </a:cubicBezTo>
                    <a:cubicBezTo>
                      <a:pt x="9368" y="636"/>
                      <a:pt x="9372" y="630"/>
                      <a:pt x="9376" y="627"/>
                    </a:cubicBezTo>
                    <a:cubicBezTo>
                      <a:pt x="9379" y="620"/>
                      <a:pt x="9382" y="611"/>
                      <a:pt x="9388" y="605"/>
                    </a:cubicBezTo>
                    <a:cubicBezTo>
                      <a:pt x="9392" y="596"/>
                      <a:pt x="9398" y="586"/>
                      <a:pt x="9401" y="578"/>
                    </a:cubicBezTo>
                    <a:cubicBezTo>
                      <a:pt x="9403" y="573"/>
                      <a:pt x="9408" y="566"/>
                      <a:pt x="9410" y="559"/>
                    </a:cubicBezTo>
                    <a:cubicBezTo>
                      <a:pt x="9413" y="555"/>
                      <a:pt x="9413" y="555"/>
                      <a:pt x="9413" y="553"/>
                    </a:cubicBezTo>
                    <a:cubicBezTo>
                      <a:pt x="9422" y="538"/>
                      <a:pt x="9428" y="522"/>
                      <a:pt x="9437" y="507"/>
                    </a:cubicBezTo>
                    <a:cubicBezTo>
                      <a:pt x="9437" y="504"/>
                      <a:pt x="9440" y="501"/>
                      <a:pt x="9440" y="498"/>
                    </a:cubicBezTo>
                    <a:cubicBezTo>
                      <a:pt x="9443" y="498"/>
                      <a:pt x="9443" y="495"/>
                      <a:pt x="9443" y="495"/>
                    </a:cubicBezTo>
                    <a:cubicBezTo>
                      <a:pt x="9525" y="331"/>
                      <a:pt x="9605" y="166"/>
                      <a:pt x="96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5"/>
              <p:cNvSpPr/>
              <p:nvPr/>
            </p:nvSpPr>
            <p:spPr>
              <a:xfrm>
                <a:off x="3239313" y="285400"/>
                <a:ext cx="242025" cy="201625"/>
              </a:xfrm>
              <a:custGeom>
                <a:rect b="b" l="l" r="r" t="t"/>
                <a:pathLst>
                  <a:path extrusionOk="0" h="8065" w="9681">
                    <a:moveTo>
                      <a:pt x="8535" y="1"/>
                    </a:moveTo>
                    <a:cubicBezTo>
                      <a:pt x="5311" y="1303"/>
                      <a:pt x="2480" y="3653"/>
                      <a:pt x="608" y="6899"/>
                    </a:cubicBezTo>
                    <a:cubicBezTo>
                      <a:pt x="579" y="6945"/>
                      <a:pt x="555" y="6989"/>
                      <a:pt x="528" y="7036"/>
                    </a:cubicBezTo>
                    <a:cubicBezTo>
                      <a:pt x="515" y="7061"/>
                      <a:pt x="501" y="7090"/>
                      <a:pt x="488" y="7113"/>
                    </a:cubicBezTo>
                    <a:cubicBezTo>
                      <a:pt x="454" y="7172"/>
                      <a:pt x="423" y="7227"/>
                      <a:pt x="392" y="7286"/>
                    </a:cubicBezTo>
                    <a:cubicBezTo>
                      <a:pt x="388" y="7292"/>
                      <a:pt x="382" y="7301"/>
                      <a:pt x="380" y="7307"/>
                    </a:cubicBezTo>
                    <a:cubicBezTo>
                      <a:pt x="376" y="7311"/>
                      <a:pt x="376" y="7318"/>
                      <a:pt x="373" y="7320"/>
                    </a:cubicBezTo>
                    <a:cubicBezTo>
                      <a:pt x="373" y="7320"/>
                      <a:pt x="373" y="7323"/>
                      <a:pt x="371" y="7323"/>
                    </a:cubicBezTo>
                    <a:cubicBezTo>
                      <a:pt x="371" y="7329"/>
                      <a:pt x="367" y="7332"/>
                      <a:pt x="364" y="7338"/>
                    </a:cubicBezTo>
                    <a:cubicBezTo>
                      <a:pt x="357" y="7348"/>
                      <a:pt x="354" y="7354"/>
                      <a:pt x="351" y="7363"/>
                    </a:cubicBezTo>
                    <a:cubicBezTo>
                      <a:pt x="345" y="7368"/>
                      <a:pt x="342" y="7374"/>
                      <a:pt x="342" y="7381"/>
                    </a:cubicBezTo>
                    <a:cubicBezTo>
                      <a:pt x="340" y="7387"/>
                      <a:pt x="336" y="7391"/>
                      <a:pt x="334" y="7394"/>
                    </a:cubicBezTo>
                    <a:cubicBezTo>
                      <a:pt x="329" y="7400"/>
                      <a:pt x="329" y="7404"/>
                      <a:pt x="327" y="7406"/>
                    </a:cubicBezTo>
                    <a:cubicBezTo>
                      <a:pt x="323" y="7413"/>
                      <a:pt x="323" y="7417"/>
                      <a:pt x="320" y="7420"/>
                    </a:cubicBezTo>
                    <a:cubicBezTo>
                      <a:pt x="318" y="7422"/>
                      <a:pt x="318" y="7426"/>
                      <a:pt x="318" y="7428"/>
                    </a:cubicBezTo>
                    <a:cubicBezTo>
                      <a:pt x="314" y="7431"/>
                      <a:pt x="312" y="7435"/>
                      <a:pt x="312" y="7437"/>
                    </a:cubicBezTo>
                    <a:cubicBezTo>
                      <a:pt x="305" y="7447"/>
                      <a:pt x="302" y="7456"/>
                      <a:pt x="298" y="7462"/>
                    </a:cubicBezTo>
                    <a:cubicBezTo>
                      <a:pt x="292" y="7471"/>
                      <a:pt x="288" y="7480"/>
                      <a:pt x="286" y="7487"/>
                    </a:cubicBezTo>
                    <a:lnTo>
                      <a:pt x="283" y="7489"/>
                    </a:lnTo>
                    <a:cubicBezTo>
                      <a:pt x="279" y="7495"/>
                      <a:pt x="277" y="7502"/>
                      <a:pt x="277" y="7504"/>
                    </a:cubicBezTo>
                    <a:cubicBezTo>
                      <a:pt x="274" y="7511"/>
                      <a:pt x="271" y="7515"/>
                      <a:pt x="267" y="7518"/>
                    </a:cubicBezTo>
                    <a:cubicBezTo>
                      <a:pt x="262" y="7533"/>
                      <a:pt x="256" y="7545"/>
                      <a:pt x="250" y="7557"/>
                    </a:cubicBezTo>
                    <a:cubicBezTo>
                      <a:pt x="246" y="7564"/>
                      <a:pt x="243" y="7570"/>
                      <a:pt x="243" y="7573"/>
                    </a:cubicBezTo>
                    <a:cubicBezTo>
                      <a:pt x="158" y="7736"/>
                      <a:pt x="78" y="7898"/>
                      <a:pt x="0" y="8065"/>
                    </a:cubicBezTo>
                    <a:cubicBezTo>
                      <a:pt x="60" y="7979"/>
                      <a:pt x="118" y="7896"/>
                      <a:pt x="183" y="7813"/>
                    </a:cubicBezTo>
                    <a:cubicBezTo>
                      <a:pt x="191" y="7792"/>
                      <a:pt x="207" y="7773"/>
                      <a:pt x="222" y="7755"/>
                    </a:cubicBezTo>
                    <a:cubicBezTo>
                      <a:pt x="256" y="7706"/>
                      <a:pt x="292" y="7657"/>
                      <a:pt x="329" y="7608"/>
                    </a:cubicBezTo>
                    <a:lnTo>
                      <a:pt x="329" y="7606"/>
                    </a:lnTo>
                    <a:cubicBezTo>
                      <a:pt x="345" y="7586"/>
                      <a:pt x="356" y="7570"/>
                      <a:pt x="370" y="7552"/>
                    </a:cubicBezTo>
                    <a:cubicBezTo>
                      <a:pt x="372" y="7546"/>
                      <a:pt x="379" y="7544"/>
                      <a:pt x="385" y="7536"/>
                    </a:cubicBezTo>
                    <a:cubicBezTo>
                      <a:pt x="385" y="7534"/>
                      <a:pt x="385" y="7530"/>
                      <a:pt x="387" y="7528"/>
                    </a:cubicBezTo>
                    <a:lnTo>
                      <a:pt x="396" y="7519"/>
                    </a:lnTo>
                    <a:cubicBezTo>
                      <a:pt x="401" y="7514"/>
                      <a:pt x="407" y="7508"/>
                      <a:pt x="410" y="7500"/>
                    </a:cubicBezTo>
                    <a:cubicBezTo>
                      <a:pt x="413" y="7497"/>
                      <a:pt x="413" y="7494"/>
                      <a:pt x="416" y="7494"/>
                    </a:cubicBezTo>
                    <a:cubicBezTo>
                      <a:pt x="418" y="7488"/>
                      <a:pt x="422" y="7484"/>
                      <a:pt x="425" y="7482"/>
                    </a:cubicBezTo>
                    <a:cubicBezTo>
                      <a:pt x="428" y="7475"/>
                      <a:pt x="432" y="7468"/>
                      <a:pt x="438" y="7466"/>
                    </a:cubicBezTo>
                    <a:cubicBezTo>
                      <a:pt x="438" y="7463"/>
                      <a:pt x="442" y="7459"/>
                      <a:pt x="444" y="7457"/>
                    </a:cubicBezTo>
                    <a:cubicBezTo>
                      <a:pt x="448" y="7451"/>
                      <a:pt x="451" y="7447"/>
                      <a:pt x="457" y="7444"/>
                    </a:cubicBezTo>
                    <a:lnTo>
                      <a:pt x="457" y="7441"/>
                    </a:lnTo>
                    <a:cubicBezTo>
                      <a:pt x="464" y="7428"/>
                      <a:pt x="473" y="7420"/>
                      <a:pt x="482" y="7411"/>
                    </a:cubicBezTo>
                    <a:cubicBezTo>
                      <a:pt x="484" y="7401"/>
                      <a:pt x="490" y="7395"/>
                      <a:pt x="498" y="7389"/>
                    </a:cubicBezTo>
                    <a:cubicBezTo>
                      <a:pt x="504" y="7375"/>
                      <a:pt x="513" y="7366"/>
                      <a:pt x="519" y="7358"/>
                    </a:cubicBezTo>
                    <a:lnTo>
                      <a:pt x="521" y="7358"/>
                    </a:lnTo>
                    <a:cubicBezTo>
                      <a:pt x="552" y="7315"/>
                      <a:pt x="586" y="7271"/>
                      <a:pt x="619" y="7229"/>
                    </a:cubicBezTo>
                    <a:cubicBezTo>
                      <a:pt x="625" y="7222"/>
                      <a:pt x="629" y="7213"/>
                      <a:pt x="638" y="7206"/>
                    </a:cubicBezTo>
                    <a:cubicBezTo>
                      <a:pt x="2967" y="4262"/>
                      <a:pt x="6189" y="2306"/>
                      <a:pt x="9680" y="1508"/>
                    </a:cubicBezTo>
                    <a:cubicBezTo>
                      <a:pt x="9343" y="972"/>
                      <a:pt x="8958" y="469"/>
                      <a:pt x="85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5"/>
              <p:cNvSpPr/>
              <p:nvPr/>
            </p:nvSpPr>
            <p:spPr>
              <a:xfrm>
                <a:off x="3062638" y="237825"/>
                <a:ext cx="201600" cy="242025"/>
              </a:xfrm>
              <a:custGeom>
                <a:rect b="b" l="l" r="r" t="t"/>
                <a:pathLst>
                  <a:path extrusionOk="0" h="9681" w="8064">
                    <a:moveTo>
                      <a:pt x="1507" y="1"/>
                    </a:moveTo>
                    <a:cubicBezTo>
                      <a:pt x="971" y="339"/>
                      <a:pt x="467" y="723"/>
                      <a:pt x="0" y="1147"/>
                    </a:cubicBezTo>
                    <a:cubicBezTo>
                      <a:pt x="1302" y="4372"/>
                      <a:pt x="3650" y="7203"/>
                      <a:pt x="6895" y="9072"/>
                    </a:cubicBezTo>
                    <a:cubicBezTo>
                      <a:pt x="6941" y="9100"/>
                      <a:pt x="6987" y="9125"/>
                      <a:pt x="7033" y="9152"/>
                    </a:cubicBezTo>
                    <a:cubicBezTo>
                      <a:pt x="7059" y="9165"/>
                      <a:pt x="7083" y="9179"/>
                      <a:pt x="7111" y="9192"/>
                    </a:cubicBezTo>
                    <a:cubicBezTo>
                      <a:pt x="7164" y="9226"/>
                      <a:pt x="7224" y="9257"/>
                      <a:pt x="7282" y="9288"/>
                    </a:cubicBezTo>
                    <a:cubicBezTo>
                      <a:pt x="7288" y="9291"/>
                      <a:pt x="7294" y="9298"/>
                      <a:pt x="7304" y="9300"/>
                    </a:cubicBezTo>
                    <a:cubicBezTo>
                      <a:pt x="7307" y="9300"/>
                      <a:pt x="7310" y="9303"/>
                      <a:pt x="7313" y="9303"/>
                    </a:cubicBezTo>
                    <a:cubicBezTo>
                      <a:pt x="7313" y="9306"/>
                      <a:pt x="7317" y="9306"/>
                      <a:pt x="7319" y="9309"/>
                    </a:cubicBezTo>
                    <a:cubicBezTo>
                      <a:pt x="7322" y="9309"/>
                      <a:pt x="7328" y="9314"/>
                      <a:pt x="7334" y="9316"/>
                    </a:cubicBezTo>
                    <a:cubicBezTo>
                      <a:pt x="7341" y="9320"/>
                      <a:pt x="7348" y="9326"/>
                      <a:pt x="7356" y="9329"/>
                    </a:cubicBezTo>
                    <a:cubicBezTo>
                      <a:pt x="7363" y="9331"/>
                      <a:pt x="7370" y="9335"/>
                      <a:pt x="7379" y="9337"/>
                    </a:cubicBezTo>
                    <a:cubicBezTo>
                      <a:pt x="7381" y="9341"/>
                      <a:pt x="7385" y="9344"/>
                      <a:pt x="7387" y="9344"/>
                    </a:cubicBezTo>
                    <a:cubicBezTo>
                      <a:pt x="7390" y="9348"/>
                      <a:pt x="7394" y="9348"/>
                      <a:pt x="7396" y="9351"/>
                    </a:cubicBezTo>
                    <a:cubicBezTo>
                      <a:pt x="7402" y="9353"/>
                      <a:pt x="7408" y="9357"/>
                      <a:pt x="7415" y="9360"/>
                    </a:cubicBezTo>
                    <a:cubicBezTo>
                      <a:pt x="7418" y="9360"/>
                      <a:pt x="7418" y="9362"/>
                      <a:pt x="7421" y="9362"/>
                    </a:cubicBezTo>
                    <a:cubicBezTo>
                      <a:pt x="7425" y="9366"/>
                      <a:pt x="7431" y="9366"/>
                      <a:pt x="7434" y="9368"/>
                    </a:cubicBezTo>
                    <a:cubicBezTo>
                      <a:pt x="7441" y="9372"/>
                      <a:pt x="7449" y="9379"/>
                      <a:pt x="7456" y="9382"/>
                    </a:cubicBezTo>
                    <a:cubicBezTo>
                      <a:pt x="7465" y="9386"/>
                      <a:pt x="7474" y="9392"/>
                      <a:pt x="7483" y="9394"/>
                    </a:cubicBezTo>
                    <a:lnTo>
                      <a:pt x="7485" y="9397"/>
                    </a:lnTo>
                    <a:cubicBezTo>
                      <a:pt x="7492" y="9401"/>
                      <a:pt x="7494" y="9403"/>
                      <a:pt x="7501" y="9403"/>
                    </a:cubicBezTo>
                    <a:lnTo>
                      <a:pt x="7508" y="9410"/>
                    </a:lnTo>
                    <a:cubicBezTo>
                      <a:pt x="7523" y="9417"/>
                      <a:pt x="7539" y="9425"/>
                      <a:pt x="7554" y="9432"/>
                    </a:cubicBezTo>
                    <a:cubicBezTo>
                      <a:pt x="7556" y="9434"/>
                      <a:pt x="7560" y="9434"/>
                      <a:pt x="7563" y="9434"/>
                    </a:cubicBezTo>
                    <a:lnTo>
                      <a:pt x="7563" y="9437"/>
                    </a:lnTo>
                    <a:cubicBezTo>
                      <a:pt x="7730" y="9521"/>
                      <a:pt x="7896" y="9604"/>
                      <a:pt x="8063" y="9681"/>
                    </a:cubicBezTo>
                    <a:cubicBezTo>
                      <a:pt x="7978" y="9622"/>
                      <a:pt x="7894" y="9563"/>
                      <a:pt x="7811" y="9499"/>
                    </a:cubicBezTo>
                    <a:cubicBezTo>
                      <a:pt x="7794" y="9489"/>
                      <a:pt x="7774" y="9475"/>
                      <a:pt x="7757" y="9462"/>
                    </a:cubicBezTo>
                    <a:cubicBezTo>
                      <a:pt x="7704" y="9424"/>
                      <a:pt x="7654" y="9388"/>
                      <a:pt x="7605" y="9351"/>
                    </a:cubicBezTo>
                    <a:lnTo>
                      <a:pt x="7603" y="9349"/>
                    </a:lnTo>
                    <a:cubicBezTo>
                      <a:pt x="7583" y="9335"/>
                      <a:pt x="7566" y="9324"/>
                      <a:pt x="7550" y="9310"/>
                    </a:cubicBezTo>
                    <a:cubicBezTo>
                      <a:pt x="7545" y="9304"/>
                      <a:pt x="7538" y="9302"/>
                      <a:pt x="7532" y="9295"/>
                    </a:cubicBezTo>
                    <a:cubicBezTo>
                      <a:pt x="7527" y="9295"/>
                      <a:pt x="7525" y="9293"/>
                      <a:pt x="7525" y="9293"/>
                    </a:cubicBezTo>
                    <a:lnTo>
                      <a:pt x="7516" y="9284"/>
                    </a:lnTo>
                    <a:cubicBezTo>
                      <a:pt x="7508" y="9282"/>
                      <a:pt x="7501" y="9274"/>
                      <a:pt x="7494" y="9268"/>
                    </a:cubicBezTo>
                    <a:cubicBezTo>
                      <a:pt x="7492" y="9268"/>
                      <a:pt x="7492" y="9268"/>
                      <a:pt x="7492" y="9266"/>
                    </a:cubicBezTo>
                    <a:cubicBezTo>
                      <a:pt x="7485" y="9263"/>
                      <a:pt x="7482" y="9259"/>
                      <a:pt x="7479" y="9257"/>
                    </a:cubicBezTo>
                    <a:cubicBezTo>
                      <a:pt x="7473" y="9253"/>
                      <a:pt x="7467" y="9251"/>
                      <a:pt x="7463" y="9243"/>
                    </a:cubicBezTo>
                    <a:cubicBezTo>
                      <a:pt x="7457" y="9243"/>
                      <a:pt x="7453" y="9241"/>
                      <a:pt x="7451" y="9235"/>
                    </a:cubicBezTo>
                    <a:cubicBezTo>
                      <a:pt x="7444" y="9235"/>
                      <a:pt x="7441" y="9232"/>
                      <a:pt x="7438" y="9226"/>
                    </a:cubicBezTo>
                    <a:lnTo>
                      <a:pt x="7436" y="9226"/>
                    </a:lnTo>
                    <a:cubicBezTo>
                      <a:pt x="7426" y="9217"/>
                      <a:pt x="7417" y="9210"/>
                      <a:pt x="7408" y="9201"/>
                    </a:cubicBezTo>
                    <a:cubicBezTo>
                      <a:pt x="7399" y="9199"/>
                      <a:pt x="7390" y="9192"/>
                      <a:pt x="7384" y="9186"/>
                    </a:cubicBezTo>
                    <a:cubicBezTo>
                      <a:pt x="7375" y="9176"/>
                      <a:pt x="7365" y="9170"/>
                      <a:pt x="7356" y="9161"/>
                    </a:cubicBezTo>
                    <a:cubicBezTo>
                      <a:pt x="7353" y="9161"/>
                      <a:pt x="7350" y="9161"/>
                      <a:pt x="7350" y="9159"/>
                    </a:cubicBezTo>
                    <a:cubicBezTo>
                      <a:pt x="7304" y="9125"/>
                      <a:pt x="7257" y="9092"/>
                      <a:pt x="7215" y="9054"/>
                    </a:cubicBezTo>
                    <a:cubicBezTo>
                      <a:pt x="7209" y="9050"/>
                      <a:pt x="7205" y="9044"/>
                      <a:pt x="7199" y="9041"/>
                    </a:cubicBezTo>
                    <a:cubicBezTo>
                      <a:pt x="4258" y="6712"/>
                      <a:pt x="2307" y="3493"/>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5"/>
              <p:cNvSpPr/>
              <p:nvPr/>
            </p:nvSpPr>
            <p:spPr>
              <a:xfrm>
                <a:off x="3232213" y="462000"/>
                <a:ext cx="201575" cy="242225"/>
              </a:xfrm>
              <a:custGeom>
                <a:rect b="b" l="l" r="r" t="t"/>
                <a:pathLst>
                  <a:path extrusionOk="0" h="9689" w="8063">
                    <a:moveTo>
                      <a:pt x="0" y="1"/>
                    </a:moveTo>
                    <a:lnTo>
                      <a:pt x="0" y="1"/>
                    </a:lnTo>
                    <a:cubicBezTo>
                      <a:pt x="86" y="60"/>
                      <a:pt x="170" y="117"/>
                      <a:pt x="252" y="182"/>
                    </a:cubicBezTo>
                    <a:cubicBezTo>
                      <a:pt x="273" y="192"/>
                      <a:pt x="292" y="207"/>
                      <a:pt x="310" y="223"/>
                    </a:cubicBezTo>
                    <a:cubicBezTo>
                      <a:pt x="364" y="256"/>
                      <a:pt x="412" y="293"/>
                      <a:pt x="462" y="333"/>
                    </a:cubicBezTo>
                    <a:lnTo>
                      <a:pt x="464" y="333"/>
                    </a:lnTo>
                    <a:cubicBezTo>
                      <a:pt x="479" y="347"/>
                      <a:pt x="498" y="358"/>
                      <a:pt x="513" y="370"/>
                    </a:cubicBezTo>
                    <a:cubicBezTo>
                      <a:pt x="518" y="377"/>
                      <a:pt x="525" y="380"/>
                      <a:pt x="531" y="386"/>
                    </a:cubicBezTo>
                    <a:cubicBezTo>
                      <a:pt x="534" y="386"/>
                      <a:pt x="537" y="390"/>
                      <a:pt x="540" y="393"/>
                    </a:cubicBezTo>
                    <a:cubicBezTo>
                      <a:pt x="544" y="393"/>
                      <a:pt x="546" y="399"/>
                      <a:pt x="546" y="399"/>
                    </a:cubicBezTo>
                    <a:cubicBezTo>
                      <a:pt x="553" y="403"/>
                      <a:pt x="560" y="405"/>
                      <a:pt x="562" y="412"/>
                    </a:cubicBezTo>
                    <a:cubicBezTo>
                      <a:pt x="565" y="412"/>
                      <a:pt x="568" y="416"/>
                      <a:pt x="571" y="419"/>
                    </a:cubicBezTo>
                    <a:cubicBezTo>
                      <a:pt x="577" y="421"/>
                      <a:pt x="583" y="425"/>
                      <a:pt x="587" y="427"/>
                    </a:cubicBezTo>
                    <a:cubicBezTo>
                      <a:pt x="593" y="431"/>
                      <a:pt x="597" y="434"/>
                      <a:pt x="599" y="440"/>
                    </a:cubicBezTo>
                    <a:cubicBezTo>
                      <a:pt x="602" y="440"/>
                      <a:pt x="606" y="445"/>
                      <a:pt x="608" y="447"/>
                    </a:cubicBezTo>
                    <a:cubicBezTo>
                      <a:pt x="614" y="451"/>
                      <a:pt x="622" y="453"/>
                      <a:pt x="624" y="460"/>
                    </a:cubicBezTo>
                    <a:cubicBezTo>
                      <a:pt x="626" y="460"/>
                      <a:pt x="626" y="462"/>
                      <a:pt x="626" y="462"/>
                    </a:cubicBezTo>
                    <a:cubicBezTo>
                      <a:pt x="635" y="468"/>
                      <a:pt x="644" y="476"/>
                      <a:pt x="654" y="484"/>
                    </a:cubicBezTo>
                    <a:cubicBezTo>
                      <a:pt x="663" y="487"/>
                      <a:pt x="669" y="493"/>
                      <a:pt x="675" y="499"/>
                    </a:cubicBezTo>
                    <a:cubicBezTo>
                      <a:pt x="685" y="504"/>
                      <a:pt x="694" y="512"/>
                      <a:pt x="702" y="518"/>
                    </a:cubicBezTo>
                    <a:cubicBezTo>
                      <a:pt x="702" y="522"/>
                      <a:pt x="705" y="524"/>
                      <a:pt x="705" y="524"/>
                    </a:cubicBezTo>
                    <a:cubicBezTo>
                      <a:pt x="752" y="555"/>
                      <a:pt x="794" y="593"/>
                      <a:pt x="840" y="626"/>
                    </a:cubicBezTo>
                    <a:cubicBezTo>
                      <a:pt x="847" y="632"/>
                      <a:pt x="850" y="637"/>
                      <a:pt x="856" y="639"/>
                    </a:cubicBezTo>
                    <a:cubicBezTo>
                      <a:pt x="3801" y="2973"/>
                      <a:pt x="5756" y="6194"/>
                      <a:pt x="6556" y="9688"/>
                    </a:cubicBezTo>
                    <a:cubicBezTo>
                      <a:pt x="7090" y="9351"/>
                      <a:pt x="7595" y="8964"/>
                      <a:pt x="8062" y="8540"/>
                    </a:cubicBezTo>
                    <a:cubicBezTo>
                      <a:pt x="6759" y="5316"/>
                      <a:pt x="4410" y="2484"/>
                      <a:pt x="1168" y="607"/>
                    </a:cubicBezTo>
                    <a:cubicBezTo>
                      <a:pt x="1122" y="580"/>
                      <a:pt x="1077" y="554"/>
                      <a:pt x="1030" y="527"/>
                    </a:cubicBezTo>
                    <a:cubicBezTo>
                      <a:pt x="1006" y="514"/>
                      <a:pt x="977" y="500"/>
                      <a:pt x="953" y="487"/>
                    </a:cubicBezTo>
                    <a:cubicBezTo>
                      <a:pt x="897" y="454"/>
                      <a:pt x="839" y="423"/>
                      <a:pt x="784" y="392"/>
                    </a:cubicBezTo>
                    <a:cubicBezTo>
                      <a:pt x="779" y="392"/>
                      <a:pt x="772" y="389"/>
                      <a:pt x="766" y="383"/>
                    </a:cubicBezTo>
                    <a:cubicBezTo>
                      <a:pt x="759" y="380"/>
                      <a:pt x="751" y="376"/>
                      <a:pt x="743" y="373"/>
                    </a:cubicBezTo>
                    <a:lnTo>
                      <a:pt x="743" y="371"/>
                    </a:lnTo>
                    <a:cubicBezTo>
                      <a:pt x="737" y="371"/>
                      <a:pt x="735" y="367"/>
                      <a:pt x="728" y="364"/>
                    </a:cubicBezTo>
                    <a:cubicBezTo>
                      <a:pt x="722" y="361"/>
                      <a:pt x="712" y="358"/>
                      <a:pt x="706" y="352"/>
                    </a:cubicBezTo>
                    <a:cubicBezTo>
                      <a:pt x="700" y="349"/>
                      <a:pt x="691" y="345"/>
                      <a:pt x="685" y="342"/>
                    </a:cubicBezTo>
                    <a:cubicBezTo>
                      <a:pt x="678" y="339"/>
                      <a:pt x="674" y="336"/>
                      <a:pt x="671" y="333"/>
                    </a:cubicBezTo>
                    <a:cubicBezTo>
                      <a:pt x="665" y="333"/>
                      <a:pt x="661" y="329"/>
                      <a:pt x="659" y="327"/>
                    </a:cubicBezTo>
                    <a:cubicBezTo>
                      <a:pt x="656" y="327"/>
                      <a:pt x="656" y="324"/>
                      <a:pt x="656" y="324"/>
                    </a:cubicBezTo>
                    <a:cubicBezTo>
                      <a:pt x="655" y="325"/>
                      <a:pt x="654" y="325"/>
                      <a:pt x="653" y="325"/>
                    </a:cubicBezTo>
                    <a:cubicBezTo>
                      <a:pt x="651" y="325"/>
                      <a:pt x="650" y="324"/>
                      <a:pt x="650" y="324"/>
                    </a:cubicBezTo>
                    <a:cubicBezTo>
                      <a:pt x="647" y="321"/>
                      <a:pt x="643" y="321"/>
                      <a:pt x="640" y="318"/>
                    </a:cubicBezTo>
                    <a:cubicBezTo>
                      <a:pt x="634" y="318"/>
                      <a:pt x="630" y="314"/>
                      <a:pt x="628" y="311"/>
                    </a:cubicBezTo>
                    <a:cubicBezTo>
                      <a:pt x="619" y="307"/>
                      <a:pt x="609" y="301"/>
                      <a:pt x="603" y="298"/>
                    </a:cubicBezTo>
                    <a:cubicBezTo>
                      <a:pt x="594" y="295"/>
                      <a:pt x="586" y="288"/>
                      <a:pt x="578" y="286"/>
                    </a:cubicBezTo>
                    <a:lnTo>
                      <a:pt x="578" y="283"/>
                    </a:lnTo>
                    <a:cubicBezTo>
                      <a:pt x="573" y="283"/>
                      <a:pt x="567" y="279"/>
                      <a:pt x="561" y="276"/>
                    </a:cubicBezTo>
                    <a:cubicBezTo>
                      <a:pt x="555" y="274"/>
                      <a:pt x="550" y="270"/>
                      <a:pt x="547" y="267"/>
                    </a:cubicBezTo>
                    <a:cubicBezTo>
                      <a:pt x="532" y="262"/>
                      <a:pt x="521" y="256"/>
                      <a:pt x="508" y="250"/>
                    </a:cubicBezTo>
                    <a:cubicBezTo>
                      <a:pt x="501" y="246"/>
                      <a:pt x="495" y="243"/>
                      <a:pt x="493" y="240"/>
                    </a:cubicBezTo>
                    <a:cubicBezTo>
                      <a:pt x="330" y="161"/>
                      <a:pt x="168" y="80"/>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5"/>
              <p:cNvSpPr/>
              <p:nvPr/>
            </p:nvSpPr>
            <p:spPr>
              <a:xfrm>
                <a:off x="2973913" y="343175"/>
                <a:ext cx="556700" cy="267225"/>
              </a:xfrm>
              <a:custGeom>
                <a:rect b="b" l="l" r="r" t="t"/>
                <a:pathLst>
                  <a:path extrusionOk="0" h="10689" w="22268">
                    <a:moveTo>
                      <a:pt x="11134" y="0"/>
                    </a:moveTo>
                    <a:cubicBezTo>
                      <a:pt x="4985" y="0"/>
                      <a:pt x="0" y="5344"/>
                      <a:pt x="0" y="5344"/>
                    </a:cubicBezTo>
                    <a:cubicBezTo>
                      <a:pt x="0" y="5344"/>
                      <a:pt x="4985" y="10689"/>
                      <a:pt x="11134" y="10689"/>
                    </a:cubicBezTo>
                    <a:cubicBezTo>
                      <a:pt x="17283" y="10689"/>
                      <a:pt x="22267" y="5344"/>
                      <a:pt x="22267" y="5344"/>
                    </a:cubicBezTo>
                    <a:cubicBezTo>
                      <a:pt x="22267" y="5344"/>
                      <a:pt x="17283" y="0"/>
                      <a:pt x="111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5"/>
              <p:cNvSpPr/>
              <p:nvPr/>
            </p:nvSpPr>
            <p:spPr>
              <a:xfrm>
                <a:off x="3135338" y="359875"/>
                <a:ext cx="233850" cy="233850"/>
              </a:xfrm>
              <a:custGeom>
                <a:rect b="b" l="l" r="r" t="t"/>
                <a:pathLst>
                  <a:path extrusionOk="0" h="9354" w="9354">
                    <a:moveTo>
                      <a:pt x="4677" y="0"/>
                    </a:moveTo>
                    <a:cubicBezTo>
                      <a:pt x="2094" y="0"/>
                      <a:pt x="0" y="2094"/>
                      <a:pt x="0" y="4676"/>
                    </a:cubicBezTo>
                    <a:cubicBezTo>
                      <a:pt x="0" y="7259"/>
                      <a:pt x="2094" y="9353"/>
                      <a:pt x="4677" y="9353"/>
                    </a:cubicBezTo>
                    <a:cubicBezTo>
                      <a:pt x="7259" y="9353"/>
                      <a:pt x="9353" y="7259"/>
                      <a:pt x="9353" y="4676"/>
                    </a:cubicBezTo>
                    <a:cubicBezTo>
                      <a:pt x="9353" y="2094"/>
                      <a:pt x="7259" y="0"/>
                      <a:pt x="4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5"/>
              <p:cNvSpPr/>
              <p:nvPr/>
            </p:nvSpPr>
            <p:spPr>
              <a:xfrm>
                <a:off x="3148238" y="377900"/>
                <a:ext cx="208075" cy="197850"/>
              </a:xfrm>
              <a:custGeom>
                <a:rect b="b" l="l" r="r" t="t"/>
                <a:pathLst>
                  <a:path extrusionOk="0" h="7914" w="8323">
                    <a:moveTo>
                      <a:pt x="5073" y="0"/>
                    </a:moveTo>
                    <a:cubicBezTo>
                      <a:pt x="4899" y="0"/>
                      <a:pt x="4724" y="84"/>
                      <a:pt x="4620" y="271"/>
                    </a:cubicBezTo>
                    <a:cubicBezTo>
                      <a:pt x="4520" y="451"/>
                      <a:pt x="4341" y="541"/>
                      <a:pt x="4161" y="541"/>
                    </a:cubicBezTo>
                    <a:cubicBezTo>
                      <a:pt x="3981" y="541"/>
                      <a:pt x="3802" y="451"/>
                      <a:pt x="3702" y="271"/>
                    </a:cubicBezTo>
                    <a:cubicBezTo>
                      <a:pt x="3598" y="84"/>
                      <a:pt x="3423" y="1"/>
                      <a:pt x="3249" y="1"/>
                    </a:cubicBezTo>
                    <a:cubicBezTo>
                      <a:pt x="2979" y="1"/>
                      <a:pt x="2711" y="203"/>
                      <a:pt x="2716" y="536"/>
                    </a:cubicBezTo>
                    <a:cubicBezTo>
                      <a:pt x="2721" y="846"/>
                      <a:pt x="2466" y="1071"/>
                      <a:pt x="2189" y="1071"/>
                    </a:cubicBezTo>
                    <a:cubicBezTo>
                      <a:pt x="2099" y="1071"/>
                      <a:pt x="2006" y="1047"/>
                      <a:pt x="1920" y="995"/>
                    </a:cubicBezTo>
                    <a:cubicBezTo>
                      <a:pt x="1829" y="941"/>
                      <a:pt x="1736" y="917"/>
                      <a:pt x="1647" y="917"/>
                    </a:cubicBezTo>
                    <a:cubicBezTo>
                      <a:pt x="1275" y="917"/>
                      <a:pt x="972" y="1337"/>
                      <a:pt x="1199" y="1716"/>
                    </a:cubicBezTo>
                    <a:cubicBezTo>
                      <a:pt x="1411" y="2067"/>
                      <a:pt x="1157" y="2512"/>
                      <a:pt x="749" y="2512"/>
                    </a:cubicBezTo>
                    <a:cubicBezTo>
                      <a:pt x="746" y="2512"/>
                      <a:pt x="743" y="2512"/>
                      <a:pt x="740" y="2512"/>
                    </a:cubicBezTo>
                    <a:cubicBezTo>
                      <a:pt x="737" y="2512"/>
                      <a:pt x="733" y="2512"/>
                      <a:pt x="730" y="2512"/>
                    </a:cubicBezTo>
                    <a:cubicBezTo>
                      <a:pt x="191" y="2512"/>
                      <a:pt x="0" y="3233"/>
                      <a:pt x="475" y="3498"/>
                    </a:cubicBezTo>
                    <a:cubicBezTo>
                      <a:pt x="835" y="3697"/>
                      <a:pt x="835" y="4216"/>
                      <a:pt x="475" y="4416"/>
                    </a:cubicBezTo>
                    <a:cubicBezTo>
                      <a:pt x="1" y="4680"/>
                      <a:pt x="191" y="5402"/>
                      <a:pt x="731" y="5402"/>
                    </a:cubicBezTo>
                    <a:cubicBezTo>
                      <a:pt x="734" y="5402"/>
                      <a:pt x="737" y="5402"/>
                      <a:pt x="740" y="5402"/>
                    </a:cubicBezTo>
                    <a:cubicBezTo>
                      <a:pt x="743" y="5402"/>
                      <a:pt x="747" y="5402"/>
                      <a:pt x="750" y="5402"/>
                    </a:cubicBezTo>
                    <a:cubicBezTo>
                      <a:pt x="1155" y="5402"/>
                      <a:pt x="1409" y="5846"/>
                      <a:pt x="1199" y="6198"/>
                    </a:cubicBezTo>
                    <a:cubicBezTo>
                      <a:pt x="972" y="6577"/>
                      <a:pt x="1275" y="6997"/>
                      <a:pt x="1648" y="6997"/>
                    </a:cubicBezTo>
                    <a:cubicBezTo>
                      <a:pt x="1737" y="6997"/>
                      <a:pt x="1829" y="6973"/>
                      <a:pt x="1920" y="6919"/>
                    </a:cubicBezTo>
                    <a:cubicBezTo>
                      <a:pt x="2007" y="6866"/>
                      <a:pt x="2100" y="6843"/>
                      <a:pt x="2190" y="6843"/>
                    </a:cubicBezTo>
                    <a:cubicBezTo>
                      <a:pt x="2467" y="6843"/>
                      <a:pt x="2721" y="7067"/>
                      <a:pt x="2716" y="7378"/>
                    </a:cubicBezTo>
                    <a:cubicBezTo>
                      <a:pt x="2711" y="7711"/>
                      <a:pt x="2978" y="7914"/>
                      <a:pt x="3249" y="7914"/>
                    </a:cubicBezTo>
                    <a:cubicBezTo>
                      <a:pt x="3423" y="7914"/>
                      <a:pt x="3598" y="7830"/>
                      <a:pt x="3702" y="7642"/>
                    </a:cubicBezTo>
                    <a:cubicBezTo>
                      <a:pt x="3802" y="7462"/>
                      <a:pt x="3981" y="7372"/>
                      <a:pt x="4161" y="7372"/>
                    </a:cubicBezTo>
                    <a:cubicBezTo>
                      <a:pt x="4341" y="7372"/>
                      <a:pt x="4520" y="7462"/>
                      <a:pt x="4620" y="7642"/>
                    </a:cubicBezTo>
                    <a:cubicBezTo>
                      <a:pt x="4724" y="7829"/>
                      <a:pt x="4899" y="7913"/>
                      <a:pt x="5073" y="7913"/>
                    </a:cubicBezTo>
                    <a:cubicBezTo>
                      <a:pt x="5343" y="7913"/>
                      <a:pt x="5611" y="7711"/>
                      <a:pt x="5606" y="7378"/>
                    </a:cubicBezTo>
                    <a:cubicBezTo>
                      <a:pt x="5601" y="7067"/>
                      <a:pt x="5855" y="6844"/>
                      <a:pt x="6132" y="6844"/>
                    </a:cubicBezTo>
                    <a:cubicBezTo>
                      <a:pt x="6223" y="6844"/>
                      <a:pt x="6315" y="6867"/>
                      <a:pt x="6402" y="6919"/>
                    </a:cubicBezTo>
                    <a:cubicBezTo>
                      <a:pt x="6492" y="6973"/>
                      <a:pt x="6585" y="6997"/>
                      <a:pt x="6674" y="6997"/>
                    </a:cubicBezTo>
                    <a:cubicBezTo>
                      <a:pt x="7046" y="6997"/>
                      <a:pt x="7350" y="6577"/>
                      <a:pt x="7122" y="6198"/>
                    </a:cubicBezTo>
                    <a:cubicBezTo>
                      <a:pt x="6911" y="5846"/>
                      <a:pt x="7165" y="5402"/>
                      <a:pt x="7572" y="5402"/>
                    </a:cubicBezTo>
                    <a:cubicBezTo>
                      <a:pt x="7576" y="5402"/>
                      <a:pt x="7579" y="5402"/>
                      <a:pt x="7582" y="5402"/>
                    </a:cubicBezTo>
                    <a:cubicBezTo>
                      <a:pt x="7585" y="5402"/>
                      <a:pt x="7588" y="5402"/>
                      <a:pt x="7592" y="5402"/>
                    </a:cubicBezTo>
                    <a:cubicBezTo>
                      <a:pt x="8130" y="5402"/>
                      <a:pt x="8323" y="4680"/>
                      <a:pt x="7847" y="4416"/>
                    </a:cubicBezTo>
                    <a:cubicBezTo>
                      <a:pt x="7486" y="4216"/>
                      <a:pt x="7486" y="3697"/>
                      <a:pt x="7847" y="3498"/>
                    </a:cubicBezTo>
                    <a:cubicBezTo>
                      <a:pt x="8320" y="3233"/>
                      <a:pt x="8131" y="2512"/>
                      <a:pt x="7593" y="2512"/>
                    </a:cubicBezTo>
                    <a:cubicBezTo>
                      <a:pt x="7589" y="2512"/>
                      <a:pt x="7586" y="2512"/>
                      <a:pt x="7582" y="2512"/>
                    </a:cubicBezTo>
                    <a:cubicBezTo>
                      <a:pt x="7580" y="2512"/>
                      <a:pt x="7577" y="2512"/>
                      <a:pt x="7574" y="2512"/>
                    </a:cubicBezTo>
                    <a:cubicBezTo>
                      <a:pt x="7167" y="2512"/>
                      <a:pt x="6913" y="2067"/>
                      <a:pt x="7122" y="1716"/>
                    </a:cubicBezTo>
                    <a:cubicBezTo>
                      <a:pt x="7349" y="1337"/>
                      <a:pt x="7047" y="917"/>
                      <a:pt x="6674" y="917"/>
                    </a:cubicBezTo>
                    <a:cubicBezTo>
                      <a:pt x="6585" y="917"/>
                      <a:pt x="6492" y="941"/>
                      <a:pt x="6402" y="995"/>
                    </a:cubicBezTo>
                    <a:cubicBezTo>
                      <a:pt x="6315" y="1048"/>
                      <a:pt x="6222" y="1071"/>
                      <a:pt x="6132" y="1071"/>
                    </a:cubicBezTo>
                    <a:cubicBezTo>
                      <a:pt x="5855" y="1071"/>
                      <a:pt x="5601" y="847"/>
                      <a:pt x="5606" y="536"/>
                    </a:cubicBezTo>
                    <a:cubicBezTo>
                      <a:pt x="5611" y="203"/>
                      <a:pt x="5343" y="0"/>
                      <a:pt x="50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5"/>
              <p:cNvSpPr/>
              <p:nvPr/>
            </p:nvSpPr>
            <p:spPr>
              <a:xfrm>
                <a:off x="3187513" y="412050"/>
                <a:ext cx="129475" cy="129475"/>
              </a:xfrm>
              <a:custGeom>
                <a:rect b="b" l="l" r="r" t="t"/>
                <a:pathLst>
                  <a:path extrusionOk="0" h="5179" w="5179">
                    <a:moveTo>
                      <a:pt x="2590" y="1"/>
                    </a:moveTo>
                    <a:cubicBezTo>
                      <a:pt x="1160" y="1"/>
                      <a:pt x="1" y="1160"/>
                      <a:pt x="1" y="2589"/>
                    </a:cubicBezTo>
                    <a:cubicBezTo>
                      <a:pt x="1" y="4019"/>
                      <a:pt x="1160" y="5178"/>
                      <a:pt x="2590" y="5178"/>
                    </a:cubicBezTo>
                    <a:cubicBezTo>
                      <a:pt x="4020" y="5178"/>
                      <a:pt x="5178" y="4019"/>
                      <a:pt x="5178" y="2589"/>
                    </a:cubicBezTo>
                    <a:cubicBezTo>
                      <a:pt x="5178" y="1160"/>
                      <a:pt x="4020" y="1"/>
                      <a:pt x="25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5"/>
              <p:cNvSpPr/>
              <p:nvPr/>
            </p:nvSpPr>
            <p:spPr>
              <a:xfrm>
                <a:off x="3217888" y="442425"/>
                <a:ext cx="68725" cy="68725"/>
              </a:xfrm>
              <a:custGeom>
                <a:rect b="b" l="l" r="r" t="t"/>
                <a:pathLst>
                  <a:path extrusionOk="0" h="2749" w="2749">
                    <a:moveTo>
                      <a:pt x="1375" y="1"/>
                    </a:moveTo>
                    <a:cubicBezTo>
                      <a:pt x="616" y="1"/>
                      <a:pt x="1" y="616"/>
                      <a:pt x="1" y="1374"/>
                    </a:cubicBezTo>
                    <a:cubicBezTo>
                      <a:pt x="1" y="2133"/>
                      <a:pt x="616" y="2749"/>
                      <a:pt x="1375" y="2749"/>
                    </a:cubicBezTo>
                    <a:cubicBezTo>
                      <a:pt x="2134" y="2749"/>
                      <a:pt x="2749" y="2133"/>
                      <a:pt x="2749" y="1374"/>
                    </a:cubicBezTo>
                    <a:cubicBezTo>
                      <a:pt x="2749" y="616"/>
                      <a:pt x="2134" y="1"/>
                      <a:pt x="13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9" name="Google Shape;3599;p45"/>
            <p:cNvGrpSpPr/>
            <p:nvPr/>
          </p:nvGrpSpPr>
          <p:grpSpPr>
            <a:xfrm>
              <a:off x="311200" y="506200"/>
              <a:ext cx="402025" cy="804000"/>
              <a:chOff x="2882200" y="374525"/>
              <a:chExt cx="402025" cy="804000"/>
            </a:xfrm>
          </p:grpSpPr>
          <p:sp>
            <p:nvSpPr>
              <p:cNvPr id="3600" name="Google Shape;3600;p45"/>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5"/>
              <p:cNvSpPr/>
              <p:nvPr/>
            </p:nvSpPr>
            <p:spPr>
              <a:xfrm>
                <a:off x="2882200" y="374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5"/>
              <p:cNvSpPr/>
              <p:nvPr/>
            </p:nvSpPr>
            <p:spPr>
              <a:xfrm>
                <a:off x="3083200" y="374525"/>
                <a:ext cx="201000" cy="201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5"/>
              <p:cNvSpPr/>
              <p:nvPr/>
            </p:nvSpPr>
            <p:spPr>
              <a:xfrm flipH="1">
                <a:off x="3083200" y="575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5"/>
              <p:cNvSpPr/>
              <p:nvPr/>
            </p:nvSpPr>
            <p:spPr>
              <a:xfrm flipH="1">
                <a:off x="2882200" y="575525"/>
                <a:ext cx="201000" cy="201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5"/>
              <p:cNvSpPr/>
              <p:nvPr/>
            </p:nvSpPr>
            <p:spPr>
              <a:xfrm>
                <a:off x="2882200" y="776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5"/>
              <p:cNvSpPr/>
              <p:nvPr/>
            </p:nvSpPr>
            <p:spPr>
              <a:xfrm>
                <a:off x="3083200" y="776525"/>
                <a:ext cx="201000" cy="201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5"/>
              <p:cNvSpPr/>
              <p:nvPr/>
            </p:nvSpPr>
            <p:spPr>
              <a:xfrm flipH="1">
                <a:off x="3083200" y="977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5"/>
              <p:cNvSpPr/>
              <p:nvPr/>
            </p:nvSpPr>
            <p:spPr>
              <a:xfrm flipH="1">
                <a:off x="2882200" y="977525"/>
                <a:ext cx="201000" cy="201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9" name="Google Shape;3609;p45"/>
            <p:cNvGrpSpPr/>
            <p:nvPr/>
          </p:nvGrpSpPr>
          <p:grpSpPr>
            <a:xfrm rot="-716816">
              <a:off x="551178" y="196556"/>
              <a:ext cx="1002072" cy="904912"/>
              <a:chOff x="1288334" y="649138"/>
              <a:chExt cx="511300" cy="461725"/>
            </a:xfrm>
          </p:grpSpPr>
          <p:sp>
            <p:nvSpPr>
              <p:cNvPr id="3610" name="Google Shape;3610;p45"/>
              <p:cNvSpPr/>
              <p:nvPr/>
            </p:nvSpPr>
            <p:spPr>
              <a:xfrm>
                <a:off x="1288334" y="649575"/>
                <a:ext cx="511300" cy="457500"/>
              </a:xfrm>
              <a:custGeom>
                <a:rect b="b" l="l" r="r" t="t"/>
                <a:pathLst>
                  <a:path extrusionOk="0" h="18300" w="20452">
                    <a:moveTo>
                      <a:pt x="10584" y="1"/>
                    </a:moveTo>
                    <a:cubicBezTo>
                      <a:pt x="8686" y="1"/>
                      <a:pt x="6787" y="1083"/>
                      <a:pt x="6305" y="3244"/>
                    </a:cubicBezTo>
                    <a:cubicBezTo>
                      <a:pt x="6179" y="3722"/>
                      <a:pt x="6156" y="4251"/>
                      <a:pt x="6167" y="4748"/>
                    </a:cubicBezTo>
                    <a:cubicBezTo>
                      <a:pt x="6042" y="4740"/>
                      <a:pt x="5919" y="4737"/>
                      <a:pt x="5800" y="4737"/>
                    </a:cubicBezTo>
                    <a:cubicBezTo>
                      <a:pt x="1" y="4737"/>
                      <a:pt x="2" y="13593"/>
                      <a:pt x="5801" y="13593"/>
                    </a:cubicBezTo>
                    <a:cubicBezTo>
                      <a:pt x="5920" y="13593"/>
                      <a:pt x="6042" y="13590"/>
                      <a:pt x="6167" y="13582"/>
                    </a:cubicBezTo>
                    <a:lnTo>
                      <a:pt x="6167" y="13582"/>
                    </a:lnTo>
                    <a:cubicBezTo>
                      <a:pt x="5974" y="16727"/>
                      <a:pt x="8278" y="18299"/>
                      <a:pt x="10583" y="18299"/>
                    </a:cubicBezTo>
                    <a:cubicBezTo>
                      <a:pt x="12887" y="18299"/>
                      <a:pt x="15191" y="16727"/>
                      <a:pt x="14998" y="13582"/>
                    </a:cubicBezTo>
                    <a:lnTo>
                      <a:pt x="14998" y="13582"/>
                    </a:lnTo>
                    <a:cubicBezTo>
                      <a:pt x="15072" y="13584"/>
                      <a:pt x="15146" y="13585"/>
                      <a:pt x="15220" y="13585"/>
                    </a:cubicBezTo>
                    <a:cubicBezTo>
                      <a:pt x="15650" y="13585"/>
                      <a:pt x="16093" y="13553"/>
                      <a:pt x="16502" y="13444"/>
                    </a:cubicBezTo>
                    <a:cubicBezTo>
                      <a:pt x="18936" y="12872"/>
                      <a:pt x="20451" y="10063"/>
                      <a:pt x="19570" y="7720"/>
                    </a:cubicBezTo>
                    <a:cubicBezTo>
                      <a:pt x="18978" y="5917"/>
                      <a:pt x="17197" y="4735"/>
                      <a:pt x="15332" y="4735"/>
                    </a:cubicBezTo>
                    <a:cubicBezTo>
                      <a:pt x="15221" y="4735"/>
                      <a:pt x="15109" y="4739"/>
                      <a:pt x="14997" y="4748"/>
                    </a:cubicBezTo>
                    <a:cubicBezTo>
                      <a:pt x="15006" y="4250"/>
                      <a:pt x="14987" y="3723"/>
                      <a:pt x="14859" y="3244"/>
                    </a:cubicBezTo>
                    <a:cubicBezTo>
                      <a:pt x="14377" y="1081"/>
                      <a:pt x="12481" y="1"/>
                      <a:pt x="10584"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5"/>
              <p:cNvSpPr/>
              <p:nvPr/>
            </p:nvSpPr>
            <p:spPr>
              <a:xfrm>
                <a:off x="1323400" y="649138"/>
                <a:ext cx="461700" cy="461725"/>
              </a:xfrm>
              <a:custGeom>
                <a:rect b="b" l="l" r="r" t="t"/>
                <a:pathLst>
                  <a:path extrusionOk="0" h="18469" w="18468">
                    <a:moveTo>
                      <a:pt x="9234" y="0"/>
                    </a:moveTo>
                    <a:cubicBezTo>
                      <a:pt x="8924" y="0"/>
                      <a:pt x="8620" y="33"/>
                      <a:pt x="8324" y="91"/>
                    </a:cubicBezTo>
                    <a:cubicBezTo>
                      <a:pt x="7469" y="274"/>
                      <a:pt x="6707" y="698"/>
                      <a:pt x="6110" y="1293"/>
                    </a:cubicBezTo>
                    <a:cubicBezTo>
                      <a:pt x="6002" y="1401"/>
                      <a:pt x="5902" y="1514"/>
                      <a:pt x="5806" y="1632"/>
                    </a:cubicBezTo>
                    <a:cubicBezTo>
                      <a:pt x="5552" y="1946"/>
                      <a:pt x="5339" y="2292"/>
                      <a:pt x="5176" y="2668"/>
                    </a:cubicBezTo>
                    <a:cubicBezTo>
                      <a:pt x="5130" y="2779"/>
                      <a:pt x="5087" y="2890"/>
                      <a:pt x="5050" y="3004"/>
                    </a:cubicBezTo>
                    <a:cubicBezTo>
                      <a:pt x="5013" y="3105"/>
                      <a:pt x="4982" y="3210"/>
                      <a:pt x="4954" y="3314"/>
                    </a:cubicBezTo>
                    <a:lnTo>
                      <a:pt x="4954" y="3316"/>
                    </a:lnTo>
                    <a:cubicBezTo>
                      <a:pt x="4896" y="3550"/>
                      <a:pt x="4853" y="3793"/>
                      <a:pt x="4834" y="4042"/>
                    </a:cubicBezTo>
                    <a:cubicBezTo>
                      <a:pt x="4823" y="4166"/>
                      <a:pt x="4817" y="4290"/>
                      <a:pt x="4817" y="4417"/>
                    </a:cubicBezTo>
                    <a:lnTo>
                      <a:pt x="4817" y="4817"/>
                    </a:lnTo>
                    <a:lnTo>
                      <a:pt x="4417" y="4817"/>
                    </a:lnTo>
                    <a:cubicBezTo>
                      <a:pt x="4188" y="4817"/>
                      <a:pt x="3961" y="4835"/>
                      <a:pt x="3744" y="4872"/>
                    </a:cubicBezTo>
                    <a:cubicBezTo>
                      <a:pt x="3596" y="4890"/>
                      <a:pt x="3452" y="4918"/>
                      <a:pt x="3310" y="4955"/>
                    </a:cubicBezTo>
                    <a:cubicBezTo>
                      <a:pt x="3305" y="4959"/>
                      <a:pt x="3298" y="4959"/>
                      <a:pt x="3292" y="4961"/>
                    </a:cubicBezTo>
                    <a:lnTo>
                      <a:pt x="3290" y="4961"/>
                    </a:lnTo>
                    <a:cubicBezTo>
                      <a:pt x="2853" y="5076"/>
                      <a:pt x="2444" y="5256"/>
                      <a:pt x="2069" y="5497"/>
                    </a:cubicBezTo>
                    <a:cubicBezTo>
                      <a:pt x="1984" y="5548"/>
                      <a:pt x="1897" y="5607"/>
                      <a:pt x="1817" y="5666"/>
                    </a:cubicBezTo>
                    <a:cubicBezTo>
                      <a:pt x="1753" y="5712"/>
                      <a:pt x="1692" y="5761"/>
                      <a:pt x="1630" y="5811"/>
                    </a:cubicBezTo>
                    <a:cubicBezTo>
                      <a:pt x="861" y="6437"/>
                      <a:pt x="305" y="7315"/>
                      <a:pt x="97" y="8324"/>
                    </a:cubicBezTo>
                    <a:cubicBezTo>
                      <a:pt x="35" y="8615"/>
                      <a:pt x="1" y="8923"/>
                      <a:pt x="1" y="9234"/>
                    </a:cubicBezTo>
                    <a:cubicBezTo>
                      <a:pt x="1" y="9543"/>
                      <a:pt x="35" y="9852"/>
                      <a:pt x="97" y="10143"/>
                    </a:cubicBezTo>
                    <a:cubicBezTo>
                      <a:pt x="274" y="10998"/>
                      <a:pt x="701" y="11763"/>
                      <a:pt x="1295" y="12356"/>
                    </a:cubicBezTo>
                    <a:cubicBezTo>
                      <a:pt x="1403" y="12465"/>
                      <a:pt x="1513" y="12563"/>
                      <a:pt x="1630" y="12659"/>
                    </a:cubicBezTo>
                    <a:cubicBezTo>
                      <a:pt x="1701" y="12717"/>
                      <a:pt x="1775" y="12772"/>
                      <a:pt x="1852" y="12828"/>
                    </a:cubicBezTo>
                    <a:cubicBezTo>
                      <a:pt x="1981" y="12921"/>
                      <a:pt x="2114" y="13006"/>
                      <a:pt x="2252" y="13083"/>
                    </a:cubicBezTo>
                    <a:cubicBezTo>
                      <a:pt x="2579" y="13268"/>
                      <a:pt x="2929" y="13412"/>
                      <a:pt x="3301" y="13510"/>
                    </a:cubicBezTo>
                    <a:cubicBezTo>
                      <a:pt x="3305" y="13510"/>
                      <a:pt x="3311" y="13512"/>
                      <a:pt x="3313" y="13512"/>
                    </a:cubicBezTo>
                    <a:lnTo>
                      <a:pt x="3316" y="13512"/>
                    </a:lnTo>
                    <a:cubicBezTo>
                      <a:pt x="3458" y="13551"/>
                      <a:pt x="3602" y="13577"/>
                      <a:pt x="3750" y="13599"/>
                    </a:cubicBezTo>
                    <a:cubicBezTo>
                      <a:pt x="3968" y="13634"/>
                      <a:pt x="4193" y="13652"/>
                      <a:pt x="4420" y="13652"/>
                    </a:cubicBezTo>
                    <a:lnTo>
                      <a:pt x="4819" y="13652"/>
                    </a:lnTo>
                    <a:lnTo>
                      <a:pt x="4819" y="14052"/>
                    </a:lnTo>
                    <a:cubicBezTo>
                      <a:pt x="4819" y="14105"/>
                      <a:pt x="4819" y="14154"/>
                      <a:pt x="4825" y="14203"/>
                    </a:cubicBezTo>
                    <a:cubicBezTo>
                      <a:pt x="4825" y="14336"/>
                      <a:pt x="4838" y="14465"/>
                      <a:pt x="4853" y="14594"/>
                    </a:cubicBezTo>
                    <a:cubicBezTo>
                      <a:pt x="4875" y="14785"/>
                      <a:pt x="4911" y="14972"/>
                      <a:pt x="4957" y="15156"/>
                    </a:cubicBezTo>
                    <a:cubicBezTo>
                      <a:pt x="5119" y="15780"/>
                      <a:pt x="5412" y="16352"/>
                      <a:pt x="5809" y="16837"/>
                    </a:cubicBezTo>
                    <a:cubicBezTo>
                      <a:pt x="6435" y="17608"/>
                      <a:pt x="7316" y="18166"/>
                      <a:pt x="8326" y="18377"/>
                    </a:cubicBezTo>
                    <a:cubicBezTo>
                      <a:pt x="8620" y="18435"/>
                      <a:pt x="8925" y="18469"/>
                      <a:pt x="9235" y="18469"/>
                    </a:cubicBezTo>
                    <a:cubicBezTo>
                      <a:pt x="9545" y="18469"/>
                      <a:pt x="9849" y="18435"/>
                      <a:pt x="10144" y="18377"/>
                    </a:cubicBezTo>
                    <a:cubicBezTo>
                      <a:pt x="10995" y="18196"/>
                      <a:pt x="11758" y="17771"/>
                      <a:pt x="12354" y="17175"/>
                    </a:cubicBezTo>
                    <a:cubicBezTo>
                      <a:pt x="12462" y="17068"/>
                      <a:pt x="12563" y="16954"/>
                      <a:pt x="12658" y="16837"/>
                    </a:cubicBezTo>
                    <a:cubicBezTo>
                      <a:pt x="13054" y="16352"/>
                      <a:pt x="13347" y="15781"/>
                      <a:pt x="13509" y="15156"/>
                    </a:cubicBezTo>
                    <a:cubicBezTo>
                      <a:pt x="13554" y="14981"/>
                      <a:pt x="13590" y="14800"/>
                      <a:pt x="13612" y="14619"/>
                    </a:cubicBezTo>
                    <a:cubicBezTo>
                      <a:pt x="13632" y="14461"/>
                      <a:pt x="13646" y="14305"/>
                      <a:pt x="13646" y="14145"/>
                    </a:cubicBezTo>
                    <a:cubicBezTo>
                      <a:pt x="13648" y="14115"/>
                      <a:pt x="13648" y="14084"/>
                      <a:pt x="13648" y="14053"/>
                    </a:cubicBezTo>
                    <a:lnTo>
                      <a:pt x="13648" y="13654"/>
                    </a:lnTo>
                    <a:lnTo>
                      <a:pt x="14050" y="13654"/>
                    </a:lnTo>
                    <a:cubicBezTo>
                      <a:pt x="14333" y="13654"/>
                      <a:pt x="14609" y="13626"/>
                      <a:pt x="14880" y="13573"/>
                    </a:cubicBezTo>
                    <a:cubicBezTo>
                      <a:pt x="14972" y="13558"/>
                      <a:pt x="15065" y="13537"/>
                      <a:pt x="15153" y="13515"/>
                    </a:cubicBezTo>
                    <a:cubicBezTo>
                      <a:pt x="15200" y="13502"/>
                      <a:pt x="15245" y="13491"/>
                      <a:pt x="15292" y="13475"/>
                    </a:cubicBezTo>
                    <a:cubicBezTo>
                      <a:pt x="15676" y="13365"/>
                      <a:pt x="16036" y="13202"/>
                      <a:pt x="16367" y="12995"/>
                    </a:cubicBezTo>
                    <a:cubicBezTo>
                      <a:pt x="16505" y="12913"/>
                      <a:pt x="16638" y="12820"/>
                      <a:pt x="16760" y="12722"/>
                    </a:cubicBezTo>
                    <a:cubicBezTo>
                      <a:pt x="16789" y="12704"/>
                      <a:pt x="16814" y="12686"/>
                      <a:pt x="16838" y="12664"/>
                    </a:cubicBezTo>
                    <a:cubicBezTo>
                      <a:pt x="17409" y="12194"/>
                      <a:pt x="17864" y="11589"/>
                      <a:pt x="18147" y="10894"/>
                    </a:cubicBezTo>
                    <a:lnTo>
                      <a:pt x="18147" y="10892"/>
                    </a:lnTo>
                    <a:lnTo>
                      <a:pt x="18249" y="10603"/>
                    </a:lnTo>
                    <a:lnTo>
                      <a:pt x="18249" y="10600"/>
                    </a:lnTo>
                    <a:cubicBezTo>
                      <a:pt x="18298" y="10453"/>
                      <a:pt x="18341" y="10302"/>
                      <a:pt x="18372" y="10149"/>
                    </a:cubicBezTo>
                    <a:cubicBezTo>
                      <a:pt x="18434" y="9857"/>
                      <a:pt x="18467" y="9550"/>
                      <a:pt x="18467" y="9239"/>
                    </a:cubicBezTo>
                    <a:cubicBezTo>
                      <a:pt x="18467" y="8928"/>
                      <a:pt x="18434" y="8622"/>
                      <a:pt x="18370" y="8321"/>
                    </a:cubicBezTo>
                    <a:cubicBezTo>
                      <a:pt x="18346" y="8211"/>
                      <a:pt x="18322" y="8100"/>
                      <a:pt x="18291" y="7993"/>
                    </a:cubicBezTo>
                    <a:lnTo>
                      <a:pt x="18291" y="7986"/>
                    </a:lnTo>
                    <a:lnTo>
                      <a:pt x="18224" y="7790"/>
                    </a:lnTo>
                    <a:cubicBezTo>
                      <a:pt x="18224" y="7788"/>
                      <a:pt x="18224" y="7788"/>
                      <a:pt x="18220" y="7788"/>
                    </a:cubicBezTo>
                    <a:cubicBezTo>
                      <a:pt x="18002" y="7148"/>
                      <a:pt x="17639" y="6576"/>
                      <a:pt x="17172" y="6110"/>
                    </a:cubicBezTo>
                    <a:cubicBezTo>
                      <a:pt x="17064" y="6001"/>
                      <a:pt x="16954" y="5903"/>
                      <a:pt x="16837" y="5805"/>
                    </a:cubicBezTo>
                    <a:cubicBezTo>
                      <a:pt x="16825" y="5796"/>
                      <a:pt x="16816" y="5787"/>
                      <a:pt x="16804" y="5781"/>
                    </a:cubicBezTo>
                    <a:cubicBezTo>
                      <a:pt x="16690" y="5689"/>
                      <a:pt x="16569" y="5602"/>
                      <a:pt x="16448" y="5523"/>
                    </a:cubicBezTo>
                    <a:cubicBezTo>
                      <a:pt x="16120" y="5313"/>
                      <a:pt x="15764" y="5145"/>
                      <a:pt x="15387" y="5022"/>
                    </a:cubicBezTo>
                    <a:cubicBezTo>
                      <a:pt x="15310" y="4997"/>
                      <a:pt x="15233" y="4977"/>
                      <a:pt x="15153" y="4955"/>
                    </a:cubicBezTo>
                    <a:cubicBezTo>
                      <a:pt x="15077" y="4935"/>
                      <a:pt x="14998" y="4918"/>
                      <a:pt x="14917" y="4902"/>
                    </a:cubicBezTo>
                    <a:cubicBezTo>
                      <a:pt x="14637" y="4847"/>
                      <a:pt x="14348" y="4816"/>
                      <a:pt x="14050" y="4816"/>
                    </a:cubicBezTo>
                    <a:lnTo>
                      <a:pt x="13648" y="4816"/>
                    </a:lnTo>
                    <a:lnTo>
                      <a:pt x="13648" y="4415"/>
                    </a:lnTo>
                    <a:cubicBezTo>
                      <a:pt x="13648" y="4280"/>
                      <a:pt x="13642" y="4145"/>
                      <a:pt x="13626" y="4013"/>
                    </a:cubicBezTo>
                    <a:cubicBezTo>
                      <a:pt x="13606" y="3773"/>
                      <a:pt x="13566" y="3540"/>
                      <a:pt x="13508" y="3315"/>
                    </a:cubicBezTo>
                    <a:lnTo>
                      <a:pt x="13508" y="3313"/>
                    </a:lnTo>
                    <a:cubicBezTo>
                      <a:pt x="13346" y="2690"/>
                      <a:pt x="13053" y="2117"/>
                      <a:pt x="12657" y="1632"/>
                    </a:cubicBezTo>
                    <a:cubicBezTo>
                      <a:pt x="12033" y="860"/>
                      <a:pt x="11151" y="303"/>
                      <a:pt x="10143" y="91"/>
                    </a:cubicBezTo>
                    <a:cubicBezTo>
                      <a:pt x="9849" y="33"/>
                      <a:pt x="9543" y="0"/>
                      <a:pt x="9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5"/>
              <p:cNvSpPr/>
              <p:nvPr/>
            </p:nvSpPr>
            <p:spPr>
              <a:xfrm>
                <a:off x="1731350" y="787313"/>
                <a:ext cx="12175" cy="11600"/>
              </a:xfrm>
              <a:custGeom>
                <a:rect b="b" l="l" r="r" t="t"/>
                <a:pathLst>
                  <a:path extrusionOk="0" h="464" w="487">
                    <a:moveTo>
                      <a:pt x="130" y="1"/>
                    </a:moveTo>
                    <a:cubicBezTo>
                      <a:pt x="53" y="41"/>
                      <a:pt x="1" y="125"/>
                      <a:pt x="1" y="216"/>
                    </a:cubicBezTo>
                    <a:cubicBezTo>
                      <a:pt x="1" y="352"/>
                      <a:pt x="111" y="463"/>
                      <a:pt x="246" y="463"/>
                    </a:cubicBezTo>
                    <a:cubicBezTo>
                      <a:pt x="369" y="463"/>
                      <a:pt x="468" y="373"/>
                      <a:pt x="487" y="260"/>
                    </a:cubicBezTo>
                    <a:cubicBezTo>
                      <a:pt x="373" y="169"/>
                      <a:pt x="253" y="82"/>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5"/>
              <p:cNvSpPr/>
              <p:nvPr/>
            </p:nvSpPr>
            <p:spPr>
              <a:xfrm>
                <a:off x="1731375" y="823613"/>
                <a:ext cx="12325" cy="12375"/>
              </a:xfrm>
              <a:custGeom>
                <a:rect b="b" l="l" r="r" t="t"/>
                <a:pathLst>
                  <a:path extrusionOk="0" h="495" w="493">
                    <a:moveTo>
                      <a:pt x="247" y="1"/>
                    </a:moveTo>
                    <a:cubicBezTo>
                      <a:pt x="111" y="1"/>
                      <a:pt x="1" y="111"/>
                      <a:pt x="1" y="247"/>
                    </a:cubicBezTo>
                    <a:cubicBezTo>
                      <a:pt x="1" y="384"/>
                      <a:pt x="111" y="494"/>
                      <a:pt x="247" y="494"/>
                    </a:cubicBezTo>
                    <a:cubicBezTo>
                      <a:pt x="382" y="494"/>
                      <a:pt x="493" y="384"/>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5"/>
              <p:cNvSpPr/>
              <p:nvPr/>
            </p:nvSpPr>
            <p:spPr>
              <a:xfrm>
                <a:off x="1731375" y="860688"/>
                <a:ext cx="12325" cy="12350"/>
              </a:xfrm>
              <a:custGeom>
                <a:rect b="b" l="l" r="r" t="t"/>
                <a:pathLst>
                  <a:path extrusionOk="0" h="494" w="493">
                    <a:moveTo>
                      <a:pt x="247" y="1"/>
                    </a:moveTo>
                    <a:cubicBezTo>
                      <a:pt x="111" y="1"/>
                      <a:pt x="1" y="111"/>
                      <a:pt x="1" y="247"/>
                    </a:cubicBezTo>
                    <a:cubicBezTo>
                      <a:pt x="1" y="383"/>
                      <a:pt x="111" y="493"/>
                      <a:pt x="247" y="493"/>
                    </a:cubicBezTo>
                    <a:cubicBezTo>
                      <a:pt x="382" y="493"/>
                      <a:pt x="493" y="383"/>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5"/>
              <p:cNvSpPr/>
              <p:nvPr/>
            </p:nvSpPr>
            <p:spPr>
              <a:xfrm>
                <a:off x="1768375" y="842138"/>
                <a:ext cx="12325" cy="12425"/>
              </a:xfrm>
              <a:custGeom>
                <a:rect b="b" l="l" r="r" t="t"/>
                <a:pathLst>
                  <a:path extrusionOk="0" h="497" w="493">
                    <a:moveTo>
                      <a:pt x="246" y="1"/>
                    </a:moveTo>
                    <a:cubicBezTo>
                      <a:pt x="111" y="1"/>
                      <a:pt x="0" y="112"/>
                      <a:pt x="0" y="247"/>
                    </a:cubicBezTo>
                    <a:cubicBezTo>
                      <a:pt x="0" y="386"/>
                      <a:pt x="111" y="496"/>
                      <a:pt x="246" y="496"/>
                    </a:cubicBezTo>
                    <a:cubicBezTo>
                      <a:pt x="373" y="496"/>
                      <a:pt x="477" y="403"/>
                      <a:pt x="493" y="280"/>
                    </a:cubicBezTo>
                    <a:lnTo>
                      <a:pt x="493" y="274"/>
                    </a:lnTo>
                    <a:lnTo>
                      <a:pt x="425" y="77"/>
                    </a:lnTo>
                    <a:cubicBezTo>
                      <a:pt x="425" y="74"/>
                      <a:pt x="425" y="74"/>
                      <a:pt x="421" y="74"/>
                    </a:cubicBezTo>
                    <a:cubicBezTo>
                      <a:pt x="378" y="28"/>
                      <a:pt x="317"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5"/>
              <p:cNvSpPr/>
              <p:nvPr/>
            </p:nvSpPr>
            <p:spPr>
              <a:xfrm>
                <a:off x="1768400" y="879188"/>
                <a:ext cx="12325" cy="12350"/>
              </a:xfrm>
              <a:custGeom>
                <a:rect b="b" l="l" r="r" t="t"/>
                <a:pathLst>
                  <a:path extrusionOk="0" h="494"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5"/>
              <p:cNvSpPr/>
              <p:nvPr/>
            </p:nvSpPr>
            <p:spPr>
              <a:xfrm>
                <a:off x="1658750" y="749638"/>
                <a:ext cx="5850" cy="12150"/>
              </a:xfrm>
              <a:custGeom>
                <a:rect b="b" l="l" r="r" t="t"/>
                <a:pathLst>
                  <a:path extrusionOk="0" h="486" w="234">
                    <a:moveTo>
                      <a:pt x="212" y="0"/>
                    </a:moveTo>
                    <a:cubicBezTo>
                      <a:pt x="92" y="18"/>
                      <a:pt x="0" y="120"/>
                      <a:pt x="0" y="243"/>
                    </a:cubicBezTo>
                    <a:cubicBezTo>
                      <a:pt x="0" y="372"/>
                      <a:pt x="103" y="479"/>
                      <a:pt x="234" y="485"/>
                    </a:cubicBezTo>
                    <a:lnTo>
                      <a:pt x="234" y="402"/>
                    </a:lnTo>
                    <a:cubicBezTo>
                      <a:pt x="234" y="268"/>
                      <a:pt x="228" y="133"/>
                      <a:pt x="2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5"/>
              <p:cNvSpPr/>
              <p:nvPr/>
            </p:nvSpPr>
            <p:spPr>
              <a:xfrm>
                <a:off x="16587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5"/>
              <p:cNvSpPr/>
              <p:nvPr/>
            </p:nvSpPr>
            <p:spPr>
              <a:xfrm>
                <a:off x="16587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5"/>
              <p:cNvSpPr/>
              <p:nvPr/>
            </p:nvSpPr>
            <p:spPr>
              <a:xfrm>
                <a:off x="1695875" y="771838"/>
                <a:ext cx="12225" cy="8575"/>
              </a:xfrm>
              <a:custGeom>
                <a:rect b="b" l="l" r="r" t="t"/>
                <a:pathLst>
                  <a:path extrusionOk="0" h="343" w="489">
                    <a:moveTo>
                      <a:pt x="18" y="1"/>
                    </a:moveTo>
                    <a:cubicBezTo>
                      <a:pt x="7" y="29"/>
                      <a:pt x="1" y="62"/>
                      <a:pt x="1" y="97"/>
                    </a:cubicBezTo>
                    <a:cubicBezTo>
                      <a:pt x="1" y="232"/>
                      <a:pt x="111" y="342"/>
                      <a:pt x="246" y="342"/>
                    </a:cubicBezTo>
                    <a:cubicBezTo>
                      <a:pt x="372" y="342"/>
                      <a:pt x="476" y="243"/>
                      <a:pt x="489" y="120"/>
                    </a:cubicBezTo>
                    <a:cubicBezTo>
                      <a:pt x="411" y="97"/>
                      <a:pt x="334" y="74"/>
                      <a:pt x="254" y="53"/>
                    </a:cubicBezTo>
                    <a:cubicBezTo>
                      <a:pt x="178" y="35"/>
                      <a:pt x="99" y="16"/>
                      <a:pt x="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5"/>
              <p:cNvSpPr/>
              <p:nvPr/>
            </p:nvSpPr>
            <p:spPr>
              <a:xfrm>
                <a:off x="1695825" y="805088"/>
                <a:ext cx="12350" cy="12350"/>
              </a:xfrm>
              <a:custGeom>
                <a:rect b="b" l="l" r="r" t="t"/>
                <a:pathLst>
                  <a:path extrusionOk="0" h="494" w="494">
                    <a:moveTo>
                      <a:pt x="247" y="1"/>
                    </a:moveTo>
                    <a:cubicBezTo>
                      <a:pt x="111" y="1"/>
                      <a:pt x="0" y="111"/>
                      <a:pt x="0" y="246"/>
                    </a:cubicBezTo>
                    <a:cubicBezTo>
                      <a:pt x="0"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5"/>
              <p:cNvSpPr/>
              <p:nvPr/>
            </p:nvSpPr>
            <p:spPr>
              <a:xfrm>
                <a:off x="1695825" y="842138"/>
                <a:ext cx="12350" cy="12375"/>
              </a:xfrm>
              <a:custGeom>
                <a:rect b="b" l="l" r="r" t="t"/>
                <a:pathLst>
                  <a:path extrusionOk="0" h="495"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5"/>
              <p:cNvSpPr/>
              <p:nvPr/>
            </p:nvSpPr>
            <p:spPr>
              <a:xfrm>
                <a:off x="1695825" y="879188"/>
                <a:ext cx="12350" cy="12350"/>
              </a:xfrm>
              <a:custGeom>
                <a:rect b="b" l="l" r="r" t="t"/>
                <a:pathLst>
                  <a:path extrusionOk="0" h="494"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5"/>
              <p:cNvSpPr/>
              <p:nvPr/>
            </p:nvSpPr>
            <p:spPr>
              <a:xfrm>
                <a:off x="158620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5"/>
              <p:cNvSpPr/>
              <p:nvPr/>
            </p:nvSpPr>
            <p:spPr>
              <a:xfrm>
                <a:off x="158620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5"/>
              <p:cNvSpPr/>
              <p:nvPr/>
            </p:nvSpPr>
            <p:spPr>
              <a:xfrm>
                <a:off x="1623275" y="69393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5"/>
              <p:cNvSpPr/>
              <p:nvPr/>
            </p:nvSpPr>
            <p:spPr>
              <a:xfrm>
                <a:off x="158620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5"/>
              <p:cNvSpPr/>
              <p:nvPr/>
            </p:nvSpPr>
            <p:spPr>
              <a:xfrm>
                <a:off x="158620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5"/>
              <p:cNvSpPr/>
              <p:nvPr/>
            </p:nvSpPr>
            <p:spPr>
              <a:xfrm>
                <a:off x="158620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5"/>
              <p:cNvSpPr/>
              <p:nvPr/>
            </p:nvSpPr>
            <p:spPr>
              <a:xfrm>
                <a:off x="1623275" y="73098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5"/>
              <p:cNvSpPr/>
              <p:nvPr/>
            </p:nvSpPr>
            <p:spPr>
              <a:xfrm>
                <a:off x="1623275" y="768063"/>
                <a:ext cx="12325" cy="12350"/>
              </a:xfrm>
              <a:custGeom>
                <a:rect b="b" l="l" r="r" t="t"/>
                <a:pathLst>
                  <a:path extrusionOk="0" h="494" w="493">
                    <a:moveTo>
                      <a:pt x="246" y="1"/>
                    </a:moveTo>
                    <a:cubicBezTo>
                      <a:pt x="111" y="1"/>
                      <a:pt x="0" y="111"/>
                      <a:pt x="0" y="248"/>
                    </a:cubicBezTo>
                    <a:cubicBezTo>
                      <a:pt x="0"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5"/>
              <p:cNvSpPr/>
              <p:nvPr/>
            </p:nvSpPr>
            <p:spPr>
              <a:xfrm>
                <a:off x="1623275" y="805088"/>
                <a:ext cx="12325" cy="12350"/>
              </a:xfrm>
              <a:custGeom>
                <a:rect b="b" l="l" r="r" t="t"/>
                <a:pathLst>
                  <a:path extrusionOk="0" h="494" w="493">
                    <a:moveTo>
                      <a:pt x="246" y="1"/>
                    </a:moveTo>
                    <a:cubicBezTo>
                      <a:pt x="111" y="1"/>
                      <a:pt x="0" y="111"/>
                      <a:pt x="0" y="246"/>
                    </a:cubicBezTo>
                    <a:cubicBezTo>
                      <a:pt x="0"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5"/>
              <p:cNvSpPr/>
              <p:nvPr/>
            </p:nvSpPr>
            <p:spPr>
              <a:xfrm>
                <a:off x="1623275" y="842138"/>
                <a:ext cx="12325" cy="12375"/>
              </a:xfrm>
              <a:custGeom>
                <a:rect b="b" l="l" r="r" t="t"/>
                <a:pathLst>
                  <a:path extrusionOk="0" h="495"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5"/>
              <p:cNvSpPr/>
              <p:nvPr/>
            </p:nvSpPr>
            <p:spPr>
              <a:xfrm>
                <a:off x="151365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5"/>
              <p:cNvSpPr/>
              <p:nvPr/>
            </p:nvSpPr>
            <p:spPr>
              <a:xfrm>
                <a:off x="151365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5"/>
              <p:cNvSpPr/>
              <p:nvPr/>
            </p:nvSpPr>
            <p:spPr>
              <a:xfrm>
                <a:off x="1550700" y="693938"/>
                <a:ext cx="12350" cy="12375"/>
              </a:xfrm>
              <a:custGeom>
                <a:rect b="b" l="l" r="r" t="t"/>
                <a:pathLst>
                  <a:path extrusionOk="0" h="495" w="494">
                    <a:moveTo>
                      <a:pt x="247" y="1"/>
                    </a:moveTo>
                    <a:cubicBezTo>
                      <a:pt x="111" y="1"/>
                      <a:pt x="0" y="111"/>
                      <a:pt x="0" y="248"/>
                    </a:cubicBezTo>
                    <a:cubicBezTo>
                      <a:pt x="0"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5"/>
              <p:cNvSpPr/>
              <p:nvPr/>
            </p:nvSpPr>
            <p:spPr>
              <a:xfrm>
                <a:off x="151365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5"/>
              <p:cNvSpPr/>
              <p:nvPr/>
            </p:nvSpPr>
            <p:spPr>
              <a:xfrm>
                <a:off x="151365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5"/>
              <p:cNvSpPr/>
              <p:nvPr/>
            </p:nvSpPr>
            <p:spPr>
              <a:xfrm>
                <a:off x="151365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5"/>
              <p:cNvSpPr/>
              <p:nvPr/>
            </p:nvSpPr>
            <p:spPr>
              <a:xfrm>
                <a:off x="1550700" y="656913"/>
                <a:ext cx="12350" cy="12325"/>
              </a:xfrm>
              <a:custGeom>
                <a:rect b="b" l="l" r="r" t="t"/>
                <a:pathLst>
                  <a:path extrusionOk="0" h="493" w="494">
                    <a:moveTo>
                      <a:pt x="247" y="0"/>
                    </a:moveTo>
                    <a:cubicBezTo>
                      <a:pt x="111" y="0"/>
                      <a:pt x="0" y="110"/>
                      <a:pt x="0" y="247"/>
                    </a:cubicBezTo>
                    <a:cubicBezTo>
                      <a:pt x="0" y="383"/>
                      <a:pt x="111" y="492"/>
                      <a:pt x="247" y="492"/>
                    </a:cubicBezTo>
                    <a:cubicBezTo>
                      <a:pt x="383" y="492"/>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5"/>
              <p:cNvSpPr/>
              <p:nvPr/>
            </p:nvSpPr>
            <p:spPr>
              <a:xfrm>
                <a:off x="1449650" y="715963"/>
                <a:ext cx="3775" cy="8400"/>
              </a:xfrm>
              <a:custGeom>
                <a:rect b="b" l="l" r="r" t="t"/>
                <a:pathLst>
                  <a:path extrusionOk="0" h="336" w="151">
                    <a:moveTo>
                      <a:pt x="126" y="0"/>
                    </a:moveTo>
                    <a:cubicBezTo>
                      <a:pt x="80" y="111"/>
                      <a:pt x="37" y="222"/>
                      <a:pt x="0" y="336"/>
                    </a:cubicBezTo>
                    <a:cubicBezTo>
                      <a:pt x="89" y="295"/>
                      <a:pt x="151" y="211"/>
                      <a:pt x="151" y="109"/>
                    </a:cubicBezTo>
                    <a:cubicBezTo>
                      <a:pt x="151" y="68"/>
                      <a:pt x="142" y="35"/>
                      <a:pt x="1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5"/>
              <p:cNvSpPr/>
              <p:nvPr/>
            </p:nvSpPr>
            <p:spPr>
              <a:xfrm>
                <a:off x="1478150" y="6939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5"/>
              <p:cNvSpPr/>
              <p:nvPr/>
            </p:nvSpPr>
            <p:spPr>
              <a:xfrm>
                <a:off x="1443800" y="749563"/>
                <a:ext cx="9625" cy="12350"/>
              </a:xfrm>
              <a:custGeom>
                <a:rect b="b" l="l" r="r" t="t"/>
                <a:pathLst>
                  <a:path extrusionOk="0" h="494" w="385">
                    <a:moveTo>
                      <a:pt x="140" y="1"/>
                    </a:moveTo>
                    <a:cubicBezTo>
                      <a:pt x="139" y="1"/>
                      <a:pt x="139" y="1"/>
                      <a:pt x="138" y="1"/>
                    </a:cubicBezTo>
                    <a:cubicBezTo>
                      <a:pt x="96" y="1"/>
                      <a:pt x="53" y="14"/>
                      <a:pt x="18" y="32"/>
                    </a:cubicBezTo>
                    <a:cubicBezTo>
                      <a:pt x="7" y="156"/>
                      <a:pt x="1" y="282"/>
                      <a:pt x="1" y="408"/>
                    </a:cubicBezTo>
                    <a:lnTo>
                      <a:pt x="1" y="450"/>
                    </a:lnTo>
                    <a:cubicBezTo>
                      <a:pt x="40" y="478"/>
                      <a:pt x="86" y="493"/>
                      <a:pt x="138" y="493"/>
                    </a:cubicBezTo>
                    <a:cubicBezTo>
                      <a:pt x="274" y="493"/>
                      <a:pt x="385" y="382"/>
                      <a:pt x="385" y="247"/>
                    </a:cubicBezTo>
                    <a:cubicBezTo>
                      <a:pt x="385" y="112"/>
                      <a:pt x="276" y="1"/>
                      <a:pt x="1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5"/>
              <p:cNvSpPr/>
              <p:nvPr/>
            </p:nvSpPr>
            <p:spPr>
              <a:xfrm>
                <a:off x="14410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5"/>
              <p:cNvSpPr/>
              <p:nvPr/>
            </p:nvSpPr>
            <p:spPr>
              <a:xfrm>
                <a:off x="14410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5"/>
              <p:cNvSpPr/>
              <p:nvPr/>
            </p:nvSpPr>
            <p:spPr>
              <a:xfrm>
                <a:off x="1478150" y="73098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5"/>
              <p:cNvSpPr/>
              <p:nvPr/>
            </p:nvSpPr>
            <p:spPr>
              <a:xfrm>
                <a:off x="1478150" y="76806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5"/>
              <p:cNvSpPr/>
              <p:nvPr/>
            </p:nvSpPr>
            <p:spPr>
              <a:xfrm>
                <a:off x="1478150" y="805088"/>
                <a:ext cx="12325" cy="12350"/>
              </a:xfrm>
              <a:custGeom>
                <a:rect b="b" l="l" r="r" t="t"/>
                <a:pathLst>
                  <a:path extrusionOk="0" h="494" w="493">
                    <a:moveTo>
                      <a:pt x="246" y="1"/>
                    </a:moveTo>
                    <a:cubicBezTo>
                      <a:pt x="111" y="1"/>
                      <a:pt x="1" y="111"/>
                      <a:pt x="1" y="246"/>
                    </a:cubicBezTo>
                    <a:cubicBezTo>
                      <a:pt x="1"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5"/>
              <p:cNvSpPr/>
              <p:nvPr/>
            </p:nvSpPr>
            <p:spPr>
              <a:xfrm>
                <a:off x="1478150"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5"/>
              <p:cNvSpPr/>
              <p:nvPr/>
            </p:nvSpPr>
            <p:spPr>
              <a:xfrm>
                <a:off x="1368500" y="786663"/>
                <a:ext cx="12400" cy="12275"/>
              </a:xfrm>
              <a:custGeom>
                <a:rect b="b" l="l" r="r" t="t"/>
                <a:pathLst>
                  <a:path extrusionOk="0" h="491" w="496">
                    <a:moveTo>
                      <a:pt x="265" y="1"/>
                    </a:moveTo>
                    <a:cubicBezTo>
                      <a:pt x="179" y="53"/>
                      <a:pt x="93" y="112"/>
                      <a:pt x="13" y="170"/>
                    </a:cubicBezTo>
                    <a:cubicBezTo>
                      <a:pt x="3" y="191"/>
                      <a:pt x="1" y="219"/>
                      <a:pt x="1" y="243"/>
                    </a:cubicBezTo>
                    <a:cubicBezTo>
                      <a:pt x="1" y="379"/>
                      <a:pt x="111" y="490"/>
                      <a:pt x="246" y="490"/>
                    </a:cubicBezTo>
                    <a:cubicBezTo>
                      <a:pt x="384" y="490"/>
                      <a:pt x="496" y="379"/>
                      <a:pt x="496" y="243"/>
                    </a:cubicBezTo>
                    <a:cubicBezTo>
                      <a:pt x="496" y="114"/>
                      <a:pt x="394" y="7"/>
                      <a:pt x="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5"/>
              <p:cNvSpPr/>
              <p:nvPr/>
            </p:nvSpPr>
            <p:spPr>
              <a:xfrm>
                <a:off x="136852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5"/>
              <p:cNvSpPr/>
              <p:nvPr/>
            </p:nvSpPr>
            <p:spPr>
              <a:xfrm>
                <a:off x="1368525" y="86068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5"/>
              <p:cNvSpPr/>
              <p:nvPr/>
            </p:nvSpPr>
            <p:spPr>
              <a:xfrm>
                <a:off x="1405525" y="771063"/>
                <a:ext cx="12400" cy="9350"/>
              </a:xfrm>
              <a:custGeom>
                <a:rect b="b" l="l" r="r" t="t"/>
                <a:pathLst>
                  <a:path extrusionOk="0" h="374" w="496">
                    <a:moveTo>
                      <a:pt x="457" y="1"/>
                    </a:moveTo>
                    <a:cubicBezTo>
                      <a:pt x="310" y="19"/>
                      <a:pt x="166" y="46"/>
                      <a:pt x="23" y="83"/>
                    </a:cubicBezTo>
                    <a:cubicBezTo>
                      <a:pt x="18" y="87"/>
                      <a:pt x="12" y="87"/>
                      <a:pt x="6" y="89"/>
                    </a:cubicBezTo>
                    <a:lnTo>
                      <a:pt x="3" y="89"/>
                    </a:lnTo>
                    <a:cubicBezTo>
                      <a:pt x="0" y="103"/>
                      <a:pt x="0" y="114"/>
                      <a:pt x="0" y="128"/>
                    </a:cubicBezTo>
                    <a:cubicBezTo>
                      <a:pt x="0" y="263"/>
                      <a:pt x="111" y="373"/>
                      <a:pt x="249" y="373"/>
                    </a:cubicBezTo>
                    <a:cubicBezTo>
                      <a:pt x="384" y="373"/>
                      <a:pt x="496" y="263"/>
                      <a:pt x="496" y="128"/>
                    </a:cubicBezTo>
                    <a:cubicBezTo>
                      <a:pt x="496" y="81"/>
                      <a:pt x="484" y="38"/>
                      <a:pt x="4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5"/>
              <p:cNvSpPr/>
              <p:nvPr/>
            </p:nvSpPr>
            <p:spPr>
              <a:xfrm>
                <a:off x="1405575" y="805088"/>
                <a:ext cx="12350" cy="12350"/>
              </a:xfrm>
              <a:custGeom>
                <a:rect b="b" l="l" r="r" t="t"/>
                <a:pathLst>
                  <a:path extrusionOk="0" h="494" w="494">
                    <a:moveTo>
                      <a:pt x="247" y="1"/>
                    </a:moveTo>
                    <a:cubicBezTo>
                      <a:pt x="111" y="1"/>
                      <a:pt x="1" y="111"/>
                      <a:pt x="1" y="246"/>
                    </a:cubicBezTo>
                    <a:cubicBezTo>
                      <a:pt x="1"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5"/>
              <p:cNvSpPr/>
              <p:nvPr/>
            </p:nvSpPr>
            <p:spPr>
              <a:xfrm>
                <a:off x="1405575" y="8421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5"/>
              <p:cNvSpPr/>
              <p:nvPr/>
            </p:nvSpPr>
            <p:spPr>
              <a:xfrm>
                <a:off x="1333025"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5"/>
              <p:cNvSpPr/>
              <p:nvPr/>
            </p:nvSpPr>
            <p:spPr>
              <a:xfrm>
                <a:off x="1333025" y="879188"/>
                <a:ext cx="12325" cy="12350"/>
              </a:xfrm>
              <a:custGeom>
                <a:rect b="b" l="l" r="r" t="t"/>
                <a:pathLst>
                  <a:path extrusionOk="0" h="494"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5"/>
              <p:cNvSpPr/>
              <p:nvPr/>
            </p:nvSpPr>
            <p:spPr>
              <a:xfrm>
                <a:off x="1767675" y="910013"/>
                <a:ext cx="11975" cy="12375"/>
              </a:xfrm>
              <a:custGeom>
                <a:rect b="b" l="l" r="r" t="t"/>
                <a:pathLst>
                  <a:path extrusionOk="0" h="495" w="479">
                    <a:moveTo>
                      <a:pt x="247" y="1"/>
                    </a:moveTo>
                    <a:cubicBezTo>
                      <a:pt x="112" y="1"/>
                      <a:pt x="1" y="112"/>
                      <a:pt x="1" y="248"/>
                    </a:cubicBezTo>
                    <a:cubicBezTo>
                      <a:pt x="1" y="387"/>
                      <a:pt x="112" y="494"/>
                      <a:pt x="247" y="494"/>
                    </a:cubicBezTo>
                    <a:cubicBezTo>
                      <a:pt x="294" y="494"/>
                      <a:pt x="339" y="482"/>
                      <a:pt x="376" y="460"/>
                    </a:cubicBezTo>
                    <a:lnTo>
                      <a:pt x="376" y="458"/>
                    </a:lnTo>
                    <a:lnTo>
                      <a:pt x="478" y="166"/>
                    </a:lnTo>
                    <a:lnTo>
                      <a:pt x="478" y="164"/>
                    </a:lnTo>
                    <a:cubicBezTo>
                      <a:pt x="443" y="68"/>
                      <a:pt x="351"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5"/>
              <p:cNvSpPr/>
              <p:nvPr/>
            </p:nvSpPr>
            <p:spPr>
              <a:xfrm>
                <a:off x="1695125" y="9100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5"/>
              <p:cNvSpPr/>
              <p:nvPr/>
            </p:nvSpPr>
            <p:spPr>
              <a:xfrm>
                <a:off x="1695125" y="94711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5"/>
              <p:cNvSpPr/>
              <p:nvPr/>
            </p:nvSpPr>
            <p:spPr>
              <a:xfrm>
                <a:off x="173217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5"/>
              <p:cNvSpPr/>
              <p:nvPr/>
            </p:nvSpPr>
            <p:spPr>
              <a:xfrm>
                <a:off x="1695400" y="984138"/>
                <a:ext cx="10325" cy="4425"/>
              </a:xfrm>
              <a:custGeom>
                <a:rect b="b" l="l" r="r" t="t"/>
                <a:pathLst>
                  <a:path extrusionOk="0" h="177" w="413">
                    <a:moveTo>
                      <a:pt x="237" y="1"/>
                    </a:moveTo>
                    <a:cubicBezTo>
                      <a:pt x="124" y="1"/>
                      <a:pt x="32" y="74"/>
                      <a:pt x="1" y="176"/>
                    </a:cubicBezTo>
                    <a:cubicBezTo>
                      <a:pt x="93" y="161"/>
                      <a:pt x="186" y="140"/>
                      <a:pt x="274" y="119"/>
                    </a:cubicBezTo>
                    <a:cubicBezTo>
                      <a:pt x="321" y="105"/>
                      <a:pt x="366" y="94"/>
                      <a:pt x="413" y="78"/>
                    </a:cubicBezTo>
                    <a:cubicBezTo>
                      <a:pt x="368" y="32"/>
                      <a:pt x="308" y="1"/>
                      <a:pt x="2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5"/>
              <p:cNvSpPr/>
              <p:nvPr/>
            </p:nvSpPr>
            <p:spPr>
              <a:xfrm>
                <a:off x="1732150" y="965613"/>
                <a:ext cx="10325" cy="8500"/>
              </a:xfrm>
              <a:custGeom>
                <a:rect b="b" l="l" r="r" t="t"/>
                <a:pathLst>
                  <a:path extrusionOk="0" h="340" w="413">
                    <a:moveTo>
                      <a:pt x="249" y="1"/>
                    </a:moveTo>
                    <a:cubicBezTo>
                      <a:pt x="111" y="1"/>
                      <a:pt x="1" y="112"/>
                      <a:pt x="1" y="248"/>
                    </a:cubicBezTo>
                    <a:cubicBezTo>
                      <a:pt x="1" y="282"/>
                      <a:pt x="6" y="313"/>
                      <a:pt x="18" y="339"/>
                    </a:cubicBezTo>
                    <a:cubicBezTo>
                      <a:pt x="156" y="257"/>
                      <a:pt x="289" y="164"/>
                      <a:pt x="412" y="66"/>
                    </a:cubicBezTo>
                    <a:cubicBezTo>
                      <a:pt x="368" y="26"/>
                      <a:pt x="310" y="1"/>
                      <a:pt x="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5"/>
              <p:cNvSpPr/>
              <p:nvPr/>
            </p:nvSpPr>
            <p:spPr>
              <a:xfrm>
                <a:off x="173217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5"/>
              <p:cNvSpPr/>
              <p:nvPr/>
            </p:nvSpPr>
            <p:spPr>
              <a:xfrm>
                <a:off x="1622550" y="91003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5"/>
              <p:cNvSpPr/>
              <p:nvPr/>
            </p:nvSpPr>
            <p:spPr>
              <a:xfrm>
                <a:off x="1622550" y="947113"/>
                <a:ext cx="12350" cy="12350"/>
              </a:xfrm>
              <a:custGeom>
                <a:rect b="b" l="l" r="r" t="t"/>
                <a:pathLst>
                  <a:path extrusionOk="0" h="494" w="494">
                    <a:moveTo>
                      <a:pt x="247" y="1"/>
                    </a:moveTo>
                    <a:cubicBezTo>
                      <a:pt x="111" y="1"/>
                      <a:pt x="1" y="111"/>
                      <a:pt x="1" y="248"/>
                    </a:cubicBezTo>
                    <a:cubicBezTo>
                      <a:pt x="1" y="383"/>
                      <a:pt x="111" y="493"/>
                      <a:pt x="247" y="493"/>
                    </a:cubicBezTo>
                    <a:cubicBezTo>
                      <a:pt x="383" y="493"/>
                      <a:pt x="494" y="383"/>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5"/>
              <p:cNvSpPr/>
              <p:nvPr/>
            </p:nvSpPr>
            <p:spPr>
              <a:xfrm>
                <a:off x="1659625"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5"/>
              <p:cNvSpPr/>
              <p:nvPr/>
            </p:nvSpPr>
            <p:spPr>
              <a:xfrm>
                <a:off x="1622550" y="984163"/>
                <a:ext cx="12350" cy="12350"/>
              </a:xfrm>
              <a:custGeom>
                <a:rect b="b" l="l" r="r" t="t"/>
                <a:pathLst>
                  <a:path extrusionOk="0" h="494" w="494">
                    <a:moveTo>
                      <a:pt x="247" y="1"/>
                    </a:moveTo>
                    <a:cubicBezTo>
                      <a:pt x="111" y="1"/>
                      <a:pt x="1" y="111"/>
                      <a:pt x="1" y="248"/>
                    </a:cubicBezTo>
                    <a:cubicBezTo>
                      <a:pt x="1" y="384"/>
                      <a:pt x="111" y="493"/>
                      <a:pt x="247" y="493"/>
                    </a:cubicBezTo>
                    <a:cubicBezTo>
                      <a:pt x="383" y="493"/>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5"/>
              <p:cNvSpPr/>
              <p:nvPr/>
            </p:nvSpPr>
            <p:spPr>
              <a:xfrm>
                <a:off x="1622550" y="10212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5"/>
              <p:cNvSpPr/>
              <p:nvPr/>
            </p:nvSpPr>
            <p:spPr>
              <a:xfrm>
                <a:off x="1622550" y="10582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5"/>
              <p:cNvSpPr/>
              <p:nvPr/>
            </p:nvSpPr>
            <p:spPr>
              <a:xfrm>
                <a:off x="1659625"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5"/>
              <p:cNvSpPr/>
              <p:nvPr/>
            </p:nvSpPr>
            <p:spPr>
              <a:xfrm>
                <a:off x="1659575" y="1002838"/>
                <a:ext cx="4975" cy="11825"/>
              </a:xfrm>
              <a:custGeom>
                <a:rect b="b" l="l" r="r" t="t"/>
                <a:pathLst>
                  <a:path extrusionOk="0" h="473" w="199">
                    <a:moveTo>
                      <a:pt x="199" y="0"/>
                    </a:moveTo>
                    <a:lnTo>
                      <a:pt x="199" y="0"/>
                    </a:lnTo>
                    <a:cubicBezTo>
                      <a:pt x="87" y="22"/>
                      <a:pt x="1" y="120"/>
                      <a:pt x="3" y="239"/>
                    </a:cubicBezTo>
                    <a:cubicBezTo>
                      <a:pt x="3" y="347"/>
                      <a:pt x="70" y="440"/>
                      <a:pt x="165" y="473"/>
                    </a:cubicBezTo>
                    <a:cubicBezTo>
                      <a:pt x="185" y="316"/>
                      <a:pt x="199" y="160"/>
                      <a:pt x="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5"/>
              <p:cNvSpPr/>
              <p:nvPr/>
            </p:nvSpPr>
            <p:spPr>
              <a:xfrm>
                <a:off x="1587050"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5"/>
              <p:cNvSpPr/>
              <p:nvPr/>
            </p:nvSpPr>
            <p:spPr>
              <a:xfrm>
                <a:off x="1550000" y="1021213"/>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5"/>
              <p:cNvSpPr/>
              <p:nvPr/>
            </p:nvSpPr>
            <p:spPr>
              <a:xfrm>
                <a:off x="1550000" y="10582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5"/>
              <p:cNvSpPr/>
              <p:nvPr/>
            </p:nvSpPr>
            <p:spPr>
              <a:xfrm>
                <a:off x="1550000" y="1095313"/>
                <a:ext cx="12325" cy="12325"/>
              </a:xfrm>
              <a:custGeom>
                <a:rect b="b" l="l" r="r" t="t"/>
                <a:pathLst>
                  <a:path extrusionOk="0" h="493" w="493">
                    <a:moveTo>
                      <a:pt x="246" y="1"/>
                    </a:moveTo>
                    <a:cubicBezTo>
                      <a:pt x="111" y="1"/>
                      <a:pt x="1" y="110"/>
                      <a:pt x="1" y="246"/>
                    </a:cubicBezTo>
                    <a:cubicBezTo>
                      <a:pt x="1" y="383"/>
                      <a:pt x="111"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5"/>
              <p:cNvSpPr/>
              <p:nvPr/>
            </p:nvSpPr>
            <p:spPr>
              <a:xfrm>
                <a:off x="1587050"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5"/>
              <p:cNvSpPr/>
              <p:nvPr/>
            </p:nvSpPr>
            <p:spPr>
              <a:xfrm>
                <a:off x="1587050" y="1002688"/>
                <a:ext cx="12350" cy="12350"/>
              </a:xfrm>
              <a:custGeom>
                <a:rect b="b" l="l" r="r" t="t"/>
                <a:pathLst>
                  <a:path extrusionOk="0" h="494" w="494">
                    <a:moveTo>
                      <a:pt x="247" y="1"/>
                    </a:moveTo>
                    <a:cubicBezTo>
                      <a:pt x="111" y="1"/>
                      <a:pt x="1" y="110"/>
                      <a:pt x="1" y="246"/>
                    </a:cubicBezTo>
                    <a:cubicBezTo>
                      <a:pt x="1" y="383"/>
                      <a:pt x="111" y="493"/>
                      <a:pt x="247" y="493"/>
                    </a:cubicBezTo>
                    <a:cubicBezTo>
                      <a:pt x="383" y="493"/>
                      <a:pt x="494" y="383"/>
                      <a:pt x="494" y="246"/>
                    </a:cubicBezTo>
                    <a:cubicBezTo>
                      <a:pt x="494" y="110"/>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5"/>
              <p:cNvSpPr/>
              <p:nvPr/>
            </p:nvSpPr>
            <p:spPr>
              <a:xfrm>
                <a:off x="1587050" y="103973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5"/>
              <p:cNvSpPr/>
              <p:nvPr/>
            </p:nvSpPr>
            <p:spPr>
              <a:xfrm>
                <a:off x="1587050" y="1076788"/>
                <a:ext cx="12350" cy="12350"/>
              </a:xfrm>
              <a:custGeom>
                <a:rect b="b" l="l" r="r" t="t"/>
                <a:pathLst>
                  <a:path extrusionOk="0" h="494" w="494">
                    <a:moveTo>
                      <a:pt x="247" y="1"/>
                    </a:moveTo>
                    <a:cubicBezTo>
                      <a:pt x="111" y="1"/>
                      <a:pt x="1" y="111"/>
                      <a:pt x="1" y="247"/>
                    </a:cubicBezTo>
                    <a:cubicBezTo>
                      <a:pt x="1" y="384"/>
                      <a:pt x="111" y="493"/>
                      <a:pt x="247" y="493"/>
                    </a:cubicBezTo>
                    <a:cubicBezTo>
                      <a:pt x="383" y="493"/>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5"/>
              <p:cNvSpPr/>
              <p:nvPr/>
            </p:nvSpPr>
            <p:spPr>
              <a:xfrm>
                <a:off x="1477425"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5"/>
              <p:cNvSpPr/>
              <p:nvPr/>
            </p:nvSpPr>
            <p:spPr>
              <a:xfrm>
                <a:off x="1477425" y="947113"/>
                <a:ext cx="12350" cy="12350"/>
              </a:xfrm>
              <a:custGeom>
                <a:rect b="b" l="l" r="r" t="t"/>
                <a:pathLst>
                  <a:path extrusionOk="0" h="494" w="494">
                    <a:moveTo>
                      <a:pt x="247" y="1"/>
                    </a:moveTo>
                    <a:cubicBezTo>
                      <a:pt x="111" y="1"/>
                      <a:pt x="1" y="111"/>
                      <a:pt x="1" y="248"/>
                    </a:cubicBezTo>
                    <a:cubicBezTo>
                      <a:pt x="1" y="383"/>
                      <a:pt x="111" y="493"/>
                      <a:pt x="247" y="493"/>
                    </a:cubicBezTo>
                    <a:cubicBezTo>
                      <a:pt x="384" y="493"/>
                      <a:pt x="494" y="383"/>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5"/>
              <p:cNvSpPr/>
              <p:nvPr/>
            </p:nvSpPr>
            <p:spPr>
              <a:xfrm>
                <a:off x="1514500"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5"/>
              <p:cNvSpPr/>
              <p:nvPr/>
            </p:nvSpPr>
            <p:spPr>
              <a:xfrm>
                <a:off x="1477425" y="984163"/>
                <a:ext cx="12350" cy="12350"/>
              </a:xfrm>
              <a:custGeom>
                <a:rect b="b" l="l" r="r" t="t"/>
                <a:pathLst>
                  <a:path extrusionOk="0" h="494" w="494">
                    <a:moveTo>
                      <a:pt x="247" y="1"/>
                    </a:moveTo>
                    <a:cubicBezTo>
                      <a:pt x="111" y="1"/>
                      <a:pt x="1" y="111"/>
                      <a:pt x="1" y="248"/>
                    </a:cubicBezTo>
                    <a:cubicBezTo>
                      <a:pt x="1" y="384"/>
                      <a:pt x="111" y="493"/>
                      <a:pt x="247" y="493"/>
                    </a:cubicBezTo>
                    <a:cubicBezTo>
                      <a:pt x="384" y="493"/>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5"/>
              <p:cNvSpPr/>
              <p:nvPr/>
            </p:nvSpPr>
            <p:spPr>
              <a:xfrm>
                <a:off x="1477425" y="1021213"/>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5"/>
              <p:cNvSpPr/>
              <p:nvPr/>
            </p:nvSpPr>
            <p:spPr>
              <a:xfrm>
                <a:off x="1477425" y="1058238"/>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5"/>
              <p:cNvSpPr/>
              <p:nvPr/>
            </p:nvSpPr>
            <p:spPr>
              <a:xfrm>
                <a:off x="1514500"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5"/>
              <p:cNvSpPr/>
              <p:nvPr/>
            </p:nvSpPr>
            <p:spPr>
              <a:xfrm>
                <a:off x="1514500" y="1002688"/>
                <a:ext cx="12325" cy="12350"/>
              </a:xfrm>
              <a:custGeom>
                <a:rect b="b" l="l" r="r" t="t"/>
                <a:pathLst>
                  <a:path extrusionOk="0" h="494" w="493">
                    <a:moveTo>
                      <a:pt x="246" y="1"/>
                    </a:moveTo>
                    <a:cubicBezTo>
                      <a:pt x="110" y="1"/>
                      <a:pt x="1" y="110"/>
                      <a:pt x="1" y="246"/>
                    </a:cubicBezTo>
                    <a:cubicBezTo>
                      <a:pt x="1" y="383"/>
                      <a:pt x="110"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5"/>
              <p:cNvSpPr/>
              <p:nvPr/>
            </p:nvSpPr>
            <p:spPr>
              <a:xfrm>
                <a:off x="1514500" y="1039738"/>
                <a:ext cx="12325" cy="12350"/>
              </a:xfrm>
              <a:custGeom>
                <a:rect b="b" l="l" r="r" t="t"/>
                <a:pathLst>
                  <a:path extrusionOk="0" h="494" w="493">
                    <a:moveTo>
                      <a:pt x="246" y="1"/>
                    </a:moveTo>
                    <a:cubicBezTo>
                      <a:pt x="110" y="1"/>
                      <a:pt x="1" y="111"/>
                      <a:pt x="1" y="247"/>
                    </a:cubicBezTo>
                    <a:cubicBezTo>
                      <a:pt x="1" y="383"/>
                      <a:pt x="110" y="493"/>
                      <a:pt x="246" y="493"/>
                    </a:cubicBezTo>
                    <a:cubicBezTo>
                      <a:pt x="382" y="493"/>
                      <a:pt x="493" y="383"/>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5"/>
              <p:cNvSpPr/>
              <p:nvPr/>
            </p:nvSpPr>
            <p:spPr>
              <a:xfrm>
                <a:off x="1514500" y="1076788"/>
                <a:ext cx="12325" cy="12350"/>
              </a:xfrm>
              <a:custGeom>
                <a:rect b="b" l="l" r="r" t="t"/>
                <a:pathLst>
                  <a:path extrusionOk="0" h="494" w="493">
                    <a:moveTo>
                      <a:pt x="246" y="1"/>
                    </a:moveTo>
                    <a:cubicBezTo>
                      <a:pt x="110" y="1"/>
                      <a:pt x="1" y="111"/>
                      <a:pt x="1" y="247"/>
                    </a:cubicBezTo>
                    <a:cubicBezTo>
                      <a:pt x="1" y="384"/>
                      <a:pt x="110" y="493"/>
                      <a:pt x="246" y="493"/>
                    </a:cubicBezTo>
                    <a:cubicBezTo>
                      <a:pt x="382" y="493"/>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5"/>
              <p:cNvSpPr/>
              <p:nvPr/>
            </p:nvSpPr>
            <p:spPr>
              <a:xfrm>
                <a:off x="1404875" y="910038"/>
                <a:ext cx="12325" cy="12375"/>
              </a:xfrm>
              <a:custGeom>
                <a:rect b="b" l="l" r="r" t="t"/>
                <a:pathLst>
                  <a:path extrusionOk="0" h="495" w="493">
                    <a:moveTo>
                      <a:pt x="246" y="1"/>
                    </a:moveTo>
                    <a:cubicBezTo>
                      <a:pt x="111" y="1"/>
                      <a:pt x="1" y="111"/>
                      <a:pt x="1" y="248"/>
                    </a:cubicBezTo>
                    <a:cubicBezTo>
                      <a:pt x="1" y="384"/>
                      <a:pt x="111" y="494"/>
                      <a:pt x="246" y="494"/>
                    </a:cubicBezTo>
                    <a:cubicBezTo>
                      <a:pt x="383" y="494"/>
                      <a:pt x="493" y="384"/>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5"/>
              <p:cNvSpPr/>
              <p:nvPr/>
            </p:nvSpPr>
            <p:spPr>
              <a:xfrm>
                <a:off x="1404875" y="947113"/>
                <a:ext cx="12325" cy="12350"/>
              </a:xfrm>
              <a:custGeom>
                <a:rect b="b" l="l" r="r" t="t"/>
                <a:pathLst>
                  <a:path extrusionOk="0" h="494" w="493">
                    <a:moveTo>
                      <a:pt x="246" y="1"/>
                    </a:moveTo>
                    <a:cubicBezTo>
                      <a:pt x="111" y="1"/>
                      <a:pt x="1" y="111"/>
                      <a:pt x="1" y="248"/>
                    </a:cubicBezTo>
                    <a:cubicBezTo>
                      <a:pt x="1" y="383"/>
                      <a:pt x="111" y="493"/>
                      <a:pt x="246" y="493"/>
                    </a:cubicBezTo>
                    <a:cubicBezTo>
                      <a:pt x="383" y="493"/>
                      <a:pt x="493" y="383"/>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5"/>
              <p:cNvSpPr/>
              <p:nvPr/>
            </p:nvSpPr>
            <p:spPr>
              <a:xfrm>
                <a:off x="14419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5"/>
              <p:cNvSpPr/>
              <p:nvPr/>
            </p:nvSpPr>
            <p:spPr>
              <a:xfrm>
                <a:off x="1405825" y="984163"/>
                <a:ext cx="11250" cy="5100"/>
              </a:xfrm>
              <a:custGeom>
                <a:rect b="b" l="l" r="r" t="t"/>
                <a:pathLst>
                  <a:path extrusionOk="0" h="204" w="450">
                    <a:moveTo>
                      <a:pt x="209" y="1"/>
                    </a:moveTo>
                    <a:cubicBezTo>
                      <a:pt x="209" y="1"/>
                      <a:pt x="208" y="1"/>
                      <a:pt x="207" y="1"/>
                    </a:cubicBezTo>
                    <a:cubicBezTo>
                      <a:pt x="122" y="1"/>
                      <a:pt x="44" y="47"/>
                      <a:pt x="1" y="114"/>
                    </a:cubicBezTo>
                    <a:cubicBezTo>
                      <a:pt x="5" y="114"/>
                      <a:pt x="11" y="118"/>
                      <a:pt x="14" y="118"/>
                    </a:cubicBezTo>
                    <a:lnTo>
                      <a:pt x="16" y="118"/>
                    </a:lnTo>
                    <a:cubicBezTo>
                      <a:pt x="159" y="155"/>
                      <a:pt x="303" y="181"/>
                      <a:pt x="450" y="203"/>
                    </a:cubicBezTo>
                    <a:cubicBezTo>
                      <a:pt x="432" y="89"/>
                      <a:pt x="331" y="1"/>
                      <a:pt x="2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5"/>
              <p:cNvSpPr/>
              <p:nvPr/>
            </p:nvSpPr>
            <p:spPr>
              <a:xfrm>
                <a:off x="1441925"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5"/>
              <p:cNvSpPr/>
              <p:nvPr/>
            </p:nvSpPr>
            <p:spPr>
              <a:xfrm>
                <a:off x="1443975" y="1002638"/>
                <a:ext cx="10275" cy="12425"/>
              </a:xfrm>
              <a:custGeom>
                <a:rect b="b" l="l" r="r" t="t"/>
                <a:pathLst>
                  <a:path extrusionOk="0" h="497" w="411">
                    <a:moveTo>
                      <a:pt x="162" y="1"/>
                    </a:moveTo>
                    <a:cubicBezTo>
                      <a:pt x="101" y="1"/>
                      <a:pt x="42" y="26"/>
                      <a:pt x="0" y="66"/>
                    </a:cubicBezTo>
                    <a:cubicBezTo>
                      <a:pt x="0" y="199"/>
                      <a:pt x="11" y="328"/>
                      <a:pt x="27" y="457"/>
                    </a:cubicBezTo>
                    <a:cubicBezTo>
                      <a:pt x="67" y="481"/>
                      <a:pt x="114" y="496"/>
                      <a:pt x="162" y="496"/>
                    </a:cubicBezTo>
                    <a:cubicBezTo>
                      <a:pt x="300" y="496"/>
                      <a:pt x="411" y="386"/>
                      <a:pt x="411" y="247"/>
                    </a:cubicBezTo>
                    <a:cubicBezTo>
                      <a:pt x="411" y="112"/>
                      <a:pt x="301" y="3"/>
                      <a:pt x="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5"/>
              <p:cNvSpPr/>
              <p:nvPr/>
            </p:nvSpPr>
            <p:spPr>
              <a:xfrm>
                <a:off x="1332300"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5"/>
              <p:cNvSpPr/>
              <p:nvPr/>
            </p:nvSpPr>
            <p:spPr>
              <a:xfrm>
                <a:off x="13693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5"/>
              <p:cNvSpPr/>
              <p:nvPr/>
            </p:nvSpPr>
            <p:spPr>
              <a:xfrm>
                <a:off x="1369650" y="965638"/>
                <a:ext cx="12025" cy="10725"/>
              </a:xfrm>
              <a:custGeom>
                <a:rect b="b" l="l" r="r" t="t"/>
                <a:pathLst>
                  <a:path extrusionOk="0" h="429" w="481">
                    <a:moveTo>
                      <a:pt x="236" y="1"/>
                    </a:moveTo>
                    <a:cubicBezTo>
                      <a:pt x="235" y="1"/>
                      <a:pt x="235" y="1"/>
                      <a:pt x="234" y="1"/>
                    </a:cubicBezTo>
                    <a:cubicBezTo>
                      <a:pt x="124" y="1"/>
                      <a:pt x="32" y="75"/>
                      <a:pt x="1" y="173"/>
                    </a:cubicBezTo>
                    <a:cubicBezTo>
                      <a:pt x="130" y="266"/>
                      <a:pt x="263" y="351"/>
                      <a:pt x="400" y="428"/>
                    </a:cubicBezTo>
                    <a:cubicBezTo>
                      <a:pt x="450" y="385"/>
                      <a:pt x="481" y="320"/>
                      <a:pt x="481" y="247"/>
                    </a:cubicBezTo>
                    <a:cubicBezTo>
                      <a:pt x="481" y="112"/>
                      <a:pt x="370" y="1"/>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5"/>
              <p:cNvSpPr/>
              <p:nvPr/>
            </p:nvSpPr>
            <p:spPr>
              <a:xfrm>
                <a:off x="136932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5"/>
              <p:cNvSpPr/>
              <p:nvPr/>
            </p:nvSpPr>
            <p:spPr>
              <a:xfrm>
                <a:off x="1404400" y="730388"/>
                <a:ext cx="299650" cy="299550"/>
              </a:xfrm>
              <a:custGeom>
                <a:rect b="b" l="l" r="r" t="t"/>
                <a:pathLst>
                  <a:path extrusionOk="0" h="11982" w="11986">
                    <a:moveTo>
                      <a:pt x="5994" y="0"/>
                    </a:moveTo>
                    <a:cubicBezTo>
                      <a:pt x="5346" y="0"/>
                      <a:pt x="4818" y="526"/>
                      <a:pt x="4818" y="1174"/>
                    </a:cubicBezTo>
                    <a:lnTo>
                      <a:pt x="4818" y="4816"/>
                    </a:lnTo>
                    <a:lnTo>
                      <a:pt x="1176" y="4816"/>
                    </a:lnTo>
                    <a:cubicBezTo>
                      <a:pt x="526" y="4816"/>
                      <a:pt x="0" y="5343"/>
                      <a:pt x="0" y="5991"/>
                    </a:cubicBezTo>
                    <a:cubicBezTo>
                      <a:pt x="0" y="6638"/>
                      <a:pt x="527" y="7164"/>
                      <a:pt x="1176" y="7164"/>
                    </a:cubicBezTo>
                    <a:lnTo>
                      <a:pt x="4818" y="7164"/>
                    </a:lnTo>
                    <a:lnTo>
                      <a:pt x="4818" y="10807"/>
                    </a:lnTo>
                    <a:cubicBezTo>
                      <a:pt x="4818" y="11455"/>
                      <a:pt x="5346" y="11982"/>
                      <a:pt x="5994" y="11982"/>
                    </a:cubicBezTo>
                    <a:cubicBezTo>
                      <a:pt x="6641" y="11982"/>
                      <a:pt x="7167" y="11453"/>
                      <a:pt x="7167" y="10807"/>
                    </a:cubicBezTo>
                    <a:lnTo>
                      <a:pt x="7167" y="7164"/>
                    </a:lnTo>
                    <a:lnTo>
                      <a:pt x="10810" y="7164"/>
                    </a:lnTo>
                    <a:cubicBezTo>
                      <a:pt x="11459" y="7164"/>
                      <a:pt x="11986" y="6638"/>
                      <a:pt x="11986" y="5991"/>
                    </a:cubicBezTo>
                    <a:cubicBezTo>
                      <a:pt x="11986" y="5343"/>
                      <a:pt x="11458" y="4816"/>
                      <a:pt x="10810" y="4816"/>
                    </a:cubicBezTo>
                    <a:lnTo>
                      <a:pt x="7167" y="4816"/>
                    </a:lnTo>
                    <a:lnTo>
                      <a:pt x="7167" y="1174"/>
                    </a:lnTo>
                    <a:cubicBezTo>
                      <a:pt x="7167" y="526"/>
                      <a:pt x="6641"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2" name="Google Shape;3702;p45"/>
            <p:cNvGrpSpPr/>
            <p:nvPr/>
          </p:nvGrpSpPr>
          <p:grpSpPr>
            <a:xfrm rot="-980920">
              <a:off x="8514758" y="1086406"/>
              <a:ext cx="337175" cy="1085911"/>
              <a:chOff x="-507662" y="283925"/>
              <a:chExt cx="249300" cy="802900"/>
            </a:xfrm>
          </p:grpSpPr>
          <p:sp>
            <p:nvSpPr>
              <p:cNvPr id="3703" name="Google Shape;3703;p45"/>
              <p:cNvSpPr/>
              <p:nvPr/>
            </p:nvSpPr>
            <p:spPr>
              <a:xfrm>
                <a:off x="-507662" y="283925"/>
                <a:ext cx="249300" cy="802900"/>
              </a:xfrm>
              <a:custGeom>
                <a:rect b="b" l="l" r="r" t="t"/>
                <a:pathLst>
                  <a:path extrusionOk="0" h="32116" w="9972">
                    <a:moveTo>
                      <a:pt x="4820" y="1"/>
                    </a:moveTo>
                    <a:cubicBezTo>
                      <a:pt x="1333" y="1"/>
                      <a:pt x="220" y="2879"/>
                      <a:pt x="127" y="5466"/>
                    </a:cubicBezTo>
                    <a:cubicBezTo>
                      <a:pt x="45" y="5448"/>
                      <a:pt x="1" y="5439"/>
                      <a:pt x="1" y="5439"/>
                    </a:cubicBezTo>
                    <a:lnTo>
                      <a:pt x="0" y="6146"/>
                    </a:lnTo>
                    <a:cubicBezTo>
                      <a:pt x="0" y="6146"/>
                      <a:pt x="45" y="6157"/>
                      <a:pt x="135" y="6178"/>
                    </a:cubicBezTo>
                    <a:cubicBezTo>
                      <a:pt x="212" y="7236"/>
                      <a:pt x="628" y="8201"/>
                      <a:pt x="1276" y="8965"/>
                    </a:cubicBezTo>
                    <a:cubicBezTo>
                      <a:pt x="1273" y="8964"/>
                      <a:pt x="1272" y="8964"/>
                      <a:pt x="1272" y="8964"/>
                    </a:cubicBezTo>
                    <a:lnTo>
                      <a:pt x="1272" y="8964"/>
                    </a:lnTo>
                    <a:lnTo>
                      <a:pt x="1972" y="9757"/>
                    </a:lnTo>
                    <a:cubicBezTo>
                      <a:pt x="1985" y="9759"/>
                      <a:pt x="1998" y="9763"/>
                      <a:pt x="2013" y="9765"/>
                    </a:cubicBezTo>
                    <a:lnTo>
                      <a:pt x="1987" y="9765"/>
                    </a:lnTo>
                    <a:lnTo>
                      <a:pt x="2989" y="31481"/>
                    </a:lnTo>
                    <a:cubicBezTo>
                      <a:pt x="2989" y="31481"/>
                      <a:pt x="3673" y="32115"/>
                      <a:pt x="5032" y="32116"/>
                    </a:cubicBezTo>
                    <a:cubicBezTo>
                      <a:pt x="5034" y="32116"/>
                      <a:pt x="5035" y="32116"/>
                      <a:pt x="5036" y="32116"/>
                    </a:cubicBezTo>
                    <a:cubicBezTo>
                      <a:pt x="6471" y="32116"/>
                      <a:pt x="7092" y="31486"/>
                      <a:pt x="7092" y="31486"/>
                    </a:cubicBezTo>
                    <a:lnTo>
                      <a:pt x="8145" y="9772"/>
                    </a:lnTo>
                    <a:lnTo>
                      <a:pt x="8084" y="9772"/>
                    </a:lnTo>
                    <a:cubicBezTo>
                      <a:pt x="8114" y="9762"/>
                      <a:pt x="8129" y="9755"/>
                      <a:pt x="8129" y="9755"/>
                    </a:cubicBezTo>
                    <a:lnTo>
                      <a:pt x="8643" y="9035"/>
                    </a:lnTo>
                    <a:cubicBezTo>
                      <a:pt x="9322" y="8263"/>
                      <a:pt x="9763" y="7276"/>
                      <a:pt x="9844" y="6187"/>
                    </a:cubicBezTo>
                    <a:cubicBezTo>
                      <a:pt x="9928" y="6168"/>
                      <a:pt x="9971" y="6157"/>
                      <a:pt x="9971" y="6157"/>
                    </a:cubicBezTo>
                    <a:lnTo>
                      <a:pt x="9972" y="5450"/>
                    </a:lnTo>
                    <a:lnTo>
                      <a:pt x="9972" y="5450"/>
                    </a:lnTo>
                    <a:cubicBezTo>
                      <a:pt x="9972" y="5450"/>
                      <a:pt x="9930" y="5461"/>
                      <a:pt x="9851" y="5480"/>
                    </a:cubicBezTo>
                    <a:cubicBezTo>
                      <a:pt x="9738" y="2878"/>
                      <a:pt x="8299" y="43"/>
                      <a:pt x="4902" y="1"/>
                    </a:cubicBezTo>
                    <a:cubicBezTo>
                      <a:pt x="4875" y="1"/>
                      <a:pt x="4848" y="1"/>
                      <a:pt x="482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4" name="Google Shape;3704;p45"/>
              <p:cNvGrpSpPr/>
              <p:nvPr/>
            </p:nvGrpSpPr>
            <p:grpSpPr>
              <a:xfrm>
                <a:off x="-507662" y="283950"/>
                <a:ext cx="249300" cy="802850"/>
                <a:chOff x="-4628300" y="394775"/>
                <a:chExt cx="249300" cy="802850"/>
              </a:xfrm>
            </p:grpSpPr>
            <p:sp>
              <p:nvSpPr>
                <p:cNvPr id="3705" name="Google Shape;3705;p45"/>
                <p:cNvSpPr/>
                <p:nvPr/>
              </p:nvSpPr>
              <p:spPr>
                <a:xfrm>
                  <a:off x="-4625325" y="394775"/>
                  <a:ext cx="243575" cy="267125"/>
                </a:xfrm>
                <a:custGeom>
                  <a:rect b="b" l="l" r="r" t="t"/>
                  <a:pathLst>
                    <a:path extrusionOk="0" h="10685" w="9743">
                      <a:moveTo>
                        <a:pt x="4703" y="1"/>
                      </a:moveTo>
                      <a:cubicBezTo>
                        <a:pt x="1059" y="1"/>
                        <a:pt x="5" y="3143"/>
                        <a:pt x="2" y="5811"/>
                      </a:cubicBezTo>
                      <a:cubicBezTo>
                        <a:pt x="0" y="8499"/>
                        <a:pt x="2178" y="10682"/>
                        <a:pt x="4866" y="10685"/>
                      </a:cubicBezTo>
                      <a:cubicBezTo>
                        <a:pt x="4868" y="10685"/>
                        <a:pt x="4870" y="10685"/>
                        <a:pt x="4872" y="10685"/>
                      </a:cubicBezTo>
                      <a:cubicBezTo>
                        <a:pt x="7557" y="10685"/>
                        <a:pt x="9737" y="8508"/>
                        <a:pt x="9739" y="5822"/>
                      </a:cubicBezTo>
                      <a:cubicBezTo>
                        <a:pt x="9742" y="3133"/>
                        <a:pt x="8329" y="45"/>
                        <a:pt x="4783" y="1"/>
                      </a:cubicBezTo>
                      <a:cubicBezTo>
                        <a:pt x="4757" y="1"/>
                        <a:pt x="4730" y="1"/>
                        <a:pt x="4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5"/>
                <p:cNvSpPr/>
                <p:nvPr/>
              </p:nvSpPr>
              <p:spPr>
                <a:xfrm>
                  <a:off x="-4578650" y="638800"/>
                  <a:ext cx="153925" cy="558825"/>
                </a:xfrm>
                <a:custGeom>
                  <a:rect b="b" l="l" r="r" t="t"/>
                  <a:pathLst>
                    <a:path extrusionOk="0" h="22353" w="6157">
                      <a:moveTo>
                        <a:pt x="0" y="1"/>
                      </a:moveTo>
                      <a:lnTo>
                        <a:pt x="1002" y="21718"/>
                      </a:lnTo>
                      <a:cubicBezTo>
                        <a:pt x="1002" y="21718"/>
                        <a:pt x="1685" y="22352"/>
                        <a:pt x="3045" y="22353"/>
                      </a:cubicBezTo>
                      <a:cubicBezTo>
                        <a:pt x="3049" y="22353"/>
                        <a:pt x="3052" y="22353"/>
                        <a:pt x="3056" y="22353"/>
                      </a:cubicBezTo>
                      <a:cubicBezTo>
                        <a:pt x="4485" y="22353"/>
                        <a:pt x="5105" y="21723"/>
                        <a:pt x="5105" y="21723"/>
                      </a:cubicBezTo>
                      <a:lnTo>
                        <a:pt x="6157" y="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5"/>
                <p:cNvSpPr/>
                <p:nvPr/>
              </p:nvSpPr>
              <p:spPr>
                <a:xfrm>
                  <a:off x="-4596525" y="618825"/>
                  <a:ext cx="184925" cy="29825"/>
                </a:xfrm>
                <a:custGeom>
                  <a:rect b="b" l="l" r="r" t="t"/>
                  <a:pathLst>
                    <a:path extrusionOk="0" h="1193" w="7397">
                      <a:moveTo>
                        <a:pt x="1" y="0"/>
                      </a:moveTo>
                      <a:lnTo>
                        <a:pt x="701" y="793"/>
                      </a:lnTo>
                      <a:cubicBezTo>
                        <a:pt x="1992" y="1092"/>
                        <a:pt x="3106" y="1192"/>
                        <a:pt x="4019" y="1192"/>
                      </a:cubicBezTo>
                      <a:cubicBezTo>
                        <a:pt x="5843" y="1192"/>
                        <a:pt x="6857" y="793"/>
                        <a:pt x="6857" y="793"/>
                      </a:cubicBezTo>
                      <a:lnTo>
                        <a:pt x="7396" y="38"/>
                      </a:lnTo>
                      <a:lnTo>
                        <a:pt x="7396" y="38"/>
                      </a:lnTo>
                      <a:cubicBezTo>
                        <a:pt x="5867" y="370"/>
                        <a:pt x="4550" y="482"/>
                        <a:pt x="3469" y="482"/>
                      </a:cubicBezTo>
                      <a:cubicBezTo>
                        <a:pt x="1227" y="482"/>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5"/>
                <p:cNvSpPr/>
                <p:nvPr/>
              </p:nvSpPr>
              <p:spPr>
                <a:xfrm>
                  <a:off x="-4628300" y="530675"/>
                  <a:ext cx="249300" cy="29925"/>
                </a:xfrm>
                <a:custGeom>
                  <a:rect b="b" l="l" r="r" t="t"/>
                  <a:pathLst>
                    <a:path extrusionOk="0" h="1197" w="9972">
                      <a:moveTo>
                        <a:pt x="1" y="1"/>
                      </a:moveTo>
                      <a:lnTo>
                        <a:pt x="0" y="708"/>
                      </a:lnTo>
                      <a:cubicBezTo>
                        <a:pt x="0" y="708"/>
                        <a:pt x="1837" y="1193"/>
                        <a:pt x="4994" y="1197"/>
                      </a:cubicBezTo>
                      <a:cubicBezTo>
                        <a:pt x="5001" y="1197"/>
                        <a:pt x="5007" y="1197"/>
                        <a:pt x="5014" y="1197"/>
                      </a:cubicBezTo>
                      <a:cubicBezTo>
                        <a:pt x="8066" y="1197"/>
                        <a:pt x="9971" y="719"/>
                        <a:pt x="9971" y="719"/>
                      </a:cubicBezTo>
                      <a:lnTo>
                        <a:pt x="9972" y="12"/>
                      </a:lnTo>
                      <a:lnTo>
                        <a:pt x="9972" y="12"/>
                      </a:lnTo>
                      <a:cubicBezTo>
                        <a:pt x="9971" y="12"/>
                        <a:pt x="8240" y="490"/>
                        <a:pt x="5054" y="490"/>
                      </a:cubicBezTo>
                      <a:cubicBezTo>
                        <a:pt x="5040" y="490"/>
                        <a:pt x="5027" y="490"/>
                        <a:pt x="5013" y="490"/>
                      </a:cubicBezTo>
                      <a:cubicBezTo>
                        <a:pt x="2056" y="48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5"/>
                <p:cNvSpPr/>
                <p:nvPr/>
              </p:nvSpPr>
              <p:spPr>
                <a:xfrm>
                  <a:off x="-4517700" y="824050"/>
                  <a:ext cx="33375" cy="120300"/>
                </a:xfrm>
                <a:custGeom>
                  <a:rect b="b" l="l" r="r" t="t"/>
                  <a:pathLst>
                    <a:path extrusionOk="0" h="4812" w="1335">
                      <a:moveTo>
                        <a:pt x="630" y="0"/>
                      </a:moveTo>
                      <a:cubicBezTo>
                        <a:pt x="283" y="0"/>
                        <a:pt x="1" y="285"/>
                        <a:pt x="8" y="632"/>
                      </a:cubicBezTo>
                      <a:lnTo>
                        <a:pt x="76" y="4201"/>
                      </a:lnTo>
                      <a:cubicBezTo>
                        <a:pt x="82" y="4515"/>
                        <a:pt x="321" y="4776"/>
                        <a:pt x="633" y="4808"/>
                      </a:cubicBezTo>
                      <a:cubicBezTo>
                        <a:pt x="655" y="4810"/>
                        <a:pt x="677" y="4811"/>
                        <a:pt x="699" y="4811"/>
                      </a:cubicBezTo>
                      <a:cubicBezTo>
                        <a:pt x="1037" y="4811"/>
                        <a:pt x="1319" y="4538"/>
                        <a:pt x="1319" y="4193"/>
                      </a:cubicBezTo>
                      <a:lnTo>
                        <a:pt x="1334" y="627"/>
                      </a:lnTo>
                      <a:cubicBezTo>
                        <a:pt x="1335" y="292"/>
                        <a:pt x="1069" y="15"/>
                        <a:pt x="733" y="4"/>
                      </a:cubicBezTo>
                      <a:lnTo>
                        <a:pt x="651" y="1"/>
                      </a:lnTo>
                      <a:cubicBezTo>
                        <a:pt x="644" y="0"/>
                        <a:pt x="637"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5"/>
                <p:cNvSpPr/>
                <p:nvPr/>
              </p:nvSpPr>
              <p:spPr>
                <a:xfrm>
                  <a:off x="-4512225" y="910675"/>
                  <a:ext cx="23325" cy="18250"/>
                </a:xfrm>
                <a:custGeom>
                  <a:rect b="b" l="l" r="r" t="t"/>
                  <a:pathLst>
                    <a:path extrusionOk="0" h="730" w="933">
                      <a:moveTo>
                        <a:pt x="0" y="0"/>
                      </a:moveTo>
                      <a:lnTo>
                        <a:pt x="28" y="693"/>
                      </a:lnTo>
                      <a:lnTo>
                        <a:pt x="922" y="730"/>
                      </a:lnTo>
                      <a:lnTo>
                        <a:pt x="932"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11" name="Google Shape;3711;p45"/>
            <p:cNvGrpSpPr/>
            <p:nvPr/>
          </p:nvGrpSpPr>
          <p:grpSpPr>
            <a:xfrm>
              <a:off x="213847" y="3456960"/>
              <a:ext cx="1274024" cy="1517669"/>
              <a:chOff x="-2294600" y="1951375"/>
              <a:chExt cx="438125" cy="521913"/>
            </a:xfrm>
          </p:grpSpPr>
          <p:sp>
            <p:nvSpPr>
              <p:cNvPr id="3712" name="Google Shape;3712;p45"/>
              <p:cNvSpPr/>
              <p:nvPr/>
            </p:nvSpPr>
            <p:spPr>
              <a:xfrm>
                <a:off x="-2294600" y="1951375"/>
                <a:ext cx="438100" cy="521900"/>
              </a:xfrm>
              <a:custGeom>
                <a:rect b="b" l="l" r="r" t="t"/>
                <a:pathLst>
                  <a:path extrusionOk="0" h="20876" w="17524">
                    <a:moveTo>
                      <a:pt x="5361" y="0"/>
                    </a:moveTo>
                    <a:lnTo>
                      <a:pt x="0" y="13683"/>
                    </a:lnTo>
                    <a:lnTo>
                      <a:pt x="965" y="16487"/>
                    </a:lnTo>
                    <a:lnTo>
                      <a:pt x="12161" y="20875"/>
                    </a:lnTo>
                    <a:lnTo>
                      <a:pt x="17524" y="7192"/>
                    </a:lnTo>
                    <a:lnTo>
                      <a:pt x="16559" y="4387"/>
                    </a:lnTo>
                    <a:lnTo>
                      <a:pt x="5361"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13" name="Google Shape;3713;p45"/>
              <p:cNvGrpSpPr/>
              <p:nvPr/>
            </p:nvGrpSpPr>
            <p:grpSpPr>
              <a:xfrm>
                <a:off x="-2294575" y="1951463"/>
                <a:ext cx="438100" cy="521825"/>
                <a:chOff x="-2294575" y="1951463"/>
                <a:chExt cx="438100" cy="521825"/>
              </a:xfrm>
            </p:grpSpPr>
            <p:sp>
              <p:nvSpPr>
                <p:cNvPr id="3714" name="Google Shape;3714;p45"/>
                <p:cNvSpPr/>
                <p:nvPr/>
              </p:nvSpPr>
              <p:spPr>
                <a:xfrm>
                  <a:off x="-2294550" y="1951463"/>
                  <a:ext cx="413950" cy="451750"/>
                </a:xfrm>
                <a:custGeom>
                  <a:rect b="b" l="l" r="r" t="t"/>
                  <a:pathLst>
                    <a:path extrusionOk="0" h="18070" w="16558">
                      <a:moveTo>
                        <a:pt x="5361" y="0"/>
                      </a:moveTo>
                      <a:lnTo>
                        <a:pt x="0" y="13684"/>
                      </a:lnTo>
                      <a:lnTo>
                        <a:pt x="11196" y="18070"/>
                      </a:lnTo>
                      <a:lnTo>
                        <a:pt x="16558" y="4387"/>
                      </a:lnTo>
                      <a:lnTo>
                        <a:pt x="53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5"/>
                <p:cNvSpPr/>
                <p:nvPr/>
              </p:nvSpPr>
              <p:spPr>
                <a:xfrm>
                  <a:off x="-1933525" y="2073913"/>
                  <a:ext cx="20450" cy="14275"/>
                </a:xfrm>
                <a:custGeom>
                  <a:rect b="b" l="l" r="r" t="t"/>
                  <a:pathLst>
                    <a:path extrusionOk="0" h="571" w="818">
                      <a:moveTo>
                        <a:pt x="0" y="0"/>
                      </a:moveTo>
                      <a:lnTo>
                        <a:pt x="0" y="159"/>
                      </a:lnTo>
                      <a:lnTo>
                        <a:pt x="2" y="159"/>
                      </a:lnTo>
                      <a:cubicBezTo>
                        <a:pt x="2" y="322"/>
                        <a:pt x="99" y="477"/>
                        <a:pt x="261" y="542"/>
                      </a:cubicBezTo>
                      <a:cubicBezTo>
                        <a:pt x="310" y="561"/>
                        <a:pt x="361" y="570"/>
                        <a:pt x="411" y="570"/>
                      </a:cubicBezTo>
                      <a:cubicBezTo>
                        <a:pt x="576" y="570"/>
                        <a:pt x="731" y="471"/>
                        <a:pt x="795" y="310"/>
                      </a:cubicBezTo>
                      <a:cubicBezTo>
                        <a:pt x="812" y="259"/>
                        <a:pt x="817" y="209"/>
                        <a:pt x="817" y="159"/>
                      </a:cubicBezTo>
                      <a:lnTo>
                        <a:pt x="817" y="0"/>
                      </a:lnTo>
                      <a:close/>
                    </a:path>
                  </a:pathLst>
                </a:custGeom>
                <a:solidFill>
                  <a:srgbClr val="11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5"/>
                <p:cNvSpPr/>
                <p:nvPr/>
              </p:nvSpPr>
              <p:spPr>
                <a:xfrm>
                  <a:off x="-1934925" y="2064938"/>
                  <a:ext cx="23300" cy="20575"/>
                </a:xfrm>
                <a:custGeom>
                  <a:rect b="b" l="l" r="r" t="t"/>
                  <a:pathLst>
                    <a:path extrusionOk="0" h="823" w="932">
                      <a:moveTo>
                        <a:pt x="466" y="0"/>
                      </a:moveTo>
                      <a:cubicBezTo>
                        <a:pt x="302" y="0"/>
                        <a:pt x="147" y="99"/>
                        <a:pt x="84" y="261"/>
                      </a:cubicBezTo>
                      <a:cubicBezTo>
                        <a:pt x="0" y="473"/>
                        <a:pt x="105" y="711"/>
                        <a:pt x="316" y="794"/>
                      </a:cubicBezTo>
                      <a:cubicBezTo>
                        <a:pt x="366" y="813"/>
                        <a:pt x="417" y="823"/>
                        <a:pt x="467" y="823"/>
                      </a:cubicBezTo>
                      <a:cubicBezTo>
                        <a:pt x="631" y="823"/>
                        <a:pt x="785" y="723"/>
                        <a:pt x="849" y="561"/>
                      </a:cubicBezTo>
                      <a:cubicBezTo>
                        <a:pt x="931" y="351"/>
                        <a:pt x="828" y="113"/>
                        <a:pt x="616" y="29"/>
                      </a:cubicBezTo>
                      <a:cubicBezTo>
                        <a:pt x="567" y="9"/>
                        <a:pt x="516" y="0"/>
                        <a:pt x="4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5"/>
                <p:cNvSpPr/>
                <p:nvPr/>
              </p:nvSpPr>
              <p:spPr>
                <a:xfrm>
                  <a:off x="-2100450" y="2284813"/>
                  <a:ext cx="39275" cy="38750"/>
                </a:xfrm>
                <a:custGeom>
                  <a:rect b="b" l="l" r="r" t="t"/>
                  <a:pathLst>
                    <a:path extrusionOk="0" h="1550" w="1571">
                      <a:moveTo>
                        <a:pt x="1488" y="944"/>
                      </a:moveTo>
                      <a:cubicBezTo>
                        <a:pt x="1482" y="967"/>
                        <a:pt x="1474" y="988"/>
                        <a:pt x="1465" y="1012"/>
                      </a:cubicBezTo>
                      <a:cubicBezTo>
                        <a:pt x="1474" y="988"/>
                        <a:pt x="1482" y="966"/>
                        <a:pt x="1488" y="944"/>
                      </a:cubicBezTo>
                      <a:close/>
                      <a:moveTo>
                        <a:pt x="379" y="1369"/>
                      </a:moveTo>
                      <a:cubicBezTo>
                        <a:pt x="383" y="1370"/>
                        <a:pt x="387" y="1373"/>
                        <a:pt x="390" y="1375"/>
                      </a:cubicBezTo>
                      <a:cubicBezTo>
                        <a:pt x="387" y="1373"/>
                        <a:pt x="383" y="1372"/>
                        <a:pt x="379" y="1369"/>
                      </a:cubicBezTo>
                      <a:close/>
                      <a:moveTo>
                        <a:pt x="439" y="1403"/>
                      </a:moveTo>
                      <a:cubicBezTo>
                        <a:pt x="459" y="1413"/>
                        <a:pt x="480" y="1422"/>
                        <a:pt x="502" y="1431"/>
                      </a:cubicBezTo>
                      <a:cubicBezTo>
                        <a:pt x="479" y="1422"/>
                        <a:pt x="459" y="1413"/>
                        <a:pt x="439" y="1403"/>
                      </a:cubicBezTo>
                      <a:close/>
                      <a:moveTo>
                        <a:pt x="775" y="1"/>
                      </a:moveTo>
                      <a:cubicBezTo>
                        <a:pt x="480" y="1"/>
                        <a:pt x="199" y="179"/>
                        <a:pt x="85" y="471"/>
                      </a:cubicBezTo>
                      <a:cubicBezTo>
                        <a:pt x="0" y="688"/>
                        <a:pt x="24" y="919"/>
                        <a:pt x="130" y="1107"/>
                      </a:cubicBezTo>
                      <a:cubicBezTo>
                        <a:pt x="206" y="1279"/>
                        <a:pt x="346" y="1424"/>
                        <a:pt x="534" y="1498"/>
                      </a:cubicBezTo>
                      <a:cubicBezTo>
                        <a:pt x="622" y="1533"/>
                        <a:pt x="714" y="1550"/>
                        <a:pt x="804" y="1550"/>
                      </a:cubicBezTo>
                      <a:cubicBezTo>
                        <a:pt x="1100" y="1550"/>
                        <a:pt x="1380" y="1371"/>
                        <a:pt x="1494" y="1079"/>
                      </a:cubicBezTo>
                      <a:cubicBezTo>
                        <a:pt x="1571" y="883"/>
                        <a:pt x="1555" y="677"/>
                        <a:pt x="1476" y="501"/>
                      </a:cubicBezTo>
                      <a:cubicBezTo>
                        <a:pt x="1407" y="302"/>
                        <a:pt x="1256" y="135"/>
                        <a:pt x="1045" y="52"/>
                      </a:cubicBezTo>
                      <a:cubicBezTo>
                        <a:pt x="957" y="17"/>
                        <a:pt x="865" y="1"/>
                        <a:pt x="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5"/>
                <p:cNvSpPr/>
                <p:nvPr/>
              </p:nvSpPr>
              <p:spPr>
                <a:xfrm>
                  <a:off x="-2193050" y="2258163"/>
                  <a:ext cx="13675" cy="12050"/>
                </a:xfrm>
                <a:custGeom>
                  <a:rect b="b" l="l" r="r" t="t"/>
                  <a:pathLst>
                    <a:path extrusionOk="0" h="482" w="547">
                      <a:moveTo>
                        <a:pt x="273" y="0"/>
                      </a:moveTo>
                      <a:cubicBezTo>
                        <a:pt x="177" y="0"/>
                        <a:pt x="86" y="58"/>
                        <a:pt x="48" y="153"/>
                      </a:cubicBezTo>
                      <a:cubicBezTo>
                        <a:pt x="0" y="277"/>
                        <a:pt x="61" y="417"/>
                        <a:pt x="185" y="465"/>
                      </a:cubicBezTo>
                      <a:cubicBezTo>
                        <a:pt x="214" y="476"/>
                        <a:pt x="243" y="482"/>
                        <a:pt x="272" y="482"/>
                      </a:cubicBezTo>
                      <a:cubicBezTo>
                        <a:pt x="368" y="482"/>
                        <a:pt x="459" y="424"/>
                        <a:pt x="497" y="329"/>
                      </a:cubicBezTo>
                      <a:cubicBezTo>
                        <a:pt x="546" y="205"/>
                        <a:pt x="485" y="66"/>
                        <a:pt x="359" y="16"/>
                      </a:cubicBezTo>
                      <a:cubicBezTo>
                        <a:pt x="331" y="5"/>
                        <a:pt x="302"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5"/>
                <p:cNvSpPr/>
                <p:nvPr/>
              </p:nvSpPr>
              <p:spPr>
                <a:xfrm>
                  <a:off x="-2031325" y="2321538"/>
                  <a:ext cx="13650" cy="12050"/>
                </a:xfrm>
                <a:custGeom>
                  <a:rect b="b" l="l" r="r" t="t"/>
                  <a:pathLst>
                    <a:path extrusionOk="0" h="482" w="546">
                      <a:moveTo>
                        <a:pt x="272" y="0"/>
                      </a:moveTo>
                      <a:cubicBezTo>
                        <a:pt x="176" y="0"/>
                        <a:pt x="85" y="58"/>
                        <a:pt x="48" y="153"/>
                      </a:cubicBezTo>
                      <a:cubicBezTo>
                        <a:pt x="1" y="277"/>
                        <a:pt x="61" y="416"/>
                        <a:pt x="184" y="466"/>
                      </a:cubicBezTo>
                      <a:cubicBezTo>
                        <a:pt x="213" y="477"/>
                        <a:pt x="242" y="482"/>
                        <a:pt x="271" y="482"/>
                      </a:cubicBezTo>
                      <a:cubicBezTo>
                        <a:pt x="368" y="482"/>
                        <a:pt x="459" y="424"/>
                        <a:pt x="497" y="328"/>
                      </a:cubicBezTo>
                      <a:cubicBezTo>
                        <a:pt x="546" y="205"/>
                        <a:pt x="486" y="65"/>
                        <a:pt x="360" y="17"/>
                      </a:cubicBezTo>
                      <a:cubicBezTo>
                        <a:pt x="331" y="6"/>
                        <a:pt x="301"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5"/>
                <p:cNvSpPr/>
                <p:nvPr/>
              </p:nvSpPr>
              <p:spPr>
                <a:xfrm>
                  <a:off x="-2294575" y="2061113"/>
                  <a:ext cx="438100" cy="412175"/>
                </a:xfrm>
                <a:custGeom>
                  <a:rect b="b" l="l" r="r" t="t"/>
                  <a:pathLst>
                    <a:path extrusionOk="0" h="16487" w="17524">
                      <a:moveTo>
                        <a:pt x="16558" y="0"/>
                      </a:moveTo>
                      <a:lnTo>
                        <a:pt x="11197" y="13682"/>
                      </a:lnTo>
                      <a:lnTo>
                        <a:pt x="0" y="9296"/>
                      </a:lnTo>
                      <a:lnTo>
                        <a:pt x="965" y="12098"/>
                      </a:lnTo>
                      <a:lnTo>
                        <a:pt x="12162" y="16486"/>
                      </a:lnTo>
                      <a:lnTo>
                        <a:pt x="17524" y="2803"/>
                      </a:lnTo>
                      <a:lnTo>
                        <a:pt x="165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5"/>
                <p:cNvSpPr/>
                <p:nvPr/>
              </p:nvSpPr>
              <p:spPr>
                <a:xfrm>
                  <a:off x="-2087625" y="2056038"/>
                  <a:ext cx="184150" cy="187625"/>
                </a:xfrm>
                <a:custGeom>
                  <a:rect b="b" l="l" r="r" t="t"/>
                  <a:pathLst>
                    <a:path extrusionOk="0" h="7505" w="7366">
                      <a:moveTo>
                        <a:pt x="6207" y="0"/>
                      </a:moveTo>
                      <a:lnTo>
                        <a:pt x="5783" y="1083"/>
                      </a:lnTo>
                      <a:lnTo>
                        <a:pt x="5783" y="1189"/>
                      </a:lnTo>
                      <a:lnTo>
                        <a:pt x="5979" y="1266"/>
                      </a:lnTo>
                      <a:lnTo>
                        <a:pt x="1434" y="6904"/>
                      </a:lnTo>
                      <a:lnTo>
                        <a:pt x="713" y="6108"/>
                      </a:lnTo>
                      <a:lnTo>
                        <a:pt x="29" y="6546"/>
                      </a:lnTo>
                      <a:lnTo>
                        <a:pt x="1" y="6634"/>
                      </a:lnTo>
                      <a:lnTo>
                        <a:pt x="1004" y="7439"/>
                      </a:lnTo>
                      <a:lnTo>
                        <a:pt x="1057" y="7373"/>
                      </a:lnTo>
                      <a:lnTo>
                        <a:pt x="1435" y="6906"/>
                      </a:lnTo>
                      <a:lnTo>
                        <a:pt x="1058" y="7374"/>
                      </a:lnTo>
                      <a:lnTo>
                        <a:pt x="1004" y="7441"/>
                      </a:lnTo>
                      <a:cubicBezTo>
                        <a:pt x="1012" y="7449"/>
                        <a:pt x="1023" y="7455"/>
                        <a:pt x="1032" y="7461"/>
                      </a:cubicBezTo>
                      <a:lnTo>
                        <a:pt x="1040" y="7466"/>
                      </a:lnTo>
                      <a:cubicBezTo>
                        <a:pt x="1048" y="7471"/>
                        <a:pt x="1057" y="7475"/>
                        <a:pt x="1066" y="7479"/>
                      </a:cubicBezTo>
                      <a:cubicBezTo>
                        <a:pt x="1067" y="7480"/>
                        <a:pt x="1069" y="7480"/>
                        <a:pt x="1071" y="7481"/>
                      </a:cubicBezTo>
                      <a:cubicBezTo>
                        <a:pt x="1107" y="7497"/>
                        <a:pt x="1145" y="7504"/>
                        <a:pt x="1183" y="7504"/>
                      </a:cubicBezTo>
                      <a:cubicBezTo>
                        <a:pt x="1266" y="7504"/>
                        <a:pt x="1348" y="7468"/>
                        <a:pt x="1404" y="7397"/>
                      </a:cubicBezTo>
                      <a:lnTo>
                        <a:pt x="6259" y="1375"/>
                      </a:lnTo>
                      <a:lnTo>
                        <a:pt x="6941" y="1641"/>
                      </a:lnTo>
                      <a:lnTo>
                        <a:pt x="7365" y="559"/>
                      </a:lnTo>
                      <a:lnTo>
                        <a:pt x="7365" y="453"/>
                      </a:lnTo>
                      <a:lnTo>
                        <a:pt x="62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5"/>
                <p:cNvSpPr/>
                <p:nvPr/>
              </p:nvSpPr>
              <p:spPr>
                <a:xfrm>
                  <a:off x="-2153650" y="2264638"/>
                  <a:ext cx="39300" cy="38750"/>
                </a:xfrm>
                <a:custGeom>
                  <a:rect b="b" l="l" r="r" t="t"/>
                  <a:pathLst>
                    <a:path extrusionOk="0" h="1550" w="1572">
                      <a:moveTo>
                        <a:pt x="1505" y="876"/>
                      </a:moveTo>
                      <a:lnTo>
                        <a:pt x="1505" y="876"/>
                      </a:lnTo>
                      <a:cubicBezTo>
                        <a:pt x="1504" y="880"/>
                        <a:pt x="1504" y="884"/>
                        <a:pt x="1502" y="887"/>
                      </a:cubicBezTo>
                      <a:cubicBezTo>
                        <a:pt x="1502" y="882"/>
                        <a:pt x="1504" y="880"/>
                        <a:pt x="1505" y="876"/>
                      </a:cubicBezTo>
                      <a:close/>
                      <a:moveTo>
                        <a:pt x="380" y="1370"/>
                      </a:moveTo>
                      <a:lnTo>
                        <a:pt x="380" y="1370"/>
                      </a:lnTo>
                      <a:cubicBezTo>
                        <a:pt x="384" y="1371"/>
                        <a:pt x="387" y="1374"/>
                        <a:pt x="391" y="1376"/>
                      </a:cubicBezTo>
                      <a:cubicBezTo>
                        <a:pt x="387" y="1374"/>
                        <a:pt x="383" y="1372"/>
                        <a:pt x="380" y="1370"/>
                      </a:cubicBezTo>
                      <a:close/>
                      <a:moveTo>
                        <a:pt x="777" y="0"/>
                      </a:moveTo>
                      <a:cubicBezTo>
                        <a:pt x="481" y="0"/>
                        <a:pt x="201" y="179"/>
                        <a:pt x="86" y="471"/>
                      </a:cubicBezTo>
                      <a:cubicBezTo>
                        <a:pt x="0" y="688"/>
                        <a:pt x="25" y="918"/>
                        <a:pt x="131" y="1107"/>
                      </a:cubicBezTo>
                      <a:cubicBezTo>
                        <a:pt x="206" y="1278"/>
                        <a:pt x="346" y="1423"/>
                        <a:pt x="535" y="1498"/>
                      </a:cubicBezTo>
                      <a:cubicBezTo>
                        <a:pt x="623" y="1533"/>
                        <a:pt x="715" y="1550"/>
                        <a:pt x="804" y="1550"/>
                      </a:cubicBezTo>
                      <a:cubicBezTo>
                        <a:pt x="1101" y="1550"/>
                        <a:pt x="1381" y="1370"/>
                        <a:pt x="1495" y="1078"/>
                      </a:cubicBezTo>
                      <a:cubicBezTo>
                        <a:pt x="1572" y="884"/>
                        <a:pt x="1556" y="678"/>
                        <a:pt x="1476" y="500"/>
                      </a:cubicBezTo>
                      <a:cubicBezTo>
                        <a:pt x="1408" y="302"/>
                        <a:pt x="1257" y="134"/>
                        <a:pt x="1046" y="51"/>
                      </a:cubicBezTo>
                      <a:cubicBezTo>
                        <a:pt x="958" y="17"/>
                        <a:pt x="86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5"/>
                <p:cNvSpPr/>
                <p:nvPr/>
              </p:nvSpPr>
              <p:spPr>
                <a:xfrm>
                  <a:off x="-2259050" y="2223338"/>
                  <a:ext cx="39325" cy="38775"/>
                </a:xfrm>
                <a:custGeom>
                  <a:rect b="b" l="l" r="r" t="t"/>
                  <a:pathLst>
                    <a:path extrusionOk="0" h="1551" w="1573">
                      <a:moveTo>
                        <a:pt x="1505" y="877"/>
                      </a:moveTo>
                      <a:cubicBezTo>
                        <a:pt x="1505" y="881"/>
                        <a:pt x="1503" y="885"/>
                        <a:pt x="1502" y="887"/>
                      </a:cubicBezTo>
                      <a:cubicBezTo>
                        <a:pt x="1504" y="883"/>
                        <a:pt x="1505" y="879"/>
                        <a:pt x="1505" y="877"/>
                      </a:cubicBezTo>
                      <a:close/>
                      <a:moveTo>
                        <a:pt x="439" y="1404"/>
                      </a:moveTo>
                      <a:cubicBezTo>
                        <a:pt x="460" y="1413"/>
                        <a:pt x="482" y="1424"/>
                        <a:pt x="504" y="1433"/>
                      </a:cubicBezTo>
                      <a:cubicBezTo>
                        <a:pt x="482" y="1424"/>
                        <a:pt x="460" y="1414"/>
                        <a:pt x="439" y="1404"/>
                      </a:cubicBezTo>
                      <a:close/>
                      <a:moveTo>
                        <a:pt x="777" y="1"/>
                      </a:moveTo>
                      <a:cubicBezTo>
                        <a:pt x="481" y="1"/>
                        <a:pt x="201" y="180"/>
                        <a:pt x="86" y="472"/>
                      </a:cubicBezTo>
                      <a:cubicBezTo>
                        <a:pt x="0" y="689"/>
                        <a:pt x="25" y="919"/>
                        <a:pt x="131" y="1108"/>
                      </a:cubicBezTo>
                      <a:cubicBezTo>
                        <a:pt x="207" y="1279"/>
                        <a:pt x="346" y="1424"/>
                        <a:pt x="535" y="1499"/>
                      </a:cubicBezTo>
                      <a:cubicBezTo>
                        <a:pt x="624" y="1534"/>
                        <a:pt x="715" y="1550"/>
                        <a:pt x="805" y="1550"/>
                      </a:cubicBezTo>
                      <a:cubicBezTo>
                        <a:pt x="1101" y="1550"/>
                        <a:pt x="1381" y="1371"/>
                        <a:pt x="1496" y="1079"/>
                      </a:cubicBezTo>
                      <a:cubicBezTo>
                        <a:pt x="1572" y="883"/>
                        <a:pt x="1558" y="679"/>
                        <a:pt x="1476" y="501"/>
                      </a:cubicBezTo>
                      <a:cubicBezTo>
                        <a:pt x="1408" y="303"/>
                        <a:pt x="1257" y="135"/>
                        <a:pt x="1047" y="52"/>
                      </a:cubicBezTo>
                      <a:cubicBezTo>
                        <a:pt x="958" y="17"/>
                        <a:pt x="867"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5"/>
                <p:cNvSpPr/>
                <p:nvPr/>
              </p:nvSpPr>
              <p:spPr>
                <a:xfrm>
                  <a:off x="-2252275" y="2229838"/>
                  <a:ext cx="24300" cy="23125"/>
                </a:xfrm>
                <a:custGeom>
                  <a:rect b="b" l="l" r="r" t="t"/>
                  <a:pathLst>
                    <a:path extrusionOk="0" h="925" w="972">
                      <a:moveTo>
                        <a:pt x="468" y="1"/>
                      </a:moveTo>
                      <a:cubicBezTo>
                        <a:pt x="236" y="1"/>
                        <a:pt x="40" y="178"/>
                        <a:pt x="18" y="414"/>
                      </a:cubicBezTo>
                      <a:cubicBezTo>
                        <a:pt x="1" y="611"/>
                        <a:pt x="111" y="788"/>
                        <a:pt x="279" y="866"/>
                      </a:cubicBezTo>
                      <a:lnTo>
                        <a:pt x="279" y="869"/>
                      </a:lnTo>
                      <a:cubicBezTo>
                        <a:pt x="333" y="896"/>
                        <a:pt x="393" y="916"/>
                        <a:pt x="456" y="922"/>
                      </a:cubicBezTo>
                      <a:cubicBezTo>
                        <a:pt x="473" y="924"/>
                        <a:pt x="490" y="925"/>
                        <a:pt x="506" y="925"/>
                      </a:cubicBezTo>
                      <a:cubicBezTo>
                        <a:pt x="743" y="925"/>
                        <a:pt x="941" y="751"/>
                        <a:pt x="957" y="516"/>
                      </a:cubicBezTo>
                      <a:cubicBezTo>
                        <a:pt x="972" y="329"/>
                        <a:pt x="870" y="158"/>
                        <a:pt x="714" y="71"/>
                      </a:cubicBezTo>
                      <a:cubicBezTo>
                        <a:pt x="655" y="34"/>
                        <a:pt x="586" y="9"/>
                        <a:pt x="512" y="3"/>
                      </a:cubicBezTo>
                      <a:cubicBezTo>
                        <a:pt x="497" y="1"/>
                        <a:pt x="483"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5"/>
                <p:cNvSpPr/>
                <p:nvPr/>
              </p:nvSpPr>
              <p:spPr>
                <a:xfrm>
                  <a:off x="-1975575" y="2193263"/>
                  <a:ext cx="23375" cy="52875"/>
                </a:xfrm>
                <a:custGeom>
                  <a:rect b="b" l="l" r="r" t="t"/>
                  <a:pathLst>
                    <a:path extrusionOk="0" h="2115" w="935">
                      <a:moveTo>
                        <a:pt x="683" y="0"/>
                      </a:moveTo>
                      <a:lnTo>
                        <a:pt x="1" y="1743"/>
                      </a:lnTo>
                      <a:lnTo>
                        <a:pt x="1" y="2022"/>
                      </a:lnTo>
                      <a:lnTo>
                        <a:pt x="251" y="2115"/>
                      </a:lnTo>
                      <a:lnTo>
                        <a:pt x="935" y="372"/>
                      </a:lnTo>
                      <a:lnTo>
                        <a:pt x="935" y="93"/>
                      </a:lnTo>
                      <a:lnTo>
                        <a:pt x="6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5"/>
                <p:cNvSpPr/>
                <p:nvPr/>
              </p:nvSpPr>
              <p:spPr>
                <a:xfrm>
                  <a:off x="-2167200" y="1989363"/>
                  <a:ext cx="134500" cy="203875"/>
                </a:xfrm>
                <a:custGeom>
                  <a:rect b="b" l="l" r="r" t="t"/>
                  <a:pathLst>
                    <a:path extrusionOk="0" h="8155" w="5380">
                      <a:moveTo>
                        <a:pt x="2881" y="0"/>
                      </a:moveTo>
                      <a:cubicBezTo>
                        <a:pt x="1808" y="0"/>
                        <a:pt x="775" y="428"/>
                        <a:pt x="15" y="1179"/>
                      </a:cubicBezTo>
                      <a:cubicBezTo>
                        <a:pt x="0" y="1485"/>
                        <a:pt x="155" y="1740"/>
                        <a:pt x="660" y="1803"/>
                      </a:cubicBezTo>
                      <a:cubicBezTo>
                        <a:pt x="2133" y="1988"/>
                        <a:pt x="3800" y="2316"/>
                        <a:pt x="2089" y="4028"/>
                      </a:cubicBezTo>
                      <a:cubicBezTo>
                        <a:pt x="595" y="5525"/>
                        <a:pt x="2520" y="5619"/>
                        <a:pt x="3030" y="5619"/>
                      </a:cubicBezTo>
                      <a:cubicBezTo>
                        <a:pt x="3104" y="5619"/>
                        <a:pt x="3148" y="5618"/>
                        <a:pt x="3148" y="5618"/>
                      </a:cubicBezTo>
                      <a:lnTo>
                        <a:pt x="3148" y="5618"/>
                      </a:lnTo>
                      <a:cubicBezTo>
                        <a:pt x="3148" y="5618"/>
                        <a:pt x="4018" y="6541"/>
                        <a:pt x="2706" y="6726"/>
                      </a:cubicBezTo>
                      <a:cubicBezTo>
                        <a:pt x="1948" y="6831"/>
                        <a:pt x="1688" y="7465"/>
                        <a:pt x="1857" y="8022"/>
                      </a:cubicBezTo>
                      <a:cubicBezTo>
                        <a:pt x="2198" y="8112"/>
                        <a:pt x="2542" y="8155"/>
                        <a:pt x="2883" y="8155"/>
                      </a:cubicBezTo>
                      <a:cubicBezTo>
                        <a:pt x="3587" y="8155"/>
                        <a:pt x="4275" y="7970"/>
                        <a:pt x="4881" y="7630"/>
                      </a:cubicBezTo>
                      <a:cubicBezTo>
                        <a:pt x="4438" y="7437"/>
                        <a:pt x="4058" y="7138"/>
                        <a:pt x="4365" y="6727"/>
                      </a:cubicBezTo>
                      <a:cubicBezTo>
                        <a:pt x="4934" y="5963"/>
                        <a:pt x="5380" y="4346"/>
                        <a:pt x="4348" y="4346"/>
                      </a:cubicBezTo>
                      <a:cubicBezTo>
                        <a:pt x="4298" y="4346"/>
                        <a:pt x="4244" y="4350"/>
                        <a:pt x="4187" y="4357"/>
                      </a:cubicBezTo>
                      <a:cubicBezTo>
                        <a:pt x="4143" y="4363"/>
                        <a:pt x="4102" y="4366"/>
                        <a:pt x="4064" y="4366"/>
                      </a:cubicBezTo>
                      <a:cubicBezTo>
                        <a:pt x="3007" y="4366"/>
                        <a:pt x="3753" y="2192"/>
                        <a:pt x="2957" y="1834"/>
                      </a:cubicBezTo>
                      <a:cubicBezTo>
                        <a:pt x="2333" y="1556"/>
                        <a:pt x="2444" y="467"/>
                        <a:pt x="3109" y="7"/>
                      </a:cubicBezTo>
                      <a:cubicBezTo>
                        <a:pt x="3033" y="2"/>
                        <a:pt x="2957" y="0"/>
                        <a:pt x="2881"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5"/>
                <p:cNvSpPr/>
                <p:nvPr/>
              </p:nvSpPr>
              <p:spPr>
                <a:xfrm>
                  <a:off x="-2197600" y="1989338"/>
                  <a:ext cx="205850" cy="207900"/>
                </a:xfrm>
                <a:custGeom>
                  <a:rect b="b" l="l" r="r" t="t"/>
                  <a:pathLst>
                    <a:path extrusionOk="0" h="8316" w="8234">
                      <a:moveTo>
                        <a:pt x="8150" y="4500"/>
                      </a:moveTo>
                      <a:cubicBezTo>
                        <a:pt x="8150" y="4505"/>
                        <a:pt x="8150" y="4512"/>
                        <a:pt x="8149" y="4517"/>
                      </a:cubicBezTo>
                      <a:cubicBezTo>
                        <a:pt x="8149" y="4511"/>
                        <a:pt x="8150" y="4505"/>
                        <a:pt x="8150" y="4500"/>
                      </a:cubicBezTo>
                      <a:close/>
                      <a:moveTo>
                        <a:pt x="8136" y="4636"/>
                      </a:moveTo>
                      <a:cubicBezTo>
                        <a:pt x="8136" y="4637"/>
                        <a:pt x="8135" y="4638"/>
                        <a:pt x="8135" y="4639"/>
                      </a:cubicBezTo>
                      <a:lnTo>
                        <a:pt x="8135" y="4639"/>
                      </a:lnTo>
                      <a:cubicBezTo>
                        <a:pt x="8135" y="4638"/>
                        <a:pt x="8136" y="4637"/>
                        <a:pt x="8136" y="4636"/>
                      </a:cubicBezTo>
                      <a:close/>
                      <a:moveTo>
                        <a:pt x="1080" y="6817"/>
                      </a:moveTo>
                      <a:lnTo>
                        <a:pt x="1080" y="6817"/>
                      </a:lnTo>
                      <a:cubicBezTo>
                        <a:pt x="1081" y="6819"/>
                        <a:pt x="1082" y="6820"/>
                        <a:pt x="1084" y="6822"/>
                      </a:cubicBezTo>
                      <a:cubicBezTo>
                        <a:pt x="1082" y="6821"/>
                        <a:pt x="1081" y="6820"/>
                        <a:pt x="1080" y="6817"/>
                      </a:cubicBezTo>
                      <a:close/>
                      <a:moveTo>
                        <a:pt x="1469" y="7194"/>
                      </a:moveTo>
                      <a:cubicBezTo>
                        <a:pt x="1490" y="7212"/>
                        <a:pt x="1510" y="7229"/>
                        <a:pt x="1531" y="7246"/>
                      </a:cubicBezTo>
                      <a:cubicBezTo>
                        <a:pt x="1509" y="7229"/>
                        <a:pt x="1489" y="7212"/>
                        <a:pt x="1469" y="7194"/>
                      </a:cubicBezTo>
                      <a:close/>
                      <a:moveTo>
                        <a:pt x="1595" y="7297"/>
                      </a:moveTo>
                      <a:lnTo>
                        <a:pt x="1595" y="7297"/>
                      </a:lnTo>
                      <a:cubicBezTo>
                        <a:pt x="1623" y="7318"/>
                        <a:pt x="1651" y="7340"/>
                        <a:pt x="1680" y="7362"/>
                      </a:cubicBezTo>
                      <a:cubicBezTo>
                        <a:pt x="1650" y="7341"/>
                        <a:pt x="1622" y="7319"/>
                        <a:pt x="1595" y="7297"/>
                      </a:cubicBezTo>
                      <a:close/>
                      <a:moveTo>
                        <a:pt x="5632" y="7855"/>
                      </a:moveTo>
                      <a:cubicBezTo>
                        <a:pt x="5566" y="7883"/>
                        <a:pt x="5501" y="7908"/>
                        <a:pt x="5435" y="7930"/>
                      </a:cubicBezTo>
                      <a:cubicBezTo>
                        <a:pt x="5501" y="7906"/>
                        <a:pt x="5566" y="7883"/>
                        <a:pt x="5632" y="7855"/>
                      </a:cubicBezTo>
                      <a:close/>
                      <a:moveTo>
                        <a:pt x="5233" y="7993"/>
                      </a:moveTo>
                      <a:cubicBezTo>
                        <a:pt x="5132" y="8024"/>
                        <a:pt x="5029" y="8049"/>
                        <a:pt x="4925" y="8071"/>
                      </a:cubicBezTo>
                      <a:cubicBezTo>
                        <a:pt x="5028" y="8049"/>
                        <a:pt x="5132" y="8023"/>
                        <a:pt x="5233" y="7993"/>
                      </a:cubicBezTo>
                      <a:close/>
                      <a:moveTo>
                        <a:pt x="4822" y="8091"/>
                      </a:moveTo>
                      <a:cubicBezTo>
                        <a:pt x="4753" y="8105"/>
                        <a:pt x="4683" y="8115"/>
                        <a:pt x="4612" y="8123"/>
                      </a:cubicBezTo>
                      <a:cubicBezTo>
                        <a:pt x="4682" y="8115"/>
                        <a:pt x="4752" y="8105"/>
                        <a:pt x="4822" y="8091"/>
                      </a:cubicBezTo>
                      <a:close/>
                      <a:moveTo>
                        <a:pt x="4097" y="1"/>
                      </a:moveTo>
                      <a:cubicBezTo>
                        <a:pt x="2386" y="1"/>
                        <a:pt x="774" y="1086"/>
                        <a:pt x="212" y="2841"/>
                      </a:cubicBezTo>
                      <a:cubicBezTo>
                        <a:pt x="71" y="3280"/>
                        <a:pt x="11" y="3729"/>
                        <a:pt x="22" y="4170"/>
                      </a:cubicBezTo>
                      <a:cubicBezTo>
                        <a:pt x="1" y="5736"/>
                        <a:pt x="890" y="7240"/>
                        <a:pt x="2366" y="7929"/>
                      </a:cubicBezTo>
                      <a:cubicBezTo>
                        <a:pt x="2930" y="8192"/>
                        <a:pt x="3518" y="8316"/>
                        <a:pt x="4096" y="8316"/>
                      </a:cubicBezTo>
                      <a:cubicBezTo>
                        <a:pt x="5807" y="8316"/>
                        <a:pt x="7419" y="7231"/>
                        <a:pt x="7981" y="5475"/>
                      </a:cubicBezTo>
                      <a:cubicBezTo>
                        <a:pt x="8110" y="5073"/>
                        <a:pt x="8169" y="4663"/>
                        <a:pt x="8169" y="4256"/>
                      </a:cubicBezTo>
                      <a:cubicBezTo>
                        <a:pt x="8234" y="2650"/>
                        <a:pt x="7336" y="1091"/>
                        <a:pt x="5827" y="387"/>
                      </a:cubicBezTo>
                      <a:cubicBezTo>
                        <a:pt x="5264" y="124"/>
                        <a:pt x="4675" y="1"/>
                        <a:pt x="4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5"/>
                <p:cNvSpPr/>
                <p:nvPr/>
              </p:nvSpPr>
              <p:spPr>
                <a:xfrm>
                  <a:off x="-2149900" y="2043388"/>
                  <a:ext cx="109250" cy="95825"/>
                </a:xfrm>
                <a:custGeom>
                  <a:rect b="b" l="l" r="r" t="t"/>
                  <a:pathLst>
                    <a:path extrusionOk="0" h="3833" w="4370">
                      <a:moveTo>
                        <a:pt x="2190" y="0"/>
                      </a:moveTo>
                      <a:cubicBezTo>
                        <a:pt x="1932" y="0"/>
                        <a:pt x="1670" y="52"/>
                        <a:pt x="1419" y="162"/>
                      </a:cubicBezTo>
                      <a:cubicBezTo>
                        <a:pt x="446" y="588"/>
                        <a:pt x="1" y="1718"/>
                        <a:pt x="424" y="2686"/>
                      </a:cubicBezTo>
                      <a:cubicBezTo>
                        <a:pt x="738" y="3404"/>
                        <a:pt x="1441" y="3832"/>
                        <a:pt x="2180" y="3832"/>
                      </a:cubicBezTo>
                      <a:cubicBezTo>
                        <a:pt x="2438" y="3832"/>
                        <a:pt x="2700" y="3780"/>
                        <a:pt x="2951" y="3670"/>
                      </a:cubicBezTo>
                      <a:cubicBezTo>
                        <a:pt x="3924" y="3245"/>
                        <a:pt x="4369" y="2116"/>
                        <a:pt x="3946" y="1147"/>
                      </a:cubicBezTo>
                      <a:cubicBezTo>
                        <a:pt x="3632" y="428"/>
                        <a:pt x="2929" y="0"/>
                        <a:pt x="2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5"/>
                <p:cNvSpPr/>
                <p:nvPr/>
              </p:nvSpPr>
              <p:spPr>
                <a:xfrm>
                  <a:off x="-2107125" y="2079913"/>
                  <a:ext cx="23875" cy="22775"/>
                </a:xfrm>
                <a:custGeom>
                  <a:rect b="b" l="l" r="r" t="t"/>
                  <a:pathLst>
                    <a:path extrusionOk="0" h="911" w="955">
                      <a:moveTo>
                        <a:pt x="478" y="1"/>
                      </a:moveTo>
                      <a:cubicBezTo>
                        <a:pt x="264" y="1"/>
                        <a:pt x="63" y="153"/>
                        <a:pt x="27" y="391"/>
                      </a:cubicBezTo>
                      <a:cubicBezTo>
                        <a:pt x="1" y="560"/>
                        <a:pt x="77" y="735"/>
                        <a:pt x="219" y="830"/>
                      </a:cubicBezTo>
                      <a:cubicBezTo>
                        <a:pt x="300" y="885"/>
                        <a:pt x="390" y="911"/>
                        <a:pt x="477" y="911"/>
                      </a:cubicBezTo>
                      <a:cubicBezTo>
                        <a:pt x="691" y="911"/>
                        <a:pt x="892" y="759"/>
                        <a:pt x="929" y="521"/>
                      </a:cubicBezTo>
                      <a:cubicBezTo>
                        <a:pt x="954" y="351"/>
                        <a:pt x="878" y="177"/>
                        <a:pt x="737" y="81"/>
                      </a:cubicBezTo>
                      <a:cubicBezTo>
                        <a:pt x="655" y="26"/>
                        <a:pt x="565" y="1"/>
                        <a:pt x="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5"/>
                <p:cNvSpPr/>
                <p:nvPr/>
              </p:nvSpPr>
              <p:spPr>
                <a:xfrm>
                  <a:off x="-2146875" y="2271113"/>
                  <a:ext cx="24300" cy="23125"/>
                </a:xfrm>
                <a:custGeom>
                  <a:rect b="b" l="l" r="r" t="t"/>
                  <a:pathLst>
                    <a:path extrusionOk="0" h="925" w="972">
                      <a:moveTo>
                        <a:pt x="468" y="1"/>
                      </a:moveTo>
                      <a:cubicBezTo>
                        <a:pt x="236" y="1"/>
                        <a:pt x="39" y="178"/>
                        <a:pt x="18" y="415"/>
                      </a:cubicBezTo>
                      <a:cubicBezTo>
                        <a:pt x="0" y="611"/>
                        <a:pt x="111" y="788"/>
                        <a:pt x="279" y="867"/>
                      </a:cubicBezTo>
                      <a:lnTo>
                        <a:pt x="279" y="869"/>
                      </a:lnTo>
                      <a:cubicBezTo>
                        <a:pt x="333" y="897"/>
                        <a:pt x="393" y="916"/>
                        <a:pt x="456" y="922"/>
                      </a:cubicBezTo>
                      <a:cubicBezTo>
                        <a:pt x="473" y="924"/>
                        <a:pt x="489" y="925"/>
                        <a:pt x="506" y="925"/>
                      </a:cubicBezTo>
                      <a:cubicBezTo>
                        <a:pt x="742" y="925"/>
                        <a:pt x="941" y="751"/>
                        <a:pt x="957" y="516"/>
                      </a:cubicBezTo>
                      <a:cubicBezTo>
                        <a:pt x="972" y="331"/>
                        <a:pt x="869" y="161"/>
                        <a:pt x="714" y="71"/>
                      </a:cubicBezTo>
                      <a:cubicBezTo>
                        <a:pt x="654" y="34"/>
                        <a:pt x="586" y="9"/>
                        <a:pt x="511" y="3"/>
                      </a:cubicBezTo>
                      <a:cubicBezTo>
                        <a:pt x="497" y="1"/>
                        <a:pt x="482"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5"/>
                <p:cNvSpPr/>
                <p:nvPr/>
              </p:nvSpPr>
              <p:spPr>
                <a:xfrm>
                  <a:off x="-2093700" y="2291263"/>
                  <a:ext cx="24300" cy="23150"/>
                </a:xfrm>
                <a:custGeom>
                  <a:rect b="b" l="l" r="r" t="t"/>
                  <a:pathLst>
                    <a:path extrusionOk="0" h="926" w="972">
                      <a:moveTo>
                        <a:pt x="469" y="1"/>
                      </a:moveTo>
                      <a:cubicBezTo>
                        <a:pt x="236" y="1"/>
                        <a:pt x="39" y="178"/>
                        <a:pt x="18" y="415"/>
                      </a:cubicBezTo>
                      <a:cubicBezTo>
                        <a:pt x="0" y="611"/>
                        <a:pt x="111" y="788"/>
                        <a:pt x="279" y="868"/>
                      </a:cubicBezTo>
                      <a:lnTo>
                        <a:pt x="279" y="869"/>
                      </a:lnTo>
                      <a:cubicBezTo>
                        <a:pt x="333" y="897"/>
                        <a:pt x="393" y="916"/>
                        <a:pt x="456" y="922"/>
                      </a:cubicBezTo>
                      <a:cubicBezTo>
                        <a:pt x="473" y="924"/>
                        <a:pt x="490" y="925"/>
                        <a:pt x="507" y="925"/>
                      </a:cubicBezTo>
                      <a:cubicBezTo>
                        <a:pt x="743" y="925"/>
                        <a:pt x="941" y="751"/>
                        <a:pt x="957" y="517"/>
                      </a:cubicBezTo>
                      <a:cubicBezTo>
                        <a:pt x="972" y="331"/>
                        <a:pt x="870" y="161"/>
                        <a:pt x="714" y="71"/>
                      </a:cubicBezTo>
                      <a:cubicBezTo>
                        <a:pt x="655" y="34"/>
                        <a:pt x="587" y="9"/>
                        <a:pt x="511" y="3"/>
                      </a:cubicBezTo>
                      <a:cubicBezTo>
                        <a:pt x="497" y="2"/>
                        <a:pt x="483"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5"/>
                <p:cNvSpPr/>
                <p:nvPr/>
              </p:nvSpPr>
              <p:spPr>
                <a:xfrm>
                  <a:off x="-2222725" y="2179463"/>
                  <a:ext cx="114350" cy="64025"/>
                </a:xfrm>
                <a:custGeom>
                  <a:rect b="b" l="l" r="r" t="t"/>
                  <a:pathLst>
                    <a:path extrusionOk="0" h="2561" w="4574">
                      <a:moveTo>
                        <a:pt x="355" y="0"/>
                      </a:moveTo>
                      <a:lnTo>
                        <a:pt x="0" y="908"/>
                      </a:lnTo>
                      <a:lnTo>
                        <a:pt x="3360" y="2224"/>
                      </a:lnTo>
                      <a:lnTo>
                        <a:pt x="4010" y="2479"/>
                      </a:lnTo>
                      <a:lnTo>
                        <a:pt x="4217" y="2560"/>
                      </a:lnTo>
                      <a:lnTo>
                        <a:pt x="4573" y="1652"/>
                      </a:lnTo>
                      <a:lnTo>
                        <a:pt x="3807" y="1352"/>
                      </a:lnTo>
                      <a:lnTo>
                        <a:pt x="3596" y="1269"/>
                      </a:lnTo>
                      <a:lnTo>
                        <a:pt x="1863" y="591"/>
                      </a:lnTo>
                      <a:lnTo>
                        <a:pt x="1545" y="466"/>
                      </a:lnTo>
                      <a:lnTo>
                        <a:pt x="3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33" name="Google Shape;3733;p45"/>
            <p:cNvGrpSpPr/>
            <p:nvPr/>
          </p:nvGrpSpPr>
          <p:grpSpPr>
            <a:xfrm>
              <a:off x="7080470" y="160872"/>
              <a:ext cx="500560" cy="472885"/>
              <a:chOff x="-1174275" y="581450"/>
              <a:chExt cx="370100" cy="349638"/>
            </a:xfrm>
          </p:grpSpPr>
          <p:sp>
            <p:nvSpPr>
              <p:cNvPr id="3734" name="Google Shape;3734;p45"/>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5"/>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6" name="Google Shape;3736;p45"/>
            <p:cNvGrpSpPr/>
            <p:nvPr/>
          </p:nvGrpSpPr>
          <p:grpSpPr>
            <a:xfrm>
              <a:off x="8482325" y="3813800"/>
              <a:ext cx="402025" cy="804000"/>
              <a:chOff x="2882200" y="374525"/>
              <a:chExt cx="402025" cy="804000"/>
            </a:xfrm>
          </p:grpSpPr>
          <p:sp>
            <p:nvSpPr>
              <p:cNvPr id="3737" name="Google Shape;3737;p45"/>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5"/>
              <p:cNvSpPr/>
              <p:nvPr/>
            </p:nvSpPr>
            <p:spPr>
              <a:xfrm>
                <a:off x="2882200" y="374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5"/>
              <p:cNvSpPr/>
              <p:nvPr/>
            </p:nvSpPr>
            <p:spPr>
              <a:xfrm>
                <a:off x="3083200" y="374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5"/>
              <p:cNvSpPr/>
              <p:nvPr/>
            </p:nvSpPr>
            <p:spPr>
              <a:xfrm flipH="1">
                <a:off x="3083200" y="575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5"/>
              <p:cNvSpPr/>
              <p:nvPr/>
            </p:nvSpPr>
            <p:spPr>
              <a:xfrm flipH="1">
                <a:off x="2882200" y="575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5"/>
              <p:cNvSpPr/>
              <p:nvPr/>
            </p:nvSpPr>
            <p:spPr>
              <a:xfrm>
                <a:off x="2882200" y="776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5"/>
              <p:cNvSpPr/>
              <p:nvPr/>
            </p:nvSpPr>
            <p:spPr>
              <a:xfrm>
                <a:off x="3083200" y="776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5"/>
              <p:cNvSpPr/>
              <p:nvPr/>
            </p:nvSpPr>
            <p:spPr>
              <a:xfrm flipH="1">
                <a:off x="3083200" y="977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5"/>
              <p:cNvSpPr/>
              <p:nvPr/>
            </p:nvSpPr>
            <p:spPr>
              <a:xfrm flipH="1">
                <a:off x="2882200" y="977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6" name="Google Shape;3746;p45"/>
            <p:cNvGrpSpPr/>
            <p:nvPr/>
          </p:nvGrpSpPr>
          <p:grpSpPr>
            <a:xfrm>
              <a:off x="1420895" y="4421322"/>
              <a:ext cx="500560" cy="472885"/>
              <a:chOff x="-1174275" y="581450"/>
              <a:chExt cx="370100" cy="349638"/>
            </a:xfrm>
          </p:grpSpPr>
          <p:sp>
            <p:nvSpPr>
              <p:cNvPr id="3747" name="Google Shape;3747;p45"/>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5"/>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9" name="Google Shape;3749;p45"/>
            <p:cNvGrpSpPr/>
            <p:nvPr/>
          </p:nvGrpSpPr>
          <p:grpSpPr>
            <a:xfrm>
              <a:off x="8686928" y="3679070"/>
              <a:ext cx="311019" cy="311110"/>
              <a:chOff x="5038846" y="235350"/>
              <a:chExt cx="158691" cy="158738"/>
            </a:xfrm>
          </p:grpSpPr>
          <p:sp>
            <p:nvSpPr>
              <p:cNvPr id="3750" name="Google Shape;3750;p45"/>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5"/>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2" name="Google Shape;3752;p45"/>
            <p:cNvGrpSpPr/>
            <p:nvPr/>
          </p:nvGrpSpPr>
          <p:grpSpPr>
            <a:xfrm>
              <a:off x="311203" y="3076995"/>
              <a:ext cx="311019" cy="311110"/>
              <a:chOff x="5038846" y="235350"/>
              <a:chExt cx="158691" cy="158738"/>
            </a:xfrm>
          </p:grpSpPr>
          <p:sp>
            <p:nvSpPr>
              <p:cNvPr id="3753" name="Google Shape;3753;p45"/>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5"/>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3755" name="Shape 3755"/>
        <p:cNvGrpSpPr/>
        <p:nvPr/>
      </p:nvGrpSpPr>
      <p:grpSpPr>
        <a:xfrm>
          <a:off x="0" y="0"/>
          <a:ext cx="0" cy="0"/>
          <a:chOff x="0" y="0"/>
          <a:chExt cx="0" cy="0"/>
        </a:xfrm>
      </p:grpSpPr>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3756" name="Shape 3756"/>
        <p:cNvGrpSpPr/>
        <p:nvPr/>
      </p:nvGrpSpPr>
      <p:grpSpPr>
        <a:xfrm>
          <a:off x="0" y="0"/>
          <a:ext cx="0" cy="0"/>
          <a:chOff x="0" y="0"/>
          <a:chExt cx="0" cy="0"/>
        </a:xfrm>
      </p:grpSpPr>
      <p:sp>
        <p:nvSpPr>
          <p:cNvPr id="3757" name="Google Shape;3757;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3758" name="Google Shape;3758;p47"/>
          <p:cNvSpPr txBox="1"/>
          <p:nvPr>
            <p:ph idx="1" type="subTitle"/>
          </p:nvPr>
        </p:nvSpPr>
        <p:spPr>
          <a:xfrm>
            <a:off x="3005088" y="1918974"/>
            <a:ext cx="4305300" cy="457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759" name="Google Shape;3759;p47"/>
          <p:cNvSpPr txBox="1"/>
          <p:nvPr>
            <p:ph idx="2" type="subTitle"/>
          </p:nvPr>
        </p:nvSpPr>
        <p:spPr>
          <a:xfrm>
            <a:off x="3005123" y="2866781"/>
            <a:ext cx="4305300" cy="457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760" name="Google Shape;3760;p47"/>
          <p:cNvSpPr txBox="1"/>
          <p:nvPr>
            <p:ph idx="3" type="subTitle"/>
          </p:nvPr>
        </p:nvSpPr>
        <p:spPr>
          <a:xfrm>
            <a:off x="3005125" y="3874125"/>
            <a:ext cx="4305300" cy="457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761" name="Google Shape;3761;p47"/>
          <p:cNvSpPr txBox="1"/>
          <p:nvPr>
            <p:ph hasCustomPrompt="1" idx="4" type="title"/>
          </p:nvPr>
        </p:nvSpPr>
        <p:spPr>
          <a:xfrm>
            <a:off x="1989700" y="1730875"/>
            <a:ext cx="731400" cy="4482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a:solidFill>
                  <a:schemeClr val="lt2"/>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3762" name="Google Shape;3762;p47"/>
          <p:cNvSpPr txBox="1"/>
          <p:nvPr>
            <p:ph hasCustomPrompt="1" idx="5" type="title"/>
          </p:nvPr>
        </p:nvSpPr>
        <p:spPr>
          <a:xfrm>
            <a:off x="1988060" y="2719183"/>
            <a:ext cx="734700" cy="4476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3000">
                <a:solidFill>
                  <a:schemeClr val="accent4"/>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3763" name="Google Shape;3763;p47"/>
          <p:cNvSpPr txBox="1"/>
          <p:nvPr>
            <p:ph hasCustomPrompt="1" idx="6" type="title"/>
          </p:nvPr>
        </p:nvSpPr>
        <p:spPr>
          <a:xfrm>
            <a:off x="1988060" y="3726533"/>
            <a:ext cx="734700" cy="4476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3000">
                <a:solidFill>
                  <a:schemeClr val="accent1"/>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3764" name="Google Shape;3764;p47"/>
          <p:cNvSpPr txBox="1"/>
          <p:nvPr>
            <p:ph idx="7" type="subTitle"/>
          </p:nvPr>
        </p:nvSpPr>
        <p:spPr>
          <a:xfrm>
            <a:off x="3005088" y="1614175"/>
            <a:ext cx="4305300" cy="457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765" name="Google Shape;3765;p47"/>
          <p:cNvSpPr txBox="1"/>
          <p:nvPr>
            <p:ph idx="8" type="subTitle"/>
          </p:nvPr>
        </p:nvSpPr>
        <p:spPr>
          <a:xfrm>
            <a:off x="3005134" y="2561981"/>
            <a:ext cx="4305300" cy="457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766" name="Google Shape;3766;p47"/>
          <p:cNvSpPr txBox="1"/>
          <p:nvPr>
            <p:ph idx="9" type="subTitle"/>
          </p:nvPr>
        </p:nvSpPr>
        <p:spPr>
          <a:xfrm>
            <a:off x="3005134" y="3569326"/>
            <a:ext cx="4305300" cy="457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3767" name="Google Shape;3767;p47"/>
          <p:cNvGrpSpPr/>
          <p:nvPr/>
        </p:nvGrpSpPr>
        <p:grpSpPr>
          <a:xfrm>
            <a:off x="47035" y="160020"/>
            <a:ext cx="8865383" cy="4920073"/>
            <a:chOff x="47035" y="160020"/>
            <a:chExt cx="8865383" cy="4920073"/>
          </a:xfrm>
        </p:grpSpPr>
        <p:grpSp>
          <p:nvGrpSpPr>
            <p:cNvPr id="3768" name="Google Shape;3768;p47"/>
            <p:cNvGrpSpPr/>
            <p:nvPr/>
          </p:nvGrpSpPr>
          <p:grpSpPr>
            <a:xfrm>
              <a:off x="8304933" y="226208"/>
              <a:ext cx="554593" cy="1109118"/>
              <a:chOff x="2882200" y="374525"/>
              <a:chExt cx="402025" cy="804000"/>
            </a:xfrm>
          </p:grpSpPr>
          <p:sp>
            <p:nvSpPr>
              <p:cNvPr id="3769" name="Google Shape;3769;p47"/>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7"/>
              <p:cNvSpPr/>
              <p:nvPr/>
            </p:nvSpPr>
            <p:spPr>
              <a:xfrm>
                <a:off x="2882200" y="374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7"/>
              <p:cNvSpPr/>
              <p:nvPr/>
            </p:nvSpPr>
            <p:spPr>
              <a:xfrm>
                <a:off x="3083200" y="374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7"/>
              <p:cNvSpPr/>
              <p:nvPr/>
            </p:nvSpPr>
            <p:spPr>
              <a:xfrm flipH="1">
                <a:off x="3083200" y="575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7"/>
              <p:cNvSpPr/>
              <p:nvPr/>
            </p:nvSpPr>
            <p:spPr>
              <a:xfrm flipH="1">
                <a:off x="2882200" y="575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7"/>
              <p:cNvSpPr/>
              <p:nvPr/>
            </p:nvSpPr>
            <p:spPr>
              <a:xfrm>
                <a:off x="2882200" y="776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7"/>
              <p:cNvSpPr/>
              <p:nvPr/>
            </p:nvSpPr>
            <p:spPr>
              <a:xfrm>
                <a:off x="3083200" y="776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7"/>
              <p:cNvSpPr/>
              <p:nvPr/>
            </p:nvSpPr>
            <p:spPr>
              <a:xfrm flipH="1">
                <a:off x="3083200" y="977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7"/>
              <p:cNvSpPr/>
              <p:nvPr/>
            </p:nvSpPr>
            <p:spPr>
              <a:xfrm flipH="1">
                <a:off x="2882200" y="977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8" name="Google Shape;3778;p47"/>
            <p:cNvGrpSpPr/>
            <p:nvPr/>
          </p:nvGrpSpPr>
          <p:grpSpPr>
            <a:xfrm>
              <a:off x="7854428" y="201920"/>
              <a:ext cx="311019" cy="311110"/>
              <a:chOff x="5038846" y="235350"/>
              <a:chExt cx="158691" cy="158738"/>
            </a:xfrm>
          </p:grpSpPr>
          <p:sp>
            <p:nvSpPr>
              <p:cNvPr id="3779" name="Google Shape;3779;p47"/>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7"/>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1" name="Google Shape;3781;p47"/>
            <p:cNvGrpSpPr/>
            <p:nvPr/>
          </p:nvGrpSpPr>
          <p:grpSpPr>
            <a:xfrm>
              <a:off x="922878" y="4680195"/>
              <a:ext cx="311019" cy="311110"/>
              <a:chOff x="5038846" y="235350"/>
              <a:chExt cx="158691" cy="158738"/>
            </a:xfrm>
          </p:grpSpPr>
          <p:sp>
            <p:nvSpPr>
              <p:cNvPr id="3782" name="Google Shape;3782;p47"/>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7"/>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4" name="Google Shape;3784;p47"/>
            <p:cNvGrpSpPr/>
            <p:nvPr/>
          </p:nvGrpSpPr>
          <p:grpSpPr>
            <a:xfrm>
              <a:off x="1131728" y="160020"/>
              <a:ext cx="311019" cy="311110"/>
              <a:chOff x="5038846" y="235350"/>
              <a:chExt cx="158691" cy="158738"/>
            </a:xfrm>
          </p:grpSpPr>
          <p:sp>
            <p:nvSpPr>
              <p:cNvPr id="3785" name="Google Shape;3785;p47"/>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7"/>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7" name="Google Shape;3787;p47"/>
            <p:cNvGrpSpPr/>
            <p:nvPr/>
          </p:nvGrpSpPr>
          <p:grpSpPr>
            <a:xfrm>
              <a:off x="278642" y="1854331"/>
              <a:ext cx="8633777" cy="2207272"/>
              <a:chOff x="278642" y="1854331"/>
              <a:chExt cx="8633777" cy="2207272"/>
            </a:xfrm>
          </p:grpSpPr>
          <p:grpSp>
            <p:nvGrpSpPr>
              <p:cNvPr id="3788" name="Google Shape;3788;p47"/>
              <p:cNvGrpSpPr/>
              <p:nvPr/>
            </p:nvGrpSpPr>
            <p:grpSpPr>
              <a:xfrm>
                <a:off x="8471067" y="1854331"/>
                <a:ext cx="441352" cy="419672"/>
                <a:chOff x="5164484" y="526738"/>
                <a:chExt cx="133266" cy="126713"/>
              </a:xfrm>
            </p:grpSpPr>
            <p:sp>
              <p:nvSpPr>
                <p:cNvPr id="3789" name="Google Shape;3789;p47"/>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7"/>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1" name="Google Shape;3791;p47"/>
              <p:cNvGrpSpPr/>
              <p:nvPr/>
            </p:nvGrpSpPr>
            <p:grpSpPr>
              <a:xfrm>
                <a:off x="278642" y="3641931"/>
                <a:ext cx="441352" cy="419672"/>
                <a:chOff x="5164484" y="526738"/>
                <a:chExt cx="133266" cy="126713"/>
              </a:xfrm>
            </p:grpSpPr>
            <p:sp>
              <p:nvSpPr>
                <p:cNvPr id="3792" name="Google Shape;3792;p47"/>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7"/>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94" name="Google Shape;3794;p47"/>
            <p:cNvGrpSpPr/>
            <p:nvPr/>
          </p:nvGrpSpPr>
          <p:grpSpPr>
            <a:xfrm rot="-674593">
              <a:off x="110368" y="4308005"/>
              <a:ext cx="659930" cy="714610"/>
              <a:chOff x="-2686850" y="3696525"/>
              <a:chExt cx="332050" cy="359563"/>
            </a:xfrm>
          </p:grpSpPr>
          <p:sp>
            <p:nvSpPr>
              <p:cNvPr id="3795" name="Google Shape;3795;p47"/>
              <p:cNvSpPr/>
              <p:nvPr/>
            </p:nvSpPr>
            <p:spPr>
              <a:xfrm>
                <a:off x="-2686850" y="3696525"/>
                <a:ext cx="332050" cy="359525"/>
              </a:xfrm>
              <a:custGeom>
                <a:rect b="b" l="l" r="r" t="t"/>
                <a:pathLst>
                  <a:path extrusionOk="0" h="14381" w="13282">
                    <a:moveTo>
                      <a:pt x="12504" y="10802"/>
                    </a:moveTo>
                    <a:lnTo>
                      <a:pt x="12497" y="10829"/>
                    </a:lnTo>
                    <a:lnTo>
                      <a:pt x="12497" y="10806"/>
                    </a:lnTo>
                    <a:lnTo>
                      <a:pt x="12504" y="10802"/>
                    </a:lnTo>
                    <a:close/>
                    <a:moveTo>
                      <a:pt x="6678" y="1"/>
                    </a:moveTo>
                    <a:cubicBezTo>
                      <a:pt x="4442" y="1"/>
                      <a:pt x="2280" y="1136"/>
                      <a:pt x="1036" y="2962"/>
                    </a:cubicBezTo>
                    <a:cubicBezTo>
                      <a:pt x="902" y="3158"/>
                      <a:pt x="912" y="3410"/>
                      <a:pt x="1042" y="3594"/>
                    </a:cubicBezTo>
                    <a:cubicBezTo>
                      <a:pt x="505" y="4550"/>
                      <a:pt x="247" y="5625"/>
                      <a:pt x="300" y="6729"/>
                    </a:cubicBezTo>
                    <a:cubicBezTo>
                      <a:pt x="352" y="7770"/>
                      <a:pt x="675" y="10117"/>
                      <a:pt x="739" y="10573"/>
                    </a:cubicBezTo>
                    <a:lnTo>
                      <a:pt x="739" y="10663"/>
                    </a:lnTo>
                    <a:lnTo>
                      <a:pt x="256" y="8957"/>
                    </a:lnTo>
                    <a:cubicBezTo>
                      <a:pt x="241" y="8903"/>
                      <a:pt x="192" y="8868"/>
                      <a:pt x="138" y="8868"/>
                    </a:cubicBezTo>
                    <a:cubicBezTo>
                      <a:pt x="126" y="8868"/>
                      <a:pt x="115" y="8869"/>
                      <a:pt x="103" y="8873"/>
                    </a:cubicBezTo>
                    <a:cubicBezTo>
                      <a:pt x="37" y="8890"/>
                      <a:pt x="0" y="8958"/>
                      <a:pt x="19" y="9024"/>
                    </a:cubicBezTo>
                    <a:lnTo>
                      <a:pt x="738" y="11566"/>
                    </a:lnTo>
                    <a:lnTo>
                      <a:pt x="738" y="12528"/>
                    </a:lnTo>
                    <a:lnTo>
                      <a:pt x="738" y="13556"/>
                    </a:lnTo>
                    <a:lnTo>
                      <a:pt x="738" y="13808"/>
                    </a:lnTo>
                    <a:lnTo>
                      <a:pt x="1665" y="13808"/>
                    </a:lnTo>
                    <a:lnTo>
                      <a:pt x="1665" y="14373"/>
                    </a:lnTo>
                    <a:lnTo>
                      <a:pt x="1947" y="14373"/>
                    </a:lnTo>
                    <a:lnTo>
                      <a:pt x="1947" y="14380"/>
                    </a:lnTo>
                    <a:lnTo>
                      <a:pt x="2635" y="14380"/>
                    </a:lnTo>
                    <a:lnTo>
                      <a:pt x="2635" y="14369"/>
                    </a:lnTo>
                    <a:cubicBezTo>
                      <a:pt x="3018" y="14307"/>
                      <a:pt x="3314" y="13987"/>
                      <a:pt x="3411" y="13555"/>
                    </a:cubicBezTo>
                    <a:cubicBezTo>
                      <a:pt x="3433" y="13457"/>
                      <a:pt x="3446" y="13353"/>
                      <a:pt x="3446" y="13245"/>
                    </a:cubicBezTo>
                    <a:lnTo>
                      <a:pt x="3446" y="12527"/>
                    </a:lnTo>
                    <a:lnTo>
                      <a:pt x="3446" y="11097"/>
                    </a:lnTo>
                    <a:cubicBezTo>
                      <a:pt x="3446" y="10515"/>
                      <a:pt x="3105" y="10039"/>
                      <a:pt x="2635" y="9961"/>
                    </a:cubicBezTo>
                    <a:lnTo>
                      <a:pt x="2635" y="9948"/>
                    </a:lnTo>
                    <a:lnTo>
                      <a:pt x="1985" y="9948"/>
                    </a:lnTo>
                    <a:lnTo>
                      <a:pt x="1985" y="9942"/>
                    </a:lnTo>
                    <a:lnTo>
                      <a:pt x="1665" y="9942"/>
                    </a:lnTo>
                    <a:lnTo>
                      <a:pt x="1665" y="10506"/>
                    </a:lnTo>
                    <a:lnTo>
                      <a:pt x="1165" y="10506"/>
                    </a:lnTo>
                    <a:cubicBezTo>
                      <a:pt x="1100" y="10047"/>
                      <a:pt x="780" y="7711"/>
                      <a:pt x="731" y="6704"/>
                    </a:cubicBezTo>
                    <a:cubicBezTo>
                      <a:pt x="680" y="5690"/>
                      <a:pt x="918" y="4700"/>
                      <a:pt x="1409" y="3819"/>
                    </a:cubicBezTo>
                    <a:cubicBezTo>
                      <a:pt x="1438" y="3823"/>
                      <a:pt x="1466" y="3825"/>
                      <a:pt x="1494" y="3825"/>
                    </a:cubicBezTo>
                    <a:cubicBezTo>
                      <a:pt x="1671" y="3825"/>
                      <a:pt x="1845" y="3741"/>
                      <a:pt x="1952" y="3583"/>
                    </a:cubicBezTo>
                    <a:cubicBezTo>
                      <a:pt x="2992" y="2056"/>
                      <a:pt x="4803" y="1106"/>
                      <a:pt x="6678" y="1106"/>
                    </a:cubicBezTo>
                    <a:cubicBezTo>
                      <a:pt x="8431" y="1106"/>
                      <a:pt x="10117" y="1922"/>
                      <a:pt x="11187" y="3286"/>
                    </a:cubicBezTo>
                    <a:cubicBezTo>
                      <a:pt x="11297" y="3426"/>
                      <a:pt x="11458" y="3497"/>
                      <a:pt x="11621" y="3497"/>
                    </a:cubicBezTo>
                    <a:cubicBezTo>
                      <a:pt x="11663" y="3497"/>
                      <a:pt x="11704" y="3493"/>
                      <a:pt x="11744" y="3484"/>
                    </a:cubicBezTo>
                    <a:cubicBezTo>
                      <a:pt x="12373" y="4446"/>
                      <a:pt x="12682" y="5559"/>
                      <a:pt x="12626" y="6704"/>
                    </a:cubicBezTo>
                    <a:cubicBezTo>
                      <a:pt x="12576" y="7711"/>
                      <a:pt x="12255" y="10047"/>
                      <a:pt x="12191" y="10506"/>
                    </a:cubicBezTo>
                    <a:lnTo>
                      <a:pt x="11569" y="10506"/>
                    </a:lnTo>
                    <a:lnTo>
                      <a:pt x="11569" y="9942"/>
                    </a:lnTo>
                    <a:lnTo>
                      <a:pt x="11249" y="9942"/>
                    </a:lnTo>
                    <a:lnTo>
                      <a:pt x="11249" y="9948"/>
                    </a:lnTo>
                    <a:lnTo>
                      <a:pt x="10602" y="9948"/>
                    </a:lnTo>
                    <a:lnTo>
                      <a:pt x="10602" y="9961"/>
                    </a:lnTo>
                    <a:cubicBezTo>
                      <a:pt x="10130" y="10039"/>
                      <a:pt x="9790" y="10515"/>
                      <a:pt x="9790" y="11097"/>
                    </a:cubicBezTo>
                    <a:lnTo>
                      <a:pt x="9790" y="12526"/>
                    </a:lnTo>
                    <a:lnTo>
                      <a:pt x="9790" y="13244"/>
                    </a:lnTo>
                    <a:cubicBezTo>
                      <a:pt x="9790" y="13353"/>
                      <a:pt x="9803" y="13456"/>
                      <a:pt x="9825" y="13554"/>
                    </a:cubicBezTo>
                    <a:cubicBezTo>
                      <a:pt x="9922" y="13984"/>
                      <a:pt x="10218" y="14306"/>
                      <a:pt x="10602" y="14368"/>
                    </a:cubicBezTo>
                    <a:lnTo>
                      <a:pt x="10602" y="14379"/>
                    </a:lnTo>
                    <a:lnTo>
                      <a:pt x="11289" y="14379"/>
                    </a:lnTo>
                    <a:lnTo>
                      <a:pt x="11289" y="14371"/>
                    </a:lnTo>
                    <a:lnTo>
                      <a:pt x="11572" y="14371"/>
                    </a:lnTo>
                    <a:lnTo>
                      <a:pt x="11572" y="13807"/>
                    </a:lnTo>
                    <a:lnTo>
                      <a:pt x="12498" y="13807"/>
                    </a:lnTo>
                    <a:lnTo>
                      <a:pt x="12498" y="13555"/>
                    </a:lnTo>
                    <a:lnTo>
                      <a:pt x="12498" y="12527"/>
                    </a:lnTo>
                    <a:lnTo>
                      <a:pt x="12498" y="11733"/>
                    </a:lnTo>
                    <a:lnTo>
                      <a:pt x="13265" y="9024"/>
                    </a:lnTo>
                    <a:cubicBezTo>
                      <a:pt x="13282" y="8957"/>
                      <a:pt x="13245" y="8889"/>
                      <a:pt x="13179" y="8871"/>
                    </a:cubicBezTo>
                    <a:cubicBezTo>
                      <a:pt x="13168" y="8868"/>
                      <a:pt x="13157" y="8866"/>
                      <a:pt x="13146" y="8866"/>
                    </a:cubicBezTo>
                    <a:cubicBezTo>
                      <a:pt x="13092" y="8866"/>
                      <a:pt x="13042" y="8901"/>
                      <a:pt x="13027" y="8956"/>
                    </a:cubicBezTo>
                    <a:lnTo>
                      <a:pt x="12664" y="10236"/>
                    </a:lnTo>
                    <a:cubicBezTo>
                      <a:pt x="12775" y="9420"/>
                      <a:pt x="13013" y="7608"/>
                      <a:pt x="13056" y="6728"/>
                    </a:cubicBezTo>
                    <a:cubicBezTo>
                      <a:pt x="13118" y="5484"/>
                      <a:pt x="12780" y="4275"/>
                      <a:pt x="12095" y="3234"/>
                    </a:cubicBezTo>
                    <a:cubicBezTo>
                      <a:pt x="12211" y="3042"/>
                      <a:pt x="12205" y="2791"/>
                      <a:pt x="12058" y="2604"/>
                    </a:cubicBezTo>
                    <a:cubicBezTo>
                      <a:pt x="10778" y="974"/>
                      <a:pt x="8767" y="1"/>
                      <a:pt x="6678"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6" name="Google Shape;3796;p47"/>
              <p:cNvGrpSpPr/>
              <p:nvPr/>
            </p:nvGrpSpPr>
            <p:grpSpPr>
              <a:xfrm>
                <a:off x="-2686850" y="3696563"/>
                <a:ext cx="332050" cy="359525"/>
                <a:chOff x="-2348725" y="2237525"/>
                <a:chExt cx="332050" cy="359525"/>
              </a:xfrm>
            </p:grpSpPr>
            <p:sp>
              <p:nvSpPr>
                <p:cNvPr id="3797" name="Google Shape;3797;p47"/>
                <p:cNvSpPr/>
                <p:nvPr/>
              </p:nvSpPr>
              <p:spPr>
                <a:xfrm>
                  <a:off x="-2343200" y="2245975"/>
                  <a:ext cx="322925" cy="262375"/>
                </a:xfrm>
                <a:custGeom>
                  <a:rect b="b" l="l" r="r" t="t"/>
                  <a:pathLst>
                    <a:path extrusionOk="0" h="10495" w="12917">
                      <a:moveTo>
                        <a:pt x="6459" y="0"/>
                      </a:moveTo>
                      <a:cubicBezTo>
                        <a:pt x="4680" y="0"/>
                        <a:pt x="2959" y="736"/>
                        <a:pt x="1736" y="2022"/>
                      </a:cubicBezTo>
                      <a:cubicBezTo>
                        <a:pt x="588" y="3226"/>
                        <a:pt x="0" y="4778"/>
                        <a:pt x="79" y="6389"/>
                      </a:cubicBezTo>
                      <a:cubicBezTo>
                        <a:pt x="135" y="7520"/>
                        <a:pt x="513" y="10195"/>
                        <a:pt x="528" y="10309"/>
                      </a:cubicBezTo>
                      <a:cubicBezTo>
                        <a:pt x="544" y="10417"/>
                        <a:pt x="636" y="10494"/>
                        <a:pt x="742" y="10494"/>
                      </a:cubicBezTo>
                      <a:cubicBezTo>
                        <a:pt x="752" y="10494"/>
                        <a:pt x="761" y="10494"/>
                        <a:pt x="773" y="10491"/>
                      </a:cubicBezTo>
                      <a:cubicBezTo>
                        <a:pt x="890" y="10475"/>
                        <a:pt x="972" y="10365"/>
                        <a:pt x="956" y="10248"/>
                      </a:cubicBezTo>
                      <a:cubicBezTo>
                        <a:pt x="952" y="10221"/>
                        <a:pt x="567" y="7479"/>
                        <a:pt x="511" y="6368"/>
                      </a:cubicBezTo>
                      <a:cubicBezTo>
                        <a:pt x="438" y="4875"/>
                        <a:pt x="982" y="3437"/>
                        <a:pt x="2049" y="2318"/>
                      </a:cubicBezTo>
                      <a:cubicBezTo>
                        <a:pt x="3190" y="1119"/>
                        <a:pt x="4798" y="430"/>
                        <a:pt x="6459" y="430"/>
                      </a:cubicBezTo>
                      <a:cubicBezTo>
                        <a:pt x="8120" y="430"/>
                        <a:pt x="9728" y="1119"/>
                        <a:pt x="10869" y="2318"/>
                      </a:cubicBezTo>
                      <a:cubicBezTo>
                        <a:pt x="11935" y="3437"/>
                        <a:pt x="12481" y="4875"/>
                        <a:pt x="12407" y="6368"/>
                      </a:cubicBezTo>
                      <a:cubicBezTo>
                        <a:pt x="12353" y="7479"/>
                        <a:pt x="11966" y="10221"/>
                        <a:pt x="11962" y="10248"/>
                      </a:cubicBezTo>
                      <a:cubicBezTo>
                        <a:pt x="11945" y="10367"/>
                        <a:pt x="12028" y="10475"/>
                        <a:pt x="12146" y="10491"/>
                      </a:cubicBezTo>
                      <a:cubicBezTo>
                        <a:pt x="12156" y="10493"/>
                        <a:pt x="12166" y="10493"/>
                        <a:pt x="12176" y="10493"/>
                      </a:cubicBezTo>
                      <a:cubicBezTo>
                        <a:pt x="12282" y="10493"/>
                        <a:pt x="12374" y="10415"/>
                        <a:pt x="12389" y="10309"/>
                      </a:cubicBezTo>
                      <a:cubicBezTo>
                        <a:pt x="12405" y="10195"/>
                        <a:pt x="12782" y="7520"/>
                        <a:pt x="12838" y="6389"/>
                      </a:cubicBezTo>
                      <a:cubicBezTo>
                        <a:pt x="12916" y="4778"/>
                        <a:pt x="12328" y="3226"/>
                        <a:pt x="11182" y="2022"/>
                      </a:cubicBezTo>
                      <a:cubicBezTo>
                        <a:pt x="9959" y="737"/>
                        <a:pt x="8237"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7"/>
                <p:cNvSpPr/>
                <p:nvPr/>
              </p:nvSpPr>
              <p:spPr>
                <a:xfrm>
                  <a:off x="-2327125" y="2237525"/>
                  <a:ext cx="284600" cy="95700"/>
                </a:xfrm>
                <a:custGeom>
                  <a:rect b="b" l="l" r="r" t="t"/>
                  <a:pathLst>
                    <a:path extrusionOk="0" h="3828" w="11384">
                      <a:moveTo>
                        <a:pt x="5815" y="1"/>
                      </a:moveTo>
                      <a:cubicBezTo>
                        <a:pt x="3578" y="1"/>
                        <a:pt x="1417" y="1136"/>
                        <a:pt x="173" y="2964"/>
                      </a:cubicBezTo>
                      <a:cubicBezTo>
                        <a:pt x="1" y="3216"/>
                        <a:pt x="66" y="3560"/>
                        <a:pt x="319" y="3732"/>
                      </a:cubicBezTo>
                      <a:cubicBezTo>
                        <a:pt x="415" y="3796"/>
                        <a:pt x="523" y="3827"/>
                        <a:pt x="630" y="3827"/>
                      </a:cubicBezTo>
                      <a:cubicBezTo>
                        <a:pt x="807" y="3827"/>
                        <a:pt x="981" y="3743"/>
                        <a:pt x="1088" y="3585"/>
                      </a:cubicBezTo>
                      <a:cubicBezTo>
                        <a:pt x="2128" y="2057"/>
                        <a:pt x="3939" y="1108"/>
                        <a:pt x="5814" y="1108"/>
                      </a:cubicBezTo>
                      <a:cubicBezTo>
                        <a:pt x="7567" y="1108"/>
                        <a:pt x="9251" y="1923"/>
                        <a:pt x="10323" y="3289"/>
                      </a:cubicBezTo>
                      <a:cubicBezTo>
                        <a:pt x="10433" y="3428"/>
                        <a:pt x="10595" y="3500"/>
                        <a:pt x="10760" y="3500"/>
                      </a:cubicBezTo>
                      <a:cubicBezTo>
                        <a:pt x="10879" y="3500"/>
                        <a:pt x="11000" y="3462"/>
                        <a:pt x="11101" y="3382"/>
                      </a:cubicBezTo>
                      <a:cubicBezTo>
                        <a:pt x="11343" y="3193"/>
                        <a:pt x="11384" y="2845"/>
                        <a:pt x="11195" y="2604"/>
                      </a:cubicBezTo>
                      <a:cubicBezTo>
                        <a:pt x="9915" y="974"/>
                        <a:pt x="7904" y="1"/>
                        <a:pt x="58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7"/>
                <p:cNvSpPr/>
                <p:nvPr/>
              </p:nvSpPr>
              <p:spPr>
                <a:xfrm>
                  <a:off x="-2083125" y="2486225"/>
                  <a:ext cx="4050" cy="450"/>
                </a:xfrm>
                <a:custGeom>
                  <a:rect b="b" l="l" r="r" t="t"/>
                  <a:pathLst>
                    <a:path extrusionOk="0" h="18" w="162">
                      <a:moveTo>
                        <a:pt x="1" y="0"/>
                      </a:moveTo>
                      <a:lnTo>
                        <a:pt x="1" y="18"/>
                      </a:lnTo>
                      <a:cubicBezTo>
                        <a:pt x="53" y="7"/>
                        <a:pt x="107" y="0"/>
                        <a:pt x="162" y="0"/>
                      </a:cubicBezTo>
                      <a:close/>
                    </a:path>
                  </a:pathLst>
                </a:custGeom>
                <a:solidFill>
                  <a:srgbClr val="E61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7"/>
                <p:cNvSpPr/>
                <p:nvPr/>
              </p:nvSpPr>
              <p:spPr>
                <a:xfrm>
                  <a:off x="-2330250" y="2550650"/>
                  <a:ext cx="23150" cy="32050"/>
                </a:xfrm>
                <a:custGeom>
                  <a:rect b="b" l="l" r="r" t="t"/>
                  <a:pathLst>
                    <a:path extrusionOk="0" h="1282" w="926">
                      <a:moveTo>
                        <a:pt x="0" y="1"/>
                      </a:moveTo>
                      <a:lnTo>
                        <a:pt x="0" y="1030"/>
                      </a:lnTo>
                      <a:lnTo>
                        <a:pt x="0"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7"/>
                <p:cNvSpPr/>
                <p:nvPr/>
              </p:nvSpPr>
              <p:spPr>
                <a:xfrm>
                  <a:off x="-2307125" y="2550650"/>
                  <a:ext cx="7075" cy="46200"/>
                </a:xfrm>
                <a:custGeom>
                  <a:rect b="b" l="l" r="r" t="t"/>
                  <a:pathLst>
                    <a:path extrusionOk="0" h="1848" w="283">
                      <a:moveTo>
                        <a:pt x="1" y="1"/>
                      </a:moveTo>
                      <a:lnTo>
                        <a:pt x="1" y="1030"/>
                      </a:lnTo>
                      <a:lnTo>
                        <a:pt x="1" y="1282"/>
                      </a:lnTo>
                      <a:lnTo>
                        <a:pt x="1" y="1847"/>
                      </a:lnTo>
                      <a:lnTo>
                        <a:pt x="283" y="1847"/>
                      </a:lnTo>
                      <a:lnTo>
                        <a:pt x="283" y="1030"/>
                      </a:lnTo>
                      <a:lnTo>
                        <a:pt x="283" y="1"/>
                      </a:lnTo>
                      <a:close/>
                    </a:path>
                  </a:pathLst>
                </a:custGeom>
                <a:solidFill>
                  <a:srgbClr val="B20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7"/>
                <p:cNvSpPr/>
                <p:nvPr/>
              </p:nvSpPr>
              <p:spPr>
                <a:xfrm>
                  <a:off x="-2282875" y="2486550"/>
                  <a:ext cx="20300" cy="110225"/>
                </a:xfrm>
                <a:custGeom>
                  <a:rect b="b" l="l" r="r" t="t"/>
                  <a:pathLst>
                    <a:path extrusionOk="0" h="4409" w="812">
                      <a:moveTo>
                        <a:pt x="1" y="0"/>
                      </a:moveTo>
                      <a:lnTo>
                        <a:pt x="1" y="2566"/>
                      </a:lnTo>
                      <a:lnTo>
                        <a:pt x="1" y="3594"/>
                      </a:lnTo>
                      <a:lnTo>
                        <a:pt x="1" y="4408"/>
                      </a:lnTo>
                      <a:cubicBezTo>
                        <a:pt x="384" y="4346"/>
                        <a:pt x="680" y="4026"/>
                        <a:pt x="777" y="3594"/>
                      </a:cubicBezTo>
                      <a:cubicBezTo>
                        <a:pt x="799" y="3496"/>
                        <a:pt x="812" y="3392"/>
                        <a:pt x="812" y="3284"/>
                      </a:cubicBezTo>
                      <a:lnTo>
                        <a:pt x="812" y="2566"/>
                      </a:lnTo>
                      <a:lnTo>
                        <a:pt x="812" y="1137"/>
                      </a:lnTo>
                      <a:cubicBezTo>
                        <a:pt x="812" y="554"/>
                        <a:pt x="471" y="7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7"/>
                <p:cNvSpPr/>
                <p:nvPr/>
              </p:nvSpPr>
              <p:spPr>
                <a:xfrm>
                  <a:off x="-2330250" y="2500225"/>
                  <a:ext cx="23150" cy="82475"/>
                </a:xfrm>
                <a:custGeom>
                  <a:rect b="b" l="l" r="r" t="t"/>
                  <a:pathLst>
                    <a:path extrusionOk="0" h="3299" w="926">
                      <a:moveTo>
                        <a:pt x="0" y="0"/>
                      </a:moveTo>
                      <a:lnTo>
                        <a:pt x="0" y="2018"/>
                      </a:lnTo>
                      <a:lnTo>
                        <a:pt x="0" y="3047"/>
                      </a:lnTo>
                      <a:lnTo>
                        <a:pt x="0"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7"/>
                <p:cNvSpPr/>
                <p:nvPr/>
              </p:nvSpPr>
              <p:spPr>
                <a:xfrm>
                  <a:off x="-2307125" y="2486050"/>
                  <a:ext cx="8025" cy="110800"/>
                </a:xfrm>
                <a:custGeom>
                  <a:rect b="b" l="l" r="r" t="t"/>
                  <a:pathLst>
                    <a:path extrusionOk="0" h="4432" w="321">
                      <a:moveTo>
                        <a:pt x="1" y="1"/>
                      </a:moveTo>
                      <a:lnTo>
                        <a:pt x="1" y="567"/>
                      </a:lnTo>
                      <a:lnTo>
                        <a:pt x="1" y="2585"/>
                      </a:lnTo>
                      <a:lnTo>
                        <a:pt x="1" y="3614"/>
                      </a:lnTo>
                      <a:lnTo>
                        <a:pt x="1" y="3866"/>
                      </a:lnTo>
                      <a:lnTo>
                        <a:pt x="1" y="4431"/>
                      </a:lnTo>
                      <a:lnTo>
                        <a:pt x="283" y="4431"/>
                      </a:lnTo>
                      <a:lnTo>
                        <a:pt x="283" y="3614"/>
                      </a:lnTo>
                      <a:lnTo>
                        <a:pt x="283" y="2585"/>
                      </a:lnTo>
                      <a:lnTo>
                        <a:pt x="283" y="7"/>
                      </a:lnTo>
                      <a:lnTo>
                        <a:pt x="321" y="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7"/>
                <p:cNvSpPr/>
                <p:nvPr/>
              </p:nvSpPr>
              <p:spPr>
                <a:xfrm>
                  <a:off x="-2300075" y="2486225"/>
                  <a:ext cx="17225" cy="110825"/>
                </a:xfrm>
                <a:custGeom>
                  <a:rect b="b" l="l" r="r" t="t"/>
                  <a:pathLst>
                    <a:path extrusionOk="0" h="4433" w="689">
                      <a:moveTo>
                        <a:pt x="1" y="0"/>
                      </a:moveTo>
                      <a:lnTo>
                        <a:pt x="1" y="2578"/>
                      </a:lnTo>
                      <a:lnTo>
                        <a:pt x="1" y="3607"/>
                      </a:lnTo>
                      <a:lnTo>
                        <a:pt x="1" y="4424"/>
                      </a:lnTo>
                      <a:lnTo>
                        <a:pt x="1" y="4432"/>
                      </a:lnTo>
                      <a:lnTo>
                        <a:pt x="689" y="4432"/>
                      </a:lnTo>
                      <a:lnTo>
                        <a:pt x="689" y="4420"/>
                      </a:lnTo>
                      <a:lnTo>
                        <a:pt x="689" y="3607"/>
                      </a:lnTo>
                      <a:lnTo>
                        <a:pt x="689" y="2578"/>
                      </a:lnTo>
                      <a:lnTo>
                        <a:pt x="689" y="13"/>
                      </a:lnTo>
                      <a:lnTo>
                        <a:pt x="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7"/>
                <p:cNvSpPr/>
                <p:nvPr/>
              </p:nvSpPr>
              <p:spPr>
                <a:xfrm>
                  <a:off x="-2059450" y="2550650"/>
                  <a:ext cx="23150" cy="32050"/>
                </a:xfrm>
                <a:custGeom>
                  <a:rect b="b" l="l" r="r" t="t"/>
                  <a:pathLst>
                    <a:path extrusionOk="0" h="1282" w="926">
                      <a:moveTo>
                        <a:pt x="1" y="1"/>
                      </a:moveTo>
                      <a:lnTo>
                        <a:pt x="1" y="1030"/>
                      </a:lnTo>
                      <a:lnTo>
                        <a:pt x="1"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7"/>
                <p:cNvSpPr/>
                <p:nvPr/>
              </p:nvSpPr>
              <p:spPr>
                <a:xfrm>
                  <a:off x="-2104000" y="2486525"/>
                  <a:ext cx="20325" cy="110225"/>
                </a:xfrm>
                <a:custGeom>
                  <a:rect b="b" l="l" r="r" t="t"/>
                  <a:pathLst>
                    <a:path extrusionOk="0" h="4409" w="813">
                      <a:moveTo>
                        <a:pt x="813" y="0"/>
                      </a:moveTo>
                      <a:cubicBezTo>
                        <a:pt x="341" y="79"/>
                        <a:pt x="1" y="555"/>
                        <a:pt x="1" y="1137"/>
                      </a:cubicBezTo>
                      <a:lnTo>
                        <a:pt x="1" y="2566"/>
                      </a:lnTo>
                      <a:lnTo>
                        <a:pt x="1" y="3284"/>
                      </a:lnTo>
                      <a:cubicBezTo>
                        <a:pt x="1" y="3393"/>
                        <a:pt x="14" y="3496"/>
                        <a:pt x="36" y="3594"/>
                      </a:cubicBezTo>
                      <a:cubicBezTo>
                        <a:pt x="133" y="4024"/>
                        <a:pt x="429" y="4346"/>
                        <a:pt x="813" y="4408"/>
                      </a:cubicBezTo>
                      <a:lnTo>
                        <a:pt x="813" y="3594"/>
                      </a:lnTo>
                      <a:lnTo>
                        <a:pt x="813" y="2566"/>
                      </a:lnTo>
                      <a:lnTo>
                        <a:pt x="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7"/>
                <p:cNvSpPr/>
                <p:nvPr/>
              </p:nvSpPr>
              <p:spPr>
                <a:xfrm>
                  <a:off x="-2059450" y="2500225"/>
                  <a:ext cx="23150" cy="82475"/>
                </a:xfrm>
                <a:custGeom>
                  <a:rect b="b" l="l" r="r" t="t"/>
                  <a:pathLst>
                    <a:path extrusionOk="0" h="3299" w="926">
                      <a:moveTo>
                        <a:pt x="1" y="0"/>
                      </a:moveTo>
                      <a:lnTo>
                        <a:pt x="1" y="2018"/>
                      </a:lnTo>
                      <a:lnTo>
                        <a:pt x="1" y="3047"/>
                      </a:lnTo>
                      <a:lnTo>
                        <a:pt x="1"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7"/>
                <p:cNvSpPr/>
                <p:nvPr/>
              </p:nvSpPr>
              <p:spPr>
                <a:xfrm>
                  <a:off x="-2067450" y="2486050"/>
                  <a:ext cx="8025" cy="110800"/>
                </a:xfrm>
                <a:custGeom>
                  <a:rect b="b" l="l" r="r" t="t"/>
                  <a:pathLst>
                    <a:path extrusionOk="0" h="4432" w="321">
                      <a:moveTo>
                        <a:pt x="1" y="1"/>
                      </a:moveTo>
                      <a:lnTo>
                        <a:pt x="1" y="7"/>
                      </a:lnTo>
                      <a:lnTo>
                        <a:pt x="37" y="7"/>
                      </a:lnTo>
                      <a:lnTo>
                        <a:pt x="37" y="2585"/>
                      </a:lnTo>
                      <a:lnTo>
                        <a:pt x="37" y="3614"/>
                      </a:lnTo>
                      <a:lnTo>
                        <a:pt x="37" y="4431"/>
                      </a:lnTo>
                      <a:lnTo>
                        <a:pt x="321" y="4431"/>
                      </a:lnTo>
                      <a:lnTo>
                        <a:pt x="321" y="3866"/>
                      </a:lnTo>
                      <a:lnTo>
                        <a:pt x="321" y="3614"/>
                      </a:lnTo>
                      <a:lnTo>
                        <a:pt x="321" y="2585"/>
                      </a:lnTo>
                      <a:lnTo>
                        <a:pt x="321" y="56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7"/>
                <p:cNvSpPr/>
                <p:nvPr/>
              </p:nvSpPr>
              <p:spPr>
                <a:xfrm>
                  <a:off x="-2083700" y="2486225"/>
                  <a:ext cx="17200" cy="110825"/>
                </a:xfrm>
                <a:custGeom>
                  <a:rect b="b" l="l" r="r" t="t"/>
                  <a:pathLst>
                    <a:path extrusionOk="0" h="4433" w="688">
                      <a:moveTo>
                        <a:pt x="1" y="0"/>
                      </a:moveTo>
                      <a:lnTo>
                        <a:pt x="1" y="13"/>
                      </a:lnTo>
                      <a:lnTo>
                        <a:pt x="1" y="2578"/>
                      </a:lnTo>
                      <a:lnTo>
                        <a:pt x="1" y="3607"/>
                      </a:lnTo>
                      <a:lnTo>
                        <a:pt x="1" y="4420"/>
                      </a:lnTo>
                      <a:lnTo>
                        <a:pt x="1" y="4432"/>
                      </a:lnTo>
                      <a:lnTo>
                        <a:pt x="687" y="4432"/>
                      </a:lnTo>
                      <a:lnTo>
                        <a:pt x="687" y="4424"/>
                      </a:lnTo>
                      <a:lnTo>
                        <a:pt x="687" y="3607"/>
                      </a:lnTo>
                      <a:lnTo>
                        <a:pt x="687" y="2578"/>
                      </a:lnTo>
                      <a:lnTo>
                        <a:pt x="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7"/>
                <p:cNvSpPr/>
                <p:nvPr/>
              </p:nvSpPr>
              <p:spPr>
                <a:xfrm>
                  <a:off x="-2047700" y="2459150"/>
                  <a:ext cx="31025" cy="91650"/>
                </a:xfrm>
                <a:custGeom>
                  <a:rect b="b" l="l" r="r" t="t"/>
                  <a:pathLst>
                    <a:path extrusionOk="0" h="3666" w="1241">
                      <a:moveTo>
                        <a:pt x="1105" y="0"/>
                      </a:moveTo>
                      <a:cubicBezTo>
                        <a:pt x="1050" y="0"/>
                        <a:pt x="1001" y="35"/>
                        <a:pt x="986" y="90"/>
                      </a:cubicBezTo>
                      <a:lnTo>
                        <a:pt x="18" y="3507"/>
                      </a:lnTo>
                      <a:cubicBezTo>
                        <a:pt x="0" y="3573"/>
                        <a:pt x="38" y="3641"/>
                        <a:pt x="104" y="3660"/>
                      </a:cubicBezTo>
                      <a:cubicBezTo>
                        <a:pt x="115" y="3663"/>
                        <a:pt x="125" y="3665"/>
                        <a:pt x="137" y="3665"/>
                      </a:cubicBezTo>
                      <a:cubicBezTo>
                        <a:pt x="191" y="3665"/>
                        <a:pt x="240" y="3629"/>
                        <a:pt x="255" y="3574"/>
                      </a:cubicBezTo>
                      <a:lnTo>
                        <a:pt x="1223" y="157"/>
                      </a:lnTo>
                      <a:cubicBezTo>
                        <a:pt x="1241" y="91"/>
                        <a:pt x="1204" y="23"/>
                        <a:pt x="1138" y="5"/>
                      </a:cubicBezTo>
                      <a:cubicBezTo>
                        <a:pt x="1127" y="2"/>
                        <a:pt x="1116" y="0"/>
                        <a:pt x="1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7"/>
                <p:cNvSpPr/>
                <p:nvPr/>
              </p:nvSpPr>
              <p:spPr>
                <a:xfrm>
                  <a:off x="-2348725" y="2459175"/>
                  <a:ext cx="31050" cy="91625"/>
                </a:xfrm>
                <a:custGeom>
                  <a:rect b="b" l="l" r="r" t="t"/>
                  <a:pathLst>
                    <a:path extrusionOk="0" h="3665" w="1242">
                      <a:moveTo>
                        <a:pt x="138" y="1"/>
                      </a:moveTo>
                      <a:cubicBezTo>
                        <a:pt x="126" y="1"/>
                        <a:pt x="115" y="2"/>
                        <a:pt x="103" y="6"/>
                      </a:cubicBezTo>
                      <a:cubicBezTo>
                        <a:pt x="37" y="24"/>
                        <a:pt x="0" y="91"/>
                        <a:pt x="19" y="157"/>
                      </a:cubicBezTo>
                      <a:lnTo>
                        <a:pt x="986" y="3574"/>
                      </a:lnTo>
                      <a:cubicBezTo>
                        <a:pt x="1001" y="3629"/>
                        <a:pt x="1051" y="3664"/>
                        <a:pt x="1104" y="3664"/>
                      </a:cubicBezTo>
                      <a:cubicBezTo>
                        <a:pt x="1116" y="3664"/>
                        <a:pt x="1128" y="3661"/>
                        <a:pt x="1138" y="3660"/>
                      </a:cubicBezTo>
                      <a:cubicBezTo>
                        <a:pt x="1203" y="3640"/>
                        <a:pt x="1242" y="3573"/>
                        <a:pt x="1223" y="3507"/>
                      </a:cubicBezTo>
                      <a:lnTo>
                        <a:pt x="256" y="90"/>
                      </a:lnTo>
                      <a:cubicBezTo>
                        <a:pt x="240" y="36"/>
                        <a:pt x="191" y="1"/>
                        <a:pt x="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3813" name="Shape 3813"/>
        <p:cNvGrpSpPr/>
        <p:nvPr/>
      </p:nvGrpSpPr>
      <p:grpSpPr>
        <a:xfrm>
          <a:off x="0" y="0"/>
          <a:ext cx="0" cy="0"/>
          <a:chOff x="0" y="0"/>
          <a:chExt cx="0" cy="0"/>
        </a:xfrm>
      </p:grpSpPr>
      <p:sp>
        <p:nvSpPr>
          <p:cNvPr id="3814" name="Google Shape;3814;p48"/>
          <p:cNvSpPr txBox="1"/>
          <p:nvPr>
            <p:ph type="title"/>
          </p:nvPr>
        </p:nvSpPr>
        <p:spPr>
          <a:xfrm>
            <a:off x="2132100" y="3045000"/>
            <a:ext cx="4879800" cy="5319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sz="2400"/>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3815" name="Google Shape;3815;p48"/>
          <p:cNvSpPr txBox="1"/>
          <p:nvPr>
            <p:ph idx="1" type="subTitle"/>
          </p:nvPr>
        </p:nvSpPr>
        <p:spPr>
          <a:xfrm>
            <a:off x="914400" y="1566600"/>
            <a:ext cx="7315200" cy="147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3000"/>
              <a:buNone/>
              <a:defRPr sz="2400"/>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grpSp>
        <p:nvGrpSpPr>
          <p:cNvPr id="3816" name="Google Shape;3816;p48"/>
          <p:cNvGrpSpPr/>
          <p:nvPr/>
        </p:nvGrpSpPr>
        <p:grpSpPr>
          <a:xfrm rot="635817">
            <a:off x="7679450" y="3881664"/>
            <a:ext cx="1232366" cy="1066715"/>
            <a:chOff x="3725309" y="381575"/>
            <a:chExt cx="533375" cy="461700"/>
          </a:xfrm>
        </p:grpSpPr>
        <p:sp>
          <p:nvSpPr>
            <p:cNvPr id="3817" name="Google Shape;3817;p48"/>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8"/>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8"/>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8"/>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8"/>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8"/>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8"/>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8"/>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8"/>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8"/>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8"/>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8"/>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8"/>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8"/>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8"/>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2" name="Google Shape;3832;p48"/>
          <p:cNvGrpSpPr/>
          <p:nvPr/>
        </p:nvGrpSpPr>
        <p:grpSpPr>
          <a:xfrm>
            <a:off x="4212491" y="361790"/>
            <a:ext cx="719021" cy="355403"/>
            <a:chOff x="3442209" y="513788"/>
            <a:chExt cx="366866" cy="181338"/>
          </a:xfrm>
        </p:grpSpPr>
        <p:sp>
          <p:nvSpPr>
            <p:cNvPr id="3833" name="Google Shape;3833;p48"/>
            <p:cNvSpPr/>
            <p:nvPr/>
          </p:nvSpPr>
          <p:spPr>
            <a:xfrm>
              <a:off x="3442209" y="513788"/>
              <a:ext cx="365475" cy="179900"/>
            </a:xfrm>
            <a:custGeom>
              <a:rect b="b" l="l" r="r" t="t"/>
              <a:pathLst>
                <a:path extrusionOk="0" h="7196" w="14619">
                  <a:moveTo>
                    <a:pt x="7310" y="1"/>
                  </a:moveTo>
                  <a:cubicBezTo>
                    <a:pt x="3273" y="2"/>
                    <a:pt x="1" y="3510"/>
                    <a:pt x="1" y="3510"/>
                  </a:cubicBezTo>
                  <a:cubicBezTo>
                    <a:pt x="82" y="3487"/>
                    <a:pt x="164" y="3466"/>
                    <a:pt x="244" y="3443"/>
                  </a:cubicBezTo>
                  <a:lnTo>
                    <a:pt x="244" y="3443"/>
                  </a:lnTo>
                  <a:cubicBezTo>
                    <a:pt x="85" y="3595"/>
                    <a:pt x="1" y="3687"/>
                    <a:pt x="1" y="3687"/>
                  </a:cubicBezTo>
                  <a:cubicBezTo>
                    <a:pt x="1" y="3687"/>
                    <a:pt x="3273" y="7196"/>
                    <a:pt x="7310" y="7196"/>
                  </a:cubicBezTo>
                  <a:cubicBezTo>
                    <a:pt x="11346" y="7196"/>
                    <a:pt x="14619" y="3687"/>
                    <a:pt x="14619" y="3687"/>
                  </a:cubicBezTo>
                  <a:cubicBezTo>
                    <a:pt x="14619" y="3687"/>
                    <a:pt x="14532" y="3594"/>
                    <a:pt x="14371" y="3440"/>
                  </a:cubicBezTo>
                  <a:lnTo>
                    <a:pt x="14371" y="3440"/>
                  </a:lnTo>
                  <a:cubicBezTo>
                    <a:pt x="14454" y="3463"/>
                    <a:pt x="14536" y="3486"/>
                    <a:pt x="14619" y="3509"/>
                  </a:cubicBezTo>
                  <a:cubicBezTo>
                    <a:pt x="14619" y="3509"/>
                    <a:pt x="11346" y="1"/>
                    <a:pt x="731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8"/>
            <p:cNvSpPr/>
            <p:nvPr/>
          </p:nvSpPr>
          <p:spPr>
            <a:xfrm>
              <a:off x="3443600" y="519675"/>
              <a:ext cx="365475" cy="175450"/>
            </a:xfrm>
            <a:custGeom>
              <a:rect b="b" l="l" r="r" t="t"/>
              <a:pathLst>
                <a:path extrusionOk="0" h="7018" w="14619">
                  <a:moveTo>
                    <a:pt x="7309" y="0"/>
                  </a:moveTo>
                  <a:cubicBezTo>
                    <a:pt x="3273" y="0"/>
                    <a:pt x="0" y="3509"/>
                    <a:pt x="0" y="3509"/>
                  </a:cubicBezTo>
                  <a:cubicBezTo>
                    <a:pt x="0" y="3509"/>
                    <a:pt x="3273" y="7018"/>
                    <a:pt x="7309" y="7018"/>
                  </a:cubicBezTo>
                  <a:cubicBezTo>
                    <a:pt x="11346" y="7018"/>
                    <a:pt x="14618" y="3509"/>
                    <a:pt x="14618" y="3509"/>
                  </a:cubicBezTo>
                  <a:cubicBezTo>
                    <a:pt x="14618" y="3509"/>
                    <a:pt x="11346"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8"/>
            <p:cNvSpPr/>
            <p:nvPr/>
          </p:nvSpPr>
          <p:spPr>
            <a:xfrm>
              <a:off x="3549550" y="530625"/>
              <a:ext cx="153525" cy="153550"/>
            </a:xfrm>
            <a:custGeom>
              <a:rect b="b" l="l" r="r" t="t"/>
              <a:pathLst>
                <a:path extrusionOk="0" h="6142" w="6141">
                  <a:moveTo>
                    <a:pt x="3071" y="1"/>
                  </a:moveTo>
                  <a:cubicBezTo>
                    <a:pt x="1375" y="1"/>
                    <a:pt x="1" y="1374"/>
                    <a:pt x="1" y="3071"/>
                  </a:cubicBezTo>
                  <a:cubicBezTo>
                    <a:pt x="1" y="4766"/>
                    <a:pt x="1375" y="6141"/>
                    <a:pt x="3071" y="6141"/>
                  </a:cubicBezTo>
                  <a:cubicBezTo>
                    <a:pt x="4766" y="6141"/>
                    <a:pt x="6141" y="4766"/>
                    <a:pt x="6141" y="3071"/>
                  </a:cubicBezTo>
                  <a:cubicBezTo>
                    <a:pt x="6141" y="1374"/>
                    <a:pt x="4766"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8"/>
            <p:cNvSpPr/>
            <p:nvPr/>
          </p:nvSpPr>
          <p:spPr>
            <a:xfrm>
              <a:off x="3562700" y="547025"/>
              <a:ext cx="127200" cy="120775"/>
            </a:xfrm>
            <a:custGeom>
              <a:rect b="b" l="l" r="r" t="t"/>
              <a:pathLst>
                <a:path extrusionOk="0" h="4831" w="5088">
                  <a:moveTo>
                    <a:pt x="2545" y="1"/>
                  </a:moveTo>
                  <a:cubicBezTo>
                    <a:pt x="2345" y="1"/>
                    <a:pt x="2144" y="128"/>
                    <a:pt x="2113" y="383"/>
                  </a:cubicBezTo>
                  <a:cubicBezTo>
                    <a:pt x="2085" y="616"/>
                    <a:pt x="1887" y="766"/>
                    <a:pt x="1680" y="766"/>
                  </a:cubicBezTo>
                  <a:cubicBezTo>
                    <a:pt x="1588" y="766"/>
                    <a:pt x="1494" y="737"/>
                    <a:pt x="1413" y="673"/>
                  </a:cubicBezTo>
                  <a:cubicBezTo>
                    <a:pt x="1326" y="604"/>
                    <a:pt x="1233" y="575"/>
                    <a:pt x="1145" y="575"/>
                  </a:cubicBezTo>
                  <a:cubicBezTo>
                    <a:pt x="822" y="575"/>
                    <a:pt x="553" y="966"/>
                    <a:pt x="803" y="1283"/>
                  </a:cubicBezTo>
                  <a:cubicBezTo>
                    <a:pt x="1011" y="1550"/>
                    <a:pt x="849" y="1943"/>
                    <a:pt x="512" y="1983"/>
                  </a:cubicBezTo>
                  <a:cubicBezTo>
                    <a:pt x="1" y="2045"/>
                    <a:pt x="1" y="2786"/>
                    <a:pt x="512" y="2846"/>
                  </a:cubicBezTo>
                  <a:cubicBezTo>
                    <a:pt x="849" y="2888"/>
                    <a:pt x="1011" y="3280"/>
                    <a:pt x="803" y="3547"/>
                  </a:cubicBezTo>
                  <a:cubicBezTo>
                    <a:pt x="553" y="3864"/>
                    <a:pt x="822" y="4255"/>
                    <a:pt x="1145" y="4255"/>
                  </a:cubicBezTo>
                  <a:cubicBezTo>
                    <a:pt x="1233" y="4255"/>
                    <a:pt x="1326" y="4225"/>
                    <a:pt x="1413" y="4157"/>
                  </a:cubicBezTo>
                  <a:cubicBezTo>
                    <a:pt x="1494" y="4093"/>
                    <a:pt x="1588" y="4064"/>
                    <a:pt x="1680" y="4064"/>
                  </a:cubicBezTo>
                  <a:cubicBezTo>
                    <a:pt x="1887" y="4064"/>
                    <a:pt x="2085" y="4214"/>
                    <a:pt x="2113" y="4448"/>
                  </a:cubicBezTo>
                  <a:cubicBezTo>
                    <a:pt x="2144" y="4703"/>
                    <a:pt x="2344" y="4830"/>
                    <a:pt x="2545" y="4830"/>
                  </a:cubicBezTo>
                  <a:cubicBezTo>
                    <a:pt x="2745" y="4830"/>
                    <a:pt x="2946" y="4703"/>
                    <a:pt x="2976" y="4448"/>
                  </a:cubicBezTo>
                  <a:cubicBezTo>
                    <a:pt x="3005" y="4214"/>
                    <a:pt x="3202" y="4064"/>
                    <a:pt x="3410" y="4064"/>
                  </a:cubicBezTo>
                  <a:cubicBezTo>
                    <a:pt x="3502" y="4064"/>
                    <a:pt x="3595" y="4093"/>
                    <a:pt x="3677" y="4157"/>
                  </a:cubicBezTo>
                  <a:cubicBezTo>
                    <a:pt x="3764" y="4225"/>
                    <a:pt x="3856" y="4255"/>
                    <a:pt x="3944" y="4255"/>
                  </a:cubicBezTo>
                  <a:cubicBezTo>
                    <a:pt x="4267" y="4255"/>
                    <a:pt x="4535" y="3864"/>
                    <a:pt x="4287" y="3547"/>
                  </a:cubicBezTo>
                  <a:cubicBezTo>
                    <a:pt x="4077" y="3280"/>
                    <a:pt x="4240" y="2886"/>
                    <a:pt x="4577" y="2846"/>
                  </a:cubicBezTo>
                  <a:cubicBezTo>
                    <a:pt x="5088" y="2784"/>
                    <a:pt x="5088" y="2044"/>
                    <a:pt x="4577" y="1983"/>
                  </a:cubicBezTo>
                  <a:cubicBezTo>
                    <a:pt x="4240" y="1942"/>
                    <a:pt x="4077" y="1550"/>
                    <a:pt x="4287" y="1283"/>
                  </a:cubicBezTo>
                  <a:cubicBezTo>
                    <a:pt x="4535" y="966"/>
                    <a:pt x="4266" y="575"/>
                    <a:pt x="3944" y="575"/>
                  </a:cubicBezTo>
                  <a:cubicBezTo>
                    <a:pt x="3856" y="575"/>
                    <a:pt x="3764" y="605"/>
                    <a:pt x="3677" y="673"/>
                  </a:cubicBezTo>
                  <a:cubicBezTo>
                    <a:pt x="3595" y="737"/>
                    <a:pt x="3501" y="766"/>
                    <a:pt x="3410" y="766"/>
                  </a:cubicBezTo>
                  <a:cubicBezTo>
                    <a:pt x="3202" y="766"/>
                    <a:pt x="3004" y="616"/>
                    <a:pt x="2976" y="383"/>
                  </a:cubicBezTo>
                  <a:cubicBezTo>
                    <a:pt x="2946" y="128"/>
                    <a:pt x="2745" y="1"/>
                    <a:pt x="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8"/>
            <p:cNvSpPr/>
            <p:nvPr/>
          </p:nvSpPr>
          <p:spPr>
            <a:xfrm>
              <a:off x="3600975" y="582025"/>
              <a:ext cx="50725" cy="50725"/>
            </a:xfrm>
            <a:custGeom>
              <a:rect b="b" l="l" r="r" t="t"/>
              <a:pathLst>
                <a:path extrusionOk="0" h="2029" w="2029">
                  <a:moveTo>
                    <a:pt x="1014" y="0"/>
                  </a:moveTo>
                  <a:cubicBezTo>
                    <a:pt x="454" y="0"/>
                    <a:pt x="0" y="454"/>
                    <a:pt x="0" y="1015"/>
                  </a:cubicBezTo>
                  <a:cubicBezTo>
                    <a:pt x="0" y="1574"/>
                    <a:pt x="454" y="2028"/>
                    <a:pt x="1014" y="2028"/>
                  </a:cubicBezTo>
                  <a:cubicBezTo>
                    <a:pt x="1574" y="2028"/>
                    <a:pt x="2028" y="1574"/>
                    <a:pt x="2028" y="1015"/>
                  </a:cubicBezTo>
                  <a:cubicBezTo>
                    <a:pt x="2028" y="454"/>
                    <a:pt x="1574" y="0"/>
                    <a:pt x="1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8"/>
            <p:cNvSpPr/>
            <p:nvPr/>
          </p:nvSpPr>
          <p:spPr>
            <a:xfrm>
              <a:off x="3443600" y="515225"/>
              <a:ext cx="365475" cy="87750"/>
            </a:xfrm>
            <a:custGeom>
              <a:rect b="b" l="l" r="r" t="t"/>
              <a:pathLst>
                <a:path extrusionOk="0" h="3510" w="14619">
                  <a:moveTo>
                    <a:pt x="7309" y="1"/>
                  </a:moveTo>
                  <a:cubicBezTo>
                    <a:pt x="3273" y="1"/>
                    <a:pt x="0" y="3509"/>
                    <a:pt x="0" y="3509"/>
                  </a:cubicBezTo>
                  <a:cubicBezTo>
                    <a:pt x="2504" y="2781"/>
                    <a:pt x="4955" y="2431"/>
                    <a:pt x="7357" y="2431"/>
                  </a:cubicBezTo>
                  <a:cubicBezTo>
                    <a:pt x="9828" y="2431"/>
                    <a:pt x="12247" y="2801"/>
                    <a:pt x="14618" y="3509"/>
                  </a:cubicBezTo>
                  <a:cubicBezTo>
                    <a:pt x="14618" y="3509"/>
                    <a:pt x="11346" y="1"/>
                    <a:pt x="7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9" name="Google Shape;3839;p48"/>
          <p:cNvGrpSpPr/>
          <p:nvPr/>
        </p:nvGrpSpPr>
        <p:grpSpPr>
          <a:xfrm>
            <a:off x="151400" y="3899596"/>
            <a:ext cx="1371801" cy="1105170"/>
            <a:chOff x="-1208112" y="2710525"/>
            <a:chExt cx="531150" cy="427913"/>
          </a:xfrm>
        </p:grpSpPr>
        <p:sp>
          <p:nvSpPr>
            <p:cNvPr id="3840" name="Google Shape;3840;p48"/>
            <p:cNvSpPr/>
            <p:nvPr/>
          </p:nvSpPr>
          <p:spPr>
            <a:xfrm>
              <a:off x="-1208087" y="2710525"/>
              <a:ext cx="531125" cy="427850"/>
            </a:xfrm>
            <a:custGeom>
              <a:rect b="b" l="l" r="r" t="t"/>
              <a:pathLst>
                <a:path extrusionOk="0" h="17114" w="21245">
                  <a:moveTo>
                    <a:pt x="16464" y="1"/>
                  </a:moveTo>
                  <a:cubicBezTo>
                    <a:pt x="16305" y="1"/>
                    <a:pt x="16145" y="26"/>
                    <a:pt x="15987" y="80"/>
                  </a:cubicBezTo>
                  <a:lnTo>
                    <a:pt x="1181" y="5168"/>
                  </a:lnTo>
                  <a:cubicBezTo>
                    <a:pt x="412" y="5433"/>
                    <a:pt x="0" y="6277"/>
                    <a:pt x="264" y="7043"/>
                  </a:cubicBezTo>
                  <a:lnTo>
                    <a:pt x="3381" y="16117"/>
                  </a:lnTo>
                  <a:cubicBezTo>
                    <a:pt x="3592" y="16728"/>
                    <a:pt x="4168" y="17114"/>
                    <a:pt x="4782" y="17114"/>
                  </a:cubicBezTo>
                  <a:cubicBezTo>
                    <a:pt x="4940" y="17114"/>
                    <a:pt x="5101" y="17088"/>
                    <a:pt x="5258" y="17034"/>
                  </a:cubicBezTo>
                  <a:lnTo>
                    <a:pt x="7426" y="16290"/>
                  </a:lnTo>
                  <a:lnTo>
                    <a:pt x="16069" y="13320"/>
                  </a:lnTo>
                  <a:lnTo>
                    <a:pt x="16622" y="13130"/>
                  </a:lnTo>
                  <a:lnTo>
                    <a:pt x="17896" y="12692"/>
                  </a:lnTo>
                  <a:lnTo>
                    <a:pt x="20065" y="11947"/>
                  </a:lnTo>
                  <a:cubicBezTo>
                    <a:pt x="20832" y="11682"/>
                    <a:pt x="21245" y="10837"/>
                    <a:pt x="20981" y="10069"/>
                  </a:cubicBezTo>
                  <a:lnTo>
                    <a:pt x="17863" y="996"/>
                  </a:lnTo>
                  <a:cubicBezTo>
                    <a:pt x="17654" y="386"/>
                    <a:pt x="17077" y="1"/>
                    <a:pt x="16464"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1" name="Google Shape;3841;p48"/>
            <p:cNvGrpSpPr/>
            <p:nvPr/>
          </p:nvGrpSpPr>
          <p:grpSpPr>
            <a:xfrm>
              <a:off x="-1208112" y="2710563"/>
              <a:ext cx="531150" cy="427875"/>
              <a:chOff x="-1651000" y="1758875"/>
              <a:chExt cx="531150" cy="427875"/>
            </a:xfrm>
          </p:grpSpPr>
          <p:sp>
            <p:nvSpPr>
              <p:cNvPr id="3842" name="Google Shape;3842;p48"/>
              <p:cNvSpPr/>
              <p:nvPr/>
            </p:nvSpPr>
            <p:spPr>
              <a:xfrm>
                <a:off x="-1651000" y="1758875"/>
                <a:ext cx="531150" cy="427875"/>
              </a:xfrm>
              <a:custGeom>
                <a:rect b="b" l="l" r="r" t="t"/>
                <a:pathLst>
                  <a:path extrusionOk="0" h="17115" w="21246">
                    <a:moveTo>
                      <a:pt x="16465" y="1"/>
                    </a:moveTo>
                    <a:cubicBezTo>
                      <a:pt x="16306" y="1"/>
                      <a:pt x="16145" y="26"/>
                      <a:pt x="15987" y="81"/>
                    </a:cubicBezTo>
                    <a:lnTo>
                      <a:pt x="1181" y="5168"/>
                    </a:lnTo>
                    <a:cubicBezTo>
                      <a:pt x="413" y="5433"/>
                      <a:pt x="0" y="6277"/>
                      <a:pt x="264" y="7043"/>
                    </a:cubicBezTo>
                    <a:lnTo>
                      <a:pt x="3381" y="16117"/>
                    </a:lnTo>
                    <a:cubicBezTo>
                      <a:pt x="3591" y="16728"/>
                      <a:pt x="4168" y="17114"/>
                      <a:pt x="4781" y="17114"/>
                    </a:cubicBezTo>
                    <a:cubicBezTo>
                      <a:pt x="4940" y="17114"/>
                      <a:pt x="5101" y="17088"/>
                      <a:pt x="5258" y="17034"/>
                    </a:cubicBezTo>
                    <a:lnTo>
                      <a:pt x="20064" y="11946"/>
                    </a:lnTo>
                    <a:cubicBezTo>
                      <a:pt x="20833" y="11682"/>
                      <a:pt x="21246" y="10838"/>
                      <a:pt x="20982" y="10069"/>
                    </a:cubicBezTo>
                    <a:lnTo>
                      <a:pt x="17864" y="996"/>
                    </a:lnTo>
                    <a:cubicBezTo>
                      <a:pt x="17655" y="386"/>
                      <a:pt x="17079" y="1"/>
                      <a:pt x="16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8"/>
              <p:cNvSpPr/>
              <p:nvPr/>
            </p:nvSpPr>
            <p:spPr>
              <a:xfrm>
                <a:off x="-1627375" y="1911950"/>
                <a:ext cx="20650" cy="19975"/>
              </a:xfrm>
              <a:custGeom>
                <a:rect b="b" l="l" r="r" t="t"/>
                <a:pathLst>
                  <a:path extrusionOk="0" h="799" w="826">
                    <a:moveTo>
                      <a:pt x="413" y="1"/>
                    </a:moveTo>
                    <a:cubicBezTo>
                      <a:pt x="370" y="1"/>
                      <a:pt x="326" y="8"/>
                      <a:pt x="283" y="23"/>
                    </a:cubicBezTo>
                    <a:cubicBezTo>
                      <a:pt x="182" y="58"/>
                      <a:pt x="101" y="130"/>
                      <a:pt x="54" y="225"/>
                    </a:cubicBezTo>
                    <a:cubicBezTo>
                      <a:pt x="7" y="321"/>
                      <a:pt x="1" y="429"/>
                      <a:pt x="36" y="529"/>
                    </a:cubicBezTo>
                    <a:cubicBezTo>
                      <a:pt x="91" y="690"/>
                      <a:pt x="242" y="799"/>
                      <a:pt x="412" y="799"/>
                    </a:cubicBezTo>
                    <a:cubicBezTo>
                      <a:pt x="456" y="799"/>
                      <a:pt x="500" y="791"/>
                      <a:pt x="542" y="777"/>
                    </a:cubicBezTo>
                    <a:cubicBezTo>
                      <a:pt x="644" y="742"/>
                      <a:pt x="724" y="670"/>
                      <a:pt x="771" y="575"/>
                    </a:cubicBezTo>
                    <a:cubicBezTo>
                      <a:pt x="819" y="479"/>
                      <a:pt x="825" y="370"/>
                      <a:pt x="790" y="270"/>
                    </a:cubicBezTo>
                    <a:cubicBezTo>
                      <a:pt x="734" y="109"/>
                      <a:pt x="584"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8"/>
              <p:cNvSpPr/>
              <p:nvPr/>
            </p:nvSpPr>
            <p:spPr>
              <a:xfrm>
                <a:off x="-1243900" y="1780175"/>
                <a:ext cx="21500" cy="20000"/>
              </a:xfrm>
              <a:custGeom>
                <a:rect b="b" l="l" r="r" t="t"/>
                <a:pathLst>
                  <a:path extrusionOk="0" h="800" w="860">
                    <a:moveTo>
                      <a:pt x="413" y="0"/>
                    </a:moveTo>
                    <a:cubicBezTo>
                      <a:pt x="369" y="0"/>
                      <a:pt x="325" y="9"/>
                      <a:pt x="282" y="22"/>
                    </a:cubicBezTo>
                    <a:cubicBezTo>
                      <a:pt x="182" y="57"/>
                      <a:pt x="100" y="129"/>
                      <a:pt x="54" y="225"/>
                    </a:cubicBezTo>
                    <a:cubicBezTo>
                      <a:pt x="6" y="320"/>
                      <a:pt x="0" y="429"/>
                      <a:pt x="34" y="530"/>
                    </a:cubicBezTo>
                    <a:cubicBezTo>
                      <a:pt x="90" y="691"/>
                      <a:pt x="243" y="799"/>
                      <a:pt x="413" y="799"/>
                    </a:cubicBezTo>
                    <a:cubicBezTo>
                      <a:pt x="456" y="799"/>
                      <a:pt x="501" y="791"/>
                      <a:pt x="542" y="778"/>
                    </a:cubicBezTo>
                    <a:cubicBezTo>
                      <a:pt x="749" y="706"/>
                      <a:pt x="860" y="478"/>
                      <a:pt x="790" y="270"/>
                    </a:cubicBezTo>
                    <a:cubicBezTo>
                      <a:pt x="735" y="109"/>
                      <a:pt x="583" y="0"/>
                      <a:pt x="4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8"/>
              <p:cNvSpPr/>
              <p:nvPr/>
            </p:nvSpPr>
            <p:spPr>
              <a:xfrm>
                <a:off x="-1547425" y="2147300"/>
                <a:ext cx="22450" cy="20000"/>
              </a:xfrm>
              <a:custGeom>
                <a:rect b="b" l="l" r="r" t="t"/>
                <a:pathLst>
                  <a:path extrusionOk="0" h="800" w="898">
                    <a:moveTo>
                      <a:pt x="450" y="1"/>
                    </a:moveTo>
                    <a:cubicBezTo>
                      <a:pt x="405" y="1"/>
                      <a:pt x="362" y="9"/>
                      <a:pt x="320" y="22"/>
                    </a:cubicBezTo>
                    <a:cubicBezTo>
                      <a:pt x="111" y="94"/>
                      <a:pt x="1" y="322"/>
                      <a:pt x="72" y="530"/>
                    </a:cubicBezTo>
                    <a:cubicBezTo>
                      <a:pt x="127" y="691"/>
                      <a:pt x="279" y="800"/>
                      <a:pt x="450" y="800"/>
                    </a:cubicBezTo>
                    <a:cubicBezTo>
                      <a:pt x="493" y="800"/>
                      <a:pt x="537" y="791"/>
                      <a:pt x="579" y="778"/>
                    </a:cubicBezTo>
                    <a:cubicBezTo>
                      <a:pt x="786" y="707"/>
                      <a:pt x="898" y="479"/>
                      <a:pt x="826" y="270"/>
                    </a:cubicBezTo>
                    <a:cubicBezTo>
                      <a:pt x="772" y="109"/>
                      <a:pt x="620" y="1"/>
                      <a:pt x="4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8"/>
              <p:cNvSpPr/>
              <p:nvPr/>
            </p:nvSpPr>
            <p:spPr>
              <a:xfrm>
                <a:off x="-1163000" y="2015550"/>
                <a:ext cx="21550" cy="19975"/>
              </a:xfrm>
              <a:custGeom>
                <a:rect b="b" l="l" r="r" t="t"/>
                <a:pathLst>
                  <a:path extrusionOk="0" h="799" w="862">
                    <a:moveTo>
                      <a:pt x="413" y="0"/>
                    </a:moveTo>
                    <a:cubicBezTo>
                      <a:pt x="369" y="0"/>
                      <a:pt x="326" y="8"/>
                      <a:pt x="283" y="22"/>
                    </a:cubicBezTo>
                    <a:cubicBezTo>
                      <a:pt x="182" y="57"/>
                      <a:pt x="101" y="129"/>
                      <a:pt x="54" y="224"/>
                    </a:cubicBezTo>
                    <a:cubicBezTo>
                      <a:pt x="7" y="320"/>
                      <a:pt x="0" y="429"/>
                      <a:pt x="35" y="529"/>
                    </a:cubicBezTo>
                    <a:cubicBezTo>
                      <a:pt x="89" y="690"/>
                      <a:pt x="241" y="798"/>
                      <a:pt x="412" y="798"/>
                    </a:cubicBezTo>
                    <a:cubicBezTo>
                      <a:pt x="456" y="798"/>
                      <a:pt x="500" y="791"/>
                      <a:pt x="542" y="776"/>
                    </a:cubicBezTo>
                    <a:cubicBezTo>
                      <a:pt x="750" y="705"/>
                      <a:pt x="861" y="477"/>
                      <a:pt x="790" y="270"/>
                    </a:cubicBezTo>
                    <a:cubicBezTo>
                      <a:pt x="735" y="109"/>
                      <a:pt x="584" y="0"/>
                      <a:pt x="4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8"/>
              <p:cNvSpPr/>
              <p:nvPr/>
            </p:nvSpPr>
            <p:spPr>
              <a:xfrm>
                <a:off x="-1550125" y="1984975"/>
                <a:ext cx="386425" cy="140200"/>
              </a:xfrm>
              <a:custGeom>
                <a:rect b="b" l="l" r="r" t="t"/>
                <a:pathLst>
                  <a:path extrusionOk="0" h="5608" w="15457">
                    <a:moveTo>
                      <a:pt x="15341" y="0"/>
                    </a:moveTo>
                    <a:lnTo>
                      <a:pt x="0" y="5273"/>
                    </a:lnTo>
                    <a:lnTo>
                      <a:pt x="115" y="5607"/>
                    </a:lnTo>
                    <a:lnTo>
                      <a:pt x="15457" y="335"/>
                    </a:lnTo>
                    <a:lnTo>
                      <a:pt x="153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8"/>
              <p:cNvSpPr/>
              <p:nvPr/>
            </p:nvSpPr>
            <p:spPr>
              <a:xfrm>
                <a:off x="-1604400" y="1802800"/>
                <a:ext cx="437850" cy="314175"/>
              </a:xfrm>
              <a:custGeom>
                <a:rect b="b" l="l" r="r" t="t"/>
                <a:pathLst>
                  <a:path extrusionOk="0" h="12567" w="17514">
                    <a:moveTo>
                      <a:pt x="13353" y="1"/>
                    </a:moveTo>
                    <a:lnTo>
                      <a:pt x="8687" y="1604"/>
                    </a:lnTo>
                    <a:lnTo>
                      <a:pt x="8187" y="1776"/>
                    </a:lnTo>
                    <a:lnTo>
                      <a:pt x="7581" y="1984"/>
                    </a:lnTo>
                    <a:lnTo>
                      <a:pt x="6742" y="2273"/>
                    </a:lnTo>
                    <a:lnTo>
                      <a:pt x="6136" y="2480"/>
                    </a:lnTo>
                    <a:lnTo>
                      <a:pt x="5636" y="2652"/>
                    </a:lnTo>
                    <a:lnTo>
                      <a:pt x="969" y="4255"/>
                    </a:lnTo>
                    <a:cubicBezTo>
                      <a:pt x="1250" y="5072"/>
                      <a:pt x="814" y="5963"/>
                      <a:pt x="1" y="6242"/>
                    </a:cubicBezTo>
                    <a:lnTo>
                      <a:pt x="0" y="6243"/>
                    </a:lnTo>
                    <a:lnTo>
                      <a:pt x="2171" y="12566"/>
                    </a:lnTo>
                    <a:lnTo>
                      <a:pt x="8317" y="10454"/>
                    </a:lnTo>
                    <a:lnTo>
                      <a:pt x="8817" y="10282"/>
                    </a:lnTo>
                    <a:lnTo>
                      <a:pt x="9422" y="10075"/>
                    </a:lnTo>
                    <a:lnTo>
                      <a:pt x="10262" y="9786"/>
                    </a:lnTo>
                    <a:lnTo>
                      <a:pt x="10867" y="9578"/>
                    </a:lnTo>
                    <a:lnTo>
                      <a:pt x="11368" y="9406"/>
                    </a:lnTo>
                    <a:lnTo>
                      <a:pt x="17513" y="7295"/>
                    </a:lnTo>
                    <a:lnTo>
                      <a:pt x="15340" y="973"/>
                    </a:lnTo>
                    <a:cubicBezTo>
                      <a:pt x="15173" y="1030"/>
                      <a:pt x="15003" y="1057"/>
                      <a:pt x="14835" y="1057"/>
                    </a:cubicBezTo>
                    <a:cubicBezTo>
                      <a:pt x="14185" y="1057"/>
                      <a:pt x="13576" y="648"/>
                      <a:pt x="133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8"/>
              <p:cNvSpPr/>
              <p:nvPr/>
            </p:nvSpPr>
            <p:spPr>
              <a:xfrm>
                <a:off x="-1463475" y="1842900"/>
                <a:ext cx="143275" cy="221250"/>
              </a:xfrm>
              <a:custGeom>
                <a:rect b="b" l="l" r="r" t="t"/>
                <a:pathLst>
                  <a:path extrusionOk="0" h="8850" w="5731">
                    <a:moveTo>
                      <a:pt x="3051" y="0"/>
                    </a:moveTo>
                    <a:lnTo>
                      <a:pt x="2551" y="174"/>
                    </a:lnTo>
                    <a:lnTo>
                      <a:pt x="1946" y="380"/>
                    </a:lnTo>
                    <a:lnTo>
                      <a:pt x="1106" y="669"/>
                    </a:lnTo>
                    <a:lnTo>
                      <a:pt x="501" y="876"/>
                    </a:lnTo>
                    <a:lnTo>
                      <a:pt x="1" y="1048"/>
                    </a:lnTo>
                    <a:lnTo>
                      <a:pt x="2681" y="8850"/>
                    </a:lnTo>
                    <a:lnTo>
                      <a:pt x="3180" y="8678"/>
                    </a:lnTo>
                    <a:lnTo>
                      <a:pt x="3785" y="8471"/>
                    </a:lnTo>
                    <a:lnTo>
                      <a:pt x="4626" y="8182"/>
                    </a:lnTo>
                    <a:lnTo>
                      <a:pt x="5231" y="7974"/>
                    </a:lnTo>
                    <a:lnTo>
                      <a:pt x="5731" y="7802"/>
                    </a:lnTo>
                    <a:lnTo>
                      <a:pt x="30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8"/>
              <p:cNvSpPr/>
              <p:nvPr/>
            </p:nvSpPr>
            <p:spPr>
              <a:xfrm>
                <a:off x="-1450950" y="1847225"/>
                <a:ext cx="118275" cy="212650"/>
              </a:xfrm>
              <a:custGeom>
                <a:rect b="b" l="l" r="r" t="t"/>
                <a:pathLst>
                  <a:path extrusionOk="0" h="8506" w="4731">
                    <a:moveTo>
                      <a:pt x="2050" y="1"/>
                    </a:moveTo>
                    <a:lnTo>
                      <a:pt x="1445" y="207"/>
                    </a:lnTo>
                    <a:lnTo>
                      <a:pt x="605" y="496"/>
                    </a:lnTo>
                    <a:lnTo>
                      <a:pt x="0" y="703"/>
                    </a:lnTo>
                    <a:lnTo>
                      <a:pt x="2679" y="8505"/>
                    </a:lnTo>
                    <a:lnTo>
                      <a:pt x="3284" y="8298"/>
                    </a:lnTo>
                    <a:lnTo>
                      <a:pt x="4125" y="8009"/>
                    </a:lnTo>
                    <a:lnTo>
                      <a:pt x="4730" y="7801"/>
                    </a:lnTo>
                    <a:lnTo>
                      <a:pt x="20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8"/>
              <p:cNvSpPr/>
              <p:nvPr/>
            </p:nvSpPr>
            <p:spPr>
              <a:xfrm>
                <a:off x="-1435800" y="1852475"/>
                <a:ext cx="88125" cy="202250"/>
              </a:xfrm>
              <a:custGeom>
                <a:rect b="b" l="l" r="r" t="t"/>
                <a:pathLst>
                  <a:path extrusionOk="0" h="8090" w="3525">
                    <a:moveTo>
                      <a:pt x="840" y="0"/>
                    </a:moveTo>
                    <a:lnTo>
                      <a:pt x="0" y="289"/>
                    </a:lnTo>
                    <a:lnTo>
                      <a:pt x="2684" y="8090"/>
                    </a:lnTo>
                    <a:lnTo>
                      <a:pt x="3524" y="7801"/>
                    </a:lnTo>
                    <a:lnTo>
                      <a:pt x="84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8"/>
              <p:cNvSpPr/>
              <p:nvPr/>
            </p:nvSpPr>
            <p:spPr>
              <a:xfrm>
                <a:off x="-1465375" y="2039125"/>
                <a:ext cx="261800" cy="127000"/>
              </a:xfrm>
              <a:custGeom>
                <a:rect b="b" l="l" r="r" t="t"/>
                <a:pathLst>
                  <a:path extrusionOk="0" h="5080" w="10472">
                    <a:moveTo>
                      <a:pt x="8573" y="1"/>
                    </a:moveTo>
                    <a:cubicBezTo>
                      <a:pt x="8454" y="1"/>
                      <a:pt x="8334" y="20"/>
                      <a:pt x="8217" y="60"/>
                    </a:cubicBezTo>
                    <a:lnTo>
                      <a:pt x="905" y="2573"/>
                    </a:lnTo>
                    <a:cubicBezTo>
                      <a:pt x="502" y="2712"/>
                      <a:pt x="218" y="3068"/>
                      <a:pt x="172" y="3491"/>
                    </a:cubicBezTo>
                    <a:lnTo>
                      <a:pt x="1" y="5079"/>
                    </a:lnTo>
                    <a:lnTo>
                      <a:pt x="1" y="5079"/>
                    </a:lnTo>
                    <a:lnTo>
                      <a:pt x="10471" y="1480"/>
                    </a:lnTo>
                    <a:lnTo>
                      <a:pt x="9358" y="334"/>
                    </a:lnTo>
                    <a:cubicBezTo>
                      <a:pt x="9149" y="117"/>
                      <a:pt x="8864" y="1"/>
                      <a:pt x="8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8"/>
              <p:cNvSpPr/>
              <p:nvPr/>
            </p:nvSpPr>
            <p:spPr>
              <a:xfrm>
                <a:off x="-1437200" y="2136150"/>
                <a:ext cx="19575" cy="18825"/>
              </a:xfrm>
              <a:custGeom>
                <a:rect b="b" l="l" r="r" t="t"/>
                <a:pathLst>
                  <a:path extrusionOk="0" h="753" w="783">
                    <a:moveTo>
                      <a:pt x="365" y="1"/>
                    </a:moveTo>
                    <a:cubicBezTo>
                      <a:pt x="330" y="1"/>
                      <a:pt x="295" y="7"/>
                      <a:pt x="261" y="18"/>
                    </a:cubicBezTo>
                    <a:cubicBezTo>
                      <a:pt x="91" y="76"/>
                      <a:pt x="0" y="261"/>
                      <a:pt x="59" y="430"/>
                    </a:cubicBezTo>
                    <a:lnTo>
                      <a:pt x="170" y="752"/>
                    </a:lnTo>
                    <a:lnTo>
                      <a:pt x="783" y="543"/>
                    </a:lnTo>
                    <a:lnTo>
                      <a:pt x="671" y="220"/>
                    </a:lnTo>
                    <a:cubicBezTo>
                      <a:pt x="625" y="85"/>
                      <a:pt x="499" y="1"/>
                      <a:pt x="3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8"/>
              <p:cNvSpPr/>
              <p:nvPr/>
            </p:nvSpPr>
            <p:spPr>
              <a:xfrm>
                <a:off x="-1254975" y="2073575"/>
                <a:ext cx="19550" cy="18800"/>
              </a:xfrm>
              <a:custGeom>
                <a:rect b="b" l="l" r="r" t="t"/>
                <a:pathLst>
                  <a:path extrusionOk="0" h="752" w="782">
                    <a:moveTo>
                      <a:pt x="365" y="0"/>
                    </a:moveTo>
                    <a:cubicBezTo>
                      <a:pt x="330" y="0"/>
                      <a:pt x="294" y="6"/>
                      <a:pt x="259" y="18"/>
                    </a:cubicBezTo>
                    <a:cubicBezTo>
                      <a:pt x="90" y="76"/>
                      <a:pt x="0" y="260"/>
                      <a:pt x="58" y="430"/>
                    </a:cubicBezTo>
                    <a:lnTo>
                      <a:pt x="170" y="752"/>
                    </a:lnTo>
                    <a:lnTo>
                      <a:pt x="782" y="541"/>
                    </a:lnTo>
                    <a:lnTo>
                      <a:pt x="671" y="219"/>
                    </a:lnTo>
                    <a:cubicBezTo>
                      <a:pt x="625" y="85"/>
                      <a:pt x="499" y="0"/>
                      <a:pt x="3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8"/>
              <p:cNvSpPr/>
              <p:nvPr/>
            </p:nvSpPr>
            <p:spPr>
              <a:xfrm>
                <a:off x="-1538675" y="1874725"/>
                <a:ext cx="295375" cy="162550"/>
              </a:xfrm>
              <a:custGeom>
                <a:rect b="b" l="l" r="r" t="t"/>
                <a:pathLst>
                  <a:path extrusionOk="0" h="6502" w="11815">
                    <a:moveTo>
                      <a:pt x="10085" y="0"/>
                    </a:moveTo>
                    <a:cubicBezTo>
                      <a:pt x="9955" y="0"/>
                      <a:pt x="9824" y="21"/>
                      <a:pt x="9694" y="66"/>
                    </a:cubicBezTo>
                    <a:lnTo>
                      <a:pt x="962" y="3066"/>
                    </a:lnTo>
                    <a:cubicBezTo>
                      <a:pt x="334" y="3281"/>
                      <a:pt x="1" y="3965"/>
                      <a:pt x="217" y="4593"/>
                    </a:cubicBezTo>
                    <a:lnTo>
                      <a:pt x="594" y="5690"/>
                    </a:lnTo>
                    <a:cubicBezTo>
                      <a:pt x="764" y="6188"/>
                      <a:pt x="1230" y="6501"/>
                      <a:pt x="1729" y="6501"/>
                    </a:cubicBezTo>
                    <a:cubicBezTo>
                      <a:pt x="1859" y="6501"/>
                      <a:pt x="1992" y="6480"/>
                      <a:pt x="2121" y="6435"/>
                    </a:cubicBezTo>
                    <a:lnTo>
                      <a:pt x="10853" y="3435"/>
                    </a:lnTo>
                    <a:cubicBezTo>
                      <a:pt x="11482" y="3220"/>
                      <a:pt x="11815" y="2535"/>
                      <a:pt x="11598" y="1908"/>
                    </a:cubicBezTo>
                    <a:lnTo>
                      <a:pt x="11222" y="811"/>
                    </a:lnTo>
                    <a:cubicBezTo>
                      <a:pt x="11051" y="313"/>
                      <a:pt x="10585" y="0"/>
                      <a:pt x="100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8"/>
              <p:cNvSpPr/>
              <p:nvPr/>
            </p:nvSpPr>
            <p:spPr>
              <a:xfrm>
                <a:off x="-1440250" y="1938275"/>
                <a:ext cx="66350" cy="46475"/>
              </a:xfrm>
              <a:custGeom>
                <a:rect b="b" l="l" r="r" t="t"/>
                <a:pathLst>
                  <a:path extrusionOk="0" h="1859" w="2654">
                    <a:moveTo>
                      <a:pt x="1786" y="1"/>
                    </a:moveTo>
                    <a:cubicBezTo>
                      <a:pt x="1704" y="1"/>
                      <a:pt x="1619" y="14"/>
                      <a:pt x="1536" y="43"/>
                    </a:cubicBezTo>
                    <a:lnTo>
                      <a:pt x="617" y="359"/>
                    </a:lnTo>
                    <a:cubicBezTo>
                      <a:pt x="214" y="497"/>
                      <a:pt x="1" y="936"/>
                      <a:pt x="138" y="1338"/>
                    </a:cubicBezTo>
                    <a:cubicBezTo>
                      <a:pt x="248" y="1658"/>
                      <a:pt x="547" y="1858"/>
                      <a:pt x="868" y="1858"/>
                    </a:cubicBezTo>
                    <a:cubicBezTo>
                      <a:pt x="951" y="1858"/>
                      <a:pt x="1035" y="1845"/>
                      <a:pt x="1117" y="1817"/>
                    </a:cubicBezTo>
                    <a:lnTo>
                      <a:pt x="2037" y="1500"/>
                    </a:lnTo>
                    <a:cubicBezTo>
                      <a:pt x="2439" y="1363"/>
                      <a:pt x="2654" y="924"/>
                      <a:pt x="2516" y="522"/>
                    </a:cubicBezTo>
                    <a:cubicBezTo>
                      <a:pt x="2406" y="202"/>
                      <a:pt x="2107" y="1"/>
                      <a:pt x="1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8"/>
              <p:cNvSpPr/>
              <p:nvPr/>
            </p:nvSpPr>
            <p:spPr>
              <a:xfrm>
                <a:off x="-1365625" y="1924225"/>
                <a:ext cx="25500" cy="37300"/>
              </a:xfrm>
              <a:custGeom>
                <a:rect b="b" l="l" r="r" t="t"/>
                <a:pathLst>
                  <a:path extrusionOk="0" h="1492" w="1020">
                    <a:moveTo>
                      <a:pt x="365" y="0"/>
                    </a:moveTo>
                    <a:cubicBezTo>
                      <a:pt x="330" y="0"/>
                      <a:pt x="294" y="6"/>
                      <a:pt x="259" y="18"/>
                    </a:cubicBezTo>
                    <a:cubicBezTo>
                      <a:pt x="91" y="75"/>
                      <a:pt x="0" y="260"/>
                      <a:pt x="58" y="429"/>
                    </a:cubicBezTo>
                    <a:lnTo>
                      <a:pt x="349" y="1273"/>
                    </a:lnTo>
                    <a:cubicBezTo>
                      <a:pt x="395" y="1407"/>
                      <a:pt x="521" y="1491"/>
                      <a:pt x="655" y="1491"/>
                    </a:cubicBezTo>
                    <a:cubicBezTo>
                      <a:pt x="690" y="1491"/>
                      <a:pt x="725" y="1486"/>
                      <a:pt x="760" y="1474"/>
                    </a:cubicBezTo>
                    <a:cubicBezTo>
                      <a:pt x="929" y="1416"/>
                      <a:pt x="1020" y="1231"/>
                      <a:pt x="961" y="1063"/>
                    </a:cubicBezTo>
                    <a:lnTo>
                      <a:pt x="671" y="219"/>
                    </a:lnTo>
                    <a:cubicBezTo>
                      <a:pt x="625" y="84"/>
                      <a:pt x="500"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8"/>
              <p:cNvSpPr/>
              <p:nvPr/>
            </p:nvSpPr>
            <p:spPr>
              <a:xfrm>
                <a:off x="-1523650" y="1955000"/>
                <a:ext cx="73850" cy="67300"/>
              </a:xfrm>
              <a:custGeom>
                <a:rect b="b" l="l" r="r" t="t"/>
                <a:pathLst>
                  <a:path extrusionOk="0" h="2692" w="2954">
                    <a:moveTo>
                      <a:pt x="1477" y="1"/>
                    </a:moveTo>
                    <a:cubicBezTo>
                      <a:pt x="1133" y="1"/>
                      <a:pt x="788" y="132"/>
                      <a:pt x="526" y="394"/>
                    </a:cubicBezTo>
                    <a:cubicBezTo>
                      <a:pt x="0" y="921"/>
                      <a:pt x="0" y="1772"/>
                      <a:pt x="526" y="2297"/>
                    </a:cubicBezTo>
                    <a:cubicBezTo>
                      <a:pt x="788" y="2560"/>
                      <a:pt x="1133" y="2691"/>
                      <a:pt x="1477" y="2691"/>
                    </a:cubicBezTo>
                    <a:cubicBezTo>
                      <a:pt x="1821" y="2691"/>
                      <a:pt x="2166" y="2560"/>
                      <a:pt x="2429" y="2297"/>
                    </a:cubicBezTo>
                    <a:cubicBezTo>
                      <a:pt x="2954" y="1772"/>
                      <a:pt x="2954" y="921"/>
                      <a:pt x="2429" y="394"/>
                    </a:cubicBezTo>
                    <a:cubicBezTo>
                      <a:pt x="2166" y="132"/>
                      <a:pt x="1821" y="1"/>
                      <a:pt x="1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8"/>
              <p:cNvSpPr/>
              <p:nvPr/>
            </p:nvSpPr>
            <p:spPr>
              <a:xfrm>
                <a:off x="-1518675" y="1959550"/>
                <a:ext cx="63900" cy="58225"/>
              </a:xfrm>
              <a:custGeom>
                <a:rect b="b" l="l" r="r" t="t"/>
                <a:pathLst>
                  <a:path extrusionOk="0" h="2329" w="2556">
                    <a:moveTo>
                      <a:pt x="1278" y="1"/>
                    </a:moveTo>
                    <a:cubicBezTo>
                      <a:pt x="980" y="1"/>
                      <a:pt x="683" y="114"/>
                      <a:pt x="456" y="341"/>
                    </a:cubicBezTo>
                    <a:cubicBezTo>
                      <a:pt x="0" y="796"/>
                      <a:pt x="0" y="1532"/>
                      <a:pt x="456" y="1988"/>
                    </a:cubicBezTo>
                    <a:cubicBezTo>
                      <a:pt x="683" y="2215"/>
                      <a:pt x="980" y="2328"/>
                      <a:pt x="1278" y="2328"/>
                    </a:cubicBezTo>
                    <a:cubicBezTo>
                      <a:pt x="1576" y="2328"/>
                      <a:pt x="1874" y="2215"/>
                      <a:pt x="2101" y="1988"/>
                    </a:cubicBezTo>
                    <a:cubicBezTo>
                      <a:pt x="2556" y="1532"/>
                      <a:pt x="2556"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8"/>
              <p:cNvSpPr/>
              <p:nvPr/>
            </p:nvSpPr>
            <p:spPr>
              <a:xfrm>
                <a:off x="-1499175" y="1976525"/>
                <a:ext cx="26100" cy="24225"/>
              </a:xfrm>
              <a:custGeom>
                <a:rect b="b" l="l" r="r" t="t"/>
                <a:pathLst>
                  <a:path extrusionOk="0" h="969" w="1044">
                    <a:moveTo>
                      <a:pt x="501" y="1"/>
                    </a:moveTo>
                    <a:cubicBezTo>
                      <a:pt x="449" y="1"/>
                      <a:pt x="395" y="10"/>
                      <a:pt x="343" y="29"/>
                    </a:cubicBezTo>
                    <a:cubicBezTo>
                      <a:pt x="221" y="71"/>
                      <a:pt x="123" y="158"/>
                      <a:pt x="67" y="273"/>
                    </a:cubicBezTo>
                    <a:cubicBezTo>
                      <a:pt x="10" y="390"/>
                      <a:pt x="1" y="520"/>
                      <a:pt x="43" y="643"/>
                    </a:cubicBezTo>
                    <a:cubicBezTo>
                      <a:pt x="110" y="837"/>
                      <a:pt x="294" y="969"/>
                      <a:pt x="500" y="969"/>
                    </a:cubicBezTo>
                    <a:cubicBezTo>
                      <a:pt x="553" y="969"/>
                      <a:pt x="605" y="960"/>
                      <a:pt x="657" y="942"/>
                    </a:cubicBezTo>
                    <a:cubicBezTo>
                      <a:pt x="910" y="855"/>
                      <a:pt x="1044" y="579"/>
                      <a:pt x="957" y="327"/>
                    </a:cubicBezTo>
                    <a:cubicBezTo>
                      <a:pt x="890" y="133"/>
                      <a:pt x="708" y="1"/>
                      <a:pt x="5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8"/>
              <p:cNvSpPr/>
              <p:nvPr/>
            </p:nvSpPr>
            <p:spPr>
              <a:xfrm>
                <a:off x="-1333200" y="1889600"/>
                <a:ext cx="73850" cy="67300"/>
              </a:xfrm>
              <a:custGeom>
                <a:rect b="b" l="l" r="r" t="t"/>
                <a:pathLst>
                  <a:path extrusionOk="0" h="2692" w="2954">
                    <a:moveTo>
                      <a:pt x="1477" y="0"/>
                    </a:moveTo>
                    <a:cubicBezTo>
                      <a:pt x="1133" y="0"/>
                      <a:pt x="788" y="132"/>
                      <a:pt x="526" y="394"/>
                    </a:cubicBezTo>
                    <a:cubicBezTo>
                      <a:pt x="0" y="920"/>
                      <a:pt x="0" y="1771"/>
                      <a:pt x="526" y="2296"/>
                    </a:cubicBezTo>
                    <a:cubicBezTo>
                      <a:pt x="788" y="2559"/>
                      <a:pt x="1133" y="2691"/>
                      <a:pt x="1477" y="2691"/>
                    </a:cubicBezTo>
                    <a:cubicBezTo>
                      <a:pt x="1821" y="2691"/>
                      <a:pt x="2166" y="2559"/>
                      <a:pt x="2429" y="2296"/>
                    </a:cubicBezTo>
                    <a:cubicBezTo>
                      <a:pt x="2954" y="1771"/>
                      <a:pt x="2954" y="920"/>
                      <a:pt x="2429" y="394"/>
                    </a:cubicBezTo>
                    <a:cubicBezTo>
                      <a:pt x="2166" y="132"/>
                      <a:pt x="1821" y="0"/>
                      <a:pt x="14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8"/>
              <p:cNvSpPr/>
              <p:nvPr/>
            </p:nvSpPr>
            <p:spPr>
              <a:xfrm>
                <a:off x="-1328225" y="1894125"/>
                <a:ext cx="63875" cy="58200"/>
              </a:xfrm>
              <a:custGeom>
                <a:rect b="b" l="l" r="r" t="t"/>
                <a:pathLst>
                  <a:path extrusionOk="0" h="2328" w="2555">
                    <a:moveTo>
                      <a:pt x="1278" y="1"/>
                    </a:moveTo>
                    <a:cubicBezTo>
                      <a:pt x="980" y="1"/>
                      <a:pt x="682" y="114"/>
                      <a:pt x="455" y="341"/>
                    </a:cubicBezTo>
                    <a:cubicBezTo>
                      <a:pt x="1" y="796"/>
                      <a:pt x="1" y="1533"/>
                      <a:pt x="455" y="1987"/>
                    </a:cubicBezTo>
                    <a:cubicBezTo>
                      <a:pt x="682" y="2214"/>
                      <a:pt x="980" y="2328"/>
                      <a:pt x="1278" y="2328"/>
                    </a:cubicBezTo>
                    <a:cubicBezTo>
                      <a:pt x="1576" y="2328"/>
                      <a:pt x="1874" y="2214"/>
                      <a:pt x="2101" y="1987"/>
                    </a:cubicBezTo>
                    <a:cubicBezTo>
                      <a:pt x="2555" y="1533"/>
                      <a:pt x="2555"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8"/>
              <p:cNvSpPr/>
              <p:nvPr/>
            </p:nvSpPr>
            <p:spPr>
              <a:xfrm>
                <a:off x="-1309825" y="1911100"/>
                <a:ext cx="27250" cy="24225"/>
              </a:xfrm>
              <a:custGeom>
                <a:rect b="b" l="l" r="r" t="t"/>
                <a:pathLst>
                  <a:path extrusionOk="0" h="969" w="1090">
                    <a:moveTo>
                      <a:pt x="544" y="1"/>
                    </a:moveTo>
                    <a:cubicBezTo>
                      <a:pt x="492" y="1"/>
                      <a:pt x="439" y="10"/>
                      <a:pt x="387" y="28"/>
                    </a:cubicBezTo>
                    <a:cubicBezTo>
                      <a:pt x="135" y="114"/>
                      <a:pt x="0" y="391"/>
                      <a:pt x="86" y="642"/>
                    </a:cubicBezTo>
                    <a:cubicBezTo>
                      <a:pt x="153" y="837"/>
                      <a:pt x="337" y="969"/>
                      <a:pt x="543" y="969"/>
                    </a:cubicBezTo>
                    <a:cubicBezTo>
                      <a:pt x="597" y="969"/>
                      <a:pt x="651" y="960"/>
                      <a:pt x="702" y="941"/>
                    </a:cubicBezTo>
                    <a:cubicBezTo>
                      <a:pt x="955" y="854"/>
                      <a:pt x="1089" y="579"/>
                      <a:pt x="1002" y="327"/>
                    </a:cubicBezTo>
                    <a:cubicBezTo>
                      <a:pt x="935" y="132"/>
                      <a:pt x="751" y="1"/>
                      <a:pt x="5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8"/>
              <p:cNvSpPr/>
              <p:nvPr/>
            </p:nvSpPr>
            <p:spPr>
              <a:xfrm>
                <a:off x="-1508450" y="1967225"/>
                <a:ext cx="275125" cy="94550"/>
              </a:xfrm>
              <a:custGeom>
                <a:rect b="b" l="l" r="r" t="t"/>
                <a:pathLst>
                  <a:path extrusionOk="0" fill="none" h="3782" w="11005">
                    <a:moveTo>
                      <a:pt x="0" y="3782"/>
                    </a:moveTo>
                    <a:lnTo>
                      <a:pt x="11004" y="0"/>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8"/>
              <p:cNvSpPr/>
              <p:nvPr/>
            </p:nvSpPr>
            <p:spPr>
              <a:xfrm>
                <a:off x="-1504425" y="1979000"/>
                <a:ext cx="275175" cy="94550"/>
              </a:xfrm>
              <a:custGeom>
                <a:rect b="b" l="l" r="r" t="t"/>
                <a:pathLst>
                  <a:path extrusionOk="0" fill="none" h="3782" w="11007">
                    <a:moveTo>
                      <a:pt x="0" y="3781"/>
                    </a:moveTo>
                    <a:lnTo>
                      <a:pt x="11006" y="0"/>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8"/>
              <p:cNvSpPr/>
              <p:nvPr/>
            </p:nvSpPr>
            <p:spPr>
              <a:xfrm>
                <a:off x="-1500375" y="1990775"/>
                <a:ext cx="275200" cy="94550"/>
              </a:xfrm>
              <a:custGeom>
                <a:rect b="b" l="l" r="r" t="t"/>
                <a:pathLst>
                  <a:path extrusionOk="0" fill="none" h="3782" w="11008">
                    <a:moveTo>
                      <a:pt x="0" y="3782"/>
                    </a:moveTo>
                    <a:lnTo>
                      <a:pt x="11007" y="1"/>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67" name="Google Shape;3867;p48"/>
          <p:cNvGrpSpPr/>
          <p:nvPr/>
        </p:nvGrpSpPr>
        <p:grpSpPr>
          <a:xfrm>
            <a:off x="263399" y="361811"/>
            <a:ext cx="807432" cy="773251"/>
            <a:chOff x="-2758050" y="2287950"/>
            <a:chExt cx="370875" cy="355175"/>
          </a:xfrm>
        </p:grpSpPr>
        <p:sp>
          <p:nvSpPr>
            <p:cNvPr id="3868" name="Google Shape;3868;p48"/>
            <p:cNvSpPr/>
            <p:nvPr/>
          </p:nvSpPr>
          <p:spPr>
            <a:xfrm>
              <a:off x="-2758050" y="2287950"/>
              <a:ext cx="370875" cy="355175"/>
            </a:xfrm>
            <a:custGeom>
              <a:rect b="b" l="l" r="r" t="t"/>
              <a:pathLst>
                <a:path extrusionOk="0" h="14207" w="14835">
                  <a:moveTo>
                    <a:pt x="7426" y="0"/>
                  </a:moveTo>
                  <a:cubicBezTo>
                    <a:pt x="5114" y="0"/>
                    <a:pt x="2833" y="1125"/>
                    <a:pt x="1456" y="3245"/>
                  </a:cubicBezTo>
                  <a:cubicBezTo>
                    <a:pt x="150" y="5257"/>
                    <a:pt x="1" y="7746"/>
                    <a:pt x="879" y="9854"/>
                  </a:cubicBezTo>
                  <a:cubicBezTo>
                    <a:pt x="881" y="9869"/>
                    <a:pt x="884" y="9880"/>
                    <a:pt x="889" y="9891"/>
                  </a:cubicBezTo>
                  <a:cubicBezTo>
                    <a:pt x="913" y="9946"/>
                    <a:pt x="936" y="9999"/>
                    <a:pt x="959" y="10051"/>
                  </a:cubicBezTo>
                  <a:cubicBezTo>
                    <a:pt x="961" y="10056"/>
                    <a:pt x="963" y="10061"/>
                    <a:pt x="966" y="10066"/>
                  </a:cubicBezTo>
                  <a:cubicBezTo>
                    <a:pt x="977" y="10092"/>
                    <a:pt x="990" y="10118"/>
                    <a:pt x="1002" y="10144"/>
                  </a:cubicBezTo>
                  <a:cubicBezTo>
                    <a:pt x="1008" y="10158"/>
                    <a:pt x="1013" y="10169"/>
                    <a:pt x="1019" y="10181"/>
                  </a:cubicBezTo>
                  <a:cubicBezTo>
                    <a:pt x="1042" y="10228"/>
                    <a:pt x="1065" y="10274"/>
                    <a:pt x="1088" y="10321"/>
                  </a:cubicBezTo>
                  <a:lnTo>
                    <a:pt x="1104" y="10352"/>
                  </a:lnTo>
                  <a:lnTo>
                    <a:pt x="1142" y="10426"/>
                  </a:lnTo>
                  <a:cubicBezTo>
                    <a:pt x="1150" y="10439"/>
                    <a:pt x="1157" y="10455"/>
                    <a:pt x="1166" y="10469"/>
                  </a:cubicBezTo>
                  <a:cubicBezTo>
                    <a:pt x="1186" y="10508"/>
                    <a:pt x="1207" y="10546"/>
                    <a:pt x="1229" y="10584"/>
                  </a:cubicBezTo>
                  <a:cubicBezTo>
                    <a:pt x="1238" y="10600"/>
                    <a:pt x="1246" y="10618"/>
                    <a:pt x="1256" y="10633"/>
                  </a:cubicBezTo>
                  <a:lnTo>
                    <a:pt x="1295" y="10698"/>
                  </a:lnTo>
                  <a:cubicBezTo>
                    <a:pt x="1305" y="10716"/>
                    <a:pt x="1315" y="10733"/>
                    <a:pt x="1326" y="10750"/>
                  </a:cubicBezTo>
                  <a:cubicBezTo>
                    <a:pt x="1343" y="10781"/>
                    <a:pt x="1362" y="10811"/>
                    <a:pt x="1380" y="10842"/>
                  </a:cubicBezTo>
                  <a:cubicBezTo>
                    <a:pt x="1395" y="10864"/>
                    <a:pt x="1408" y="10886"/>
                    <a:pt x="1422" y="10908"/>
                  </a:cubicBezTo>
                  <a:cubicBezTo>
                    <a:pt x="1435" y="10927"/>
                    <a:pt x="1446" y="10947"/>
                    <a:pt x="1460" y="10966"/>
                  </a:cubicBezTo>
                  <a:cubicBezTo>
                    <a:pt x="1472" y="10986"/>
                    <a:pt x="1487" y="11007"/>
                    <a:pt x="1499" y="11028"/>
                  </a:cubicBezTo>
                  <a:lnTo>
                    <a:pt x="1545" y="11098"/>
                  </a:lnTo>
                  <a:cubicBezTo>
                    <a:pt x="1564" y="11125"/>
                    <a:pt x="1583" y="11150"/>
                    <a:pt x="1600" y="11177"/>
                  </a:cubicBezTo>
                  <a:cubicBezTo>
                    <a:pt x="1612" y="11194"/>
                    <a:pt x="1623" y="11211"/>
                    <a:pt x="1636" y="11228"/>
                  </a:cubicBezTo>
                  <a:cubicBezTo>
                    <a:pt x="1653" y="11250"/>
                    <a:pt x="1670" y="11275"/>
                    <a:pt x="1687" y="11299"/>
                  </a:cubicBezTo>
                  <a:cubicBezTo>
                    <a:pt x="1698" y="11315"/>
                    <a:pt x="1711" y="11332"/>
                    <a:pt x="1724" y="11348"/>
                  </a:cubicBezTo>
                  <a:cubicBezTo>
                    <a:pt x="1746" y="11378"/>
                    <a:pt x="1769" y="11409"/>
                    <a:pt x="1792" y="11439"/>
                  </a:cubicBezTo>
                  <a:cubicBezTo>
                    <a:pt x="1803" y="11454"/>
                    <a:pt x="1814" y="11467"/>
                    <a:pt x="1826" y="11483"/>
                  </a:cubicBezTo>
                  <a:cubicBezTo>
                    <a:pt x="1847" y="11510"/>
                    <a:pt x="1867" y="11536"/>
                    <a:pt x="1889" y="11563"/>
                  </a:cubicBezTo>
                  <a:cubicBezTo>
                    <a:pt x="1898" y="11574"/>
                    <a:pt x="1907" y="11585"/>
                    <a:pt x="1916" y="11596"/>
                  </a:cubicBezTo>
                  <a:cubicBezTo>
                    <a:pt x="1944" y="11629"/>
                    <a:pt x="1971" y="11662"/>
                    <a:pt x="1998" y="11695"/>
                  </a:cubicBezTo>
                  <a:cubicBezTo>
                    <a:pt x="2008" y="11707"/>
                    <a:pt x="2018" y="11719"/>
                    <a:pt x="2028" y="11730"/>
                  </a:cubicBezTo>
                  <a:cubicBezTo>
                    <a:pt x="2053" y="11760"/>
                    <a:pt x="2079" y="11789"/>
                    <a:pt x="2105" y="11818"/>
                  </a:cubicBezTo>
                  <a:cubicBezTo>
                    <a:pt x="2110" y="11825"/>
                    <a:pt x="2116" y="11831"/>
                    <a:pt x="2121" y="11838"/>
                  </a:cubicBezTo>
                  <a:cubicBezTo>
                    <a:pt x="2152" y="11872"/>
                    <a:pt x="2182" y="11905"/>
                    <a:pt x="2214" y="11939"/>
                  </a:cubicBezTo>
                  <a:cubicBezTo>
                    <a:pt x="2225" y="11949"/>
                    <a:pt x="2234" y="11959"/>
                    <a:pt x="2244" y="11970"/>
                  </a:cubicBezTo>
                  <a:cubicBezTo>
                    <a:pt x="2273" y="12001"/>
                    <a:pt x="2302" y="12032"/>
                    <a:pt x="2332" y="12063"/>
                  </a:cubicBezTo>
                  <a:cubicBezTo>
                    <a:pt x="2335" y="12066"/>
                    <a:pt x="2339" y="12070"/>
                    <a:pt x="2342" y="12074"/>
                  </a:cubicBezTo>
                  <a:lnTo>
                    <a:pt x="2442" y="12174"/>
                  </a:lnTo>
                  <a:cubicBezTo>
                    <a:pt x="2452" y="12183"/>
                    <a:pt x="2461" y="12193"/>
                    <a:pt x="2471" y="12202"/>
                  </a:cubicBezTo>
                  <a:cubicBezTo>
                    <a:pt x="2504" y="12234"/>
                    <a:pt x="2538" y="12266"/>
                    <a:pt x="2571" y="12297"/>
                  </a:cubicBezTo>
                  <a:cubicBezTo>
                    <a:pt x="2573" y="12298"/>
                    <a:pt x="2575" y="12300"/>
                    <a:pt x="2576" y="12302"/>
                  </a:cubicBezTo>
                  <a:cubicBezTo>
                    <a:pt x="2612" y="12334"/>
                    <a:pt x="2648" y="12368"/>
                    <a:pt x="2684" y="12400"/>
                  </a:cubicBezTo>
                  <a:cubicBezTo>
                    <a:pt x="2693" y="12408"/>
                    <a:pt x="2701" y="12417"/>
                    <a:pt x="2712" y="12425"/>
                  </a:cubicBezTo>
                  <a:cubicBezTo>
                    <a:pt x="2748" y="12457"/>
                    <a:pt x="2786" y="12489"/>
                    <a:pt x="2822" y="12520"/>
                  </a:cubicBezTo>
                  <a:lnTo>
                    <a:pt x="2823" y="12522"/>
                  </a:lnTo>
                  <a:lnTo>
                    <a:pt x="2824" y="12522"/>
                  </a:lnTo>
                  <a:cubicBezTo>
                    <a:pt x="2870" y="12560"/>
                    <a:pt x="2916" y="12597"/>
                    <a:pt x="2961" y="12633"/>
                  </a:cubicBezTo>
                  <a:lnTo>
                    <a:pt x="3000" y="12664"/>
                  </a:lnTo>
                  <a:cubicBezTo>
                    <a:pt x="3038" y="12694"/>
                    <a:pt x="3076" y="12724"/>
                    <a:pt x="3113" y="12754"/>
                  </a:cubicBezTo>
                  <a:cubicBezTo>
                    <a:pt x="3123" y="12761"/>
                    <a:pt x="3133" y="12770"/>
                    <a:pt x="3143" y="12776"/>
                  </a:cubicBezTo>
                  <a:cubicBezTo>
                    <a:pt x="3189" y="12811"/>
                    <a:pt x="3236" y="12844"/>
                    <a:pt x="3282" y="12878"/>
                  </a:cubicBezTo>
                  <a:lnTo>
                    <a:pt x="3322" y="12905"/>
                  </a:lnTo>
                  <a:cubicBezTo>
                    <a:pt x="3358" y="12931"/>
                    <a:pt x="3394" y="12955"/>
                    <a:pt x="3430" y="12979"/>
                  </a:cubicBezTo>
                  <a:cubicBezTo>
                    <a:pt x="3443" y="12989"/>
                    <a:pt x="3458" y="12999"/>
                    <a:pt x="3472" y="13009"/>
                  </a:cubicBezTo>
                  <a:cubicBezTo>
                    <a:pt x="3519" y="13040"/>
                    <a:pt x="3565" y="13071"/>
                    <a:pt x="3612" y="13101"/>
                  </a:cubicBezTo>
                  <a:cubicBezTo>
                    <a:pt x="3623" y="13108"/>
                    <a:pt x="3634" y="13115"/>
                    <a:pt x="3647" y="13122"/>
                  </a:cubicBezTo>
                  <a:cubicBezTo>
                    <a:pt x="3683" y="13146"/>
                    <a:pt x="3720" y="13168"/>
                    <a:pt x="3757" y="13191"/>
                  </a:cubicBezTo>
                  <a:cubicBezTo>
                    <a:pt x="3776" y="13201"/>
                    <a:pt x="3793" y="13213"/>
                    <a:pt x="3810" y="13224"/>
                  </a:cubicBezTo>
                  <a:cubicBezTo>
                    <a:pt x="3846" y="13245"/>
                    <a:pt x="3884" y="13266"/>
                    <a:pt x="3920" y="13287"/>
                  </a:cubicBezTo>
                  <a:cubicBezTo>
                    <a:pt x="3937" y="13296"/>
                    <a:pt x="3952" y="13304"/>
                    <a:pt x="3969" y="13313"/>
                  </a:cubicBezTo>
                  <a:lnTo>
                    <a:pt x="4097" y="13384"/>
                  </a:lnTo>
                  <a:cubicBezTo>
                    <a:pt x="4117" y="13395"/>
                    <a:pt x="4138" y="13405"/>
                    <a:pt x="4160" y="13416"/>
                  </a:cubicBezTo>
                  <a:cubicBezTo>
                    <a:pt x="4189" y="13431"/>
                    <a:pt x="4219" y="13445"/>
                    <a:pt x="4248" y="13461"/>
                  </a:cubicBezTo>
                  <a:cubicBezTo>
                    <a:pt x="4271" y="13471"/>
                    <a:pt x="4292" y="13483"/>
                    <a:pt x="4313" y="13493"/>
                  </a:cubicBezTo>
                  <a:cubicBezTo>
                    <a:pt x="4357" y="13515"/>
                    <a:pt x="4401" y="13535"/>
                    <a:pt x="4444" y="13556"/>
                  </a:cubicBezTo>
                  <a:cubicBezTo>
                    <a:pt x="4469" y="13567"/>
                    <a:pt x="4494" y="13578"/>
                    <a:pt x="4519" y="13590"/>
                  </a:cubicBezTo>
                  <a:cubicBezTo>
                    <a:pt x="4542" y="13601"/>
                    <a:pt x="4568" y="13612"/>
                    <a:pt x="4593" y="13623"/>
                  </a:cubicBezTo>
                  <a:cubicBezTo>
                    <a:pt x="4620" y="13634"/>
                    <a:pt x="4646" y="13647"/>
                    <a:pt x="4673" y="13658"/>
                  </a:cubicBezTo>
                  <a:cubicBezTo>
                    <a:pt x="4697" y="13668"/>
                    <a:pt x="4721" y="13678"/>
                    <a:pt x="4746" y="13688"/>
                  </a:cubicBezTo>
                  <a:cubicBezTo>
                    <a:pt x="4793" y="13707"/>
                    <a:pt x="4841" y="13726"/>
                    <a:pt x="4890" y="13745"/>
                  </a:cubicBezTo>
                  <a:cubicBezTo>
                    <a:pt x="4909" y="13752"/>
                    <a:pt x="4928" y="13760"/>
                    <a:pt x="4948" y="13766"/>
                  </a:cubicBezTo>
                  <a:cubicBezTo>
                    <a:pt x="4979" y="13778"/>
                    <a:pt x="5010" y="13789"/>
                    <a:pt x="5042" y="13799"/>
                  </a:cubicBezTo>
                  <a:cubicBezTo>
                    <a:pt x="5058" y="13807"/>
                    <a:pt x="5076" y="13812"/>
                    <a:pt x="5092" y="13817"/>
                  </a:cubicBezTo>
                  <a:cubicBezTo>
                    <a:pt x="5162" y="13841"/>
                    <a:pt x="5233" y="13864"/>
                    <a:pt x="5304" y="13886"/>
                  </a:cubicBezTo>
                  <a:cubicBezTo>
                    <a:pt x="5306" y="13887"/>
                    <a:pt x="5308" y="13887"/>
                    <a:pt x="5310" y="13889"/>
                  </a:cubicBezTo>
                  <a:cubicBezTo>
                    <a:pt x="5346" y="13901"/>
                    <a:pt x="5382" y="13911"/>
                    <a:pt x="5419" y="13921"/>
                  </a:cubicBezTo>
                  <a:cubicBezTo>
                    <a:pt x="5430" y="13925"/>
                    <a:pt x="5441" y="13927"/>
                    <a:pt x="5454" y="13932"/>
                  </a:cubicBezTo>
                  <a:cubicBezTo>
                    <a:pt x="5569" y="13965"/>
                    <a:pt x="5687" y="13996"/>
                    <a:pt x="5806" y="14023"/>
                  </a:cubicBezTo>
                  <a:cubicBezTo>
                    <a:pt x="5812" y="14024"/>
                    <a:pt x="5817" y="14025"/>
                    <a:pt x="5823" y="14027"/>
                  </a:cubicBezTo>
                  <a:cubicBezTo>
                    <a:pt x="5991" y="14066"/>
                    <a:pt x="6161" y="14098"/>
                    <a:pt x="6331" y="14124"/>
                  </a:cubicBezTo>
                  <a:cubicBezTo>
                    <a:pt x="6691" y="14179"/>
                    <a:pt x="7054" y="14207"/>
                    <a:pt x="7417" y="14207"/>
                  </a:cubicBezTo>
                  <a:cubicBezTo>
                    <a:pt x="9727" y="14207"/>
                    <a:pt x="12007" y="13082"/>
                    <a:pt x="13385" y="10961"/>
                  </a:cubicBezTo>
                  <a:cubicBezTo>
                    <a:pt x="14666" y="8985"/>
                    <a:pt x="14834" y="6550"/>
                    <a:pt x="14006" y="4467"/>
                  </a:cubicBezTo>
                  <a:cubicBezTo>
                    <a:pt x="14006" y="4465"/>
                    <a:pt x="14005" y="4464"/>
                    <a:pt x="14005" y="4464"/>
                  </a:cubicBezTo>
                  <a:cubicBezTo>
                    <a:pt x="13947" y="4317"/>
                    <a:pt x="13883" y="4173"/>
                    <a:pt x="13815" y="4030"/>
                  </a:cubicBezTo>
                  <a:cubicBezTo>
                    <a:pt x="13814" y="4025"/>
                    <a:pt x="13811" y="4021"/>
                    <a:pt x="13810" y="4018"/>
                  </a:cubicBezTo>
                  <a:cubicBezTo>
                    <a:pt x="13794" y="3985"/>
                    <a:pt x="13778" y="3952"/>
                    <a:pt x="13762" y="3920"/>
                  </a:cubicBezTo>
                  <a:cubicBezTo>
                    <a:pt x="13758" y="3913"/>
                    <a:pt x="13756" y="3907"/>
                    <a:pt x="13752" y="3901"/>
                  </a:cubicBezTo>
                  <a:cubicBezTo>
                    <a:pt x="13702" y="3803"/>
                    <a:pt x="13651" y="3706"/>
                    <a:pt x="13597" y="3608"/>
                  </a:cubicBezTo>
                  <a:cubicBezTo>
                    <a:pt x="13593" y="3601"/>
                    <a:pt x="13588" y="3593"/>
                    <a:pt x="13584" y="3585"/>
                  </a:cubicBezTo>
                  <a:cubicBezTo>
                    <a:pt x="13568" y="3556"/>
                    <a:pt x="13552" y="3529"/>
                    <a:pt x="13536" y="3502"/>
                  </a:cubicBezTo>
                  <a:cubicBezTo>
                    <a:pt x="13529" y="3489"/>
                    <a:pt x="13522" y="3477"/>
                    <a:pt x="13515" y="3464"/>
                  </a:cubicBezTo>
                  <a:cubicBezTo>
                    <a:pt x="13499" y="3437"/>
                    <a:pt x="13483" y="3411"/>
                    <a:pt x="13467" y="3385"/>
                  </a:cubicBezTo>
                  <a:cubicBezTo>
                    <a:pt x="13461" y="3374"/>
                    <a:pt x="13454" y="3364"/>
                    <a:pt x="13447" y="3353"/>
                  </a:cubicBezTo>
                  <a:cubicBezTo>
                    <a:pt x="13418" y="3304"/>
                    <a:pt x="13388" y="3257"/>
                    <a:pt x="13358" y="3209"/>
                  </a:cubicBezTo>
                  <a:cubicBezTo>
                    <a:pt x="13348" y="3195"/>
                    <a:pt x="13338" y="3179"/>
                    <a:pt x="13329" y="3165"/>
                  </a:cubicBezTo>
                  <a:cubicBezTo>
                    <a:pt x="13313" y="3143"/>
                    <a:pt x="13299" y="3120"/>
                    <a:pt x="13283" y="3098"/>
                  </a:cubicBezTo>
                  <a:cubicBezTo>
                    <a:pt x="13272" y="3081"/>
                    <a:pt x="13261" y="3064"/>
                    <a:pt x="13249" y="3046"/>
                  </a:cubicBezTo>
                  <a:cubicBezTo>
                    <a:pt x="13235" y="3025"/>
                    <a:pt x="13219" y="3004"/>
                    <a:pt x="13205" y="2983"/>
                  </a:cubicBezTo>
                  <a:cubicBezTo>
                    <a:pt x="13191" y="2964"/>
                    <a:pt x="13177" y="2945"/>
                    <a:pt x="13163" y="2924"/>
                  </a:cubicBezTo>
                  <a:cubicBezTo>
                    <a:pt x="13144" y="2898"/>
                    <a:pt x="13127" y="2874"/>
                    <a:pt x="13107" y="2849"/>
                  </a:cubicBezTo>
                  <a:cubicBezTo>
                    <a:pt x="13086" y="2821"/>
                    <a:pt x="13066" y="2793"/>
                    <a:pt x="13044" y="2765"/>
                  </a:cubicBezTo>
                  <a:cubicBezTo>
                    <a:pt x="13031" y="2749"/>
                    <a:pt x="13018" y="2731"/>
                    <a:pt x="13004" y="2715"/>
                  </a:cubicBezTo>
                  <a:cubicBezTo>
                    <a:pt x="12987" y="2693"/>
                    <a:pt x="12971" y="2672"/>
                    <a:pt x="12952" y="2651"/>
                  </a:cubicBezTo>
                  <a:cubicBezTo>
                    <a:pt x="12940" y="2633"/>
                    <a:pt x="12925" y="2617"/>
                    <a:pt x="12912" y="2601"/>
                  </a:cubicBezTo>
                  <a:lnTo>
                    <a:pt x="12854" y="2532"/>
                  </a:lnTo>
                  <a:cubicBezTo>
                    <a:pt x="12843" y="2519"/>
                    <a:pt x="12832" y="2504"/>
                    <a:pt x="12820" y="2492"/>
                  </a:cubicBezTo>
                  <a:cubicBezTo>
                    <a:pt x="12791" y="2457"/>
                    <a:pt x="12760" y="2422"/>
                    <a:pt x="12729" y="2388"/>
                  </a:cubicBezTo>
                  <a:lnTo>
                    <a:pt x="12698" y="2353"/>
                  </a:lnTo>
                  <a:cubicBezTo>
                    <a:pt x="12677" y="2328"/>
                    <a:pt x="12653" y="2302"/>
                    <a:pt x="12629" y="2277"/>
                  </a:cubicBezTo>
                  <a:cubicBezTo>
                    <a:pt x="12617" y="2265"/>
                    <a:pt x="12605" y="2251"/>
                    <a:pt x="12592" y="2238"/>
                  </a:cubicBezTo>
                  <a:cubicBezTo>
                    <a:pt x="12569" y="2213"/>
                    <a:pt x="12546" y="2188"/>
                    <a:pt x="12522" y="2164"/>
                  </a:cubicBezTo>
                  <a:cubicBezTo>
                    <a:pt x="12510" y="2152"/>
                    <a:pt x="12500" y="2142"/>
                    <a:pt x="12489" y="2131"/>
                  </a:cubicBezTo>
                  <a:cubicBezTo>
                    <a:pt x="12456" y="2096"/>
                    <a:pt x="12421" y="2063"/>
                    <a:pt x="12386" y="2027"/>
                  </a:cubicBezTo>
                  <a:cubicBezTo>
                    <a:pt x="12379" y="2021"/>
                    <a:pt x="12373" y="2014"/>
                    <a:pt x="12367" y="2009"/>
                  </a:cubicBezTo>
                  <a:lnTo>
                    <a:pt x="12277" y="1924"/>
                  </a:lnTo>
                  <a:cubicBezTo>
                    <a:pt x="12266" y="1914"/>
                    <a:pt x="12254" y="1903"/>
                    <a:pt x="12243" y="1892"/>
                  </a:cubicBezTo>
                  <a:cubicBezTo>
                    <a:pt x="12215" y="1868"/>
                    <a:pt x="12189" y="1843"/>
                    <a:pt x="12163" y="1820"/>
                  </a:cubicBezTo>
                  <a:cubicBezTo>
                    <a:pt x="12151" y="1810"/>
                    <a:pt x="12141" y="1800"/>
                    <a:pt x="12130" y="1790"/>
                  </a:cubicBezTo>
                  <a:cubicBezTo>
                    <a:pt x="12091" y="1756"/>
                    <a:pt x="12054" y="1724"/>
                    <a:pt x="12016" y="1692"/>
                  </a:cubicBezTo>
                  <a:cubicBezTo>
                    <a:pt x="11969" y="1652"/>
                    <a:pt x="11921" y="1614"/>
                    <a:pt x="11874" y="1574"/>
                  </a:cubicBezTo>
                  <a:cubicBezTo>
                    <a:pt x="11858" y="1563"/>
                    <a:pt x="11844" y="1552"/>
                    <a:pt x="11828" y="1538"/>
                  </a:cubicBezTo>
                  <a:cubicBezTo>
                    <a:pt x="11795" y="1513"/>
                    <a:pt x="11761" y="1486"/>
                    <a:pt x="11728" y="1460"/>
                  </a:cubicBezTo>
                  <a:cubicBezTo>
                    <a:pt x="11711" y="1446"/>
                    <a:pt x="11693" y="1434"/>
                    <a:pt x="11677" y="1421"/>
                  </a:cubicBezTo>
                  <a:cubicBezTo>
                    <a:pt x="11643" y="1397"/>
                    <a:pt x="11611" y="1372"/>
                    <a:pt x="11577" y="1347"/>
                  </a:cubicBezTo>
                  <a:cubicBezTo>
                    <a:pt x="11560" y="1336"/>
                    <a:pt x="11544" y="1325"/>
                    <a:pt x="11528" y="1311"/>
                  </a:cubicBezTo>
                  <a:cubicBezTo>
                    <a:pt x="11487" y="1281"/>
                    <a:pt x="11445" y="1253"/>
                    <a:pt x="11403" y="1225"/>
                  </a:cubicBezTo>
                  <a:cubicBezTo>
                    <a:pt x="11395" y="1219"/>
                    <a:pt x="11388" y="1213"/>
                    <a:pt x="11379" y="1208"/>
                  </a:cubicBezTo>
                  <a:cubicBezTo>
                    <a:pt x="11331" y="1175"/>
                    <a:pt x="11281" y="1142"/>
                    <a:pt x="11232" y="1111"/>
                  </a:cubicBezTo>
                  <a:cubicBezTo>
                    <a:pt x="11214" y="1101"/>
                    <a:pt x="11199" y="1090"/>
                    <a:pt x="11182" y="1080"/>
                  </a:cubicBezTo>
                  <a:cubicBezTo>
                    <a:pt x="11147" y="1058"/>
                    <a:pt x="11114" y="1038"/>
                    <a:pt x="11079" y="1017"/>
                  </a:cubicBezTo>
                  <a:lnTo>
                    <a:pt x="11021" y="982"/>
                  </a:lnTo>
                  <a:cubicBezTo>
                    <a:pt x="10988" y="963"/>
                    <a:pt x="10956" y="945"/>
                    <a:pt x="10924" y="925"/>
                  </a:cubicBezTo>
                  <a:cubicBezTo>
                    <a:pt x="10905" y="914"/>
                    <a:pt x="10885" y="904"/>
                    <a:pt x="10864" y="892"/>
                  </a:cubicBezTo>
                  <a:cubicBezTo>
                    <a:pt x="10828" y="872"/>
                    <a:pt x="10792" y="852"/>
                    <a:pt x="10755" y="832"/>
                  </a:cubicBezTo>
                  <a:cubicBezTo>
                    <a:pt x="10740" y="825"/>
                    <a:pt x="10724" y="816"/>
                    <a:pt x="10709" y="809"/>
                  </a:cubicBezTo>
                  <a:cubicBezTo>
                    <a:pt x="10658" y="783"/>
                    <a:pt x="10608" y="757"/>
                    <a:pt x="10558" y="732"/>
                  </a:cubicBezTo>
                  <a:cubicBezTo>
                    <a:pt x="10538" y="723"/>
                    <a:pt x="10519" y="714"/>
                    <a:pt x="10500" y="703"/>
                  </a:cubicBezTo>
                  <a:cubicBezTo>
                    <a:pt x="10466" y="688"/>
                    <a:pt x="10434" y="671"/>
                    <a:pt x="10400" y="657"/>
                  </a:cubicBezTo>
                  <a:cubicBezTo>
                    <a:pt x="10377" y="647"/>
                    <a:pt x="10354" y="636"/>
                    <a:pt x="10332" y="626"/>
                  </a:cubicBezTo>
                  <a:cubicBezTo>
                    <a:pt x="10302" y="614"/>
                    <a:pt x="10271" y="599"/>
                    <a:pt x="10242" y="587"/>
                  </a:cubicBezTo>
                  <a:cubicBezTo>
                    <a:pt x="10218" y="576"/>
                    <a:pt x="10194" y="566"/>
                    <a:pt x="10171" y="556"/>
                  </a:cubicBezTo>
                  <a:lnTo>
                    <a:pt x="10078" y="517"/>
                  </a:lnTo>
                  <a:cubicBezTo>
                    <a:pt x="10054" y="507"/>
                    <a:pt x="10033" y="499"/>
                    <a:pt x="10010" y="490"/>
                  </a:cubicBezTo>
                  <a:cubicBezTo>
                    <a:pt x="9960" y="470"/>
                    <a:pt x="9910" y="451"/>
                    <a:pt x="9860" y="433"/>
                  </a:cubicBezTo>
                  <a:cubicBezTo>
                    <a:pt x="9835" y="424"/>
                    <a:pt x="9811" y="417"/>
                    <a:pt x="9786" y="407"/>
                  </a:cubicBezTo>
                  <a:cubicBezTo>
                    <a:pt x="9758" y="397"/>
                    <a:pt x="9728" y="387"/>
                    <a:pt x="9700" y="377"/>
                  </a:cubicBezTo>
                  <a:cubicBezTo>
                    <a:pt x="9672" y="368"/>
                    <a:pt x="9646" y="360"/>
                    <a:pt x="9618" y="350"/>
                  </a:cubicBezTo>
                  <a:cubicBezTo>
                    <a:pt x="9592" y="341"/>
                    <a:pt x="9564" y="334"/>
                    <a:pt x="9538" y="325"/>
                  </a:cubicBezTo>
                  <a:cubicBezTo>
                    <a:pt x="9510" y="315"/>
                    <a:pt x="9482" y="306"/>
                    <a:pt x="9454" y="299"/>
                  </a:cubicBezTo>
                  <a:cubicBezTo>
                    <a:pt x="9428" y="291"/>
                    <a:pt x="9402" y="283"/>
                    <a:pt x="9377" y="277"/>
                  </a:cubicBezTo>
                  <a:cubicBezTo>
                    <a:pt x="9347" y="269"/>
                    <a:pt x="9319" y="260"/>
                    <a:pt x="9290" y="252"/>
                  </a:cubicBezTo>
                  <a:cubicBezTo>
                    <a:pt x="9265" y="246"/>
                    <a:pt x="9242" y="239"/>
                    <a:pt x="9217" y="233"/>
                  </a:cubicBezTo>
                  <a:cubicBezTo>
                    <a:pt x="9161" y="218"/>
                    <a:pt x="9104" y="205"/>
                    <a:pt x="9048" y="191"/>
                  </a:cubicBezTo>
                  <a:cubicBezTo>
                    <a:pt x="9026" y="185"/>
                    <a:pt x="9005" y="180"/>
                    <a:pt x="8981" y="175"/>
                  </a:cubicBezTo>
                  <a:cubicBezTo>
                    <a:pt x="8949" y="167"/>
                    <a:pt x="8917" y="161"/>
                    <a:pt x="8885" y="154"/>
                  </a:cubicBezTo>
                  <a:cubicBezTo>
                    <a:pt x="8862" y="149"/>
                    <a:pt x="8841" y="145"/>
                    <a:pt x="8819" y="140"/>
                  </a:cubicBezTo>
                  <a:cubicBezTo>
                    <a:pt x="8787" y="134"/>
                    <a:pt x="8753" y="128"/>
                    <a:pt x="8721" y="120"/>
                  </a:cubicBezTo>
                  <a:cubicBezTo>
                    <a:pt x="8700" y="117"/>
                    <a:pt x="8680" y="113"/>
                    <a:pt x="8658" y="109"/>
                  </a:cubicBezTo>
                  <a:cubicBezTo>
                    <a:pt x="8624" y="103"/>
                    <a:pt x="8589" y="98"/>
                    <a:pt x="8556" y="91"/>
                  </a:cubicBezTo>
                  <a:cubicBezTo>
                    <a:pt x="8541" y="88"/>
                    <a:pt x="8527" y="87"/>
                    <a:pt x="8514" y="84"/>
                  </a:cubicBezTo>
                  <a:cubicBezTo>
                    <a:pt x="8438" y="73"/>
                    <a:pt x="8364" y="63"/>
                    <a:pt x="8289" y="53"/>
                  </a:cubicBezTo>
                  <a:cubicBezTo>
                    <a:pt x="8276" y="52"/>
                    <a:pt x="8263" y="50"/>
                    <a:pt x="8250" y="48"/>
                  </a:cubicBezTo>
                  <a:lnTo>
                    <a:pt x="8142" y="37"/>
                  </a:lnTo>
                  <a:cubicBezTo>
                    <a:pt x="8123" y="36"/>
                    <a:pt x="8106" y="33"/>
                    <a:pt x="8086" y="32"/>
                  </a:cubicBezTo>
                  <a:cubicBezTo>
                    <a:pt x="8050" y="27"/>
                    <a:pt x="8015" y="25"/>
                    <a:pt x="7979" y="22"/>
                  </a:cubicBezTo>
                  <a:lnTo>
                    <a:pt x="7925" y="19"/>
                  </a:lnTo>
                  <a:cubicBezTo>
                    <a:pt x="7887" y="16"/>
                    <a:pt x="7851" y="14"/>
                    <a:pt x="7814" y="11"/>
                  </a:cubicBezTo>
                  <a:cubicBezTo>
                    <a:pt x="7802" y="11"/>
                    <a:pt x="7791" y="10"/>
                    <a:pt x="7778" y="10"/>
                  </a:cubicBezTo>
                  <a:cubicBezTo>
                    <a:pt x="7689" y="6"/>
                    <a:pt x="7601" y="2"/>
                    <a:pt x="7512" y="1"/>
                  </a:cubicBezTo>
                  <a:lnTo>
                    <a:pt x="7510" y="1"/>
                  </a:lnTo>
                  <a:cubicBezTo>
                    <a:pt x="7482" y="0"/>
                    <a:pt x="7454" y="0"/>
                    <a:pt x="742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9" name="Google Shape;3869;p48"/>
            <p:cNvGrpSpPr/>
            <p:nvPr/>
          </p:nvGrpSpPr>
          <p:grpSpPr>
            <a:xfrm>
              <a:off x="-2755275" y="2288138"/>
              <a:ext cx="365275" cy="354875"/>
              <a:chOff x="-2755275" y="1020175"/>
              <a:chExt cx="365275" cy="354875"/>
            </a:xfrm>
          </p:grpSpPr>
          <p:sp>
            <p:nvSpPr>
              <p:cNvPr id="3870" name="Google Shape;3870;p48"/>
              <p:cNvSpPr/>
              <p:nvPr/>
            </p:nvSpPr>
            <p:spPr>
              <a:xfrm>
                <a:off x="-2755275" y="1020300"/>
                <a:ext cx="365275" cy="354750"/>
              </a:xfrm>
              <a:custGeom>
                <a:rect b="b" l="l" r="r" t="t"/>
                <a:pathLst>
                  <a:path extrusionOk="0" h="14190" w="14611">
                    <a:moveTo>
                      <a:pt x="7309" y="1"/>
                    </a:moveTo>
                    <a:cubicBezTo>
                      <a:pt x="6963" y="1"/>
                      <a:pt x="6616" y="26"/>
                      <a:pt x="6269" y="77"/>
                    </a:cubicBezTo>
                    <a:cubicBezTo>
                      <a:pt x="4405" y="353"/>
                      <a:pt x="2726" y="1356"/>
                      <a:pt x="1602" y="2867"/>
                    </a:cubicBezTo>
                    <a:cubicBezTo>
                      <a:pt x="477" y="4378"/>
                      <a:pt x="0" y="6273"/>
                      <a:pt x="275" y="8134"/>
                    </a:cubicBezTo>
                    <a:cubicBezTo>
                      <a:pt x="550" y="9995"/>
                      <a:pt x="1554" y="11671"/>
                      <a:pt x="3067" y="12792"/>
                    </a:cubicBezTo>
                    <a:cubicBezTo>
                      <a:pt x="4299" y="13705"/>
                      <a:pt x="5786" y="14190"/>
                      <a:pt x="7303" y="14190"/>
                    </a:cubicBezTo>
                    <a:cubicBezTo>
                      <a:pt x="7649" y="14190"/>
                      <a:pt x="7996" y="14165"/>
                      <a:pt x="8342" y="14114"/>
                    </a:cubicBezTo>
                    <a:cubicBezTo>
                      <a:pt x="10206" y="13838"/>
                      <a:pt x="11885" y="12834"/>
                      <a:pt x="13009" y="11323"/>
                    </a:cubicBezTo>
                    <a:cubicBezTo>
                      <a:pt x="14134" y="9813"/>
                      <a:pt x="14611" y="7919"/>
                      <a:pt x="14336" y="6057"/>
                    </a:cubicBezTo>
                    <a:cubicBezTo>
                      <a:pt x="14061" y="4196"/>
                      <a:pt x="13057" y="2520"/>
                      <a:pt x="11544" y="1399"/>
                    </a:cubicBezTo>
                    <a:cubicBezTo>
                      <a:pt x="10312" y="486"/>
                      <a:pt x="8826" y="1"/>
                      <a:pt x="7309" y="1"/>
                    </a:cubicBezTo>
                    <a:close/>
                  </a:path>
                </a:pathLst>
              </a:custGeom>
              <a:solidFill>
                <a:srgbClr val="020001">
                  <a:alpha val="8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8"/>
              <p:cNvSpPr/>
              <p:nvPr/>
            </p:nvSpPr>
            <p:spPr>
              <a:xfrm>
                <a:off x="-2737000" y="1020175"/>
                <a:ext cx="333050" cy="354175"/>
              </a:xfrm>
              <a:custGeom>
                <a:rect b="b" l="l" r="r" t="t"/>
                <a:pathLst>
                  <a:path extrusionOk="0" h="14167" w="13322">
                    <a:moveTo>
                      <a:pt x="6666" y="1"/>
                    </a:moveTo>
                    <a:cubicBezTo>
                      <a:pt x="7261" y="1957"/>
                      <a:pt x="9045" y="4031"/>
                      <a:pt x="8004" y="5732"/>
                    </a:cubicBezTo>
                    <a:cubicBezTo>
                      <a:pt x="7455" y="6679"/>
                      <a:pt x="5887" y="6312"/>
                      <a:pt x="4707" y="6870"/>
                    </a:cubicBezTo>
                    <a:cubicBezTo>
                      <a:pt x="3864" y="7282"/>
                      <a:pt x="2917" y="7215"/>
                      <a:pt x="1977" y="7552"/>
                    </a:cubicBezTo>
                    <a:cubicBezTo>
                      <a:pt x="1852" y="7618"/>
                      <a:pt x="1688" y="7736"/>
                      <a:pt x="1661" y="7875"/>
                    </a:cubicBezTo>
                    <a:cubicBezTo>
                      <a:pt x="1485" y="8790"/>
                      <a:pt x="998" y="9759"/>
                      <a:pt x="1" y="9771"/>
                    </a:cubicBezTo>
                    <a:cubicBezTo>
                      <a:pt x="418" y="10808"/>
                      <a:pt x="1082" y="11755"/>
                      <a:pt x="1978" y="12514"/>
                    </a:cubicBezTo>
                    <a:cubicBezTo>
                      <a:pt x="3132" y="13489"/>
                      <a:pt x="4491" y="14031"/>
                      <a:pt x="5871" y="14166"/>
                    </a:cubicBezTo>
                    <a:cubicBezTo>
                      <a:pt x="5795" y="13857"/>
                      <a:pt x="5741" y="13544"/>
                      <a:pt x="5707" y="13228"/>
                    </a:cubicBezTo>
                    <a:cubicBezTo>
                      <a:pt x="5686" y="13035"/>
                      <a:pt x="5674" y="12840"/>
                      <a:pt x="5666" y="12644"/>
                    </a:cubicBezTo>
                    <a:cubicBezTo>
                      <a:pt x="5454" y="11329"/>
                      <a:pt x="4520" y="10317"/>
                      <a:pt x="3963" y="9106"/>
                    </a:cubicBezTo>
                    <a:cubicBezTo>
                      <a:pt x="3466" y="8021"/>
                      <a:pt x="5191" y="7867"/>
                      <a:pt x="5960" y="7847"/>
                    </a:cubicBezTo>
                    <a:cubicBezTo>
                      <a:pt x="6062" y="7842"/>
                      <a:pt x="6159" y="7839"/>
                      <a:pt x="6250" y="7839"/>
                    </a:cubicBezTo>
                    <a:cubicBezTo>
                      <a:pt x="6432" y="7839"/>
                      <a:pt x="6594" y="7849"/>
                      <a:pt x="6737" y="7868"/>
                    </a:cubicBezTo>
                    <a:cubicBezTo>
                      <a:pt x="7110" y="8043"/>
                      <a:pt x="7463" y="8121"/>
                      <a:pt x="7797" y="8121"/>
                    </a:cubicBezTo>
                    <a:cubicBezTo>
                      <a:pt x="9183" y="8121"/>
                      <a:pt x="10232" y="6778"/>
                      <a:pt x="10965" y="5460"/>
                    </a:cubicBezTo>
                    <a:cubicBezTo>
                      <a:pt x="11079" y="5306"/>
                      <a:pt x="11280" y="5137"/>
                      <a:pt x="11530" y="5112"/>
                    </a:cubicBezTo>
                    <a:cubicBezTo>
                      <a:pt x="11739" y="5045"/>
                      <a:pt x="11958" y="5004"/>
                      <a:pt x="12180" y="4975"/>
                    </a:cubicBezTo>
                    <a:cubicBezTo>
                      <a:pt x="12499" y="4932"/>
                      <a:pt x="12819" y="4911"/>
                      <a:pt x="13140" y="4911"/>
                    </a:cubicBezTo>
                    <a:cubicBezTo>
                      <a:pt x="13200" y="4911"/>
                      <a:pt x="13261" y="4912"/>
                      <a:pt x="13322" y="4913"/>
                    </a:cubicBezTo>
                    <a:cubicBezTo>
                      <a:pt x="12928" y="3688"/>
                      <a:pt x="12203" y="2562"/>
                      <a:pt x="11170" y="1688"/>
                    </a:cubicBezTo>
                    <a:cubicBezTo>
                      <a:pt x="9846" y="569"/>
                      <a:pt x="8251" y="19"/>
                      <a:pt x="66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8"/>
              <p:cNvSpPr/>
              <p:nvPr/>
            </p:nvSpPr>
            <p:spPr>
              <a:xfrm>
                <a:off x="-2664450" y="1114125"/>
                <a:ext cx="175325" cy="167025"/>
              </a:xfrm>
              <a:custGeom>
                <a:rect b="b" l="l" r="r" t="t"/>
                <a:pathLst>
                  <a:path extrusionOk="0" h="6681" w="7013">
                    <a:moveTo>
                      <a:pt x="3684" y="0"/>
                    </a:moveTo>
                    <a:cubicBezTo>
                      <a:pt x="2827" y="0"/>
                      <a:pt x="1968" y="328"/>
                      <a:pt x="1312" y="984"/>
                    </a:cubicBezTo>
                    <a:cubicBezTo>
                      <a:pt x="5" y="2290"/>
                      <a:pt x="1" y="4406"/>
                      <a:pt x="1302" y="5707"/>
                    </a:cubicBezTo>
                    <a:cubicBezTo>
                      <a:pt x="1926" y="6331"/>
                      <a:pt x="2772" y="6681"/>
                      <a:pt x="3654" y="6681"/>
                    </a:cubicBezTo>
                    <a:cubicBezTo>
                      <a:pt x="3657" y="6681"/>
                      <a:pt x="3660" y="6681"/>
                      <a:pt x="3662" y="6681"/>
                    </a:cubicBezTo>
                    <a:cubicBezTo>
                      <a:pt x="4549" y="6679"/>
                      <a:pt x="5399" y="6326"/>
                      <a:pt x="6026" y="5697"/>
                    </a:cubicBezTo>
                    <a:cubicBezTo>
                      <a:pt x="6654" y="5070"/>
                      <a:pt x="7008" y="4219"/>
                      <a:pt x="7010" y="3334"/>
                    </a:cubicBezTo>
                    <a:cubicBezTo>
                      <a:pt x="7012" y="2447"/>
                      <a:pt x="6661" y="1599"/>
                      <a:pt x="6037" y="974"/>
                    </a:cubicBezTo>
                    <a:cubicBezTo>
                      <a:pt x="5388" y="324"/>
                      <a:pt x="4536" y="0"/>
                      <a:pt x="36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8"/>
              <p:cNvSpPr/>
              <p:nvPr/>
            </p:nvSpPr>
            <p:spPr>
              <a:xfrm>
                <a:off x="-2591150" y="1181150"/>
                <a:ext cx="36925" cy="32975"/>
              </a:xfrm>
              <a:custGeom>
                <a:rect b="b" l="l" r="r" t="t"/>
                <a:pathLst>
                  <a:path extrusionOk="0" h="1319" w="1477">
                    <a:moveTo>
                      <a:pt x="738" y="0"/>
                    </a:moveTo>
                    <a:cubicBezTo>
                      <a:pt x="326" y="0"/>
                      <a:pt x="1" y="381"/>
                      <a:pt x="96" y="810"/>
                    </a:cubicBezTo>
                    <a:cubicBezTo>
                      <a:pt x="150" y="1052"/>
                      <a:pt x="345" y="1247"/>
                      <a:pt x="588" y="1302"/>
                    </a:cubicBezTo>
                    <a:cubicBezTo>
                      <a:pt x="639" y="1313"/>
                      <a:pt x="689" y="1319"/>
                      <a:pt x="738" y="1319"/>
                    </a:cubicBezTo>
                    <a:cubicBezTo>
                      <a:pt x="1151" y="1319"/>
                      <a:pt x="1476" y="937"/>
                      <a:pt x="1380" y="508"/>
                    </a:cubicBezTo>
                    <a:cubicBezTo>
                      <a:pt x="1327" y="266"/>
                      <a:pt x="1132" y="71"/>
                      <a:pt x="889" y="17"/>
                    </a:cubicBezTo>
                    <a:cubicBezTo>
                      <a:pt x="838" y="6"/>
                      <a:pt x="787" y="0"/>
                      <a:pt x="7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74" name="Google Shape;3874;p48"/>
          <p:cNvGrpSpPr/>
          <p:nvPr/>
        </p:nvGrpSpPr>
        <p:grpSpPr>
          <a:xfrm rot="462642">
            <a:off x="7356193" y="232561"/>
            <a:ext cx="1264572" cy="903121"/>
            <a:chOff x="-3697515" y="4955078"/>
            <a:chExt cx="799195" cy="570763"/>
          </a:xfrm>
        </p:grpSpPr>
        <p:sp>
          <p:nvSpPr>
            <p:cNvPr id="3875" name="Google Shape;3875;p48"/>
            <p:cNvSpPr/>
            <p:nvPr/>
          </p:nvSpPr>
          <p:spPr>
            <a:xfrm>
              <a:off x="-3697312" y="4955078"/>
              <a:ext cx="798992" cy="570607"/>
            </a:xfrm>
            <a:custGeom>
              <a:rect b="b" l="l" r="r" t="t"/>
              <a:pathLst>
                <a:path extrusionOk="0" h="5614" w="7861">
                  <a:moveTo>
                    <a:pt x="1176" y="0"/>
                  </a:moveTo>
                  <a:cubicBezTo>
                    <a:pt x="1091" y="0"/>
                    <a:pt x="1022" y="70"/>
                    <a:pt x="1022" y="155"/>
                  </a:cubicBezTo>
                  <a:lnTo>
                    <a:pt x="1022" y="268"/>
                  </a:lnTo>
                  <a:lnTo>
                    <a:pt x="325" y="268"/>
                  </a:lnTo>
                  <a:cubicBezTo>
                    <a:pt x="145" y="268"/>
                    <a:pt x="1" y="413"/>
                    <a:pt x="1" y="593"/>
                  </a:cubicBezTo>
                  <a:lnTo>
                    <a:pt x="1" y="2816"/>
                  </a:lnTo>
                  <a:lnTo>
                    <a:pt x="1" y="5289"/>
                  </a:lnTo>
                  <a:cubicBezTo>
                    <a:pt x="1" y="5469"/>
                    <a:pt x="146" y="5613"/>
                    <a:pt x="325" y="5613"/>
                  </a:cubicBezTo>
                  <a:lnTo>
                    <a:pt x="7537" y="5613"/>
                  </a:lnTo>
                  <a:cubicBezTo>
                    <a:pt x="7716" y="5613"/>
                    <a:pt x="7861" y="5469"/>
                    <a:pt x="7861" y="5289"/>
                  </a:cubicBezTo>
                  <a:lnTo>
                    <a:pt x="7861" y="2816"/>
                  </a:lnTo>
                  <a:lnTo>
                    <a:pt x="7861" y="593"/>
                  </a:lnTo>
                  <a:cubicBezTo>
                    <a:pt x="7860" y="414"/>
                    <a:pt x="7715" y="268"/>
                    <a:pt x="7536" y="268"/>
                  </a:cubicBezTo>
                  <a:lnTo>
                    <a:pt x="6870" y="268"/>
                  </a:lnTo>
                  <a:lnTo>
                    <a:pt x="6870" y="155"/>
                  </a:lnTo>
                  <a:cubicBezTo>
                    <a:pt x="6870" y="70"/>
                    <a:pt x="6801" y="0"/>
                    <a:pt x="6715" y="0"/>
                  </a:cubicBezTo>
                  <a:lnTo>
                    <a:pt x="6355" y="0"/>
                  </a:lnTo>
                  <a:cubicBezTo>
                    <a:pt x="6270" y="0"/>
                    <a:pt x="6200" y="70"/>
                    <a:pt x="6200" y="155"/>
                  </a:cubicBezTo>
                  <a:lnTo>
                    <a:pt x="6200" y="268"/>
                  </a:lnTo>
                  <a:lnTo>
                    <a:pt x="1690" y="268"/>
                  </a:lnTo>
                  <a:lnTo>
                    <a:pt x="1690" y="155"/>
                  </a:lnTo>
                  <a:cubicBezTo>
                    <a:pt x="1690" y="70"/>
                    <a:pt x="1621" y="0"/>
                    <a:pt x="153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8"/>
            <p:cNvSpPr/>
            <p:nvPr/>
          </p:nvSpPr>
          <p:spPr>
            <a:xfrm>
              <a:off x="-3697515" y="4982572"/>
              <a:ext cx="799094" cy="543266"/>
            </a:xfrm>
            <a:custGeom>
              <a:rect b="b" l="l" r="r" t="t"/>
              <a:pathLst>
                <a:path extrusionOk="0" h="5345" w="7862">
                  <a:moveTo>
                    <a:pt x="7539" y="1"/>
                  </a:moveTo>
                  <a:cubicBezTo>
                    <a:pt x="7539" y="1"/>
                    <a:pt x="7538" y="1"/>
                    <a:pt x="7538" y="1"/>
                  </a:cubicBezTo>
                  <a:lnTo>
                    <a:pt x="325" y="1"/>
                  </a:lnTo>
                  <a:cubicBezTo>
                    <a:pt x="147" y="1"/>
                    <a:pt x="1" y="146"/>
                    <a:pt x="1" y="325"/>
                  </a:cubicBezTo>
                  <a:lnTo>
                    <a:pt x="1" y="5020"/>
                  </a:lnTo>
                  <a:cubicBezTo>
                    <a:pt x="1" y="5200"/>
                    <a:pt x="146" y="5344"/>
                    <a:pt x="325" y="5344"/>
                  </a:cubicBezTo>
                  <a:lnTo>
                    <a:pt x="7538" y="5344"/>
                  </a:lnTo>
                  <a:cubicBezTo>
                    <a:pt x="7716" y="5344"/>
                    <a:pt x="7862" y="5200"/>
                    <a:pt x="7862" y="5020"/>
                  </a:cubicBezTo>
                  <a:lnTo>
                    <a:pt x="7862" y="325"/>
                  </a:lnTo>
                  <a:cubicBezTo>
                    <a:pt x="7862" y="147"/>
                    <a:pt x="7718" y="1"/>
                    <a:pt x="75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8"/>
            <p:cNvSpPr/>
            <p:nvPr/>
          </p:nvSpPr>
          <p:spPr>
            <a:xfrm>
              <a:off x="-3697515" y="5241452"/>
              <a:ext cx="799094" cy="284389"/>
            </a:xfrm>
            <a:custGeom>
              <a:rect b="b" l="l" r="r" t="t"/>
              <a:pathLst>
                <a:path extrusionOk="0" h="2798" w="7862">
                  <a:moveTo>
                    <a:pt x="1" y="1"/>
                  </a:moveTo>
                  <a:lnTo>
                    <a:pt x="1" y="2473"/>
                  </a:lnTo>
                  <a:cubicBezTo>
                    <a:pt x="1" y="2653"/>
                    <a:pt x="146" y="2797"/>
                    <a:pt x="325" y="2797"/>
                  </a:cubicBezTo>
                  <a:lnTo>
                    <a:pt x="7538" y="2797"/>
                  </a:lnTo>
                  <a:cubicBezTo>
                    <a:pt x="7716" y="2797"/>
                    <a:pt x="7862" y="2653"/>
                    <a:pt x="7862" y="2473"/>
                  </a:cubicBezTo>
                  <a:lnTo>
                    <a:pt x="786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8"/>
            <p:cNvSpPr/>
            <p:nvPr/>
          </p:nvSpPr>
          <p:spPr>
            <a:xfrm>
              <a:off x="-3097235" y="5017028"/>
              <a:ext cx="128168" cy="128066"/>
            </a:xfrm>
            <a:custGeom>
              <a:rect b="b" l="l" r="r" t="t"/>
              <a:pathLst>
                <a:path extrusionOk="0" h="1260" w="1261">
                  <a:moveTo>
                    <a:pt x="631" y="0"/>
                  </a:moveTo>
                  <a:cubicBezTo>
                    <a:pt x="283" y="0"/>
                    <a:pt x="1" y="282"/>
                    <a:pt x="1" y="630"/>
                  </a:cubicBezTo>
                  <a:cubicBezTo>
                    <a:pt x="1" y="977"/>
                    <a:pt x="283" y="1259"/>
                    <a:pt x="631" y="1259"/>
                  </a:cubicBezTo>
                  <a:cubicBezTo>
                    <a:pt x="978" y="1259"/>
                    <a:pt x="1260" y="977"/>
                    <a:pt x="1260" y="630"/>
                  </a:cubicBezTo>
                  <a:cubicBezTo>
                    <a:pt x="1260" y="282"/>
                    <a:pt x="978"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8"/>
            <p:cNvSpPr/>
            <p:nvPr/>
          </p:nvSpPr>
          <p:spPr>
            <a:xfrm>
              <a:off x="-3079753" y="5034409"/>
              <a:ext cx="93204" cy="93204"/>
            </a:xfrm>
            <a:custGeom>
              <a:rect b="b" l="l" r="r" t="t"/>
              <a:pathLst>
                <a:path extrusionOk="0" h="917" w="917">
                  <a:moveTo>
                    <a:pt x="459" y="0"/>
                  </a:moveTo>
                  <a:cubicBezTo>
                    <a:pt x="206" y="0"/>
                    <a:pt x="0" y="206"/>
                    <a:pt x="0" y="459"/>
                  </a:cubicBezTo>
                  <a:cubicBezTo>
                    <a:pt x="0" y="711"/>
                    <a:pt x="206" y="917"/>
                    <a:pt x="459" y="917"/>
                  </a:cubicBezTo>
                  <a:cubicBezTo>
                    <a:pt x="711" y="917"/>
                    <a:pt x="917" y="711"/>
                    <a:pt x="917" y="459"/>
                  </a:cubicBezTo>
                  <a:cubicBezTo>
                    <a:pt x="917" y="206"/>
                    <a:pt x="711" y="0"/>
                    <a:pt x="4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8"/>
            <p:cNvSpPr/>
            <p:nvPr/>
          </p:nvSpPr>
          <p:spPr>
            <a:xfrm>
              <a:off x="-3045704" y="4982470"/>
              <a:ext cx="25207" cy="419468"/>
            </a:xfrm>
            <a:custGeom>
              <a:rect b="b" l="l" r="r" t="t"/>
              <a:pathLst>
                <a:path extrusionOk="0" h="4127" w="248">
                  <a:moveTo>
                    <a:pt x="1" y="1"/>
                  </a:moveTo>
                  <a:lnTo>
                    <a:pt x="1" y="4127"/>
                  </a:lnTo>
                  <a:lnTo>
                    <a:pt x="247" y="4127"/>
                  </a:lnTo>
                  <a:lnTo>
                    <a:pt x="2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8"/>
            <p:cNvSpPr/>
            <p:nvPr/>
          </p:nvSpPr>
          <p:spPr>
            <a:xfrm>
              <a:off x="-3067252" y="5057888"/>
              <a:ext cx="68200" cy="46449"/>
            </a:xfrm>
            <a:custGeom>
              <a:rect b="b" l="l" r="r" t="t"/>
              <a:pathLst>
                <a:path extrusionOk="0" h="457" w="671">
                  <a:moveTo>
                    <a:pt x="190" y="1"/>
                  </a:moveTo>
                  <a:cubicBezTo>
                    <a:pt x="86" y="1"/>
                    <a:pt x="0" y="86"/>
                    <a:pt x="0" y="190"/>
                  </a:cubicBezTo>
                  <a:lnTo>
                    <a:pt x="0" y="268"/>
                  </a:lnTo>
                  <a:cubicBezTo>
                    <a:pt x="0" y="372"/>
                    <a:pt x="86" y="457"/>
                    <a:pt x="190" y="457"/>
                  </a:cubicBezTo>
                  <a:lnTo>
                    <a:pt x="481" y="457"/>
                  </a:lnTo>
                  <a:cubicBezTo>
                    <a:pt x="586" y="457"/>
                    <a:pt x="671" y="372"/>
                    <a:pt x="671" y="268"/>
                  </a:cubicBezTo>
                  <a:lnTo>
                    <a:pt x="671" y="190"/>
                  </a:lnTo>
                  <a:cubicBezTo>
                    <a:pt x="671" y="84"/>
                    <a:pt x="586" y="1"/>
                    <a:pt x="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8"/>
            <p:cNvSpPr/>
            <p:nvPr/>
          </p:nvSpPr>
          <p:spPr>
            <a:xfrm>
              <a:off x="-3067150" y="4955434"/>
              <a:ext cx="68099" cy="27341"/>
            </a:xfrm>
            <a:custGeom>
              <a:rect b="b" l="l" r="r" t="t"/>
              <a:pathLst>
                <a:path extrusionOk="0" h="269" w="670">
                  <a:moveTo>
                    <a:pt x="519" y="0"/>
                  </a:moveTo>
                  <a:cubicBezTo>
                    <a:pt x="518" y="0"/>
                    <a:pt x="516" y="0"/>
                    <a:pt x="515" y="0"/>
                  </a:cubicBezTo>
                  <a:lnTo>
                    <a:pt x="155" y="0"/>
                  </a:lnTo>
                  <a:cubicBezTo>
                    <a:pt x="70" y="0"/>
                    <a:pt x="0" y="69"/>
                    <a:pt x="0" y="155"/>
                  </a:cubicBezTo>
                  <a:lnTo>
                    <a:pt x="0" y="269"/>
                  </a:lnTo>
                  <a:lnTo>
                    <a:pt x="670" y="269"/>
                  </a:lnTo>
                  <a:lnTo>
                    <a:pt x="670" y="155"/>
                  </a:lnTo>
                  <a:cubicBezTo>
                    <a:pt x="670" y="70"/>
                    <a:pt x="603" y="0"/>
                    <a:pt x="5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8"/>
            <p:cNvSpPr/>
            <p:nvPr/>
          </p:nvSpPr>
          <p:spPr>
            <a:xfrm>
              <a:off x="-3593742" y="4955434"/>
              <a:ext cx="68200" cy="27341"/>
            </a:xfrm>
            <a:custGeom>
              <a:rect b="b" l="l" r="r" t="t"/>
              <a:pathLst>
                <a:path extrusionOk="0" h="269" w="671">
                  <a:moveTo>
                    <a:pt x="152" y="0"/>
                  </a:moveTo>
                  <a:cubicBezTo>
                    <a:pt x="68" y="0"/>
                    <a:pt x="1" y="70"/>
                    <a:pt x="1" y="155"/>
                  </a:cubicBezTo>
                  <a:lnTo>
                    <a:pt x="1" y="269"/>
                  </a:lnTo>
                  <a:lnTo>
                    <a:pt x="670" y="269"/>
                  </a:lnTo>
                  <a:lnTo>
                    <a:pt x="670" y="155"/>
                  </a:lnTo>
                  <a:cubicBezTo>
                    <a:pt x="670" y="69"/>
                    <a:pt x="601" y="0"/>
                    <a:pt x="516" y="0"/>
                  </a:cubicBezTo>
                  <a:lnTo>
                    <a:pt x="155" y="0"/>
                  </a:lnTo>
                  <a:cubicBezTo>
                    <a:pt x="154" y="0"/>
                    <a:pt x="153" y="0"/>
                    <a:pt x="1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8"/>
            <p:cNvSpPr/>
            <p:nvPr/>
          </p:nvSpPr>
          <p:spPr>
            <a:xfrm>
              <a:off x="-3053225" y="4962447"/>
              <a:ext cx="40148" cy="40249"/>
            </a:xfrm>
            <a:custGeom>
              <a:rect b="b" l="l" r="r" t="t"/>
              <a:pathLst>
                <a:path extrusionOk="0" h="396" w="395">
                  <a:moveTo>
                    <a:pt x="198" y="0"/>
                  </a:moveTo>
                  <a:cubicBezTo>
                    <a:pt x="88" y="0"/>
                    <a:pt x="0" y="89"/>
                    <a:pt x="0" y="198"/>
                  </a:cubicBezTo>
                  <a:cubicBezTo>
                    <a:pt x="0" y="307"/>
                    <a:pt x="88" y="396"/>
                    <a:pt x="198" y="396"/>
                  </a:cubicBezTo>
                  <a:cubicBezTo>
                    <a:pt x="307" y="396"/>
                    <a:pt x="395" y="307"/>
                    <a:pt x="395" y="198"/>
                  </a:cubicBezTo>
                  <a:cubicBezTo>
                    <a:pt x="395" y="89"/>
                    <a:pt x="307" y="0"/>
                    <a:pt x="1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8"/>
            <p:cNvSpPr/>
            <p:nvPr/>
          </p:nvSpPr>
          <p:spPr>
            <a:xfrm>
              <a:off x="-3044078" y="4971595"/>
              <a:ext cx="21853" cy="21853"/>
            </a:xfrm>
            <a:custGeom>
              <a:rect b="b" l="l" r="r" t="t"/>
              <a:pathLst>
                <a:path extrusionOk="0" h="215" w="215">
                  <a:moveTo>
                    <a:pt x="108" y="0"/>
                  </a:moveTo>
                  <a:cubicBezTo>
                    <a:pt x="49" y="0"/>
                    <a:pt x="0" y="49"/>
                    <a:pt x="0" y="108"/>
                  </a:cubicBezTo>
                  <a:cubicBezTo>
                    <a:pt x="0" y="167"/>
                    <a:pt x="49" y="215"/>
                    <a:pt x="108" y="215"/>
                  </a:cubicBezTo>
                  <a:cubicBezTo>
                    <a:pt x="166" y="215"/>
                    <a:pt x="215" y="167"/>
                    <a:pt x="215" y="108"/>
                  </a:cubicBezTo>
                  <a:cubicBezTo>
                    <a:pt x="215" y="49"/>
                    <a:pt x="166" y="0"/>
                    <a:pt x="1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8"/>
            <p:cNvSpPr/>
            <p:nvPr/>
          </p:nvSpPr>
          <p:spPr>
            <a:xfrm>
              <a:off x="-3050977" y="5384004"/>
              <a:ext cx="35676" cy="35676"/>
            </a:xfrm>
            <a:custGeom>
              <a:rect b="b" l="l" r="r" t="t"/>
              <a:pathLst>
                <a:path extrusionOk="0" h="351" w="351">
                  <a:moveTo>
                    <a:pt x="176" y="0"/>
                  </a:moveTo>
                  <a:cubicBezTo>
                    <a:pt x="79" y="0"/>
                    <a:pt x="0" y="78"/>
                    <a:pt x="0" y="176"/>
                  </a:cubicBezTo>
                  <a:cubicBezTo>
                    <a:pt x="0" y="273"/>
                    <a:pt x="79" y="351"/>
                    <a:pt x="176" y="351"/>
                  </a:cubicBezTo>
                  <a:cubicBezTo>
                    <a:pt x="273" y="351"/>
                    <a:pt x="351" y="273"/>
                    <a:pt x="351" y="176"/>
                  </a:cubicBezTo>
                  <a:cubicBezTo>
                    <a:pt x="351" y="78"/>
                    <a:pt x="273" y="0"/>
                    <a:pt x="1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8"/>
            <p:cNvSpPr/>
            <p:nvPr/>
          </p:nvSpPr>
          <p:spPr>
            <a:xfrm>
              <a:off x="-3042045" y="5392999"/>
              <a:ext cx="17787" cy="17685"/>
            </a:xfrm>
            <a:custGeom>
              <a:rect b="b" l="l" r="r" t="t"/>
              <a:pathLst>
                <a:path extrusionOk="0" h="174" w="175">
                  <a:moveTo>
                    <a:pt x="88" y="1"/>
                  </a:moveTo>
                  <a:cubicBezTo>
                    <a:pt x="40" y="1"/>
                    <a:pt x="1" y="39"/>
                    <a:pt x="1" y="88"/>
                  </a:cubicBezTo>
                  <a:cubicBezTo>
                    <a:pt x="1" y="135"/>
                    <a:pt x="40" y="173"/>
                    <a:pt x="88" y="173"/>
                  </a:cubicBezTo>
                  <a:cubicBezTo>
                    <a:pt x="135" y="173"/>
                    <a:pt x="174" y="135"/>
                    <a:pt x="174" y="88"/>
                  </a:cubicBezTo>
                  <a:cubicBezTo>
                    <a:pt x="174" y="39"/>
                    <a:pt x="135" y="1"/>
                    <a:pt x="8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8"/>
            <p:cNvSpPr/>
            <p:nvPr/>
          </p:nvSpPr>
          <p:spPr>
            <a:xfrm>
              <a:off x="-3098048" y="5389340"/>
              <a:ext cx="77551" cy="75823"/>
            </a:xfrm>
            <a:custGeom>
              <a:rect b="b" l="l" r="r" t="t"/>
              <a:pathLst>
                <a:path extrusionOk="0" h="746" w="763">
                  <a:moveTo>
                    <a:pt x="515" y="1"/>
                  </a:moveTo>
                  <a:lnTo>
                    <a:pt x="68" y="334"/>
                  </a:lnTo>
                  <a:cubicBezTo>
                    <a:pt x="8" y="378"/>
                    <a:pt x="1" y="468"/>
                    <a:pt x="54" y="522"/>
                  </a:cubicBezTo>
                  <a:lnTo>
                    <a:pt x="241" y="709"/>
                  </a:lnTo>
                  <a:cubicBezTo>
                    <a:pt x="266" y="734"/>
                    <a:pt x="298" y="746"/>
                    <a:pt x="329" y="746"/>
                  </a:cubicBezTo>
                  <a:cubicBezTo>
                    <a:pt x="367" y="746"/>
                    <a:pt x="404" y="729"/>
                    <a:pt x="429" y="695"/>
                  </a:cubicBezTo>
                  <a:lnTo>
                    <a:pt x="762" y="248"/>
                  </a:lnTo>
                  <a:lnTo>
                    <a:pt x="5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8"/>
            <p:cNvSpPr/>
            <p:nvPr/>
          </p:nvSpPr>
          <p:spPr>
            <a:xfrm>
              <a:off x="-3042045" y="5392999"/>
              <a:ext cx="17787" cy="17685"/>
            </a:xfrm>
            <a:custGeom>
              <a:rect b="b" l="l" r="r" t="t"/>
              <a:pathLst>
                <a:path extrusionOk="0" h="174" w="175">
                  <a:moveTo>
                    <a:pt x="88" y="1"/>
                  </a:moveTo>
                  <a:cubicBezTo>
                    <a:pt x="40" y="1"/>
                    <a:pt x="1" y="39"/>
                    <a:pt x="1" y="88"/>
                  </a:cubicBezTo>
                  <a:cubicBezTo>
                    <a:pt x="1" y="135"/>
                    <a:pt x="40" y="173"/>
                    <a:pt x="88" y="173"/>
                  </a:cubicBezTo>
                  <a:cubicBezTo>
                    <a:pt x="135" y="173"/>
                    <a:pt x="174" y="135"/>
                    <a:pt x="174" y="88"/>
                  </a:cubicBezTo>
                  <a:cubicBezTo>
                    <a:pt x="174" y="39"/>
                    <a:pt x="135" y="1"/>
                    <a:pt x="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8"/>
            <p:cNvSpPr/>
            <p:nvPr/>
          </p:nvSpPr>
          <p:spPr>
            <a:xfrm>
              <a:off x="-3643748" y="5451646"/>
              <a:ext cx="46449" cy="46449"/>
            </a:xfrm>
            <a:custGeom>
              <a:rect b="b" l="l" r="r" t="t"/>
              <a:pathLst>
                <a:path extrusionOk="0" h="457" w="457">
                  <a:moveTo>
                    <a:pt x="228" y="1"/>
                  </a:moveTo>
                  <a:cubicBezTo>
                    <a:pt x="102" y="1"/>
                    <a:pt x="0" y="103"/>
                    <a:pt x="0" y="229"/>
                  </a:cubicBezTo>
                  <a:cubicBezTo>
                    <a:pt x="0" y="355"/>
                    <a:pt x="102" y="457"/>
                    <a:pt x="228" y="457"/>
                  </a:cubicBezTo>
                  <a:cubicBezTo>
                    <a:pt x="354" y="457"/>
                    <a:pt x="456" y="355"/>
                    <a:pt x="456" y="229"/>
                  </a:cubicBezTo>
                  <a:cubicBezTo>
                    <a:pt x="456" y="103"/>
                    <a:pt x="354" y="1"/>
                    <a:pt x="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8"/>
            <p:cNvSpPr/>
            <p:nvPr/>
          </p:nvSpPr>
          <p:spPr>
            <a:xfrm>
              <a:off x="-3638870" y="5458761"/>
              <a:ext cx="35676" cy="32830"/>
            </a:xfrm>
            <a:custGeom>
              <a:rect b="b" l="l" r="r" t="t"/>
              <a:pathLst>
                <a:path extrusionOk="0" h="323" w="351">
                  <a:moveTo>
                    <a:pt x="176" y="0"/>
                  </a:moveTo>
                  <a:cubicBezTo>
                    <a:pt x="100" y="0"/>
                    <a:pt x="32" y="54"/>
                    <a:pt x="17" y="132"/>
                  </a:cubicBezTo>
                  <a:cubicBezTo>
                    <a:pt x="1" y="219"/>
                    <a:pt x="58" y="303"/>
                    <a:pt x="145" y="320"/>
                  </a:cubicBezTo>
                  <a:cubicBezTo>
                    <a:pt x="155" y="322"/>
                    <a:pt x="166" y="323"/>
                    <a:pt x="176" y="323"/>
                  </a:cubicBezTo>
                  <a:cubicBezTo>
                    <a:pt x="252" y="323"/>
                    <a:pt x="320" y="269"/>
                    <a:pt x="334" y="192"/>
                  </a:cubicBezTo>
                  <a:cubicBezTo>
                    <a:pt x="351" y="104"/>
                    <a:pt x="293" y="19"/>
                    <a:pt x="206" y="3"/>
                  </a:cubicBezTo>
                  <a:cubicBezTo>
                    <a:pt x="196" y="1"/>
                    <a:pt x="186" y="0"/>
                    <a:pt x="1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8"/>
            <p:cNvSpPr/>
            <p:nvPr/>
          </p:nvSpPr>
          <p:spPr>
            <a:xfrm>
              <a:off x="-3628807" y="5466790"/>
              <a:ext cx="16364" cy="16262"/>
            </a:xfrm>
            <a:custGeom>
              <a:rect b="b" l="l" r="r" t="t"/>
              <a:pathLst>
                <a:path extrusionOk="0" h="160" w="161">
                  <a:moveTo>
                    <a:pt x="81" y="0"/>
                  </a:moveTo>
                  <a:cubicBezTo>
                    <a:pt x="37" y="0"/>
                    <a:pt x="1" y="35"/>
                    <a:pt x="1" y="80"/>
                  </a:cubicBezTo>
                  <a:cubicBezTo>
                    <a:pt x="1" y="124"/>
                    <a:pt x="37" y="159"/>
                    <a:pt x="81" y="159"/>
                  </a:cubicBezTo>
                  <a:cubicBezTo>
                    <a:pt x="126" y="159"/>
                    <a:pt x="161" y="124"/>
                    <a:pt x="161" y="80"/>
                  </a:cubicBezTo>
                  <a:cubicBezTo>
                    <a:pt x="161" y="35"/>
                    <a:pt x="126" y="0"/>
                    <a:pt x="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8"/>
            <p:cNvSpPr/>
            <p:nvPr/>
          </p:nvSpPr>
          <p:spPr>
            <a:xfrm>
              <a:off x="-3655640" y="5014284"/>
              <a:ext cx="489905" cy="454636"/>
            </a:xfrm>
            <a:custGeom>
              <a:rect b="b" l="l" r="r" t="t"/>
              <a:pathLst>
                <a:path extrusionOk="0" h="4473" w="4820">
                  <a:moveTo>
                    <a:pt x="2412" y="1"/>
                  </a:moveTo>
                  <a:cubicBezTo>
                    <a:pt x="2096" y="1"/>
                    <a:pt x="1780" y="67"/>
                    <a:pt x="1487" y="200"/>
                  </a:cubicBezTo>
                  <a:cubicBezTo>
                    <a:pt x="1249" y="309"/>
                    <a:pt x="1026" y="460"/>
                    <a:pt x="830" y="656"/>
                  </a:cubicBezTo>
                  <a:cubicBezTo>
                    <a:pt x="634" y="850"/>
                    <a:pt x="484" y="1074"/>
                    <a:pt x="375" y="1312"/>
                  </a:cubicBezTo>
                  <a:cubicBezTo>
                    <a:pt x="1" y="2135"/>
                    <a:pt x="153" y="3140"/>
                    <a:pt x="830" y="3818"/>
                  </a:cubicBezTo>
                  <a:cubicBezTo>
                    <a:pt x="1267" y="4254"/>
                    <a:pt x="1839" y="4473"/>
                    <a:pt x="2411" y="4473"/>
                  </a:cubicBezTo>
                  <a:cubicBezTo>
                    <a:pt x="2720" y="4473"/>
                    <a:pt x="3030" y="4408"/>
                    <a:pt x="3319" y="4280"/>
                  </a:cubicBezTo>
                  <a:cubicBezTo>
                    <a:pt x="3563" y="4172"/>
                    <a:pt x="3791" y="4019"/>
                    <a:pt x="3992" y="3818"/>
                  </a:cubicBezTo>
                  <a:cubicBezTo>
                    <a:pt x="4194" y="3617"/>
                    <a:pt x="4347" y="3387"/>
                    <a:pt x="4456" y="3144"/>
                  </a:cubicBezTo>
                  <a:cubicBezTo>
                    <a:pt x="4819" y="2322"/>
                    <a:pt x="4665" y="1327"/>
                    <a:pt x="3992" y="656"/>
                  </a:cubicBezTo>
                  <a:cubicBezTo>
                    <a:pt x="3556" y="219"/>
                    <a:pt x="2984" y="1"/>
                    <a:pt x="24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8"/>
            <p:cNvSpPr/>
            <p:nvPr/>
          </p:nvSpPr>
          <p:spPr>
            <a:xfrm>
              <a:off x="-3612240" y="5044065"/>
              <a:ext cx="414488" cy="394973"/>
            </a:xfrm>
            <a:custGeom>
              <a:rect b="b" l="l" r="r" t="t"/>
              <a:pathLst>
                <a:path extrusionOk="0" h="3886" w="4078">
                  <a:moveTo>
                    <a:pt x="1984" y="0"/>
                  </a:moveTo>
                  <a:cubicBezTo>
                    <a:pt x="1710" y="0"/>
                    <a:pt x="1436" y="58"/>
                    <a:pt x="1182" y="174"/>
                  </a:cubicBezTo>
                  <a:cubicBezTo>
                    <a:pt x="975" y="269"/>
                    <a:pt x="781" y="400"/>
                    <a:pt x="611" y="570"/>
                  </a:cubicBezTo>
                  <a:cubicBezTo>
                    <a:pt x="441" y="739"/>
                    <a:pt x="309" y="934"/>
                    <a:pt x="216" y="1141"/>
                  </a:cubicBezTo>
                  <a:cubicBezTo>
                    <a:pt x="130" y="1326"/>
                    <a:pt x="77" y="1524"/>
                    <a:pt x="54" y="1724"/>
                  </a:cubicBezTo>
                  <a:cubicBezTo>
                    <a:pt x="1" y="2189"/>
                    <a:pt x="118" y="2670"/>
                    <a:pt x="401" y="3068"/>
                  </a:cubicBezTo>
                  <a:cubicBezTo>
                    <a:pt x="461" y="3156"/>
                    <a:pt x="532" y="3239"/>
                    <a:pt x="610" y="3316"/>
                  </a:cubicBezTo>
                  <a:cubicBezTo>
                    <a:pt x="989" y="3696"/>
                    <a:pt x="1486" y="3886"/>
                    <a:pt x="1983" y="3886"/>
                  </a:cubicBezTo>
                  <a:cubicBezTo>
                    <a:pt x="2252" y="3886"/>
                    <a:pt x="2521" y="3830"/>
                    <a:pt x="2772" y="3719"/>
                  </a:cubicBezTo>
                  <a:cubicBezTo>
                    <a:pt x="2984" y="3625"/>
                    <a:pt x="3184" y="3491"/>
                    <a:pt x="3358" y="3316"/>
                  </a:cubicBezTo>
                  <a:cubicBezTo>
                    <a:pt x="3531" y="3143"/>
                    <a:pt x="3666" y="2944"/>
                    <a:pt x="3760" y="2731"/>
                  </a:cubicBezTo>
                  <a:cubicBezTo>
                    <a:pt x="4077" y="2019"/>
                    <a:pt x="3943" y="1154"/>
                    <a:pt x="3358" y="570"/>
                  </a:cubicBezTo>
                  <a:cubicBezTo>
                    <a:pt x="2978" y="190"/>
                    <a:pt x="2481" y="0"/>
                    <a:pt x="19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8"/>
            <p:cNvSpPr/>
            <p:nvPr/>
          </p:nvSpPr>
          <p:spPr>
            <a:xfrm>
              <a:off x="-3515378" y="5148755"/>
              <a:ext cx="210192" cy="185086"/>
            </a:xfrm>
            <a:custGeom>
              <a:rect b="b" l="l" r="r" t="t"/>
              <a:pathLst>
                <a:path extrusionOk="0" h="1821" w="2068">
                  <a:moveTo>
                    <a:pt x="1034" y="1"/>
                  </a:moveTo>
                  <a:cubicBezTo>
                    <a:pt x="916" y="1"/>
                    <a:pt x="796" y="24"/>
                    <a:pt x="681" y="73"/>
                  </a:cubicBezTo>
                  <a:cubicBezTo>
                    <a:pt x="218" y="268"/>
                    <a:pt x="0" y="800"/>
                    <a:pt x="195" y="1263"/>
                  </a:cubicBezTo>
                  <a:cubicBezTo>
                    <a:pt x="342" y="1611"/>
                    <a:pt x="679" y="1820"/>
                    <a:pt x="1034" y="1820"/>
                  </a:cubicBezTo>
                  <a:cubicBezTo>
                    <a:pt x="1152" y="1820"/>
                    <a:pt x="1272" y="1797"/>
                    <a:pt x="1387" y="1748"/>
                  </a:cubicBezTo>
                  <a:cubicBezTo>
                    <a:pt x="1850" y="1553"/>
                    <a:pt x="2068" y="1020"/>
                    <a:pt x="1872" y="558"/>
                  </a:cubicBezTo>
                  <a:cubicBezTo>
                    <a:pt x="1726" y="210"/>
                    <a:pt x="1389" y="1"/>
                    <a:pt x="10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8"/>
            <p:cNvSpPr/>
            <p:nvPr/>
          </p:nvSpPr>
          <p:spPr>
            <a:xfrm>
              <a:off x="-3503588" y="5156988"/>
              <a:ext cx="185696" cy="169231"/>
            </a:xfrm>
            <a:custGeom>
              <a:rect b="b" l="l" r="r" t="t"/>
              <a:pathLst>
                <a:path extrusionOk="0" h="1665" w="1827">
                  <a:moveTo>
                    <a:pt x="913" y="1"/>
                  </a:moveTo>
                  <a:cubicBezTo>
                    <a:pt x="700" y="1"/>
                    <a:pt x="488" y="82"/>
                    <a:pt x="325" y="244"/>
                  </a:cubicBezTo>
                  <a:cubicBezTo>
                    <a:pt x="0" y="568"/>
                    <a:pt x="0" y="1096"/>
                    <a:pt x="325" y="1421"/>
                  </a:cubicBezTo>
                  <a:cubicBezTo>
                    <a:pt x="488" y="1583"/>
                    <a:pt x="700" y="1665"/>
                    <a:pt x="913" y="1665"/>
                  </a:cubicBezTo>
                  <a:cubicBezTo>
                    <a:pt x="1126" y="1665"/>
                    <a:pt x="1339" y="1583"/>
                    <a:pt x="1502" y="1421"/>
                  </a:cubicBezTo>
                  <a:cubicBezTo>
                    <a:pt x="1827" y="1096"/>
                    <a:pt x="1827" y="568"/>
                    <a:pt x="1502" y="244"/>
                  </a:cubicBezTo>
                  <a:cubicBezTo>
                    <a:pt x="1339" y="82"/>
                    <a:pt x="1126" y="1"/>
                    <a:pt x="9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8"/>
            <p:cNvSpPr/>
            <p:nvPr/>
          </p:nvSpPr>
          <p:spPr>
            <a:xfrm>
              <a:off x="-3482752" y="5169388"/>
              <a:ext cx="151240" cy="144329"/>
            </a:xfrm>
            <a:custGeom>
              <a:rect b="b" l="l" r="r" t="t"/>
              <a:pathLst>
                <a:path extrusionOk="0" h="1420" w="1488">
                  <a:moveTo>
                    <a:pt x="709" y="112"/>
                  </a:moveTo>
                  <a:cubicBezTo>
                    <a:pt x="863" y="112"/>
                    <a:pt x="1017" y="171"/>
                    <a:pt x="1132" y="285"/>
                  </a:cubicBezTo>
                  <a:cubicBezTo>
                    <a:pt x="1366" y="519"/>
                    <a:pt x="1366" y="896"/>
                    <a:pt x="1132" y="1130"/>
                  </a:cubicBezTo>
                  <a:cubicBezTo>
                    <a:pt x="1016" y="1247"/>
                    <a:pt x="863" y="1305"/>
                    <a:pt x="710" y="1305"/>
                  </a:cubicBezTo>
                  <a:cubicBezTo>
                    <a:pt x="558" y="1305"/>
                    <a:pt x="405" y="1247"/>
                    <a:pt x="288" y="1130"/>
                  </a:cubicBezTo>
                  <a:cubicBezTo>
                    <a:pt x="175" y="1018"/>
                    <a:pt x="113" y="869"/>
                    <a:pt x="113" y="709"/>
                  </a:cubicBezTo>
                  <a:cubicBezTo>
                    <a:pt x="113" y="550"/>
                    <a:pt x="176" y="399"/>
                    <a:pt x="288" y="286"/>
                  </a:cubicBezTo>
                  <a:cubicBezTo>
                    <a:pt x="404" y="171"/>
                    <a:pt x="557" y="112"/>
                    <a:pt x="709" y="112"/>
                  </a:cubicBezTo>
                  <a:close/>
                  <a:moveTo>
                    <a:pt x="709" y="1"/>
                  </a:moveTo>
                  <a:cubicBezTo>
                    <a:pt x="521" y="1"/>
                    <a:pt x="342" y="74"/>
                    <a:pt x="208" y="208"/>
                  </a:cubicBezTo>
                  <a:cubicBezTo>
                    <a:pt x="74" y="342"/>
                    <a:pt x="0" y="520"/>
                    <a:pt x="0" y="710"/>
                  </a:cubicBezTo>
                  <a:cubicBezTo>
                    <a:pt x="0" y="899"/>
                    <a:pt x="74" y="1077"/>
                    <a:pt x="208" y="1211"/>
                  </a:cubicBezTo>
                  <a:cubicBezTo>
                    <a:pt x="342" y="1345"/>
                    <a:pt x="521" y="1420"/>
                    <a:pt x="709" y="1420"/>
                  </a:cubicBezTo>
                  <a:cubicBezTo>
                    <a:pt x="899" y="1420"/>
                    <a:pt x="1078" y="1344"/>
                    <a:pt x="1211" y="1210"/>
                  </a:cubicBezTo>
                  <a:cubicBezTo>
                    <a:pt x="1487" y="935"/>
                    <a:pt x="1487" y="484"/>
                    <a:pt x="1211" y="208"/>
                  </a:cubicBezTo>
                  <a:cubicBezTo>
                    <a:pt x="1078" y="74"/>
                    <a:pt x="899" y="1"/>
                    <a:pt x="7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8"/>
            <p:cNvSpPr/>
            <p:nvPr/>
          </p:nvSpPr>
          <p:spPr>
            <a:xfrm>
              <a:off x="-3463034" y="5194799"/>
              <a:ext cx="106214" cy="93204"/>
            </a:xfrm>
            <a:custGeom>
              <a:rect b="b" l="l" r="r" t="t"/>
              <a:pathLst>
                <a:path extrusionOk="0" h="917" w="1045">
                  <a:moveTo>
                    <a:pt x="522" y="0"/>
                  </a:moveTo>
                  <a:cubicBezTo>
                    <a:pt x="457" y="0"/>
                    <a:pt x="391" y="14"/>
                    <a:pt x="328" y="44"/>
                  </a:cubicBezTo>
                  <a:cubicBezTo>
                    <a:pt x="99" y="151"/>
                    <a:pt x="0" y="423"/>
                    <a:pt x="108" y="653"/>
                  </a:cubicBezTo>
                  <a:cubicBezTo>
                    <a:pt x="186" y="819"/>
                    <a:pt x="351" y="916"/>
                    <a:pt x="523" y="916"/>
                  </a:cubicBezTo>
                  <a:cubicBezTo>
                    <a:pt x="588" y="916"/>
                    <a:pt x="655" y="902"/>
                    <a:pt x="718" y="872"/>
                  </a:cubicBezTo>
                  <a:cubicBezTo>
                    <a:pt x="946" y="765"/>
                    <a:pt x="1045" y="493"/>
                    <a:pt x="937" y="264"/>
                  </a:cubicBezTo>
                  <a:cubicBezTo>
                    <a:pt x="860" y="97"/>
                    <a:pt x="694" y="0"/>
                    <a:pt x="5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8"/>
            <p:cNvSpPr/>
            <p:nvPr/>
          </p:nvSpPr>
          <p:spPr>
            <a:xfrm>
              <a:off x="-3430306" y="5221835"/>
              <a:ext cx="39436" cy="39436"/>
            </a:xfrm>
            <a:custGeom>
              <a:rect b="b" l="l" r="r" t="t"/>
              <a:pathLst>
                <a:path extrusionOk="0" h="388" w="388">
                  <a:moveTo>
                    <a:pt x="193" y="1"/>
                  </a:moveTo>
                  <a:cubicBezTo>
                    <a:pt x="87" y="1"/>
                    <a:pt x="0" y="86"/>
                    <a:pt x="0" y="194"/>
                  </a:cubicBezTo>
                  <a:cubicBezTo>
                    <a:pt x="0" y="301"/>
                    <a:pt x="87" y="388"/>
                    <a:pt x="193" y="388"/>
                  </a:cubicBezTo>
                  <a:cubicBezTo>
                    <a:pt x="301" y="388"/>
                    <a:pt x="387" y="301"/>
                    <a:pt x="387" y="194"/>
                  </a:cubicBezTo>
                  <a:cubicBezTo>
                    <a:pt x="387" y="86"/>
                    <a:pt x="301" y="1"/>
                    <a:pt x="1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8"/>
            <p:cNvSpPr/>
            <p:nvPr/>
          </p:nvSpPr>
          <p:spPr>
            <a:xfrm>
              <a:off x="-3179664" y="5451646"/>
              <a:ext cx="46449" cy="46449"/>
            </a:xfrm>
            <a:custGeom>
              <a:rect b="b" l="l" r="r" t="t"/>
              <a:pathLst>
                <a:path extrusionOk="0" h="457" w="457">
                  <a:moveTo>
                    <a:pt x="229" y="1"/>
                  </a:moveTo>
                  <a:cubicBezTo>
                    <a:pt x="103" y="1"/>
                    <a:pt x="1" y="103"/>
                    <a:pt x="1" y="229"/>
                  </a:cubicBezTo>
                  <a:cubicBezTo>
                    <a:pt x="1" y="355"/>
                    <a:pt x="103" y="457"/>
                    <a:pt x="229" y="457"/>
                  </a:cubicBezTo>
                  <a:cubicBezTo>
                    <a:pt x="355" y="457"/>
                    <a:pt x="457" y="355"/>
                    <a:pt x="457" y="229"/>
                  </a:cubicBezTo>
                  <a:cubicBezTo>
                    <a:pt x="457" y="103"/>
                    <a:pt x="355" y="1"/>
                    <a:pt x="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8"/>
            <p:cNvSpPr/>
            <p:nvPr/>
          </p:nvSpPr>
          <p:spPr>
            <a:xfrm>
              <a:off x="-3174786" y="5458761"/>
              <a:ext cx="35676" cy="32830"/>
            </a:xfrm>
            <a:custGeom>
              <a:rect b="b" l="l" r="r" t="t"/>
              <a:pathLst>
                <a:path extrusionOk="0" h="323" w="351">
                  <a:moveTo>
                    <a:pt x="175" y="0"/>
                  </a:moveTo>
                  <a:cubicBezTo>
                    <a:pt x="99" y="0"/>
                    <a:pt x="31" y="53"/>
                    <a:pt x="17" y="131"/>
                  </a:cubicBezTo>
                  <a:cubicBezTo>
                    <a:pt x="0" y="219"/>
                    <a:pt x="58" y="303"/>
                    <a:pt x="146" y="320"/>
                  </a:cubicBezTo>
                  <a:cubicBezTo>
                    <a:pt x="156" y="322"/>
                    <a:pt x="166" y="323"/>
                    <a:pt x="176" y="323"/>
                  </a:cubicBezTo>
                  <a:cubicBezTo>
                    <a:pt x="251" y="323"/>
                    <a:pt x="319" y="268"/>
                    <a:pt x="334" y="191"/>
                  </a:cubicBezTo>
                  <a:cubicBezTo>
                    <a:pt x="350" y="104"/>
                    <a:pt x="293" y="19"/>
                    <a:pt x="206" y="3"/>
                  </a:cubicBezTo>
                  <a:cubicBezTo>
                    <a:pt x="195" y="1"/>
                    <a:pt x="185" y="0"/>
                    <a:pt x="1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8"/>
            <p:cNvSpPr/>
            <p:nvPr/>
          </p:nvSpPr>
          <p:spPr>
            <a:xfrm>
              <a:off x="-3164622" y="5466790"/>
              <a:ext cx="16364" cy="16262"/>
            </a:xfrm>
            <a:custGeom>
              <a:rect b="b" l="l" r="r" t="t"/>
              <a:pathLst>
                <a:path extrusionOk="0" h="160" w="161">
                  <a:moveTo>
                    <a:pt x="81" y="0"/>
                  </a:moveTo>
                  <a:cubicBezTo>
                    <a:pt x="37" y="0"/>
                    <a:pt x="0" y="35"/>
                    <a:pt x="0" y="80"/>
                  </a:cubicBezTo>
                  <a:cubicBezTo>
                    <a:pt x="0" y="124"/>
                    <a:pt x="37" y="159"/>
                    <a:pt x="81" y="159"/>
                  </a:cubicBezTo>
                  <a:cubicBezTo>
                    <a:pt x="125" y="159"/>
                    <a:pt x="160" y="124"/>
                    <a:pt x="160" y="80"/>
                  </a:cubicBezTo>
                  <a:cubicBezTo>
                    <a:pt x="160" y="35"/>
                    <a:pt x="125" y="0"/>
                    <a:pt x="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8"/>
            <p:cNvSpPr/>
            <p:nvPr/>
          </p:nvSpPr>
          <p:spPr>
            <a:xfrm>
              <a:off x="-3040012" y="5074151"/>
              <a:ext cx="13721" cy="13721"/>
            </a:xfrm>
            <a:custGeom>
              <a:rect b="b" l="l" r="r" t="t"/>
              <a:pathLst>
                <a:path extrusionOk="0" h="135" w="135">
                  <a:moveTo>
                    <a:pt x="68" y="1"/>
                  </a:moveTo>
                  <a:cubicBezTo>
                    <a:pt x="30" y="1"/>
                    <a:pt x="0" y="30"/>
                    <a:pt x="0" y="68"/>
                  </a:cubicBezTo>
                  <a:cubicBezTo>
                    <a:pt x="0" y="105"/>
                    <a:pt x="30" y="135"/>
                    <a:pt x="68" y="135"/>
                  </a:cubicBezTo>
                  <a:cubicBezTo>
                    <a:pt x="105" y="135"/>
                    <a:pt x="135" y="105"/>
                    <a:pt x="135" y="68"/>
                  </a:cubicBezTo>
                  <a:cubicBezTo>
                    <a:pt x="135" y="30"/>
                    <a:pt x="105" y="1"/>
                    <a:pt x="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4" name="Google Shape;3904;p48"/>
          <p:cNvGrpSpPr/>
          <p:nvPr/>
        </p:nvGrpSpPr>
        <p:grpSpPr>
          <a:xfrm>
            <a:off x="1583315" y="4756435"/>
            <a:ext cx="261189" cy="248344"/>
            <a:chOff x="5164484" y="526738"/>
            <a:chExt cx="133266" cy="126713"/>
          </a:xfrm>
        </p:grpSpPr>
        <p:sp>
          <p:nvSpPr>
            <p:cNvPr id="3905" name="Google Shape;3905;p48"/>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8"/>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7" name="Google Shape;3907;p48"/>
          <p:cNvGrpSpPr/>
          <p:nvPr/>
        </p:nvGrpSpPr>
        <p:grpSpPr>
          <a:xfrm>
            <a:off x="7203078" y="89520"/>
            <a:ext cx="311019" cy="311110"/>
            <a:chOff x="5038846" y="235350"/>
            <a:chExt cx="158691" cy="158738"/>
          </a:xfrm>
        </p:grpSpPr>
        <p:sp>
          <p:nvSpPr>
            <p:cNvPr id="3908" name="Google Shape;3908;p48"/>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8"/>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0" name="Google Shape;3910;p48"/>
          <p:cNvGrpSpPr/>
          <p:nvPr/>
        </p:nvGrpSpPr>
        <p:grpSpPr>
          <a:xfrm>
            <a:off x="8675624" y="3899608"/>
            <a:ext cx="185799" cy="185799"/>
            <a:chOff x="5035425" y="2779450"/>
            <a:chExt cx="94800" cy="94800"/>
          </a:xfrm>
        </p:grpSpPr>
        <p:sp>
          <p:nvSpPr>
            <p:cNvPr id="3911" name="Google Shape;3911;p48"/>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8"/>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3" name="Google Shape;3913;p48"/>
          <p:cNvGrpSpPr/>
          <p:nvPr/>
        </p:nvGrpSpPr>
        <p:grpSpPr>
          <a:xfrm>
            <a:off x="177301" y="3490152"/>
            <a:ext cx="606934" cy="489723"/>
            <a:chOff x="-1636175" y="409550"/>
            <a:chExt cx="448750" cy="362088"/>
          </a:xfrm>
        </p:grpSpPr>
        <p:sp>
          <p:nvSpPr>
            <p:cNvPr id="3914" name="Google Shape;3914;p48"/>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8"/>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6" name="Google Shape;3916;p48"/>
          <p:cNvGrpSpPr/>
          <p:nvPr/>
        </p:nvGrpSpPr>
        <p:grpSpPr>
          <a:xfrm>
            <a:off x="1260345" y="201022"/>
            <a:ext cx="500560" cy="472885"/>
            <a:chOff x="-1174275" y="581450"/>
            <a:chExt cx="370100" cy="349638"/>
          </a:xfrm>
        </p:grpSpPr>
        <p:sp>
          <p:nvSpPr>
            <p:cNvPr id="3917" name="Google Shape;3917;p48"/>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8"/>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9" name="Google Shape;3919;p48"/>
          <p:cNvGrpSpPr/>
          <p:nvPr/>
        </p:nvGrpSpPr>
        <p:grpSpPr>
          <a:xfrm>
            <a:off x="8744449" y="1061233"/>
            <a:ext cx="185799" cy="185799"/>
            <a:chOff x="5035425" y="2779450"/>
            <a:chExt cx="94800" cy="94800"/>
          </a:xfrm>
        </p:grpSpPr>
        <p:sp>
          <p:nvSpPr>
            <p:cNvPr id="3920" name="Google Shape;3920;p48"/>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8"/>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2" name="Google Shape;3922;p48"/>
          <p:cNvGrpSpPr/>
          <p:nvPr/>
        </p:nvGrpSpPr>
        <p:grpSpPr>
          <a:xfrm rot="-1018503">
            <a:off x="115615" y="998348"/>
            <a:ext cx="311017" cy="311108"/>
            <a:chOff x="5038846" y="235350"/>
            <a:chExt cx="158691" cy="158738"/>
          </a:xfrm>
        </p:grpSpPr>
        <p:sp>
          <p:nvSpPr>
            <p:cNvPr id="3923" name="Google Shape;3923;p48"/>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8"/>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3925" name="Shape 3925"/>
        <p:cNvGrpSpPr/>
        <p:nvPr/>
      </p:nvGrpSpPr>
      <p:grpSpPr>
        <a:xfrm>
          <a:off x="0" y="0"/>
          <a:ext cx="0" cy="0"/>
          <a:chOff x="0" y="0"/>
          <a:chExt cx="0" cy="0"/>
        </a:xfrm>
      </p:grpSpPr>
      <p:sp>
        <p:nvSpPr>
          <p:cNvPr id="3926" name="Google Shape;3926;p49"/>
          <p:cNvSpPr txBox="1"/>
          <p:nvPr>
            <p:ph type="title"/>
          </p:nvPr>
        </p:nvSpPr>
        <p:spPr>
          <a:xfrm>
            <a:off x="720000" y="2947100"/>
            <a:ext cx="6193800" cy="10593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3927" name="Google Shape;3927;p49"/>
          <p:cNvSpPr txBox="1"/>
          <p:nvPr>
            <p:ph idx="1" type="subTitle"/>
          </p:nvPr>
        </p:nvSpPr>
        <p:spPr>
          <a:xfrm>
            <a:off x="720000" y="4006400"/>
            <a:ext cx="6193800" cy="597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28" name="Google Shape;3928;p49"/>
          <p:cNvSpPr/>
          <p:nvPr>
            <p:ph idx="2" type="pic"/>
          </p:nvPr>
        </p:nvSpPr>
        <p:spPr>
          <a:xfrm rot="479771">
            <a:off x="4739114" y="616870"/>
            <a:ext cx="3793483" cy="2243303"/>
          </a:xfrm>
          <a:prstGeom prst="roundRect">
            <a:avLst>
              <a:gd fmla="val 16667" name="adj"/>
            </a:avLst>
          </a:prstGeom>
          <a:noFill/>
          <a:ln>
            <a:noFill/>
          </a:ln>
        </p:spPr>
      </p:sp>
      <p:grpSp>
        <p:nvGrpSpPr>
          <p:cNvPr id="3929" name="Google Shape;3929;p49"/>
          <p:cNvGrpSpPr/>
          <p:nvPr/>
        </p:nvGrpSpPr>
        <p:grpSpPr>
          <a:xfrm>
            <a:off x="115405" y="3725187"/>
            <a:ext cx="9128817" cy="1366445"/>
            <a:chOff x="115405" y="3725187"/>
            <a:chExt cx="9128817" cy="1366445"/>
          </a:xfrm>
        </p:grpSpPr>
        <p:grpSp>
          <p:nvGrpSpPr>
            <p:cNvPr id="3930" name="Google Shape;3930;p49"/>
            <p:cNvGrpSpPr/>
            <p:nvPr/>
          </p:nvGrpSpPr>
          <p:grpSpPr>
            <a:xfrm>
              <a:off x="8319007" y="3725187"/>
              <a:ext cx="925215" cy="1366445"/>
              <a:chOff x="1886004" y="3062663"/>
              <a:chExt cx="262450" cy="387600"/>
            </a:xfrm>
          </p:grpSpPr>
          <p:sp>
            <p:nvSpPr>
              <p:cNvPr id="3931" name="Google Shape;3931;p49"/>
              <p:cNvSpPr/>
              <p:nvPr/>
            </p:nvSpPr>
            <p:spPr>
              <a:xfrm>
                <a:off x="1886029" y="3062663"/>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2" name="Google Shape;3932;p49"/>
              <p:cNvGrpSpPr/>
              <p:nvPr/>
            </p:nvGrpSpPr>
            <p:grpSpPr>
              <a:xfrm>
                <a:off x="1886004" y="3062688"/>
                <a:ext cx="262450" cy="387550"/>
                <a:chOff x="2433900" y="2829400"/>
                <a:chExt cx="262450" cy="387550"/>
              </a:xfrm>
            </p:grpSpPr>
            <p:sp>
              <p:nvSpPr>
                <p:cNvPr id="3933" name="Google Shape;3933;p49"/>
                <p:cNvSpPr/>
                <p:nvPr/>
              </p:nvSpPr>
              <p:spPr>
                <a:xfrm>
                  <a:off x="2433900" y="2829400"/>
                  <a:ext cx="262450" cy="387550"/>
                </a:xfrm>
                <a:custGeom>
                  <a:rect b="b" l="l" r="r" t="t"/>
                  <a:pathLst>
                    <a:path extrusionOk="0" h="15502" w="10498">
                      <a:moveTo>
                        <a:pt x="0" y="1"/>
                      </a:moveTo>
                      <a:lnTo>
                        <a:pt x="0" y="10257"/>
                      </a:lnTo>
                      <a:cubicBezTo>
                        <a:pt x="0" y="10417"/>
                        <a:pt x="7" y="10575"/>
                        <a:pt x="22" y="10733"/>
                      </a:cubicBezTo>
                      <a:cubicBezTo>
                        <a:pt x="26" y="10779"/>
                        <a:pt x="31" y="10826"/>
                        <a:pt x="36" y="10871"/>
                      </a:cubicBezTo>
                      <a:cubicBezTo>
                        <a:pt x="56" y="11038"/>
                        <a:pt x="84" y="11204"/>
                        <a:pt x="119" y="11367"/>
                      </a:cubicBezTo>
                      <a:cubicBezTo>
                        <a:pt x="133" y="11431"/>
                        <a:pt x="147" y="11495"/>
                        <a:pt x="164" y="11558"/>
                      </a:cubicBezTo>
                      <a:cubicBezTo>
                        <a:pt x="224" y="11795"/>
                        <a:pt x="300" y="12024"/>
                        <a:pt x="392" y="12246"/>
                      </a:cubicBezTo>
                      <a:cubicBezTo>
                        <a:pt x="490" y="12484"/>
                        <a:pt x="605" y="12714"/>
                        <a:pt x="735" y="12933"/>
                      </a:cubicBezTo>
                      <a:cubicBezTo>
                        <a:pt x="846" y="13119"/>
                        <a:pt x="967" y="13298"/>
                        <a:pt x="1100" y="13468"/>
                      </a:cubicBezTo>
                      <a:cubicBezTo>
                        <a:pt x="1140" y="13520"/>
                        <a:pt x="1182" y="13571"/>
                        <a:pt x="1223" y="13621"/>
                      </a:cubicBezTo>
                      <a:cubicBezTo>
                        <a:pt x="1317" y="13733"/>
                        <a:pt x="1416" y="13843"/>
                        <a:pt x="1521" y="13947"/>
                      </a:cubicBezTo>
                      <a:lnTo>
                        <a:pt x="1539" y="13965"/>
                      </a:lnTo>
                      <a:cubicBezTo>
                        <a:pt x="1658" y="14086"/>
                        <a:pt x="1785" y="14200"/>
                        <a:pt x="1916" y="14309"/>
                      </a:cubicBezTo>
                      <a:cubicBezTo>
                        <a:pt x="2028" y="14400"/>
                        <a:pt x="2142" y="14486"/>
                        <a:pt x="2261" y="14569"/>
                      </a:cubicBezTo>
                      <a:cubicBezTo>
                        <a:pt x="2425" y="14682"/>
                        <a:pt x="2596" y="14788"/>
                        <a:pt x="2772" y="14882"/>
                      </a:cubicBezTo>
                      <a:cubicBezTo>
                        <a:pt x="2847" y="14922"/>
                        <a:pt x="2922" y="14960"/>
                        <a:pt x="2998" y="14996"/>
                      </a:cubicBezTo>
                      <a:cubicBezTo>
                        <a:pt x="3200" y="15093"/>
                        <a:pt x="3411" y="15176"/>
                        <a:pt x="3628" y="15247"/>
                      </a:cubicBezTo>
                      <a:cubicBezTo>
                        <a:pt x="3774" y="15294"/>
                        <a:pt x="3923" y="15335"/>
                        <a:pt x="4075" y="15370"/>
                      </a:cubicBezTo>
                      <a:cubicBezTo>
                        <a:pt x="4452" y="15456"/>
                        <a:pt x="4845" y="15501"/>
                        <a:pt x="5249" y="15501"/>
                      </a:cubicBezTo>
                      <a:cubicBezTo>
                        <a:pt x="5501" y="15501"/>
                        <a:pt x="5748" y="15485"/>
                        <a:pt x="5991" y="15450"/>
                      </a:cubicBezTo>
                      <a:cubicBezTo>
                        <a:pt x="6186" y="15422"/>
                        <a:pt x="6378" y="15384"/>
                        <a:pt x="6565" y="15335"/>
                      </a:cubicBezTo>
                      <a:cubicBezTo>
                        <a:pt x="6890" y="15252"/>
                        <a:pt x="7202" y="15138"/>
                        <a:pt x="7500" y="14996"/>
                      </a:cubicBezTo>
                      <a:cubicBezTo>
                        <a:pt x="7533" y="14980"/>
                        <a:pt x="7565" y="14964"/>
                        <a:pt x="7597" y="14948"/>
                      </a:cubicBezTo>
                      <a:cubicBezTo>
                        <a:pt x="7689" y="14902"/>
                        <a:pt x="7778" y="14854"/>
                        <a:pt x="7868" y="14803"/>
                      </a:cubicBezTo>
                      <a:cubicBezTo>
                        <a:pt x="8121" y="14656"/>
                        <a:pt x="8359" y="14490"/>
                        <a:pt x="8582" y="14307"/>
                      </a:cubicBezTo>
                      <a:cubicBezTo>
                        <a:pt x="8683" y="14223"/>
                        <a:pt x="8780" y="14137"/>
                        <a:pt x="8875" y="14046"/>
                      </a:cubicBezTo>
                      <a:cubicBezTo>
                        <a:pt x="8963" y="13963"/>
                        <a:pt x="9048" y="13875"/>
                        <a:pt x="9130" y="13784"/>
                      </a:cubicBezTo>
                      <a:cubicBezTo>
                        <a:pt x="9180" y="13730"/>
                        <a:pt x="9228" y="13675"/>
                        <a:pt x="9275" y="13618"/>
                      </a:cubicBezTo>
                      <a:cubicBezTo>
                        <a:pt x="9455" y="13402"/>
                        <a:pt x="9618" y="13173"/>
                        <a:pt x="9763" y="12931"/>
                      </a:cubicBezTo>
                      <a:cubicBezTo>
                        <a:pt x="9772" y="12914"/>
                        <a:pt x="9782" y="12899"/>
                        <a:pt x="9791" y="12881"/>
                      </a:cubicBezTo>
                      <a:cubicBezTo>
                        <a:pt x="9855" y="12772"/>
                        <a:pt x="9913" y="12661"/>
                        <a:pt x="9969" y="12548"/>
                      </a:cubicBezTo>
                      <a:cubicBezTo>
                        <a:pt x="10018" y="12447"/>
                        <a:pt x="10063" y="12345"/>
                        <a:pt x="10105" y="12241"/>
                      </a:cubicBezTo>
                      <a:cubicBezTo>
                        <a:pt x="10197" y="12020"/>
                        <a:pt x="10274" y="11790"/>
                        <a:pt x="10334" y="11554"/>
                      </a:cubicBezTo>
                      <a:cubicBezTo>
                        <a:pt x="10392" y="11331"/>
                        <a:pt x="10435" y="11101"/>
                        <a:pt x="10461" y="10867"/>
                      </a:cubicBezTo>
                      <a:cubicBezTo>
                        <a:pt x="10486" y="10666"/>
                        <a:pt x="10498" y="10460"/>
                        <a:pt x="10498" y="10253"/>
                      </a:cubicBezTo>
                      <a:lnTo>
                        <a:pt x="10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9"/>
                <p:cNvSpPr/>
                <p:nvPr/>
              </p:nvSpPr>
              <p:spPr>
                <a:xfrm>
                  <a:off x="2433925" y="28430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9"/>
                <p:cNvSpPr/>
                <p:nvPr/>
              </p:nvSpPr>
              <p:spPr>
                <a:xfrm>
                  <a:off x="2433925" y="2877500"/>
                  <a:ext cx="262425" cy="17200"/>
                </a:xfrm>
                <a:custGeom>
                  <a:rect b="b" l="l" r="r" t="t"/>
                  <a:pathLst>
                    <a:path extrusionOk="0" h="688"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9"/>
                <p:cNvSpPr/>
                <p:nvPr/>
              </p:nvSpPr>
              <p:spPr>
                <a:xfrm>
                  <a:off x="2433925" y="2911875"/>
                  <a:ext cx="262425" cy="17225"/>
                </a:xfrm>
                <a:custGeom>
                  <a:rect b="b" l="l" r="r" t="t"/>
                  <a:pathLst>
                    <a:path extrusionOk="0" h="689" w="10497">
                      <a:moveTo>
                        <a:pt x="0" y="0"/>
                      </a:moveTo>
                      <a:lnTo>
                        <a:pt x="0" y="689"/>
                      </a:lnTo>
                      <a:lnTo>
                        <a:pt x="10497" y="689"/>
                      </a:lnTo>
                      <a:lnTo>
                        <a:pt x="104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9"/>
                <p:cNvSpPr/>
                <p:nvPr/>
              </p:nvSpPr>
              <p:spPr>
                <a:xfrm>
                  <a:off x="2433925" y="29462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9"/>
                <p:cNvSpPr/>
                <p:nvPr/>
              </p:nvSpPr>
              <p:spPr>
                <a:xfrm>
                  <a:off x="2433925" y="2980700"/>
                  <a:ext cx="262425" cy="17200"/>
                </a:xfrm>
                <a:custGeom>
                  <a:rect b="b" l="l" r="r" t="t"/>
                  <a:pathLst>
                    <a:path extrusionOk="0" h="688"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9"/>
                <p:cNvSpPr/>
                <p:nvPr/>
              </p:nvSpPr>
              <p:spPr>
                <a:xfrm>
                  <a:off x="2433925" y="3015075"/>
                  <a:ext cx="262425" cy="17225"/>
                </a:xfrm>
                <a:custGeom>
                  <a:rect b="b" l="l" r="r" t="t"/>
                  <a:pathLst>
                    <a:path extrusionOk="0" h="689" w="10497">
                      <a:moveTo>
                        <a:pt x="0" y="0"/>
                      </a:moveTo>
                      <a:lnTo>
                        <a:pt x="0" y="688"/>
                      </a:lnTo>
                      <a:lnTo>
                        <a:pt x="10497" y="688"/>
                      </a:lnTo>
                      <a:lnTo>
                        <a:pt x="104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9"/>
                <p:cNvSpPr/>
                <p:nvPr/>
              </p:nvSpPr>
              <p:spPr>
                <a:xfrm>
                  <a:off x="2433925" y="30494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9"/>
                <p:cNvSpPr/>
                <p:nvPr/>
              </p:nvSpPr>
              <p:spPr>
                <a:xfrm>
                  <a:off x="2433900" y="3083900"/>
                  <a:ext cx="262450" cy="17200"/>
                </a:xfrm>
                <a:custGeom>
                  <a:rect b="b" l="l" r="r" t="t"/>
                  <a:pathLst>
                    <a:path extrusionOk="0" h="688" w="10498">
                      <a:moveTo>
                        <a:pt x="0" y="1"/>
                      </a:moveTo>
                      <a:lnTo>
                        <a:pt x="0" y="74"/>
                      </a:lnTo>
                      <a:cubicBezTo>
                        <a:pt x="0" y="234"/>
                        <a:pt x="7" y="393"/>
                        <a:pt x="22" y="550"/>
                      </a:cubicBezTo>
                      <a:cubicBezTo>
                        <a:pt x="26" y="596"/>
                        <a:pt x="31" y="642"/>
                        <a:pt x="36" y="688"/>
                      </a:cubicBezTo>
                      <a:lnTo>
                        <a:pt x="10461" y="688"/>
                      </a:lnTo>
                      <a:cubicBezTo>
                        <a:pt x="10486" y="487"/>
                        <a:pt x="10498" y="281"/>
                        <a:pt x="10498" y="74"/>
                      </a:cubicBezTo>
                      <a:lnTo>
                        <a:pt x="104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9"/>
                <p:cNvSpPr/>
                <p:nvPr/>
              </p:nvSpPr>
              <p:spPr>
                <a:xfrm>
                  <a:off x="2438000" y="3118275"/>
                  <a:ext cx="254300" cy="17225"/>
                </a:xfrm>
                <a:custGeom>
                  <a:rect b="b" l="l" r="r" t="t"/>
                  <a:pathLst>
                    <a:path extrusionOk="0" h="689" w="10172">
                      <a:moveTo>
                        <a:pt x="0" y="0"/>
                      </a:moveTo>
                      <a:cubicBezTo>
                        <a:pt x="60" y="236"/>
                        <a:pt x="136" y="467"/>
                        <a:pt x="228" y="688"/>
                      </a:cubicBezTo>
                      <a:lnTo>
                        <a:pt x="9943" y="688"/>
                      </a:lnTo>
                      <a:cubicBezTo>
                        <a:pt x="10034" y="467"/>
                        <a:pt x="10111" y="236"/>
                        <a:pt x="101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9"/>
                <p:cNvSpPr/>
                <p:nvPr/>
              </p:nvSpPr>
              <p:spPr>
                <a:xfrm>
                  <a:off x="2452250" y="3152675"/>
                  <a:ext cx="225750" cy="17225"/>
                </a:xfrm>
                <a:custGeom>
                  <a:rect b="b" l="l" r="r" t="t"/>
                  <a:pathLst>
                    <a:path extrusionOk="0" h="689" w="9030">
                      <a:moveTo>
                        <a:pt x="1" y="1"/>
                      </a:moveTo>
                      <a:cubicBezTo>
                        <a:pt x="112" y="187"/>
                        <a:pt x="233" y="366"/>
                        <a:pt x="366" y="536"/>
                      </a:cubicBezTo>
                      <a:cubicBezTo>
                        <a:pt x="406" y="588"/>
                        <a:pt x="448" y="639"/>
                        <a:pt x="489" y="688"/>
                      </a:cubicBezTo>
                      <a:lnTo>
                        <a:pt x="8543" y="688"/>
                      </a:lnTo>
                      <a:cubicBezTo>
                        <a:pt x="8723" y="473"/>
                        <a:pt x="8885" y="243"/>
                        <a:pt x="90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9"/>
                <p:cNvSpPr/>
                <p:nvPr/>
              </p:nvSpPr>
              <p:spPr>
                <a:xfrm>
                  <a:off x="2481800" y="3187100"/>
                  <a:ext cx="166675" cy="17225"/>
                </a:xfrm>
                <a:custGeom>
                  <a:rect b="b" l="l" r="r" t="t"/>
                  <a:pathLst>
                    <a:path extrusionOk="0" h="689" w="6667">
                      <a:moveTo>
                        <a:pt x="6666" y="1"/>
                      </a:moveTo>
                      <a:cubicBezTo>
                        <a:pt x="6666" y="1"/>
                        <a:pt x="6665" y="1"/>
                        <a:pt x="6665" y="2"/>
                      </a:cubicBezTo>
                      <a:lnTo>
                        <a:pt x="6666" y="2"/>
                      </a:lnTo>
                      <a:lnTo>
                        <a:pt x="6666" y="1"/>
                      </a:lnTo>
                      <a:close/>
                      <a:moveTo>
                        <a:pt x="0" y="2"/>
                      </a:moveTo>
                      <a:cubicBezTo>
                        <a:pt x="112" y="93"/>
                        <a:pt x="226" y="180"/>
                        <a:pt x="345" y="263"/>
                      </a:cubicBezTo>
                      <a:cubicBezTo>
                        <a:pt x="509" y="376"/>
                        <a:pt x="680" y="481"/>
                        <a:pt x="856" y="575"/>
                      </a:cubicBezTo>
                      <a:cubicBezTo>
                        <a:pt x="931" y="615"/>
                        <a:pt x="1006" y="653"/>
                        <a:pt x="1082" y="689"/>
                      </a:cubicBezTo>
                      <a:lnTo>
                        <a:pt x="5584" y="689"/>
                      </a:lnTo>
                      <a:cubicBezTo>
                        <a:pt x="5617" y="673"/>
                        <a:pt x="5649" y="657"/>
                        <a:pt x="5681" y="641"/>
                      </a:cubicBezTo>
                      <a:cubicBezTo>
                        <a:pt x="5773" y="595"/>
                        <a:pt x="5862" y="547"/>
                        <a:pt x="5952" y="496"/>
                      </a:cubicBezTo>
                      <a:cubicBezTo>
                        <a:pt x="6204" y="351"/>
                        <a:pt x="6442" y="184"/>
                        <a:pt x="6665"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45" name="Google Shape;3945;p49"/>
            <p:cNvGrpSpPr/>
            <p:nvPr/>
          </p:nvGrpSpPr>
          <p:grpSpPr>
            <a:xfrm>
              <a:off x="115405" y="4207971"/>
              <a:ext cx="530160" cy="504126"/>
              <a:chOff x="5164484" y="526738"/>
              <a:chExt cx="133266" cy="126713"/>
            </a:xfrm>
          </p:grpSpPr>
          <p:sp>
            <p:nvSpPr>
              <p:cNvPr id="3946" name="Google Shape;3946;p49"/>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9"/>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8" name="Google Shape;3948;p49"/>
            <p:cNvGrpSpPr/>
            <p:nvPr/>
          </p:nvGrpSpPr>
          <p:grpSpPr>
            <a:xfrm>
              <a:off x="547399" y="4735483"/>
              <a:ext cx="185799" cy="185799"/>
              <a:chOff x="5035425" y="2779450"/>
              <a:chExt cx="94800" cy="94800"/>
            </a:xfrm>
          </p:grpSpPr>
          <p:sp>
            <p:nvSpPr>
              <p:cNvPr id="3949" name="Google Shape;3949;p49"/>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9"/>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3951" name="Shape 3951"/>
        <p:cNvGrpSpPr/>
        <p:nvPr/>
      </p:nvGrpSpPr>
      <p:grpSpPr>
        <a:xfrm>
          <a:off x="0" y="0"/>
          <a:ext cx="0" cy="0"/>
          <a:chOff x="0" y="0"/>
          <a:chExt cx="0" cy="0"/>
        </a:xfrm>
      </p:grpSpPr>
      <p:sp>
        <p:nvSpPr>
          <p:cNvPr id="3952" name="Google Shape;3952;p50"/>
          <p:cNvSpPr txBox="1"/>
          <p:nvPr>
            <p:ph type="title"/>
          </p:nvPr>
        </p:nvSpPr>
        <p:spPr>
          <a:xfrm>
            <a:off x="720000" y="657425"/>
            <a:ext cx="4480500" cy="5727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3953" name="Google Shape;3953;p50"/>
          <p:cNvSpPr txBox="1"/>
          <p:nvPr>
            <p:ph idx="1" type="subTitle"/>
          </p:nvPr>
        </p:nvSpPr>
        <p:spPr>
          <a:xfrm>
            <a:off x="720000" y="1153925"/>
            <a:ext cx="4480500" cy="8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3954" name="Google Shape;3954;p50"/>
          <p:cNvGrpSpPr/>
          <p:nvPr/>
        </p:nvGrpSpPr>
        <p:grpSpPr>
          <a:xfrm>
            <a:off x="168951" y="137791"/>
            <a:ext cx="8768448" cy="4868867"/>
            <a:chOff x="168951" y="137791"/>
            <a:chExt cx="8768448" cy="4868867"/>
          </a:xfrm>
        </p:grpSpPr>
        <p:grpSp>
          <p:nvGrpSpPr>
            <p:cNvPr id="3955" name="Google Shape;3955;p50"/>
            <p:cNvGrpSpPr/>
            <p:nvPr/>
          </p:nvGrpSpPr>
          <p:grpSpPr>
            <a:xfrm>
              <a:off x="8189762" y="137791"/>
              <a:ext cx="747636" cy="747873"/>
              <a:chOff x="3026409" y="2027588"/>
              <a:chExt cx="381466" cy="381588"/>
            </a:xfrm>
          </p:grpSpPr>
          <p:sp>
            <p:nvSpPr>
              <p:cNvPr id="3956" name="Google Shape;3956;p50"/>
              <p:cNvSpPr/>
              <p:nvPr/>
            </p:nvSpPr>
            <p:spPr>
              <a:xfrm>
                <a:off x="3026409" y="2027588"/>
                <a:ext cx="380100" cy="380100"/>
              </a:xfrm>
              <a:custGeom>
                <a:rect b="b" l="l" r="r" t="t"/>
                <a:pathLst>
                  <a:path extrusionOk="0" h="15204" w="15204">
                    <a:moveTo>
                      <a:pt x="7601" y="0"/>
                    </a:moveTo>
                    <a:cubicBezTo>
                      <a:pt x="7494" y="0"/>
                      <a:pt x="7388" y="4"/>
                      <a:pt x="7282" y="8"/>
                    </a:cubicBezTo>
                    <a:lnTo>
                      <a:pt x="7282" y="6"/>
                    </a:lnTo>
                    <a:cubicBezTo>
                      <a:pt x="7272" y="6"/>
                      <a:pt x="7263" y="9"/>
                      <a:pt x="7252" y="9"/>
                    </a:cubicBezTo>
                    <a:cubicBezTo>
                      <a:pt x="7060" y="19"/>
                      <a:pt x="6869" y="35"/>
                      <a:pt x="6681" y="58"/>
                    </a:cubicBezTo>
                    <a:cubicBezTo>
                      <a:pt x="6649" y="62"/>
                      <a:pt x="6617" y="66"/>
                      <a:pt x="6586" y="70"/>
                    </a:cubicBezTo>
                    <a:cubicBezTo>
                      <a:pt x="5471" y="218"/>
                      <a:pt x="4434" y="608"/>
                      <a:pt x="3527" y="1186"/>
                    </a:cubicBezTo>
                    <a:lnTo>
                      <a:pt x="3527" y="1185"/>
                    </a:lnTo>
                    <a:cubicBezTo>
                      <a:pt x="3517" y="1191"/>
                      <a:pt x="3507" y="1198"/>
                      <a:pt x="3497" y="1206"/>
                    </a:cubicBezTo>
                    <a:cubicBezTo>
                      <a:pt x="3336" y="1310"/>
                      <a:pt x="3177" y="1418"/>
                      <a:pt x="3024" y="1534"/>
                    </a:cubicBezTo>
                    <a:cubicBezTo>
                      <a:pt x="2994" y="1556"/>
                      <a:pt x="2965" y="1579"/>
                      <a:pt x="2938" y="1603"/>
                    </a:cubicBezTo>
                    <a:cubicBezTo>
                      <a:pt x="2789" y="1718"/>
                      <a:pt x="2643" y="1838"/>
                      <a:pt x="2504" y="1965"/>
                    </a:cubicBezTo>
                    <a:cubicBezTo>
                      <a:pt x="2501" y="1967"/>
                      <a:pt x="2499" y="1969"/>
                      <a:pt x="2496" y="1971"/>
                    </a:cubicBezTo>
                    <a:cubicBezTo>
                      <a:pt x="1835" y="2570"/>
                      <a:pt x="1283" y="3285"/>
                      <a:pt x="865" y="4082"/>
                    </a:cubicBezTo>
                    <a:lnTo>
                      <a:pt x="864" y="4081"/>
                    </a:lnTo>
                    <a:cubicBezTo>
                      <a:pt x="853" y="4101"/>
                      <a:pt x="845" y="4124"/>
                      <a:pt x="833" y="4145"/>
                    </a:cubicBezTo>
                    <a:cubicBezTo>
                      <a:pt x="749" y="4312"/>
                      <a:pt x="667" y="4482"/>
                      <a:pt x="594" y="4654"/>
                    </a:cubicBezTo>
                    <a:cubicBezTo>
                      <a:pt x="587" y="4670"/>
                      <a:pt x="582" y="4684"/>
                      <a:pt x="575" y="4700"/>
                    </a:cubicBezTo>
                    <a:cubicBezTo>
                      <a:pt x="497" y="4890"/>
                      <a:pt x="427" y="5082"/>
                      <a:pt x="364" y="5279"/>
                    </a:cubicBezTo>
                    <a:cubicBezTo>
                      <a:pt x="364" y="5280"/>
                      <a:pt x="363" y="5282"/>
                      <a:pt x="363" y="5282"/>
                    </a:cubicBezTo>
                    <a:cubicBezTo>
                      <a:pt x="127" y="6013"/>
                      <a:pt x="1" y="6794"/>
                      <a:pt x="1" y="7602"/>
                    </a:cubicBezTo>
                    <a:cubicBezTo>
                      <a:pt x="1" y="7708"/>
                      <a:pt x="4" y="7813"/>
                      <a:pt x="8" y="7920"/>
                    </a:cubicBezTo>
                    <a:cubicBezTo>
                      <a:pt x="7" y="7920"/>
                      <a:pt x="7" y="7920"/>
                      <a:pt x="6" y="7919"/>
                    </a:cubicBezTo>
                    <a:lnTo>
                      <a:pt x="6" y="7919"/>
                    </a:lnTo>
                    <a:cubicBezTo>
                      <a:pt x="6" y="7932"/>
                      <a:pt x="8" y="7945"/>
                      <a:pt x="9" y="7958"/>
                    </a:cubicBezTo>
                    <a:cubicBezTo>
                      <a:pt x="18" y="8143"/>
                      <a:pt x="34" y="8323"/>
                      <a:pt x="55" y="8504"/>
                    </a:cubicBezTo>
                    <a:cubicBezTo>
                      <a:pt x="60" y="8548"/>
                      <a:pt x="66" y="8592"/>
                      <a:pt x="73" y="8634"/>
                    </a:cubicBezTo>
                    <a:cubicBezTo>
                      <a:pt x="99" y="8827"/>
                      <a:pt x="132" y="9018"/>
                      <a:pt x="172" y="9205"/>
                    </a:cubicBezTo>
                    <a:lnTo>
                      <a:pt x="172" y="9209"/>
                    </a:lnTo>
                    <a:cubicBezTo>
                      <a:pt x="408" y="10306"/>
                      <a:pt x="881" y="11316"/>
                      <a:pt x="1536" y="12182"/>
                    </a:cubicBezTo>
                    <a:cubicBezTo>
                      <a:pt x="1557" y="12209"/>
                      <a:pt x="1577" y="12234"/>
                      <a:pt x="1598" y="12261"/>
                    </a:cubicBezTo>
                    <a:cubicBezTo>
                      <a:pt x="1699" y="12392"/>
                      <a:pt x="1804" y="12518"/>
                      <a:pt x="1913" y="12642"/>
                    </a:cubicBezTo>
                    <a:cubicBezTo>
                      <a:pt x="1932" y="12664"/>
                      <a:pt x="1949" y="12688"/>
                      <a:pt x="1969" y="12709"/>
                    </a:cubicBezTo>
                    <a:cubicBezTo>
                      <a:pt x="1969" y="12709"/>
                      <a:pt x="1970" y="12709"/>
                      <a:pt x="1970" y="12708"/>
                    </a:cubicBezTo>
                    <a:cubicBezTo>
                      <a:pt x="2568" y="13368"/>
                      <a:pt x="3282" y="13920"/>
                      <a:pt x="4078" y="14338"/>
                    </a:cubicBezTo>
                    <a:lnTo>
                      <a:pt x="4077" y="14339"/>
                    </a:lnTo>
                    <a:cubicBezTo>
                      <a:pt x="4090" y="14346"/>
                      <a:pt x="4106" y="14351"/>
                      <a:pt x="4120" y="14359"/>
                    </a:cubicBezTo>
                    <a:cubicBezTo>
                      <a:pt x="4296" y="14449"/>
                      <a:pt x="4474" y="14535"/>
                      <a:pt x="4656" y="14612"/>
                    </a:cubicBezTo>
                    <a:cubicBezTo>
                      <a:pt x="4663" y="14616"/>
                      <a:pt x="4671" y="14618"/>
                      <a:pt x="4681" y="14621"/>
                    </a:cubicBezTo>
                    <a:cubicBezTo>
                      <a:pt x="4874" y="14702"/>
                      <a:pt x="5073" y="14774"/>
                      <a:pt x="5274" y="14839"/>
                    </a:cubicBezTo>
                    <a:lnTo>
                      <a:pt x="5275" y="14839"/>
                    </a:lnTo>
                    <a:cubicBezTo>
                      <a:pt x="6008" y="15075"/>
                      <a:pt x="6788" y="15204"/>
                      <a:pt x="7599" y="15204"/>
                    </a:cubicBezTo>
                    <a:cubicBezTo>
                      <a:pt x="7705" y="15204"/>
                      <a:pt x="7811" y="15199"/>
                      <a:pt x="7916" y="15195"/>
                    </a:cubicBezTo>
                    <a:lnTo>
                      <a:pt x="7916" y="15196"/>
                    </a:lnTo>
                    <a:cubicBezTo>
                      <a:pt x="7922" y="15196"/>
                      <a:pt x="7927" y="15195"/>
                      <a:pt x="7933" y="15195"/>
                    </a:cubicBezTo>
                    <a:cubicBezTo>
                      <a:pt x="8136" y="15186"/>
                      <a:pt x="8336" y="15168"/>
                      <a:pt x="8533" y="15145"/>
                    </a:cubicBezTo>
                    <a:cubicBezTo>
                      <a:pt x="8557" y="15143"/>
                      <a:pt x="8579" y="15140"/>
                      <a:pt x="8603" y="15135"/>
                    </a:cubicBezTo>
                    <a:cubicBezTo>
                      <a:pt x="10166" y="14929"/>
                      <a:pt x="11577" y="14251"/>
                      <a:pt x="12691" y="13246"/>
                    </a:cubicBezTo>
                    <a:cubicBezTo>
                      <a:pt x="12696" y="13241"/>
                      <a:pt x="12701" y="13237"/>
                      <a:pt x="12706" y="13233"/>
                    </a:cubicBezTo>
                    <a:cubicBezTo>
                      <a:pt x="13366" y="12635"/>
                      <a:pt x="13918" y="11921"/>
                      <a:pt x="14336" y="11125"/>
                    </a:cubicBezTo>
                    <a:cubicBezTo>
                      <a:pt x="14338" y="11122"/>
                      <a:pt x="14340" y="11116"/>
                      <a:pt x="14342" y="11113"/>
                    </a:cubicBezTo>
                    <a:cubicBezTo>
                      <a:pt x="14889" y="10062"/>
                      <a:pt x="15202" y="8869"/>
                      <a:pt x="15202" y="7604"/>
                    </a:cubicBezTo>
                    <a:cubicBezTo>
                      <a:pt x="15204" y="7498"/>
                      <a:pt x="15201" y="7392"/>
                      <a:pt x="15197" y="7286"/>
                    </a:cubicBezTo>
                    <a:lnTo>
                      <a:pt x="15197" y="7278"/>
                    </a:lnTo>
                    <a:cubicBezTo>
                      <a:pt x="15187" y="7068"/>
                      <a:pt x="15169" y="6862"/>
                      <a:pt x="15143" y="6659"/>
                    </a:cubicBezTo>
                    <a:cubicBezTo>
                      <a:pt x="15141" y="6641"/>
                      <a:pt x="15140" y="6625"/>
                      <a:pt x="15137" y="6608"/>
                    </a:cubicBezTo>
                    <a:cubicBezTo>
                      <a:pt x="14961" y="5266"/>
                      <a:pt x="14436" y="4034"/>
                      <a:pt x="13656" y="3007"/>
                    </a:cubicBezTo>
                    <a:lnTo>
                      <a:pt x="13629" y="2972"/>
                    </a:lnTo>
                    <a:cubicBezTo>
                      <a:pt x="13510" y="2820"/>
                      <a:pt x="13388" y="2670"/>
                      <a:pt x="13258" y="2524"/>
                    </a:cubicBezTo>
                    <a:cubicBezTo>
                      <a:pt x="13248" y="2515"/>
                      <a:pt x="13241" y="2504"/>
                      <a:pt x="13232" y="2493"/>
                    </a:cubicBezTo>
                    <a:lnTo>
                      <a:pt x="13231" y="2493"/>
                    </a:lnTo>
                    <a:cubicBezTo>
                      <a:pt x="12489" y="1677"/>
                      <a:pt x="11571" y="1022"/>
                      <a:pt x="10538" y="589"/>
                    </a:cubicBezTo>
                    <a:cubicBezTo>
                      <a:pt x="10537" y="589"/>
                      <a:pt x="10537" y="589"/>
                      <a:pt x="10535" y="588"/>
                    </a:cubicBezTo>
                    <a:cubicBezTo>
                      <a:pt x="10337" y="505"/>
                      <a:pt x="10133" y="432"/>
                      <a:pt x="9925" y="364"/>
                    </a:cubicBezTo>
                    <a:cubicBezTo>
                      <a:pt x="9925" y="364"/>
                      <a:pt x="9924" y="364"/>
                      <a:pt x="9924" y="362"/>
                    </a:cubicBezTo>
                    <a:cubicBezTo>
                      <a:pt x="9191" y="128"/>
                      <a:pt x="8412" y="0"/>
                      <a:pt x="7601"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0"/>
              <p:cNvSpPr/>
              <p:nvPr/>
            </p:nvSpPr>
            <p:spPr>
              <a:xfrm>
                <a:off x="3027725" y="2029050"/>
                <a:ext cx="380150" cy="380125"/>
              </a:xfrm>
              <a:custGeom>
                <a:rect b="b" l="l" r="r" t="t"/>
                <a:pathLst>
                  <a:path extrusionOk="0" h="15205" w="15206">
                    <a:moveTo>
                      <a:pt x="7603" y="0"/>
                    </a:moveTo>
                    <a:cubicBezTo>
                      <a:pt x="5587" y="0"/>
                      <a:pt x="3653" y="801"/>
                      <a:pt x="2228" y="2227"/>
                    </a:cubicBezTo>
                    <a:cubicBezTo>
                      <a:pt x="802" y="3652"/>
                      <a:pt x="1" y="5586"/>
                      <a:pt x="1" y="7603"/>
                    </a:cubicBezTo>
                    <a:cubicBezTo>
                      <a:pt x="1" y="9618"/>
                      <a:pt x="802" y="11552"/>
                      <a:pt x="2228" y="12977"/>
                    </a:cubicBezTo>
                    <a:cubicBezTo>
                      <a:pt x="3653" y="14404"/>
                      <a:pt x="5587" y="15204"/>
                      <a:pt x="7603" y="15204"/>
                    </a:cubicBezTo>
                    <a:cubicBezTo>
                      <a:pt x="9619" y="15204"/>
                      <a:pt x="11553" y="14404"/>
                      <a:pt x="12978" y="12977"/>
                    </a:cubicBezTo>
                    <a:cubicBezTo>
                      <a:pt x="14405" y="11552"/>
                      <a:pt x="15205" y="9618"/>
                      <a:pt x="15205" y="7603"/>
                    </a:cubicBezTo>
                    <a:cubicBezTo>
                      <a:pt x="15205" y="5586"/>
                      <a:pt x="14405" y="3652"/>
                      <a:pt x="12978" y="2227"/>
                    </a:cubicBezTo>
                    <a:cubicBezTo>
                      <a:pt x="11553" y="801"/>
                      <a:pt x="9619" y="0"/>
                      <a:pt x="76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0"/>
              <p:cNvSpPr/>
              <p:nvPr/>
            </p:nvSpPr>
            <p:spPr>
              <a:xfrm>
                <a:off x="3036775" y="2130950"/>
                <a:ext cx="193625" cy="88875"/>
              </a:xfrm>
              <a:custGeom>
                <a:rect b="b" l="l" r="r" t="t"/>
                <a:pathLst>
                  <a:path extrusionOk="0" h="3555" w="7745">
                    <a:moveTo>
                      <a:pt x="501" y="0"/>
                    </a:moveTo>
                    <a:cubicBezTo>
                      <a:pt x="303" y="382"/>
                      <a:pt x="132" y="785"/>
                      <a:pt x="0" y="1203"/>
                    </a:cubicBezTo>
                    <a:cubicBezTo>
                      <a:pt x="1886" y="2676"/>
                      <a:pt x="4261" y="3555"/>
                      <a:pt x="6840" y="3555"/>
                    </a:cubicBezTo>
                    <a:cubicBezTo>
                      <a:pt x="6875" y="3555"/>
                      <a:pt x="6908" y="3555"/>
                      <a:pt x="6942" y="3552"/>
                    </a:cubicBezTo>
                    <a:cubicBezTo>
                      <a:pt x="6955" y="3553"/>
                      <a:pt x="6967" y="3554"/>
                      <a:pt x="6979" y="3554"/>
                    </a:cubicBezTo>
                    <a:cubicBezTo>
                      <a:pt x="6993" y="3554"/>
                      <a:pt x="7007" y="3553"/>
                      <a:pt x="7022" y="3550"/>
                    </a:cubicBezTo>
                    <a:cubicBezTo>
                      <a:pt x="7041" y="3551"/>
                      <a:pt x="7059" y="3552"/>
                      <a:pt x="7077" y="3552"/>
                    </a:cubicBezTo>
                    <a:cubicBezTo>
                      <a:pt x="7101" y="3552"/>
                      <a:pt x="7124" y="3551"/>
                      <a:pt x="7149" y="3546"/>
                    </a:cubicBezTo>
                    <a:cubicBezTo>
                      <a:pt x="7151" y="3548"/>
                      <a:pt x="7154" y="3549"/>
                      <a:pt x="7157" y="3549"/>
                    </a:cubicBezTo>
                    <a:cubicBezTo>
                      <a:pt x="7160" y="3549"/>
                      <a:pt x="7163" y="3548"/>
                      <a:pt x="7166" y="3546"/>
                    </a:cubicBezTo>
                    <a:cubicBezTo>
                      <a:pt x="7168" y="3548"/>
                      <a:pt x="7169" y="3549"/>
                      <a:pt x="7171" y="3549"/>
                    </a:cubicBezTo>
                    <a:cubicBezTo>
                      <a:pt x="7173" y="3549"/>
                      <a:pt x="7174" y="3548"/>
                      <a:pt x="7176" y="3546"/>
                    </a:cubicBezTo>
                    <a:cubicBezTo>
                      <a:pt x="7177" y="3548"/>
                      <a:pt x="7178" y="3549"/>
                      <a:pt x="7180" y="3549"/>
                    </a:cubicBezTo>
                    <a:cubicBezTo>
                      <a:pt x="7182" y="3549"/>
                      <a:pt x="7183" y="3548"/>
                      <a:pt x="7185" y="3546"/>
                    </a:cubicBezTo>
                    <a:cubicBezTo>
                      <a:pt x="7188" y="3548"/>
                      <a:pt x="7192" y="3549"/>
                      <a:pt x="7196" y="3549"/>
                    </a:cubicBezTo>
                    <a:cubicBezTo>
                      <a:pt x="7200" y="3549"/>
                      <a:pt x="7203" y="3548"/>
                      <a:pt x="7207" y="3546"/>
                    </a:cubicBezTo>
                    <a:cubicBezTo>
                      <a:pt x="7208" y="3548"/>
                      <a:pt x="7210" y="3549"/>
                      <a:pt x="7212" y="3549"/>
                    </a:cubicBezTo>
                    <a:cubicBezTo>
                      <a:pt x="7215" y="3549"/>
                      <a:pt x="7217" y="3548"/>
                      <a:pt x="7218" y="3546"/>
                    </a:cubicBezTo>
                    <a:cubicBezTo>
                      <a:pt x="7219" y="3547"/>
                      <a:pt x="7220" y="3548"/>
                      <a:pt x="7221" y="3548"/>
                    </a:cubicBezTo>
                    <a:cubicBezTo>
                      <a:pt x="7223" y="3548"/>
                      <a:pt x="7225" y="3546"/>
                      <a:pt x="7227" y="3546"/>
                    </a:cubicBezTo>
                    <a:lnTo>
                      <a:pt x="7233" y="3546"/>
                    </a:lnTo>
                    <a:cubicBezTo>
                      <a:pt x="7240" y="3546"/>
                      <a:pt x="7243" y="3546"/>
                      <a:pt x="7249" y="3544"/>
                    </a:cubicBezTo>
                    <a:cubicBezTo>
                      <a:pt x="7251" y="3545"/>
                      <a:pt x="7252" y="3546"/>
                      <a:pt x="7253" y="3546"/>
                    </a:cubicBezTo>
                    <a:cubicBezTo>
                      <a:pt x="7254" y="3546"/>
                      <a:pt x="7254" y="3545"/>
                      <a:pt x="7255" y="3544"/>
                    </a:cubicBezTo>
                    <a:cubicBezTo>
                      <a:pt x="7255" y="3544"/>
                      <a:pt x="7257" y="3545"/>
                      <a:pt x="7259" y="3545"/>
                    </a:cubicBezTo>
                    <a:cubicBezTo>
                      <a:pt x="7260" y="3545"/>
                      <a:pt x="7261" y="3545"/>
                      <a:pt x="7262" y="3544"/>
                    </a:cubicBezTo>
                    <a:cubicBezTo>
                      <a:pt x="7263" y="3545"/>
                      <a:pt x="7265" y="3546"/>
                      <a:pt x="7268" y="3546"/>
                    </a:cubicBezTo>
                    <a:cubicBezTo>
                      <a:pt x="7271" y="3546"/>
                      <a:pt x="7274" y="3545"/>
                      <a:pt x="7278" y="3544"/>
                    </a:cubicBezTo>
                    <a:cubicBezTo>
                      <a:pt x="7281" y="3545"/>
                      <a:pt x="7284" y="3546"/>
                      <a:pt x="7287" y="3546"/>
                    </a:cubicBezTo>
                    <a:cubicBezTo>
                      <a:pt x="7291" y="3546"/>
                      <a:pt x="7295" y="3545"/>
                      <a:pt x="7299" y="3544"/>
                    </a:cubicBezTo>
                    <a:lnTo>
                      <a:pt x="7315" y="3544"/>
                    </a:lnTo>
                    <a:cubicBezTo>
                      <a:pt x="7330" y="3544"/>
                      <a:pt x="7346" y="3544"/>
                      <a:pt x="7361" y="3541"/>
                    </a:cubicBezTo>
                    <a:lnTo>
                      <a:pt x="7363" y="3541"/>
                    </a:lnTo>
                    <a:cubicBezTo>
                      <a:pt x="7364" y="3541"/>
                      <a:pt x="7365" y="3540"/>
                      <a:pt x="7366" y="3540"/>
                    </a:cubicBezTo>
                    <a:cubicBezTo>
                      <a:pt x="7367" y="3540"/>
                      <a:pt x="7367" y="3541"/>
                      <a:pt x="7367" y="3541"/>
                    </a:cubicBezTo>
                    <a:cubicBezTo>
                      <a:pt x="7492" y="3535"/>
                      <a:pt x="7618" y="3527"/>
                      <a:pt x="7744" y="3518"/>
                    </a:cubicBezTo>
                    <a:cubicBezTo>
                      <a:pt x="7677" y="3511"/>
                      <a:pt x="7609" y="3504"/>
                      <a:pt x="7539" y="3492"/>
                    </a:cubicBezTo>
                    <a:cubicBezTo>
                      <a:pt x="7521" y="3488"/>
                      <a:pt x="7502" y="3488"/>
                      <a:pt x="7484" y="3484"/>
                    </a:cubicBezTo>
                    <a:cubicBezTo>
                      <a:pt x="7441" y="3482"/>
                      <a:pt x="7397" y="3476"/>
                      <a:pt x="7355" y="3469"/>
                    </a:cubicBezTo>
                    <a:lnTo>
                      <a:pt x="7352" y="3469"/>
                    </a:lnTo>
                    <a:cubicBezTo>
                      <a:pt x="7337" y="3469"/>
                      <a:pt x="7321" y="3467"/>
                      <a:pt x="7306" y="3467"/>
                    </a:cubicBezTo>
                    <a:cubicBezTo>
                      <a:pt x="7302" y="3467"/>
                      <a:pt x="7295" y="3464"/>
                      <a:pt x="7293" y="3464"/>
                    </a:cubicBezTo>
                    <a:lnTo>
                      <a:pt x="7280" y="3464"/>
                    </a:lnTo>
                    <a:cubicBezTo>
                      <a:pt x="7275" y="3464"/>
                      <a:pt x="7268" y="3462"/>
                      <a:pt x="7262" y="3462"/>
                    </a:cubicBezTo>
                    <a:lnTo>
                      <a:pt x="7259" y="3462"/>
                    </a:lnTo>
                    <a:cubicBezTo>
                      <a:pt x="7253" y="3462"/>
                      <a:pt x="7249" y="3462"/>
                      <a:pt x="7247" y="3459"/>
                    </a:cubicBezTo>
                    <a:lnTo>
                      <a:pt x="7231" y="3459"/>
                    </a:lnTo>
                    <a:cubicBezTo>
                      <a:pt x="7229" y="3459"/>
                      <a:pt x="7227" y="3458"/>
                      <a:pt x="7225" y="3458"/>
                    </a:cubicBezTo>
                    <a:cubicBezTo>
                      <a:pt x="7224" y="3458"/>
                      <a:pt x="7223" y="3458"/>
                      <a:pt x="7222" y="3459"/>
                    </a:cubicBezTo>
                    <a:cubicBezTo>
                      <a:pt x="7219" y="3457"/>
                      <a:pt x="7216" y="3457"/>
                      <a:pt x="7213" y="3457"/>
                    </a:cubicBezTo>
                    <a:lnTo>
                      <a:pt x="7211" y="3457"/>
                    </a:lnTo>
                    <a:cubicBezTo>
                      <a:pt x="7201" y="3457"/>
                      <a:pt x="7192" y="3454"/>
                      <a:pt x="7186" y="3454"/>
                    </a:cubicBezTo>
                    <a:cubicBezTo>
                      <a:pt x="7180" y="3454"/>
                      <a:pt x="7173" y="3451"/>
                      <a:pt x="7170" y="3451"/>
                    </a:cubicBezTo>
                    <a:cubicBezTo>
                      <a:pt x="7161" y="3451"/>
                      <a:pt x="7152" y="3448"/>
                      <a:pt x="7144" y="3448"/>
                    </a:cubicBezTo>
                    <a:lnTo>
                      <a:pt x="7141" y="3448"/>
                    </a:lnTo>
                    <a:cubicBezTo>
                      <a:pt x="7103" y="3442"/>
                      <a:pt x="7067" y="3440"/>
                      <a:pt x="7030" y="3433"/>
                    </a:cubicBezTo>
                    <a:cubicBezTo>
                      <a:pt x="7025" y="3431"/>
                      <a:pt x="7018" y="3431"/>
                      <a:pt x="7012" y="3431"/>
                    </a:cubicBezTo>
                    <a:cubicBezTo>
                      <a:pt x="4453" y="3053"/>
                      <a:pt x="2180" y="1807"/>
                      <a:pt x="5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0"/>
              <p:cNvSpPr/>
              <p:nvPr/>
            </p:nvSpPr>
            <p:spPr>
              <a:xfrm>
                <a:off x="3205325" y="2218525"/>
                <a:ext cx="193450" cy="88650"/>
              </a:xfrm>
              <a:custGeom>
                <a:rect b="b" l="l" r="r" t="t"/>
                <a:pathLst>
                  <a:path extrusionOk="0" h="3546" w="7738">
                    <a:moveTo>
                      <a:pt x="935" y="0"/>
                    </a:moveTo>
                    <a:cubicBezTo>
                      <a:pt x="924" y="0"/>
                      <a:pt x="914" y="0"/>
                      <a:pt x="903" y="0"/>
                    </a:cubicBezTo>
                    <a:cubicBezTo>
                      <a:pt x="868" y="0"/>
                      <a:pt x="835" y="0"/>
                      <a:pt x="801" y="3"/>
                    </a:cubicBezTo>
                    <a:cubicBezTo>
                      <a:pt x="790" y="1"/>
                      <a:pt x="779" y="0"/>
                      <a:pt x="768" y="0"/>
                    </a:cubicBezTo>
                    <a:cubicBezTo>
                      <a:pt x="755" y="0"/>
                      <a:pt x="741" y="2"/>
                      <a:pt x="728" y="5"/>
                    </a:cubicBezTo>
                    <a:cubicBezTo>
                      <a:pt x="710" y="3"/>
                      <a:pt x="691" y="2"/>
                      <a:pt x="671" y="2"/>
                    </a:cubicBezTo>
                    <a:cubicBezTo>
                      <a:pt x="646" y="2"/>
                      <a:pt x="620" y="4"/>
                      <a:pt x="596" y="8"/>
                    </a:cubicBezTo>
                    <a:cubicBezTo>
                      <a:pt x="593" y="7"/>
                      <a:pt x="589" y="6"/>
                      <a:pt x="585" y="6"/>
                    </a:cubicBezTo>
                    <a:cubicBezTo>
                      <a:pt x="581" y="6"/>
                      <a:pt x="577" y="7"/>
                      <a:pt x="574" y="8"/>
                    </a:cubicBezTo>
                    <a:cubicBezTo>
                      <a:pt x="573" y="7"/>
                      <a:pt x="571" y="6"/>
                      <a:pt x="570" y="6"/>
                    </a:cubicBezTo>
                    <a:cubicBezTo>
                      <a:pt x="568" y="6"/>
                      <a:pt x="566" y="7"/>
                      <a:pt x="565" y="8"/>
                    </a:cubicBezTo>
                    <a:cubicBezTo>
                      <a:pt x="563" y="7"/>
                      <a:pt x="562" y="6"/>
                      <a:pt x="562" y="6"/>
                    </a:cubicBezTo>
                    <a:cubicBezTo>
                      <a:pt x="561" y="6"/>
                      <a:pt x="560" y="7"/>
                      <a:pt x="558" y="8"/>
                    </a:cubicBezTo>
                    <a:cubicBezTo>
                      <a:pt x="555" y="7"/>
                      <a:pt x="552" y="6"/>
                      <a:pt x="548" y="6"/>
                    </a:cubicBezTo>
                    <a:cubicBezTo>
                      <a:pt x="544" y="6"/>
                      <a:pt x="540" y="7"/>
                      <a:pt x="537" y="8"/>
                    </a:cubicBezTo>
                    <a:cubicBezTo>
                      <a:pt x="534" y="7"/>
                      <a:pt x="531" y="6"/>
                      <a:pt x="529" y="6"/>
                    </a:cubicBezTo>
                    <a:cubicBezTo>
                      <a:pt x="527" y="6"/>
                      <a:pt x="524" y="7"/>
                      <a:pt x="521" y="8"/>
                    </a:cubicBezTo>
                    <a:lnTo>
                      <a:pt x="506" y="8"/>
                    </a:lnTo>
                    <a:cubicBezTo>
                      <a:pt x="500" y="8"/>
                      <a:pt x="497" y="8"/>
                      <a:pt x="490" y="10"/>
                    </a:cubicBezTo>
                    <a:lnTo>
                      <a:pt x="487" y="10"/>
                    </a:lnTo>
                    <a:cubicBezTo>
                      <a:pt x="486" y="9"/>
                      <a:pt x="485" y="9"/>
                      <a:pt x="483" y="9"/>
                    </a:cubicBezTo>
                    <a:cubicBezTo>
                      <a:pt x="482" y="9"/>
                      <a:pt x="480" y="9"/>
                      <a:pt x="479" y="10"/>
                    </a:cubicBezTo>
                    <a:cubicBezTo>
                      <a:pt x="477" y="9"/>
                      <a:pt x="475" y="9"/>
                      <a:pt x="472" y="9"/>
                    </a:cubicBezTo>
                    <a:cubicBezTo>
                      <a:pt x="470" y="9"/>
                      <a:pt x="467" y="9"/>
                      <a:pt x="464" y="10"/>
                    </a:cubicBezTo>
                    <a:cubicBezTo>
                      <a:pt x="460" y="9"/>
                      <a:pt x="457" y="9"/>
                      <a:pt x="453" y="9"/>
                    </a:cubicBezTo>
                    <a:cubicBezTo>
                      <a:pt x="449" y="9"/>
                      <a:pt x="445" y="9"/>
                      <a:pt x="441" y="10"/>
                    </a:cubicBezTo>
                    <a:lnTo>
                      <a:pt x="425" y="10"/>
                    </a:lnTo>
                    <a:cubicBezTo>
                      <a:pt x="414" y="10"/>
                      <a:pt x="399" y="10"/>
                      <a:pt x="383" y="13"/>
                    </a:cubicBezTo>
                    <a:lnTo>
                      <a:pt x="381" y="13"/>
                    </a:lnTo>
                    <a:cubicBezTo>
                      <a:pt x="255" y="20"/>
                      <a:pt x="126" y="29"/>
                      <a:pt x="0" y="37"/>
                    </a:cubicBezTo>
                    <a:cubicBezTo>
                      <a:pt x="67" y="42"/>
                      <a:pt x="135" y="50"/>
                      <a:pt x="202" y="56"/>
                    </a:cubicBezTo>
                    <a:cubicBezTo>
                      <a:pt x="224" y="60"/>
                      <a:pt x="243" y="60"/>
                      <a:pt x="264" y="62"/>
                    </a:cubicBezTo>
                    <a:cubicBezTo>
                      <a:pt x="305" y="65"/>
                      <a:pt x="347" y="71"/>
                      <a:pt x="387" y="77"/>
                    </a:cubicBezTo>
                    <a:lnTo>
                      <a:pt x="389" y="77"/>
                    </a:lnTo>
                    <a:cubicBezTo>
                      <a:pt x="405" y="77"/>
                      <a:pt x="417" y="81"/>
                      <a:pt x="433" y="81"/>
                    </a:cubicBezTo>
                    <a:cubicBezTo>
                      <a:pt x="439" y="81"/>
                      <a:pt x="441" y="83"/>
                      <a:pt x="448" y="83"/>
                    </a:cubicBezTo>
                    <a:lnTo>
                      <a:pt x="460" y="83"/>
                    </a:lnTo>
                    <a:cubicBezTo>
                      <a:pt x="467" y="83"/>
                      <a:pt x="470" y="86"/>
                      <a:pt x="476" y="86"/>
                    </a:cubicBezTo>
                    <a:lnTo>
                      <a:pt x="479" y="86"/>
                    </a:lnTo>
                    <a:cubicBezTo>
                      <a:pt x="485" y="86"/>
                      <a:pt x="491" y="86"/>
                      <a:pt x="495" y="88"/>
                    </a:cubicBezTo>
                    <a:lnTo>
                      <a:pt x="515" y="88"/>
                    </a:lnTo>
                    <a:cubicBezTo>
                      <a:pt x="517" y="91"/>
                      <a:pt x="521" y="91"/>
                      <a:pt x="523" y="91"/>
                    </a:cubicBezTo>
                    <a:lnTo>
                      <a:pt x="529" y="91"/>
                    </a:lnTo>
                    <a:cubicBezTo>
                      <a:pt x="538" y="91"/>
                      <a:pt x="544" y="93"/>
                      <a:pt x="551" y="93"/>
                    </a:cubicBezTo>
                    <a:cubicBezTo>
                      <a:pt x="557" y="93"/>
                      <a:pt x="560" y="93"/>
                      <a:pt x="567" y="96"/>
                    </a:cubicBezTo>
                    <a:cubicBezTo>
                      <a:pt x="575" y="96"/>
                      <a:pt x="588" y="98"/>
                      <a:pt x="598" y="98"/>
                    </a:cubicBezTo>
                    <a:cubicBezTo>
                      <a:pt x="634" y="104"/>
                      <a:pt x="667" y="107"/>
                      <a:pt x="704" y="114"/>
                    </a:cubicBezTo>
                    <a:cubicBezTo>
                      <a:pt x="711" y="114"/>
                      <a:pt x="719" y="117"/>
                      <a:pt x="727" y="117"/>
                    </a:cubicBezTo>
                    <a:cubicBezTo>
                      <a:pt x="3284" y="491"/>
                      <a:pt x="5559" y="1739"/>
                      <a:pt x="7237" y="3546"/>
                    </a:cubicBezTo>
                    <a:cubicBezTo>
                      <a:pt x="7436" y="3164"/>
                      <a:pt x="7606" y="2762"/>
                      <a:pt x="7737" y="2344"/>
                    </a:cubicBezTo>
                    <a:cubicBezTo>
                      <a:pt x="5860" y="877"/>
                      <a:pt x="3496" y="0"/>
                      <a:pt x="9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0"/>
              <p:cNvSpPr/>
              <p:nvPr/>
            </p:nvSpPr>
            <p:spPr>
              <a:xfrm>
                <a:off x="3217175" y="2038100"/>
                <a:ext cx="88675" cy="193600"/>
              </a:xfrm>
              <a:custGeom>
                <a:rect b="b" l="l" r="r" t="t"/>
                <a:pathLst>
                  <a:path extrusionOk="0" h="7744" w="3547">
                    <a:moveTo>
                      <a:pt x="2355" y="0"/>
                    </a:moveTo>
                    <a:cubicBezTo>
                      <a:pt x="879" y="1888"/>
                      <a:pt x="1" y="4261"/>
                      <a:pt x="1" y="6840"/>
                    </a:cubicBezTo>
                    <a:cubicBezTo>
                      <a:pt x="1" y="6877"/>
                      <a:pt x="1" y="6910"/>
                      <a:pt x="3" y="6948"/>
                    </a:cubicBezTo>
                    <a:cubicBezTo>
                      <a:pt x="1" y="6969"/>
                      <a:pt x="1" y="6987"/>
                      <a:pt x="3" y="7010"/>
                    </a:cubicBezTo>
                    <a:cubicBezTo>
                      <a:pt x="3" y="7056"/>
                      <a:pt x="3" y="7098"/>
                      <a:pt x="6" y="7145"/>
                    </a:cubicBezTo>
                    <a:lnTo>
                      <a:pt x="6" y="7203"/>
                    </a:lnTo>
                    <a:cubicBezTo>
                      <a:pt x="6" y="7208"/>
                      <a:pt x="6" y="7214"/>
                      <a:pt x="8" y="7221"/>
                    </a:cubicBezTo>
                    <a:lnTo>
                      <a:pt x="8" y="7299"/>
                    </a:lnTo>
                    <a:cubicBezTo>
                      <a:pt x="8" y="7299"/>
                      <a:pt x="11" y="7299"/>
                      <a:pt x="8" y="7301"/>
                    </a:cubicBezTo>
                    <a:cubicBezTo>
                      <a:pt x="11" y="7305"/>
                      <a:pt x="11" y="7307"/>
                      <a:pt x="8" y="7314"/>
                    </a:cubicBezTo>
                    <a:cubicBezTo>
                      <a:pt x="11" y="7316"/>
                      <a:pt x="11" y="7320"/>
                      <a:pt x="11" y="7322"/>
                    </a:cubicBezTo>
                    <a:lnTo>
                      <a:pt x="11" y="7350"/>
                    </a:lnTo>
                    <a:cubicBezTo>
                      <a:pt x="11" y="7353"/>
                      <a:pt x="13" y="7361"/>
                      <a:pt x="13" y="7363"/>
                    </a:cubicBezTo>
                    <a:cubicBezTo>
                      <a:pt x="21" y="7487"/>
                      <a:pt x="29" y="7616"/>
                      <a:pt x="38" y="7743"/>
                    </a:cubicBezTo>
                    <a:cubicBezTo>
                      <a:pt x="43" y="7672"/>
                      <a:pt x="49" y="7605"/>
                      <a:pt x="57" y="7534"/>
                    </a:cubicBezTo>
                    <a:cubicBezTo>
                      <a:pt x="60" y="7516"/>
                      <a:pt x="60" y="7497"/>
                      <a:pt x="63" y="7479"/>
                    </a:cubicBezTo>
                    <a:lnTo>
                      <a:pt x="63" y="7476"/>
                    </a:lnTo>
                    <a:cubicBezTo>
                      <a:pt x="65" y="7436"/>
                      <a:pt x="72" y="7397"/>
                      <a:pt x="78" y="7356"/>
                    </a:cubicBezTo>
                    <a:lnTo>
                      <a:pt x="78" y="7353"/>
                    </a:lnTo>
                    <a:cubicBezTo>
                      <a:pt x="78" y="7338"/>
                      <a:pt x="80" y="7322"/>
                      <a:pt x="80" y="7307"/>
                    </a:cubicBezTo>
                    <a:cubicBezTo>
                      <a:pt x="80" y="7301"/>
                      <a:pt x="83" y="7299"/>
                      <a:pt x="83" y="7291"/>
                    </a:cubicBezTo>
                    <a:cubicBezTo>
                      <a:pt x="86" y="7291"/>
                      <a:pt x="83" y="7289"/>
                      <a:pt x="83" y="7289"/>
                    </a:cubicBezTo>
                    <a:lnTo>
                      <a:pt x="83" y="7283"/>
                    </a:lnTo>
                    <a:cubicBezTo>
                      <a:pt x="83" y="7278"/>
                      <a:pt x="86" y="7271"/>
                      <a:pt x="86" y="7265"/>
                    </a:cubicBezTo>
                    <a:lnTo>
                      <a:pt x="86" y="7258"/>
                    </a:lnTo>
                    <a:cubicBezTo>
                      <a:pt x="86" y="7255"/>
                      <a:pt x="86" y="7252"/>
                      <a:pt x="89" y="7249"/>
                    </a:cubicBezTo>
                    <a:lnTo>
                      <a:pt x="89" y="7227"/>
                    </a:lnTo>
                    <a:lnTo>
                      <a:pt x="89" y="7224"/>
                    </a:lnTo>
                    <a:cubicBezTo>
                      <a:pt x="91" y="7221"/>
                      <a:pt x="91" y="7218"/>
                      <a:pt x="91" y="7218"/>
                    </a:cubicBezTo>
                    <a:lnTo>
                      <a:pt x="91" y="7212"/>
                    </a:lnTo>
                    <a:cubicBezTo>
                      <a:pt x="91" y="7203"/>
                      <a:pt x="94" y="7193"/>
                      <a:pt x="94" y="7187"/>
                    </a:cubicBezTo>
                    <a:cubicBezTo>
                      <a:pt x="94" y="7181"/>
                      <a:pt x="96" y="7178"/>
                      <a:pt x="96" y="7172"/>
                    </a:cubicBezTo>
                    <a:cubicBezTo>
                      <a:pt x="96" y="7163"/>
                      <a:pt x="99" y="7156"/>
                      <a:pt x="99" y="7148"/>
                    </a:cubicBezTo>
                    <a:lnTo>
                      <a:pt x="99" y="7145"/>
                    </a:lnTo>
                    <a:cubicBezTo>
                      <a:pt x="105" y="7109"/>
                      <a:pt x="108" y="7068"/>
                      <a:pt x="114" y="7031"/>
                    </a:cubicBezTo>
                    <a:cubicBezTo>
                      <a:pt x="114" y="7027"/>
                      <a:pt x="116" y="7021"/>
                      <a:pt x="116" y="7019"/>
                    </a:cubicBezTo>
                    <a:cubicBezTo>
                      <a:pt x="492" y="4458"/>
                      <a:pt x="1740" y="2184"/>
                      <a:pt x="3547" y="505"/>
                    </a:cubicBezTo>
                    <a:cubicBezTo>
                      <a:pt x="3166" y="303"/>
                      <a:pt x="2767" y="133"/>
                      <a:pt x="235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0"/>
              <p:cNvSpPr/>
              <p:nvPr/>
            </p:nvSpPr>
            <p:spPr>
              <a:xfrm>
                <a:off x="3129725" y="2206625"/>
                <a:ext cx="88825" cy="193500"/>
              </a:xfrm>
              <a:custGeom>
                <a:rect b="b" l="l" r="r" t="t"/>
                <a:pathLst>
                  <a:path extrusionOk="0" h="7740" w="3553">
                    <a:moveTo>
                      <a:pt x="3509" y="0"/>
                    </a:moveTo>
                    <a:cubicBezTo>
                      <a:pt x="3502" y="72"/>
                      <a:pt x="3497" y="139"/>
                      <a:pt x="3491" y="209"/>
                    </a:cubicBezTo>
                    <a:cubicBezTo>
                      <a:pt x="3487" y="224"/>
                      <a:pt x="3487" y="240"/>
                      <a:pt x="3484" y="255"/>
                    </a:cubicBezTo>
                    <a:cubicBezTo>
                      <a:pt x="3481" y="299"/>
                      <a:pt x="3475" y="345"/>
                      <a:pt x="3469" y="387"/>
                    </a:cubicBezTo>
                    <a:cubicBezTo>
                      <a:pt x="3469" y="403"/>
                      <a:pt x="3469" y="418"/>
                      <a:pt x="3466" y="434"/>
                    </a:cubicBezTo>
                    <a:cubicBezTo>
                      <a:pt x="3466" y="440"/>
                      <a:pt x="3466" y="443"/>
                      <a:pt x="3464" y="449"/>
                    </a:cubicBezTo>
                    <a:lnTo>
                      <a:pt x="3464" y="462"/>
                    </a:lnTo>
                    <a:cubicBezTo>
                      <a:pt x="3464" y="467"/>
                      <a:pt x="3461" y="474"/>
                      <a:pt x="3461" y="480"/>
                    </a:cubicBezTo>
                    <a:lnTo>
                      <a:pt x="3461" y="482"/>
                    </a:lnTo>
                    <a:lnTo>
                      <a:pt x="3461" y="492"/>
                    </a:lnTo>
                    <a:cubicBezTo>
                      <a:pt x="3459" y="498"/>
                      <a:pt x="3459" y="501"/>
                      <a:pt x="3459" y="507"/>
                    </a:cubicBezTo>
                    <a:lnTo>
                      <a:pt x="3459" y="516"/>
                    </a:lnTo>
                    <a:cubicBezTo>
                      <a:pt x="3459" y="520"/>
                      <a:pt x="3457" y="520"/>
                      <a:pt x="3457" y="523"/>
                    </a:cubicBezTo>
                    <a:lnTo>
                      <a:pt x="3457" y="529"/>
                    </a:lnTo>
                    <a:lnTo>
                      <a:pt x="3457" y="532"/>
                    </a:lnTo>
                    <a:cubicBezTo>
                      <a:pt x="3457" y="538"/>
                      <a:pt x="3453" y="547"/>
                      <a:pt x="3453" y="553"/>
                    </a:cubicBezTo>
                    <a:cubicBezTo>
                      <a:pt x="3453" y="560"/>
                      <a:pt x="3453" y="563"/>
                      <a:pt x="3451" y="569"/>
                    </a:cubicBezTo>
                    <a:cubicBezTo>
                      <a:pt x="3451" y="578"/>
                      <a:pt x="3451" y="588"/>
                      <a:pt x="3448" y="596"/>
                    </a:cubicBezTo>
                    <a:lnTo>
                      <a:pt x="3448" y="599"/>
                    </a:lnTo>
                    <a:cubicBezTo>
                      <a:pt x="3442" y="635"/>
                      <a:pt x="3439" y="675"/>
                      <a:pt x="3433" y="712"/>
                    </a:cubicBezTo>
                    <a:cubicBezTo>
                      <a:pt x="3433" y="714"/>
                      <a:pt x="3433" y="722"/>
                      <a:pt x="3431" y="728"/>
                    </a:cubicBezTo>
                    <a:cubicBezTo>
                      <a:pt x="3055" y="3282"/>
                      <a:pt x="1807" y="5560"/>
                      <a:pt x="0" y="7239"/>
                    </a:cubicBezTo>
                    <a:cubicBezTo>
                      <a:pt x="381" y="7437"/>
                      <a:pt x="781" y="7607"/>
                      <a:pt x="1199" y="7739"/>
                    </a:cubicBezTo>
                    <a:cubicBezTo>
                      <a:pt x="2674" y="5852"/>
                      <a:pt x="3553" y="3478"/>
                      <a:pt x="3553" y="899"/>
                    </a:cubicBezTo>
                    <a:cubicBezTo>
                      <a:pt x="3553" y="864"/>
                      <a:pt x="3553" y="828"/>
                      <a:pt x="3543" y="796"/>
                    </a:cubicBezTo>
                    <a:cubicBezTo>
                      <a:pt x="3546" y="771"/>
                      <a:pt x="3546" y="747"/>
                      <a:pt x="3543" y="723"/>
                    </a:cubicBezTo>
                    <a:cubicBezTo>
                      <a:pt x="3543" y="678"/>
                      <a:pt x="3543" y="636"/>
                      <a:pt x="3541" y="596"/>
                    </a:cubicBezTo>
                    <a:lnTo>
                      <a:pt x="3541" y="578"/>
                    </a:lnTo>
                    <a:lnTo>
                      <a:pt x="3541" y="572"/>
                    </a:lnTo>
                    <a:lnTo>
                      <a:pt x="3541" y="565"/>
                    </a:lnTo>
                    <a:lnTo>
                      <a:pt x="3541" y="538"/>
                    </a:lnTo>
                    <a:cubicBezTo>
                      <a:pt x="3541" y="533"/>
                      <a:pt x="3541" y="527"/>
                      <a:pt x="3538" y="520"/>
                    </a:cubicBezTo>
                    <a:lnTo>
                      <a:pt x="3538" y="513"/>
                    </a:lnTo>
                    <a:lnTo>
                      <a:pt x="3538" y="507"/>
                    </a:lnTo>
                    <a:lnTo>
                      <a:pt x="3538" y="443"/>
                    </a:lnTo>
                    <a:cubicBezTo>
                      <a:pt x="3536" y="440"/>
                      <a:pt x="3538" y="440"/>
                      <a:pt x="3538" y="440"/>
                    </a:cubicBezTo>
                    <a:cubicBezTo>
                      <a:pt x="3536" y="434"/>
                      <a:pt x="3536" y="430"/>
                      <a:pt x="3538" y="428"/>
                    </a:cubicBezTo>
                    <a:cubicBezTo>
                      <a:pt x="3536" y="423"/>
                      <a:pt x="3536" y="420"/>
                      <a:pt x="3536" y="420"/>
                    </a:cubicBezTo>
                    <a:lnTo>
                      <a:pt x="3536" y="381"/>
                    </a:lnTo>
                    <a:lnTo>
                      <a:pt x="3533" y="381"/>
                    </a:lnTo>
                    <a:cubicBezTo>
                      <a:pt x="3527" y="252"/>
                      <a:pt x="3517" y="126"/>
                      <a:pt x="35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0"/>
              <p:cNvSpPr/>
              <p:nvPr/>
            </p:nvSpPr>
            <p:spPr>
              <a:xfrm>
                <a:off x="3027925" y="2212650"/>
                <a:ext cx="200625" cy="49375"/>
              </a:xfrm>
              <a:custGeom>
                <a:rect b="b" l="l" r="r" t="t"/>
                <a:pathLst>
                  <a:path extrusionOk="0" h="1975" w="8025">
                    <a:moveTo>
                      <a:pt x="8025" y="1"/>
                    </a:moveTo>
                    <a:cubicBezTo>
                      <a:pt x="7960" y="30"/>
                      <a:pt x="7893" y="61"/>
                      <a:pt x="7828" y="95"/>
                    </a:cubicBezTo>
                    <a:cubicBezTo>
                      <a:pt x="7812" y="100"/>
                      <a:pt x="7800" y="106"/>
                      <a:pt x="7788" y="112"/>
                    </a:cubicBezTo>
                    <a:cubicBezTo>
                      <a:pt x="7747" y="128"/>
                      <a:pt x="7707" y="146"/>
                      <a:pt x="7670" y="162"/>
                    </a:cubicBezTo>
                    <a:cubicBezTo>
                      <a:pt x="7670" y="164"/>
                      <a:pt x="7670" y="164"/>
                      <a:pt x="7668" y="164"/>
                    </a:cubicBezTo>
                    <a:cubicBezTo>
                      <a:pt x="7652" y="171"/>
                      <a:pt x="7640" y="177"/>
                      <a:pt x="7628" y="179"/>
                    </a:cubicBezTo>
                    <a:cubicBezTo>
                      <a:pt x="7621" y="183"/>
                      <a:pt x="7617" y="187"/>
                      <a:pt x="7614" y="187"/>
                    </a:cubicBezTo>
                    <a:cubicBezTo>
                      <a:pt x="7611" y="187"/>
                      <a:pt x="7608" y="189"/>
                      <a:pt x="7608" y="189"/>
                    </a:cubicBezTo>
                    <a:lnTo>
                      <a:pt x="7606" y="189"/>
                    </a:lnTo>
                    <a:lnTo>
                      <a:pt x="7606" y="192"/>
                    </a:lnTo>
                    <a:cubicBezTo>
                      <a:pt x="7601" y="192"/>
                      <a:pt x="7594" y="195"/>
                      <a:pt x="7587" y="198"/>
                    </a:cubicBezTo>
                    <a:cubicBezTo>
                      <a:pt x="7583" y="198"/>
                      <a:pt x="7581" y="200"/>
                      <a:pt x="7581" y="200"/>
                    </a:cubicBezTo>
                    <a:cubicBezTo>
                      <a:pt x="7575" y="200"/>
                      <a:pt x="7571" y="203"/>
                      <a:pt x="7568" y="203"/>
                    </a:cubicBezTo>
                    <a:cubicBezTo>
                      <a:pt x="7562" y="207"/>
                      <a:pt x="7557" y="209"/>
                      <a:pt x="7555" y="209"/>
                    </a:cubicBezTo>
                    <a:cubicBezTo>
                      <a:pt x="7555" y="212"/>
                      <a:pt x="7555" y="212"/>
                      <a:pt x="7552" y="212"/>
                    </a:cubicBezTo>
                    <a:lnTo>
                      <a:pt x="7550" y="212"/>
                    </a:lnTo>
                    <a:cubicBezTo>
                      <a:pt x="7546" y="212"/>
                      <a:pt x="7544" y="214"/>
                      <a:pt x="7544" y="214"/>
                    </a:cubicBezTo>
                    <a:cubicBezTo>
                      <a:pt x="7540" y="214"/>
                      <a:pt x="7537" y="214"/>
                      <a:pt x="7537" y="218"/>
                    </a:cubicBezTo>
                    <a:cubicBezTo>
                      <a:pt x="7529" y="220"/>
                      <a:pt x="7521" y="224"/>
                      <a:pt x="7515" y="226"/>
                    </a:cubicBezTo>
                    <a:cubicBezTo>
                      <a:pt x="7510" y="226"/>
                      <a:pt x="7506" y="230"/>
                      <a:pt x="7504" y="233"/>
                    </a:cubicBezTo>
                    <a:cubicBezTo>
                      <a:pt x="7495" y="235"/>
                      <a:pt x="7485" y="239"/>
                      <a:pt x="7477" y="241"/>
                    </a:cubicBezTo>
                    <a:lnTo>
                      <a:pt x="7474" y="241"/>
                    </a:lnTo>
                    <a:lnTo>
                      <a:pt x="7474" y="244"/>
                    </a:lnTo>
                    <a:cubicBezTo>
                      <a:pt x="7441" y="257"/>
                      <a:pt x="7407" y="269"/>
                      <a:pt x="7376" y="282"/>
                    </a:cubicBezTo>
                    <a:cubicBezTo>
                      <a:pt x="7371" y="285"/>
                      <a:pt x="7364" y="288"/>
                      <a:pt x="7358" y="291"/>
                    </a:cubicBezTo>
                    <a:cubicBezTo>
                      <a:pt x="6034" y="815"/>
                      <a:pt x="4652" y="1069"/>
                      <a:pt x="3283" y="1069"/>
                    </a:cubicBezTo>
                    <a:cubicBezTo>
                      <a:pt x="2167" y="1069"/>
                      <a:pt x="1060" y="900"/>
                      <a:pt x="0" y="573"/>
                    </a:cubicBezTo>
                    <a:lnTo>
                      <a:pt x="0" y="573"/>
                    </a:lnTo>
                    <a:cubicBezTo>
                      <a:pt x="19" y="1015"/>
                      <a:pt x="74" y="1447"/>
                      <a:pt x="166" y="1865"/>
                    </a:cubicBezTo>
                    <a:cubicBezTo>
                      <a:pt x="680" y="1937"/>
                      <a:pt x="1199" y="1974"/>
                      <a:pt x="1720" y="1974"/>
                    </a:cubicBezTo>
                    <a:cubicBezTo>
                      <a:pt x="3605" y="1974"/>
                      <a:pt x="5516" y="1493"/>
                      <a:pt x="7266" y="484"/>
                    </a:cubicBezTo>
                    <a:cubicBezTo>
                      <a:pt x="7299" y="462"/>
                      <a:pt x="7338" y="444"/>
                      <a:pt x="7371" y="420"/>
                    </a:cubicBezTo>
                    <a:cubicBezTo>
                      <a:pt x="7386" y="415"/>
                      <a:pt x="7402" y="405"/>
                      <a:pt x="7417" y="392"/>
                    </a:cubicBezTo>
                    <a:cubicBezTo>
                      <a:pt x="7453" y="374"/>
                      <a:pt x="7487" y="350"/>
                      <a:pt x="7524" y="325"/>
                    </a:cubicBezTo>
                    <a:cubicBezTo>
                      <a:pt x="7530" y="325"/>
                      <a:pt x="7536" y="323"/>
                      <a:pt x="7542" y="317"/>
                    </a:cubicBezTo>
                    <a:lnTo>
                      <a:pt x="7542" y="313"/>
                    </a:lnTo>
                    <a:lnTo>
                      <a:pt x="7545" y="313"/>
                    </a:lnTo>
                    <a:cubicBezTo>
                      <a:pt x="7549" y="313"/>
                      <a:pt x="7549" y="313"/>
                      <a:pt x="7551" y="311"/>
                    </a:cubicBezTo>
                    <a:cubicBezTo>
                      <a:pt x="7555" y="311"/>
                      <a:pt x="7555" y="311"/>
                      <a:pt x="7557" y="308"/>
                    </a:cubicBezTo>
                    <a:cubicBezTo>
                      <a:pt x="7565" y="305"/>
                      <a:pt x="7567" y="302"/>
                      <a:pt x="7573" y="296"/>
                    </a:cubicBezTo>
                    <a:cubicBezTo>
                      <a:pt x="7580" y="296"/>
                      <a:pt x="7582" y="293"/>
                      <a:pt x="7588" y="287"/>
                    </a:cubicBezTo>
                    <a:cubicBezTo>
                      <a:pt x="7592" y="287"/>
                      <a:pt x="7596" y="287"/>
                      <a:pt x="7598" y="285"/>
                    </a:cubicBezTo>
                    <a:cubicBezTo>
                      <a:pt x="7602" y="285"/>
                      <a:pt x="7602" y="280"/>
                      <a:pt x="7604" y="277"/>
                    </a:cubicBezTo>
                    <a:cubicBezTo>
                      <a:pt x="7607" y="277"/>
                      <a:pt x="7611" y="274"/>
                      <a:pt x="7613" y="271"/>
                    </a:cubicBezTo>
                    <a:lnTo>
                      <a:pt x="7616" y="271"/>
                    </a:lnTo>
                    <a:cubicBezTo>
                      <a:pt x="7619" y="271"/>
                      <a:pt x="7622" y="265"/>
                      <a:pt x="7622" y="265"/>
                    </a:cubicBezTo>
                    <a:cubicBezTo>
                      <a:pt x="7629" y="265"/>
                      <a:pt x="7635" y="259"/>
                      <a:pt x="7638" y="259"/>
                    </a:cubicBezTo>
                    <a:cubicBezTo>
                      <a:pt x="7644" y="252"/>
                      <a:pt x="7649" y="248"/>
                      <a:pt x="7656" y="245"/>
                    </a:cubicBezTo>
                    <a:lnTo>
                      <a:pt x="7656" y="243"/>
                    </a:lnTo>
                    <a:cubicBezTo>
                      <a:pt x="7663" y="243"/>
                      <a:pt x="7666" y="239"/>
                      <a:pt x="7669" y="236"/>
                    </a:cubicBezTo>
                    <a:cubicBezTo>
                      <a:pt x="7684" y="228"/>
                      <a:pt x="7696" y="223"/>
                      <a:pt x="7709" y="209"/>
                    </a:cubicBezTo>
                    <a:lnTo>
                      <a:pt x="7711" y="209"/>
                    </a:lnTo>
                    <a:cubicBezTo>
                      <a:pt x="7815" y="142"/>
                      <a:pt x="7921" y="71"/>
                      <a:pt x="80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0"/>
              <p:cNvSpPr/>
              <p:nvPr/>
            </p:nvSpPr>
            <p:spPr>
              <a:xfrm>
                <a:off x="3207125" y="2176175"/>
                <a:ext cx="200550" cy="49350"/>
              </a:xfrm>
              <a:custGeom>
                <a:rect b="b" l="l" r="r" t="t"/>
                <a:pathLst>
                  <a:path extrusionOk="0" h="1974" w="8022">
                    <a:moveTo>
                      <a:pt x="6304" y="0"/>
                    </a:moveTo>
                    <a:cubicBezTo>
                      <a:pt x="4419" y="0"/>
                      <a:pt x="2510" y="482"/>
                      <a:pt x="760" y="1491"/>
                    </a:cubicBezTo>
                    <a:cubicBezTo>
                      <a:pt x="727" y="1509"/>
                      <a:pt x="696" y="1530"/>
                      <a:pt x="662" y="1553"/>
                    </a:cubicBezTo>
                    <a:cubicBezTo>
                      <a:pt x="646" y="1559"/>
                      <a:pt x="629" y="1568"/>
                      <a:pt x="613" y="1584"/>
                    </a:cubicBezTo>
                    <a:cubicBezTo>
                      <a:pt x="577" y="1601"/>
                      <a:pt x="537" y="1626"/>
                      <a:pt x="500" y="1651"/>
                    </a:cubicBezTo>
                    <a:cubicBezTo>
                      <a:pt x="497" y="1651"/>
                      <a:pt x="491" y="1653"/>
                      <a:pt x="488" y="1659"/>
                    </a:cubicBezTo>
                    <a:cubicBezTo>
                      <a:pt x="487" y="1658"/>
                      <a:pt x="486" y="1658"/>
                      <a:pt x="485" y="1658"/>
                    </a:cubicBezTo>
                    <a:cubicBezTo>
                      <a:pt x="483" y="1658"/>
                      <a:pt x="481" y="1660"/>
                      <a:pt x="479" y="1662"/>
                    </a:cubicBezTo>
                    <a:lnTo>
                      <a:pt x="476" y="1664"/>
                    </a:lnTo>
                    <a:cubicBezTo>
                      <a:pt x="472" y="1664"/>
                      <a:pt x="472" y="1664"/>
                      <a:pt x="470" y="1667"/>
                    </a:cubicBezTo>
                    <a:cubicBezTo>
                      <a:pt x="465" y="1671"/>
                      <a:pt x="459" y="1673"/>
                      <a:pt x="451" y="1680"/>
                    </a:cubicBezTo>
                    <a:cubicBezTo>
                      <a:pt x="445" y="1680"/>
                      <a:pt x="443" y="1683"/>
                      <a:pt x="436" y="1689"/>
                    </a:cubicBezTo>
                    <a:cubicBezTo>
                      <a:pt x="433" y="1689"/>
                      <a:pt x="433" y="1689"/>
                      <a:pt x="430" y="1692"/>
                    </a:cubicBezTo>
                    <a:cubicBezTo>
                      <a:pt x="428" y="1692"/>
                      <a:pt x="424" y="1695"/>
                      <a:pt x="420" y="1698"/>
                    </a:cubicBezTo>
                    <a:lnTo>
                      <a:pt x="418" y="1698"/>
                    </a:lnTo>
                    <a:cubicBezTo>
                      <a:pt x="418" y="1698"/>
                      <a:pt x="415" y="1698"/>
                      <a:pt x="415" y="1700"/>
                    </a:cubicBezTo>
                    <a:cubicBezTo>
                      <a:pt x="412" y="1700"/>
                      <a:pt x="409" y="1706"/>
                      <a:pt x="409" y="1706"/>
                    </a:cubicBezTo>
                    <a:cubicBezTo>
                      <a:pt x="405" y="1706"/>
                      <a:pt x="403" y="1710"/>
                      <a:pt x="403" y="1710"/>
                    </a:cubicBezTo>
                    <a:cubicBezTo>
                      <a:pt x="397" y="1710"/>
                      <a:pt x="393" y="1714"/>
                      <a:pt x="389" y="1716"/>
                    </a:cubicBezTo>
                    <a:cubicBezTo>
                      <a:pt x="384" y="1720"/>
                      <a:pt x="378" y="1726"/>
                      <a:pt x="372" y="1729"/>
                    </a:cubicBezTo>
                    <a:cubicBezTo>
                      <a:pt x="369" y="1729"/>
                      <a:pt x="369" y="1731"/>
                      <a:pt x="369" y="1731"/>
                    </a:cubicBezTo>
                    <a:cubicBezTo>
                      <a:pt x="363" y="1731"/>
                      <a:pt x="359" y="1735"/>
                      <a:pt x="356" y="1737"/>
                    </a:cubicBezTo>
                    <a:cubicBezTo>
                      <a:pt x="343" y="1747"/>
                      <a:pt x="331" y="1753"/>
                      <a:pt x="319" y="1762"/>
                    </a:cubicBezTo>
                    <a:cubicBezTo>
                      <a:pt x="316" y="1762"/>
                      <a:pt x="316" y="1765"/>
                      <a:pt x="316" y="1765"/>
                    </a:cubicBezTo>
                    <a:cubicBezTo>
                      <a:pt x="209" y="1832"/>
                      <a:pt x="105" y="1903"/>
                      <a:pt x="0" y="1974"/>
                    </a:cubicBezTo>
                    <a:cubicBezTo>
                      <a:pt x="69" y="1941"/>
                      <a:pt x="140" y="1910"/>
                      <a:pt x="207" y="1879"/>
                    </a:cubicBezTo>
                    <a:cubicBezTo>
                      <a:pt x="219" y="1872"/>
                      <a:pt x="232" y="1865"/>
                      <a:pt x="244" y="1863"/>
                    </a:cubicBezTo>
                    <a:cubicBezTo>
                      <a:pt x="284" y="1845"/>
                      <a:pt x="320" y="1829"/>
                      <a:pt x="357" y="1814"/>
                    </a:cubicBezTo>
                    <a:lnTo>
                      <a:pt x="357" y="1812"/>
                    </a:lnTo>
                    <a:cubicBezTo>
                      <a:pt x="373" y="1804"/>
                      <a:pt x="387" y="1798"/>
                      <a:pt x="400" y="1796"/>
                    </a:cubicBezTo>
                    <a:cubicBezTo>
                      <a:pt x="403" y="1792"/>
                      <a:pt x="407" y="1792"/>
                      <a:pt x="409" y="1789"/>
                    </a:cubicBezTo>
                    <a:cubicBezTo>
                      <a:pt x="412" y="1789"/>
                      <a:pt x="415" y="1787"/>
                      <a:pt x="418" y="1787"/>
                    </a:cubicBezTo>
                    <a:cubicBezTo>
                      <a:pt x="419" y="1785"/>
                      <a:pt x="420" y="1785"/>
                      <a:pt x="420" y="1785"/>
                    </a:cubicBezTo>
                    <a:cubicBezTo>
                      <a:pt x="420" y="1785"/>
                      <a:pt x="420" y="1785"/>
                      <a:pt x="420" y="1787"/>
                    </a:cubicBezTo>
                    <a:cubicBezTo>
                      <a:pt x="426" y="1784"/>
                      <a:pt x="433" y="1781"/>
                      <a:pt x="439" y="1778"/>
                    </a:cubicBezTo>
                    <a:lnTo>
                      <a:pt x="444" y="1778"/>
                    </a:lnTo>
                    <a:cubicBezTo>
                      <a:pt x="446" y="1774"/>
                      <a:pt x="450" y="1771"/>
                      <a:pt x="453" y="1771"/>
                    </a:cubicBezTo>
                    <a:cubicBezTo>
                      <a:pt x="460" y="1767"/>
                      <a:pt x="466" y="1765"/>
                      <a:pt x="469" y="1765"/>
                    </a:cubicBezTo>
                    <a:cubicBezTo>
                      <a:pt x="469" y="1765"/>
                      <a:pt x="469" y="1762"/>
                      <a:pt x="471" y="1762"/>
                    </a:cubicBezTo>
                    <a:lnTo>
                      <a:pt x="480" y="1762"/>
                    </a:lnTo>
                    <a:lnTo>
                      <a:pt x="482" y="1760"/>
                    </a:lnTo>
                    <a:cubicBezTo>
                      <a:pt x="492" y="1754"/>
                      <a:pt x="501" y="1751"/>
                      <a:pt x="507" y="1751"/>
                    </a:cubicBezTo>
                    <a:cubicBezTo>
                      <a:pt x="513" y="1747"/>
                      <a:pt x="517" y="1745"/>
                      <a:pt x="521" y="1745"/>
                    </a:cubicBezTo>
                    <a:cubicBezTo>
                      <a:pt x="529" y="1738"/>
                      <a:pt x="538" y="1734"/>
                      <a:pt x="547" y="1731"/>
                    </a:cubicBezTo>
                    <a:lnTo>
                      <a:pt x="549" y="1731"/>
                    </a:lnTo>
                    <a:cubicBezTo>
                      <a:pt x="550" y="1731"/>
                      <a:pt x="551" y="1730"/>
                      <a:pt x="552" y="1730"/>
                    </a:cubicBezTo>
                    <a:cubicBezTo>
                      <a:pt x="553" y="1730"/>
                      <a:pt x="553" y="1731"/>
                      <a:pt x="553" y="1731"/>
                    </a:cubicBezTo>
                    <a:cubicBezTo>
                      <a:pt x="588" y="1716"/>
                      <a:pt x="621" y="1700"/>
                      <a:pt x="655" y="1692"/>
                    </a:cubicBezTo>
                    <a:cubicBezTo>
                      <a:pt x="660" y="1685"/>
                      <a:pt x="666" y="1683"/>
                      <a:pt x="672" y="1683"/>
                    </a:cubicBezTo>
                    <a:cubicBezTo>
                      <a:pt x="1996" y="1158"/>
                      <a:pt x="3378" y="904"/>
                      <a:pt x="4745" y="904"/>
                    </a:cubicBezTo>
                    <a:cubicBezTo>
                      <a:pt x="5859" y="904"/>
                      <a:pt x="6964" y="1073"/>
                      <a:pt x="8021" y="1400"/>
                    </a:cubicBezTo>
                    <a:cubicBezTo>
                      <a:pt x="8004" y="957"/>
                      <a:pt x="7948" y="528"/>
                      <a:pt x="7858" y="110"/>
                    </a:cubicBezTo>
                    <a:cubicBezTo>
                      <a:pt x="7344" y="37"/>
                      <a:pt x="6825" y="0"/>
                      <a:pt x="63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0"/>
              <p:cNvSpPr/>
              <p:nvPr/>
            </p:nvSpPr>
            <p:spPr>
              <a:xfrm>
                <a:off x="3169350" y="2029175"/>
                <a:ext cx="54950" cy="200625"/>
              </a:xfrm>
              <a:custGeom>
                <a:rect b="b" l="l" r="r" t="t"/>
                <a:pathLst>
                  <a:path extrusionOk="0" h="8025" w="2198">
                    <a:moveTo>
                      <a:pt x="1624" y="0"/>
                    </a:moveTo>
                    <a:lnTo>
                      <a:pt x="1624" y="0"/>
                    </a:lnTo>
                    <a:cubicBezTo>
                      <a:pt x="1185" y="20"/>
                      <a:pt x="754" y="76"/>
                      <a:pt x="336" y="167"/>
                    </a:cubicBezTo>
                    <a:cubicBezTo>
                      <a:pt x="1" y="2537"/>
                      <a:pt x="425" y="5030"/>
                      <a:pt x="1717" y="7264"/>
                    </a:cubicBezTo>
                    <a:cubicBezTo>
                      <a:pt x="1732" y="7291"/>
                      <a:pt x="1748" y="7320"/>
                      <a:pt x="1765" y="7347"/>
                    </a:cubicBezTo>
                    <a:cubicBezTo>
                      <a:pt x="1777" y="7368"/>
                      <a:pt x="1790" y="7392"/>
                      <a:pt x="1808" y="7414"/>
                    </a:cubicBezTo>
                    <a:cubicBezTo>
                      <a:pt x="1826" y="7451"/>
                      <a:pt x="1848" y="7487"/>
                      <a:pt x="1873" y="7526"/>
                    </a:cubicBezTo>
                    <a:cubicBezTo>
                      <a:pt x="1877" y="7531"/>
                      <a:pt x="1879" y="7537"/>
                      <a:pt x="1885" y="7543"/>
                    </a:cubicBezTo>
                    <a:cubicBezTo>
                      <a:pt x="1885" y="7546"/>
                      <a:pt x="1885" y="7549"/>
                      <a:pt x="1892" y="7552"/>
                    </a:cubicBezTo>
                    <a:cubicBezTo>
                      <a:pt x="1888" y="7557"/>
                      <a:pt x="1892" y="7557"/>
                      <a:pt x="1894" y="7559"/>
                    </a:cubicBezTo>
                    <a:cubicBezTo>
                      <a:pt x="1897" y="7564"/>
                      <a:pt x="1900" y="7570"/>
                      <a:pt x="1904" y="7577"/>
                    </a:cubicBezTo>
                    <a:cubicBezTo>
                      <a:pt x="1906" y="7580"/>
                      <a:pt x="1910" y="7587"/>
                      <a:pt x="1913" y="7590"/>
                    </a:cubicBezTo>
                    <a:cubicBezTo>
                      <a:pt x="1913" y="7594"/>
                      <a:pt x="1913" y="7594"/>
                      <a:pt x="1915" y="7596"/>
                    </a:cubicBezTo>
                    <a:lnTo>
                      <a:pt x="1918" y="7599"/>
                    </a:lnTo>
                    <a:cubicBezTo>
                      <a:pt x="1918" y="7603"/>
                      <a:pt x="1921" y="7609"/>
                      <a:pt x="1924" y="7611"/>
                    </a:cubicBezTo>
                    <a:cubicBezTo>
                      <a:pt x="1926" y="7615"/>
                      <a:pt x="1926" y="7618"/>
                      <a:pt x="1926" y="7618"/>
                    </a:cubicBezTo>
                    <a:cubicBezTo>
                      <a:pt x="1930" y="7622"/>
                      <a:pt x="1930" y="7625"/>
                      <a:pt x="1934" y="7625"/>
                    </a:cubicBezTo>
                    <a:cubicBezTo>
                      <a:pt x="1936" y="7631"/>
                      <a:pt x="1940" y="7637"/>
                      <a:pt x="1942" y="7640"/>
                    </a:cubicBezTo>
                    <a:cubicBezTo>
                      <a:pt x="1945" y="7645"/>
                      <a:pt x="1949" y="7651"/>
                      <a:pt x="1951" y="7658"/>
                    </a:cubicBezTo>
                    <a:lnTo>
                      <a:pt x="1954" y="7658"/>
                    </a:lnTo>
                    <a:cubicBezTo>
                      <a:pt x="1957" y="7665"/>
                      <a:pt x="1957" y="7668"/>
                      <a:pt x="1960" y="7671"/>
                    </a:cubicBezTo>
                    <a:cubicBezTo>
                      <a:pt x="1960" y="7673"/>
                      <a:pt x="1962" y="7673"/>
                      <a:pt x="1962" y="7673"/>
                    </a:cubicBezTo>
                    <a:cubicBezTo>
                      <a:pt x="1972" y="7687"/>
                      <a:pt x="1978" y="7698"/>
                      <a:pt x="1987" y="7711"/>
                    </a:cubicBezTo>
                    <a:lnTo>
                      <a:pt x="1987" y="7713"/>
                    </a:lnTo>
                    <a:cubicBezTo>
                      <a:pt x="2057" y="7822"/>
                      <a:pt x="2128" y="7926"/>
                      <a:pt x="2198" y="8024"/>
                    </a:cubicBezTo>
                    <a:cubicBezTo>
                      <a:pt x="2171" y="7966"/>
                      <a:pt x="2142" y="7904"/>
                      <a:pt x="2115" y="7847"/>
                    </a:cubicBezTo>
                    <a:cubicBezTo>
                      <a:pt x="2106" y="7828"/>
                      <a:pt x="2100" y="7809"/>
                      <a:pt x="2090" y="7791"/>
                    </a:cubicBezTo>
                    <a:cubicBezTo>
                      <a:pt x="2073" y="7748"/>
                      <a:pt x="2053" y="7708"/>
                      <a:pt x="2035" y="7668"/>
                    </a:cubicBezTo>
                    <a:cubicBezTo>
                      <a:pt x="2029" y="7652"/>
                      <a:pt x="2023" y="7641"/>
                      <a:pt x="2017" y="7629"/>
                    </a:cubicBezTo>
                    <a:cubicBezTo>
                      <a:pt x="2017" y="7622"/>
                      <a:pt x="2013" y="7615"/>
                      <a:pt x="2011" y="7613"/>
                    </a:cubicBezTo>
                    <a:cubicBezTo>
                      <a:pt x="2011" y="7610"/>
                      <a:pt x="2011" y="7606"/>
                      <a:pt x="2008" y="7604"/>
                    </a:cubicBezTo>
                    <a:cubicBezTo>
                      <a:pt x="2006" y="7595"/>
                      <a:pt x="2002" y="7589"/>
                      <a:pt x="1999" y="7582"/>
                    </a:cubicBezTo>
                    <a:lnTo>
                      <a:pt x="1999" y="7579"/>
                    </a:lnTo>
                    <a:cubicBezTo>
                      <a:pt x="1996" y="7575"/>
                      <a:pt x="1996" y="7573"/>
                      <a:pt x="1996" y="7573"/>
                    </a:cubicBezTo>
                    <a:cubicBezTo>
                      <a:pt x="1992" y="7568"/>
                      <a:pt x="1990" y="7562"/>
                      <a:pt x="1990" y="7554"/>
                    </a:cubicBezTo>
                    <a:lnTo>
                      <a:pt x="1987" y="7554"/>
                    </a:lnTo>
                    <a:cubicBezTo>
                      <a:pt x="1987" y="7554"/>
                      <a:pt x="1985" y="7554"/>
                      <a:pt x="1987" y="7552"/>
                    </a:cubicBezTo>
                    <a:cubicBezTo>
                      <a:pt x="1987" y="7549"/>
                      <a:pt x="1985" y="7546"/>
                      <a:pt x="1985" y="7543"/>
                    </a:cubicBezTo>
                    <a:cubicBezTo>
                      <a:pt x="1985" y="7541"/>
                      <a:pt x="1982" y="7541"/>
                      <a:pt x="1982" y="7541"/>
                    </a:cubicBezTo>
                    <a:cubicBezTo>
                      <a:pt x="1980" y="7532"/>
                      <a:pt x="1976" y="7522"/>
                      <a:pt x="1973" y="7516"/>
                    </a:cubicBezTo>
                    <a:cubicBezTo>
                      <a:pt x="1970" y="7510"/>
                      <a:pt x="1970" y="7503"/>
                      <a:pt x="1967" y="7501"/>
                    </a:cubicBezTo>
                    <a:cubicBezTo>
                      <a:pt x="1964" y="7492"/>
                      <a:pt x="1960" y="7482"/>
                      <a:pt x="1957" y="7476"/>
                    </a:cubicBezTo>
                    <a:lnTo>
                      <a:pt x="1955" y="7476"/>
                    </a:lnTo>
                    <a:cubicBezTo>
                      <a:pt x="1944" y="7439"/>
                      <a:pt x="1928" y="7403"/>
                      <a:pt x="1913" y="7366"/>
                    </a:cubicBezTo>
                    <a:cubicBezTo>
                      <a:pt x="1909" y="7358"/>
                      <a:pt x="1909" y="7352"/>
                      <a:pt x="1906" y="7350"/>
                    </a:cubicBezTo>
                    <a:cubicBezTo>
                      <a:pt x="954" y="4947"/>
                      <a:pt x="898" y="2355"/>
                      <a:pt x="16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0"/>
              <p:cNvSpPr/>
              <p:nvPr/>
            </p:nvSpPr>
            <p:spPr>
              <a:xfrm>
                <a:off x="3211400" y="2208325"/>
                <a:ext cx="54950" cy="200700"/>
              </a:xfrm>
              <a:custGeom>
                <a:rect b="b" l="l" r="r" t="t"/>
                <a:pathLst>
                  <a:path extrusionOk="0" h="8028" w="2198">
                    <a:moveTo>
                      <a:pt x="1" y="0"/>
                    </a:moveTo>
                    <a:lnTo>
                      <a:pt x="1" y="0"/>
                    </a:lnTo>
                    <a:cubicBezTo>
                      <a:pt x="28" y="62"/>
                      <a:pt x="59" y="120"/>
                      <a:pt x="83" y="182"/>
                    </a:cubicBezTo>
                    <a:cubicBezTo>
                      <a:pt x="93" y="201"/>
                      <a:pt x="102" y="220"/>
                      <a:pt x="110" y="238"/>
                    </a:cubicBezTo>
                    <a:cubicBezTo>
                      <a:pt x="126" y="278"/>
                      <a:pt x="145" y="318"/>
                      <a:pt x="164" y="357"/>
                    </a:cubicBezTo>
                    <a:cubicBezTo>
                      <a:pt x="170" y="373"/>
                      <a:pt x="175" y="387"/>
                      <a:pt x="181" y="401"/>
                    </a:cubicBezTo>
                    <a:cubicBezTo>
                      <a:pt x="181" y="407"/>
                      <a:pt x="184" y="411"/>
                      <a:pt x="184" y="413"/>
                    </a:cubicBezTo>
                    <a:lnTo>
                      <a:pt x="186" y="413"/>
                    </a:lnTo>
                    <a:lnTo>
                      <a:pt x="186" y="416"/>
                    </a:lnTo>
                    <a:cubicBezTo>
                      <a:pt x="186" y="419"/>
                      <a:pt x="190" y="423"/>
                      <a:pt x="190" y="423"/>
                    </a:cubicBezTo>
                    <a:cubicBezTo>
                      <a:pt x="193" y="429"/>
                      <a:pt x="193" y="435"/>
                      <a:pt x="196" y="438"/>
                    </a:cubicBezTo>
                    <a:cubicBezTo>
                      <a:pt x="196" y="442"/>
                      <a:pt x="198" y="444"/>
                      <a:pt x="198" y="444"/>
                    </a:cubicBezTo>
                    <a:cubicBezTo>
                      <a:pt x="198" y="447"/>
                      <a:pt x="201" y="450"/>
                      <a:pt x="201" y="453"/>
                    </a:cubicBezTo>
                    <a:cubicBezTo>
                      <a:pt x="203" y="463"/>
                      <a:pt x="207" y="469"/>
                      <a:pt x="210" y="475"/>
                    </a:cubicBezTo>
                    <a:cubicBezTo>
                      <a:pt x="210" y="478"/>
                      <a:pt x="212" y="481"/>
                      <a:pt x="212" y="484"/>
                    </a:cubicBezTo>
                    <a:cubicBezTo>
                      <a:pt x="212" y="486"/>
                      <a:pt x="215" y="486"/>
                      <a:pt x="215" y="486"/>
                    </a:cubicBezTo>
                    <a:cubicBezTo>
                      <a:pt x="217" y="496"/>
                      <a:pt x="222" y="505"/>
                      <a:pt x="224" y="511"/>
                    </a:cubicBezTo>
                    <a:cubicBezTo>
                      <a:pt x="228" y="517"/>
                      <a:pt x="228" y="522"/>
                      <a:pt x="230" y="525"/>
                    </a:cubicBezTo>
                    <a:cubicBezTo>
                      <a:pt x="234" y="530"/>
                      <a:pt x="234" y="536"/>
                      <a:pt x="237" y="542"/>
                    </a:cubicBezTo>
                    <a:cubicBezTo>
                      <a:pt x="241" y="545"/>
                      <a:pt x="241" y="548"/>
                      <a:pt x="243" y="552"/>
                    </a:cubicBezTo>
                    <a:cubicBezTo>
                      <a:pt x="256" y="587"/>
                      <a:pt x="268" y="620"/>
                      <a:pt x="283" y="654"/>
                    </a:cubicBezTo>
                    <a:cubicBezTo>
                      <a:pt x="283" y="660"/>
                      <a:pt x="288" y="666"/>
                      <a:pt x="290" y="669"/>
                    </a:cubicBezTo>
                    <a:lnTo>
                      <a:pt x="290" y="671"/>
                    </a:lnTo>
                    <a:cubicBezTo>
                      <a:pt x="1241" y="3075"/>
                      <a:pt x="1301" y="5669"/>
                      <a:pt x="572" y="8027"/>
                    </a:cubicBezTo>
                    <a:cubicBezTo>
                      <a:pt x="1015" y="8008"/>
                      <a:pt x="1446" y="7952"/>
                      <a:pt x="1863" y="7860"/>
                    </a:cubicBezTo>
                    <a:cubicBezTo>
                      <a:pt x="2198" y="5491"/>
                      <a:pt x="1775" y="2994"/>
                      <a:pt x="482" y="763"/>
                    </a:cubicBezTo>
                    <a:cubicBezTo>
                      <a:pt x="466" y="736"/>
                      <a:pt x="451" y="707"/>
                      <a:pt x="433" y="683"/>
                    </a:cubicBezTo>
                    <a:cubicBezTo>
                      <a:pt x="421" y="659"/>
                      <a:pt x="408" y="638"/>
                      <a:pt x="390" y="615"/>
                    </a:cubicBezTo>
                    <a:cubicBezTo>
                      <a:pt x="372" y="579"/>
                      <a:pt x="351" y="539"/>
                      <a:pt x="323" y="502"/>
                    </a:cubicBezTo>
                    <a:cubicBezTo>
                      <a:pt x="323" y="497"/>
                      <a:pt x="321" y="491"/>
                      <a:pt x="314" y="484"/>
                    </a:cubicBezTo>
                    <a:lnTo>
                      <a:pt x="311" y="484"/>
                    </a:lnTo>
                    <a:cubicBezTo>
                      <a:pt x="314" y="484"/>
                      <a:pt x="311" y="481"/>
                      <a:pt x="311" y="481"/>
                    </a:cubicBezTo>
                    <a:cubicBezTo>
                      <a:pt x="311" y="481"/>
                      <a:pt x="315" y="479"/>
                      <a:pt x="309" y="479"/>
                    </a:cubicBezTo>
                    <a:cubicBezTo>
                      <a:pt x="312" y="475"/>
                      <a:pt x="309" y="475"/>
                      <a:pt x="306" y="473"/>
                    </a:cubicBezTo>
                    <a:cubicBezTo>
                      <a:pt x="306" y="466"/>
                      <a:pt x="300" y="458"/>
                      <a:pt x="294" y="450"/>
                    </a:cubicBezTo>
                    <a:cubicBezTo>
                      <a:pt x="294" y="447"/>
                      <a:pt x="291" y="440"/>
                      <a:pt x="285" y="438"/>
                    </a:cubicBezTo>
                    <a:cubicBezTo>
                      <a:pt x="289" y="434"/>
                      <a:pt x="285" y="434"/>
                      <a:pt x="281" y="432"/>
                    </a:cubicBezTo>
                    <a:lnTo>
                      <a:pt x="279" y="429"/>
                    </a:lnTo>
                    <a:cubicBezTo>
                      <a:pt x="279" y="425"/>
                      <a:pt x="275" y="418"/>
                      <a:pt x="273" y="416"/>
                    </a:cubicBezTo>
                    <a:cubicBezTo>
                      <a:pt x="273" y="412"/>
                      <a:pt x="273" y="409"/>
                      <a:pt x="270" y="409"/>
                    </a:cubicBezTo>
                    <a:cubicBezTo>
                      <a:pt x="270" y="406"/>
                      <a:pt x="264" y="403"/>
                      <a:pt x="264" y="403"/>
                    </a:cubicBezTo>
                    <a:cubicBezTo>
                      <a:pt x="264" y="397"/>
                      <a:pt x="260" y="391"/>
                      <a:pt x="258" y="387"/>
                    </a:cubicBezTo>
                    <a:cubicBezTo>
                      <a:pt x="255" y="381"/>
                      <a:pt x="253" y="375"/>
                      <a:pt x="246" y="372"/>
                    </a:cubicBezTo>
                    <a:cubicBezTo>
                      <a:pt x="246" y="370"/>
                      <a:pt x="243" y="370"/>
                      <a:pt x="243" y="370"/>
                    </a:cubicBezTo>
                    <a:cubicBezTo>
                      <a:pt x="243" y="367"/>
                      <a:pt x="243" y="363"/>
                      <a:pt x="241" y="361"/>
                    </a:cubicBezTo>
                    <a:cubicBezTo>
                      <a:pt x="241" y="356"/>
                      <a:pt x="234" y="354"/>
                      <a:pt x="234" y="354"/>
                    </a:cubicBezTo>
                    <a:cubicBezTo>
                      <a:pt x="228" y="341"/>
                      <a:pt x="218" y="330"/>
                      <a:pt x="210" y="316"/>
                    </a:cubicBezTo>
                    <a:lnTo>
                      <a:pt x="210" y="314"/>
                    </a:lnTo>
                    <a:cubicBezTo>
                      <a:pt x="143" y="207"/>
                      <a:pt x="72" y="10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0"/>
              <p:cNvSpPr/>
              <p:nvPr/>
            </p:nvSpPr>
            <p:spPr>
              <a:xfrm>
                <a:off x="3057325" y="2208100"/>
                <a:ext cx="166625" cy="138700"/>
              </a:xfrm>
              <a:custGeom>
                <a:rect b="b" l="l" r="r" t="t"/>
                <a:pathLst>
                  <a:path extrusionOk="0" h="5548" w="6665">
                    <a:moveTo>
                      <a:pt x="6664" y="0"/>
                    </a:moveTo>
                    <a:lnTo>
                      <a:pt x="6664" y="0"/>
                    </a:lnTo>
                    <a:cubicBezTo>
                      <a:pt x="6622" y="62"/>
                      <a:pt x="6578" y="123"/>
                      <a:pt x="6531" y="183"/>
                    </a:cubicBezTo>
                    <a:cubicBezTo>
                      <a:pt x="6522" y="195"/>
                      <a:pt x="6516" y="207"/>
                      <a:pt x="6506" y="220"/>
                    </a:cubicBezTo>
                    <a:cubicBezTo>
                      <a:pt x="6483" y="255"/>
                      <a:pt x="6458" y="288"/>
                      <a:pt x="6433" y="322"/>
                    </a:cubicBezTo>
                    <a:lnTo>
                      <a:pt x="6431" y="322"/>
                    </a:lnTo>
                    <a:cubicBezTo>
                      <a:pt x="6424" y="333"/>
                      <a:pt x="6416" y="343"/>
                      <a:pt x="6406" y="355"/>
                    </a:cubicBezTo>
                    <a:cubicBezTo>
                      <a:pt x="6403" y="361"/>
                      <a:pt x="6400" y="364"/>
                      <a:pt x="6397" y="371"/>
                    </a:cubicBezTo>
                    <a:lnTo>
                      <a:pt x="6391" y="374"/>
                    </a:lnTo>
                    <a:lnTo>
                      <a:pt x="6391" y="376"/>
                    </a:lnTo>
                    <a:lnTo>
                      <a:pt x="6388" y="376"/>
                    </a:lnTo>
                    <a:cubicBezTo>
                      <a:pt x="6388" y="382"/>
                      <a:pt x="6381" y="389"/>
                      <a:pt x="6379" y="391"/>
                    </a:cubicBezTo>
                    <a:cubicBezTo>
                      <a:pt x="6379" y="394"/>
                      <a:pt x="6379" y="394"/>
                      <a:pt x="6376" y="394"/>
                    </a:cubicBezTo>
                    <a:cubicBezTo>
                      <a:pt x="6376" y="396"/>
                      <a:pt x="6372" y="401"/>
                      <a:pt x="6370" y="403"/>
                    </a:cubicBezTo>
                    <a:cubicBezTo>
                      <a:pt x="6366" y="410"/>
                      <a:pt x="6364" y="416"/>
                      <a:pt x="6357" y="418"/>
                    </a:cubicBezTo>
                    <a:lnTo>
                      <a:pt x="6357" y="421"/>
                    </a:lnTo>
                    <a:lnTo>
                      <a:pt x="6355" y="421"/>
                    </a:lnTo>
                    <a:cubicBezTo>
                      <a:pt x="6355" y="425"/>
                      <a:pt x="6353" y="427"/>
                      <a:pt x="6353" y="427"/>
                    </a:cubicBezTo>
                    <a:cubicBezTo>
                      <a:pt x="6353" y="429"/>
                      <a:pt x="6349" y="429"/>
                      <a:pt x="6349" y="429"/>
                    </a:cubicBezTo>
                    <a:cubicBezTo>
                      <a:pt x="6344" y="439"/>
                      <a:pt x="6340" y="445"/>
                      <a:pt x="6332" y="452"/>
                    </a:cubicBezTo>
                    <a:cubicBezTo>
                      <a:pt x="6332" y="454"/>
                      <a:pt x="6328" y="458"/>
                      <a:pt x="6325" y="460"/>
                    </a:cubicBezTo>
                    <a:cubicBezTo>
                      <a:pt x="6319" y="470"/>
                      <a:pt x="6313" y="479"/>
                      <a:pt x="6307" y="485"/>
                    </a:cubicBezTo>
                    <a:lnTo>
                      <a:pt x="6307" y="488"/>
                    </a:lnTo>
                    <a:lnTo>
                      <a:pt x="6304" y="488"/>
                    </a:lnTo>
                    <a:cubicBezTo>
                      <a:pt x="6282" y="519"/>
                      <a:pt x="6262" y="547"/>
                      <a:pt x="6240" y="574"/>
                    </a:cubicBezTo>
                    <a:cubicBezTo>
                      <a:pt x="6237" y="578"/>
                      <a:pt x="6234" y="584"/>
                      <a:pt x="6231" y="587"/>
                    </a:cubicBezTo>
                    <a:cubicBezTo>
                      <a:pt x="4624" y="2615"/>
                      <a:pt x="2407" y="3962"/>
                      <a:pt x="1" y="4509"/>
                    </a:cubicBezTo>
                    <a:cubicBezTo>
                      <a:pt x="231" y="4877"/>
                      <a:pt x="496" y="5225"/>
                      <a:pt x="787" y="5547"/>
                    </a:cubicBezTo>
                    <a:cubicBezTo>
                      <a:pt x="3007" y="4653"/>
                      <a:pt x="4955" y="3035"/>
                      <a:pt x="6246" y="801"/>
                    </a:cubicBezTo>
                    <a:cubicBezTo>
                      <a:pt x="6265" y="768"/>
                      <a:pt x="6283" y="737"/>
                      <a:pt x="6302" y="703"/>
                    </a:cubicBezTo>
                    <a:cubicBezTo>
                      <a:pt x="6311" y="687"/>
                      <a:pt x="6320" y="669"/>
                      <a:pt x="6329" y="650"/>
                    </a:cubicBezTo>
                    <a:cubicBezTo>
                      <a:pt x="6351" y="610"/>
                      <a:pt x="6371" y="571"/>
                      <a:pt x="6394" y="531"/>
                    </a:cubicBezTo>
                    <a:cubicBezTo>
                      <a:pt x="6397" y="527"/>
                      <a:pt x="6397" y="524"/>
                      <a:pt x="6400" y="521"/>
                    </a:cubicBezTo>
                    <a:cubicBezTo>
                      <a:pt x="6404" y="517"/>
                      <a:pt x="6404" y="515"/>
                      <a:pt x="6406" y="509"/>
                    </a:cubicBezTo>
                    <a:lnTo>
                      <a:pt x="6406" y="506"/>
                    </a:lnTo>
                    <a:lnTo>
                      <a:pt x="6412" y="500"/>
                    </a:lnTo>
                    <a:cubicBezTo>
                      <a:pt x="6416" y="494"/>
                      <a:pt x="6420" y="488"/>
                      <a:pt x="6422" y="481"/>
                    </a:cubicBezTo>
                    <a:cubicBezTo>
                      <a:pt x="6426" y="479"/>
                      <a:pt x="6428" y="473"/>
                      <a:pt x="6428" y="466"/>
                    </a:cubicBezTo>
                    <a:cubicBezTo>
                      <a:pt x="6432" y="464"/>
                      <a:pt x="6435" y="459"/>
                      <a:pt x="6435" y="457"/>
                    </a:cubicBezTo>
                    <a:cubicBezTo>
                      <a:pt x="6437" y="457"/>
                      <a:pt x="6437" y="453"/>
                      <a:pt x="6437" y="450"/>
                    </a:cubicBezTo>
                    <a:lnTo>
                      <a:pt x="6440" y="450"/>
                    </a:lnTo>
                    <a:lnTo>
                      <a:pt x="6440" y="444"/>
                    </a:lnTo>
                    <a:cubicBezTo>
                      <a:pt x="6442" y="444"/>
                      <a:pt x="6442" y="440"/>
                      <a:pt x="6442" y="438"/>
                    </a:cubicBezTo>
                    <a:cubicBezTo>
                      <a:pt x="6446" y="438"/>
                      <a:pt x="6446" y="434"/>
                      <a:pt x="6449" y="432"/>
                    </a:cubicBezTo>
                    <a:cubicBezTo>
                      <a:pt x="6449" y="428"/>
                      <a:pt x="6453" y="422"/>
                      <a:pt x="6456" y="416"/>
                    </a:cubicBezTo>
                    <a:cubicBezTo>
                      <a:pt x="6459" y="411"/>
                      <a:pt x="6462" y="404"/>
                      <a:pt x="6468" y="397"/>
                    </a:cubicBezTo>
                    <a:cubicBezTo>
                      <a:pt x="6468" y="397"/>
                      <a:pt x="6466" y="397"/>
                      <a:pt x="6468" y="395"/>
                    </a:cubicBezTo>
                    <a:cubicBezTo>
                      <a:pt x="6468" y="391"/>
                      <a:pt x="6472" y="389"/>
                      <a:pt x="6474" y="382"/>
                    </a:cubicBezTo>
                    <a:lnTo>
                      <a:pt x="6477" y="380"/>
                    </a:lnTo>
                    <a:cubicBezTo>
                      <a:pt x="6480" y="371"/>
                      <a:pt x="6487" y="359"/>
                      <a:pt x="6493" y="346"/>
                    </a:cubicBezTo>
                    <a:lnTo>
                      <a:pt x="6493" y="344"/>
                    </a:lnTo>
                    <a:cubicBezTo>
                      <a:pt x="6495" y="344"/>
                      <a:pt x="6495" y="344"/>
                      <a:pt x="6495" y="341"/>
                    </a:cubicBezTo>
                    <a:cubicBezTo>
                      <a:pt x="6554" y="227"/>
                      <a:pt x="6609" y="114"/>
                      <a:pt x="66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0"/>
              <p:cNvSpPr/>
              <p:nvPr/>
            </p:nvSpPr>
            <p:spPr>
              <a:xfrm>
                <a:off x="3211825" y="2091425"/>
                <a:ext cx="166425" cy="138700"/>
              </a:xfrm>
              <a:custGeom>
                <a:rect b="b" l="l" r="r" t="t"/>
                <a:pathLst>
                  <a:path extrusionOk="0" h="5548" w="6657">
                    <a:moveTo>
                      <a:pt x="5871" y="0"/>
                    </a:moveTo>
                    <a:cubicBezTo>
                      <a:pt x="3652" y="898"/>
                      <a:pt x="1703" y="2512"/>
                      <a:pt x="416" y="4747"/>
                    </a:cubicBezTo>
                    <a:cubicBezTo>
                      <a:pt x="395" y="4780"/>
                      <a:pt x="376" y="4817"/>
                      <a:pt x="358" y="4851"/>
                    </a:cubicBezTo>
                    <a:cubicBezTo>
                      <a:pt x="349" y="4866"/>
                      <a:pt x="340" y="4882"/>
                      <a:pt x="330" y="4899"/>
                    </a:cubicBezTo>
                    <a:cubicBezTo>
                      <a:pt x="309" y="4935"/>
                      <a:pt x="287" y="4974"/>
                      <a:pt x="269" y="5013"/>
                    </a:cubicBezTo>
                    <a:cubicBezTo>
                      <a:pt x="266" y="5016"/>
                      <a:pt x="262" y="5022"/>
                      <a:pt x="260" y="5028"/>
                    </a:cubicBezTo>
                    <a:cubicBezTo>
                      <a:pt x="257" y="5031"/>
                      <a:pt x="257" y="5036"/>
                      <a:pt x="257" y="5038"/>
                    </a:cubicBezTo>
                    <a:cubicBezTo>
                      <a:pt x="257" y="5038"/>
                      <a:pt x="255" y="5038"/>
                      <a:pt x="255" y="5041"/>
                    </a:cubicBezTo>
                    <a:cubicBezTo>
                      <a:pt x="255" y="5041"/>
                      <a:pt x="252" y="5044"/>
                      <a:pt x="252" y="5047"/>
                    </a:cubicBezTo>
                    <a:cubicBezTo>
                      <a:pt x="250" y="5052"/>
                      <a:pt x="246" y="5058"/>
                      <a:pt x="243" y="5064"/>
                    </a:cubicBezTo>
                    <a:cubicBezTo>
                      <a:pt x="241" y="5068"/>
                      <a:pt x="237" y="5074"/>
                      <a:pt x="235" y="5080"/>
                    </a:cubicBezTo>
                    <a:cubicBezTo>
                      <a:pt x="231" y="5083"/>
                      <a:pt x="231" y="5087"/>
                      <a:pt x="231" y="5089"/>
                    </a:cubicBezTo>
                    <a:cubicBezTo>
                      <a:pt x="231" y="5089"/>
                      <a:pt x="229" y="5089"/>
                      <a:pt x="229" y="5092"/>
                    </a:cubicBezTo>
                    <a:cubicBezTo>
                      <a:pt x="225" y="5094"/>
                      <a:pt x="222" y="5101"/>
                      <a:pt x="222" y="5108"/>
                    </a:cubicBezTo>
                    <a:lnTo>
                      <a:pt x="220" y="5108"/>
                    </a:lnTo>
                    <a:cubicBezTo>
                      <a:pt x="220" y="5110"/>
                      <a:pt x="217" y="5114"/>
                      <a:pt x="217" y="5116"/>
                    </a:cubicBezTo>
                    <a:cubicBezTo>
                      <a:pt x="214" y="5120"/>
                      <a:pt x="211" y="5123"/>
                      <a:pt x="211" y="5129"/>
                    </a:cubicBezTo>
                    <a:cubicBezTo>
                      <a:pt x="205" y="5136"/>
                      <a:pt x="200" y="5142"/>
                      <a:pt x="198" y="5151"/>
                    </a:cubicBezTo>
                    <a:cubicBezTo>
                      <a:pt x="194" y="5155"/>
                      <a:pt x="194" y="5157"/>
                      <a:pt x="191" y="5165"/>
                    </a:cubicBezTo>
                    <a:lnTo>
                      <a:pt x="191" y="5167"/>
                    </a:lnTo>
                    <a:cubicBezTo>
                      <a:pt x="183" y="5180"/>
                      <a:pt x="176" y="5191"/>
                      <a:pt x="169" y="5204"/>
                    </a:cubicBezTo>
                    <a:lnTo>
                      <a:pt x="169" y="5207"/>
                    </a:lnTo>
                    <a:cubicBezTo>
                      <a:pt x="112" y="5320"/>
                      <a:pt x="56" y="5434"/>
                      <a:pt x="0" y="5547"/>
                    </a:cubicBezTo>
                    <a:cubicBezTo>
                      <a:pt x="40" y="5490"/>
                      <a:pt x="85" y="5430"/>
                      <a:pt x="127" y="5372"/>
                    </a:cubicBezTo>
                    <a:cubicBezTo>
                      <a:pt x="133" y="5359"/>
                      <a:pt x="143" y="5347"/>
                      <a:pt x="152" y="5335"/>
                    </a:cubicBezTo>
                    <a:cubicBezTo>
                      <a:pt x="178" y="5301"/>
                      <a:pt x="201" y="5264"/>
                      <a:pt x="229" y="5230"/>
                    </a:cubicBezTo>
                    <a:lnTo>
                      <a:pt x="231" y="5228"/>
                    </a:lnTo>
                    <a:cubicBezTo>
                      <a:pt x="238" y="5215"/>
                      <a:pt x="247" y="5207"/>
                      <a:pt x="256" y="5193"/>
                    </a:cubicBezTo>
                    <a:cubicBezTo>
                      <a:pt x="258" y="5189"/>
                      <a:pt x="262" y="5183"/>
                      <a:pt x="265" y="5181"/>
                    </a:cubicBezTo>
                    <a:lnTo>
                      <a:pt x="268" y="5178"/>
                    </a:lnTo>
                    <a:cubicBezTo>
                      <a:pt x="268" y="5174"/>
                      <a:pt x="268" y="5174"/>
                      <a:pt x="271" y="5172"/>
                    </a:cubicBezTo>
                    <a:lnTo>
                      <a:pt x="273" y="5172"/>
                    </a:lnTo>
                    <a:cubicBezTo>
                      <a:pt x="273" y="5166"/>
                      <a:pt x="279" y="5162"/>
                      <a:pt x="282" y="5156"/>
                    </a:cubicBezTo>
                    <a:cubicBezTo>
                      <a:pt x="282" y="5156"/>
                      <a:pt x="282" y="5154"/>
                      <a:pt x="284" y="5154"/>
                    </a:cubicBezTo>
                    <a:cubicBezTo>
                      <a:pt x="284" y="5150"/>
                      <a:pt x="288" y="5150"/>
                      <a:pt x="291" y="5147"/>
                    </a:cubicBezTo>
                    <a:cubicBezTo>
                      <a:pt x="291" y="5141"/>
                      <a:pt x="297" y="5139"/>
                      <a:pt x="300" y="5132"/>
                    </a:cubicBezTo>
                    <a:cubicBezTo>
                      <a:pt x="300" y="5128"/>
                      <a:pt x="304" y="5128"/>
                      <a:pt x="307" y="5125"/>
                    </a:cubicBezTo>
                    <a:cubicBezTo>
                      <a:pt x="307" y="5121"/>
                      <a:pt x="307" y="5121"/>
                      <a:pt x="309" y="5119"/>
                    </a:cubicBezTo>
                    <a:cubicBezTo>
                      <a:pt x="309" y="5119"/>
                      <a:pt x="309" y="5116"/>
                      <a:pt x="312" y="5116"/>
                    </a:cubicBezTo>
                    <a:cubicBezTo>
                      <a:pt x="314" y="5110"/>
                      <a:pt x="320" y="5101"/>
                      <a:pt x="327" y="5094"/>
                    </a:cubicBezTo>
                    <a:lnTo>
                      <a:pt x="336" y="5085"/>
                    </a:lnTo>
                    <a:cubicBezTo>
                      <a:pt x="341" y="5077"/>
                      <a:pt x="348" y="5068"/>
                      <a:pt x="354" y="5058"/>
                    </a:cubicBezTo>
                    <a:lnTo>
                      <a:pt x="356" y="5058"/>
                    </a:lnTo>
                    <a:cubicBezTo>
                      <a:pt x="375" y="5030"/>
                      <a:pt x="400" y="4999"/>
                      <a:pt x="423" y="4972"/>
                    </a:cubicBezTo>
                    <a:cubicBezTo>
                      <a:pt x="423" y="4968"/>
                      <a:pt x="426" y="4961"/>
                      <a:pt x="433" y="4959"/>
                    </a:cubicBezTo>
                    <a:cubicBezTo>
                      <a:pt x="2033" y="2933"/>
                      <a:pt x="4250" y="1589"/>
                      <a:pt x="6657" y="1038"/>
                    </a:cubicBezTo>
                    <a:cubicBezTo>
                      <a:pt x="6426" y="668"/>
                      <a:pt x="6161" y="321"/>
                      <a:pt x="58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0"/>
              <p:cNvSpPr/>
              <p:nvPr/>
            </p:nvSpPr>
            <p:spPr>
              <a:xfrm>
                <a:off x="3090175" y="2058675"/>
                <a:ext cx="138625" cy="166525"/>
              </a:xfrm>
              <a:custGeom>
                <a:rect b="b" l="l" r="r" t="t"/>
                <a:pathLst>
                  <a:path extrusionOk="0" h="6661" w="5545">
                    <a:moveTo>
                      <a:pt x="1034" y="1"/>
                    </a:moveTo>
                    <a:cubicBezTo>
                      <a:pt x="668" y="232"/>
                      <a:pt x="320" y="496"/>
                      <a:pt x="0" y="788"/>
                    </a:cubicBezTo>
                    <a:cubicBezTo>
                      <a:pt x="895" y="3008"/>
                      <a:pt x="2512" y="4955"/>
                      <a:pt x="4747" y="6248"/>
                    </a:cubicBezTo>
                    <a:cubicBezTo>
                      <a:pt x="4773" y="6263"/>
                      <a:pt x="4802" y="6278"/>
                      <a:pt x="4829" y="6294"/>
                    </a:cubicBezTo>
                    <a:cubicBezTo>
                      <a:pt x="4850" y="6306"/>
                      <a:pt x="4871" y="6318"/>
                      <a:pt x="4896" y="6331"/>
                    </a:cubicBezTo>
                    <a:cubicBezTo>
                      <a:pt x="4936" y="6356"/>
                      <a:pt x="4977" y="6378"/>
                      <a:pt x="5016" y="6395"/>
                    </a:cubicBezTo>
                    <a:cubicBezTo>
                      <a:pt x="5018" y="6401"/>
                      <a:pt x="5022" y="6403"/>
                      <a:pt x="5027" y="6403"/>
                    </a:cubicBezTo>
                    <a:cubicBezTo>
                      <a:pt x="5028" y="6403"/>
                      <a:pt x="5030" y="6403"/>
                      <a:pt x="5031" y="6402"/>
                    </a:cubicBezTo>
                    <a:cubicBezTo>
                      <a:pt x="5031" y="6405"/>
                      <a:pt x="5031" y="6406"/>
                      <a:pt x="5032" y="6406"/>
                    </a:cubicBezTo>
                    <a:cubicBezTo>
                      <a:pt x="5032" y="6406"/>
                      <a:pt x="5033" y="6406"/>
                      <a:pt x="5034" y="6404"/>
                    </a:cubicBezTo>
                    <a:cubicBezTo>
                      <a:pt x="5034" y="6404"/>
                      <a:pt x="5037" y="6408"/>
                      <a:pt x="5039" y="6408"/>
                    </a:cubicBezTo>
                    <a:cubicBezTo>
                      <a:pt x="5040" y="6408"/>
                      <a:pt x="5040" y="6408"/>
                      <a:pt x="5041" y="6407"/>
                    </a:cubicBezTo>
                    <a:cubicBezTo>
                      <a:pt x="5041" y="6407"/>
                      <a:pt x="5043" y="6411"/>
                      <a:pt x="5045" y="6411"/>
                    </a:cubicBezTo>
                    <a:cubicBezTo>
                      <a:pt x="5046" y="6411"/>
                      <a:pt x="5046" y="6410"/>
                      <a:pt x="5047" y="6410"/>
                    </a:cubicBezTo>
                    <a:cubicBezTo>
                      <a:pt x="5052" y="6416"/>
                      <a:pt x="5059" y="6419"/>
                      <a:pt x="5065" y="6419"/>
                    </a:cubicBezTo>
                    <a:cubicBezTo>
                      <a:pt x="5070" y="6425"/>
                      <a:pt x="5072" y="6428"/>
                      <a:pt x="5078" y="6428"/>
                    </a:cubicBezTo>
                    <a:cubicBezTo>
                      <a:pt x="5078" y="6430"/>
                      <a:pt x="5082" y="6430"/>
                      <a:pt x="5085" y="6430"/>
                    </a:cubicBezTo>
                    <a:cubicBezTo>
                      <a:pt x="5085" y="6433"/>
                      <a:pt x="5088" y="6433"/>
                      <a:pt x="5091" y="6433"/>
                    </a:cubicBezTo>
                    <a:cubicBezTo>
                      <a:pt x="5093" y="6436"/>
                      <a:pt x="5097" y="6439"/>
                      <a:pt x="5101" y="6439"/>
                    </a:cubicBezTo>
                    <a:cubicBezTo>
                      <a:pt x="5103" y="6442"/>
                      <a:pt x="5107" y="6442"/>
                      <a:pt x="5109" y="6442"/>
                    </a:cubicBezTo>
                    <a:cubicBezTo>
                      <a:pt x="5109" y="6442"/>
                      <a:pt x="5113" y="6445"/>
                      <a:pt x="5116" y="6445"/>
                    </a:cubicBezTo>
                    <a:cubicBezTo>
                      <a:pt x="5118" y="6451"/>
                      <a:pt x="5124" y="6454"/>
                      <a:pt x="5131" y="6454"/>
                    </a:cubicBezTo>
                    <a:cubicBezTo>
                      <a:pt x="5137" y="6456"/>
                      <a:pt x="5143" y="6460"/>
                      <a:pt x="5149" y="6462"/>
                    </a:cubicBezTo>
                    <a:lnTo>
                      <a:pt x="5152" y="6462"/>
                    </a:lnTo>
                    <a:cubicBezTo>
                      <a:pt x="5154" y="6469"/>
                      <a:pt x="5158" y="6469"/>
                      <a:pt x="5160" y="6469"/>
                    </a:cubicBezTo>
                    <a:lnTo>
                      <a:pt x="5163" y="6469"/>
                    </a:lnTo>
                    <a:cubicBezTo>
                      <a:pt x="5176" y="6478"/>
                      <a:pt x="5188" y="6488"/>
                      <a:pt x="5204" y="6491"/>
                    </a:cubicBezTo>
                    <a:cubicBezTo>
                      <a:pt x="5317" y="6553"/>
                      <a:pt x="5431" y="6607"/>
                      <a:pt x="5544" y="6660"/>
                    </a:cubicBezTo>
                    <a:cubicBezTo>
                      <a:pt x="5489" y="6622"/>
                      <a:pt x="5437" y="6586"/>
                      <a:pt x="5386" y="6548"/>
                    </a:cubicBezTo>
                    <a:cubicBezTo>
                      <a:pt x="5367" y="6534"/>
                      <a:pt x="5351" y="6523"/>
                      <a:pt x="5334" y="6511"/>
                    </a:cubicBezTo>
                    <a:cubicBezTo>
                      <a:pt x="5300" y="6485"/>
                      <a:pt x="5263" y="6460"/>
                      <a:pt x="5230" y="6433"/>
                    </a:cubicBezTo>
                    <a:lnTo>
                      <a:pt x="5226" y="6433"/>
                    </a:lnTo>
                    <a:cubicBezTo>
                      <a:pt x="5215" y="6424"/>
                      <a:pt x="5206" y="6415"/>
                      <a:pt x="5193" y="6405"/>
                    </a:cubicBezTo>
                    <a:cubicBezTo>
                      <a:pt x="5189" y="6403"/>
                      <a:pt x="5183" y="6399"/>
                      <a:pt x="5180" y="6397"/>
                    </a:cubicBezTo>
                    <a:cubicBezTo>
                      <a:pt x="5178" y="6397"/>
                      <a:pt x="5174" y="6393"/>
                      <a:pt x="5171" y="6390"/>
                    </a:cubicBezTo>
                    <a:cubicBezTo>
                      <a:pt x="5168" y="6387"/>
                      <a:pt x="5160" y="6384"/>
                      <a:pt x="5158" y="6378"/>
                    </a:cubicBezTo>
                    <a:lnTo>
                      <a:pt x="5155" y="6378"/>
                    </a:lnTo>
                    <a:cubicBezTo>
                      <a:pt x="5153" y="6374"/>
                      <a:pt x="5149" y="6374"/>
                      <a:pt x="5147" y="6368"/>
                    </a:cubicBezTo>
                    <a:cubicBezTo>
                      <a:pt x="5140" y="6368"/>
                      <a:pt x="5138" y="6362"/>
                      <a:pt x="5131" y="6359"/>
                    </a:cubicBezTo>
                    <a:cubicBezTo>
                      <a:pt x="5131" y="6359"/>
                      <a:pt x="5128" y="6359"/>
                      <a:pt x="5128" y="6357"/>
                    </a:cubicBezTo>
                    <a:cubicBezTo>
                      <a:pt x="5126" y="6357"/>
                      <a:pt x="5122" y="6353"/>
                      <a:pt x="5119" y="6351"/>
                    </a:cubicBezTo>
                    <a:lnTo>
                      <a:pt x="5119" y="6348"/>
                    </a:lnTo>
                    <a:cubicBezTo>
                      <a:pt x="5113" y="6346"/>
                      <a:pt x="5104" y="6341"/>
                      <a:pt x="5097" y="6332"/>
                    </a:cubicBezTo>
                    <a:cubicBezTo>
                      <a:pt x="5091" y="6330"/>
                      <a:pt x="5088" y="6326"/>
                      <a:pt x="5082" y="6323"/>
                    </a:cubicBezTo>
                    <a:cubicBezTo>
                      <a:pt x="5073" y="6318"/>
                      <a:pt x="5066" y="6312"/>
                      <a:pt x="5057" y="6305"/>
                    </a:cubicBezTo>
                    <a:lnTo>
                      <a:pt x="5057" y="6302"/>
                    </a:lnTo>
                    <a:cubicBezTo>
                      <a:pt x="5030" y="6285"/>
                      <a:pt x="5002" y="6263"/>
                      <a:pt x="4975" y="6238"/>
                    </a:cubicBezTo>
                    <a:cubicBezTo>
                      <a:pt x="4968" y="6234"/>
                      <a:pt x="4966" y="6232"/>
                      <a:pt x="4959" y="6225"/>
                    </a:cubicBezTo>
                    <a:cubicBezTo>
                      <a:pt x="2934" y="4624"/>
                      <a:pt x="1585" y="2408"/>
                      <a:pt x="10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0"/>
              <p:cNvSpPr/>
              <p:nvPr/>
            </p:nvSpPr>
            <p:spPr>
              <a:xfrm>
                <a:off x="3206850" y="2213075"/>
                <a:ext cx="138700" cy="166425"/>
              </a:xfrm>
              <a:custGeom>
                <a:rect b="b" l="l" r="r" t="t"/>
                <a:pathLst>
                  <a:path extrusionOk="0" h="6657" w="5548">
                    <a:moveTo>
                      <a:pt x="0" y="0"/>
                    </a:moveTo>
                    <a:lnTo>
                      <a:pt x="0" y="0"/>
                    </a:lnTo>
                    <a:cubicBezTo>
                      <a:pt x="55" y="37"/>
                      <a:pt x="109" y="78"/>
                      <a:pt x="162" y="118"/>
                    </a:cubicBezTo>
                    <a:cubicBezTo>
                      <a:pt x="181" y="126"/>
                      <a:pt x="196" y="139"/>
                      <a:pt x="212" y="151"/>
                    </a:cubicBezTo>
                    <a:cubicBezTo>
                      <a:pt x="248" y="177"/>
                      <a:pt x="281" y="204"/>
                      <a:pt x="318" y="228"/>
                    </a:cubicBezTo>
                    <a:lnTo>
                      <a:pt x="318" y="231"/>
                    </a:lnTo>
                    <a:cubicBezTo>
                      <a:pt x="330" y="238"/>
                      <a:pt x="339" y="247"/>
                      <a:pt x="352" y="255"/>
                    </a:cubicBezTo>
                    <a:cubicBezTo>
                      <a:pt x="356" y="258"/>
                      <a:pt x="362" y="262"/>
                      <a:pt x="364" y="265"/>
                    </a:cubicBezTo>
                    <a:cubicBezTo>
                      <a:pt x="367" y="265"/>
                      <a:pt x="372" y="269"/>
                      <a:pt x="374" y="271"/>
                    </a:cubicBezTo>
                    <a:lnTo>
                      <a:pt x="374" y="274"/>
                    </a:lnTo>
                    <a:cubicBezTo>
                      <a:pt x="379" y="274"/>
                      <a:pt x="385" y="280"/>
                      <a:pt x="392" y="286"/>
                    </a:cubicBezTo>
                    <a:cubicBezTo>
                      <a:pt x="394" y="286"/>
                      <a:pt x="398" y="290"/>
                      <a:pt x="400" y="293"/>
                    </a:cubicBezTo>
                    <a:cubicBezTo>
                      <a:pt x="408" y="295"/>
                      <a:pt x="411" y="300"/>
                      <a:pt x="414" y="302"/>
                    </a:cubicBezTo>
                    <a:cubicBezTo>
                      <a:pt x="416" y="302"/>
                      <a:pt x="416" y="302"/>
                      <a:pt x="416" y="305"/>
                    </a:cubicBezTo>
                    <a:cubicBezTo>
                      <a:pt x="419" y="305"/>
                      <a:pt x="423" y="309"/>
                      <a:pt x="425" y="311"/>
                    </a:cubicBezTo>
                    <a:lnTo>
                      <a:pt x="425" y="314"/>
                    </a:lnTo>
                    <a:cubicBezTo>
                      <a:pt x="427" y="312"/>
                      <a:pt x="428" y="312"/>
                      <a:pt x="428" y="312"/>
                    </a:cubicBezTo>
                    <a:cubicBezTo>
                      <a:pt x="428" y="312"/>
                      <a:pt x="428" y="312"/>
                      <a:pt x="428" y="314"/>
                    </a:cubicBezTo>
                    <a:cubicBezTo>
                      <a:pt x="437" y="316"/>
                      <a:pt x="444" y="322"/>
                      <a:pt x="450" y="330"/>
                    </a:cubicBezTo>
                    <a:cubicBezTo>
                      <a:pt x="456" y="332"/>
                      <a:pt x="460" y="336"/>
                      <a:pt x="462" y="338"/>
                    </a:cubicBezTo>
                    <a:cubicBezTo>
                      <a:pt x="472" y="343"/>
                      <a:pt x="481" y="350"/>
                      <a:pt x="487" y="356"/>
                    </a:cubicBezTo>
                    <a:lnTo>
                      <a:pt x="487" y="358"/>
                    </a:lnTo>
                    <a:cubicBezTo>
                      <a:pt x="518" y="377"/>
                      <a:pt x="547" y="402"/>
                      <a:pt x="574" y="425"/>
                    </a:cubicBezTo>
                    <a:cubicBezTo>
                      <a:pt x="580" y="430"/>
                      <a:pt x="585" y="433"/>
                      <a:pt x="591" y="439"/>
                    </a:cubicBezTo>
                    <a:cubicBezTo>
                      <a:pt x="2617" y="2040"/>
                      <a:pt x="3961" y="4256"/>
                      <a:pt x="4511" y="6657"/>
                    </a:cubicBezTo>
                    <a:cubicBezTo>
                      <a:pt x="4879" y="6426"/>
                      <a:pt x="5224" y="6161"/>
                      <a:pt x="5547" y="5872"/>
                    </a:cubicBezTo>
                    <a:cubicBezTo>
                      <a:pt x="4651" y="3654"/>
                      <a:pt x="3035" y="1707"/>
                      <a:pt x="801" y="418"/>
                    </a:cubicBezTo>
                    <a:cubicBezTo>
                      <a:pt x="773" y="403"/>
                      <a:pt x="745" y="387"/>
                      <a:pt x="718" y="372"/>
                    </a:cubicBezTo>
                    <a:cubicBezTo>
                      <a:pt x="694" y="356"/>
                      <a:pt x="669" y="345"/>
                      <a:pt x="644" y="332"/>
                    </a:cubicBezTo>
                    <a:cubicBezTo>
                      <a:pt x="608" y="307"/>
                      <a:pt x="571" y="288"/>
                      <a:pt x="531" y="270"/>
                    </a:cubicBezTo>
                    <a:cubicBezTo>
                      <a:pt x="526" y="263"/>
                      <a:pt x="519" y="260"/>
                      <a:pt x="513" y="260"/>
                    </a:cubicBezTo>
                    <a:cubicBezTo>
                      <a:pt x="513" y="260"/>
                      <a:pt x="509" y="254"/>
                      <a:pt x="507" y="254"/>
                    </a:cubicBezTo>
                    <a:cubicBezTo>
                      <a:pt x="507" y="254"/>
                      <a:pt x="503" y="252"/>
                      <a:pt x="501" y="252"/>
                    </a:cubicBezTo>
                    <a:cubicBezTo>
                      <a:pt x="493" y="249"/>
                      <a:pt x="488" y="245"/>
                      <a:pt x="482" y="243"/>
                    </a:cubicBezTo>
                    <a:cubicBezTo>
                      <a:pt x="478" y="239"/>
                      <a:pt x="476" y="237"/>
                      <a:pt x="470" y="237"/>
                    </a:cubicBezTo>
                    <a:cubicBezTo>
                      <a:pt x="467" y="233"/>
                      <a:pt x="462" y="229"/>
                      <a:pt x="460" y="229"/>
                    </a:cubicBezTo>
                    <a:cubicBezTo>
                      <a:pt x="460" y="229"/>
                      <a:pt x="456" y="227"/>
                      <a:pt x="454" y="227"/>
                    </a:cubicBezTo>
                    <a:cubicBezTo>
                      <a:pt x="451" y="223"/>
                      <a:pt x="447" y="223"/>
                      <a:pt x="445" y="221"/>
                    </a:cubicBezTo>
                    <a:cubicBezTo>
                      <a:pt x="445" y="221"/>
                      <a:pt x="441" y="221"/>
                      <a:pt x="439" y="218"/>
                    </a:cubicBezTo>
                    <a:cubicBezTo>
                      <a:pt x="436" y="218"/>
                      <a:pt x="431" y="216"/>
                      <a:pt x="429" y="216"/>
                    </a:cubicBezTo>
                    <a:cubicBezTo>
                      <a:pt x="426" y="213"/>
                      <a:pt x="420" y="209"/>
                      <a:pt x="414" y="207"/>
                    </a:cubicBezTo>
                    <a:cubicBezTo>
                      <a:pt x="411" y="204"/>
                      <a:pt x="405" y="201"/>
                      <a:pt x="398" y="197"/>
                    </a:cubicBezTo>
                    <a:lnTo>
                      <a:pt x="395" y="197"/>
                    </a:lnTo>
                    <a:cubicBezTo>
                      <a:pt x="392" y="193"/>
                      <a:pt x="389" y="193"/>
                      <a:pt x="383" y="191"/>
                    </a:cubicBezTo>
                    <a:cubicBezTo>
                      <a:pt x="370" y="185"/>
                      <a:pt x="358" y="176"/>
                      <a:pt x="343" y="170"/>
                    </a:cubicBezTo>
                    <a:lnTo>
                      <a:pt x="341" y="170"/>
                    </a:lnTo>
                    <a:cubicBezTo>
                      <a:pt x="227" y="111"/>
                      <a:pt x="114" y="5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0" name="Google Shape;3970;p50"/>
            <p:cNvGrpSpPr/>
            <p:nvPr/>
          </p:nvGrpSpPr>
          <p:grpSpPr>
            <a:xfrm>
              <a:off x="844169" y="4443634"/>
              <a:ext cx="587911" cy="563023"/>
              <a:chOff x="-2758050" y="2287950"/>
              <a:chExt cx="370875" cy="355175"/>
            </a:xfrm>
          </p:grpSpPr>
          <p:sp>
            <p:nvSpPr>
              <p:cNvPr id="3971" name="Google Shape;3971;p50"/>
              <p:cNvSpPr/>
              <p:nvPr/>
            </p:nvSpPr>
            <p:spPr>
              <a:xfrm>
                <a:off x="-2758050" y="2287950"/>
                <a:ext cx="370875" cy="355175"/>
              </a:xfrm>
              <a:custGeom>
                <a:rect b="b" l="l" r="r" t="t"/>
                <a:pathLst>
                  <a:path extrusionOk="0" h="14207" w="14835">
                    <a:moveTo>
                      <a:pt x="7426" y="0"/>
                    </a:moveTo>
                    <a:cubicBezTo>
                      <a:pt x="5114" y="0"/>
                      <a:pt x="2833" y="1125"/>
                      <a:pt x="1456" y="3245"/>
                    </a:cubicBezTo>
                    <a:cubicBezTo>
                      <a:pt x="150" y="5257"/>
                      <a:pt x="1" y="7746"/>
                      <a:pt x="879" y="9854"/>
                    </a:cubicBezTo>
                    <a:cubicBezTo>
                      <a:pt x="881" y="9869"/>
                      <a:pt x="884" y="9880"/>
                      <a:pt x="889" y="9891"/>
                    </a:cubicBezTo>
                    <a:cubicBezTo>
                      <a:pt x="913" y="9946"/>
                      <a:pt x="936" y="9999"/>
                      <a:pt x="959" y="10051"/>
                    </a:cubicBezTo>
                    <a:cubicBezTo>
                      <a:pt x="961" y="10056"/>
                      <a:pt x="963" y="10061"/>
                      <a:pt x="966" y="10066"/>
                    </a:cubicBezTo>
                    <a:cubicBezTo>
                      <a:pt x="977" y="10092"/>
                      <a:pt x="990" y="10118"/>
                      <a:pt x="1002" y="10144"/>
                    </a:cubicBezTo>
                    <a:cubicBezTo>
                      <a:pt x="1008" y="10158"/>
                      <a:pt x="1013" y="10169"/>
                      <a:pt x="1019" y="10181"/>
                    </a:cubicBezTo>
                    <a:cubicBezTo>
                      <a:pt x="1042" y="10228"/>
                      <a:pt x="1065" y="10274"/>
                      <a:pt x="1088" y="10321"/>
                    </a:cubicBezTo>
                    <a:lnTo>
                      <a:pt x="1104" y="10352"/>
                    </a:lnTo>
                    <a:lnTo>
                      <a:pt x="1142" y="10426"/>
                    </a:lnTo>
                    <a:cubicBezTo>
                      <a:pt x="1150" y="10439"/>
                      <a:pt x="1157" y="10455"/>
                      <a:pt x="1166" y="10469"/>
                    </a:cubicBezTo>
                    <a:cubicBezTo>
                      <a:pt x="1186" y="10508"/>
                      <a:pt x="1207" y="10546"/>
                      <a:pt x="1229" y="10584"/>
                    </a:cubicBezTo>
                    <a:cubicBezTo>
                      <a:pt x="1238" y="10600"/>
                      <a:pt x="1246" y="10618"/>
                      <a:pt x="1256" y="10633"/>
                    </a:cubicBezTo>
                    <a:lnTo>
                      <a:pt x="1295" y="10698"/>
                    </a:lnTo>
                    <a:cubicBezTo>
                      <a:pt x="1305" y="10716"/>
                      <a:pt x="1315" y="10733"/>
                      <a:pt x="1326" y="10750"/>
                    </a:cubicBezTo>
                    <a:cubicBezTo>
                      <a:pt x="1343" y="10781"/>
                      <a:pt x="1362" y="10811"/>
                      <a:pt x="1380" y="10842"/>
                    </a:cubicBezTo>
                    <a:cubicBezTo>
                      <a:pt x="1395" y="10864"/>
                      <a:pt x="1408" y="10886"/>
                      <a:pt x="1422" y="10908"/>
                    </a:cubicBezTo>
                    <a:cubicBezTo>
                      <a:pt x="1435" y="10927"/>
                      <a:pt x="1446" y="10947"/>
                      <a:pt x="1460" y="10966"/>
                    </a:cubicBezTo>
                    <a:cubicBezTo>
                      <a:pt x="1472" y="10986"/>
                      <a:pt x="1487" y="11007"/>
                      <a:pt x="1499" y="11028"/>
                    </a:cubicBezTo>
                    <a:lnTo>
                      <a:pt x="1545" y="11098"/>
                    </a:lnTo>
                    <a:cubicBezTo>
                      <a:pt x="1564" y="11125"/>
                      <a:pt x="1583" y="11150"/>
                      <a:pt x="1600" y="11177"/>
                    </a:cubicBezTo>
                    <a:cubicBezTo>
                      <a:pt x="1612" y="11194"/>
                      <a:pt x="1623" y="11211"/>
                      <a:pt x="1636" y="11228"/>
                    </a:cubicBezTo>
                    <a:cubicBezTo>
                      <a:pt x="1653" y="11250"/>
                      <a:pt x="1670" y="11275"/>
                      <a:pt x="1687" y="11299"/>
                    </a:cubicBezTo>
                    <a:cubicBezTo>
                      <a:pt x="1698" y="11315"/>
                      <a:pt x="1711" y="11332"/>
                      <a:pt x="1724" y="11348"/>
                    </a:cubicBezTo>
                    <a:cubicBezTo>
                      <a:pt x="1746" y="11378"/>
                      <a:pt x="1769" y="11409"/>
                      <a:pt x="1792" y="11439"/>
                    </a:cubicBezTo>
                    <a:cubicBezTo>
                      <a:pt x="1803" y="11454"/>
                      <a:pt x="1814" y="11467"/>
                      <a:pt x="1826" y="11483"/>
                    </a:cubicBezTo>
                    <a:cubicBezTo>
                      <a:pt x="1847" y="11510"/>
                      <a:pt x="1867" y="11536"/>
                      <a:pt x="1889" y="11563"/>
                    </a:cubicBezTo>
                    <a:cubicBezTo>
                      <a:pt x="1898" y="11574"/>
                      <a:pt x="1907" y="11585"/>
                      <a:pt x="1916" y="11596"/>
                    </a:cubicBezTo>
                    <a:cubicBezTo>
                      <a:pt x="1944" y="11629"/>
                      <a:pt x="1971" y="11662"/>
                      <a:pt x="1998" y="11695"/>
                    </a:cubicBezTo>
                    <a:cubicBezTo>
                      <a:pt x="2008" y="11707"/>
                      <a:pt x="2018" y="11719"/>
                      <a:pt x="2028" y="11730"/>
                    </a:cubicBezTo>
                    <a:cubicBezTo>
                      <a:pt x="2053" y="11760"/>
                      <a:pt x="2079" y="11789"/>
                      <a:pt x="2105" y="11818"/>
                    </a:cubicBezTo>
                    <a:cubicBezTo>
                      <a:pt x="2110" y="11825"/>
                      <a:pt x="2116" y="11831"/>
                      <a:pt x="2121" y="11838"/>
                    </a:cubicBezTo>
                    <a:cubicBezTo>
                      <a:pt x="2152" y="11872"/>
                      <a:pt x="2182" y="11905"/>
                      <a:pt x="2214" y="11939"/>
                    </a:cubicBezTo>
                    <a:cubicBezTo>
                      <a:pt x="2225" y="11949"/>
                      <a:pt x="2234" y="11959"/>
                      <a:pt x="2244" y="11970"/>
                    </a:cubicBezTo>
                    <a:cubicBezTo>
                      <a:pt x="2273" y="12001"/>
                      <a:pt x="2302" y="12032"/>
                      <a:pt x="2332" y="12063"/>
                    </a:cubicBezTo>
                    <a:cubicBezTo>
                      <a:pt x="2335" y="12066"/>
                      <a:pt x="2339" y="12070"/>
                      <a:pt x="2342" y="12074"/>
                    </a:cubicBezTo>
                    <a:lnTo>
                      <a:pt x="2442" y="12174"/>
                    </a:lnTo>
                    <a:cubicBezTo>
                      <a:pt x="2452" y="12183"/>
                      <a:pt x="2461" y="12193"/>
                      <a:pt x="2471" y="12202"/>
                    </a:cubicBezTo>
                    <a:cubicBezTo>
                      <a:pt x="2504" y="12234"/>
                      <a:pt x="2538" y="12266"/>
                      <a:pt x="2571" y="12297"/>
                    </a:cubicBezTo>
                    <a:cubicBezTo>
                      <a:pt x="2573" y="12298"/>
                      <a:pt x="2575" y="12300"/>
                      <a:pt x="2576" y="12302"/>
                    </a:cubicBezTo>
                    <a:cubicBezTo>
                      <a:pt x="2612" y="12334"/>
                      <a:pt x="2648" y="12368"/>
                      <a:pt x="2684" y="12400"/>
                    </a:cubicBezTo>
                    <a:cubicBezTo>
                      <a:pt x="2693" y="12408"/>
                      <a:pt x="2701" y="12417"/>
                      <a:pt x="2712" y="12425"/>
                    </a:cubicBezTo>
                    <a:cubicBezTo>
                      <a:pt x="2748" y="12457"/>
                      <a:pt x="2786" y="12489"/>
                      <a:pt x="2822" y="12520"/>
                    </a:cubicBezTo>
                    <a:lnTo>
                      <a:pt x="2823" y="12522"/>
                    </a:lnTo>
                    <a:lnTo>
                      <a:pt x="2824" y="12522"/>
                    </a:lnTo>
                    <a:cubicBezTo>
                      <a:pt x="2870" y="12560"/>
                      <a:pt x="2916" y="12597"/>
                      <a:pt x="2961" y="12633"/>
                    </a:cubicBezTo>
                    <a:lnTo>
                      <a:pt x="3000" y="12664"/>
                    </a:lnTo>
                    <a:cubicBezTo>
                      <a:pt x="3038" y="12694"/>
                      <a:pt x="3076" y="12724"/>
                      <a:pt x="3113" y="12754"/>
                    </a:cubicBezTo>
                    <a:cubicBezTo>
                      <a:pt x="3123" y="12761"/>
                      <a:pt x="3133" y="12770"/>
                      <a:pt x="3143" y="12776"/>
                    </a:cubicBezTo>
                    <a:cubicBezTo>
                      <a:pt x="3189" y="12811"/>
                      <a:pt x="3236" y="12844"/>
                      <a:pt x="3282" y="12878"/>
                    </a:cubicBezTo>
                    <a:lnTo>
                      <a:pt x="3322" y="12905"/>
                    </a:lnTo>
                    <a:cubicBezTo>
                      <a:pt x="3358" y="12931"/>
                      <a:pt x="3394" y="12955"/>
                      <a:pt x="3430" y="12979"/>
                    </a:cubicBezTo>
                    <a:cubicBezTo>
                      <a:pt x="3443" y="12989"/>
                      <a:pt x="3458" y="12999"/>
                      <a:pt x="3472" y="13009"/>
                    </a:cubicBezTo>
                    <a:cubicBezTo>
                      <a:pt x="3519" y="13040"/>
                      <a:pt x="3565" y="13071"/>
                      <a:pt x="3612" y="13101"/>
                    </a:cubicBezTo>
                    <a:cubicBezTo>
                      <a:pt x="3623" y="13108"/>
                      <a:pt x="3634" y="13115"/>
                      <a:pt x="3647" y="13122"/>
                    </a:cubicBezTo>
                    <a:cubicBezTo>
                      <a:pt x="3683" y="13146"/>
                      <a:pt x="3720" y="13168"/>
                      <a:pt x="3757" y="13191"/>
                    </a:cubicBezTo>
                    <a:cubicBezTo>
                      <a:pt x="3776" y="13201"/>
                      <a:pt x="3793" y="13213"/>
                      <a:pt x="3810" y="13224"/>
                    </a:cubicBezTo>
                    <a:cubicBezTo>
                      <a:pt x="3846" y="13245"/>
                      <a:pt x="3884" y="13266"/>
                      <a:pt x="3920" y="13287"/>
                    </a:cubicBezTo>
                    <a:cubicBezTo>
                      <a:pt x="3937" y="13296"/>
                      <a:pt x="3952" y="13304"/>
                      <a:pt x="3969" y="13313"/>
                    </a:cubicBezTo>
                    <a:lnTo>
                      <a:pt x="4097" y="13384"/>
                    </a:lnTo>
                    <a:cubicBezTo>
                      <a:pt x="4117" y="13395"/>
                      <a:pt x="4138" y="13405"/>
                      <a:pt x="4160" y="13416"/>
                    </a:cubicBezTo>
                    <a:cubicBezTo>
                      <a:pt x="4189" y="13431"/>
                      <a:pt x="4219" y="13445"/>
                      <a:pt x="4248" y="13461"/>
                    </a:cubicBezTo>
                    <a:cubicBezTo>
                      <a:pt x="4271" y="13471"/>
                      <a:pt x="4292" y="13483"/>
                      <a:pt x="4313" y="13493"/>
                    </a:cubicBezTo>
                    <a:cubicBezTo>
                      <a:pt x="4357" y="13515"/>
                      <a:pt x="4401" y="13535"/>
                      <a:pt x="4444" y="13556"/>
                    </a:cubicBezTo>
                    <a:cubicBezTo>
                      <a:pt x="4469" y="13567"/>
                      <a:pt x="4494" y="13578"/>
                      <a:pt x="4519" y="13590"/>
                    </a:cubicBezTo>
                    <a:cubicBezTo>
                      <a:pt x="4542" y="13601"/>
                      <a:pt x="4568" y="13612"/>
                      <a:pt x="4593" y="13623"/>
                    </a:cubicBezTo>
                    <a:cubicBezTo>
                      <a:pt x="4620" y="13634"/>
                      <a:pt x="4646" y="13647"/>
                      <a:pt x="4673" y="13658"/>
                    </a:cubicBezTo>
                    <a:cubicBezTo>
                      <a:pt x="4697" y="13668"/>
                      <a:pt x="4721" y="13678"/>
                      <a:pt x="4746" y="13688"/>
                    </a:cubicBezTo>
                    <a:cubicBezTo>
                      <a:pt x="4793" y="13707"/>
                      <a:pt x="4841" y="13726"/>
                      <a:pt x="4890" y="13745"/>
                    </a:cubicBezTo>
                    <a:cubicBezTo>
                      <a:pt x="4909" y="13752"/>
                      <a:pt x="4928" y="13760"/>
                      <a:pt x="4948" y="13766"/>
                    </a:cubicBezTo>
                    <a:cubicBezTo>
                      <a:pt x="4979" y="13778"/>
                      <a:pt x="5010" y="13789"/>
                      <a:pt x="5042" y="13799"/>
                    </a:cubicBezTo>
                    <a:cubicBezTo>
                      <a:pt x="5058" y="13807"/>
                      <a:pt x="5076" y="13812"/>
                      <a:pt x="5092" y="13817"/>
                    </a:cubicBezTo>
                    <a:cubicBezTo>
                      <a:pt x="5162" y="13841"/>
                      <a:pt x="5233" y="13864"/>
                      <a:pt x="5304" y="13886"/>
                    </a:cubicBezTo>
                    <a:cubicBezTo>
                      <a:pt x="5306" y="13887"/>
                      <a:pt x="5308" y="13887"/>
                      <a:pt x="5310" y="13889"/>
                    </a:cubicBezTo>
                    <a:cubicBezTo>
                      <a:pt x="5346" y="13901"/>
                      <a:pt x="5382" y="13911"/>
                      <a:pt x="5419" y="13921"/>
                    </a:cubicBezTo>
                    <a:cubicBezTo>
                      <a:pt x="5430" y="13925"/>
                      <a:pt x="5441" y="13927"/>
                      <a:pt x="5454" y="13932"/>
                    </a:cubicBezTo>
                    <a:cubicBezTo>
                      <a:pt x="5569" y="13965"/>
                      <a:pt x="5687" y="13996"/>
                      <a:pt x="5806" y="14023"/>
                    </a:cubicBezTo>
                    <a:cubicBezTo>
                      <a:pt x="5812" y="14024"/>
                      <a:pt x="5817" y="14025"/>
                      <a:pt x="5823" y="14027"/>
                    </a:cubicBezTo>
                    <a:cubicBezTo>
                      <a:pt x="5991" y="14066"/>
                      <a:pt x="6161" y="14098"/>
                      <a:pt x="6331" y="14124"/>
                    </a:cubicBezTo>
                    <a:cubicBezTo>
                      <a:pt x="6691" y="14179"/>
                      <a:pt x="7054" y="14207"/>
                      <a:pt x="7417" y="14207"/>
                    </a:cubicBezTo>
                    <a:cubicBezTo>
                      <a:pt x="9727" y="14207"/>
                      <a:pt x="12007" y="13082"/>
                      <a:pt x="13385" y="10961"/>
                    </a:cubicBezTo>
                    <a:cubicBezTo>
                      <a:pt x="14666" y="8985"/>
                      <a:pt x="14834" y="6550"/>
                      <a:pt x="14006" y="4467"/>
                    </a:cubicBezTo>
                    <a:cubicBezTo>
                      <a:pt x="14006" y="4465"/>
                      <a:pt x="14005" y="4464"/>
                      <a:pt x="14005" y="4464"/>
                    </a:cubicBezTo>
                    <a:cubicBezTo>
                      <a:pt x="13947" y="4317"/>
                      <a:pt x="13883" y="4173"/>
                      <a:pt x="13815" y="4030"/>
                    </a:cubicBezTo>
                    <a:cubicBezTo>
                      <a:pt x="13814" y="4025"/>
                      <a:pt x="13811" y="4021"/>
                      <a:pt x="13810" y="4018"/>
                    </a:cubicBezTo>
                    <a:cubicBezTo>
                      <a:pt x="13794" y="3985"/>
                      <a:pt x="13778" y="3952"/>
                      <a:pt x="13762" y="3920"/>
                    </a:cubicBezTo>
                    <a:cubicBezTo>
                      <a:pt x="13758" y="3913"/>
                      <a:pt x="13756" y="3907"/>
                      <a:pt x="13752" y="3901"/>
                    </a:cubicBezTo>
                    <a:cubicBezTo>
                      <a:pt x="13702" y="3803"/>
                      <a:pt x="13651" y="3706"/>
                      <a:pt x="13597" y="3608"/>
                    </a:cubicBezTo>
                    <a:cubicBezTo>
                      <a:pt x="13593" y="3601"/>
                      <a:pt x="13588" y="3593"/>
                      <a:pt x="13584" y="3585"/>
                    </a:cubicBezTo>
                    <a:cubicBezTo>
                      <a:pt x="13568" y="3556"/>
                      <a:pt x="13552" y="3529"/>
                      <a:pt x="13536" y="3502"/>
                    </a:cubicBezTo>
                    <a:cubicBezTo>
                      <a:pt x="13529" y="3489"/>
                      <a:pt x="13522" y="3477"/>
                      <a:pt x="13515" y="3464"/>
                    </a:cubicBezTo>
                    <a:cubicBezTo>
                      <a:pt x="13499" y="3437"/>
                      <a:pt x="13483" y="3411"/>
                      <a:pt x="13467" y="3385"/>
                    </a:cubicBezTo>
                    <a:cubicBezTo>
                      <a:pt x="13461" y="3374"/>
                      <a:pt x="13454" y="3364"/>
                      <a:pt x="13447" y="3353"/>
                    </a:cubicBezTo>
                    <a:cubicBezTo>
                      <a:pt x="13418" y="3304"/>
                      <a:pt x="13388" y="3257"/>
                      <a:pt x="13358" y="3209"/>
                    </a:cubicBezTo>
                    <a:cubicBezTo>
                      <a:pt x="13348" y="3195"/>
                      <a:pt x="13338" y="3179"/>
                      <a:pt x="13329" y="3165"/>
                    </a:cubicBezTo>
                    <a:cubicBezTo>
                      <a:pt x="13313" y="3143"/>
                      <a:pt x="13299" y="3120"/>
                      <a:pt x="13283" y="3098"/>
                    </a:cubicBezTo>
                    <a:cubicBezTo>
                      <a:pt x="13272" y="3081"/>
                      <a:pt x="13261" y="3064"/>
                      <a:pt x="13249" y="3046"/>
                    </a:cubicBezTo>
                    <a:cubicBezTo>
                      <a:pt x="13235" y="3025"/>
                      <a:pt x="13219" y="3004"/>
                      <a:pt x="13205" y="2983"/>
                    </a:cubicBezTo>
                    <a:cubicBezTo>
                      <a:pt x="13191" y="2964"/>
                      <a:pt x="13177" y="2945"/>
                      <a:pt x="13163" y="2924"/>
                    </a:cubicBezTo>
                    <a:cubicBezTo>
                      <a:pt x="13144" y="2898"/>
                      <a:pt x="13127" y="2874"/>
                      <a:pt x="13107" y="2849"/>
                    </a:cubicBezTo>
                    <a:cubicBezTo>
                      <a:pt x="13086" y="2821"/>
                      <a:pt x="13066" y="2793"/>
                      <a:pt x="13044" y="2765"/>
                    </a:cubicBezTo>
                    <a:cubicBezTo>
                      <a:pt x="13031" y="2749"/>
                      <a:pt x="13018" y="2731"/>
                      <a:pt x="13004" y="2715"/>
                    </a:cubicBezTo>
                    <a:cubicBezTo>
                      <a:pt x="12987" y="2693"/>
                      <a:pt x="12971" y="2672"/>
                      <a:pt x="12952" y="2651"/>
                    </a:cubicBezTo>
                    <a:cubicBezTo>
                      <a:pt x="12940" y="2633"/>
                      <a:pt x="12925" y="2617"/>
                      <a:pt x="12912" y="2601"/>
                    </a:cubicBezTo>
                    <a:lnTo>
                      <a:pt x="12854" y="2532"/>
                    </a:lnTo>
                    <a:cubicBezTo>
                      <a:pt x="12843" y="2519"/>
                      <a:pt x="12832" y="2504"/>
                      <a:pt x="12820" y="2492"/>
                    </a:cubicBezTo>
                    <a:cubicBezTo>
                      <a:pt x="12791" y="2457"/>
                      <a:pt x="12760" y="2422"/>
                      <a:pt x="12729" y="2388"/>
                    </a:cubicBezTo>
                    <a:lnTo>
                      <a:pt x="12698" y="2353"/>
                    </a:lnTo>
                    <a:cubicBezTo>
                      <a:pt x="12677" y="2328"/>
                      <a:pt x="12653" y="2302"/>
                      <a:pt x="12629" y="2277"/>
                    </a:cubicBezTo>
                    <a:cubicBezTo>
                      <a:pt x="12617" y="2265"/>
                      <a:pt x="12605" y="2251"/>
                      <a:pt x="12592" y="2238"/>
                    </a:cubicBezTo>
                    <a:cubicBezTo>
                      <a:pt x="12569" y="2213"/>
                      <a:pt x="12546" y="2188"/>
                      <a:pt x="12522" y="2164"/>
                    </a:cubicBezTo>
                    <a:cubicBezTo>
                      <a:pt x="12510" y="2152"/>
                      <a:pt x="12500" y="2142"/>
                      <a:pt x="12489" y="2131"/>
                    </a:cubicBezTo>
                    <a:cubicBezTo>
                      <a:pt x="12456" y="2096"/>
                      <a:pt x="12421" y="2063"/>
                      <a:pt x="12386" y="2027"/>
                    </a:cubicBezTo>
                    <a:cubicBezTo>
                      <a:pt x="12379" y="2021"/>
                      <a:pt x="12373" y="2014"/>
                      <a:pt x="12367" y="2009"/>
                    </a:cubicBezTo>
                    <a:lnTo>
                      <a:pt x="12277" y="1924"/>
                    </a:lnTo>
                    <a:cubicBezTo>
                      <a:pt x="12266" y="1914"/>
                      <a:pt x="12254" y="1903"/>
                      <a:pt x="12243" y="1892"/>
                    </a:cubicBezTo>
                    <a:cubicBezTo>
                      <a:pt x="12215" y="1868"/>
                      <a:pt x="12189" y="1843"/>
                      <a:pt x="12163" y="1820"/>
                    </a:cubicBezTo>
                    <a:cubicBezTo>
                      <a:pt x="12151" y="1810"/>
                      <a:pt x="12141" y="1800"/>
                      <a:pt x="12130" y="1790"/>
                    </a:cubicBezTo>
                    <a:cubicBezTo>
                      <a:pt x="12091" y="1756"/>
                      <a:pt x="12054" y="1724"/>
                      <a:pt x="12016" y="1692"/>
                    </a:cubicBezTo>
                    <a:cubicBezTo>
                      <a:pt x="11969" y="1652"/>
                      <a:pt x="11921" y="1614"/>
                      <a:pt x="11874" y="1574"/>
                    </a:cubicBezTo>
                    <a:cubicBezTo>
                      <a:pt x="11858" y="1563"/>
                      <a:pt x="11844" y="1552"/>
                      <a:pt x="11828" y="1538"/>
                    </a:cubicBezTo>
                    <a:cubicBezTo>
                      <a:pt x="11795" y="1513"/>
                      <a:pt x="11761" y="1486"/>
                      <a:pt x="11728" y="1460"/>
                    </a:cubicBezTo>
                    <a:cubicBezTo>
                      <a:pt x="11711" y="1446"/>
                      <a:pt x="11693" y="1434"/>
                      <a:pt x="11677" y="1421"/>
                    </a:cubicBezTo>
                    <a:cubicBezTo>
                      <a:pt x="11643" y="1397"/>
                      <a:pt x="11611" y="1372"/>
                      <a:pt x="11577" y="1347"/>
                    </a:cubicBezTo>
                    <a:cubicBezTo>
                      <a:pt x="11560" y="1336"/>
                      <a:pt x="11544" y="1325"/>
                      <a:pt x="11528" y="1311"/>
                    </a:cubicBezTo>
                    <a:cubicBezTo>
                      <a:pt x="11487" y="1281"/>
                      <a:pt x="11445" y="1253"/>
                      <a:pt x="11403" y="1225"/>
                    </a:cubicBezTo>
                    <a:cubicBezTo>
                      <a:pt x="11395" y="1219"/>
                      <a:pt x="11388" y="1213"/>
                      <a:pt x="11379" y="1208"/>
                    </a:cubicBezTo>
                    <a:cubicBezTo>
                      <a:pt x="11331" y="1175"/>
                      <a:pt x="11281" y="1142"/>
                      <a:pt x="11232" y="1111"/>
                    </a:cubicBezTo>
                    <a:cubicBezTo>
                      <a:pt x="11214" y="1101"/>
                      <a:pt x="11199" y="1090"/>
                      <a:pt x="11182" y="1080"/>
                    </a:cubicBezTo>
                    <a:cubicBezTo>
                      <a:pt x="11147" y="1058"/>
                      <a:pt x="11114" y="1038"/>
                      <a:pt x="11079" y="1017"/>
                    </a:cubicBezTo>
                    <a:lnTo>
                      <a:pt x="11021" y="982"/>
                    </a:lnTo>
                    <a:cubicBezTo>
                      <a:pt x="10988" y="963"/>
                      <a:pt x="10956" y="945"/>
                      <a:pt x="10924" y="925"/>
                    </a:cubicBezTo>
                    <a:cubicBezTo>
                      <a:pt x="10905" y="914"/>
                      <a:pt x="10885" y="904"/>
                      <a:pt x="10864" y="892"/>
                    </a:cubicBezTo>
                    <a:cubicBezTo>
                      <a:pt x="10828" y="872"/>
                      <a:pt x="10792" y="852"/>
                      <a:pt x="10755" y="832"/>
                    </a:cubicBezTo>
                    <a:cubicBezTo>
                      <a:pt x="10740" y="825"/>
                      <a:pt x="10724" y="816"/>
                      <a:pt x="10709" y="809"/>
                    </a:cubicBezTo>
                    <a:cubicBezTo>
                      <a:pt x="10658" y="783"/>
                      <a:pt x="10608" y="757"/>
                      <a:pt x="10558" y="732"/>
                    </a:cubicBezTo>
                    <a:cubicBezTo>
                      <a:pt x="10538" y="723"/>
                      <a:pt x="10519" y="714"/>
                      <a:pt x="10500" y="703"/>
                    </a:cubicBezTo>
                    <a:cubicBezTo>
                      <a:pt x="10466" y="688"/>
                      <a:pt x="10434" y="671"/>
                      <a:pt x="10400" y="657"/>
                    </a:cubicBezTo>
                    <a:cubicBezTo>
                      <a:pt x="10377" y="647"/>
                      <a:pt x="10354" y="636"/>
                      <a:pt x="10332" y="626"/>
                    </a:cubicBezTo>
                    <a:cubicBezTo>
                      <a:pt x="10302" y="614"/>
                      <a:pt x="10271" y="599"/>
                      <a:pt x="10242" y="587"/>
                    </a:cubicBezTo>
                    <a:cubicBezTo>
                      <a:pt x="10218" y="576"/>
                      <a:pt x="10194" y="566"/>
                      <a:pt x="10171" y="556"/>
                    </a:cubicBezTo>
                    <a:lnTo>
                      <a:pt x="10078" y="517"/>
                    </a:lnTo>
                    <a:cubicBezTo>
                      <a:pt x="10054" y="507"/>
                      <a:pt x="10033" y="499"/>
                      <a:pt x="10010" y="490"/>
                    </a:cubicBezTo>
                    <a:cubicBezTo>
                      <a:pt x="9960" y="470"/>
                      <a:pt x="9910" y="451"/>
                      <a:pt x="9860" y="433"/>
                    </a:cubicBezTo>
                    <a:cubicBezTo>
                      <a:pt x="9835" y="424"/>
                      <a:pt x="9811" y="417"/>
                      <a:pt x="9786" y="407"/>
                    </a:cubicBezTo>
                    <a:cubicBezTo>
                      <a:pt x="9758" y="397"/>
                      <a:pt x="9728" y="387"/>
                      <a:pt x="9700" y="377"/>
                    </a:cubicBezTo>
                    <a:cubicBezTo>
                      <a:pt x="9672" y="368"/>
                      <a:pt x="9646" y="360"/>
                      <a:pt x="9618" y="350"/>
                    </a:cubicBezTo>
                    <a:cubicBezTo>
                      <a:pt x="9592" y="341"/>
                      <a:pt x="9564" y="334"/>
                      <a:pt x="9538" y="325"/>
                    </a:cubicBezTo>
                    <a:cubicBezTo>
                      <a:pt x="9510" y="315"/>
                      <a:pt x="9482" y="306"/>
                      <a:pt x="9454" y="299"/>
                    </a:cubicBezTo>
                    <a:cubicBezTo>
                      <a:pt x="9428" y="291"/>
                      <a:pt x="9402" y="283"/>
                      <a:pt x="9377" y="277"/>
                    </a:cubicBezTo>
                    <a:cubicBezTo>
                      <a:pt x="9347" y="269"/>
                      <a:pt x="9319" y="260"/>
                      <a:pt x="9290" y="252"/>
                    </a:cubicBezTo>
                    <a:cubicBezTo>
                      <a:pt x="9265" y="246"/>
                      <a:pt x="9242" y="239"/>
                      <a:pt x="9217" y="233"/>
                    </a:cubicBezTo>
                    <a:cubicBezTo>
                      <a:pt x="9161" y="218"/>
                      <a:pt x="9104" y="205"/>
                      <a:pt x="9048" y="191"/>
                    </a:cubicBezTo>
                    <a:cubicBezTo>
                      <a:pt x="9026" y="185"/>
                      <a:pt x="9005" y="180"/>
                      <a:pt x="8981" y="175"/>
                    </a:cubicBezTo>
                    <a:cubicBezTo>
                      <a:pt x="8949" y="167"/>
                      <a:pt x="8917" y="161"/>
                      <a:pt x="8885" y="154"/>
                    </a:cubicBezTo>
                    <a:cubicBezTo>
                      <a:pt x="8862" y="149"/>
                      <a:pt x="8841" y="145"/>
                      <a:pt x="8819" y="140"/>
                    </a:cubicBezTo>
                    <a:cubicBezTo>
                      <a:pt x="8787" y="134"/>
                      <a:pt x="8753" y="128"/>
                      <a:pt x="8721" y="120"/>
                    </a:cubicBezTo>
                    <a:cubicBezTo>
                      <a:pt x="8700" y="117"/>
                      <a:pt x="8680" y="113"/>
                      <a:pt x="8658" y="109"/>
                    </a:cubicBezTo>
                    <a:cubicBezTo>
                      <a:pt x="8624" y="103"/>
                      <a:pt x="8589" y="98"/>
                      <a:pt x="8556" y="91"/>
                    </a:cubicBezTo>
                    <a:cubicBezTo>
                      <a:pt x="8541" y="88"/>
                      <a:pt x="8527" y="87"/>
                      <a:pt x="8514" y="84"/>
                    </a:cubicBezTo>
                    <a:cubicBezTo>
                      <a:pt x="8438" y="73"/>
                      <a:pt x="8364" y="63"/>
                      <a:pt x="8289" y="53"/>
                    </a:cubicBezTo>
                    <a:cubicBezTo>
                      <a:pt x="8276" y="52"/>
                      <a:pt x="8263" y="50"/>
                      <a:pt x="8250" y="48"/>
                    </a:cubicBezTo>
                    <a:lnTo>
                      <a:pt x="8142" y="37"/>
                    </a:lnTo>
                    <a:cubicBezTo>
                      <a:pt x="8123" y="36"/>
                      <a:pt x="8106" y="33"/>
                      <a:pt x="8086" y="32"/>
                    </a:cubicBezTo>
                    <a:cubicBezTo>
                      <a:pt x="8050" y="27"/>
                      <a:pt x="8015" y="25"/>
                      <a:pt x="7979" y="22"/>
                    </a:cubicBezTo>
                    <a:lnTo>
                      <a:pt x="7925" y="19"/>
                    </a:lnTo>
                    <a:cubicBezTo>
                      <a:pt x="7887" y="16"/>
                      <a:pt x="7851" y="14"/>
                      <a:pt x="7814" y="11"/>
                    </a:cubicBezTo>
                    <a:cubicBezTo>
                      <a:pt x="7802" y="11"/>
                      <a:pt x="7791" y="10"/>
                      <a:pt x="7778" y="10"/>
                    </a:cubicBezTo>
                    <a:cubicBezTo>
                      <a:pt x="7689" y="6"/>
                      <a:pt x="7601" y="2"/>
                      <a:pt x="7512" y="1"/>
                    </a:cubicBezTo>
                    <a:lnTo>
                      <a:pt x="7510" y="1"/>
                    </a:lnTo>
                    <a:cubicBezTo>
                      <a:pt x="7482" y="0"/>
                      <a:pt x="7454" y="0"/>
                      <a:pt x="742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2" name="Google Shape;3972;p50"/>
              <p:cNvGrpSpPr/>
              <p:nvPr/>
            </p:nvGrpSpPr>
            <p:grpSpPr>
              <a:xfrm>
                <a:off x="-2755275" y="2288138"/>
                <a:ext cx="365275" cy="354875"/>
                <a:chOff x="-2755275" y="1020175"/>
                <a:chExt cx="365275" cy="354875"/>
              </a:xfrm>
            </p:grpSpPr>
            <p:sp>
              <p:nvSpPr>
                <p:cNvPr id="3973" name="Google Shape;3973;p50"/>
                <p:cNvSpPr/>
                <p:nvPr/>
              </p:nvSpPr>
              <p:spPr>
                <a:xfrm>
                  <a:off x="-2755275" y="1020300"/>
                  <a:ext cx="365275" cy="354750"/>
                </a:xfrm>
                <a:custGeom>
                  <a:rect b="b" l="l" r="r" t="t"/>
                  <a:pathLst>
                    <a:path extrusionOk="0" h="14190" w="14611">
                      <a:moveTo>
                        <a:pt x="7309" y="1"/>
                      </a:moveTo>
                      <a:cubicBezTo>
                        <a:pt x="6963" y="1"/>
                        <a:pt x="6616" y="26"/>
                        <a:pt x="6269" y="77"/>
                      </a:cubicBezTo>
                      <a:cubicBezTo>
                        <a:pt x="4405" y="353"/>
                        <a:pt x="2726" y="1356"/>
                        <a:pt x="1602" y="2867"/>
                      </a:cubicBezTo>
                      <a:cubicBezTo>
                        <a:pt x="477" y="4378"/>
                        <a:pt x="0" y="6273"/>
                        <a:pt x="275" y="8134"/>
                      </a:cubicBezTo>
                      <a:cubicBezTo>
                        <a:pt x="550" y="9995"/>
                        <a:pt x="1554" y="11671"/>
                        <a:pt x="3067" y="12792"/>
                      </a:cubicBezTo>
                      <a:cubicBezTo>
                        <a:pt x="4299" y="13705"/>
                        <a:pt x="5786" y="14190"/>
                        <a:pt x="7303" y="14190"/>
                      </a:cubicBezTo>
                      <a:cubicBezTo>
                        <a:pt x="7649" y="14190"/>
                        <a:pt x="7996" y="14165"/>
                        <a:pt x="8342" y="14114"/>
                      </a:cubicBezTo>
                      <a:cubicBezTo>
                        <a:pt x="10206" y="13838"/>
                        <a:pt x="11885" y="12834"/>
                        <a:pt x="13009" y="11323"/>
                      </a:cubicBezTo>
                      <a:cubicBezTo>
                        <a:pt x="14134" y="9813"/>
                        <a:pt x="14611" y="7919"/>
                        <a:pt x="14336" y="6057"/>
                      </a:cubicBezTo>
                      <a:cubicBezTo>
                        <a:pt x="14061" y="4196"/>
                        <a:pt x="13057" y="2520"/>
                        <a:pt x="11544" y="1399"/>
                      </a:cubicBezTo>
                      <a:cubicBezTo>
                        <a:pt x="10312" y="486"/>
                        <a:pt x="8826" y="1"/>
                        <a:pt x="7309" y="1"/>
                      </a:cubicBezTo>
                      <a:close/>
                    </a:path>
                  </a:pathLst>
                </a:custGeom>
                <a:solidFill>
                  <a:srgbClr val="020001">
                    <a:alpha val="8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0"/>
                <p:cNvSpPr/>
                <p:nvPr/>
              </p:nvSpPr>
              <p:spPr>
                <a:xfrm>
                  <a:off x="-2737000" y="1020175"/>
                  <a:ext cx="333050" cy="354175"/>
                </a:xfrm>
                <a:custGeom>
                  <a:rect b="b" l="l" r="r" t="t"/>
                  <a:pathLst>
                    <a:path extrusionOk="0" h="14167" w="13322">
                      <a:moveTo>
                        <a:pt x="6666" y="1"/>
                      </a:moveTo>
                      <a:cubicBezTo>
                        <a:pt x="7261" y="1957"/>
                        <a:pt x="9045" y="4031"/>
                        <a:pt x="8004" y="5732"/>
                      </a:cubicBezTo>
                      <a:cubicBezTo>
                        <a:pt x="7455" y="6679"/>
                        <a:pt x="5887" y="6312"/>
                        <a:pt x="4707" y="6870"/>
                      </a:cubicBezTo>
                      <a:cubicBezTo>
                        <a:pt x="3864" y="7282"/>
                        <a:pt x="2917" y="7215"/>
                        <a:pt x="1977" y="7552"/>
                      </a:cubicBezTo>
                      <a:cubicBezTo>
                        <a:pt x="1852" y="7618"/>
                        <a:pt x="1688" y="7736"/>
                        <a:pt x="1661" y="7875"/>
                      </a:cubicBezTo>
                      <a:cubicBezTo>
                        <a:pt x="1485" y="8790"/>
                        <a:pt x="998" y="9759"/>
                        <a:pt x="1" y="9771"/>
                      </a:cubicBezTo>
                      <a:cubicBezTo>
                        <a:pt x="418" y="10808"/>
                        <a:pt x="1082" y="11755"/>
                        <a:pt x="1978" y="12514"/>
                      </a:cubicBezTo>
                      <a:cubicBezTo>
                        <a:pt x="3132" y="13489"/>
                        <a:pt x="4491" y="14031"/>
                        <a:pt x="5871" y="14166"/>
                      </a:cubicBezTo>
                      <a:cubicBezTo>
                        <a:pt x="5795" y="13857"/>
                        <a:pt x="5741" y="13544"/>
                        <a:pt x="5707" y="13228"/>
                      </a:cubicBezTo>
                      <a:cubicBezTo>
                        <a:pt x="5686" y="13035"/>
                        <a:pt x="5674" y="12840"/>
                        <a:pt x="5666" y="12644"/>
                      </a:cubicBezTo>
                      <a:cubicBezTo>
                        <a:pt x="5454" y="11329"/>
                        <a:pt x="4520" y="10317"/>
                        <a:pt x="3963" y="9106"/>
                      </a:cubicBezTo>
                      <a:cubicBezTo>
                        <a:pt x="3466" y="8021"/>
                        <a:pt x="5191" y="7867"/>
                        <a:pt x="5960" y="7847"/>
                      </a:cubicBezTo>
                      <a:cubicBezTo>
                        <a:pt x="6062" y="7842"/>
                        <a:pt x="6159" y="7839"/>
                        <a:pt x="6250" y="7839"/>
                      </a:cubicBezTo>
                      <a:cubicBezTo>
                        <a:pt x="6432" y="7839"/>
                        <a:pt x="6594" y="7849"/>
                        <a:pt x="6737" y="7868"/>
                      </a:cubicBezTo>
                      <a:cubicBezTo>
                        <a:pt x="7110" y="8043"/>
                        <a:pt x="7463" y="8121"/>
                        <a:pt x="7797" y="8121"/>
                      </a:cubicBezTo>
                      <a:cubicBezTo>
                        <a:pt x="9183" y="8121"/>
                        <a:pt x="10232" y="6778"/>
                        <a:pt x="10965" y="5460"/>
                      </a:cubicBezTo>
                      <a:cubicBezTo>
                        <a:pt x="11079" y="5306"/>
                        <a:pt x="11280" y="5137"/>
                        <a:pt x="11530" y="5112"/>
                      </a:cubicBezTo>
                      <a:cubicBezTo>
                        <a:pt x="11739" y="5045"/>
                        <a:pt x="11958" y="5004"/>
                        <a:pt x="12180" y="4975"/>
                      </a:cubicBezTo>
                      <a:cubicBezTo>
                        <a:pt x="12499" y="4932"/>
                        <a:pt x="12819" y="4911"/>
                        <a:pt x="13140" y="4911"/>
                      </a:cubicBezTo>
                      <a:cubicBezTo>
                        <a:pt x="13200" y="4911"/>
                        <a:pt x="13261" y="4912"/>
                        <a:pt x="13322" y="4913"/>
                      </a:cubicBezTo>
                      <a:cubicBezTo>
                        <a:pt x="12928" y="3688"/>
                        <a:pt x="12203" y="2562"/>
                        <a:pt x="11170" y="1688"/>
                      </a:cubicBezTo>
                      <a:cubicBezTo>
                        <a:pt x="9846" y="569"/>
                        <a:pt x="8251" y="19"/>
                        <a:pt x="66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0"/>
                <p:cNvSpPr/>
                <p:nvPr/>
              </p:nvSpPr>
              <p:spPr>
                <a:xfrm>
                  <a:off x="-2664450" y="1114125"/>
                  <a:ext cx="175325" cy="167025"/>
                </a:xfrm>
                <a:custGeom>
                  <a:rect b="b" l="l" r="r" t="t"/>
                  <a:pathLst>
                    <a:path extrusionOk="0" h="6681" w="7013">
                      <a:moveTo>
                        <a:pt x="3684" y="0"/>
                      </a:moveTo>
                      <a:cubicBezTo>
                        <a:pt x="2827" y="0"/>
                        <a:pt x="1968" y="328"/>
                        <a:pt x="1312" y="984"/>
                      </a:cubicBezTo>
                      <a:cubicBezTo>
                        <a:pt x="5" y="2290"/>
                        <a:pt x="1" y="4406"/>
                        <a:pt x="1302" y="5707"/>
                      </a:cubicBezTo>
                      <a:cubicBezTo>
                        <a:pt x="1926" y="6331"/>
                        <a:pt x="2772" y="6681"/>
                        <a:pt x="3654" y="6681"/>
                      </a:cubicBezTo>
                      <a:cubicBezTo>
                        <a:pt x="3657" y="6681"/>
                        <a:pt x="3660" y="6681"/>
                        <a:pt x="3662" y="6681"/>
                      </a:cubicBezTo>
                      <a:cubicBezTo>
                        <a:pt x="4549" y="6679"/>
                        <a:pt x="5399" y="6326"/>
                        <a:pt x="6026" y="5697"/>
                      </a:cubicBezTo>
                      <a:cubicBezTo>
                        <a:pt x="6654" y="5070"/>
                        <a:pt x="7008" y="4219"/>
                        <a:pt x="7010" y="3334"/>
                      </a:cubicBezTo>
                      <a:cubicBezTo>
                        <a:pt x="7012" y="2447"/>
                        <a:pt x="6661" y="1599"/>
                        <a:pt x="6037" y="974"/>
                      </a:cubicBezTo>
                      <a:cubicBezTo>
                        <a:pt x="5388" y="324"/>
                        <a:pt x="4536" y="0"/>
                        <a:pt x="36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0"/>
                <p:cNvSpPr/>
                <p:nvPr/>
              </p:nvSpPr>
              <p:spPr>
                <a:xfrm>
                  <a:off x="-2591150" y="1181150"/>
                  <a:ext cx="36925" cy="32975"/>
                </a:xfrm>
                <a:custGeom>
                  <a:rect b="b" l="l" r="r" t="t"/>
                  <a:pathLst>
                    <a:path extrusionOk="0" h="1319" w="1477">
                      <a:moveTo>
                        <a:pt x="738" y="0"/>
                      </a:moveTo>
                      <a:cubicBezTo>
                        <a:pt x="326" y="0"/>
                        <a:pt x="1" y="381"/>
                        <a:pt x="96" y="810"/>
                      </a:cubicBezTo>
                      <a:cubicBezTo>
                        <a:pt x="150" y="1052"/>
                        <a:pt x="345" y="1247"/>
                        <a:pt x="588" y="1302"/>
                      </a:cubicBezTo>
                      <a:cubicBezTo>
                        <a:pt x="639" y="1313"/>
                        <a:pt x="689" y="1319"/>
                        <a:pt x="738" y="1319"/>
                      </a:cubicBezTo>
                      <a:cubicBezTo>
                        <a:pt x="1151" y="1319"/>
                        <a:pt x="1476" y="937"/>
                        <a:pt x="1380" y="508"/>
                      </a:cubicBezTo>
                      <a:cubicBezTo>
                        <a:pt x="1327" y="266"/>
                        <a:pt x="1132" y="71"/>
                        <a:pt x="889" y="17"/>
                      </a:cubicBezTo>
                      <a:cubicBezTo>
                        <a:pt x="838" y="6"/>
                        <a:pt x="787" y="0"/>
                        <a:pt x="7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77" name="Google Shape;3977;p50"/>
            <p:cNvGrpSpPr/>
            <p:nvPr/>
          </p:nvGrpSpPr>
          <p:grpSpPr>
            <a:xfrm>
              <a:off x="168951" y="4325990"/>
              <a:ext cx="606934" cy="489723"/>
              <a:chOff x="-1636175" y="409550"/>
              <a:chExt cx="448750" cy="362088"/>
            </a:xfrm>
          </p:grpSpPr>
          <p:sp>
            <p:nvSpPr>
              <p:cNvPr id="3978" name="Google Shape;3978;p50"/>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0"/>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3980" name="Shape 3980"/>
        <p:cNvGrpSpPr/>
        <p:nvPr/>
      </p:nvGrpSpPr>
      <p:grpSpPr>
        <a:xfrm>
          <a:off x="0" y="0"/>
          <a:ext cx="0" cy="0"/>
          <a:chOff x="0" y="0"/>
          <a:chExt cx="0" cy="0"/>
        </a:xfrm>
      </p:grpSpPr>
      <p:sp>
        <p:nvSpPr>
          <p:cNvPr id="3981" name="Google Shape;3981;p51"/>
          <p:cNvSpPr txBox="1"/>
          <p:nvPr>
            <p:ph type="title"/>
          </p:nvPr>
        </p:nvSpPr>
        <p:spPr>
          <a:xfrm>
            <a:off x="3950075" y="657425"/>
            <a:ext cx="4480500" cy="572700"/>
          </a:xfrm>
          <a:prstGeom prst="rect">
            <a:avLst/>
          </a:prstGeom>
        </p:spPr>
        <p:txBody>
          <a:bodyPr anchorCtr="0" anchor="b" bIns="91425" lIns="91425" spcFirstLastPara="1" rIns="91425" wrap="square" tIns="91425">
            <a:noAutofit/>
          </a:bodyPr>
          <a:lstStyle>
            <a:lvl1pPr lvl="0" algn="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3982" name="Google Shape;3982;p51"/>
          <p:cNvSpPr txBox="1"/>
          <p:nvPr>
            <p:ph idx="1" type="subTitle"/>
          </p:nvPr>
        </p:nvSpPr>
        <p:spPr>
          <a:xfrm>
            <a:off x="3950277" y="1153925"/>
            <a:ext cx="4480500" cy="8052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0">
    <p:spTree>
      <p:nvGrpSpPr>
        <p:cNvPr id="3983" name="Shape 3983"/>
        <p:cNvGrpSpPr/>
        <p:nvPr/>
      </p:nvGrpSpPr>
      <p:grpSpPr>
        <a:xfrm>
          <a:off x="0" y="0"/>
          <a:ext cx="0" cy="0"/>
          <a:chOff x="0" y="0"/>
          <a:chExt cx="0" cy="0"/>
        </a:xfrm>
      </p:grpSpPr>
      <p:sp>
        <p:nvSpPr>
          <p:cNvPr id="3984" name="Google Shape;3984;p52"/>
          <p:cNvSpPr txBox="1"/>
          <p:nvPr>
            <p:ph type="title"/>
          </p:nvPr>
        </p:nvSpPr>
        <p:spPr>
          <a:xfrm>
            <a:off x="1742750" y="1500600"/>
            <a:ext cx="5658300" cy="5727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p:txBody>
      </p:sp>
      <p:sp>
        <p:nvSpPr>
          <p:cNvPr id="3985" name="Google Shape;3985;p52"/>
          <p:cNvSpPr txBox="1"/>
          <p:nvPr>
            <p:ph idx="1" type="subTitle"/>
          </p:nvPr>
        </p:nvSpPr>
        <p:spPr>
          <a:xfrm>
            <a:off x="1743004" y="1997100"/>
            <a:ext cx="5658300" cy="1645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3986" name="Google Shape;3986;p52"/>
          <p:cNvGrpSpPr/>
          <p:nvPr/>
        </p:nvGrpSpPr>
        <p:grpSpPr>
          <a:xfrm>
            <a:off x="98044" y="66560"/>
            <a:ext cx="8793528" cy="4949669"/>
            <a:chOff x="98044" y="66560"/>
            <a:chExt cx="8793528" cy="4949669"/>
          </a:xfrm>
        </p:grpSpPr>
        <p:grpSp>
          <p:nvGrpSpPr>
            <p:cNvPr id="3987" name="Google Shape;3987;p52"/>
            <p:cNvGrpSpPr/>
            <p:nvPr/>
          </p:nvGrpSpPr>
          <p:grpSpPr>
            <a:xfrm>
              <a:off x="8380040" y="66560"/>
              <a:ext cx="261189" cy="248344"/>
              <a:chOff x="5164484" y="526738"/>
              <a:chExt cx="133266" cy="126713"/>
            </a:xfrm>
          </p:grpSpPr>
          <p:sp>
            <p:nvSpPr>
              <p:cNvPr id="3988" name="Google Shape;3988;p52"/>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2"/>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0" name="Google Shape;3990;p52"/>
            <p:cNvGrpSpPr/>
            <p:nvPr/>
          </p:nvGrpSpPr>
          <p:grpSpPr>
            <a:xfrm>
              <a:off x="171328" y="4705120"/>
              <a:ext cx="311019" cy="311110"/>
              <a:chOff x="5038846" y="235350"/>
              <a:chExt cx="158691" cy="158738"/>
            </a:xfrm>
          </p:grpSpPr>
          <p:sp>
            <p:nvSpPr>
              <p:cNvPr id="3991" name="Google Shape;3991;p52"/>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2"/>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3" name="Google Shape;3993;p52"/>
            <p:cNvGrpSpPr/>
            <p:nvPr/>
          </p:nvGrpSpPr>
          <p:grpSpPr>
            <a:xfrm>
              <a:off x="8705774" y="1212033"/>
              <a:ext cx="185799" cy="185799"/>
              <a:chOff x="5035425" y="2779450"/>
              <a:chExt cx="94800" cy="94800"/>
            </a:xfrm>
          </p:grpSpPr>
          <p:sp>
            <p:nvSpPr>
              <p:cNvPr id="3994" name="Google Shape;3994;p52"/>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2"/>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6" name="Google Shape;3996;p52"/>
            <p:cNvGrpSpPr/>
            <p:nvPr/>
          </p:nvGrpSpPr>
          <p:grpSpPr>
            <a:xfrm rot="5400000">
              <a:off x="987026" y="4194732"/>
              <a:ext cx="547679" cy="1095289"/>
              <a:chOff x="2882200" y="374525"/>
              <a:chExt cx="402025" cy="804000"/>
            </a:xfrm>
          </p:grpSpPr>
          <p:sp>
            <p:nvSpPr>
              <p:cNvPr id="3997" name="Google Shape;3997;p52"/>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2"/>
              <p:cNvSpPr/>
              <p:nvPr/>
            </p:nvSpPr>
            <p:spPr>
              <a:xfrm>
                <a:off x="2882200" y="374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2"/>
              <p:cNvSpPr/>
              <p:nvPr/>
            </p:nvSpPr>
            <p:spPr>
              <a:xfrm>
                <a:off x="3083200" y="374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2"/>
              <p:cNvSpPr/>
              <p:nvPr/>
            </p:nvSpPr>
            <p:spPr>
              <a:xfrm flipH="1">
                <a:off x="3083200" y="575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2"/>
              <p:cNvSpPr/>
              <p:nvPr/>
            </p:nvSpPr>
            <p:spPr>
              <a:xfrm flipH="1">
                <a:off x="2882200" y="575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2"/>
              <p:cNvSpPr/>
              <p:nvPr/>
            </p:nvSpPr>
            <p:spPr>
              <a:xfrm>
                <a:off x="2882200" y="776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2"/>
              <p:cNvSpPr/>
              <p:nvPr/>
            </p:nvSpPr>
            <p:spPr>
              <a:xfrm>
                <a:off x="3083200" y="776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2"/>
              <p:cNvSpPr/>
              <p:nvPr/>
            </p:nvSpPr>
            <p:spPr>
              <a:xfrm flipH="1">
                <a:off x="3083200" y="977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2"/>
              <p:cNvSpPr/>
              <p:nvPr/>
            </p:nvSpPr>
            <p:spPr>
              <a:xfrm flipH="1">
                <a:off x="2882200" y="977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6" name="Google Shape;4006;p52"/>
            <p:cNvGrpSpPr/>
            <p:nvPr/>
          </p:nvGrpSpPr>
          <p:grpSpPr>
            <a:xfrm>
              <a:off x="8314545" y="3926985"/>
              <a:ext cx="500560" cy="472885"/>
              <a:chOff x="-1174275" y="581450"/>
              <a:chExt cx="370100" cy="349638"/>
            </a:xfrm>
          </p:grpSpPr>
          <p:sp>
            <p:nvSpPr>
              <p:cNvPr id="4007" name="Google Shape;4007;p52"/>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2"/>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9" name="Google Shape;4009;p52"/>
            <p:cNvGrpSpPr/>
            <p:nvPr/>
          </p:nvGrpSpPr>
          <p:grpSpPr>
            <a:xfrm rot="-709923">
              <a:off x="172031" y="3454225"/>
              <a:ext cx="835778" cy="808278"/>
              <a:chOff x="-4685648" y="4235468"/>
              <a:chExt cx="778251" cy="752644"/>
            </a:xfrm>
          </p:grpSpPr>
          <p:sp>
            <p:nvSpPr>
              <p:cNvPr id="4010" name="Google Shape;4010;p52"/>
              <p:cNvSpPr/>
              <p:nvPr/>
            </p:nvSpPr>
            <p:spPr>
              <a:xfrm>
                <a:off x="-4685648" y="4235519"/>
                <a:ext cx="772057" cy="752339"/>
              </a:xfrm>
              <a:custGeom>
                <a:rect b="b" l="l" r="r" t="t"/>
                <a:pathLst>
                  <a:path extrusionOk="0" h="7402" w="7596">
                    <a:moveTo>
                      <a:pt x="772" y="5598"/>
                    </a:moveTo>
                    <a:lnTo>
                      <a:pt x="772" y="5627"/>
                    </a:lnTo>
                    <a:lnTo>
                      <a:pt x="772" y="6804"/>
                    </a:lnTo>
                    <a:lnTo>
                      <a:pt x="772" y="6895"/>
                    </a:lnTo>
                    <a:cubicBezTo>
                      <a:pt x="414" y="6895"/>
                      <a:pt x="124" y="6604"/>
                      <a:pt x="124" y="6247"/>
                    </a:cubicBezTo>
                    <a:cubicBezTo>
                      <a:pt x="124" y="5890"/>
                      <a:pt x="414" y="5598"/>
                      <a:pt x="772" y="5598"/>
                    </a:cubicBezTo>
                    <a:close/>
                    <a:moveTo>
                      <a:pt x="1954" y="1"/>
                    </a:moveTo>
                    <a:cubicBezTo>
                      <a:pt x="1806" y="1"/>
                      <a:pt x="1682" y="98"/>
                      <a:pt x="1640" y="231"/>
                    </a:cubicBezTo>
                    <a:lnTo>
                      <a:pt x="1135" y="231"/>
                    </a:lnTo>
                    <a:cubicBezTo>
                      <a:pt x="934" y="231"/>
                      <a:pt x="772" y="393"/>
                      <a:pt x="772" y="594"/>
                    </a:cubicBezTo>
                    <a:lnTo>
                      <a:pt x="772" y="759"/>
                    </a:lnTo>
                    <a:lnTo>
                      <a:pt x="772" y="934"/>
                    </a:lnTo>
                    <a:lnTo>
                      <a:pt x="772" y="1274"/>
                    </a:lnTo>
                    <a:lnTo>
                      <a:pt x="772" y="2450"/>
                    </a:lnTo>
                    <a:lnTo>
                      <a:pt x="772" y="3698"/>
                    </a:lnTo>
                    <a:lnTo>
                      <a:pt x="772" y="4379"/>
                    </a:lnTo>
                    <a:lnTo>
                      <a:pt x="772" y="5478"/>
                    </a:lnTo>
                    <a:cubicBezTo>
                      <a:pt x="346" y="5478"/>
                      <a:pt x="0" y="5823"/>
                      <a:pt x="0" y="6248"/>
                    </a:cubicBezTo>
                    <a:cubicBezTo>
                      <a:pt x="0" y="6672"/>
                      <a:pt x="346" y="7017"/>
                      <a:pt x="772" y="7017"/>
                    </a:cubicBezTo>
                    <a:lnTo>
                      <a:pt x="772" y="7087"/>
                    </a:lnTo>
                    <a:cubicBezTo>
                      <a:pt x="772" y="7262"/>
                      <a:pt x="912" y="7401"/>
                      <a:pt x="1085" y="7401"/>
                    </a:cubicBezTo>
                    <a:lnTo>
                      <a:pt x="5435" y="7401"/>
                    </a:lnTo>
                    <a:cubicBezTo>
                      <a:pt x="5608" y="7401"/>
                      <a:pt x="5748" y="7260"/>
                      <a:pt x="5748" y="7087"/>
                    </a:cubicBezTo>
                    <a:lnTo>
                      <a:pt x="5748" y="5639"/>
                    </a:lnTo>
                    <a:lnTo>
                      <a:pt x="5748" y="5420"/>
                    </a:lnTo>
                    <a:cubicBezTo>
                      <a:pt x="5881" y="5378"/>
                      <a:pt x="5978" y="5253"/>
                      <a:pt x="5978" y="5106"/>
                    </a:cubicBezTo>
                    <a:lnTo>
                      <a:pt x="5978" y="4941"/>
                    </a:lnTo>
                    <a:cubicBezTo>
                      <a:pt x="5978" y="4793"/>
                      <a:pt x="5881" y="4669"/>
                      <a:pt x="5748" y="4627"/>
                    </a:cubicBezTo>
                    <a:lnTo>
                      <a:pt x="5748" y="4346"/>
                    </a:lnTo>
                    <a:cubicBezTo>
                      <a:pt x="5881" y="4305"/>
                      <a:pt x="5978" y="4179"/>
                      <a:pt x="5978" y="4033"/>
                    </a:cubicBezTo>
                    <a:lnTo>
                      <a:pt x="5978" y="3868"/>
                    </a:lnTo>
                    <a:cubicBezTo>
                      <a:pt x="5978" y="3720"/>
                      <a:pt x="5881" y="3596"/>
                      <a:pt x="5748" y="3554"/>
                    </a:cubicBezTo>
                    <a:lnTo>
                      <a:pt x="5748" y="3332"/>
                    </a:lnTo>
                    <a:lnTo>
                      <a:pt x="5748" y="3063"/>
                    </a:lnTo>
                    <a:lnTo>
                      <a:pt x="6329" y="2698"/>
                    </a:lnTo>
                    <a:cubicBezTo>
                      <a:pt x="6345" y="2728"/>
                      <a:pt x="6376" y="2744"/>
                      <a:pt x="6407" y="2744"/>
                    </a:cubicBezTo>
                    <a:cubicBezTo>
                      <a:pt x="6412" y="2744"/>
                      <a:pt x="6417" y="2744"/>
                      <a:pt x="6422" y="2743"/>
                    </a:cubicBezTo>
                    <a:cubicBezTo>
                      <a:pt x="6577" y="2717"/>
                      <a:pt x="7031" y="2623"/>
                      <a:pt x="7419" y="2335"/>
                    </a:cubicBezTo>
                    <a:cubicBezTo>
                      <a:pt x="7497" y="2277"/>
                      <a:pt x="7550" y="2198"/>
                      <a:pt x="7576" y="2112"/>
                    </a:cubicBezTo>
                    <a:lnTo>
                      <a:pt x="7576" y="2113"/>
                    </a:lnTo>
                    <a:cubicBezTo>
                      <a:pt x="7584" y="2089"/>
                      <a:pt x="7589" y="2067"/>
                      <a:pt x="7591" y="2042"/>
                    </a:cubicBezTo>
                    <a:lnTo>
                      <a:pt x="7591" y="2041"/>
                    </a:lnTo>
                    <a:lnTo>
                      <a:pt x="7596" y="2002"/>
                    </a:lnTo>
                    <a:lnTo>
                      <a:pt x="7596" y="1996"/>
                    </a:lnTo>
                    <a:lnTo>
                      <a:pt x="7596" y="1957"/>
                    </a:lnTo>
                    <a:lnTo>
                      <a:pt x="7596" y="1954"/>
                    </a:lnTo>
                    <a:lnTo>
                      <a:pt x="7591" y="1916"/>
                    </a:lnTo>
                    <a:lnTo>
                      <a:pt x="7591" y="1912"/>
                    </a:lnTo>
                    <a:lnTo>
                      <a:pt x="7584" y="1873"/>
                    </a:lnTo>
                    <a:cubicBezTo>
                      <a:pt x="7584" y="1872"/>
                      <a:pt x="7583" y="1871"/>
                      <a:pt x="7583" y="1868"/>
                    </a:cubicBezTo>
                    <a:cubicBezTo>
                      <a:pt x="7575" y="1841"/>
                      <a:pt x="7566" y="1815"/>
                      <a:pt x="7553" y="1790"/>
                    </a:cubicBezTo>
                    <a:cubicBezTo>
                      <a:pt x="7553" y="1789"/>
                      <a:pt x="7552" y="1788"/>
                      <a:pt x="7552" y="1788"/>
                    </a:cubicBezTo>
                    <a:cubicBezTo>
                      <a:pt x="7545" y="1775"/>
                      <a:pt x="7539" y="1763"/>
                      <a:pt x="7532" y="1752"/>
                    </a:cubicBezTo>
                    <a:cubicBezTo>
                      <a:pt x="7529" y="1751"/>
                      <a:pt x="7529" y="1749"/>
                      <a:pt x="7528" y="1748"/>
                    </a:cubicBezTo>
                    <a:cubicBezTo>
                      <a:pt x="7521" y="1737"/>
                      <a:pt x="7513" y="1723"/>
                      <a:pt x="7504" y="1713"/>
                    </a:cubicBezTo>
                    <a:cubicBezTo>
                      <a:pt x="7419" y="1605"/>
                      <a:pt x="7289" y="1547"/>
                      <a:pt x="7158" y="1547"/>
                    </a:cubicBezTo>
                    <a:cubicBezTo>
                      <a:pt x="7117" y="1547"/>
                      <a:pt x="7075" y="1553"/>
                      <a:pt x="7034" y="1565"/>
                    </a:cubicBezTo>
                    <a:cubicBezTo>
                      <a:pt x="6991" y="1578"/>
                      <a:pt x="6948" y="1597"/>
                      <a:pt x="6908" y="1624"/>
                    </a:cubicBezTo>
                    <a:cubicBezTo>
                      <a:pt x="6907" y="1625"/>
                      <a:pt x="6904" y="1627"/>
                      <a:pt x="6903" y="1628"/>
                    </a:cubicBezTo>
                    <a:cubicBezTo>
                      <a:pt x="6895" y="1633"/>
                      <a:pt x="6889" y="1638"/>
                      <a:pt x="6882" y="1645"/>
                    </a:cubicBezTo>
                    <a:cubicBezTo>
                      <a:pt x="6878" y="1648"/>
                      <a:pt x="6876" y="1650"/>
                      <a:pt x="6873" y="1653"/>
                    </a:cubicBezTo>
                    <a:cubicBezTo>
                      <a:pt x="6867" y="1658"/>
                      <a:pt x="6862" y="1663"/>
                      <a:pt x="6857" y="1668"/>
                    </a:cubicBezTo>
                    <a:lnTo>
                      <a:pt x="6848" y="1676"/>
                    </a:lnTo>
                    <a:cubicBezTo>
                      <a:pt x="6841" y="1684"/>
                      <a:pt x="6833" y="1691"/>
                      <a:pt x="6827" y="1699"/>
                    </a:cubicBezTo>
                    <a:cubicBezTo>
                      <a:pt x="6826" y="1700"/>
                      <a:pt x="6825" y="1702"/>
                      <a:pt x="6823" y="1705"/>
                    </a:cubicBezTo>
                    <a:cubicBezTo>
                      <a:pt x="6817" y="1711"/>
                      <a:pt x="6811" y="1718"/>
                      <a:pt x="6806" y="1725"/>
                    </a:cubicBezTo>
                    <a:cubicBezTo>
                      <a:pt x="6805" y="1727"/>
                      <a:pt x="6802" y="1730"/>
                      <a:pt x="6801" y="1732"/>
                    </a:cubicBezTo>
                    <a:lnTo>
                      <a:pt x="6785" y="1756"/>
                    </a:lnTo>
                    <a:cubicBezTo>
                      <a:pt x="6784" y="1757"/>
                      <a:pt x="6783" y="1758"/>
                      <a:pt x="6783" y="1761"/>
                    </a:cubicBezTo>
                    <a:cubicBezTo>
                      <a:pt x="6778" y="1770"/>
                      <a:pt x="6773" y="1780"/>
                      <a:pt x="6768" y="1789"/>
                    </a:cubicBezTo>
                    <a:lnTo>
                      <a:pt x="6764" y="1797"/>
                    </a:lnTo>
                    <a:cubicBezTo>
                      <a:pt x="6760" y="1804"/>
                      <a:pt x="6758" y="1811"/>
                      <a:pt x="6754" y="1819"/>
                    </a:cubicBezTo>
                    <a:cubicBezTo>
                      <a:pt x="6753" y="1823"/>
                      <a:pt x="6752" y="1825"/>
                      <a:pt x="6750" y="1829"/>
                    </a:cubicBezTo>
                    <a:lnTo>
                      <a:pt x="6743" y="1852"/>
                    </a:lnTo>
                    <a:lnTo>
                      <a:pt x="6739" y="1868"/>
                    </a:lnTo>
                    <a:cubicBezTo>
                      <a:pt x="6738" y="1875"/>
                      <a:pt x="6735" y="1880"/>
                      <a:pt x="6734" y="1886"/>
                    </a:cubicBezTo>
                    <a:cubicBezTo>
                      <a:pt x="6733" y="1891"/>
                      <a:pt x="6732" y="1898"/>
                      <a:pt x="6730" y="1903"/>
                    </a:cubicBezTo>
                    <a:cubicBezTo>
                      <a:pt x="6729" y="1907"/>
                      <a:pt x="6729" y="1911"/>
                      <a:pt x="6729" y="1914"/>
                    </a:cubicBezTo>
                    <a:cubicBezTo>
                      <a:pt x="6717" y="1989"/>
                      <a:pt x="6723" y="2068"/>
                      <a:pt x="6752" y="2141"/>
                    </a:cubicBezTo>
                    <a:cubicBezTo>
                      <a:pt x="6778" y="2208"/>
                      <a:pt x="6754" y="2285"/>
                      <a:pt x="6697" y="2329"/>
                    </a:cubicBezTo>
                    <a:lnTo>
                      <a:pt x="6361" y="2578"/>
                    </a:lnTo>
                    <a:cubicBezTo>
                      <a:pt x="6329" y="2602"/>
                      <a:pt x="6312" y="2645"/>
                      <a:pt x="6325" y="2682"/>
                    </a:cubicBezTo>
                    <a:cubicBezTo>
                      <a:pt x="6228" y="2718"/>
                      <a:pt x="6035" y="2806"/>
                      <a:pt x="5752" y="3007"/>
                    </a:cubicBezTo>
                    <a:lnTo>
                      <a:pt x="5752" y="2285"/>
                    </a:lnTo>
                    <a:cubicBezTo>
                      <a:pt x="6018" y="2123"/>
                      <a:pt x="6141" y="1955"/>
                      <a:pt x="6193" y="1867"/>
                    </a:cubicBezTo>
                    <a:cubicBezTo>
                      <a:pt x="6206" y="1872"/>
                      <a:pt x="6219" y="1875"/>
                      <a:pt x="6232" y="1875"/>
                    </a:cubicBezTo>
                    <a:cubicBezTo>
                      <a:pt x="6256" y="1875"/>
                      <a:pt x="6279" y="1866"/>
                      <a:pt x="6296" y="1849"/>
                    </a:cubicBezTo>
                    <a:cubicBezTo>
                      <a:pt x="6408" y="1738"/>
                      <a:pt x="6721" y="1396"/>
                      <a:pt x="6869" y="937"/>
                    </a:cubicBezTo>
                    <a:cubicBezTo>
                      <a:pt x="6899" y="844"/>
                      <a:pt x="6897" y="748"/>
                      <a:pt x="6867" y="663"/>
                    </a:cubicBezTo>
                    <a:lnTo>
                      <a:pt x="6867" y="663"/>
                    </a:lnTo>
                    <a:lnTo>
                      <a:pt x="6868" y="664"/>
                    </a:lnTo>
                    <a:cubicBezTo>
                      <a:pt x="6861" y="642"/>
                      <a:pt x="6851" y="619"/>
                      <a:pt x="6840" y="597"/>
                    </a:cubicBezTo>
                    <a:cubicBezTo>
                      <a:pt x="6840" y="597"/>
                      <a:pt x="6840" y="596"/>
                      <a:pt x="6838" y="596"/>
                    </a:cubicBezTo>
                    <a:cubicBezTo>
                      <a:pt x="6832" y="585"/>
                      <a:pt x="6826" y="572"/>
                      <a:pt x="6817" y="562"/>
                    </a:cubicBezTo>
                    <a:cubicBezTo>
                      <a:pt x="6816" y="561"/>
                      <a:pt x="6815" y="559"/>
                      <a:pt x="6814" y="557"/>
                    </a:cubicBezTo>
                    <a:cubicBezTo>
                      <a:pt x="6806" y="547"/>
                      <a:pt x="6799" y="535"/>
                      <a:pt x="6791" y="526"/>
                    </a:cubicBezTo>
                    <a:lnTo>
                      <a:pt x="6790" y="525"/>
                    </a:lnTo>
                    <a:cubicBezTo>
                      <a:pt x="6781" y="515"/>
                      <a:pt x="6773" y="505"/>
                      <a:pt x="6764" y="497"/>
                    </a:cubicBezTo>
                    <a:lnTo>
                      <a:pt x="6761" y="494"/>
                    </a:lnTo>
                    <a:cubicBezTo>
                      <a:pt x="6752" y="485"/>
                      <a:pt x="6742" y="476"/>
                      <a:pt x="6732" y="467"/>
                    </a:cubicBezTo>
                    <a:cubicBezTo>
                      <a:pt x="6730" y="466"/>
                      <a:pt x="6729" y="464"/>
                      <a:pt x="6728" y="464"/>
                    </a:cubicBezTo>
                    <a:cubicBezTo>
                      <a:pt x="6706" y="448"/>
                      <a:pt x="6683" y="431"/>
                      <a:pt x="6657" y="418"/>
                    </a:cubicBezTo>
                    <a:cubicBezTo>
                      <a:pt x="6656" y="418"/>
                      <a:pt x="6656" y="417"/>
                      <a:pt x="6655" y="417"/>
                    </a:cubicBezTo>
                    <a:cubicBezTo>
                      <a:pt x="6642" y="410"/>
                      <a:pt x="6631" y="404"/>
                      <a:pt x="6618" y="399"/>
                    </a:cubicBezTo>
                    <a:cubicBezTo>
                      <a:pt x="6616" y="399"/>
                      <a:pt x="6615" y="397"/>
                      <a:pt x="6614" y="397"/>
                    </a:cubicBezTo>
                    <a:cubicBezTo>
                      <a:pt x="6601" y="392"/>
                      <a:pt x="6587" y="387"/>
                      <a:pt x="6573" y="384"/>
                    </a:cubicBezTo>
                    <a:cubicBezTo>
                      <a:pt x="6533" y="372"/>
                      <a:pt x="6493" y="366"/>
                      <a:pt x="6454" y="366"/>
                    </a:cubicBezTo>
                    <a:cubicBezTo>
                      <a:pt x="6318" y="366"/>
                      <a:pt x="6187" y="431"/>
                      <a:pt x="6103" y="538"/>
                    </a:cubicBezTo>
                    <a:cubicBezTo>
                      <a:pt x="6074" y="573"/>
                      <a:pt x="6052" y="614"/>
                      <a:pt x="6036" y="659"/>
                    </a:cubicBezTo>
                    <a:cubicBezTo>
                      <a:pt x="6035" y="662"/>
                      <a:pt x="6035" y="663"/>
                      <a:pt x="6035" y="665"/>
                    </a:cubicBezTo>
                    <a:cubicBezTo>
                      <a:pt x="6032" y="675"/>
                      <a:pt x="6030" y="682"/>
                      <a:pt x="6027" y="691"/>
                    </a:cubicBezTo>
                    <a:cubicBezTo>
                      <a:pt x="6026" y="695"/>
                      <a:pt x="6025" y="699"/>
                      <a:pt x="6025" y="702"/>
                    </a:cubicBezTo>
                    <a:cubicBezTo>
                      <a:pt x="6023" y="711"/>
                      <a:pt x="6021" y="719"/>
                      <a:pt x="6020" y="726"/>
                    </a:cubicBezTo>
                    <a:cubicBezTo>
                      <a:pt x="6020" y="730"/>
                      <a:pt x="6018" y="732"/>
                      <a:pt x="6018" y="737"/>
                    </a:cubicBezTo>
                    <a:cubicBezTo>
                      <a:pt x="6017" y="747"/>
                      <a:pt x="6016" y="758"/>
                      <a:pt x="6014" y="769"/>
                    </a:cubicBezTo>
                    <a:lnTo>
                      <a:pt x="6014" y="775"/>
                    </a:lnTo>
                    <a:cubicBezTo>
                      <a:pt x="6014" y="784"/>
                      <a:pt x="6012" y="793"/>
                      <a:pt x="6012" y="803"/>
                    </a:cubicBezTo>
                    <a:lnTo>
                      <a:pt x="6012" y="811"/>
                    </a:lnTo>
                    <a:cubicBezTo>
                      <a:pt x="6012" y="820"/>
                      <a:pt x="6012" y="829"/>
                      <a:pt x="6014" y="839"/>
                    </a:cubicBezTo>
                    <a:lnTo>
                      <a:pt x="6014" y="844"/>
                    </a:lnTo>
                    <a:cubicBezTo>
                      <a:pt x="6016" y="854"/>
                      <a:pt x="6017" y="866"/>
                      <a:pt x="6018" y="876"/>
                    </a:cubicBezTo>
                    <a:cubicBezTo>
                      <a:pt x="6018" y="878"/>
                      <a:pt x="6020" y="882"/>
                      <a:pt x="6020" y="885"/>
                    </a:cubicBezTo>
                    <a:cubicBezTo>
                      <a:pt x="6021" y="892"/>
                      <a:pt x="6022" y="901"/>
                      <a:pt x="6025" y="908"/>
                    </a:cubicBezTo>
                    <a:cubicBezTo>
                      <a:pt x="6026" y="912"/>
                      <a:pt x="6026" y="916"/>
                      <a:pt x="6027" y="918"/>
                    </a:cubicBezTo>
                    <a:cubicBezTo>
                      <a:pt x="6030" y="926"/>
                      <a:pt x="6032" y="934"/>
                      <a:pt x="6035" y="943"/>
                    </a:cubicBezTo>
                    <a:cubicBezTo>
                      <a:pt x="6036" y="948"/>
                      <a:pt x="6038" y="953"/>
                      <a:pt x="6040" y="958"/>
                    </a:cubicBezTo>
                    <a:cubicBezTo>
                      <a:pt x="6042" y="965"/>
                      <a:pt x="6043" y="970"/>
                      <a:pt x="6046" y="976"/>
                    </a:cubicBezTo>
                    <a:lnTo>
                      <a:pt x="6054" y="991"/>
                    </a:lnTo>
                    <a:cubicBezTo>
                      <a:pt x="6056" y="996"/>
                      <a:pt x="6058" y="999"/>
                      <a:pt x="6059" y="1002"/>
                    </a:cubicBezTo>
                    <a:cubicBezTo>
                      <a:pt x="6093" y="1071"/>
                      <a:pt x="6145" y="1130"/>
                      <a:pt x="6211" y="1172"/>
                    </a:cubicBezTo>
                    <a:cubicBezTo>
                      <a:pt x="6270" y="1212"/>
                      <a:pt x="6295" y="1288"/>
                      <a:pt x="6274" y="1357"/>
                    </a:cubicBezTo>
                    <a:lnTo>
                      <a:pt x="6146" y="1754"/>
                    </a:lnTo>
                    <a:cubicBezTo>
                      <a:pt x="6135" y="1788"/>
                      <a:pt x="6141" y="1825"/>
                      <a:pt x="6166" y="1851"/>
                    </a:cubicBezTo>
                    <a:lnTo>
                      <a:pt x="5752" y="2178"/>
                    </a:lnTo>
                    <a:lnTo>
                      <a:pt x="5752" y="594"/>
                    </a:lnTo>
                    <a:cubicBezTo>
                      <a:pt x="5752" y="393"/>
                      <a:pt x="5589" y="231"/>
                      <a:pt x="5388" y="231"/>
                    </a:cubicBezTo>
                    <a:lnTo>
                      <a:pt x="3479" y="231"/>
                    </a:lnTo>
                    <a:cubicBezTo>
                      <a:pt x="3438" y="98"/>
                      <a:pt x="3313" y="1"/>
                      <a:pt x="3166" y="1"/>
                    </a:cubicBezTo>
                    <a:lnTo>
                      <a:pt x="3001" y="1"/>
                    </a:lnTo>
                    <a:cubicBezTo>
                      <a:pt x="2853" y="1"/>
                      <a:pt x="2730" y="98"/>
                      <a:pt x="2687" y="231"/>
                    </a:cubicBezTo>
                    <a:lnTo>
                      <a:pt x="2431" y="231"/>
                    </a:lnTo>
                    <a:cubicBezTo>
                      <a:pt x="2390" y="98"/>
                      <a:pt x="2265" y="1"/>
                      <a:pt x="2119"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2"/>
              <p:cNvSpPr/>
              <p:nvPr/>
            </p:nvSpPr>
            <p:spPr>
              <a:xfrm>
                <a:off x="-4138220" y="4418727"/>
                <a:ext cx="84971" cy="67387"/>
              </a:xfrm>
              <a:custGeom>
                <a:rect b="b" l="l" r="r" t="t"/>
                <a:pathLst>
                  <a:path extrusionOk="0" fill="none" h="663" w="836">
                    <a:moveTo>
                      <a:pt x="836" y="1"/>
                    </a:moveTo>
                    <a:cubicBezTo>
                      <a:pt x="836" y="1"/>
                      <a:pt x="705" y="389"/>
                      <a:pt x="0" y="662"/>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2"/>
              <p:cNvSpPr/>
              <p:nvPr/>
            </p:nvSpPr>
            <p:spPr>
              <a:xfrm>
                <a:off x="-4079473" y="4272771"/>
                <a:ext cx="99302" cy="153680"/>
              </a:xfrm>
              <a:custGeom>
                <a:rect b="b" l="l" r="r" t="t"/>
                <a:pathLst>
                  <a:path extrusionOk="0" h="1512" w="977">
                    <a:moveTo>
                      <a:pt x="486" y="0"/>
                    </a:moveTo>
                    <a:cubicBezTo>
                      <a:pt x="305" y="0"/>
                      <a:pt x="132" y="115"/>
                      <a:pt x="69" y="292"/>
                    </a:cubicBezTo>
                    <a:cubicBezTo>
                      <a:pt x="1" y="488"/>
                      <a:pt x="78" y="697"/>
                      <a:pt x="242" y="805"/>
                    </a:cubicBezTo>
                    <a:cubicBezTo>
                      <a:pt x="302" y="845"/>
                      <a:pt x="327" y="921"/>
                      <a:pt x="305" y="990"/>
                    </a:cubicBezTo>
                    <a:lnTo>
                      <a:pt x="177" y="1387"/>
                    </a:lnTo>
                    <a:cubicBezTo>
                      <a:pt x="165" y="1427"/>
                      <a:pt x="176" y="1473"/>
                      <a:pt x="211" y="1495"/>
                    </a:cubicBezTo>
                    <a:cubicBezTo>
                      <a:pt x="227" y="1506"/>
                      <a:pt x="245" y="1512"/>
                      <a:pt x="263" y="1512"/>
                    </a:cubicBezTo>
                    <a:cubicBezTo>
                      <a:pt x="287" y="1512"/>
                      <a:pt x="311" y="1502"/>
                      <a:pt x="327" y="1485"/>
                    </a:cubicBezTo>
                    <a:cubicBezTo>
                      <a:pt x="439" y="1375"/>
                      <a:pt x="751" y="1032"/>
                      <a:pt x="900" y="573"/>
                    </a:cubicBezTo>
                    <a:cubicBezTo>
                      <a:pt x="976" y="339"/>
                      <a:pt x="843" y="87"/>
                      <a:pt x="606" y="18"/>
                    </a:cubicBezTo>
                    <a:cubicBezTo>
                      <a:pt x="566" y="6"/>
                      <a:pt x="526" y="0"/>
                      <a:pt x="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2"/>
              <p:cNvSpPr/>
              <p:nvPr/>
            </p:nvSpPr>
            <p:spPr>
              <a:xfrm>
                <a:off x="-4077745" y="4272872"/>
                <a:ext cx="89646" cy="70741"/>
              </a:xfrm>
              <a:custGeom>
                <a:rect b="b" l="l" r="r" t="t"/>
                <a:pathLst>
                  <a:path extrusionOk="0" h="696" w="882">
                    <a:moveTo>
                      <a:pt x="467" y="0"/>
                    </a:moveTo>
                    <a:cubicBezTo>
                      <a:pt x="286" y="0"/>
                      <a:pt x="114" y="115"/>
                      <a:pt x="51" y="292"/>
                    </a:cubicBezTo>
                    <a:cubicBezTo>
                      <a:pt x="0" y="435"/>
                      <a:pt x="27" y="584"/>
                      <a:pt x="110" y="696"/>
                    </a:cubicBezTo>
                    <a:cubicBezTo>
                      <a:pt x="81" y="607"/>
                      <a:pt x="79" y="507"/>
                      <a:pt x="113" y="411"/>
                    </a:cubicBezTo>
                    <a:cubicBezTo>
                      <a:pt x="175" y="234"/>
                      <a:pt x="348" y="119"/>
                      <a:pt x="528" y="119"/>
                    </a:cubicBezTo>
                    <a:cubicBezTo>
                      <a:pt x="568" y="119"/>
                      <a:pt x="609" y="124"/>
                      <a:pt x="649" y="136"/>
                    </a:cubicBezTo>
                    <a:cubicBezTo>
                      <a:pt x="747" y="166"/>
                      <a:pt x="826" y="225"/>
                      <a:pt x="882" y="301"/>
                    </a:cubicBezTo>
                    <a:cubicBezTo>
                      <a:pt x="837" y="169"/>
                      <a:pt x="732" y="60"/>
                      <a:pt x="588" y="18"/>
                    </a:cubicBezTo>
                    <a:cubicBezTo>
                      <a:pt x="548" y="6"/>
                      <a:pt x="507" y="0"/>
                      <a:pt x="4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2"/>
              <p:cNvSpPr/>
              <p:nvPr/>
            </p:nvSpPr>
            <p:spPr>
              <a:xfrm>
                <a:off x="-4138220" y="4506139"/>
                <a:ext cx="102453" cy="64135"/>
              </a:xfrm>
              <a:custGeom>
                <a:rect b="b" l="l" r="r" t="t"/>
                <a:pathLst>
                  <a:path extrusionOk="0" fill="none" h="631" w="1008">
                    <a:moveTo>
                      <a:pt x="1007" y="0"/>
                    </a:moveTo>
                    <a:cubicBezTo>
                      <a:pt x="1007" y="0"/>
                      <a:pt x="656" y="74"/>
                      <a:pt x="0" y="631"/>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2"/>
              <p:cNvSpPr/>
              <p:nvPr/>
            </p:nvSpPr>
            <p:spPr>
              <a:xfrm>
                <a:off x="-4044712" y="4393012"/>
                <a:ext cx="137316" cy="121866"/>
              </a:xfrm>
              <a:custGeom>
                <a:rect b="b" l="l" r="r" t="t"/>
                <a:pathLst>
                  <a:path extrusionOk="0" h="1199" w="1351">
                    <a:moveTo>
                      <a:pt x="849" y="0"/>
                    </a:moveTo>
                    <a:cubicBezTo>
                      <a:pt x="763" y="0"/>
                      <a:pt x="675" y="26"/>
                      <a:pt x="601" y="78"/>
                    </a:cubicBezTo>
                    <a:cubicBezTo>
                      <a:pt x="430" y="197"/>
                      <a:pt x="371" y="412"/>
                      <a:pt x="442" y="595"/>
                    </a:cubicBezTo>
                    <a:cubicBezTo>
                      <a:pt x="468" y="662"/>
                      <a:pt x="444" y="739"/>
                      <a:pt x="387" y="782"/>
                    </a:cubicBezTo>
                    <a:lnTo>
                      <a:pt x="51" y="1031"/>
                    </a:lnTo>
                    <a:cubicBezTo>
                      <a:pt x="18" y="1055"/>
                      <a:pt x="1" y="1100"/>
                      <a:pt x="15" y="1138"/>
                    </a:cubicBezTo>
                    <a:cubicBezTo>
                      <a:pt x="29" y="1176"/>
                      <a:pt x="64" y="1199"/>
                      <a:pt x="102" y="1199"/>
                    </a:cubicBezTo>
                    <a:cubicBezTo>
                      <a:pt x="107" y="1199"/>
                      <a:pt x="112" y="1199"/>
                      <a:pt x="116" y="1198"/>
                    </a:cubicBezTo>
                    <a:cubicBezTo>
                      <a:pt x="271" y="1172"/>
                      <a:pt x="725" y="1077"/>
                      <a:pt x="1113" y="790"/>
                    </a:cubicBezTo>
                    <a:cubicBezTo>
                      <a:pt x="1311" y="644"/>
                      <a:pt x="1350" y="361"/>
                      <a:pt x="1197" y="167"/>
                    </a:cubicBezTo>
                    <a:cubicBezTo>
                      <a:pt x="1112" y="58"/>
                      <a:pt x="981" y="0"/>
                      <a:pt x="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2"/>
              <p:cNvSpPr/>
              <p:nvPr/>
            </p:nvSpPr>
            <p:spPr>
              <a:xfrm>
                <a:off x="-4002837" y="4393012"/>
                <a:ext cx="91476" cy="57935"/>
              </a:xfrm>
              <a:custGeom>
                <a:rect b="b" l="l" r="r" t="t"/>
                <a:pathLst>
                  <a:path extrusionOk="0" h="570" w="900">
                    <a:moveTo>
                      <a:pt x="437" y="0"/>
                    </a:moveTo>
                    <a:cubicBezTo>
                      <a:pt x="350" y="0"/>
                      <a:pt x="263" y="25"/>
                      <a:pt x="189" y="77"/>
                    </a:cubicBezTo>
                    <a:cubicBezTo>
                      <a:pt x="66" y="164"/>
                      <a:pt x="0" y="301"/>
                      <a:pt x="1" y="440"/>
                    </a:cubicBezTo>
                    <a:cubicBezTo>
                      <a:pt x="29" y="350"/>
                      <a:pt x="86" y="269"/>
                      <a:pt x="170" y="210"/>
                    </a:cubicBezTo>
                    <a:cubicBezTo>
                      <a:pt x="244" y="158"/>
                      <a:pt x="331" y="133"/>
                      <a:pt x="418" y="133"/>
                    </a:cubicBezTo>
                    <a:cubicBezTo>
                      <a:pt x="549" y="133"/>
                      <a:pt x="680" y="191"/>
                      <a:pt x="764" y="299"/>
                    </a:cubicBezTo>
                    <a:cubicBezTo>
                      <a:pt x="827" y="380"/>
                      <a:pt x="858" y="474"/>
                      <a:pt x="858" y="569"/>
                    </a:cubicBezTo>
                    <a:cubicBezTo>
                      <a:pt x="899" y="436"/>
                      <a:pt x="878" y="286"/>
                      <a:pt x="785" y="167"/>
                    </a:cubicBezTo>
                    <a:cubicBezTo>
                      <a:pt x="700" y="58"/>
                      <a:pt x="569" y="0"/>
                      <a:pt x="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2"/>
              <p:cNvSpPr/>
              <p:nvPr/>
            </p:nvSpPr>
            <p:spPr>
              <a:xfrm>
                <a:off x="-4124804" y="4595583"/>
                <a:ext cx="46856" cy="83650"/>
              </a:xfrm>
              <a:custGeom>
                <a:rect b="b" l="l" r="r" t="t"/>
                <a:pathLst>
                  <a:path extrusionOk="0" h="823" w="461">
                    <a:moveTo>
                      <a:pt x="0" y="1"/>
                    </a:moveTo>
                    <a:lnTo>
                      <a:pt x="0" y="822"/>
                    </a:lnTo>
                    <a:lnTo>
                      <a:pt x="132" y="822"/>
                    </a:lnTo>
                    <a:cubicBezTo>
                      <a:pt x="313" y="822"/>
                      <a:pt x="460" y="676"/>
                      <a:pt x="460" y="495"/>
                    </a:cubicBezTo>
                    <a:lnTo>
                      <a:pt x="460" y="329"/>
                    </a:lnTo>
                    <a:cubicBezTo>
                      <a:pt x="460" y="147"/>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2"/>
              <p:cNvSpPr/>
              <p:nvPr/>
            </p:nvSpPr>
            <p:spPr>
              <a:xfrm>
                <a:off x="-4520891" y="4235468"/>
                <a:ext cx="83650" cy="46754"/>
              </a:xfrm>
              <a:custGeom>
                <a:rect b="b" l="l" r="r" t="t"/>
                <a:pathLst>
                  <a:path extrusionOk="0" h="460" w="823">
                    <a:moveTo>
                      <a:pt x="328" y="1"/>
                    </a:moveTo>
                    <a:cubicBezTo>
                      <a:pt x="147" y="1"/>
                      <a:pt x="0" y="148"/>
                      <a:pt x="0" y="328"/>
                    </a:cubicBezTo>
                    <a:lnTo>
                      <a:pt x="0" y="460"/>
                    </a:lnTo>
                    <a:lnTo>
                      <a:pt x="823" y="460"/>
                    </a:lnTo>
                    <a:lnTo>
                      <a:pt x="823" y="329"/>
                    </a:lnTo>
                    <a:cubicBezTo>
                      <a:pt x="823" y="148"/>
                      <a:pt x="675" y="1"/>
                      <a:pt x="495" y="1"/>
                    </a:cubicBezTo>
                    <a:lnTo>
                      <a:pt x="330" y="1"/>
                    </a:lnTo>
                    <a:cubicBezTo>
                      <a:pt x="329" y="1"/>
                      <a:pt x="328"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2"/>
              <p:cNvSpPr/>
              <p:nvPr/>
            </p:nvSpPr>
            <p:spPr>
              <a:xfrm>
                <a:off x="-4414577" y="4235468"/>
                <a:ext cx="83650" cy="46754"/>
              </a:xfrm>
              <a:custGeom>
                <a:rect b="b" l="l" r="r" t="t"/>
                <a:pathLst>
                  <a:path extrusionOk="0" h="460" w="823">
                    <a:moveTo>
                      <a:pt x="328" y="1"/>
                    </a:moveTo>
                    <a:cubicBezTo>
                      <a:pt x="147" y="1"/>
                      <a:pt x="1" y="148"/>
                      <a:pt x="1" y="328"/>
                    </a:cubicBezTo>
                    <a:lnTo>
                      <a:pt x="1" y="460"/>
                    </a:lnTo>
                    <a:lnTo>
                      <a:pt x="822" y="460"/>
                    </a:lnTo>
                    <a:lnTo>
                      <a:pt x="822" y="329"/>
                    </a:lnTo>
                    <a:cubicBezTo>
                      <a:pt x="822" y="148"/>
                      <a:pt x="676" y="1"/>
                      <a:pt x="495" y="1"/>
                    </a:cubicBezTo>
                    <a:lnTo>
                      <a:pt x="330" y="1"/>
                    </a:lnTo>
                    <a:cubicBezTo>
                      <a:pt x="329" y="1"/>
                      <a:pt x="329"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2"/>
              <p:cNvSpPr/>
              <p:nvPr/>
            </p:nvSpPr>
            <p:spPr>
              <a:xfrm>
                <a:off x="-4124804" y="4704644"/>
                <a:ext cx="46856" cy="83650"/>
              </a:xfrm>
              <a:custGeom>
                <a:rect b="b" l="l" r="r" t="t"/>
                <a:pathLst>
                  <a:path extrusionOk="0" h="823" w="461">
                    <a:moveTo>
                      <a:pt x="0" y="1"/>
                    </a:moveTo>
                    <a:lnTo>
                      <a:pt x="0" y="822"/>
                    </a:lnTo>
                    <a:lnTo>
                      <a:pt x="132" y="822"/>
                    </a:lnTo>
                    <a:cubicBezTo>
                      <a:pt x="313" y="822"/>
                      <a:pt x="460" y="676"/>
                      <a:pt x="460" y="495"/>
                    </a:cubicBezTo>
                    <a:lnTo>
                      <a:pt x="460" y="330"/>
                    </a:lnTo>
                    <a:cubicBezTo>
                      <a:pt x="460" y="146"/>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2"/>
              <p:cNvSpPr/>
              <p:nvPr/>
            </p:nvSpPr>
            <p:spPr>
              <a:xfrm>
                <a:off x="-4685648" y="4792055"/>
                <a:ext cx="156831" cy="156932"/>
              </a:xfrm>
              <a:custGeom>
                <a:rect b="b" l="l" r="r" t="t"/>
                <a:pathLst>
                  <a:path extrusionOk="0" h="1544" w="1543">
                    <a:moveTo>
                      <a:pt x="772" y="124"/>
                    </a:moveTo>
                    <a:cubicBezTo>
                      <a:pt x="1129" y="124"/>
                      <a:pt x="1419" y="415"/>
                      <a:pt x="1419" y="772"/>
                    </a:cubicBezTo>
                    <a:cubicBezTo>
                      <a:pt x="1419" y="1130"/>
                      <a:pt x="1129" y="1420"/>
                      <a:pt x="772" y="1420"/>
                    </a:cubicBezTo>
                    <a:cubicBezTo>
                      <a:pt x="414" y="1420"/>
                      <a:pt x="124" y="1130"/>
                      <a:pt x="124" y="772"/>
                    </a:cubicBezTo>
                    <a:cubicBezTo>
                      <a:pt x="124" y="415"/>
                      <a:pt x="414" y="124"/>
                      <a:pt x="772" y="124"/>
                    </a:cubicBezTo>
                    <a:close/>
                    <a:moveTo>
                      <a:pt x="772" y="1"/>
                    </a:moveTo>
                    <a:cubicBezTo>
                      <a:pt x="346" y="1"/>
                      <a:pt x="0" y="346"/>
                      <a:pt x="0" y="772"/>
                    </a:cubicBezTo>
                    <a:cubicBezTo>
                      <a:pt x="0" y="1198"/>
                      <a:pt x="346" y="1543"/>
                      <a:pt x="772" y="1543"/>
                    </a:cubicBezTo>
                    <a:cubicBezTo>
                      <a:pt x="1196" y="1543"/>
                      <a:pt x="1543" y="1199"/>
                      <a:pt x="1543" y="772"/>
                    </a:cubicBezTo>
                    <a:cubicBezTo>
                      <a:pt x="1543" y="346"/>
                      <a:pt x="1197" y="1"/>
                      <a:pt x="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2"/>
              <p:cNvSpPr/>
              <p:nvPr/>
            </p:nvSpPr>
            <p:spPr>
              <a:xfrm>
                <a:off x="-4607284" y="4258846"/>
                <a:ext cx="505964" cy="729267"/>
              </a:xfrm>
              <a:custGeom>
                <a:rect b="b" l="l" r="r" t="t"/>
                <a:pathLst>
                  <a:path extrusionOk="0" h="7175" w="4978">
                    <a:moveTo>
                      <a:pt x="4616" y="1"/>
                    </a:moveTo>
                    <a:cubicBezTo>
                      <a:pt x="4615" y="1"/>
                      <a:pt x="4615" y="1"/>
                      <a:pt x="4614" y="1"/>
                    </a:cubicBezTo>
                    <a:lnTo>
                      <a:pt x="364" y="1"/>
                    </a:lnTo>
                    <a:cubicBezTo>
                      <a:pt x="163" y="1"/>
                      <a:pt x="1" y="163"/>
                      <a:pt x="1" y="364"/>
                    </a:cubicBezTo>
                    <a:lnTo>
                      <a:pt x="1" y="6861"/>
                    </a:lnTo>
                    <a:cubicBezTo>
                      <a:pt x="1" y="7034"/>
                      <a:pt x="141" y="7174"/>
                      <a:pt x="314" y="7174"/>
                    </a:cubicBezTo>
                    <a:lnTo>
                      <a:pt x="4664" y="7174"/>
                    </a:lnTo>
                    <a:cubicBezTo>
                      <a:pt x="4837" y="7174"/>
                      <a:pt x="4977" y="7034"/>
                      <a:pt x="4977" y="6861"/>
                    </a:cubicBezTo>
                    <a:lnTo>
                      <a:pt x="4977" y="363"/>
                    </a:lnTo>
                    <a:cubicBezTo>
                      <a:pt x="4977" y="164"/>
                      <a:pt x="4814" y="1"/>
                      <a:pt x="4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2"/>
              <p:cNvSpPr/>
              <p:nvPr/>
            </p:nvSpPr>
            <p:spPr>
              <a:xfrm>
                <a:off x="-4607386" y="4312614"/>
                <a:ext cx="506066" cy="17787"/>
              </a:xfrm>
              <a:custGeom>
                <a:rect b="b" l="l" r="r" t="t"/>
                <a:pathLst>
                  <a:path extrusionOk="0" h="175" w="4979">
                    <a:moveTo>
                      <a:pt x="1" y="0"/>
                    </a:moveTo>
                    <a:lnTo>
                      <a:pt x="1" y="175"/>
                    </a:lnTo>
                    <a:lnTo>
                      <a:pt x="4978" y="175"/>
                    </a:lnTo>
                    <a:lnTo>
                      <a:pt x="49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2"/>
              <p:cNvSpPr/>
              <p:nvPr/>
            </p:nvSpPr>
            <p:spPr>
              <a:xfrm>
                <a:off x="-4119823" y="4574645"/>
                <a:ext cx="18498" cy="234280"/>
              </a:xfrm>
              <a:custGeom>
                <a:rect b="b" l="l" r="r" t="t"/>
                <a:pathLst>
                  <a:path extrusionOk="0" h="2305" w="182">
                    <a:moveTo>
                      <a:pt x="181" y="0"/>
                    </a:moveTo>
                    <a:cubicBezTo>
                      <a:pt x="79" y="12"/>
                      <a:pt x="1" y="98"/>
                      <a:pt x="1" y="203"/>
                    </a:cubicBezTo>
                    <a:lnTo>
                      <a:pt x="1" y="2101"/>
                    </a:lnTo>
                    <a:cubicBezTo>
                      <a:pt x="1" y="2206"/>
                      <a:pt x="79" y="2293"/>
                      <a:pt x="181" y="2305"/>
                    </a:cubicBezTo>
                    <a:lnTo>
                      <a:pt x="1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2"/>
              <p:cNvSpPr/>
              <p:nvPr/>
            </p:nvSpPr>
            <p:spPr>
              <a:xfrm>
                <a:off x="-4607386" y="4364959"/>
                <a:ext cx="436239" cy="562171"/>
              </a:xfrm>
              <a:custGeom>
                <a:rect b="b" l="l" r="r" t="t"/>
                <a:pathLst>
                  <a:path extrusionOk="0" h="5531" w="4292">
                    <a:moveTo>
                      <a:pt x="1" y="0"/>
                    </a:moveTo>
                    <a:lnTo>
                      <a:pt x="1" y="5531"/>
                    </a:lnTo>
                    <a:lnTo>
                      <a:pt x="3911" y="5531"/>
                    </a:lnTo>
                    <a:cubicBezTo>
                      <a:pt x="4122" y="5531"/>
                      <a:pt x="4292" y="5360"/>
                      <a:pt x="4292" y="5150"/>
                    </a:cubicBezTo>
                    <a:lnTo>
                      <a:pt x="4292" y="381"/>
                    </a:lnTo>
                    <a:cubicBezTo>
                      <a:pt x="4292" y="170"/>
                      <a:pt x="4121" y="0"/>
                      <a:pt x="39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2"/>
              <p:cNvSpPr/>
              <p:nvPr/>
            </p:nvSpPr>
            <p:spPr>
              <a:xfrm>
                <a:off x="-4484199" y="4421573"/>
                <a:ext cx="189864" cy="449046"/>
              </a:xfrm>
              <a:custGeom>
                <a:rect b="b" l="l" r="r" t="t"/>
                <a:pathLst>
                  <a:path extrusionOk="0" h="4418" w="1868">
                    <a:moveTo>
                      <a:pt x="1571" y="0"/>
                    </a:moveTo>
                    <a:cubicBezTo>
                      <a:pt x="1570" y="0"/>
                      <a:pt x="1570" y="0"/>
                      <a:pt x="1569" y="0"/>
                    </a:cubicBezTo>
                    <a:lnTo>
                      <a:pt x="299" y="0"/>
                    </a:lnTo>
                    <a:cubicBezTo>
                      <a:pt x="134" y="0"/>
                      <a:pt x="0" y="134"/>
                      <a:pt x="0" y="299"/>
                    </a:cubicBezTo>
                    <a:lnTo>
                      <a:pt x="0" y="4119"/>
                    </a:lnTo>
                    <a:cubicBezTo>
                      <a:pt x="0" y="4283"/>
                      <a:pt x="134" y="4417"/>
                      <a:pt x="299" y="4417"/>
                    </a:cubicBezTo>
                    <a:lnTo>
                      <a:pt x="1569" y="4417"/>
                    </a:lnTo>
                    <a:cubicBezTo>
                      <a:pt x="1734" y="4417"/>
                      <a:pt x="1867" y="4284"/>
                      <a:pt x="1867" y="4119"/>
                    </a:cubicBezTo>
                    <a:lnTo>
                      <a:pt x="1867" y="299"/>
                    </a:lnTo>
                    <a:cubicBezTo>
                      <a:pt x="1867" y="134"/>
                      <a:pt x="1735" y="0"/>
                      <a:pt x="1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2"/>
              <p:cNvSpPr/>
              <p:nvPr/>
            </p:nvSpPr>
            <p:spPr>
              <a:xfrm>
                <a:off x="-4409800" y="4518132"/>
                <a:ext cx="41063" cy="255828"/>
              </a:xfrm>
              <a:custGeom>
                <a:rect b="b" l="l" r="r" t="t"/>
                <a:pathLst>
                  <a:path extrusionOk="0" h="2517" w="404">
                    <a:moveTo>
                      <a:pt x="0" y="1"/>
                    </a:moveTo>
                    <a:lnTo>
                      <a:pt x="0" y="2517"/>
                    </a:lnTo>
                    <a:lnTo>
                      <a:pt x="404" y="2517"/>
                    </a:lnTo>
                    <a:lnTo>
                      <a:pt x="40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2"/>
              <p:cNvSpPr/>
              <p:nvPr/>
            </p:nvSpPr>
            <p:spPr>
              <a:xfrm>
                <a:off x="-4484098" y="4421472"/>
                <a:ext cx="189762" cy="204296"/>
              </a:xfrm>
              <a:custGeom>
                <a:rect b="b" l="l" r="r" t="t"/>
                <a:pathLst>
                  <a:path extrusionOk="0" h="2010" w="1867">
                    <a:moveTo>
                      <a:pt x="472" y="0"/>
                    </a:moveTo>
                    <a:cubicBezTo>
                      <a:pt x="272" y="99"/>
                      <a:pt x="107" y="258"/>
                      <a:pt x="1" y="455"/>
                    </a:cubicBezTo>
                    <a:lnTo>
                      <a:pt x="1" y="1450"/>
                    </a:lnTo>
                    <a:cubicBezTo>
                      <a:pt x="178" y="1783"/>
                      <a:pt x="530" y="2010"/>
                      <a:pt x="933" y="2010"/>
                    </a:cubicBezTo>
                    <a:cubicBezTo>
                      <a:pt x="1338" y="2010"/>
                      <a:pt x="1689" y="1783"/>
                      <a:pt x="1866" y="1450"/>
                    </a:cubicBezTo>
                    <a:lnTo>
                      <a:pt x="1866" y="455"/>
                    </a:lnTo>
                    <a:cubicBezTo>
                      <a:pt x="1762" y="258"/>
                      <a:pt x="1596" y="99"/>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2"/>
              <p:cNvSpPr/>
              <p:nvPr/>
            </p:nvSpPr>
            <p:spPr>
              <a:xfrm>
                <a:off x="-4457773" y="4449626"/>
                <a:ext cx="137214" cy="137214"/>
              </a:xfrm>
              <a:custGeom>
                <a:rect b="b" l="l" r="r" t="t"/>
                <a:pathLst>
                  <a:path extrusionOk="0" h="1350" w="1350">
                    <a:moveTo>
                      <a:pt x="674" y="0"/>
                    </a:moveTo>
                    <a:cubicBezTo>
                      <a:pt x="302" y="0"/>
                      <a:pt x="1" y="302"/>
                      <a:pt x="1" y="675"/>
                    </a:cubicBezTo>
                    <a:cubicBezTo>
                      <a:pt x="1" y="1048"/>
                      <a:pt x="302" y="1350"/>
                      <a:pt x="674" y="1350"/>
                    </a:cubicBezTo>
                    <a:cubicBezTo>
                      <a:pt x="1047" y="1350"/>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2"/>
              <p:cNvSpPr/>
              <p:nvPr/>
            </p:nvSpPr>
            <p:spPr>
              <a:xfrm>
                <a:off x="-4484098" y="4666427"/>
                <a:ext cx="189762" cy="204296"/>
              </a:xfrm>
              <a:custGeom>
                <a:rect b="b" l="l" r="r" t="t"/>
                <a:pathLst>
                  <a:path extrusionOk="0" h="2010" w="1867">
                    <a:moveTo>
                      <a:pt x="933" y="0"/>
                    </a:moveTo>
                    <a:cubicBezTo>
                      <a:pt x="530" y="0"/>
                      <a:pt x="179" y="227"/>
                      <a:pt x="1" y="560"/>
                    </a:cubicBezTo>
                    <a:lnTo>
                      <a:pt x="1" y="1555"/>
                    </a:lnTo>
                    <a:cubicBezTo>
                      <a:pt x="106" y="1754"/>
                      <a:pt x="271" y="1911"/>
                      <a:pt x="472" y="2009"/>
                    </a:cubicBezTo>
                    <a:lnTo>
                      <a:pt x="1396" y="2009"/>
                    </a:lnTo>
                    <a:cubicBezTo>
                      <a:pt x="1596" y="1911"/>
                      <a:pt x="1760" y="1751"/>
                      <a:pt x="1866" y="1555"/>
                    </a:cubicBezTo>
                    <a:lnTo>
                      <a:pt x="1866" y="560"/>
                    </a:lnTo>
                    <a:cubicBezTo>
                      <a:pt x="1689" y="227"/>
                      <a:pt x="1338" y="0"/>
                      <a:pt x="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2"/>
              <p:cNvSpPr/>
              <p:nvPr/>
            </p:nvSpPr>
            <p:spPr>
              <a:xfrm>
                <a:off x="-4457773" y="4705355"/>
                <a:ext cx="137214" cy="137112"/>
              </a:xfrm>
              <a:custGeom>
                <a:rect b="b" l="l" r="r" t="t"/>
                <a:pathLst>
                  <a:path extrusionOk="0" h="1349" w="1350">
                    <a:moveTo>
                      <a:pt x="674" y="0"/>
                    </a:moveTo>
                    <a:cubicBezTo>
                      <a:pt x="302" y="0"/>
                      <a:pt x="1" y="302"/>
                      <a:pt x="1" y="675"/>
                    </a:cubicBezTo>
                    <a:cubicBezTo>
                      <a:pt x="1" y="1048"/>
                      <a:pt x="302" y="1349"/>
                      <a:pt x="674" y="1349"/>
                    </a:cubicBezTo>
                    <a:cubicBezTo>
                      <a:pt x="1047" y="1349"/>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2"/>
              <p:cNvSpPr/>
              <p:nvPr/>
            </p:nvSpPr>
            <p:spPr>
              <a:xfrm>
                <a:off x="-4607284" y="4484489"/>
                <a:ext cx="72571" cy="323215"/>
              </a:xfrm>
              <a:custGeom>
                <a:rect b="b" l="l" r="r" t="t"/>
                <a:pathLst>
                  <a:path extrusionOk="0" h="3180" w="714">
                    <a:moveTo>
                      <a:pt x="1" y="1"/>
                    </a:moveTo>
                    <a:lnTo>
                      <a:pt x="1" y="3179"/>
                    </a:lnTo>
                    <a:lnTo>
                      <a:pt x="342" y="3064"/>
                    </a:lnTo>
                    <a:cubicBezTo>
                      <a:pt x="563" y="2987"/>
                      <a:pt x="713" y="2780"/>
                      <a:pt x="713" y="2545"/>
                    </a:cubicBezTo>
                    <a:lnTo>
                      <a:pt x="713" y="635"/>
                    </a:lnTo>
                    <a:cubicBezTo>
                      <a:pt x="713" y="401"/>
                      <a:pt x="563" y="193"/>
                      <a:pt x="342" y="117"/>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2"/>
              <p:cNvSpPr/>
              <p:nvPr/>
            </p:nvSpPr>
            <p:spPr>
              <a:xfrm>
                <a:off x="-4607284" y="4611439"/>
                <a:ext cx="34863" cy="69318"/>
              </a:xfrm>
              <a:custGeom>
                <a:rect b="b" l="l" r="r" t="t"/>
                <a:pathLst>
                  <a:path extrusionOk="0" h="682" w="343">
                    <a:moveTo>
                      <a:pt x="1" y="0"/>
                    </a:moveTo>
                    <a:lnTo>
                      <a:pt x="1" y="682"/>
                    </a:lnTo>
                    <a:cubicBezTo>
                      <a:pt x="189" y="682"/>
                      <a:pt x="342" y="530"/>
                      <a:pt x="343" y="342"/>
                    </a:cubicBezTo>
                    <a:cubicBezTo>
                      <a:pt x="343" y="153"/>
                      <a:pt x="18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2"/>
              <p:cNvSpPr/>
              <p:nvPr/>
            </p:nvSpPr>
            <p:spPr>
              <a:xfrm>
                <a:off x="-4439986" y="4467413"/>
                <a:ext cx="101538" cy="101640"/>
              </a:xfrm>
              <a:custGeom>
                <a:rect b="b" l="l" r="r" t="t"/>
                <a:pathLst>
                  <a:path extrusionOk="0" h="1000" w="999">
                    <a:moveTo>
                      <a:pt x="499" y="0"/>
                    </a:moveTo>
                    <a:cubicBezTo>
                      <a:pt x="224" y="0"/>
                      <a:pt x="1" y="224"/>
                      <a:pt x="1" y="500"/>
                    </a:cubicBezTo>
                    <a:cubicBezTo>
                      <a:pt x="1" y="776"/>
                      <a:pt x="224" y="999"/>
                      <a:pt x="499" y="999"/>
                    </a:cubicBezTo>
                    <a:cubicBezTo>
                      <a:pt x="775" y="999"/>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2"/>
              <p:cNvSpPr/>
              <p:nvPr/>
            </p:nvSpPr>
            <p:spPr>
              <a:xfrm>
                <a:off x="-4439986" y="4723142"/>
                <a:ext cx="101538" cy="101538"/>
              </a:xfrm>
              <a:custGeom>
                <a:rect b="b" l="l" r="r" t="t"/>
                <a:pathLst>
                  <a:path extrusionOk="0" h="999" w="999">
                    <a:moveTo>
                      <a:pt x="499" y="0"/>
                    </a:moveTo>
                    <a:cubicBezTo>
                      <a:pt x="224" y="0"/>
                      <a:pt x="1" y="224"/>
                      <a:pt x="1" y="500"/>
                    </a:cubicBezTo>
                    <a:cubicBezTo>
                      <a:pt x="1" y="776"/>
                      <a:pt x="224" y="998"/>
                      <a:pt x="499" y="998"/>
                    </a:cubicBezTo>
                    <a:cubicBezTo>
                      <a:pt x="775" y="998"/>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2"/>
              <p:cNvSpPr/>
              <p:nvPr/>
            </p:nvSpPr>
            <p:spPr>
              <a:xfrm>
                <a:off x="-4266895" y="4421472"/>
                <a:ext cx="17076" cy="449046"/>
              </a:xfrm>
              <a:custGeom>
                <a:rect b="b" l="l" r="r" t="t"/>
                <a:pathLst>
                  <a:path extrusionOk="0" h="4418" w="168">
                    <a:moveTo>
                      <a:pt x="70" y="0"/>
                    </a:moveTo>
                    <a:cubicBezTo>
                      <a:pt x="31" y="0"/>
                      <a:pt x="1" y="31"/>
                      <a:pt x="1" y="70"/>
                    </a:cubicBezTo>
                    <a:lnTo>
                      <a:pt x="1" y="4347"/>
                    </a:lnTo>
                    <a:cubicBezTo>
                      <a:pt x="1" y="4386"/>
                      <a:pt x="31" y="4417"/>
                      <a:pt x="70" y="4417"/>
                    </a:cubicBezTo>
                    <a:lnTo>
                      <a:pt x="99" y="4417"/>
                    </a:lnTo>
                    <a:cubicBezTo>
                      <a:pt x="137" y="4417"/>
                      <a:pt x="168" y="4386"/>
                      <a:pt x="168" y="4347"/>
                    </a:cubicBezTo>
                    <a:lnTo>
                      <a:pt x="168" y="70"/>
                    </a:lnTo>
                    <a:cubicBezTo>
                      <a:pt x="168" y="32"/>
                      <a:pt x="137" y="0"/>
                      <a:pt x="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2"/>
              <p:cNvSpPr/>
              <p:nvPr/>
            </p:nvSpPr>
            <p:spPr>
              <a:xfrm>
                <a:off x="-4232643" y="4421472"/>
                <a:ext cx="17279" cy="449046"/>
              </a:xfrm>
              <a:custGeom>
                <a:rect b="b" l="l" r="r" t="t"/>
                <a:pathLst>
                  <a:path extrusionOk="0" h="4418" w="170">
                    <a:moveTo>
                      <a:pt x="69" y="0"/>
                    </a:moveTo>
                    <a:cubicBezTo>
                      <a:pt x="31" y="0"/>
                      <a:pt x="0" y="31"/>
                      <a:pt x="0" y="70"/>
                    </a:cubicBezTo>
                    <a:lnTo>
                      <a:pt x="0" y="4347"/>
                    </a:lnTo>
                    <a:cubicBezTo>
                      <a:pt x="0" y="4386"/>
                      <a:pt x="31" y="4417"/>
                      <a:pt x="69" y="4417"/>
                    </a:cubicBezTo>
                    <a:lnTo>
                      <a:pt x="98" y="4417"/>
                    </a:lnTo>
                    <a:cubicBezTo>
                      <a:pt x="136" y="4417"/>
                      <a:pt x="167" y="4386"/>
                      <a:pt x="167" y="4347"/>
                    </a:cubicBezTo>
                    <a:lnTo>
                      <a:pt x="167" y="70"/>
                    </a:lnTo>
                    <a:cubicBezTo>
                      <a:pt x="169" y="32"/>
                      <a:pt x="136" y="0"/>
                      <a:pt x="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4038" name="Shape 4038"/>
        <p:cNvGrpSpPr/>
        <p:nvPr/>
      </p:nvGrpSpPr>
      <p:grpSpPr>
        <a:xfrm>
          <a:off x="0" y="0"/>
          <a:ext cx="0" cy="0"/>
          <a:chOff x="0" y="0"/>
          <a:chExt cx="0" cy="0"/>
        </a:xfrm>
      </p:grpSpPr>
      <p:sp>
        <p:nvSpPr>
          <p:cNvPr id="4039" name="Google Shape;4039;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4040" name="Google Shape;4040;p53"/>
          <p:cNvSpPr txBox="1"/>
          <p:nvPr>
            <p:ph idx="1" type="subTitle"/>
          </p:nvPr>
        </p:nvSpPr>
        <p:spPr>
          <a:xfrm>
            <a:off x="4982074" y="3159748"/>
            <a:ext cx="2925300" cy="1010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041" name="Google Shape;4041;p53"/>
          <p:cNvSpPr txBox="1"/>
          <p:nvPr>
            <p:ph idx="2" type="subTitle"/>
          </p:nvPr>
        </p:nvSpPr>
        <p:spPr>
          <a:xfrm>
            <a:off x="1236775" y="3159748"/>
            <a:ext cx="2925300" cy="1010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042" name="Google Shape;4042;p53"/>
          <p:cNvSpPr txBox="1"/>
          <p:nvPr>
            <p:ph idx="3" type="subTitle"/>
          </p:nvPr>
        </p:nvSpPr>
        <p:spPr>
          <a:xfrm>
            <a:off x="1236775" y="2854950"/>
            <a:ext cx="29253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043" name="Google Shape;4043;p53"/>
          <p:cNvSpPr txBox="1"/>
          <p:nvPr>
            <p:ph idx="4" type="subTitle"/>
          </p:nvPr>
        </p:nvSpPr>
        <p:spPr>
          <a:xfrm>
            <a:off x="4982077" y="2854950"/>
            <a:ext cx="29253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4044" name="Google Shape;4044;p53"/>
          <p:cNvGrpSpPr/>
          <p:nvPr/>
        </p:nvGrpSpPr>
        <p:grpSpPr>
          <a:xfrm>
            <a:off x="125771" y="95529"/>
            <a:ext cx="9055487" cy="4959990"/>
            <a:chOff x="125771" y="95529"/>
            <a:chExt cx="9055487" cy="4959990"/>
          </a:xfrm>
        </p:grpSpPr>
        <p:grpSp>
          <p:nvGrpSpPr>
            <p:cNvPr id="4045" name="Google Shape;4045;p53"/>
            <p:cNvGrpSpPr/>
            <p:nvPr/>
          </p:nvGrpSpPr>
          <p:grpSpPr>
            <a:xfrm>
              <a:off x="176188" y="120831"/>
              <a:ext cx="9005070" cy="4866883"/>
              <a:chOff x="176188" y="120831"/>
              <a:chExt cx="9005070" cy="4866883"/>
            </a:xfrm>
          </p:grpSpPr>
          <p:grpSp>
            <p:nvGrpSpPr>
              <p:cNvPr id="4046" name="Google Shape;4046;p53"/>
              <p:cNvGrpSpPr/>
              <p:nvPr/>
            </p:nvGrpSpPr>
            <p:grpSpPr>
              <a:xfrm>
                <a:off x="176188" y="3900143"/>
                <a:ext cx="543819" cy="1087571"/>
                <a:chOff x="2882200" y="374525"/>
                <a:chExt cx="402025" cy="804000"/>
              </a:xfrm>
            </p:grpSpPr>
            <p:sp>
              <p:nvSpPr>
                <p:cNvPr id="4047" name="Google Shape;4047;p53"/>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3"/>
                <p:cNvSpPr/>
                <p:nvPr/>
              </p:nvSpPr>
              <p:spPr>
                <a:xfrm>
                  <a:off x="2882200" y="374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3"/>
                <p:cNvSpPr/>
                <p:nvPr/>
              </p:nvSpPr>
              <p:spPr>
                <a:xfrm>
                  <a:off x="3083200" y="374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3"/>
                <p:cNvSpPr/>
                <p:nvPr/>
              </p:nvSpPr>
              <p:spPr>
                <a:xfrm flipH="1">
                  <a:off x="3083200" y="575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3"/>
                <p:cNvSpPr/>
                <p:nvPr/>
              </p:nvSpPr>
              <p:spPr>
                <a:xfrm flipH="1">
                  <a:off x="2882200" y="575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3"/>
                <p:cNvSpPr/>
                <p:nvPr/>
              </p:nvSpPr>
              <p:spPr>
                <a:xfrm>
                  <a:off x="2882200" y="776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3"/>
                <p:cNvSpPr/>
                <p:nvPr/>
              </p:nvSpPr>
              <p:spPr>
                <a:xfrm>
                  <a:off x="3083200" y="776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3"/>
                <p:cNvSpPr/>
                <p:nvPr/>
              </p:nvSpPr>
              <p:spPr>
                <a:xfrm flipH="1">
                  <a:off x="3083200" y="977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3"/>
                <p:cNvSpPr/>
                <p:nvPr/>
              </p:nvSpPr>
              <p:spPr>
                <a:xfrm flipH="1">
                  <a:off x="2882200" y="977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6" name="Google Shape;4056;p53"/>
              <p:cNvGrpSpPr/>
              <p:nvPr/>
            </p:nvGrpSpPr>
            <p:grpSpPr>
              <a:xfrm>
                <a:off x="8637439" y="120831"/>
                <a:ext cx="543819" cy="1087571"/>
                <a:chOff x="2882200" y="374525"/>
                <a:chExt cx="402025" cy="804000"/>
              </a:xfrm>
            </p:grpSpPr>
            <p:sp>
              <p:nvSpPr>
                <p:cNvPr id="4057" name="Google Shape;4057;p53"/>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3"/>
                <p:cNvSpPr/>
                <p:nvPr/>
              </p:nvSpPr>
              <p:spPr>
                <a:xfrm>
                  <a:off x="2882200" y="374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3"/>
                <p:cNvSpPr/>
                <p:nvPr/>
              </p:nvSpPr>
              <p:spPr>
                <a:xfrm>
                  <a:off x="3083200" y="374525"/>
                  <a:ext cx="201000" cy="201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3"/>
                <p:cNvSpPr/>
                <p:nvPr/>
              </p:nvSpPr>
              <p:spPr>
                <a:xfrm flipH="1">
                  <a:off x="3083200" y="575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3"/>
                <p:cNvSpPr/>
                <p:nvPr/>
              </p:nvSpPr>
              <p:spPr>
                <a:xfrm flipH="1">
                  <a:off x="2882200" y="575525"/>
                  <a:ext cx="201000" cy="201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3"/>
                <p:cNvSpPr/>
                <p:nvPr/>
              </p:nvSpPr>
              <p:spPr>
                <a:xfrm>
                  <a:off x="2882200" y="776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3"/>
                <p:cNvSpPr/>
                <p:nvPr/>
              </p:nvSpPr>
              <p:spPr>
                <a:xfrm>
                  <a:off x="3083200" y="776525"/>
                  <a:ext cx="201000" cy="201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3"/>
                <p:cNvSpPr/>
                <p:nvPr/>
              </p:nvSpPr>
              <p:spPr>
                <a:xfrm flipH="1">
                  <a:off x="3083200" y="977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3"/>
                <p:cNvSpPr/>
                <p:nvPr/>
              </p:nvSpPr>
              <p:spPr>
                <a:xfrm flipH="1">
                  <a:off x="2882200" y="977525"/>
                  <a:ext cx="201000" cy="201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66" name="Google Shape;4066;p53"/>
            <p:cNvGrpSpPr/>
            <p:nvPr/>
          </p:nvGrpSpPr>
          <p:grpSpPr>
            <a:xfrm>
              <a:off x="125771" y="154519"/>
              <a:ext cx="505392" cy="244130"/>
              <a:chOff x="3129734" y="107288"/>
              <a:chExt cx="257866" cy="124563"/>
            </a:xfrm>
          </p:grpSpPr>
          <p:sp>
            <p:nvSpPr>
              <p:cNvPr id="4067" name="Google Shape;4067;p53"/>
              <p:cNvSpPr/>
              <p:nvPr/>
            </p:nvSpPr>
            <p:spPr>
              <a:xfrm>
                <a:off x="3129734" y="107288"/>
                <a:ext cx="256475" cy="123125"/>
              </a:xfrm>
              <a:custGeom>
                <a:rect b="b" l="l" r="r" t="t"/>
                <a:pathLst>
                  <a:path extrusionOk="0" h="4925" w="10259">
                    <a:moveTo>
                      <a:pt x="5130" y="0"/>
                    </a:moveTo>
                    <a:cubicBezTo>
                      <a:pt x="2297" y="0"/>
                      <a:pt x="1" y="2463"/>
                      <a:pt x="1" y="2463"/>
                    </a:cubicBezTo>
                    <a:cubicBezTo>
                      <a:pt x="1" y="2463"/>
                      <a:pt x="2297" y="4925"/>
                      <a:pt x="5130" y="4925"/>
                    </a:cubicBezTo>
                    <a:cubicBezTo>
                      <a:pt x="7962" y="4925"/>
                      <a:pt x="10259" y="2463"/>
                      <a:pt x="10259" y="2463"/>
                    </a:cubicBezTo>
                    <a:cubicBezTo>
                      <a:pt x="10259" y="2463"/>
                      <a:pt x="7962" y="0"/>
                      <a:pt x="5130"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3"/>
              <p:cNvSpPr/>
              <p:nvPr/>
            </p:nvSpPr>
            <p:spPr>
              <a:xfrm>
                <a:off x="3131125" y="108700"/>
                <a:ext cx="256475" cy="123150"/>
              </a:xfrm>
              <a:custGeom>
                <a:rect b="b" l="l" r="r" t="t"/>
                <a:pathLst>
                  <a:path extrusionOk="0" h="4926" w="10259">
                    <a:moveTo>
                      <a:pt x="5129" y="0"/>
                    </a:moveTo>
                    <a:cubicBezTo>
                      <a:pt x="2296" y="0"/>
                      <a:pt x="0" y="2463"/>
                      <a:pt x="0" y="2463"/>
                    </a:cubicBezTo>
                    <a:cubicBezTo>
                      <a:pt x="0" y="2463"/>
                      <a:pt x="2296" y="4926"/>
                      <a:pt x="5129" y="4926"/>
                    </a:cubicBezTo>
                    <a:cubicBezTo>
                      <a:pt x="7962" y="4926"/>
                      <a:pt x="10258" y="2463"/>
                      <a:pt x="10258" y="2463"/>
                    </a:cubicBezTo>
                    <a:cubicBezTo>
                      <a:pt x="10258" y="2463"/>
                      <a:pt x="7962" y="0"/>
                      <a:pt x="51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3"/>
              <p:cNvSpPr/>
              <p:nvPr/>
            </p:nvSpPr>
            <p:spPr>
              <a:xfrm>
                <a:off x="3205475" y="116400"/>
                <a:ext cx="107725" cy="107750"/>
              </a:xfrm>
              <a:custGeom>
                <a:rect b="b" l="l" r="r" t="t"/>
                <a:pathLst>
                  <a:path extrusionOk="0" h="4310" w="4309">
                    <a:moveTo>
                      <a:pt x="2155" y="1"/>
                    </a:moveTo>
                    <a:cubicBezTo>
                      <a:pt x="965" y="1"/>
                      <a:pt x="0" y="966"/>
                      <a:pt x="0" y="2155"/>
                    </a:cubicBezTo>
                    <a:cubicBezTo>
                      <a:pt x="0" y="3344"/>
                      <a:pt x="965" y="4309"/>
                      <a:pt x="2155" y="4309"/>
                    </a:cubicBezTo>
                    <a:cubicBezTo>
                      <a:pt x="3345" y="4309"/>
                      <a:pt x="4309" y="3344"/>
                      <a:pt x="4309" y="2155"/>
                    </a:cubicBezTo>
                    <a:cubicBezTo>
                      <a:pt x="4309" y="966"/>
                      <a:pt x="3345" y="1"/>
                      <a:pt x="21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3"/>
              <p:cNvSpPr/>
              <p:nvPr/>
            </p:nvSpPr>
            <p:spPr>
              <a:xfrm>
                <a:off x="3222550" y="135325"/>
                <a:ext cx="73550" cy="69900"/>
              </a:xfrm>
              <a:custGeom>
                <a:rect b="b" l="l" r="r" t="t"/>
                <a:pathLst>
                  <a:path extrusionOk="0" h="2796" w="2942">
                    <a:moveTo>
                      <a:pt x="1793" y="0"/>
                    </a:moveTo>
                    <a:cubicBezTo>
                      <a:pt x="1732" y="0"/>
                      <a:pt x="1670" y="30"/>
                      <a:pt x="1633" y="96"/>
                    </a:cubicBezTo>
                    <a:cubicBezTo>
                      <a:pt x="1598" y="160"/>
                      <a:pt x="1534" y="192"/>
                      <a:pt x="1471" y="192"/>
                    </a:cubicBezTo>
                    <a:cubicBezTo>
                      <a:pt x="1408" y="192"/>
                      <a:pt x="1344" y="160"/>
                      <a:pt x="1308" y="96"/>
                    </a:cubicBezTo>
                    <a:cubicBezTo>
                      <a:pt x="1271" y="30"/>
                      <a:pt x="1209" y="0"/>
                      <a:pt x="1148" y="0"/>
                    </a:cubicBezTo>
                    <a:cubicBezTo>
                      <a:pt x="1053" y="0"/>
                      <a:pt x="958" y="72"/>
                      <a:pt x="960" y="189"/>
                    </a:cubicBezTo>
                    <a:cubicBezTo>
                      <a:pt x="962" y="300"/>
                      <a:pt x="872" y="379"/>
                      <a:pt x="774" y="379"/>
                    </a:cubicBezTo>
                    <a:cubicBezTo>
                      <a:pt x="742" y="379"/>
                      <a:pt x="709" y="370"/>
                      <a:pt x="679" y="352"/>
                    </a:cubicBezTo>
                    <a:cubicBezTo>
                      <a:pt x="647" y="333"/>
                      <a:pt x="614" y="324"/>
                      <a:pt x="583" y="324"/>
                    </a:cubicBezTo>
                    <a:cubicBezTo>
                      <a:pt x="452" y="324"/>
                      <a:pt x="345" y="473"/>
                      <a:pt x="425" y="606"/>
                    </a:cubicBezTo>
                    <a:cubicBezTo>
                      <a:pt x="499" y="730"/>
                      <a:pt x="409" y="888"/>
                      <a:pt x="264" y="888"/>
                    </a:cubicBezTo>
                    <a:cubicBezTo>
                      <a:pt x="264" y="888"/>
                      <a:pt x="263" y="888"/>
                      <a:pt x="262" y="888"/>
                    </a:cubicBezTo>
                    <a:cubicBezTo>
                      <a:pt x="260" y="888"/>
                      <a:pt x="259" y="888"/>
                      <a:pt x="258" y="888"/>
                    </a:cubicBezTo>
                    <a:cubicBezTo>
                      <a:pt x="69" y="888"/>
                      <a:pt x="1" y="1142"/>
                      <a:pt x="169" y="1235"/>
                    </a:cubicBezTo>
                    <a:cubicBezTo>
                      <a:pt x="297" y="1307"/>
                      <a:pt x="297" y="1489"/>
                      <a:pt x="169" y="1560"/>
                    </a:cubicBezTo>
                    <a:cubicBezTo>
                      <a:pt x="0" y="1654"/>
                      <a:pt x="68" y="1909"/>
                      <a:pt x="259" y="1909"/>
                    </a:cubicBezTo>
                    <a:cubicBezTo>
                      <a:pt x="260" y="1909"/>
                      <a:pt x="261" y="1909"/>
                      <a:pt x="262" y="1909"/>
                    </a:cubicBezTo>
                    <a:cubicBezTo>
                      <a:pt x="263" y="1909"/>
                      <a:pt x="264" y="1909"/>
                      <a:pt x="266" y="1909"/>
                    </a:cubicBezTo>
                    <a:cubicBezTo>
                      <a:pt x="410" y="1909"/>
                      <a:pt x="498" y="2066"/>
                      <a:pt x="425" y="2190"/>
                    </a:cubicBezTo>
                    <a:cubicBezTo>
                      <a:pt x="345" y="2323"/>
                      <a:pt x="451" y="2472"/>
                      <a:pt x="582" y="2472"/>
                    </a:cubicBezTo>
                    <a:cubicBezTo>
                      <a:pt x="614" y="2472"/>
                      <a:pt x="647" y="2463"/>
                      <a:pt x="679" y="2444"/>
                    </a:cubicBezTo>
                    <a:cubicBezTo>
                      <a:pt x="709" y="2426"/>
                      <a:pt x="741" y="2418"/>
                      <a:pt x="773" y="2418"/>
                    </a:cubicBezTo>
                    <a:cubicBezTo>
                      <a:pt x="871" y="2418"/>
                      <a:pt x="962" y="2497"/>
                      <a:pt x="960" y="2607"/>
                    </a:cubicBezTo>
                    <a:cubicBezTo>
                      <a:pt x="958" y="2724"/>
                      <a:pt x="1053" y="2796"/>
                      <a:pt x="1148" y="2796"/>
                    </a:cubicBezTo>
                    <a:cubicBezTo>
                      <a:pt x="1210" y="2796"/>
                      <a:pt x="1271" y="2766"/>
                      <a:pt x="1308" y="2700"/>
                    </a:cubicBezTo>
                    <a:cubicBezTo>
                      <a:pt x="1344" y="2636"/>
                      <a:pt x="1407" y="2604"/>
                      <a:pt x="1471" y="2604"/>
                    </a:cubicBezTo>
                    <a:cubicBezTo>
                      <a:pt x="1534" y="2604"/>
                      <a:pt x="1598" y="2636"/>
                      <a:pt x="1633" y="2700"/>
                    </a:cubicBezTo>
                    <a:cubicBezTo>
                      <a:pt x="1670" y="2766"/>
                      <a:pt x="1732" y="2796"/>
                      <a:pt x="1793" y="2796"/>
                    </a:cubicBezTo>
                    <a:cubicBezTo>
                      <a:pt x="1889" y="2796"/>
                      <a:pt x="1983" y="2724"/>
                      <a:pt x="1982" y="2607"/>
                    </a:cubicBezTo>
                    <a:cubicBezTo>
                      <a:pt x="1980" y="2497"/>
                      <a:pt x="2070" y="2418"/>
                      <a:pt x="2168" y="2418"/>
                    </a:cubicBezTo>
                    <a:cubicBezTo>
                      <a:pt x="2200" y="2418"/>
                      <a:pt x="2232" y="2426"/>
                      <a:pt x="2263" y="2444"/>
                    </a:cubicBezTo>
                    <a:cubicBezTo>
                      <a:pt x="2295" y="2463"/>
                      <a:pt x="2327" y="2472"/>
                      <a:pt x="2359" y="2472"/>
                    </a:cubicBezTo>
                    <a:cubicBezTo>
                      <a:pt x="2490" y="2472"/>
                      <a:pt x="2597" y="2323"/>
                      <a:pt x="2517" y="2190"/>
                    </a:cubicBezTo>
                    <a:cubicBezTo>
                      <a:pt x="2443" y="2066"/>
                      <a:pt x="2532" y="1909"/>
                      <a:pt x="2675" y="1909"/>
                    </a:cubicBezTo>
                    <a:cubicBezTo>
                      <a:pt x="2677" y="1909"/>
                      <a:pt x="2678" y="1909"/>
                      <a:pt x="2680" y="1909"/>
                    </a:cubicBezTo>
                    <a:cubicBezTo>
                      <a:pt x="2680" y="1909"/>
                      <a:pt x="2681" y="1909"/>
                      <a:pt x="2682" y="1909"/>
                    </a:cubicBezTo>
                    <a:cubicBezTo>
                      <a:pt x="2872" y="1909"/>
                      <a:pt x="2941" y="1654"/>
                      <a:pt x="2772" y="1560"/>
                    </a:cubicBezTo>
                    <a:cubicBezTo>
                      <a:pt x="2644" y="1489"/>
                      <a:pt x="2644" y="1307"/>
                      <a:pt x="2772" y="1235"/>
                    </a:cubicBezTo>
                    <a:cubicBezTo>
                      <a:pt x="2941" y="1142"/>
                      <a:pt x="2873" y="888"/>
                      <a:pt x="2683" y="888"/>
                    </a:cubicBezTo>
                    <a:cubicBezTo>
                      <a:pt x="2682" y="888"/>
                      <a:pt x="2681" y="888"/>
                      <a:pt x="2680" y="888"/>
                    </a:cubicBezTo>
                    <a:cubicBezTo>
                      <a:pt x="2679" y="888"/>
                      <a:pt x="2678" y="888"/>
                      <a:pt x="2677" y="888"/>
                    </a:cubicBezTo>
                    <a:cubicBezTo>
                      <a:pt x="2533" y="888"/>
                      <a:pt x="2443" y="730"/>
                      <a:pt x="2517" y="606"/>
                    </a:cubicBezTo>
                    <a:cubicBezTo>
                      <a:pt x="2597" y="473"/>
                      <a:pt x="2490" y="324"/>
                      <a:pt x="2359" y="324"/>
                    </a:cubicBezTo>
                    <a:cubicBezTo>
                      <a:pt x="2327" y="324"/>
                      <a:pt x="2294" y="333"/>
                      <a:pt x="2263" y="352"/>
                    </a:cubicBezTo>
                    <a:cubicBezTo>
                      <a:pt x="2232" y="370"/>
                      <a:pt x="2200" y="378"/>
                      <a:pt x="2168" y="378"/>
                    </a:cubicBezTo>
                    <a:cubicBezTo>
                      <a:pt x="2070" y="378"/>
                      <a:pt x="1980" y="299"/>
                      <a:pt x="1982" y="189"/>
                    </a:cubicBezTo>
                    <a:cubicBezTo>
                      <a:pt x="1983" y="72"/>
                      <a:pt x="1888" y="0"/>
                      <a:pt x="17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3"/>
              <p:cNvSpPr/>
              <p:nvPr/>
            </p:nvSpPr>
            <p:spPr>
              <a:xfrm>
                <a:off x="3243500" y="154425"/>
                <a:ext cx="31675" cy="31700"/>
              </a:xfrm>
              <a:custGeom>
                <a:rect b="b" l="l" r="r" t="t"/>
                <a:pathLst>
                  <a:path extrusionOk="0" h="1268" w="1267">
                    <a:moveTo>
                      <a:pt x="634" y="1"/>
                    </a:moveTo>
                    <a:cubicBezTo>
                      <a:pt x="284" y="1"/>
                      <a:pt x="1" y="285"/>
                      <a:pt x="1" y="634"/>
                    </a:cubicBezTo>
                    <a:cubicBezTo>
                      <a:pt x="1" y="983"/>
                      <a:pt x="284" y="1267"/>
                      <a:pt x="634" y="1267"/>
                    </a:cubicBezTo>
                    <a:cubicBezTo>
                      <a:pt x="984" y="1267"/>
                      <a:pt x="1267" y="983"/>
                      <a:pt x="1267" y="634"/>
                    </a:cubicBezTo>
                    <a:cubicBezTo>
                      <a:pt x="1267" y="285"/>
                      <a:pt x="984" y="1"/>
                      <a:pt x="6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2" name="Google Shape;4072;p53"/>
            <p:cNvGrpSpPr/>
            <p:nvPr/>
          </p:nvGrpSpPr>
          <p:grpSpPr>
            <a:xfrm>
              <a:off x="222966" y="816557"/>
              <a:ext cx="311019" cy="311110"/>
              <a:chOff x="5038846" y="235350"/>
              <a:chExt cx="158691" cy="158738"/>
            </a:xfrm>
          </p:grpSpPr>
          <p:sp>
            <p:nvSpPr>
              <p:cNvPr id="4073" name="Google Shape;4073;p53"/>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3"/>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5" name="Google Shape;4075;p53"/>
            <p:cNvGrpSpPr/>
            <p:nvPr/>
          </p:nvGrpSpPr>
          <p:grpSpPr>
            <a:xfrm>
              <a:off x="8413195" y="4252624"/>
              <a:ext cx="659899" cy="802894"/>
              <a:chOff x="-3647202" y="3311500"/>
              <a:chExt cx="572233" cy="696292"/>
            </a:xfrm>
          </p:grpSpPr>
          <p:sp>
            <p:nvSpPr>
              <p:cNvPr id="4076" name="Google Shape;4076;p53"/>
              <p:cNvSpPr/>
              <p:nvPr/>
            </p:nvSpPr>
            <p:spPr>
              <a:xfrm>
                <a:off x="-3647202" y="3311500"/>
                <a:ext cx="572233" cy="696234"/>
              </a:xfrm>
              <a:custGeom>
                <a:rect b="b" l="l" r="r" t="t"/>
                <a:pathLst>
                  <a:path extrusionOk="0" h="6850" w="5630">
                    <a:moveTo>
                      <a:pt x="2691" y="1"/>
                    </a:moveTo>
                    <a:cubicBezTo>
                      <a:pt x="2603" y="1"/>
                      <a:pt x="2518" y="4"/>
                      <a:pt x="2433" y="13"/>
                    </a:cubicBezTo>
                    <a:cubicBezTo>
                      <a:pt x="1068" y="142"/>
                      <a:pt x="1" y="1292"/>
                      <a:pt x="1" y="2690"/>
                    </a:cubicBezTo>
                    <a:lnTo>
                      <a:pt x="1" y="4767"/>
                    </a:lnTo>
                    <a:lnTo>
                      <a:pt x="1" y="6510"/>
                    </a:lnTo>
                    <a:cubicBezTo>
                      <a:pt x="1" y="6696"/>
                      <a:pt x="154" y="6849"/>
                      <a:pt x="340" y="6849"/>
                    </a:cubicBezTo>
                    <a:lnTo>
                      <a:pt x="5041" y="6849"/>
                    </a:lnTo>
                    <a:cubicBezTo>
                      <a:pt x="5228" y="6849"/>
                      <a:pt x="5381" y="6696"/>
                      <a:pt x="5381" y="6510"/>
                    </a:cubicBezTo>
                    <a:lnTo>
                      <a:pt x="5381" y="4767"/>
                    </a:lnTo>
                    <a:lnTo>
                      <a:pt x="5381" y="4753"/>
                    </a:lnTo>
                    <a:cubicBezTo>
                      <a:pt x="5523" y="4717"/>
                      <a:pt x="5629" y="4589"/>
                      <a:pt x="5629" y="4435"/>
                    </a:cubicBezTo>
                    <a:lnTo>
                      <a:pt x="5629" y="4203"/>
                    </a:lnTo>
                    <a:cubicBezTo>
                      <a:pt x="5629" y="4049"/>
                      <a:pt x="5523" y="3920"/>
                      <a:pt x="5381" y="3885"/>
                    </a:cubicBezTo>
                    <a:lnTo>
                      <a:pt x="5381" y="3594"/>
                    </a:lnTo>
                    <a:cubicBezTo>
                      <a:pt x="5523" y="3558"/>
                      <a:pt x="5629" y="3430"/>
                      <a:pt x="5629" y="3276"/>
                    </a:cubicBezTo>
                    <a:lnTo>
                      <a:pt x="5629" y="3044"/>
                    </a:lnTo>
                    <a:cubicBezTo>
                      <a:pt x="5629" y="2891"/>
                      <a:pt x="5523" y="2762"/>
                      <a:pt x="5381" y="2727"/>
                    </a:cubicBezTo>
                    <a:lnTo>
                      <a:pt x="5381" y="2691"/>
                    </a:lnTo>
                    <a:cubicBezTo>
                      <a:pt x="5381" y="1293"/>
                      <a:pt x="4312" y="143"/>
                      <a:pt x="2947" y="14"/>
                    </a:cubicBezTo>
                    <a:cubicBezTo>
                      <a:pt x="2863" y="4"/>
                      <a:pt x="2777" y="1"/>
                      <a:pt x="2691"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3"/>
              <p:cNvSpPr/>
              <p:nvPr/>
            </p:nvSpPr>
            <p:spPr>
              <a:xfrm>
                <a:off x="-3125794" y="3587608"/>
                <a:ext cx="50718" cy="90256"/>
              </a:xfrm>
              <a:custGeom>
                <a:rect b="b" l="l" r="r" t="t"/>
                <a:pathLst>
                  <a:path extrusionOk="0" h="888" w="499">
                    <a:moveTo>
                      <a:pt x="1" y="0"/>
                    </a:moveTo>
                    <a:lnTo>
                      <a:pt x="1" y="888"/>
                    </a:lnTo>
                    <a:lnTo>
                      <a:pt x="170" y="888"/>
                    </a:lnTo>
                    <a:cubicBezTo>
                      <a:pt x="351" y="888"/>
                      <a:pt x="498" y="740"/>
                      <a:pt x="498" y="559"/>
                    </a:cubicBezTo>
                    <a:lnTo>
                      <a:pt x="498" y="327"/>
                    </a:lnTo>
                    <a:cubicBezTo>
                      <a:pt x="498" y="147"/>
                      <a:pt x="353"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3"/>
              <p:cNvSpPr/>
              <p:nvPr/>
            </p:nvSpPr>
            <p:spPr>
              <a:xfrm>
                <a:off x="-3125794" y="3705512"/>
                <a:ext cx="50718" cy="90256"/>
              </a:xfrm>
              <a:custGeom>
                <a:rect b="b" l="l" r="r" t="t"/>
                <a:pathLst>
                  <a:path extrusionOk="0" h="888" w="499">
                    <a:moveTo>
                      <a:pt x="1" y="0"/>
                    </a:moveTo>
                    <a:lnTo>
                      <a:pt x="1" y="888"/>
                    </a:lnTo>
                    <a:lnTo>
                      <a:pt x="170" y="888"/>
                    </a:lnTo>
                    <a:cubicBezTo>
                      <a:pt x="351" y="888"/>
                      <a:pt x="498" y="740"/>
                      <a:pt x="498" y="559"/>
                    </a:cubicBezTo>
                    <a:lnTo>
                      <a:pt x="498" y="327"/>
                    </a:lnTo>
                    <a:cubicBezTo>
                      <a:pt x="498" y="147"/>
                      <a:pt x="353"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3"/>
              <p:cNvSpPr/>
              <p:nvPr/>
            </p:nvSpPr>
            <p:spPr>
              <a:xfrm>
                <a:off x="-3647202" y="3311551"/>
                <a:ext cx="546925" cy="696234"/>
              </a:xfrm>
              <a:custGeom>
                <a:rect b="b" l="l" r="r" t="t"/>
                <a:pathLst>
                  <a:path extrusionOk="0" h="6850" w="5381">
                    <a:moveTo>
                      <a:pt x="2689" y="1"/>
                    </a:moveTo>
                    <a:cubicBezTo>
                      <a:pt x="2603" y="1"/>
                      <a:pt x="2518" y="4"/>
                      <a:pt x="2433" y="13"/>
                    </a:cubicBezTo>
                    <a:cubicBezTo>
                      <a:pt x="1068" y="142"/>
                      <a:pt x="1" y="1292"/>
                      <a:pt x="1" y="2690"/>
                    </a:cubicBezTo>
                    <a:lnTo>
                      <a:pt x="1" y="6510"/>
                    </a:lnTo>
                    <a:cubicBezTo>
                      <a:pt x="1" y="6697"/>
                      <a:pt x="154" y="6849"/>
                      <a:pt x="340" y="6849"/>
                    </a:cubicBezTo>
                    <a:lnTo>
                      <a:pt x="5041" y="6849"/>
                    </a:lnTo>
                    <a:cubicBezTo>
                      <a:pt x="5228" y="6849"/>
                      <a:pt x="5381" y="6697"/>
                      <a:pt x="5381" y="6510"/>
                    </a:cubicBezTo>
                    <a:lnTo>
                      <a:pt x="5381" y="2690"/>
                    </a:lnTo>
                    <a:cubicBezTo>
                      <a:pt x="5381" y="1292"/>
                      <a:pt x="4312" y="142"/>
                      <a:pt x="2946" y="12"/>
                    </a:cubicBezTo>
                    <a:cubicBezTo>
                      <a:pt x="2861" y="4"/>
                      <a:pt x="2776" y="1"/>
                      <a:pt x="26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3"/>
              <p:cNvSpPr/>
              <p:nvPr/>
            </p:nvSpPr>
            <p:spPr>
              <a:xfrm>
                <a:off x="-3647202" y="3795972"/>
                <a:ext cx="546925" cy="211818"/>
              </a:xfrm>
              <a:custGeom>
                <a:rect b="b" l="l" r="r" t="t"/>
                <a:pathLst>
                  <a:path extrusionOk="0" h="2084" w="5381">
                    <a:moveTo>
                      <a:pt x="1" y="1"/>
                    </a:moveTo>
                    <a:lnTo>
                      <a:pt x="1" y="1744"/>
                    </a:lnTo>
                    <a:cubicBezTo>
                      <a:pt x="1" y="1931"/>
                      <a:pt x="154" y="2083"/>
                      <a:pt x="340" y="2083"/>
                    </a:cubicBezTo>
                    <a:lnTo>
                      <a:pt x="5041" y="2083"/>
                    </a:lnTo>
                    <a:cubicBezTo>
                      <a:pt x="5228" y="2083"/>
                      <a:pt x="5381" y="1931"/>
                      <a:pt x="5381" y="1744"/>
                    </a:cubicBezTo>
                    <a:lnTo>
                      <a:pt x="53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3"/>
              <p:cNvSpPr/>
              <p:nvPr/>
            </p:nvSpPr>
            <p:spPr>
              <a:xfrm>
                <a:off x="-3590081" y="3368470"/>
                <a:ext cx="432681" cy="291199"/>
              </a:xfrm>
              <a:custGeom>
                <a:rect b="b" l="l" r="r" t="t"/>
                <a:pathLst>
                  <a:path extrusionOk="0" h="2865" w="4257">
                    <a:moveTo>
                      <a:pt x="2129" y="1"/>
                    </a:moveTo>
                    <a:cubicBezTo>
                      <a:pt x="955" y="1"/>
                      <a:pt x="0" y="989"/>
                      <a:pt x="0" y="2167"/>
                    </a:cubicBezTo>
                    <a:lnTo>
                      <a:pt x="0" y="2584"/>
                    </a:lnTo>
                    <a:cubicBezTo>
                      <a:pt x="0" y="2739"/>
                      <a:pt x="124" y="2864"/>
                      <a:pt x="278" y="2864"/>
                    </a:cubicBezTo>
                    <a:cubicBezTo>
                      <a:pt x="279" y="2864"/>
                      <a:pt x="279" y="2864"/>
                      <a:pt x="280" y="2864"/>
                    </a:cubicBezTo>
                    <a:lnTo>
                      <a:pt x="3975" y="2864"/>
                    </a:lnTo>
                    <a:cubicBezTo>
                      <a:pt x="4130" y="2864"/>
                      <a:pt x="4256" y="2739"/>
                      <a:pt x="4256" y="2584"/>
                    </a:cubicBezTo>
                    <a:lnTo>
                      <a:pt x="4256" y="2130"/>
                    </a:lnTo>
                    <a:cubicBezTo>
                      <a:pt x="4256" y="968"/>
                      <a:pt x="3322" y="21"/>
                      <a:pt x="2165" y="1"/>
                    </a:cubicBezTo>
                    <a:cubicBezTo>
                      <a:pt x="2153" y="1"/>
                      <a:pt x="2141" y="1"/>
                      <a:pt x="21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3"/>
              <p:cNvSpPr/>
              <p:nvPr/>
            </p:nvSpPr>
            <p:spPr>
              <a:xfrm>
                <a:off x="-3571176" y="3387680"/>
                <a:ext cx="394871" cy="252982"/>
              </a:xfrm>
              <a:custGeom>
                <a:rect b="b" l="l" r="r" t="t"/>
                <a:pathLst>
                  <a:path extrusionOk="0" h="2489" w="3885">
                    <a:moveTo>
                      <a:pt x="1943" y="0"/>
                    </a:moveTo>
                    <a:cubicBezTo>
                      <a:pt x="872" y="0"/>
                      <a:pt x="1" y="870"/>
                      <a:pt x="1" y="1941"/>
                    </a:cubicBezTo>
                    <a:lnTo>
                      <a:pt x="1" y="2488"/>
                    </a:lnTo>
                    <a:lnTo>
                      <a:pt x="3884" y="2488"/>
                    </a:lnTo>
                    <a:lnTo>
                      <a:pt x="3884" y="1941"/>
                    </a:lnTo>
                    <a:cubicBezTo>
                      <a:pt x="3884" y="1478"/>
                      <a:pt x="3720" y="1051"/>
                      <a:pt x="3447" y="717"/>
                    </a:cubicBezTo>
                    <a:cubicBezTo>
                      <a:pt x="3381" y="636"/>
                      <a:pt x="3309" y="559"/>
                      <a:pt x="3230" y="490"/>
                    </a:cubicBezTo>
                    <a:cubicBezTo>
                      <a:pt x="3167" y="435"/>
                      <a:pt x="3100" y="382"/>
                      <a:pt x="3029" y="333"/>
                    </a:cubicBezTo>
                    <a:cubicBezTo>
                      <a:pt x="2754" y="148"/>
                      <a:pt x="2429" y="29"/>
                      <a:pt x="2079" y="5"/>
                    </a:cubicBezTo>
                    <a:cubicBezTo>
                      <a:pt x="2034" y="1"/>
                      <a:pt x="1990" y="0"/>
                      <a:pt x="19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3"/>
              <p:cNvSpPr/>
              <p:nvPr/>
            </p:nvSpPr>
            <p:spPr>
              <a:xfrm>
                <a:off x="-3409062" y="3446530"/>
                <a:ext cx="37302" cy="18600"/>
              </a:xfrm>
              <a:custGeom>
                <a:rect b="b" l="l" r="r" t="t"/>
                <a:pathLst>
                  <a:path extrusionOk="0" h="183" w="367">
                    <a:moveTo>
                      <a:pt x="0" y="0"/>
                    </a:moveTo>
                    <a:lnTo>
                      <a:pt x="0" y="183"/>
                    </a:lnTo>
                    <a:lnTo>
                      <a:pt x="367" y="183"/>
                    </a:lnTo>
                    <a:lnTo>
                      <a:pt x="36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3"/>
              <p:cNvSpPr/>
              <p:nvPr/>
            </p:nvSpPr>
            <p:spPr>
              <a:xfrm>
                <a:off x="-3371862" y="3465029"/>
                <a:ext cx="18803" cy="18803"/>
              </a:xfrm>
              <a:custGeom>
                <a:rect b="b" l="l" r="r" t="t"/>
                <a:pathLst>
                  <a:path extrusionOk="0" h="185" w="185">
                    <a:moveTo>
                      <a:pt x="1" y="1"/>
                    </a:moveTo>
                    <a:lnTo>
                      <a:pt x="1" y="184"/>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3"/>
              <p:cNvSpPr/>
              <p:nvPr/>
            </p:nvSpPr>
            <p:spPr>
              <a:xfrm>
                <a:off x="-3371862" y="3576936"/>
                <a:ext cx="18803" cy="18702"/>
              </a:xfrm>
              <a:custGeom>
                <a:rect b="b" l="l" r="r" t="t"/>
                <a:pathLst>
                  <a:path extrusionOk="0" h="184" w="185">
                    <a:moveTo>
                      <a:pt x="1" y="1"/>
                    </a:moveTo>
                    <a:lnTo>
                      <a:pt x="1" y="184"/>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3"/>
              <p:cNvSpPr/>
              <p:nvPr/>
            </p:nvSpPr>
            <p:spPr>
              <a:xfrm>
                <a:off x="-3353160" y="3483731"/>
                <a:ext cx="18702" cy="18702"/>
              </a:xfrm>
              <a:custGeom>
                <a:rect b="b" l="l" r="r" t="t"/>
                <a:pathLst>
                  <a:path extrusionOk="0" h="184" w="184">
                    <a:moveTo>
                      <a:pt x="0" y="0"/>
                    </a:moveTo>
                    <a:lnTo>
                      <a:pt x="0" y="183"/>
                    </a:lnTo>
                    <a:lnTo>
                      <a:pt x="183" y="183"/>
                    </a:lnTo>
                    <a:lnTo>
                      <a:pt x="1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3"/>
              <p:cNvSpPr/>
              <p:nvPr/>
            </p:nvSpPr>
            <p:spPr>
              <a:xfrm>
                <a:off x="-3353160" y="3558335"/>
                <a:ext cx="18702" cy="18702"/>
              </a:xfrm>
              <a:custGeom>
                <a:rect b="b" l="l" r="r" t="t"/>
                <a:pathLst>
                  <a:path extrusionOk="0" h="184" w="184">
                    <a:moveTo>
                      <a:pt x="0" y="0"/>
                    </a:moveTo>
                    <a:lnTo>
                      <a:pt x="0" y="184"/>
                    </a:lnTo>
                    <a:lnTo>
                      <a:pt x="183" y="184"/>
                    </a:lnTo>
                    <a:lnTo>
                      <a:pt x="1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3"/>
              <p:cNvSpPr/>
              <p:nvPr/>
            </p:nvSpPr>
            <p:spPr>
              <a:xfrm>
                <a:off x="-3334560" y="3502331"/>
                <a:ext cx="18702" cy="18702"/>
              </a:xfrm>
              <a:custGeom>
                <a:rect b="b" l="l" r="r" t="t"/>
                <a:pathLst>
                  <a:path extrusionOk="0" h="184" w="184">
                    <a:moveTo>
                      <a:pt x="0" y="0"/>
                    </a:moveTo>
                    <a:lnTo>
                      <a:pt x="0" y="184"/>
                    </a:lnTo>
                    <a:lnTo>
                      <a:pt x="184" y="184"/>
                    </a:lnTo>
                    <a:lnTo>
                      <a:pt x="1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3"/>
              <p:cNvSpPr/>
              <p:nvPr/>
            </p:nvSpPr>
            <p:spPr>
              <a:xfrm>
                <a:off x="-3334560" y="3539735"/>
                <a:ext cx="18702" cy="18702"/>
              </a:xfrm>
              <a:custGeom>
                <a:rect b="b" l="l" r="r" t="t"/>
                <a:pathLst>
                  <a:path extrusionOk="0" h="184" w="184">
                    <a:moveTo>
                      <a:pt x="0" y="1"/>
                    </a:moveTo>
                    <a:lnTo>
                      <a:pt x="0" y="183"/>
                    </a:lnTo>
                    <a:lnTo>
                      <a:pt x="184" y="183"/>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3"/>
              <p:cNvSpPr/>
              <p:nvPr/>
            </p:nvSpPr>
            <p:spPr>
              <a:xfrm>
                <a:off x="-3315859" y="3521033"/>
                <a:ext cx="18702" cy="18702"/>
              </a:xfrm>
              <a:custGeom>
                <a:rect b="b" l="l" r="r" t="t"/>
                <a:pathLst>
                  <a:path extrusionOk="0" h="184" w="184">
                    <a:moveTo>
                      <a:pt x="1" y="1"/>
                    </a:moveTo>
                    <a:lnTo>
                      <a:pt x="1" y="183"/>
                    </a:lnTo>
                    <a:lnTo>
                      <a:pt x="184" y="183"/>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3"/>
              <p:cNvSpPr/>
              <p:nvPr/>
            </p:nvSpPr>
            <p:spPr>
              <a:xfrm>
                <a:off x="-3427763" y="3465029"/>
                <a:ext cx="18803" cy="130709"/>
              </a:xfrm>
              <a:custGeom>
                <a:rect b="b" l="l" r="r" t="t"/>
                <a:pathLst>
                  <a:path extrusionOk="0" h="1286" w="185">
                    <a:moveTo>
                      <a:pt x="1" y="1"/>
                    </a:moveTo>
                    <a:lnTo>
                      <a:pt x="1" y="184"/>
                    </a:lnTo>
                    <a:lnTo>
                      <a:pt x="1" y="367"/>
                    </a:lnTo>
                    <a:lnTo>
                      <a:pt x="1" y="552"/>
                    </a:lnTo>
                    <a:lnTo>
                      <a:pt x="1" y="736"/>
                    </a:lnTo>
                    <a:lnTo>
                      <a:pt x="1" y="918"/>
                    </a:lnTo>
                    <a:lnTo>
                      <a:pt x="1" y="1102"/>
                    </a:lnTo>
                    <a:lnTo>
                      <a:pt x="1" y="1286"/>
                    </a:lnTo>
                    <a:lnTo>
                      <a:pt x="184" y="1286"/>
                    </a:lnTo>
                    <a:lnTo>
                      <a:pt x="184" y="1102"/>
                    </a:lnTo>
                    <a:lnTo>
                      <a:pt x="184" y="918"/>
                    </a:lnTo>
                    <a:lnTo>
                      <a:pt x="184" y="736"/>
                    </a:lnTo>
                    <a:lnTo>
                      <a:pt x="184" y="552"/>
                    </a:lnTo>
                    <a:lnTo>
                      <a:pt x="184" y="367"/>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3"/>
              <p:cNvSpPr/>
              <p:nvPr/>
            </p:nvSpPr>
            <p:spPr>
              <a:xfrm>
                <a:off x="-3409062" y="3595638"/>
                <a:ext cx="37302" cy="18803"/>
              </a:xfrm>
              <a:custGeom>
                <a:rect b="b" l="l" r="r" t="t"/>
                <a:pathLst>
                  <a:path extrusionOk="0" h="185" w="367">
                    <a:moveTo>
                      <a:pt x="0" y="1"/>
                    </a:moveTo>
                    <a:lnTo>
                      <a:pt x="0" y="184"/>
                    </a:lnTo>
                    <a:lnTo>
                      <a:pt x="367" y="184"/>
                    </a:lnTo>
                    <a:lnTo>
                      <a:pt x="36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3"/>
              <p:cNvSpPr/>
              <p:nvPr/>
            </p:nvSpPr>
            <p:spPr>
              <a:xfrm>
                <a:off x="-3336186" y="3692400"/>
                <a:ext cx="207549" cy="207447"/>
              </a:xfrm>
              <a:custGeom>
                <a:rect b="b" l="l" r="r" t="t"/>
                <a:pathLst>
                  <a:path extrusionOk="0" h="2041" w="2042">
                    <a:moveTo>
                      <a:pt x="1021" y="0"/>
                    </a:moveTo>
                    <a:cubicBezTo>
                      <a:pt x="458" y="0"/>
                      <a:pt x="1" y="456"/>
                      <a:pt x="1" y="1020"/>
                    </a:cubicBezTo>
                    <a:cubicBezTo>
                      <a:pt x="1" y="1583"/>
                      <a:pt x="458" y="2040"/>
                      <a:pt x="1021" y="2040"/>
                    </a:cubicBezTo>
                    <a:cubicBezTo>
                      <a:pt x="1585" y="2040"/>
                      <a:pt x="2042" y="1583"/>
                      <a:pt x="2042" y="1020"/>
                    </a:cubicBezTo>
                    <a:cubicBezTo>
                      <a:pt x="2042" y="456"/>
                      <a:pt x="1585" y="0"/>
                      <a:pt x="1021"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3"/>
              <p:cNvSpPr/>
              <p:nvPr/>
            </p:nvSpPr>
            <p:spPr>
              <a:xfrm>
                <a:off x="-3607461" y="3705004"/>
                <a:ext cx="182139" cy="182139"/>
              </a:xfrm>
              <a:custGeom>
                <a:rect b="b" l="l" r="r" t="t"/>
                <a:pathLst>
                  <a:path extrusionOk="0" h="1792" w="1792">
                    <a:moveTo>
                      <a:pt x="897" y="1"/>
                    </a:moveTo>
                    <a:cubicBezTo>
                      <a:pt x="649" y="1"/>
                      <a:pt x="424" y="100"/>
                      <a:pt x="263" y="263"/>
                    </a:cubicBezTo>
                    <a:cubicBezTo>
                      <a:pt x="102" y="425"/>
                      <a:pt x="1" y="648"/>
                      <a:pt x="1" y="896"/>
                    </a:cubicBezTo>
                    <a:cubicBezTo>
                      <a:pt x="1" y="1390"/>
                      <a:pt x="402" y="1791"/>
                      <a:pt x="897" y="1791"/>
                    </a:cubicBezTo>
                    <a:cubicBezTo>
                      <a:pt x="1390" y="1791"/>
                      <a:pt x="1791" y="1390"/>
                      <a:pt x="1791" y="896"/>
                    </a:cubicBezTo>
                    <a:cubicBezTo>
                      <a:pt x="1791" y="650"/>
                      <a:pt x="1691" y="425"/>
                      <a:pt x="1528" y="263"/>
                    </a:cubicBezTo>
                    <a:cubicBezTo>
                      <a:pt x="1367" y="101"/>
                      <a:pt x="1144" y="1"/>
                      <a:pt x="8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3"/>
              <p:cNvSpPr/>
              <p:nvPr/>
            </p:nvSpPr>
            <p:spPr>
              <a:xfrm>
                <a:off x="-3323380" y="3705004"/>
                <a:ext cx="182139" cy="182139"/>
              </a:xfrm>
              <a:custGeom>
                <a:rect b="b" l="l" r="r" t="t"/>
                <a:pathLst>
                  <a:path extrusionOk="0" h="1792" w="1792">
                    <a:moveTo>
                      <a:pt x="895" y="1"/>
                    </a:moveTo>
                    <a:cubicBezTo>
                      <a:pt x="401" y="1"/>
                      <a:pt x="1" y="401"/>
                      <a:pt x="1" y="896"/>
                    </a:cubicBezTo>
                    <a:cubicBezTo>
                      <a:pt x="1" y="1390"/>
                      <a:pt x="401" y="1791"/>
                      <a:pt x="895" y="1791"/>
                    </a:cubicBezTo>
                    <a:cubicBezTo>
                      <a:pt x="1390" y="1791"/>
                      <a:pt x="1791" y="1390"/>
                      <a:pt x="1791" y="896"/>
                    </a:cubicBezTo>
                    <a:cubicBezTo>
                      <a:pt x="1791" y="401"/>
                      <a:pt x="1390" y="1"/>
                      <a:pt x="8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3"/>
              <p:cNvSpPr/>
              <p:nvPr/>
            </p:nvSpPr>
            <p:spPr>
              <a:xfrm>
                <a:off x="-3585812" y="3726653"/>
                <a:ext cx="138840" cy="138840"/>
              </a:xfrm>
              <a:custGeom>
                <a:rect b="b" l="l" r="r" t="t"/>
                <a:pathLst>
                  <a:path extrusionOk="0" h="1366" w="1366">
                    <a:moveTo>
                      <a:pt x="500" y="1"/>
                    </a:moveTo>
                    <a:lnTo>
                      <a:pt x="500" y="500"/>
                    </a:lnTo>
                    <a:lnTo>
                      <a:pt x="1" y="500"/>
                    </a:lnTo>
                    <a:lnTo>
                      <a:pt x="1" y="866"/>
                    </a:lnTo>
                    <a:lnTo>
                      <a:pt x="500" y="866"/>
                    </a:lnTo>
                    <a:lnTo>
                      <a:pt x="500" y="1366"/>
                    </a:lnTo>
                    <a:lnTo>
                      <a:pt x="866" y="1366"/>
                    </a:lnTo>
                    <a:lnTo>
                      <a:pt x="866" y="866"/>
                    </a:lnTo>
                    <a:lnTo>
                      <a:pt x="1366" y="866"/>
                    </a:lnTo>
                    <a:lnTo>
                      <a:pt x="1366" y="500"/>
                    </a:lnTo>
                    <a:lnTo>
                      <a:pt x="866" y="500"/>
                    </a:lnTo>
                    <a:lnTo>
                      <a:pt x="86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3"/>
              <p:cNvSpPr/>
              <p:nvPr/>
            </p:nvSpPr>
            <p:spPr>
              <a:xfrm>
                <a:off x="-3548307" y="3929529"/>
                <a:ext cx="349235" cy="78263"/>
              </a:xfrm>
              <a:custGeom>
                <a:rect b="b" l="l" r="r" t="t"/>
                <a:pathLst>
                  <a:path extrusionOk="0" h="770" w="3436">
                    <a:moveTo>
                      <a:pt x="687" y="0"/>
                    </a:moveTo>
                    <a:cubicBezTo>
                      <a:pt x="433" y="0"/>
                      <a:pt x="207" y="161"/>
                      <a:pt x="126" y="402"/>
                    </a:cubicBezTo>
                    <a:lnTo>
                      <a:pt x="1" y="769"/>
                    </a:lnTo>
                    <a:lnTo>
                      <a:pt x="3435" y="769"/>
                    </a:lnTo>
                    <a:lnTo>
                      <a:pt x="3311" y="402"/>
                    </a:lnTo>
                    <a:cubicBezTo>
                      <a:pt x="3228" y="161"/>
                      <a:pt x="3003" y="0"/>
                      <a:pt x="27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3"/>
              <p:cNvSpPr/>
              <p:nvPr/>
            </p:nvSpPr>
            <p:spPr>
              <a:xfrm>
                <a:off x="-3399812" y="3311551"/>
                <a:ext cx="52243" cy="26325"/>
              </a:xfrm>
              <a:custGeom>
                <a:rect b="b" l="l" r="r" t="t"/>
                <a:pathLst>
                  <a:path extrusionOk="0" h="259" w="514">
                    <a:moveTo>
                      <a:pt x="257" y="1"/>
                    </a:moveTo>
                    <a:cubicBezTo>
                      <a:pt x="171" y="1"/>
                      <a:pt x="85" y="4"/>
                      <a:pt x="0" y="13"/>
                    </a:cubicBezTo>
                    <a:cubicBezTo>
                      <a:pt x="6" y="151"/>
                      <a:pt x="119" y="259"/>
                      <a:pt x="257" y="259"/>
                    </a:cubicBezTo>
                    <a:cubicBezTo>
                      <a:pt x="394" y="259"/>
                      <a:pt x="507" y="151"/>
                      <a:pt x="513" y="13"/>
                    </a:cubicBezTo>
                    <a:cubicBezTo>
                      <a:pt x="429" y="6"/>
                      <a:pt x="343" y="2"/>
                      <a:pt x="2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3"/>
              <p:cNvSpPr/>
              <p:nvPr/>
            </p:nvSpPr>
            <p:spPr>
              <a:xfrm>
                <a:off x="-3389954" y="3991428"/>
                <a:ext cx="32626" cy="16364"/>
              </a:xfrm>
              <a:custGeom>
                <a:rect b="b" l="l" r="r" t="t"/>
                <a:pathLst>
                  <a:path extrusionOk="0" h="161" w="321">
                    <a:moveTo>
                      <a:pt x="162" y="0"/>
                    </a:moveTo>
                    <a:cubicBezTo>
                      <a:pt x="161" y="0"/>
                      <a:pt x="161" y="0"/>
                      <a:pt x="160" y="0"/>
                    </a:cubicBezTo>
                    <a:cubicBezTo>
                      <a:pt x="70" y="0"/>
                      <a:pt x="0" y="73"/>
                      <a:pt x="0" y="160"/>
                    </a:cubicBezTo>
                    <a:lnTo>
                      <a:pt x="320" y="160"/>
                    </a:lnTo>
                    <a:cubicBezTo>
                      <a:pt x="320" y="72"/>
                      <a:pt x="250" y="0"/>
                      <a:pt x="1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3"/>
              <p:cNvSpPr/>
              <p:nvPr/>
            </p:nvSpPr>
            <p:spPr>
              <a:xfrm>
                <a:off x="-3259856" y="3718217"/>
                <a:ext cx="54886" cy="54886"/>
              </a:xfrm>
              <a:custGeom>
                <a:rect b="b" l="l" r="r" t="t"/>
                <a:pathLst>
                  <a:path extrusionOk="0" h="540" w="540">
                    <a:moveTo>
                      <a:pt x="270" y="1"/>
                    </a:moveTo>
                    <a:cubicBezTo>
                      <a:pt x="122" y="1"/>
                      <a:pt x="1" y="122"/>
                      <a:pt x="1" y="270"/>
                    </a:cubicBezTo>
                    <a:cubicBezTo>
                      <a:pt x="1" y="420"/>
                      <a:pt x="122" y="540"/>
                      <a:pt x="270" y="540"/>
                    </a:cubicBezTo>
                    <a:cubicBezTo>
                      <a:pt x="419" y="540"/>
                      <a:pt x="540" y="420"/>
                      <a:pt x="540" y="270"/>
                    </a:cubicBezTo>
                    <a:cubicBezTo>
                      <a:pt x="540" y="122"/>
                      <a:pt x="419" y="1"/>
                      <a:pt x="270"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3"/>
              <p:cNvSpPr/>
              <p:nvPr/>
            </p:nvSpPr>
            <p:spPr>
              <a:xfrm>
                <a:off x="-3259856" y="3818943"/>
                <a:ext cx="54886" cy="54987"/>
              </a:xfrm>
              <a:custGeom>
                <a:rect b="b" l="l" r="r" t="t"/>
                <a:pathLst>
                  <a:path extrusionOk="0" h="541" w="540">
                    <a:moveTo>
                      <a:pt x="270" y="1"/>
                    </a:moveTo>
                    <a:cubicBezTo>
                      <a:pt x="122" y="1"/>
                      <a:pt x="1" y="122"/>
                      <a:pt x="1" y="270"/>
                    </a:cubicBezTo>
                    <a:cubicBezTo>
                      <a:pt x="1" y="419"/>
                      <a:pt x="122" y="540"/>
                      <a:pt x="270" y="540"/>
                    </a:cubicBezTo>
                    <a:cubicBezTo>
                      <a:pt x="419" y="540"/>
                      <a:pt x="539" y="419"/>
                      <a:pt x="540" y="270"/>
                    </a:cubicBezTo>
                    <a:cubicBezTo>
                      <a:pt x="540" y="122"/>
                      <a:pt x="419" y="1"/>
                      <a:pt x="270"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3"/>
              <p:cNvSpPr/>
              <p:nvPr/>
            </p:nvSpPr>
            <p:spPr>
              <a:xfrm>
                <a:off x="-3310167" y="3768631"/>
                <a:ext cx="54886" cy="54987"/>
              </a:xfrm>
              <a:custGeom>
                <a:rect b="b" l="l" r="r" t="t"/>
                <a:pathLst>
                  <a:path extrusionOk="0" h="541" w="540">
                    <a:moveTo>
                      <a:pt x="270" y="0"/>
                    </a:moveTo>
                    <a:cubicBezTo>
                      <a:pt x="121" y="0"/>
                      <a:pt x="1" y="121"/>
                      <a:pt x="1" y="270"/>
                    </a:cubicBezTo>
                    <a:cubicBezTo>
                      <a:pt x="1" y="419"/>
                      <a:pt x="121" y="540"/>
                      <a:pt x="270" y="540"/>
                    </a:cubicBezTo>
                    <a:cubicBezTo>
                      <a:pt x="419" y="540"/>
                      <a:pt x="539" y="419"/>
                      <a:pt x="539" y="270"/>
                    </a:cubicBezTo>
                    <a:cubicBezTo>
                      <a:pt x="539" y="121"/>
                      <a:pt x="419" y="0"/>
                      <a:pt x="270"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3"/>
              <p:cNvSpPr/>
              <p:nvPr/>
            </p:nvSpPr>
            <p:spPr>
              <a:xfrm>
                <a:off x="-3209443" y="3768631"/>
                <a:ext cx="54784" cy="54987"/>
              </a:xfrm>
              <a:custGeom>
                <a:rect b="b" l="l" r="r" t="t"/>
                <a:pathLst>
                  <a:path extrusionOk="0" h="541" w="539">
                    <a:moveTo>
                      <a:pt x="270" y="0"/>
                    </a:moveTo>
                    <a:cubicBezTo>
                      <a:pt x="121" y="0"/>
                      <a:pt x="0" y="121"/>
                      <a:pt x="0" y="270"/>
                    </a:cubicBezTo>
                    <a:cubicBezTo>
                      <a:pt x="0" y="419"/>
                      <a:pt x="121" y="540"/>
                      <a:pt x="270" y="540"/>
                    </a:cubicBezTo>
                    <a:cubicBezTo>
                      <a:pt x="418" y="540"/>
                      <a:pt x="539" y="419"/>
                      <a:pt x="539" y="270"/>
                    </a:cubicBezTo>
                    <a:cubicBezTo>
                      <a:pt x="539" y="121"/>
                      <a:pt x="418" y="0"/>
                      <a:pt x="270"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4" name="Google Shape;4104;p53"/>
            <p:cNvGrpSpPr/>
            <p:nvPr/>
          </p:nvGrpSpPr>
          <p:grpSpPr>
            <a:xfrm>
              <a:off x="892485" y="95529"/>
              <a:ext cx="383313" cy="362120"/>
              <a:chOff x="-1174275" y="581450"/>
              <a:chExt cx="370100" cy="349638"/>
            </a:xfrm>
          </p:grpSpPr>
          <p:sp>
            <p:nvSpPr>
              <p:cNvPr id="4105" name="Google Shape;4105;p53"/>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3"/>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7" name="Google Shape;4107;p53"/>
            <p:cNvGrpSpPr/>
            <p:nvPr/>
          </p:nvGrpSpPr>
          <p:grpSpPr>
            <a:xfrm>
              <a:off x="8811915" y="3811635"/>
              <a:ext cx="261189" cy="248344"/>
              <a:chOff x="5164484" y="526738"/>
              <a:chExt cx="133266" cy="126713"/>
            </a:xfrm>
          </p:grpSpPr>
          <p:sp>
            <p:nvSpPr>
              <p:cNvPr id="4108" name="Google Shape;4108;p53"/>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3"/>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4110" name="Shape 4110"/>
        <p:cNvGrpSpPr/>
        <p:nvPr/>
      </p:nvGrpSpPr>
      <p:grpSpPr>
        <a:xfrm>
          <a:off x="0" y="0"/>
          <a:ext cx="0" cy="0"/>
          <a:chOff x="0" y="0"/>
          <a:chExt cx="0" cy="0"/>
        </a:xfrm>
      </p:grpSpPr>
      <p:sp>
        <p:nvSpPr>
          <p:cNvPr id="4111" name="Google Shape;4111;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4112" name="Google Shape;4112;p54"/>
          <p:cNvSpPr txBox="1"/>
          <p:nvPr>
            <p:ph idx="1" type="subTitle"/>
          </p:nvPr>
        </p:nvSpPr>
        <p:spPr>
          <a:xfrm>
            <a:off x="1170760" y="2966037"/>
            <a:ext cx="6802500" cy="1430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113" name="Google Shape;4113;p54"/>
          <p:cNvSpPr txBox="1"/>
          <p:nvPr>
            <p:ph idx="2" type="subTitle"/>
          </p:nvPr>
        </p:nvSpPr>
        <p:spPr>
          <a:xfrm>
            <a:off x="1170745" y="1377550"/>
            <a:ext cx="6802500" cy="1430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4114" name="Google Shape;4114;p54"/>
          <p:cNvGrpSpPr/>
          <p:nvPr/>
        </p:nvGrpSpPr>
        <p:grpSpPr>
          <a:xfrm>
            <a:off x="-237509" y="-103222"/>
            <a:ext cx="9572349" cy="5145323"/>
            <a:chOff x="-237509" y="-103222"/>
            <a:chExt cx="9572349" cy="5145323"/>
          </a:xfrm>
        </p:grpSpPr>
        <p:grpSp>
          <p:nvGrpSpPr>
            <p:cNvPr id="4115" name="Google Shape;4115;p54"/>
            <p:cNvGrpSpPr/>
            <p:nvPr/>
          </p:nvGrpSpPr>
          <p:grpSpPr>
            <a:xfrm>
              <a:off x="137891" y="-103222"/>
              <a:ext cx="9196949" cy="5145323"/>
              <a:chOff x="137891" y="-103222"/>
              <a:chExt cx="9196949" cy="5145323"/>
            </a:xfrm>
          </p:grpSpPr>
          <p:grpSp>
            <p:nvGrpSpPr>
              <p:cNvPr id="4116" name="Google Shape;4116;p54"/>
              <p:cNvGrpSpPr/>
              <p:nvPr/>
            </p:nvGrpSpPr>
            <p:grpSpPr>
              <a:xfrm rot="-1589773">
                <a:off x="7998786" y="104826"/>
                <a:ext cx="1171386" cy="1013975"/>
                <a:chOff x="3725309" y="381575"/>
                <a:chExt cx="533375" cy="461700"/>
              </a:xfrm>
            </p:grpSpPr>
            <p:sp>
              <p:nvSpPr>
                <p:cNvPr id="4117" name="Google Shape;4117;p54"/>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4"/>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4"/>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4"/>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4"/>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4"/>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4"/>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4"/>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4"/>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4"/>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4"/>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4"/>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4"/>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4"/>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4"/>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2" name="Google Shape;4132;p54"/>
              <p:cNvGrpSpPr/>
              <p:nvPr/>
            </p:nvGrpSpPr>
            <p:grpSpPr>
              <a:xfrm>
                <a:off x="8338936" y="4309852"/>
                <a:ext cx="597561" cy="732248"/>
                <a:chOff x="-476487" y="1228650"/>
                <a:chExt cx="263475" cy="322875"/>
              </a:xfrm>
            </p:grpSpPr>
            <p:sp>
              <p:nvSpPr>
                <p:cNvPr id="4133" name="Google Shape;4133;p54"/>
                <p:cNvSpPr/>
                <p:nvPr/>
              </p:nvSpPr>
              <p:spPr>
                <a:xfrm>
                  <a:off x="-476487" y="1228650"/>
                  <a:ext cx="263475" cy="322875"/>
                </a:xfrm>
                <a:custGeom>
                  <a:rect b="b" l="l" r="r" t="t"/>
                  <a:pathLst>
                    <a:path extrusionOk="0" h="12915" w="10539">
                      <a:moveTo>
                        <a:pt x="1124" y="0"/>
                      </a:moveTo>
                      <a:lnTo>
                        <a:pt x="1" y="12848"/>
                      </a:lnTo>
                      <a:lnTo>
                        <a:pt x="8339" y="12900"/>
                      </a:lnTo>
                      <a:lnTo>
                        <a:pt x="10538" y="12915"/>
                      </a:lnTo>
                      <a:lnTo>
                        <a:pt x="10124" y="222"/>
                      </a:lnTo>
                      <a:lnTo>
                        <a:pt x="8471" y="182"/>
                      </a:lnTo>
                      <a:lnTo>
                        <a:pt x="1124"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4" name="Google Shape;4134;p54"/>
                <p:cNvGrpSpPr/>
                <p:nvPr/>
              </p:nvGrpSpPr>
              <p:grpSpPr>
                <a:xfrm>
                  <a:off x="-476487" y="1228650"/>
                  <a:ext cx="263475" cy="322875"/>
                  <a:chOff x="-4190125" y="677000"/>
                  <a:chExt cx="263475" cy="322875"/>
                </a:xfrm>
              </p:grpSpPr>
              <p:sp>
                <p:nvSpPr>
                  <p:cNvPr id="4135" name="Google Shape;4135;p54"/>
                  <p:cNvSpPr/>
                  <p:nvPr/>
                </p:nvSpPr>
                <p:spPr>
                  <a:xfrm>
                    <a:off x="-4190125" y="677000"/>
                    <a:ext cx="263475" cy="322875"/>
                  </a:xfrm>
                  <a:custGeom>
                    <a:rect b="b" l="l" r="r" t="t"/>
                    <a:pathLst>
                      <a:path extrusionOk="0" h="12915" w="10539">
                        <a:moveTo>
                          <a:pt x="1124" y="0"/>
                        </a:moveTo>
                        <a:lnTo>
                          <a:pt x="1" y="12848"/>
                        </a:lnTo>
                        <a:lnTo>
                          <a:pt x="8339" y="12900"/>
                        </a:lnTo>
                        <a:lnTo>
                          <a:pt x="10538" y="12915"/>
                        </a:lnTo>
                        <a:lnTo>
                          <a:pt x="10124" y="222"/>
                        </a:lnTo>
                        <a:lnTo>
                          <a:pt x="8471" y="183"/>
                        </a:lnTo>
                        <a:lnTo>
                          <a:pt x="11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4"/>
                  <p:cNvSpPr/>
                  <p:nvPr/>
                </p:nvSpPr>
                <p:spPr>
                  <a:xfrm>
                    <a:off x="-3981650" y="681550"/>
                    <a:ext cx="55000" cy="318325"/>
                  </a:xfrm>
                  <a:custGeom>
                    <a:rect b="b" l="l" r="r" t="t"/>
                    <a:pathLst>
                      <a:path extrusionOk="0" h="12733" w="2200">
                        <a:moveTo>
                          <a:pt x="132" y="1"/>
                        </a:moveTo>
                        <a:lnTo>
                          <a:pt x="0" y="12718"/>
                        </a:lnTo>
                        <a:lnTo>
                          <a:pt x="2199" y="12733"/>
                        </a:lnTo>
                        <a:lnTo>
                          <a:pt x="1785" y="40"/>
                        </a:lnTo>
                        <a:lnTo>
                          <a:pt x="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4"/>
                  <p:cNvSpPr/>
                  <p:nvPr/>
                </p:nvSpPr>
                <p:spPr>
                  <a:xfrm>
                    <a:off x="-4130225" y="705650"/>
                    <a:ext cx="97075" cy="90600"/>
                  </a:xfrm>
                  <a:custGeom>
                    <a:rect b="b" l="l" r="r" t="t"/>
                    <a:pathLst>
                      <a:path extrusionOk="0" h="3624" w="3883">
                        <a:moveTo>
                          <a:pt x="1944" y="1"/>
                        </a:moveTo>
                        <a:cubicBezTo>
                          <a:pt x="1853" y="1"/>
                          <a:pt x="1761" y="7"/>
                          <a:pt x="1669" y="21"/>
                        </a:cubicBezTo>
                        <a:cubicBezTo>
                          <a:pt x="679" y="172"/>
                          <a:pt x="0" y="1096"/>
                          <a:pt x="151" y="2084"/>
                        </a:cubicBezTo>
                        <a:cubicBezTo>
                          <a:pt x="287" y="2982"/>
                          <a:pt x="1060" y="3623"/>
                          <a:pt x="1940" y="3623"/>
                        </a:cubicBezTo>
                        <a:cubicBezTo>
                          <a:pt x="2030" y="3623"/>
                          <a:pt x="2122" y="3617"/>
                          <a:pt x="2215" y="3603"/>
                        </a:cubicBezTo>
                        <a:cubicBezTo>
                          <a:pt x="3203" y="3452"/>
                          <a:pt x="3882" y="2527"/>
                          <a:pt x="3732" y="1539"/>
                        </a:cubicBezTo>
                        <a:cubicBezTo>
                          <a:pt x="3595" y="642"/>
                          <a:pt x="2823" y="1"/>
                          <a:pt x="1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4"/>
                  <p:cNvSpPr/>
                  <p:nvPr/>
                </p:nvSpPr>
                <p:spPr>
                  <a:xfrm>
                    <a:off x="-4100850" y="732800"/>
                    <a:ext cx="38350" cy="36275"/>
                  </a:xfrm>
                  <a:custGeom>
                    <a:rect b="b" l="l" r="r" t="t"/>
                    <a:pathLst>
                      <a:path extrusionOk="0" h="1451" w="1534">
                        <a:moveTo>
                          <a:pt x="765" y="1"/>
                        </a:moveTo>
                        <a:cubicBezTo>
                          <a:pt x="402" y="1"/>
                          <a:pt x="90" y="272"/>
                          <a:pt x="47" y="641"/>
                        </a:cubicBezTo>
                        <a:cubicBezTo>
                          <a:pt x="1" y="1039"/>
                          <a:pt x="285" y="1399"/>
                          <a:pt x="683" y="1445"/>
                        </a:cubicBezTo>
                        <a:cubicBezTo>
                          <a:pt x="711" y="1449"/>
                          <a:pt x="740" y="1450"/>
                          <a:pt x="768" y="1450"/>
                        </a:cubicBezTo>
                        <a:cubicBezTo>
                          <a:pt x="1130" y="1450"/>
                          <a:pt x="1443" y="1178"/>
                          <a:pt x="1487" y="810"/>
                        </a:cubicBezTo>
                        <a:cubicBezTo>
                          <a:pt x="1533" y="412"/>
                          <a:pt x="1247" y="52"/>
                          <a:pt x="850" y="6"/>
                        </a:cubicBezTo>
                        <a:cubicBezTo>
                          <a:pt x="821" y="2"/>
                          <a:pt x="793"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4"/>
                  <p:cNvSpPr/>
                  <p:nvPr/>
                </p:nvSpPr>
                <p:spPr>
                  <a:xfrm>
                    <a:off x="-4155525" y="827725"/>
                    <a:ext cx="133525" cy="126375"/>
                  </a:xfrm>
                  <a:custGeom>
                    <a:rect b="b" l="l" r="r" t="t"/>
                    <a:pathLst>
                      <a:path extrusionOk="0" h="5055" w="5341">
                        <a:moveTo>
                          <a:pt x="2668" y="1"/>
                        </a:moveTo>
                        <a:cubicBezTo>
                          <a:pt x="1402" y="1"/>
                          <a:pt x="309" y="950"/>
                          <a:pt x="161" y="2237"/>
                        </a:cubicBezTo>
                        <a:cubicBezTo>
                          <a:pt x="1" y="3623"/>
                          <a:pt x="993" y="4875"/>
                          <a:pt x="2379" y="5037"/>
                        </a:cubicBezTo>
                        <a:cubicBezTo>
                          <a:pt x="2478" y="5049"/>
                          <a:pt x="2575" y="5054"/>
                          <a:pt x="2672" y="5054"/>
                        </a:cubicBezTo>
                        <a:cubicBezTo>
                          <a:pt x="3937" y="5054"/>
                          <a:pt x="5030" y="4105"/>
                          <a:pt x="5179" y="2819"/>
                        </a:cubicBezTo>
                        <a:cubicBezTo>
                          <a:pt x="5340" y="1433"/>
                          <a:pt x="4346" y="179"/>
                          <a:pt x="2960" y="18"/>
                        </a:cubicBezTo>
                        <a:cubicBezTo>
                          <a:pt x="2862" y="6"/>
                          <a:pt x="2764" y="1"/>
                          <a:pt x="2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4"/>
                  <p:cNvSpPr/>
                  <p:nvPr/>
                </p:nvSpPr>
                <p:spPr>
                  <a:xfrm>
                    <a:off x="-4116600" y="864625"/>
                    <a:ext cx="55600" cy="52625"/>
                  </a:xfrm>
                  <a:custGeom>
                    <a:rect b="b" l="l" r="r" t="t"/>
                    <a:pathLst>
                      <a:path extrusionOk="0" h="2105" w="2224">
                        <a:moveTo>
                          <a:pt x="1111" y="0"/>
                        </a:moveTo>
                        <a:cubicBezTo>
                          <a:pt x="584" y="0"/>
                          <a:pt x="130" y="394"/>
                          <a:pt x="68" y="931"/>
                        </a:cubicBezTo>
                        <a:cubicBezTo>
                          <a:pt x="1" y="1508"/>
                          <a:pt x="415" y="2030"/>
                          <a:pt x="991" y="2097"/>
                        </a:cubicBezTo>
                        <a:cubicBezTo>
                          <a:pt x="1032" y="2102"/>
                          <a:pt x="1073" y="2104"/>
                          <a:pt x="1113" y="2104"/>
                        </a:cubicBezTo>
                        <a:cubicBezTo>
                          <a:pt x="1640" y="2104"/>
                          <a:pt x="2095" y="1709"/>
                          <a:pt x="2158" y="1173"/>
                        </a:cubicBezTo>
                        <a:cubicBezTo>
                          <a:pt x="2224" y="596"/>
                          <a:pt x="1810" y="74"/>
                          <a:pt x="1234" y="7"/>
                        </a:cubicBezTo>
                        <a:cubicBezTo>
                          <a:pt x="1193" y="2"/>
                          <a:pt x="1152"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4"/>
                  <p:cNvSpPr/>
                  <p:nvPr/>
                </p:nvSpPr>
                <p:spPr>
                  <a:xfrm>
                    <a:off x="-3999000" y="687450"/>
                    <a:ext cx="11200" cy="10600"/>
                  </a:xfrm>
                  <a:custGeom>
                    <a:rect b="b" l="l" r="r" t="t"/>
                    <a:pathLst>
                      <a:path extrusionOk="0" h="424" w="448">
                        <a:moveTo>
                          <a:pt x="224" y="1"/>
                        </a:moveTo>
                        <a:cubicBezTo>
                          <a:pt x="118" y="1"/>
                          <a:pt x="26" y="80"/>
                          <a:pt x="14" y="188"/>
                        </a:cubicBezTo>
                        <a:cubicBezTo>
                          <a:pt x="1" y="304"/>
                          <a:pt x="83" y="408"/>
                          <a:pt x="200" y="422"/>
                        </a:cubicBezTo>
                        <a:cubicBezTo>
                          <a:pt x="208" y="423"/>
                          <a:pt x="216" y="424"/>
                          <a:pt x="225" y="424"/>
                        </a:cubicBezTo>
                        <a:cubicBezTo>
                          <a:pt x="330" y="424"/>
                          <a:pt x="422" y="345"/>
                          <a:pt x="434" y="237"/>
                        </a:cubicBezTo>
                        <a:cubicBezTo>
                          <a:pt x="448" y="121"/>
                          <a:pt x="365" y="16"/>
                          <a:pt x="248" y="2"/>
                        </a:cubicBezTo>
                        <a:cubicBezTo>
                          <a:pt x="240" y="1"/>
                          <a:pt x="232"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4"/>
                  <p:cNvSpPr/>
                  <p:nvPr/>
                </p:nvSpPr>
                <p:spPr>
                  <a:xfrm>
                    <a:off x="-4158425" y="683025"/>
                    <a:ext cx="11175" cy="10625"/>
                  </a:xfrm>
                  <a:custGeom>
                    <a:rect b="b" l="l" r="r" t="t"/>
                    <a:pathLst>
                      <a:path extrusionOk="0" h="425" w="447">
                        <a:moveTo>
                          <a:pt x="225" y="1"/>
                        </a:moveTo>
                        <a:cubicBezTo>
                          <a:pt x="119" y="1"/>
                          <a:pt x="27" y="80"/>
                          <a:pt x="14" y="188"/>
                        </a:cubicBezTo>
                        <a:cubicBezTo>
                          <a:pt x="0" y="304"/>
                          <a:pt x="83" y="408"/>
                          <a:pt x="199" y="423"/>
                        </a:cubicBezTo>
                        <a:cubicBezTo>
                          <a:pt x="207" y="424"/>
                          <a:pt x="215" y="424"/>
                          <a:pt x="222" y="424"/>
                        </a:cubicBezTo>
                        <a:cubicBezTo>
                          <a:pt x="328" y="424"/>
                          <a:pt x="421" y="345"/>
                          <a:pt x="434" y="237"/>
                        </a:cubicBezTo>
                        <a:cubicBezTo>
                          <a:pt x="447" y="120"/>
                          <a:pt x="364" y="16"/>
                          <a:pt x="248" y="2"/>
                        </a:cubicBezTo>
                        <a:cubicBezTo>
                          <a:pt x="240" y="1"/>
                          <a:pt x="232"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4"/>
                  <p:cNvSpPr/>
                  <p:nvPr/>
                </p:nvSpPr>
                <p:spPr>
                  <a:xfrm>
                    <a:off x="-4183975" y="979075"/>
                    <a:ext cx="11200" cy="10625"/>
                  </a:xfrm>
                  <a:custGeom>
                    <a:rect b="b" l="l" r="r" t="t"/>
                    <a:pathLst>
                      <a:path extrusionOk="0" h="425" w="448">
                        <a:moveTo>
                          <a:pt x="225" y="1"/>
                        </a:moveTo>
                        <a:cubicBezTo>
                          <a:pt x="118" y="1"/>
                          <a:pt x="25" y="80"/>
                          <a:pt x="14" y="188"/>
                        </a:cubicBezTo>
                        <a:cubicBezTo>
                          <a:pt x="0" y="304"/>
                          <a:pt x="83" y="409"/>
                          <a:pt x="200" y="423"/>
                        </a:cubicBezTo>
                        <a:cubicBezTo>
                          <a:pt x="207" y="424"/>
                          <a:pt x="215" y="424"/>
                          <a:pt x="223" y="424"/>
                        </a:cubicBezTo>
                        <a:cubicBezTo>
                          <a:pt x="329" y="424"/>
                          <a:pt x="421" y="345"/>
                          <a:pt x="434" y="237"/>
                        </a:cubicBezTo>
                        <a:cubicBezTo>
                          <a:pt x="447" y="121"/>
                          <a:pt x="365" y="16"/>
                          <a:pt x="248" y="2"/>
                        </a:cubicBezTo>
                        <a:cubicBezTo>
                          <a:pt x="240" y="1"/>
                          <a:pt x="233"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4"/>
                  <p:cNvSpPr/>
                  <p:nvPr/>
                </p:nvSpPr>
                <p:spPr>
                  <a:xfrm>
                    <a:off x="-4000300" y="980975"/>
                    <a:ext cx="11200" cy="10600"/>
                  </a:xfrm>
                  <a:custGeom>
                    <a:rect b="b" l="l" r="r" t="t"/>
                    <a:pathLst>
                      <a:path extrusionOk="0" h="424" w="448">
                        <a:moveTo>
                          <a:pt x="222" y="1"/>
                        </a:moveTo>
                        <a:cubicBezTo>
                          <a:pt x="115" y="1"/>
                          <a:pt x="25" y="81"/>
                          <a:pt x="14" y="188"/>
                        </a:cubicBezTo>
                        <a:cubicBezTo>
                          <a:pt x="0" y="305"/>
                          <a:pt x="83" y="409"/>
                          <a:pt x="199" y="422"/>
                        </a:cubicBezTo>
                        <a:cubicBezTo>
                          <a:pt x="208" y="423"/>
                          <a:pt x="216" y="424"/>
                          <a:pt x="224" y="424"/>
                        </a:cubicBezTo>
                        <a:cubicBezTo>
                          <a:pt x="329" y="424"/>
                          <a:pt x="420" y="345"/>
                          <a:pt x="434" y="237"/>
                        </a:cubicBezTo>
                        <a:cubicBezTo>
                          <a:pt x="447" y="121"/>
                          <a:pt x="363" y="17"/>
                          <a:pt x="248" y="2"/>
                        </a:cubicBezTo>
                        <a:cubicBezTo>
                          <a:pt x="239" y="1"/>
                          <a:pt x="230" y="1"/>
                          <a:pt x="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45" name="Google Shape;4145;p54"/>
              <p:cNvGrpSpPr/>
              <p:nvPr/>
            </p:nvGrpSpPr>
            <p:grpSpPr>
              <a:xfrm>
                <a:off x="7733087" y="76602"/>
                <a:ext cx="456558" cy="368424"/>
                <a:chOff x="-1636175" y="409550"/>
                <a:chExt cx="448750" cy="362088"/>
              </a:xfrm>
            </p:grpSpPr>
            <p:sp>
              <p:nvSpPr>
                <p:cNvPr id="4146" name="Google Shape;4146;p54"/>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4"/>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8" name="Google Shape;4148;p54"/>
              <p:cNvGrpSpPr/>
              <p:nvPr/>
            </p:nvGrpSpPr>
            <p:grpSpPr>
              <a:xfrm>
                <a:off x="137891" y="4334676"/>
                <a:ext cx="735612" cy="682607"/>
                <a:chOff x="-3345900" y="2555950"/>
                <a:chExt cx="464050" cy="430613"/>
              </a:xfrm>
            </p:grpSpPr>
            <p:sp>
              <p:nvSpPr>
                <p:cNvPr id="4149" name="Google Shape;4149;p54"/>
                <p:cNvSpPr/>
                <p:nvPr/>
              </p:nvSpPr>
              <p:spPr>
                <a:xfrm>
                  <a:off x="-3345900" y="2555950"/>
                  <a:ext cx="464050" cy="430575"/>
                </a:xfrm>
                <a:custGeom>
                  <a:rect b="b" l="l" r="r" t="t"/>
                  <a:pathLst>
                    <a:path extrusionOk="0" h="17223" w="18562">
                      <a:moveTo>
                        <a:pt x="9284" y="7756"/>
                      </a:moveTo>
                      <a:cubicBezTo>
                        <a:pt x="9503" y="7756"/>
                        <a:pt x="9723" y="7840"/>
                        <a:pt x="9889" y="8006"/>
                      </a:cubicBezTo>
                      <a:cubicBezTo>
                        <a:pt x="10224" y="8341"/>
                        <a:pt x="10224" y="8883"/>
                        <a:pt x="9889" y="9218"/>
                      </a:cubicBezTo>
                      <a:cubicBezTo>
                        <a:pt x="9723" y="9385"/>
                        <a:pt x="9504" y="9469"/>
                        <a:pt x="9285" y="9469"/>
                      </a:cubicBezTo>
                      <a:cubicBezTo>
                        <a:pt x="9066" y="9469"/>
                        <a:pt x="8846" y="9385"/>
                        <a:pt x="8679" y="9218"/>
                      </a:cubicBezTo>
                      <a:cubicBezTo>
                        <a:pt x="8344" y="8883"/>
                        <a:pt x="8344" y="8341"/>
                        <a:pt x="8679" y="8006"/>
                      </a:cubicBezTo>
                      <a:cubicBezTo>
                        <a:pt x="8845" y="7840"/>
                        <a:pt x="9065" y="7756"/>
                        <a:pt x="9284" y="7756"/>
                      </a:cubicBezTo>
                      <a:close/>
                      <a:moveTo>
                        <a:pt x="9286" y="0"/>
                      </a:moveTo>
                      <a:cubicBezTo>
                        <a:pt x="8069" y="0"/>
                        <a:pt x="6853" y="257"/>
                        <a:pt x="5724" y="769"/>
                      </a:cubicBezTo>
                      <a:cubicBezTo>
                        <a:pt x="4809" y="1184"/>
                        <a:pt x="3949" y="1768"/>
                        <a:pt x="3196" y="2521"/>
                      </a:cubicBezTo>
                      <a:cubicBezTo>
                        <a:pt x="2441" y="3275"/>
                        <a:pt x="1857" y="4134"/>
                        <a:pt x="1440" y="5052"/>
                      </a:cubicBezTo>
                      <a:cubicBezTo>
                        <a:pt x="1" y="8223"/>
                        <a:pt x="585" y="12091"/>
                        <a:pt x="3196" y="14701"/>
                      </a:cubicBezTo>
                      <a:cubicBezTo>
                        <a:pt x="4876" y="16382"/>
                        <a:pt x="7079" y="17223"/>
                        <a:pt x="9282" y="17223"/>
                      </a:cubicBezTo>
                      <a:cubicBezTo>
                        <a:pt x="10475" y="17223"/>
                        <a:pt x="11668" y="16976"/>
                        <a:pt x="12778" y="16483"/>
                      </a:cubicBezTo>
                      <a:cubicBezTo>
                        <a:pt x="13719" y="16068"/>
                        <a:pt x="14599" y="15473"/>
                        <a:pt x="15373" y="14701"/>
                      </a:cubicBezTo>
                      <a:cubicBezTo>
                        <a:pt x="16146" y="13928"/>
                        <a:pt x="16741" y="13045"/>
                        <a:pt x="17156" y="12106"/>
                      </a:cubicBezTo>
                      <a:cubicBezTo>
                        <a:pt x="18561" y="8945"/>
                        <a:pt x="17967" y="5115"/>
                        <a:pt x="15373" y="2521"/>
                      </a:cubicBezTo>
                      <a:cubicBezTo>
                        <a:pt x="13691" y="840"/>
                        <a:pt x="11488" y="0"/>
                        <a:pt x="928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0" name="Google Shape;4150;p54"/>
                <p:cNvGrpSpPr/>
                <p:nvPr/>
              </p:nvGrpSpPr>
              <p:grpSpPr>
                <a:xfrm>
                  <a:off x="-3345900" y="2555988"/>
                  <a:ext cx="464050" cy="430575"/>
                  <a:chOff x="-3345900" y="1288025"/>
                  <a:chExt cx="464050" cy="430575"/>
                </a:xfrm>
              </p:grpSpPr>
              <p:sp>
                <p:nvSpPr>
                  <p:cNvPr id="4151" name="Google Shape;4151;p54"/>
                  <p:cNvSpPr/>
                  <p:nvPr/>
                </p:nvSpPr>
                <p:spPr>
                  <a:xfrm>
                    <a:off x="-3345900" y="1288025"/>
                    <a:ext cx="464050" cy="430575"/>
                  </a:xfrm>
                  <a:custGeom>
                    <a:rect b="b" l="l" r="r" t="t"/>
                    <a:pathLst>
                      <a:path extrusionOk="0" h="17223" w="18562">
                        <a:moveTo>
                          <a:pt x="9284" y="7757"/>
                        </a:moveTo>
                        <a:cubicBezTo>
                          <a:pt x="9503" y="7757"/>
                          <a:pt x="9723" y="7840"/>
                          <a:pt x="9889" y="8007"/>
                        </a:cubicBezTo>
                        <a:cubicBezTo>
                          <a:pt x="10224" y="8341"/>
                          <a:pt x="10224" y="8885"/>
                          <a:pt x="9889" y="9218"/>
                        </a:cubicBezTo>
                        <a:cubicBezTo>
                          <a:pt x="9723" y="9385"/>
                          <a:pt x="9504" y="9469"/>
                          <a:pt x="9285" y="9469"/>
                        </a:cubicBezTo>
                        <a:cubicBezTo>
                          <a:pt x="9066" y="9469"/>
                          <a:pt x="8846" y="9385"/>
                          <a:pt x="8679" y="9218"/>
                        </a:cubicBezTo>
                        <a:cubicBezTo>
                          <a:pt x="8344" y="8885"/>
                          <a:pt x="8344" y="8341"/>
                          <a:pt x="8679" y="8007"/>
                        </a:cubicBezTo>
                        <a:cubicBezTo>
                          <a:pt x="8845" y="7840"/>
                          <a:pt x="9065" y="7757"/>
                          <a:pt x="9284" y="7757"/>
                        </a:cubicBezTo>
                        <a:close/>
                        <a:moveTo>
                          <a:pt x="9285" y="1"/>
                        </a:moveTo>
                        <a:cubicBezTo>
                          <a:pt x="8069" y="1"/>
                          <a:pt x="6853" y="257"/>
                          <a:pt x="5724" y="769"/>
                        </a:cubicBezTo>
                        <a:cubicBezTo>
                          <a:pt x="4809" y="1184"/>
                          <a:pt x="3949" y="1769"/>
                          <a:pt x="3196" y="2522"/>
                        </a:cubicBezTo>
                        <a:cubicBezTo>
                          <a:pt x="2441" y="3276"/>
                          <a:pt x="1857" y="4134"/>
                          <a:pt x="1440" y="5052"/>
                        </a:cubicBezTo>
                        <a:cubicBezTo>
                          <a:pt x="1" y="8224"/>
                          <a:pt x="585" y="12091"/>
                          <a:pt x="3196" y="14701"/>
                        </a:cubicBezTo>
                        <a:cubicBezTo>
                          <a:pt x="4876" y="16382"/>
                          <a:pt x="7079" y="17223"/>
                          <a:pt x="9282" y="17223"/>
                        </a:cubicBezTo>
                        <a:cubicBezTo>
                          <a:pt x="10475" y="17223"/>
                          <a:pt x="11668" y="16976"/>
                          <a:pt x="12778" y="16483"/>
                        </a:cubicBezTo>
                        <a:cubicBezTo>
                          <a:pt x="13719" y="16068"/>
                          <a:pt x="14599" y="15474"/>
                          <a:pt x="15373" y="14701"/>
                        </a:cubicBezTo>
                        <a:cubicBezTo>
                          <a:pt x="16146" y="13928"/>
                          <a:pt x="16741" y="13046"/>
                          <a:pt x="17156" y="12106"/>
                        </a:cubicBezTo>
                        <a:cubicBezTo>
                          <a:pt x="18561" y="8946"/>
                          <a:pt x="17967" y="5115"/>
                          <a:pt x="15373" y="2522"/>
                        </a:cubicBezTo>
                        <a:cubicBezTo>
                          <a:pt x="13691" y="841"/>
                          <a:pt x="11488" y="1"/>
                          <a:pt x="92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4"/>
                  <p:cNvSpPr/>
                  <p:nvPr/>
                </p:nvSpPr>
                <p:spPr>
                  <a:xfrm>
                    <a:off x="-3215075" y="1411025"/>
                    <a:ext cx="202575" cy="184600"/>
                  </a:xfrm>
                  <a:custGeom>
                    <a:rect b="b" l="l" r="r" t="t"/>
                    <a:pathLst>
                      <a:path extrusionOk="0" h="7384" w="8103">
                        <a:moveTo>
                          <a:pt x="4052" y="2837"/>
                        </a:moveTo>
                        <a:cubicBezTo>
                          <a:pt x="4272" y="2837"/>
                          <a:pt x="4491" y="2920"/>
                          <a:pt x="4658" y="3087"/>
                        </a:cubicBezTo>
                        <a:cubicBezTo>
                          <a:pt x="4993" y="3421"/>
                          <a:pt x="4993" y="3965"/>
                          <a:pt x="4658" y="4298"/>
                        </a:cubicBezTo>
                        <a:cubicBezTo>
                          <a:pt x="4491" y="4465"/>
                          <a:pt x="4272" y="4549"/>
                          <a:pt x="4052" y="4549"/>
                        </a:cubicBezTo>
                        <a:cubicBezTo>
                          <a:pt x="3833" y="4549"/>
                          <a:pt x="3614" y="4465"/>
                          <a:pt x="3447" y="4298"/>
                        </a:cubicBezTo>
                        <a:cubicBezTo>
                          <a:pt x="3112" y="3965"/>
                          <a:pt x="3112" y="3421"/>
                          <a:pt x="3447" y="3087"/>
                        </a:cubicBezTo>
                        <a:cubicBezTo>
                          <a:pt x="3614" y="2920"/>
                          <a:pt x="3833" y="2837"/>
                          <a:pt x="4052" y="2837"/>
                        </a:cubicBezTo>
                        <a:close/>
                        <a:moveTo>
                          <a:pt x="4051" y="1"/>
                        </a:moveTo>
                        <a:cubicBezTo>
                          <a:pt x="3107" y="1"/>
                          <a:pt x="2162" y="361"/>
                          <a:pt x="1442" y="1082"/>
                        </a:cubicBezTo>
                        <a:cubicBezTo>
                          <a:pt x="1" y="2523"/>
                          <a:pt x="1" y="4860"/>
                          <a:pt x="1442" y="6302"/>
                        </a:cubicBezTo>
                        <a:cubicBezTo>
                          <a:pt x="2162" y="7023"/>
                          <a:pt x="3107" y="7383"/>
                          <a:pt x="4052" y="7383"/>
                        </a:cubicBezTo>
                        <a:cubicBezTo>
                          <a:pt x="4997" y="7383"/>
                          <a:pt x="5941" y="7023"/>
                          <a:pt x="6661" y="6302"/>
                        </a:cubicBezTo>
                        <a:cubicBezTo>
                          <a:pt x="8102" y="4860"/>
                          <a:pt x="8102" y="2523"/>
                          <a:pt x="6661" y="1082"/>
                        </a:cubicBezTo>
                        <a:cubicBezTo>
                          <a:pt x="5940" y="361"/>
                          <a:pt x="4995" y="1"/>
                          <a:pt x="40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4"/>
                  <p:cNvSpPr/>
                  <p:nvPr/>
                </p:nvSpPr>
                <p:spPr>
                  <a:xfrm>
                    <a:off x="-3169450" y="1452600"/>
                    <a:ext cx="111350" cy="101450"/>
                  </a:xfrm>
                  <a:custGeom>
                    <a:rect b="b" l="l" r="r" t="t"/>
                    <a:pathLst>
                      <a:path extrusionOk="0" h="4058" w="4454">
                        <a:moveTo>
                          <a:pt x="2227" y="1174"/>
                        </a:moveTo>
                        <a:cubicBezTo>
                          <a:pt x="2447" y="1174"/>
                          <a:pt x="2666" y="1257"/>
                          <a:pt x="2833" y="1424"/>
                        </a:cubicBezTo>
                        <a:cubicBezTo>
                          <a:pt x="3168" y="1758"/>
                          <a:pt x="3168" y="2302"/>
                          <a:pt x="2833" y="2635"/>
                        </a:cubicBezTo>
                        <a:cubicBezTo>
                          <a:pt x="2666" y="2802"/>
                          <a:pt x="2447" y="2886"/>
                          <a:pt x="2227" y="2886"/>
                        </a:cubicBezTo>
                        <a:cubicBezTo>
                          <a:pt x="2008" y="2886"/>
                          <a:pt x="1789" y="2802"/>
                          <a:pt x="1622" y="2635"/>
                        </a:cubicBezTo>
                        <a:cubicBezTo>
                          <a:pt x="1287" y="2302"/>
                          <a:pt x="1287" y="1758"/>
                          <a:pt x="1622" y="1424"/>
                        </a:cubicBezTo>
                        <a:cubicBezTo>
                          <a:pt x="1789" y="1257"/>
                          <a:pt x="2008" y="1174"/>
                          <a:pt x="2227" y="1174"/>
                        </a:cubicBezTo>
                        <a:close/>
                        <a:moveTo>
                          <a:pt x="2227" y="0"/>
                        </a:moveTo>
                        <a:cubicBezTo>
                          <a:pt x="1708" y="0"/>
                          <a:pt x="1188" y="198"/>
                          <a:pt x="792" y="595"/>
                        </a:cubicBezTo>
                        <a:cubicBezTo>
                          <a:pt x="0" y="1386"/>
                          <a:pt x="0" y="2671"/>
                          <a:pt x="792" y="3464"/>
                        </a:cubicBezTo>
                        <a:cubicBezTo>
                          <a:pt x="1188" y="3859"/>
                          <a:pt x="1708" y="4057"/>
                          <a:pt x="2227" y="4057"/>
                        </a:cubicBezTo>
                        <a:cubicBezTo>
                          <a:pt x="2746" y="4057"/>
                          <a:pt x="3265" y="3859"/>
                          <a:pt x="3661" y="3464"/>
                        </a:cubicBezTo>
                        <a:cubicBezTo>
                          <a:pt x="4454" y="2671"/>
                          <a:pt x="4454" y="1386"/>
                          <a:pt x="3661" y="595"/>
                        </a:cubicBezTo>
                        <a:cubicBezTo>
                          <a:pt x="3265" y="198"/>
                          <a:pt x="2746" y="0"/>
                          <a:pt x="22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54" name="Google Shape;4154;p54"/>
              <p:cNvGrpSpPr/>
              <p:nvPr/>
            </p:nvGrpSpPr>
            <p:grpSpPr>
              <a:xfrm>
                <a:off x="374884" y="3986253"/>
                <a:ext cx="185701" cy="172104"/>
                <a:chOff x="3508459" y="336863"/>
                <a:chExt cx="94750" cy="87813"/>
              </a:xfrm>
            </p:grpSpPr>
            <p:sp>
              <p:nvSpPr>
                <p:cNvPr id="4155" name="Google Shape;4155;p54"/>
                <p:cNvSpPr/>
                <p:nvPr/>
              </p:nvSpPr>
              <p:spPr>
                <a:xfrm>
                  <a:off x="3508459" y="336863"/>
                  <a:ext cx="94750" cy="86125"/>
                </a:xfrm>
                <a:custGeom>
                  <a:rect b="b" l="l" r="r" t="t"/>
                  <a:pathLst>
                    <a:path extrusionOk="0" h="3445" w="3790">
                      <a:moveTo>
                        <a:pt x="1897" y="0"/>
                      </a:moveTo>
                      <a:cubicBezTo>
                        <a:pt x="1766" y="0"/>
                        <a:pt x="1633" y="15"/>
                        <a:pt x="1500" y="47"/>
                      </a:cubicBezTo>
                      <a:cubicBezTo>
                        <a:pt x="574" y="265"/>
                        <a:pt x="0" y="1192"/>
                        <a:pt x="219" y="2118"/>
                      </a:cubicBezTo>
                      <a:cubicBezTo>
                        <a:pt x="406" y="2911"/>
                        <a:pt x="1114" y="3445"/>
                        <a:pt x="1895" y="3445"/>
                      </a:cubicBezTo>
                      <a:cubicBezTo>
                        <a:pt x="2026" y="3445"/>
                        <a:pt x="2159" y="3430"/>
                        <a:pt x="2291" y="3399"/>
                      </a:cubicBezTo>
                      <a:cubicBezTo>
                        <a:pt x="3217" y="3180"/>
                        <a:pt x="3790" y="2252"/>
                        <a:pt x="3571" y="1326"/>
                      </a:cubicBezTo>
                      <a:cubicBezTo>
                        <a:pt x="3384" y="534"/>
                        <a:pt x="2678" y="0"/>
                        <a:pt x="1897"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4"/>
                <p:cNvSpPr/>
                <p:nvPr/>
              </p:nvSpPr>
              <p:spPr>
                <a:xfrm>
                  <a:off x="3514125" y="338525"/>
                  <a:ext cx="86100" cy="86150"/>
                </a:xfrm>
                <a:custGeom>
                  <a:rect b="b" l="l" r="r" t="t"/>
                  <a:pathLst>
                    <a:path extrusionOk="0" h="3446" w="3444">
                      <a:moveTo>
                        <a:pt x="1721" y="1"/>
                      </a:moveTo>
                      <a:cubicBezTo>
                        <a:pt x="771" y="1"/>
                        <a:pt x="0" y="772"/>
                        <a:pt x="0" y="1723"/>
                      </a:cubicBezTo>
                      <a:cubicBezTo>
                        <a:pt x="0" y="2674"/>
                        <a:pt x="771" y="3445"/>
                        <a:pt x="1721" y="3445"/>
                      </a:cubicBezTo>
                      <a:cubicBezTo>
                        <a:pt x="2673" y="3445"/>
                        <a:pt x="3444" y="2674"/>
                        <a:pt x="3444" y="1723"/>
                      </a:cubicBezTo>
                      <a:cubicBezTo>
                        <a:pt x="3444" y="772"/>
                        <a:pt x="2673" y="1"/>
                        <a:pt x="17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4"/>
                <p:cNvSpPr/>
                <p:nvPr/>
              </p:nvSpPr>
              <p:spPr>
                <a:xfrm>
                  <a:off x="3514125" y="338525"/>
                  <a:ext cx="86100" cy="43075"/>
                </a:xfrm>
                <a:custGeom>
                  <a:rect b="b" l="l" r="r" t="t"/>
                  <a:pathLst>
                    <a:path extrusionOk="0" h="1723" w="3444">
                      <a:moveTo>
                        <a:pt x="1721" y="1"/>
                      </a:moveTo>
                      <a:cubicBezTo>
                        <a:pt x="771" y="1"/>
                        <a:pt x="0" y="771"/>
                        <a:pt x="0" y="1723"/>
                      </a:cubicBezTo>
                      <a:lnTo>
                        <a:pt x="3444" y="1723"/>
                      </a:lnTo>
                      <a:cubicBezTo>
                        <a:pt x="3444" y="772"/>
                        <a:pt x="2674" y="1"/>
                        <a:pt x="17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8" name="Google Shape;4158;p54"/>
              <p:cNvGrpSpPr/>
              <p:nvPr/>
            </p:nvGrpSpPr>
            <p:grpSpPr>
              <a:xfrm>
                <a:off x="557716" y="105257"/>
                <a:ext cx="311019" cy="311110"/>
                <a:chOff x="5038846" y="235350"/>
                <a:chExt cx="158691" cy="158738"/>
              </a:xfrm>
            </p:grpSpPr>
            <p:sp>
              <p:nvSpPr>
                <p:cNvPr id="4159" name="Google Shape;4159;p54"/>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4"/>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61" name="Google Shape;4161;p54"/>
            <p:cNvGrpSpPr/>
            <p:nvPr/>
          </p:nvGrpSpPr>
          <p:grpSpPr>
            <a:xfrm rot="-2700000">
              <a:off x="-34507" y="718680"/>
              <a:ext cx="980373" cy="980261"/>
              <a:chOff x="223041" y="1065269"/>
              <a:chExt cx="980382" cy="980270"/>
            </a:xfrm>
          </p:grpSpPr>
          <p:sp>
            <p:nvSpPr>
              <p:cNvPr id="4162" name="Google Shape;4162;p54"/>
              <p:cNvSpPr/>
              <p:nvPr/>
            </p:nvSpPr>
            <p:spPr>
              <a:xfrm>
                <a:off x="223041" y="1065269"/>
                <a:ext cx="976822" cy="976272"/>
              </a:xfrm>
              <a:custGeom>
                <a:rect b="b" l="l" r="r" t="t"/>
                <a:pathLst>
                  <a:path extrusionOk="0" h="15262" w="15270">
                    <a:moveTo>
                      <a:pt x="5171" y="1"/>
                    </a:moveTo>
                    <a:cubicBezTo>
                      <a:pt x="2985" y="1"/>
                      <a:pt x="1116" y="1356"/>
                      <a:pt x="360" y="3270"/>
                    </a:cubicBezTo>
                    <a:lnTo>
                      <a:pt x="360" y="3273"/>
                    </a:lnTo>
                    <a:cubicBezTo>
                      <a:pt x="314" y="3387"/>
                      <a:pt x="271" y="3506"/>
                      <a:pt x="238" y="3626"/>
                    </a:cubicBezTo>
                    <a:cubicBezTo>
                      <a:pt x="106" y="4038"/>
                      <a:pt x="28" y="4477"/>
                      <a:pt x="6" y="4929"/>
                    </a:cubicBezTo>
                    <a:lnTo>
                      <a:pt x="0" y="4929"/>
                    </a:lnTo>
                    <a:lnTo>
                      <a:pt x="0" y="5197"/>
                    </a:lnTo>
                    <a:lnTo>
                      <a:pt x="0" y="5937"/>
                    </a:lnTo>
                    <a:lnTo>
                      <a:pt x="0" y="7415"/>
                    </a:lnTo>
                    <a:lnTo>
                      <a:pt x="0" y="8155"/>
                    </a:lnTo>
                    <a:lnTo>
                      <a:pt x="0" y="9636"/>
                    </a:lnTo>
                    <a:lnTo>
                      <a:pt x="0" y="10377"/>
                    </a:lnTo>
                    <a:lnTo>
                      <a:pt x="0" y="11855"/>
                    </a:lnTo>
                    <a:lnTo>
                      <a:pt x="0" y="12596"/>
                    </a:lnTo>
                    <a:lnTo>
                      <a:pt x="0" y="14076"/>
                    </a:lnTo>
                    <a:lnTo>
                      <a:pt x="0" y="14817"/>
                    </a:lnTo>
                    <a:lnTo>
                      <a:pt x="0" y="15262"/>
                    </a:lnTo>
                    <a:lnTo>
                      <a:pt x="10337" y="15262"/>
                    </a:lnTo>
                    <a:lnTo>
                      <a:pt x="10337" y="15256"/>
                    </a:lnTo>
                    <a:cubicBezTo>
                      <a:pt x="11011" y="15225"/>
                      <a:pt x="11648" y="15065"/>
                      <a:pt x="12230" y="14800"/>
                    </a:cubicBezTo>
                    <a:lnTo>
                      <a:pt x="12234" y="14800"/>
                    </a:lnTo>
                    <a:lnTo>
                      <a:pt x="12675" y="14575"/>
                    </a:lnTo>
                    <a:cubicBezTo>
                      <a:pt x="13102" y="14330"/>
                      <a:pt x="13494" y="14022"/>
                      <a:pt x="13831" y="13669"/>
                    </a:cubicBezTo>
                    <a:cubicBezTo>
                      <a:pt x="13865" y="13635"/>
                      <a:pt x="13898" y="13598"/>
                      <a:pt x="13929" y="13562"/>
                    </a:cubicBezTo>
                    <a:cubicBezTo>
                      <a:pt x="14092" y="13383"/>
                      <a:pt x="14241" y="13196"/>
                      <a:pt x="14372" y="12996"/>
                    </a:cubicBezTo>
                    <a:cubicBezTo>
                      <a:pt x="14940" y="12170"/>
                      <a:pt x="15270" y="11172"/>
                      <a:pt x="15270" y="10091"/>
                    </a:cubicBezTo>
                    <a:cubicBezTo>
                      <a:pt x="15270" y="8949"/>
                      <a:pt x="14901" y="7893"/>
                      <a:pt x="14272" y="7040"/>
                    </a:cubicBezTo>
                    <a:cubicBezTo>
                      <a:pt x="14149" y="6868"/>
                      <a:pt x="14014" y="6709"/>
                      <a:pt x="13869" y="6555"/>
                    </a:cubicBezTo>
                    <a:cubicBezTo>
                      <a:pt x="13525" y="6193"/>
                      <a:pt x="13131" y="5875"/>
                      <a:pt x="12695" y="5621"/>
                    </a:cubicBezTo>
                    <a:cubicBezTo>
                      <a:pt x="12493" y="5503"/>
                      <a:pt x="12280" y="5399"/>
                      <a:pt x="12061" y="5310"/>
                    </a:cubicBezTo>
                    <a:cubicBezTo>
                      <a:pt x="11524" y="5088"/>
                      <a:pt x="10944" y="4956"/>
                      <a:pt x="10332" y="4931"/>
                    </a:cubicBezTo>
                    <a:cubicBezTo>
                      <a:pt x="10327" y="4878"/>
                      <a:pt x="10325" y="4820"/>
                      <a:pt x="10319" y="4761"/>
                    </a:cubicBezTo>
                    <a:cubicBezTo>
                      <a:pt x="10304" y="4537"/>
                      <a:pt x="10270" y="4319"/>
                      <a:pt x="10223" y="4104"/>
                    </a:cubicBezTo>
                    <a:cubicBezTo>
                      <a:pt x="10008" y="3066"/>
                      <a:pt x="9479" y="2143"/>
                      <a:pt x="8745" y="1438"/>
                    </a:cubicBezTo>
                    <a:cubicBezTo>
                      <a:pt x="8683" y="1380"/>
                      <a:pt x="8625" y="1325"/>
                      <a:pt x="8561" y="1270"/>
                    </a:cubicBezTo>
                    <a:cubicBezTo>
                      <a:pt x="8382" y="1112"/>
                      <a:pt x="8191" y="968"/>
                      <a:pt x="7989" y="839"/>
                    </a:cubicBezTo>
                    <a:cubicBezTo>
                      <a:pt x="7988" y="837"/>
                      <a:pt x="7987" y="836"/>
                      <a:pt x="7987" y="836"/>
                    </a:cubicBezTo>
                    <a:cubicBezTo>
                      <a:pt x="7987" y="836"/>
                      <a:pt x="7987" y="837"/>
                      <a:pt x="7987" y="839"/>
                    </a:cubicBezTo>
                    <a:cubicBezTo>
                      <a:pt x="7178" y="307"/>
                      <a:pt x="6210" y="1"/>
                      <a:pt x="517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3" name="Google Shape;4163;p54"/>
              <p:cNvGrpSpPr/>
              <p:nvPr/>
            </p:nvGrpSpPr>
            <p:grpSpPr>
              <a:xfrm>
                <a:off x="226410" y="1069011"/>
                <a:ext cx="977014" cy="976528"/>
                <a:chOff x="226410" y="1069011"/>
                <a:chExt cx="977014" cy="976528"/>
              </a:xfrm>
            </p:grpSpPr>
            <p:grpSp>
              <p:nvGrpSpPr>
                <p:cNvPr id="4164" name="Google Shape;4164;p54"/>
                <p:cNvGrpSpPr/>
                <p:nvPr/>
              </p:nvGrpSpPr>
              <p:grpSpPr>
                <a:xfrm>
                  <a:off x="226410" y="1069011"/>
                  <a:ext cx="977014" cy="976528"/>
                  <a:chOff x="226410" y="1069011"/>
                  <a:chExt cx="977014" cy="976528"/>
                </a:xfrm>
              </p:grpSpPr>
              <p:sp>
                <p:nvSpPr>
                  <p:cNvPr id="4165" name="Google Shape;4165;p54"/>
                  <p:cNvSpPr/>
                  <p:nvPr/>
                </p:nvSpPr>
                <p:spPr>
                  <a:xfrm>
                    <a:off x="226474" y="1069011"/>
                    <a:ext cx="976950" cy="976528"/>
                  </a:xfrm>
                  <a:custGeom>
                    <a:rect b="b" l="l" r="r" t="t"/>
                    <a:pathLst>
                      <a:path extrusionOk="0" h="15266" w="15272">
                        <a:moveTo>
                          <a:pt x="5171" y="0"/>
                        </a:moveTo>
                        <a:cubicBezTo>
                          <a:pt x="2986" y="0"/>
                          <a:pt x="1117" y="1355"/>
                          <a:pt x="361" y="3270"/>
                        </a:cubicBezTo>
                        <a:lnTo>
                          <a:pt x="361" y="3273"/>
                        </a:lnTo>
                        <a:cubicBezTo>
                          <a:pt x="316" y="3386"/>
                          <a:pt x="272" y="3506"/>
                          <a:pt x="238" y="3626"/>
                        </a:cubicBezTo>
                        <a:cubicBezTo>
                          <a:pt x="106" y="4038"/>
                          <a:pt x="30" y="4477"/>
                          <a:pt x="8" y="4929"/>
                        </a:cubicBezTo>
                        <a:lnTo>
                          <a:pt x="1" y="4929"/>
                        </a:lnTo>
                        <a:lnTo>
                          <a:pt x="1" y="15266"/>
                        </a:lnTo>
                        <a:lnTo>
                          <a:pt x="10338" y="15266"/>
                        </a:lnTo>
                        <a:lnTo>
                          <a:pt x="10338" y="15260"/>
                        </a:lnTo>
                        <a:cubicBezTo>
                          <a:pt x="11011" y="15229"/>
                          <a:pt x="11651" y="15069"/>
                          <a:pt x="12232" y="14804"/>
                        </a:cubicBezTo>
                        <a:lnTo>
                          <a:pt x="12234" y="14804"/>
                        </a:lnTo>
                        <a:lnTo>
                          <a:pt x="12677" y="14579"/>
                        </a:lnTo>
                        <a:cubicBezTo>
                          <a:pt x="13104" y="14333"/>
                          <a:pt x="13495" y="14026"/>
                          <a:pt x="13833" y="13672"/>
                        </a:cubicBezTo>
                        <a:cubicBezTo>
                          <a:pt x="13867" y="13639"/>
                          <a:pt x="13900" y="13603"/>
                          <a:pt x="13931" y="13566"/>
                        </a:cubicBezTo>
                        <a:cubicBezTo>
                          <a:pt x="14094" y="13388"/>
                          <a:pt x="14241" y="13201"/>
                          <a:pt x="14373" y="13001"/>
                        </a:cubicBezTo>
                        <a:cubicBezTo>
                          <a:pt x="14942" y="12174"/>
                          <a:pt x="15271" y="11174"/>
                          <a:pt x="15271" y="10095"/>
                        </a:cubicBezTo>
                        <a:cubicBezTo>
                          <a:pt x="15271" y="8951"/>
                          <a:pt x="14902" y="7897"/>
                          <a:pt x="14272" y="7045"/>
                        </a:cubicBezTo>
                        <a:cubicBezTo>
                          <a:pt x="14149" y="6874"/>
                          <a:pt x="14014" y="6714"/>
                          <a:pt x="13870" y="6560"/>
                        </a:cubicBezTo>
                        <a:cubicBezTo>
                          <a:pt x="13525" y="6198"/>
                          <a:pt x="13132" y="5881"/>
                          <a:pt x="12696" y="5626"/>
                        </a:cubicBezTo>
                        <a:cubicBezTo>
                          <a:pt x="12493" y="5508"/>
                          <a:pt x="12280" y="5404"/>
                          <a:pt x="12063" y="5315"/>
                        </a:cubicBezTo>
                        <a:cubicBezTo>
                          <a:pt x="11525" y="5094"/>
                          <a:pt x="10944" y="4961"/>
                          <a:pt x="10333" y="4937"/>
                        </a:cubicBezTo>
                        <a:cubicBezTo>
                          <a:pt x="10329" y="4879"/>
                          <a:pt x="10326" y="4820"/>
                          <a:pt x="10320" y="4761"/>
                        </a:cubicBezTo>
                        <a:cubicBezTo>
                          <a:pt x="10304" y="4537"/>
                          <a:pt x="10271" y="4319"/>
                          <a:pt x="10225" y="4104"/>
                        </a:cubicBezTo>
                        <a:cubicBezTo>
                          <a:pt x="10009" y="3063"/>
                          <a:pt x="9480" y="2143"/>
                          <a:pt x="8746" y="1438"/>
                        </a:cubicBezTo>
                        <a:cubicBezTo>
                          <a:pt x="8684" y="1380"/>
                          <a:pt x="8626" y="1325"/>
                          <a:pt x="8561" y="1270"/>
                        </a:cubicBezTo>
                        <a:cubicBezTo>
                          <a:pt x="8384" y="1112"/>
                          <a:pt x="8193" y="967"/>
                          <a:pt x="7990" y="838"/>
                        </a:cubicBezTo>
                        <a:cubicBezTo>
                          <a:pt x="7989" y="837"/>
                          <a:pt x="7988" y="837"/>
                          <a:pt x="7988" y="837"/>
                        </a:cubicBezTo>
                        <a:cubicBezTo>
                          <a:pt x="7987" y="837"/>
                          <a:pt x="7987" y="837"/>
                          <a:pt x="7987" y="838"/>
                        </a:cubicBezTo>
                        <a:cubicBezTo>
                          <a:pt x="7178" y="307"/>
                          <a:pt x="6210" y="0"/>
                          <a:pt x="51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4"/>
                  <p:cNvSpPr/>
                  <p:nvPr/>
                </p:nvSpPr>
                <p:spPr>
                  <a:xfrm>
                    <a:off x="1112586" y="1488382"/>
                    <a:ext cx="26931" cy="31344"/>
                  </a:xfrm>
                  <a:custGeom>
                    <a:rect b="b" l="l" r="r" t="t"/>
                    <a:pathLst>
                      <a:path extrusionOk="0" h="490" w="421">
                        <a:moveTo>
                          <a:pt x="18" y="1"/>
                        </a:moveTo>
                        <a:cubicBezTo>
                          <a:pt x="6" y="39"/>
                          <a:pt x="0" y="78"/>
                          <a:pt x="0" y="118"/>
                        </a:cubicBezTo>
                        <a:cubicBezTo>
                          <a:pt x="0" y="324"/>
                          <a:pt x="165" y="490"/>
                          <a:pt x="372" y="490"/>
                        </a:cubicBezTo>
                        <a:cubicBezTo>
                          <a:pt x="389" y="490"/>
                          <a:pt x="405" y="490"/>
                          <a:pt x="420" y="488"/>
                        </a:cubicBezTo>
                        <a:cubicBezTo>
                          <a:pt x="296" y="314"/>
                          <a:pt x="161" y="155"/>
                          <a:pt x="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4"/>
                  <p:cNvSpPr/>
                  <p:nvPr/>
                </p:nvSpPr>
                <p:spPr>
                  <a:xfrm>
                    <a:off x="1112586" y="1614334"/>
                    <a:ext cx="47402" cy="47400"/>
                  </a:xfrm>
                  <a:custGeom>
                    <a:rect b="b" l="l" r="r" t="t"/>
                    <a:pathLst>
                      <a:path extrusionOk="0" h="741" w="741">
                        <a:moveTo>
                          <a:pt x="371" y="1"/>
                        </a:moveTo>
                        <a:cubicBezTo>
                          <a:pt x="165" y="1"/>
                          <a:pt x="0" y="166"/>
                          <a:pt x="0" y="371"/>
                        </a:cubicBezTo>
                        <a:cubicBezTo>
                          <a:pt x="0" y="576"/>
                          <a:pt x="165" y="741"/>
                          <a:pt x="371" y="741"/>
                        </a:cubicBezTo>
                        <a:cubicBezTo>
                          <a:pt x="575" y="741"/>
                          <a:pt x="740" y="576"/>
                          <a:pt x="740" y="371"/>
                        </a:cubicBezTo>
                        <a:cubicBezTo>
                          <a:pt x="740"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4"/>
                  <p:cNvSpPr/>
                  <p:nvPr/>
                </p:nvSpPr>
                <p:spPr>
                  <a:xfrm>
                    <a:off x="1112586" y="1756406"/>
                    <a:ext cx="47402" cy="47464"/>
                  </a:xfrm>
                  <a:custGeom>
                    <a:rect b="b" l="l" r="r" t="t"/>
                    <a:pathLst>
                      <a:path extrusionOk="0" h="742" w="741">
                        <a:moveTo>
                          <a:pt x="371" y="1"/>
                        </a:moveTo>
                        <a:cubicBezTo>
                          <a:pt x="165" y="1"/>
                          <a:pt x="0" y="167"/>
                          <a:pt x="0" y="371"/>
                        </a:cubicBezTo>
                        <a:cubicBezTo>
                          <a:pt x="0" y="575"/>
                          <a:pt x="165" y="742"/>
                          <a:pt x="371" y="742"/>
                        </a:cubicBezTo>
                        <a:cubicBezTo>
                          <a:pt x="575" y="742"/>
                          <a:pt x="740" y="575"/>
                          <a:pt x="740" y="371"/>
                        </a:cubicBezTo>
                        <a:cubicBezTo>
                          <a:pt x="740"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4"/>
                  <p:cNvSpPr/>
                  <p:nvPr/>
                </p:nvSpPr>
                <p:spPr>
                  <a:xfrm>
                    <a:off x="1112522" y="1898541"/>
                    <a:ext cx="33456" cy="38189"/>
                  </a:xfrm>
                  <a:custGeom>
                    <a:rect b="b" l="l" r="r" t="t"/>
                    <a:pathLst>
                      <a:path extrusionOk="0" h="597" w="523">
                        <a:moveTo>
                          <a:pt x="372" y="1"/>
                        </a:moveTo>
                        <a:cubicBezTo>
                          <a:pt x="166" y="1"/>
                          <a:pt x="0" y="167"/>
                          <a:pt x="0" y="369"/>
                        </a:cubicBezTo>
                        <a:cubicBezTo>
                          <a:pt x="0" y="455"/>
                          <a:pt x="27" y="534"/>
                          <a:pt x="80" y="596"/>
                        </a:cubicBezTo>
                        <a:cubicBezTo>
                          <a:pt x="243" y="419"/>
                          <a:pt x="390" y="232"/>
                          <a:pt x="522" y="32"/>
                        </a:cubicBezTo>
                        <a:cubicBezTo>
                          <a:pt x="476" y="13"/>
                          <a:pt x="424" y="2"/>
                          <a:pt x="3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4"/>
                  <p:cNvSpPr/>
                  <p:nvPr/>
                </p:nvSpPr>
                <p:spPr>
                  <a:xfrm>
                    <a:off x="849542" y="1330190"/>
                    <a:ext cx="37039" cy="47336"/>
                  </a:xfrm>
                  <a:custGeom>
                    <a:rect b="b" l="l" r="r" t="t"/>
                    <a:pathLst>
                      <a:path extrusionOk="0" h="740" w="579">
                        <a:moveTo>
                          <a:pt x="370" y="0"/>
                        </a:moveTo>
                        <a:cubicBezTo>
                          <a:pt x="167" y="0"/>
                          <a:pt x="1" y="165"/>
                          <a:pt x="1" y="372"/>
                        </a:cubicBezTo>
                        <a:cubicBezTo>
                          <a:pt x="1" y="574"/>
                          <a:pt x="167" y="740"/>
                          <a:pt x="370" y="740"/>
                        </a:cubicBezTo>
                        <a:cubicBezTo>
                          <a:pt x="448" y="740"/>
                          <a:pt x="517" y="716"/>
                          <a:pt x="579" y="676"/>
                        </a:cubicBezTo>
                        <a:cubicBezTo>
                          <a:pt x="563" y="451"/>
                          <a:pt x="530" y="233"/>
                          <a:pt x="484" y="18"/>
                        </a:cubicBezTo>
                        <a:cubicBezTo>
                          <a:pt x="448" y="6"/>
                          <a:pt x="409"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4"/>
                  <p:cNvSpPr/>
                  <p:nvPr/>
                </p:nvSpPr>
                <p:spPr>
                  <a:xfrm>
                    <a:off x="849542" y="1472262"/>
                    <a:ext cx="47402" cy="47464"/>
                  </a:xfrm>
                  <a:custGeom>
                    <a:rect b="b" l="l" r="r" t="t"/>
                    <a:pathLst>
                      <a:path extrusionOk="0" h="742" w="741">
                        <a:moveTo>
                          <a:pt x="371" y="1"/>
                        </a:moveTo>
                        <a:cubicBezTo>
                          <a:pt x="167" y="1"/>
                          <a:pt x="1" y="167"/>
                          <a:pt x="1" y="371"/>
                        </a:cubicBezTo>
                        <a:cubicBezTo>
                          <a:pt x="1" y="576"/>
                          <a:pt x="167" y="742"/>
                          <a:pt x="371" y="742"/>
                        </a:cubicBezTo>
                        <a:cubicBezTo>
                          <a:pt x="576" y="742"/>
                          <a:pt x="741" y="576"/>
                          <a:pt x="741" y="371"/>
                        </a:cubicBezTo>
                        <a:cubicBezTo>
                          <a:pt x="741"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4"/>
                  <p:cNvSpPr/>
                  <p:nvPr/>
                </p:nvSpPr>
                <p:spPr>
                  <a:xfrm>
                    <a:off x="849542" y="1614334"/>
                    <a:ext cx="47402" cy="47400"/>
                  </a:xfrm>
                  <a:custGeom>
                    <a:rect b="b" l="l" r="r" t="t"/>
                    <a:pathLst>
                      <a:path extrusionOk="0" h="741" w="741">
                        <a:moveTo>
                          <a:pt x="371" y="1"/>
                        </a:moveTo>
                        <a:cubicBezTo>
                          <a:pt x="167" y="1"/>
                          <a:pt x="1" y="166"/>
                          <a:pt x="1" y="371"/>
                        </a:cubicBezTo>
                        <a:cubicBezTo>
                          <a:pt x="1" y="576"/>
                          <a:pt x="167" y="741"/>
                          <a:pt x="371" y="741"/>
                        </a:cubicBezTo>
                        <a:cubicBezTo>
                          <a:pt x="576" y="741"/>
                          <a:pt x="741" y="576"/>
                          <a:pt x="741" y="371"/>
                        </a:cubicBezTo>
                        <a:cubicBezTo>
                          <a:pt x="741"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4"/>
                  <p:cNvSpPr/>
                  <p:nvPr/>
                </p:nvSpPr>
                <p:spPr>
                  <a:xfrm>
                    <a:off x="849542" y="1756406"/>
                    <a:ext cx="47402" cy="47464"/>
                  </a:xfrm>
                  <a:custGeom>
                    <a:rect b="b" l="l" r="r" t="t"/>
                    <a:pathLst>
                      <a:path extrusionOk="0" h="742" w="741">
                        <a:moveTo>
                          <a:pt x="371" y="1"/>
                        </a:moveTo>
                        <a:cubicBezTo>
                          <a:pt x="167" y="1"/>
                          <a:pt x="1" y="167"/>
                          <a:pt x="1" y="371"/>
                        </a:cubicBezTo>
                        <a:cubicBezTo>
                          <a:pt x="1" y="575"/>
                          <a:pt x="167" y="742"/>
                          <a:pt x="371" y="742"/>
                        </a:cubicBezTo>
                        <a:cubicBezTo>
                          <a:pt x="576" y="742"/>
                          <a:pt x="741" y="575"/>
                          <a:pt x="741" y="371"/>
                        </a:cubicBezTo>
                        <a:cubicBezTo>
                          <a:pt x="741"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4"/>
                  <p:cNvSpPr/>
                  <p:nvPr/>
                </p:nvSpPr>
                <p:spPr>
                  <a:xfrm>
                    <a:off x="849542" y="1898541"/>
                    <a:ext cx="47402" cy="47400"/>
                  </a:xfrm>
                  <a:custGeom>
                    <a:rect b="b" l="l" r="r" t="t"/>
                    <a:pathLst>
                      <a:path extrusionOk="0" h="741" w="741">
                        <a:moveTo>
                          <a:pt x="371" y="1"/>
                        </a:moveTo>
                        <a:cubicBezTo>
                          <a:pt x="167" y="1"/>
                          <a:pt x="1" y="166"/>
                          <a:pt x="1" y="370"/>
                        </a:cubicBezTo>
                        <a:cubicBezTo>
                          <a:pt x="1" y="575"/>
                          <a:pt x="167" y="740"/>
                          <a:pt x="371" y="740"/>
                        </a:cubicBezTo>
                        <a:cubicBezTo>
                          <a:pt x="576" y="740"/>
                          <a:pt x="741" y="575"/>
                          <a:pt x="741" y="370"/>
                        </a:cubicBezTo>
                        <a:cubicBezTo>
                          <a:pt x="741"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4"/>
                  <p:cNvSpPr/>
                  <p:nvPr/>
                </p:nvSpPr>
                <p:spPr>
                  <a:xfrm>
                    <a:off x="991555" y="1543394"/>
                    <a:ext cx="47466" cy="47400"/>
                  </a:xfrm>
                  <a:custGeom>
                    <a:rect b="b" l="l" r="r" t="t"/>
                    <a:pathLst>
                      <a:path extrusionOk="0" h="741" w="742">
                        <a:moveTo>
                          <a:pt x="371" y="0"/>
                        </a:moveTo>
                        <a:cubicBezTo>
                          <a:pt x="167" y="0"/>
                          <a:pt x="1" y="166"/>
                          <a:pt x="1" y="371"/>
                        </a:cubicBezTo>
                        <a:cubicBezTo>
                          <a:pt x="1" y="575"/>
                          <a:pt x="167" y="740"/>
                          <a:pt x="371" y="740"/>
                        </a:cubicBezTo>
                        <a:cubicBezTo>
                          <a:pt x="575" y="740"/>
                          <a:pt x="742" y="575"/>
                          <a:pt x="742" y="371"/>
                        </a:cubicBezTo>
                        <a:cubicBezTo>
                          <a:pt x="742"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4"/>
                  <p:cNvSpPr/>
                  <p:nvPr/>
                </p:nvSpPr>
                <p:spPr>
                  <a:xfrm>
                    <a:off x="991555" y="1685402"/>
                    <a:ext cx="47466" cy="47464"/>
                  </a:xfrm>
                  <a:custGeom>
                    <a:rect b="b" l="l" r="r" t="t"/>
                    <a:pathLst>
                      <a:path extrusionOk="0" h="742" w="742">
                        <a:moveTo>
                          <a:pt x="371" y="0"/>
                        </a:moveTo>
                        <a:cubicBezTo>
                          <a:pt x="167" y="0"/>
                          <a:pt x="1" y="166"/>
                          <a:pt x="1" y="371"/>
                        </a:cubicBezTo>
                        <a:cubicBezTo>
                          <a:pt x="1" y="575"/>
                          <a:pt x="167" y="741"/>
                          <a:pt x="371" y="741"/>
                        </a:cubicBezTo>
                        <a:cubicBezTo>
                          <a:pt x="575" y="741"/>
                          <a:pt x="742" y="575"/>
                          <a:pt x="742" y="371"/>
                        </a:cubicBezTo>
                        <a:cubicBezTo>
                          <a:pt x="742"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4"/>
                  <p:cNvSpPr/>
                  <p:nvPr/>
                </p:nvSpPr>
                <p:spPr>
                  <a:xfrm>
                    <a:off x="991555" y="1827537"/>
                    <a:ext cx="47466" cy="47400"/>
                  </a:xfrm>
                  <a:custGeom>
                    <a:rect b="b" l="l" r="r" t="t"/>
                    <a:pathLst>
                      <a:path extrusionOk="0" h="741" w="742">
                        <a:moveTo>
                          <a:pt x="371" y="0"/>
                        </a:moveTo>
                        <a:cubicBezTo>
                          <a:pt x="167" y="0"/>
                          <a:pt x="1" y="165"/>
                          <a:pt x="1" y="370"/>
                        </a:cubicBezTo>
                        <a:cubicBezTo>
                          <a:pt x="1" y="574"/>
                          <a:pt x="167" y="740"/>
                          <a:pt x="371" y="740"/>
                        </a:cubicBezTo>
                        <a:cubicBezTo>
                          <a:pt x="575" y="740"/>
                          <a:pt x="742" y="574"/>
                          <a:pt x="742" y="370"/>
                        </a:cubicBezTo>
                        <a:cubicBezTo>
                          <a:pt x="742" y="165"/>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4"/>
                  <p:cNvSpPr/>
                  <p:nvPr/>
                </p:nvSpPr>
                <p:spPr>
                  <a:xfrm>
                    <a:off x="991555" y="1969545"/>
                    <a:ext cx="47466" cy="46568"/>
                  </a:xfrm>
                  <a:custGeom>
                    <a:rect b="b" l="l" r="r" t="t"/>
                    <a:pathLst>
                      <a:path extrusionOk="0" h="728" w="742">
                        <a:moveTo>
                          <a:pt x="372" y="1"/>
                        </a:moveTo>
                        <a:cubicBezTo>
                          <a:pt x="168" y="1"/>
                          <a:pt x="1" y="167"/>
                          <a:pt x="1" y="370"/>
                        </a:cubicBezTo>
                        <a:cubicBezTo>
                          <a:pt x="1" y="542"/>
                          <a:pt x="114" y="683"/>
                          <a:pt x="272" y="726"/>
                        </a:cubicBezTo>
                        <a:cubicBezTo>
                          <a:pt x="272" y="727"/>
                          <a:pt x="272" y="727"/>
                          <a:pt x="272" y="727"/>
                        </a:cubicBezTo>
                        <a:cubicBezTo>
                          <a:pt x="273" y="727"/>
                          <a:pt x="274" y="726"/>
                          <a:pt x="274" y="726"/>
                        </a:cubicBezTo>
                        <a:lnTo>
                          <a:pt x="717" y="501"/>
                        </a:lnTo>
                        <a:cubicBezTo>
                          <a:pt x="732" y="461"/>
                          <a:pt x="742" y="417"/>
                          <a:pt x="742" y="370"/>
                        </a:cubicBezTo>
                        <a:cubicBezTo>
                          <a:pt x="742" y="167"/>
                          <a:pt x="575" y="1"/>
                          <a:pt x="3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4"/>
                  <p:cNvSpPr/>
                  <p:nvPr/>
                </p:nvSpPr>
                <p:spPr>
                  <a:xfrm>
                    <a:off x="586497" y="1188118"/>
                    <a:ext cx="47466" cy="47464"/>
                  </a:xfrm>
                  <a:custGeom>
                    <a:rect b="b" l="l" r="r" t="t"/>
                    <a:pathLst>
                      <a:path extrusionOk="0" h="742" w="742">
                        <a:moveTo>
                          <a:pt x="371" y="0"/>
                        </a:moveTo>
                        <a:cubicBezTo>
                          <a:pt x="166" y="0"/>
                          <a:pt x="0" y="166"/>
                          <a:pt x="0" y="371"/>
                        </a:cubicBezTo>
                        <a:cubicBezTo>
                          <a:pt x="0" y="575"/>
                          <a:pt x="166" y="741"/>
                          <a:pt x="371" y="741"/>
                        </a:cubicBezTo>
                        <a:cubicBezTo>
                          <a:pt x="575" y="741"/>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4"/>
                  <p:cNvSpPr/>
                  <p:nvPr/>
                </p:nvSpPr>
                <p:spPr>
                  <a:xfrm>
                    <a:off x="586497" y="1330254"/>
                    <a:ext cx="47466" cy="47400"/>
                  </a:xfrm>
                  <a:custGeom>
                    <a:rect b="b" l="l" r="r" t="t"/>
                    <a:pathLst>
                      <a:path extrusionOk="0" h="741" w="742">
                        <a:moveTo>
                          <a:pt x="371" y="0"/>
                        </a:moveTo>
                        <a:cubicBezTo>
                          <a:pt x="166" y="0"/>
                          <a:pt x="0" y="166"/>
                          <a:pt x="0" y="371"/>
                        </a:cubicBezTo>
                        <a:cubicBezTo>
                          <a:pt x="0" y="575"/>
                          <a:pt x="166" y="740"/>
                          <a:pt x="371" y="740"/>
                        </a:cubicBezTo>
                        <a:cubicBezTo>
                          <a:pt x="575" y="740"/>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4"/>
                  <p:cNvSpPr/>
                  <p:nvPr/>
                </p:nvSpPr>
                <p:spPr>
                  <a:xfrm>
                    <a:off x="728638" y="1259186"/>
                    <a:ext cx="47402" cy="47400"/>
                  </a:xfrm>
                  <a:custGeom>
                    <a:rect b="b" l="l" r="r" t="t"/>
                    <a:pathLst>
                      <a:path extrusionOk="0" h="741" w="741">
                        <a:moveTo>
                          <a:pt x="370" y="1"/>
                        </a:moveTo>
                        <a:cubicBezTo>
                          <a:pt x="165" y="1"/>
                          <a:pt x="0" y="166"/>
                          <a:pt x="0" y="371"/>
                        </a:cubicBezTo>
                        <a:cubicBezTo>
                          <a:pt x="0" y="575"/>
                          <a:pt x="165" y="741"/>
                          <a:pt x="370" y="741"/>
                        </a:cubicBezTo>
                        <a:cubicBezTo>
                          <a:pt x="574" y="741"/>
                          <a:pt x="740" y="575"/>
                          <a:pt x="740" y="371"/>
                        </a:cubicBezTo>
                        <a:cubicBezTo>
                          <a:pt x="740" y="166"/>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4"/>
                  <p:cNvSpPr/>
                  <p:nvPr/>
                </p:nvSpPr>
                <p:spPr>
                  <a:xfrm>
                    <a:off x="586497" y="1472262"/>
                    <a:ext cx="47466" cy="47464"/>
                  </a:xfrm>
                  <a:custGeom>
                    <a:rect b="b" l="l" r="r" t="t"/>
                    <a:pathLst>
                      <a:path extrusionOk="0" h="742" w="742">
                        <a:moveTo>
                          <a:pt x="371" y="1"/>
                        </a:moveTo>
                        <a:cubicBezTo>
                          <a:pt x="166" y="1"/>
                          <a:pt x="0" y="167"/>
                          <a:pt x="0" y="371"/>
                        </a:cubicBezTo>
                        <a:cubicBezTo>
                          <a:pt x="0"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4"/>
                  <p:cNvSpPr/>
                  <p:nvPr/>
                </p:nvSpPr>
                <p:spPr>
                  <a:xfrm>
                    <a:off x="586497" y="1614334"/>
                    <a:ext cx="47466" cy="47400"/>
                  </a:xfrm>
                  <a:custGeom>
                    <a:rect b="b" l="l" r="r" t="t"/>
                    <a:pathLst>
                      <a:path extrusionOk="0" h="741" w="742">
                        <a:moveTo>
                          <a:pt x="371" y="1"/>
                        </a:moveTo>
                        <a:cubicBezTo>
                          <a:pt x="166" y="1"/>
                          <a:pt x="0" y="166"/>
                          <a:pt x="0" y="371"/>
                        </a:cubicBezTo>
                        <a:cubicBezTo>
                          <a:pt x="0" y="576"/>
                          <a:pt x="166" y="741"/>
                          <a:pt x="371" y="741"/>
                        </a:cubicBezTo>
                        <a:cubicBezTo>
                          <a:pt x="575" y="741"/>
                          <a:pt x="741" y="576"/>
                          <a:pt x="741" y="371"/>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4"/>
                  <p:cNvSpPr/>
                  <p:nvPr/>
                </p:nvSpPr>
                <p:spPr>
                  <a:xfrm>
                    <a:off x="586497" y="1756406"/>
                    <a:ext cx="47466" cy="47464"/>
                  </a:xfrm>
                  <a:custGeom>
                    <a:rect b="b" l="l" r="r" t="t"/>
                    <a:pathLst>
                      <a:path extrusionOk="0" h="742" w="742">
                        <a:moveTo>
                          <a:pt x="371" y="1"/>
                        </a:moveTo>
                        <a:cubicBezTo>
                          <a:pt x="166" y="1"/>
                          <a:pt x="0" y="167"/>
                          <a:pt x="0" y="371"/>
                        </a:cubicBezTo>
                        <a:cubicBezTo>
                          <a:pt x="0" y="575"/>
                          <a:pt x="166" y="742"/>
                          <a:pt x="371" y="742"/>
                        </a:cubicBezTo>
                        <a:cubicBezTo>
                          <a:pt x="575" y="742"/>
                          <a:pt x="741" y="575"/>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4"/>
                  <p:cNvSpPr/>
                  <p:nvPr/>
                </p:nvSpPr>
                <p:spPr>
                  <a:xfrm>
                    <a:off x="586497" y="1898541"/>
                    <a:ext cx="47466" cy="47400"/>
                  </a:xfrm>
                  <a:custGeom>
                    <a:rect b="b" l="l" r="r" t="t"/>
                    <a:pathLst>
                      <a:path extrusionOk="0" h="741" w="742">
                        <a:moveTo>
                          <a:pt x="371" y="1"/>
                        </a:moveTo>
                        <a:cubicBezTo>
                          <a:pt x="166" y="1"/>
                          <a:pt x="0" y="166"/>
                          <a:pt x="0" y="370"/>
                        </a:cubicBezTo>
                        <a:cubicBezTo>
                          <a:pt x="0" y="575"/>
                          <a:pt x="166" y="740"/>
                          <a:pt x="371" y="740"/>
                        </a:cubicBezTo>
                        <a:cubicBezTo>
                          <a:pt x="575" y="740"/>
                          <a:pt x="741" y="575"/>
                          <a:pt x="741" y="370"/>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4"/>
                  <p:cNvSpPr/>
                  <p:nvPr/>
                </p:nvSpPr>
                <p:spPr>
                  <a:xfrm>
                    <a:off x="728638" y="1401258"/>
                    <a:ext cx="47402" cy="47464"/>
                  </a:xfrm>
                  <a:custGeom>
                    <a:rect b="b" l="l" r="r" t="t"/>
                    <a:pathLst>
                      <a:path extrusionOk="0" h="742" w="741">
                        <a:moveTo>
                          <a:pt x="370" y="1"/>
                        </a:moveTo>
                        <a:cubicBezTo>
                          <a:pt x="165" y="1"/>
                          <a:pt x="0" y="167"/>
                          <a:pt x="0" y="371"/>
                        </a:cubicBezTo>
                        <a:cubicBezTo>
                          <a:pt x="0" y="575"/>
                          <a:pt x="165" y="741"/>
                          <a:pt x="370" y="741"/>
                        </a:cubicBezTo>
                        <a:cubicBezTo>
                          <a:pt x="574" y="741"/>
                          <a:pt x="740" y="575"/>
                          <a:pt x="740" y="371"/>
                        </a:cubicBezTo>
                        <a:cubicBezTo>
                          <a:pt x="740" y="167"/>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4"/>
                  <p:cNvSpPr/>
                  <p:nvPr/>
                </p:nvSpPr>
                <p:spPr>
                  <a:xfrm>
                    <a:off x="728638" y="1543394"/>
                    <a:ext cx="47402" cy="47400"/>
                  </a:xfrm>
                  <a:custGeom>
                    <a:rect b="b" l="l" r="r" t="t"/>
                    <a:pathLst>
                      <a:path extrusionOk="0" h="741" w="741">
                        <a:moveTo>
                          <a:pt x="370" y="0"/>
                        </a:moveTo>
                        <a:cubicBezTo>
                          <a:pt x="165" y="0"/>
                          <a:pt x="0" y="166"/>
                          <a:pt x="0" y="371"/>
                        </a:cubicBezTo>
                        <a:cubicBezTo>
                          <a:pt x="0" y="575"/>
                          <a:pt x="165" y="740"/>
                          <a:pt x="370" y="740"/>
                        </a:cubicBezTo>
                        <a:cubicBezTo>
                          <a:pt x="574" y="740"/>
                          <a:pt x="740" y="575"/>
                          <a:pt x="740" y="371"/>
                        </a:cubicBezTo>
                        <a:cubicBezTo>
                          <a:pt x="740" y="166"/>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4"/>
                  <p:cNvSpPr/>
                  <p:nvPr/>
                </p:nvSpPr>
                <p:spPr>
                  <a:xfrm>
                    <a:off x="728638" y="1685402"/>
                    <a:ext cx="47402" cy="47464"/>
                  </a:xfrm>
                  <a:custGeom>
                    <a:rect b="b" l="l" r="r" t="t"/>
                    <a:pathLst>
                      <a:path extrusionOk="0" h="742" w="741">
                        <a:moveTo>
                          <a:pt x="370" y="0"/>
                        </a:moveTo>
                        <a:cubicBezTo>
                          <a:pt x="165" y="0"/>
                          <a:pt x="0" y="166"/>
                          <a:pt x="0" y="371"/>
                        </a:cubicBezTo>
                        <a:cubicBezTo>
                          <a:pt x="0" y="575"/>
                          <a:pt x="165" y="741"/>
                          <a:pt x="370" y="741"/>
                        </a:cubicBezTo>
                        <a:cubicBezTo>
                          <a:pt x="574" y="741"/>
                          <a:pt x="740" y="575"/>
                          <a:pt x="740" y="371"/>
                        </a:cubicBezTo>
                        <a:cubicBezTo>
                          <a:pt x="740" y="166"/>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4"/>
                  <p:cNvSpPr/>
                  <p:nvPr/>
                </p:nvSpPr>
                <p:spPr>
                  <a:xfrm>
                    <a:off x="728638" y="1827537"/>
                    <a:ext cx="47402" cy="47400"/>
                  </a:xfrm>
                  <a:custGeom>
                    <a:rect b="b" l="l" r="r" t="t"/>
                    <a:pathLst>
                      <a:path extrusionOk="0" h="741" w="741">
                        <a:moveTo>
                          <a:pt x="370" y="0"/>
                        </a:moveTo>
                        <a:cubicBezTo>
                          <a:pt x="165" y="0"/>
                          <a:pt x="0" y="165"/>
                          <a:pt x="0" y="370"/>
                        </a:cubicBezTo>
                        <a:cubicBezTo>
                          <a:pt x="0" y="574"/>
                          <a:pt x="165" y="740"/>
                          <a:pt x="370" y="740"/>
                        </a:cubicBezTo>
                        <a:cubicBezTo>
                          <a:pt x="574" y="740"/>
                          <a:pt x="740" y="574"/>
                          <a:pt x="740" y="370"/>
                        </a:cubicBezTo>
                        <a:cubicBezTo>
                          <a:pt x="740" y="165"/>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4"/>
                  <p:cNvSpPr/>
                  <p:nvPr/>
                </p:nvSpPr>
                <p:spPr>
                  <a:xfrm>
                    <a:off x="728638" y="1969545"/>
                    <a:ext cx="47402" cy="47464"/>
                  </a:xfrm>
                  <a:custGeom>
                    <a:rect b="b" l="l" r="r" t="t"/>
                    <a:pathLst>
                      <a:path extrusionOk="0" h="742" w="741">
                        <a:moveTo>
                          <a:pt x="370" y="1"/>
                        </a:moveTo>
                        <a:cubicBezTo>
                          <a:pt x="165" y="1"/>
                          <a:pt x="0" y="167"/>
                          <a:pt x="0" y="371"/>
                        </a:cubicBezTo>
                        <a:cubicBezTo>
                          <a:pt x="0" y="576"/>
                          <a:pt x="165" y="742"/>
                          <a:pt x="370" y="742"/>
                        </a:cubicBezTo>
                        <a:cubicBezTo>
                          <a:pt x="574" y="742"/>
                          <a:pt x="740" y="576"/>
                          <a:pt x="740" y="371"/>
                        </a:cubicBezTo>
                        <a:cubicBezTo>
                          <a:pt x="740" y="167"/>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4"/>
                  <p:cNvSpPr/>
                  <p:nvPr/>
                </p:nvSpPr>
                <p:spPr>
                  <a:xfrm>
                    <a:off x="728702" y="1122424"/>
                    <a:ext cx="45419" cy="42091"/>
                  </a:xfrm>
                  <a:custGeom>
                    <a:rect b="b" l="l" r="r" t="t"/>
                    <a:pathLst>
                      <a:path extrusionOk="0" h="658" w="710">
                        <a:moveTo>
                          <a:pt x="136" y="0"/>
                        </a:moveTo>
                        <a:cubicBezTo>
                          <a:pt x="135" y="0"/>
                          <a:pt x="135" y="1"/>
                          <a:pt x="135" y="2"/>
                        </a:cubicBezTo>
                        <a:cubicBezTo>
                          <a:pt x="53" y="71"/>
                          <a:pt x="0" y="172"/>
                          <a:pt x="0" y="288"/>
                        </a:cubicBezTo>
                        <a:cubicBezTo>
                          <a:pt x="0" y="491"/>
                          <a:pt x="166" y="658"/>
                          <a:pt x="369" y="658"/>
                        </a:cubicBezTo>
                        <a:cubicBezTo>
                          <a:pt x="522" y="658"/>
                          <a:pt x="654" y="565"/>
                          <a:pt x="709" y="433"/>
                        </a:cubicBezTo>
                        <a:cubicBezTo>
                          <a:pt x="532" y="276"/>
                          <a:pt x="342" y="131"/>
                          <a:pt x="138" y="2"/>
                        </a:cubicBezTo>
                        <a:cubicBezTo>
                          <a:pt x="137" y="1"/>
                          <a:pt x="136" y="0"/>
                          <a:pt x="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4"/>
                  <p:cNvSpPr/>
                  <p:nvPr/>
                </p:nvSpPr>
                <p:spPr>
                  <a:xfrm>
                    <a:off x="323452" y="1188118"/>
                    <a:ext cx="47466" cy="47464"/>
                  </a:xfrm>
                  <a:custGeom>
                    <a:rect b="b" l="l" r="r" t="t"/>
                    <a:pathLst>
                      <a:path extrusionOk="0" h="742" w="742">
                        <a:moveTo>
                          <a:pt x="371" y="0"/>
                        </a:moveTo>
                        <a:cubicBezTo>
                          <a:pt x="167" y="0"/>
                          <a:pt x="1" y="166"/>
                          <a:pt x="1" y="371"/>
                        </a:cubicBezTo>
                        <a:cubicBezTo>
                          <a:pt x="1" y="575"/>
                          <a:pt x="167" y="741"/>
                          <a:pt x="371" y="741"/>
                        </a:cubicBezTo>
                        <a:cubicBezTo>
                          <a:pt x="576" y="741"/>
                          <a:pt x="742" y="575"/>
                          <a:pt x="742" y="371"/>
                        </a:cubicBezTo>
                        <a:cubicBezTo>
                          <a:pt x="742" y="166"/>
                          <a:pt x="576"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4"/>
                  <p:cNvSpPr/>
                  <p:nvPr/>
                </p:nvSpPr>
                <p:spPr>
                  <a:xfrm>
                    <a:off x="323452" y="1330254"/>
                    <a:ext cx="47466" cy="47400"/>
                  </a:xfrm>
                  <a:custGeom>
                    <a:rect b="b" l="l" r="r" t="t"/>
                    <a:pathLst>
                      <a:path extrusionOk="0" h="741" w="742">
                        <a:moveTo>
                          <a:pt x="371" y="0"/>
                        </a:moveTo>
                        <a:cubicBezTo>
                          <a:pt x="167" y="0"/>
                          <a:pt x="1" y="166"/>
                          <a:pt x="1" y="371"/>
                        </a:cubicBezTo>
                        <a:cubicBezTo>
                          <a:pt x="1" y="575"/>
                          <a:pt x="167" y="740"/>
                          <a:pt x="371" y="740"/>
                        </a:cubicBezTo>
                        <a:cubicBezTo>
                          <a:pt x="576" y="740"/>
                          <a:pt x="742" y="575"/>
                          <a:pt x="742" y="371"/>
                        </a:cubicBezTo>
                        <a:cubicBezTo>
                          <a:pt x="742" y="166"/>
                          <a:pt x="576"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4"/>
                  <p:cNvSpPr/>
                  <p:nvPr/>
                </p:nvSpPr>
                <p:spPr>
                  <a:xfrm>
                    <a:off x="465594" y="1259186"/>
                    <a:ext cx="47402" cy="47400"/>
                  </a:xfrm>
                  <a:custGeom>
                    <a:rect b="b" l="l" r="r" t="t"/>
                    <a:pathLst>
                      <a:path extrusionOk="0" h="741" w="741">
                        <a:moveTo>
                          <a:pt x="371" y="1"/>
                        </a:moveTo>
                        <a:cubicBezTo>
                          <a:pt x="166" y="1"/>
                          <a:pt x="1" y="166"/>
                          <a:pt x="1" y="371"/>
                        </a:cubicBezTo>
                        <a:cubicBezTo>
                          <a:pt x="1" y="575"/>
                          <a:pt x="166" y="741"/>
                          <a:pt x="371" y="741"/>
                        </a:cubicBezTo>
                        <a:cubicBezTo>
                          <a:pt x="575" y="741"/>
                          <a:pt x="741" y="575"/>
                          <a:pt x="741" y="371"/>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4"/>
                  <p:cNvSpPr/>
                  <p:nvPr/>
                </p:nvSpPr>
                <p:spPr>
                  <a:xfrm>
                    <a:off x="323452" y="1472262"/>
                    <a:ext cx="47466" cy="47464"/>
                  </a:xfrm>
                  <a:custGeom>
                    <a:rect b="b" l="l" r="r" t="t"/>
                    <a:pathLst>
                      <a:path extrusionOk="0" h="742" w="742">
                        <a:moveTo>
                          <a:pt x="371" y="1"/>
                        </a:moveTo>
                        <a:cubicBezTo>
                          <a:pt x="167" y="1"/>
                          <a:pt x="1" y="167"/>
                          <a:pt x="1" y="371"/>
                        </a:cubicBezTo>
                        <a:cubicBezTo>
                          <a:pt x="1" y="576"/>
                          <a:pt x="167" y="742"/>
                          <a:pt x="371" y="742"/>
                        </a:cubicBezTo>
                        <a:cubicBezTo>
                          <a:pt x="576" y="742"/>
                          <a:pt x="742" y="576"/>
                          <a:pt x="742" y="371"/>
                        </a:cubicBezTo>
                        <a:cubicBezTo>
                          <a:pt x="742"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4"/>
                  <p:cNvSpPr/>
                  <p:nvPr/>
                </p:nvSpPr>
                <p:spPr>
                  <a:xfrm>
                    <a:off x="323452" y="1614334"/>
                    <a:ext cx="47466" cy="47400"/>
                  </a:xfrm>
                  <a:custGeom>
                    <a:rect b="b" l="l" r="r" t="t"/>
                    <a:pathLst>
                      <a:path extrusionOk="0" h="741" w="742">
                        <a:moveTo>
                          <a:pt x="371" y="1"/>
                        </a:moveTo>
                        <a:cubicBezTo>
                          <a:pt x="167" y="1"/>
                          <a:pt x="1" y="166"/>
                          <a:pt x="1" y="371"/>
                        </a:cubicBezTo>
                        <a:cubicBezTo>
                          <a:pt x="1" y="576"/>
                          <a:pt x="167" y="741"/>
                          <a:pt x="371" y="741"/>
                        </a:cubicBezTo>
                        <a:cubicBezTo>
                          <a:pt x="576" y="741"/>
                          <a:pt x="742" y="576"/>
                          <a:pt x="742" y="371"/>
                        </a:cubicBezTo>
                        <a:cubicBezTo>
                          <a:pt x="742"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4"/>
                  <p:cNvSpPr/>
                  <p:nvPr/>
                </p:nvSpPr>
                <p:spPr>
                  <a:xfrm>
                    <a:off x="323452" y="1756406"/>
                    <a:ext cx="47466" cy="47464"/>
                  </a:xfrm>
                  <a:custGeom>
                    <a:rect b="b" l="l" r="r" t="t"/>
                    <a:pathLst>
                      <a:path extrusionOk="0" h="742" w="742">
                        <a:moveTo>
                          <a:pt x="371" y="1"/>
                        </a:moveTo>
                        <a:cubicBezTo>
                          <a:pt x="167" y="1"/>
                          <a:pt x="1" y="167"/>
                          <a:pt x="1" y="371"/>
                        </a:cubicBezTo>
                        <a:cubicBezTo>
                          <a:pt x="1" y="575"/>
                          <a:pt x="167" y="742"/>
                          <a:pt x="371" y="742"/>
                        </a:cubicBezTo>
                        <a:cubicBezTo>
                          <a:pt x="576" y="742"/>
                          <a:pt x="742" y="575"/>
                          <a:pt x="742" y="371"/>
                        </a:cubicBezTo>
                        <a:cubicBezTo>
                          <a:pt x="742"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4"/>
                  <p:cNvSpPr/>
                  <p:nvPr/>
                </p:nvSpPr>
                <p:spPr>
                  <a:xfrm>
                    <a:off x="323452" y="1898541"/>
                    <a:ext cx="47466" cy="47400"/>
                  </a:xfrm>
                  <a:custGeom>
                    <a:rect b="b" l="l" r="r" t="t"/>
                    <a:pathLst>
                      <a:path extrusionOk="0" h="741" w="742">
                        <a:moveTo>
                          <a:pt x="371" y="1"/>
                        </a:moveTo>
                        <a:cubicBezTo>
                          <a:pt x="167" y="1"/>
                          <a:pt x="1" y="166"/>
                          <a:pt x="1" y="370"/>
                        </a:cubicBezTo>
                        <a:cubicBezTo>
                          <a:pt x="1" y="575"/>
                          <a:pt x="167" y="740"/>
                          <a:pt x="371" y="740"/>
                        </a:cubicBezTo>
                        <a:cubicBezTo>
                          <a:pt x="576" y="740"/>
                          <a:pt x="742" y="575"/>
                          <a:pt x="742" y="370"/>
                        </a:cubicBezTo>
                        <a:cubicBezTo>
                          <a:pt x="742"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4"/>
                  <p:cNvSpPr/>
                  <p:nvPr/>
                </p:nvSpPr>
                <p:spPr>
                  <a:xfrm>
                    <a:off x="465594" y="1401258"/>
                    <a:ext cx="47402" cy="47464"/>
                  </a:xfrm>
                  <a:custGeom>
                    <a:rect b="b" l="l" r="r" t="t"/>
                    <a:pathLst>
                      <a:path extrusionOk="0" h="742" w="741">
                        <a:moveTo>
                          <a:pt x="371" y="1"/>
                        </a:moveTo>
                        <a:cubicBezTo>
                          <a:pt x="166" y="1"/>
                          <a:pt x="1" y="167"/>
                          <a:pt x="1" y="371"/>
                        </a:cubicBezTo>
                        <a:cubicBezTo>
                          <a:pt x="1" y="575"/>
                          <a:pt x="166" y="741"/>
                          <a:pt x="371" y="741"/>
                        </a:cubicBezTo>
                        <a:cubicBezTo>
                          <a:pt x="575" y="741"/>
                          <a:pt x="741" y="575"/>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4"/>
                  <p:cNvSpPr/>
                  <p:nvPr/>
                </p:nvSpPr>
                <p:spPr>
                  <a:xfrm>
                    <a:off x="465594" y="1543394"/>
                    <a:ext cx="47402" cy="47400"/>
                  </a:xfrm>
                  <a:custGeom>
                    <a:rect b="b" l="l" r="r" t="t"/>
                    <a:pathLst>
                      <a:path extrusionOk="0" h="741" w="741">
                        <a:moveTo>
                          <a:pt x="371" y="0"/>
                        </a:moveTo>
                        <a:cubicBezTo>
                          <a:pt x="166" y="0"/>
                          <a:pt x="1" y="166"/>
                          <a:pt x="1" y="371"/>
                        </a:cubicBezTo>
                        <a:cubicBezTo>
                          <a:pt x="1" y="575"/>
                          <a:pt x="166" y="740"/>
                          <a:pt x="371" y="740"/>
                        </a:cubicBezTo>
                        <a:cubicBezTo>
                          <a:pt x="575" y="740"/>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4"/>
                  <p:cNvSpPr/>
                  <p:nvPr/>
                </p:nvSpPr>
                <p:spPr>
                  <a:xfrm>
                    <a:off x="465594" y="1685402"/>
                    <a:ext cx="47402" cy="47464"/>
                  </a:xfrm>
                  <a:custGeom>
                    <a:rect b="b" l="l" r="r" t="t"/>
                    <a:pathLst>
                      <a:path extrusionOk="0" h="742" w="741">
                        <a:moveTo>
                          <a:pt x="371" y="0"/>
                        </a:moveTo>
                        <a:cubicBezTo>
                          <a:pt x="166" y="0"/>
                          <a:pt x="1" y="166"/>
                          <a:pt x="1" y="371"/>
                        </a:cubicBezTo>
                        <a:cubicBezTo>
                          <a:pt x="1" y="575"/>
                          <a:pt x="166" y="741"/>
                          <a:pt x="371" y="741"/>
                        </a:cubicBezTo>
                        <a:cubicBezTo>
                          <a:pt x="575" y="741"/>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4"/>
                  <p:cNvSpPr/>
                  <p:nvPr/>
                </p:nvSpPr>
                <p:spPr>
                  <a:xfrm>
                    <a:off x="465594" y="1827537"/>
                    <a:ext cx="47402" cy="47400"/>
                  </a:xfrm>
                  <a:custGeom>
                    <a:rect b="b" l="l" r="r" t="t"/>
                    <a:pathLst>
                      <a:path extrusionOk="0" h="741" w="741">
                        <a:moveTo>
                          <a:pt x="371" y="0"/>
                        </a:moveTo>
                        <a:cubicBezTo>
                          <a:pt x="166" y="0"/>
                          <a:pt x="1" y="165"/>
                          <a:pt x="1" y="370"/>
                        </a:cubicBezTo>
                        <a:cubicBezTo>
                          <a:pt x="1" y="574"/>
                          <a:pt x="166" y="740"/>
                          <a:pt x="371" y="740"/>
                        </a:cubicBezTo>
                        <a:cubicBezTo>
                          <a:pt x="575" y="740"/>
                          <a:pt x="741" y="574"/>
                          <a:pt x="741" y="370"/>
                        </a:cubicBezTo>
                        <a:cubicBezTo>
                          <a:pt x="741" y="165"/>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4"/>
                  <p:cNvSpPr/>
                  <p:nvPr/>
                </p:nvSpPr>
                <p:spPr>
                  <a:xfrm>
                    <a:off x="465594" y="1969545"/>
                    <a:ext cx="47402" cy="47464"/>
                  </a:xfrm>
                  <a:custGeom>
                    <a:rect b="b" l="l" r="r" t="t"/>
                    <a:pathLst>
                      <a:path extrusionOk="0" h="742" w="741">
                        <a:moveTo>
                          <a:pt x="371" y="1"/>
                        </a:moveTo>
                        <a:cubicBezTo>
                          <a:pt x="166" y="1"/>
                          <a:pt x="1" y="167"/>
                          <a:pt x="1" y="371"/>
                        </a:cubicBezTo>
                        <a:cubicBezTo>
                          <a:pt x="1"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4"/>
                  <p:cNvSpPr/>
                  <p:nvPr/>
                </p:nvSpPr>
                <p:spPr>
                  <a:xfrm>
                    <a:off x="465594" y="1117050"/>
                    <a:ext cx="47402" cy="47464"/>
                  </a:xfrm>
                  <a:custGeom>
                    <a:rect b="b" l="l" r="r" t="t"/>
                    <a:pathLst>
                      <a:path extrusionOk="0" h="742" w="741">
                        <a:moveTo>
                          <a:pt x="371" y="1"/>
                        </a:moveTo>
                        <a:cubicBezTo>
                          <a:pt x="166" y="1"/>
                          <a:pt x="1" y="167"/>
                          <a:pt x="1" y="371"/>
                        </a:cubicBezTo>
                        <a:cubicBezTo>
                          <a:pt x="1"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4"/>
                  <p:cNvSpPr/>
                  <p:nvPr/>
                </p:nvSpPr>
                <p:spPr>
                  <a:xfrm>
                    <a:off x="241635" y="1278248"/>
                    <a:ext cx="8316" cy="22644"/>
                  </a:xfrm>
                  <a:custGeom>
                    <a:rect b="b" l="l" r="r" t="t"/>
                    <a:pathLst>
                      <a:path extrusionOk="0" h="354" w="130">
                        <a:moveTo>
                          <a:pt x="123" y="1"/>
                        </a:moveTo>
                        <a:cubicBezTo>
                          <a:pt x="77" y="114"/>
                          <a:pt x="34" y="234"/>
                          <a:pt x="0" y="354"/>
                        </a:cubicBezTo>
                        <a:cubicBezTo>
                          <a:pt x="81" y="287"/>
                          <a:pt x="129" y="185"/>
                          <a:pt x="129" y="71"/>
                        </a:cubicBezTo>
                        <a:cubicBezTo>
                          <a:pt x="129" y="47"/>
                          <a:pt x="127" y="23"/>
                          <a:pt x="1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4"/>
                  <p:cNvSpPr/>
                  <p:nvPr/>
                </p:nvSpPr>
                <p:spPr>
                  <a:xfrm>
                    <a:off x="226410" y="1401386"/>
                    <a:ext cx="23541" cy="47400"/>
                  </a:xfrm>
                  <a:custGeom>
                    <a:rect b="b" l="l" r="r" t="t"/>
                    <a:pathLst>
                      <a:path extrusionOk="0" h="741" w="368">
                        <a:moveTo>
                          <a:pt x="1" y="1"/>
                        </a:moveTo>
                        <a:lnTo>
                          <a:pt x="1" y="741"/>
                        </a:lnTo>
                        <a:cubicBezTo>
                          <a:pt x="205" y="738"/>
                          <a:pt x="367" y="575"/>
                          <a:pt x="367" y="369"/>
                        </a:cubicBezTo>
                        <a:cubicBezTo>
                          <a:pt x="367" y="166"/>
                          <a:pt x="205" y="3"/>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4"/>
                  <p:cNvSpPr/>
                  <p:nvPr/>
                </p:nvSpPr>
                <p:spPr>
                  <a:xfrm>
                    <a:off x="226410" y="1543330"/>
                    <a:ext cx="23541" cy="47400"/>
                  </a:xfrm>
                  <a:custGeom>
                    <a:rect b="b" l="l" r="r" t="t"/>
                    <a:pathLst>
                      <a:path extrusionOk="0" h="741" w="368">
                        <a:moveTo>
                          <a:pt x="1" y="0"/>
                        </a:moveTo>
                        <a:lnTo>
                          <a:pt x="1" y="740"/>
                        </a:lnTo>
                        <a:cubicBezTo>
                          <a:pt x="205" y="738"/>
                          <a:pt x="367" y="574"/>
                          <a:pt x="367" y="372"/>
                        </a:cubicBezTo>
                        <a:cubicBezTo>
                          <a:pt x="367" y="167"/>
                          <a:pt x="205" y="2"/>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4"/>
                  <p:cNvSpPr/>
                  <p:nvPr/>
                </p:nvSpPr>
                <p:spPr>
                  <a:xfrm>
                    <a:off x="226410" y="1685466"/>
                    <a:ext cx="23541" cy="47464"/>
                  </a:xfrm>
                  <a:custGeom>
                    <a:rect b="b" l="l" r="r" t="t"/>
                    <a:pathLst>
                      <a:path extrusionOk="0" h="742" w="368">
                        <a:moveTo>
                          <a:pt x="1" y="0"/>
                        </a:moveTo>
                        <a:lnTo>
                          <a:pt x="1" y="741"/>
                        </a:lnTo>
                        <a:cubicBezTo>
                          <a:pt x="205" y="738"/>
                          <a:pt x="367" y="576"/>
                          <a:pt x="367" y="370"/>
                        </a:cubicBezTo>
                        <a:cubicBezTo>
                          <a:pt x="367" y="165"/>
                          <a:pt x="205" y="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4"/>
                  <p:cNvSpPr/>
                  <p:nvPr/>
                </p:nvSpPr>
                <p:spPr>
                  <a:xfrm>
                    <a:off x="226410" y="1827409"/>
                    <a:ext cx="23541" cy="47464"/>
                  </a:xfrm>
                  <a:custGeom>
                    <a:rect b="b" l="l" r="r" t="t"/>
                    <a:pathLst>
                      <a:path extrusionOk="0" h="742" w="368">
                        <a:moveTo>
                          <a:pt x="1" y="0"/>
                        </a:moveTo>
                        <a:lnTo>
                          <a:pt x="1" y="741"/>
                        </a:lnTo>
                        <a:cubicBezTo>
                          <a:pt x="205" y="738"/>
                          <a:pt x="367" y="575"/>
                          <a:pt x="367" y="372"/>
                        </a:cubicBezTo>
                        <a:cubicBezTo>
                          <a:pt x="367" y="167"/>
                          <a:pt x="205" y="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4"/>
                  <p:cNvSpPr/>
                  <p:nvPr/>
                </p:nvSpPr>
                <p:spPr>
                  <a:xfrm>
                    <a:off x="226410" y="1969545"/>
                    <a:ext cx="23541" cy="47464"/>
                  </a:xfrm>
                  <a:custGeom>
                    <a:rect b="b" l="l" r="r" t="t"/>
                    <a:pathLst>
                      <a:path extrusionOk="0" h="742" w="368">
                        <a:moveTo>
                          <a:pt x="1" y="1"/>
                        </a:moveTo>
                        <a:lnTo>
                          <a:pt x="1" y="742"/>
                        </a:lnTo>
                        <a:cubicBezTo>
                          <a:pt x="205" y="739"/>
                          <a:pt x="367" y="577"/>
                          <a:pt x="367" y="370"/>
                        </a:cubicBezTo>
                        <a:cubicBezTo>
                          <a:pt x="367" y="166"/>
                          <a:pt x="205" y="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1" name="Google Shape;4211;p54"/>
                <p:cNvSpPr/>
                <p:nvPr/>
              </p:nvSpPr>
              <p:spPr>
                <a:xfrm>
                  <a:off x="991555" y="1408870"/>
                  <a:ext cx="47082" cy="39916"/>
                </a:xfrm>
                <a:custGeom>
                  <a:rect b="b" l="l" r="r" t="t"/>
                  <a:pathLst>
                    <a:path extrusionOk="0" h="624" w="736">
                      <a:moveTo>
                        <a:pt x="103" y="0"/>
                      </a:moveTo>
                      <a:cubicBezTo>
                        <a:pt x="39" y="67"/>
                        <a:pt x="1" y="154"/>
                        <a:pt x="1" y="252"/>
                      </a:cubicBezTo>
                      <a:cubicBezTo>
                        <a:pt x="1" y="457"/>
                        <a:pt x="166" y="624"/>
                        <a:pt x="372" y="624"/>
                      </a:cubicBezTo>
                      <a:cubicBezTo>
                        <a:pt x="553" y="624"/>
                        <a:pt x="707" y="488"/>
                        <a:pt x="735" y="310"/>
                      </a:cubicBezTo>
                      <a:cubicBezTo>
                        <a:pt x="532" y="193"/>
                        <a:pt x="320" y="88"/>
                        <a:pt x="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TITLE_AND_TWO_COLUMNS_1_1_1">
    <p:spTree>
      <p:nvGrpSpPr>
        <p:cNvPr id="4212" name="Shape 4212"/>
        <p:cNvGrpSpPr/>
        <p:nvPr/>
      </p:nvGrpSpPr>
      <p:grpSpPr>
        <a:xfrm>
          <a:off x="0" y="0"/>
          <a:ext cx="0" cy="0"/>
          <a:chOff x="0" y="0"/>
          <a:chExt cx="0" cy="0"/>
        </a:xfrm>
      </p:grpSpPr>
      <p:sp>
        <p:nvSpPr>
          <p:cNvPr id="4213" name="Google Shape;4213;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4214" name="Google Shape;4214;p55"/>
          <p:cNvSpPr txBox="1"/>
          <p:nvPr>
            <p:ph idx="1" type="body"/>
          </p:nvPr>
        </p:nvSpPr>
        <p:spPr>
          <a:xfrm>
            <a:off x="713550" y="1177800"/>
            <a:ext cx="3858300" cy="31149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3"/>
              </a:buClr>
              <a:buSzPts val="1400"/>
              <a:buChar char="●"/>
              <a:defRPr sz="1200"/>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4215" name="Google Shape;4215;p55"/>
          <p:cNvSpPr txBox="1"/>
          <p:nvPr>
            <p:ph idx="2" type="body"/>
          </p:nvPr>
        </p:nvSpPr>
        <p:spPr>
          <a:xfrm>
            <a:off x="4571850" y="1177800"/>
            <a:ext cx="3858300" cy="31149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3"/>
              </a:buClr>
              <a:buSzPts val="1400"/>
              <a:buChar char="●"/>
              <a:defRPr sz="1200"/>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grpSp>
        <p:nvGrpSpPr>
          <p:cNvPr id="4216" name="Google Shape;4216;p55"/>
          <p:cNvGrpSpPr/>
          <p:nvPr/>
        </p:nvGrpSpPr>
        <p:grpSpPr>
          <a:xfrm>
            <a:off x="32153" y="17873"/>
            <a:ext cx="9013971" cy="5004349"/>
            <a:chOff x="32153" y="17873"/>
            <a:chExt cx="9013971" cy="5004349"/>
          </a:xfrm>
        </p:grpSpPr>
        <p:grpSp>
          <p:nvGrpSpPr>
            <p:cNvPr id="4217" name="Google Shape;4217;p55"/>
            <p:cNvGrpSpPr/>
            <p:nvPr/>
          </p:nvGrpSpPr>
          <p:grpSpPr>
            <a:xfrm>
              <a:off x="8000763" y="4117336"/>
              <a:ext cx="1045362" cy="904886"/>
              <a:chOff x="3725309" y="381575"/>
              <a:chExt cx="533375" cy="461700"/>
            </a:xfrm>
          </p:grpSpPr>
          <p:sp>
            <p:nvSpPr>
              <p:cNvPr id="4218" name="Google Shape;4218;p55"/>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5"/>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5"/>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5"/>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5"/>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5"/>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5"/>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5"/>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5"/>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5"/>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5"/>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5"/>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5"/>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5"/>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5"/>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3" name="Google Shape;4233;p55"/>
            <p:cNvGrpSpPr/>
            <p:nvPr/>
          </p:nvGrpSpPr>
          <p:grpSpPr>
            <a:xfrm>
              <a:off x="280478" y="4666815"/>
              <a:ext cx="719021" cy="355403"/>
              <a:chOff x="3442209" y="513788"/>
              <a:chExt cx="366866" cy="181338"/>
            </a:xfrm>
          </p:grpSpPr>
          <p:sp>
            <p:nvSpPr>
              <p:cNvPr id="4234" name="Google Shape;4234;p55"/>
              <p:cNvSpPr/>
              <p:nvPr/>
            </p:nvSpPr>
            <p:spPr>
              <a:xfrm>
                <a:off x="3442209" y="513788"/>
                <a:ext cx="365475" cy="179900"/>
              </a:xfrm>
              <a:custGeom>
                <a:rect b="b" l="l" r="r" t="t"/>
                <a:pathLst>
                  <a:path extrusionOk="0" h="7196" w="14619">
                    <a:moveTo>
                      <a:pt x="7310" y="1"/>
                    </a:moveTo>
                    <a:cubicBezTo>
                      <a:pt x="3273" y="2"/>
                      <a:pt x="1" y="3510"/>
                      <a:pt x="1" y="3510"/>
                    </a:cubicBezTo>
                    <a:cubicBezTo>
                      <a:pt x="82" y="3487"/>
                      <a:pt x="164" y="3466"/>
                      <a:pt x="244" y="3443"/>
                    </a:cubicBezTo>
                    <a:lnTo>
                      <a:pt x="244" y="3443"/>
                    </a:lnTo>
                    <a:cubicBezTo>
                      <a:pt x="85" y="3595"/>
                      <a:pt x="1" y="3687"/>
                      <a:pt x="1" y="3687"/>
                    </a:cubicBezTo>
                    <a:cubicBezTo>
                      <a:pt x="1" y="3687"/>
                      <a:pt x="3273" y="7196"/>
                      <a:pt x="7310" y="7196"/>
                    </a:cubicBezTo>
                    <a:cubicBezTo>
                      <a:pt x="11346" y="7196"/>
                      <a:pt x="14619" y="3687"/>
                      <a:pt x="14619" y="3687"/>
                    </a:cubicBezTo>
                    <a:cubicBezTo>
                      <a:pt x="14619" y="3687"/>
                      <a:pt x="14532" y="3594"/>
                      <a:pt x="14371" y="3440"/>
                    </a:cubicBezTo>
                    <a:lnTo>
                      <a:pt x="14371" y="3440"/>
                    </a:lnTo>
                    <a:cubicBezTo>
                      <a:pt x="14454" y="3463"/>
                      <a:pt x="14536" y="3486"/>
                      <a:pt x="14619" y="3509"/>
                    </a:cubicBezTo>
                    <a:cubicBezTo>
                      <a:pt x="14619" y="3509"/>
                      <a:pt x="11346" y="1"/>
                      <a:pt x="731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5"/>
              <p:cNvSpPr/>
              <p:nvPr/>
            </p:nvSpPr>
            <p:spPr>
              <a:xfrm>
                <a:off x="3443600" y="519675"/>
                <a:ext cx="365475" cy="175450"/>
              </a:xfrm>
              <a:custGeom>
                <a:rect b="b" l="l" r="r" t="t"/>
                <a:pathLst>
                  <a:path extrusionOk="0" h="7018" w="14619">
                    <a:moveTo>
                      <a:pt x="7309" y="0"/>
                    </a:moveTo>
                    <a:cubicBezTo>
                      <a:pt x="3273" y="0"/>
                      <a:pt x="0" y="3509"/>
                      <a:pt x="0" y="3509"/>
                    </a:cubicBezTo>
                    <a:cubicBezTo>
                      <a:pt x="0" y="3509"/>
                      <a:pt x="3273" y="7018"/>
                      <a:pt x="7309" y="7018"/>
                    </a:cubicBezTo>
                    <a:cubicBezTo>
                      <a:pt x="11346" y="7018"/>
                      <a:pt x="14618" y="3509"/>
                      <a:pt x="14618" y="3509"/>
                    </a:cubicBezTo>
                    <a:cubicBezTo>
                      <a:pt x="14618" y="3509"/>
                      <a:pt x="11346"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5"/>
              <p:cNvSpPr/>
              <p:nvPr/>
            </p:nvSpPr>
            <p:spPr>
              <a:xfrm>
                <a:off x="3549550" y="530625"/>
                <a:ext cx="153525" cy="153550"/>
              </a:xfrm>
              <a:custGeom>
                <a:rect b="b" l="l" r="r" t="t"/>
                <a:pathLst>
                  <a:path extrusionOk="0" h="6142" w="6141">
                    <a:moveTo>
                      <a:pt x="3071" y="1"/>
                    </a:moveTo>
                    <a:cubicBezTo>
                      <a:pt x="1375" y="1"/>
                      <a:pt x="1" y="1374"/>
                      <a:pt x="1" y="3071"/>
                    </a:cubicBezTo>
                    <a:cubicBezTo>
                      <a:pt x="1" y="4766"/>
                      <a:pt x="1375" y="6141"/>
                      <a:pt x="3071" y="6141"/>
                    </a:cubicBezTo>
                    <a:cubicBezTo>
                      <a:pt x="4766" y="6141"/>
                      <a:pt x="6141" y="4766"/>
                      <a:pt x="6141" y="3071"/>
                    </a:cubicBezTo>
                    <a:cubicBezTo>
                      <a:pt x="6141" y="1374"/>
                      <a:pt x="4766"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5"/>
              <p:cNvSpPr/>
              <p:nvPr/>
            </p:nvSpPr>
            <p:spPr>
              <a:xfrm>
                <a:off x="3562700" y="547025"/>
                <a:ext cx="127200" cy="120775"/>
              </a:xfrm>
              <a:custGeom>
                <a:rect b="b" l="l" r="r" t="t"/>
                <a:pathLst>
                  <a:path extrusionOk="0" h="4831" w="5088">
                    <a:moveTo>
                      <a:pt x="2545" y="1"/>
                    </a:moveTo>
                    <a:cubicBezTo>
                      <a:pt x="2345" y="1"/>
                      <a:pt x="2144" y="128"/>
                      <a:pt x="2113" y="383"/>
                    </a:cubicBezTo>
                    <a:cubicBezTo>
                      <a:pt x="2085" y="616"/>
                      <a:pt x="1887" y="766"/>
                      <a:pt x="1680" y="766"/>
                    </a:cubicBezTo>
                    <a:cubicBezTo>
                      <a:pt x="1588" y="766"/>
                      <a:pt x="1494" y="737"/>
                      <a:pt x="1413" y="673"/>
                    </a:cubicBezTo>
                    <a:cubicBezTo>
                      <a:pt x="1326" y="604"/>
                      <a:pt x="1233" y="575"/>
                      <a:pt x="1145" y="575"/>
                    </a:cubicBezTo>
                    <a:cubicBezTo>
                      <a:pt x="822" y="575"/>
                      <a:pt x="553" y="966"/>
                      <a:pt x="803" y="1283"/>
                    </a:cubicBezTo>
                    <a:cubicBezTo>
                      <a:pt x="1011" y="1550"/>
                      <a:pt x="849" y="1943"/>
                      <a:pt x="512" y="1983"/>
                    </a:cubicBezTo>
                    <a:cubicBezTo>
                      <a:pt x="1" y="2045"/>
                      <a:pt x="1" y="2786"/>
                      <a:pt x="512" y="2846"/>
                    </a:cubicBezTo>
                    <a:cubicBezTo>
                      <a:pt x="849" y="2888"/>
                      <a:pt x="1011" y="3280"/>
                      <a:pt x="803" y="3547"/>
                    </a:cubicBezTo>
                    <a:cubicBezTo>
                      <a:pt x="553" y="3864"/>
                      <a:pt x="822" y="4255"/>
                      <a:pt x="1145" y="4255"/>
                    </a:cubicBezTo>
                    <a:cubicBezTo>
                      <a:pt x="1233" y="4255"/>
                      <a:pt x="1326" y="4225"/>
                      <a:pt x="1413" y="4157"/>
                    </a:cubicBezTo>
                    <a:cubicBezTo>
                      <a:pt x="1494" y="4093"/>
                      <a:pt x="1588" y="4064"/>
                      <a:pt x="1680" y="4064"/>
                    </a:cubicBezTo>
                    <a:cubicBezTo>
                      <a:pt x="1887" y="4064"/>
                      <a:pt x="2085" y="4214"/>
                      <a:pt x="2113" y="4448"/>
                    </a:cubicBezTo>
                    <a:cubicBezTo>
                      <a:pt x="2144" y="4703"/>
                      <a:pt x="2344" y="4830"/>
                      <a:pt x="2545" y="4830"/>
                    </a:cubicBezTo>
                    <a:cubicBezTo>
                      <a:pt x="2745" y="4830"/>
                      <a:pt x="2946" y="4703"/>
                      <a:pt x="2976" y="4448"/>
                    </a:cubicBezTo>
                    <a:cubicBezTo>
                      <a:pt x="3005" y="4214"/>
                      <a:pt x="3202" y="4064"/>
                      <a:pt x="3410" y="4064"/>
                    </a:cubicBezTo>
                    <a:cubicBezTo>
                      <a:pt x="3502" y="4064"/>
                      <a:pt x="3595" y="4093"/>
                      <a:pt x="3677" y="4157"/>
                    </a:cubicBezTo>
                    <a:cubicBezTo>
                      <a:pt x="3764" y="4225"/>
                      <a:pt x="3856" y="4255"/>
                      <a:pt x="3944" y="4255"/>
                    </a:cubicBezTo>
                    <a:cubicBezTo>
                      <a:pt x="4267" y="4255"/>
                      <a:pt x="4535" y="3864"/>
                      <a:pt x="4287" y="3547"/>
                    </a:cubicBezTo>
                    <a:cubicBezTo>
                      <a:pt x="4077" y="3280"/>
                      <a:pt x="4240" y="2886"/>
                      <a:pt x="4577" y="2846"/>
                    </a:cubicBezTo>
                    <a:cubicBezTo>
                      <a:pt x="5088" y="2784"/>
                      <a:pt x="5088" y="2044"/>
                      <a:pt x="4577" y="1983"/>
                    </a:cubicBezTo>
                    <a:cubicBezTo>
                      <a:pt x="4240" y="1942"/>
                      <a:pt x="4077" y="1550"/>
                      <a:pt x="4287" y="1283"/>
                    </a:cubicBezTo>
                    <a:cubicBezTo>
                      <a:pt x="4535" y="966"/>
                      <a:pt x="4266" y="575"/>
                      <a:pt x="3944" y="575"/>
                    </a:cubicBezTo>
                    <a:cubicBezTo>
                      <a:pt x="3856" y="575"/>
                      <a:pt x="3764" y="605"/>
                      <a:pt x="3677" y="673"/>
                    </a:cubicBezTo>
                    <a:cubicBezTo>
                      <a:pt x="3595" y="737"/>
                      <a:pt x="3501" y="766"/>
                      <a:pt x="3410" y="766"/>
                    </a:cubicBezTo>
                    <a:cubicBezTo>
                      <a:pt x="3202" y="766"/>
                      <a:pt x="3004" y="616"/>
                      <a:pt x="2976" y="383"/>
                    </a:cubicBezTo>
                    <a:cubicBezTo>
                      <a:pt x="2946" y="128"/>
                      <a:pt x="2745" y="1"/>
                      <a:pt x="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5"/>
              <p:cNvSpPr/>
              <p:nvPr/>
            </p:nvSpPr>
            <p:spPr>
              <a:xfrm>
                <a:off x="3600975" y="582025"/>
                <a:ext cx="50725" cy="50725"/>
              </a:xfrm>
              <a:custGeom>
                <a:rect b="b" l="l" r="r" t="t"/>
                <a:pathLst>
                  <a:path extrusionOk="0" h="2029" w="2029">
                    <a:moveTo>
                      <a:pt x="1014" y="0"/>
                    </a:moveTo>
                    <a:cubicBezTo>
                      <a:pt x="454" y="0"/>
                      <a:pt x="0" y="454"/>
                      <a:pt x="0" y="1015"/>
                    </a:cubicBezTo>
                    <a:cubicBezTo>
                      <a:pt x="0" y="1574"/>
                      <a:pt x="454" y="2028"/>
                      <a:pt x="1014" y="2028"/>
                    </a:cubicBezTo>
                    <a:cubicBezTo>
                      <a:pt x="1574" y="2028"/>
                      <a:pt x="2028" y="1574"/>
                      <a:pt x="2028" y="1015"/>
                    </a:cubicBezTo>
                    <a:cubicBezTo>
                      <a:pt x="2028" y="454"/>
                      <a:pt x="1574" y="0"/>
                      <a:pt x="1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5"/>
              <p:cNvSpPr/>
              <p:nvPr/>
            </p:nvSpPr>
            <p:spPr>
              <a:xfrm>
                <a:off x="3443600" y="515225"/>
                <a:ext cx="365475" cy="87750"/>
              </a:xfrm>
              <a:custGeom>
                <a:rect b="b" l="l" r="r" t="t"/>
                <a:pathLst>
                  <a:path extrusionOk="0" h="3510" w="14619">
                    <a:moveTo>
                      <a:pt x="7309" y="1"/>
                    </a:moveTo>
                    <a:cubicBezTo>
                      <a:pt x="3273" y="1"/>
                      <a:pt x="0" y="3509"/>
                      <a:pt x="0" y="3509"/>
                    </a:cubicBezTo>
                    <a:cubicBezTo>
                      <a:pt x="2504" y="2781"/>
                      <a:pt x="4955" y="2431"/>
                      <a:pt x="7357" y="2431"/>
                    </a:cubicBezTo>
                    <a:cubicBezTo>
                      <a:pt x="9828" y="2431"/>
                      <a:pt x="12247" y="2801"/>
                      <a:pt x="14618" y="3509"/>
                    </a:cubicBezTo>
                    <a:cubicBezTo>
                      <a:pt x="14618" y="3509"/>
                      <a:pt x="11346" y="1"/>
                      <a:pt x="7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0" name="Google Shape;4240;p55"/>
            <p:cNvGrpSpPr/>
            <p:nvPr/>
          </p:nvGrpSpPr>
          <p:grpSpPr>
            <a:xfrm>
              <a:off x="8308939" y="240554"/>
              <a:ext cx="597557" cy="597892"/>
              <a:chOff x="3834909" y="821763"/>
              <a:chExt cx="304891" cy="305063"/>
            </a:xfrm>
          </p:grpSpPr>
          <p:sp>
            <p:nvSpPr>
              <p:cNvPr id="4241" name="Google Shape;4241;p55"/>
              <p:cNvSpPr/>
              <p:nvPr/>
            </p:nvSpPr>
            <p:spPr>
              <a:xfrm>
                <a:off x="3834909" y="821763"/>
                <a:ext cx="303500" cy="303625"/>
              </a:xfrm>
              <a:custGeom>
                <a:rect b="b" l="l" r="r" t="t"/>
                <a:pathLst>
                  <a:path extrusionOk="0" h="12145" w="12140">
                    <a:moveTo>
                      <a:pt x="8031" y="1"/>
                    </a:moveTo>
                    <a:cubicBezTo>
                      <a:pt x="7935" y="1"/>
                      <a:pt x="7840" y="3"/>
                      <a:pt x="7748" y="13"/>
                    </a:cubicBezTo>
                    <a:cubicBezTo>
                      <a:pt x="7355" y="38"/>
                      <a:pt x="6978" y="120"/>
                      <a:pt x="6622" y="249"/>
                    </a:cubicBezTo>
                    <a:cubicBezTo>
                      <a:pt x="6081" y="445"/>
                      <a:pt x="5592" y="754"/>
                      <a:pt x="5186" y="1143"/>
                    </a:cubicBezTo>
                    <a:cubicBezTo>
                      <a:pt x="4737" y="1575"/>
                      <a:pt x="4386" y="2106"/>
                      <a:pt x="4167" y="2701"/>
                    </a:cubicBezTo>
                    <a:cubicBezTo>
                      <a:pt x="4038" y="3055"/>
                      <a:pt x="3956" y="3435"/>
                      <a:pt x="3932" y="3829"/>
                    </a:cubicBezTo>
                    <a:cubicBezTo>
                      <a:pt x="3929" y="3860"/>
                      <a:pt x="3925" y="3893"/>
                      <a:pt x="3925" y="3924"/>
                    </a:cubicBezTo>
                    <a:cubicBezTo>
                      <a:pt x="3894" y="3924"/>
                      <a:pt x="3861" y="3927"/>
                      <a:pt x="3830" y="3931"/>
                    </a:cubicBezTo>
                    <a:cubicBezTo>
                      <a:pt x="3434" y="3958"/>
                      <a:pt x="3052" y="4042"/>
                      <a:pt x="2696" y="4173"/>
                    </a:cubicBezTo>
                    <a:cubicBezTo>
                      <a:pt x="1562" y="4589"/>
                      <a:pt x="664" y="5486"/>
                      <a:pt x="249" y="6621"/>
                    </a:cubicBezTo>
                    <a:cubicBezTo>
                      <a:pt x="120" y="6977"/>
                      <a:pt x="37" y="7355"/>
                      <a:pt x="13" y="7748"/>
                    </a:cubicBezTo>
                    <a:cubicBezTo>
                      <a:pt x="3" y="7840"/>
                      <a:pt x="0" y="7935"/>
                      <a:pt x="0" y="8031"/>
                    </a:cubicBezTo>
                    <a:cubicBezTo>
                      <a:pt x="0" y="8362"/>
                      <a:pt x="39" y="8686"/>
                      <a:pt x="114" y="8992"/>
                    </a:cubicBezTo>
                    <a:cubicBezTo>
                      <a:pt x="168" y="9226"/>
                      <a:pt x="243" y="9449"/>
                      <a:pt x="338" y="9661"/>
                    </a:cubicBezTo>
                    <a:cubicBezTo>
                      <a:pt x="467" y="9966"/>
                      <a:pt x="633" y="10250"/>
                      <a:pt x="833" y="10513"/>
                    </a:cubicBezTo>
                    <a:cubicBezTo>
                      <a:pt x="929" y="10642"/>
                      <a:pt x="1030" y="10761"/>
                      <a:pt x="1141" y="10875"/>
                    </a:cubicBezTo>
                    <a:lnTo>
                      <a:pt x="1251" y="10986"/>
                    </a:lnTo>
                    <a:cubicBezTo>
                      <a:pt x="1482" y="11210"/>
                      <a:pt x="1740" y="11404"/>
                      <a:pt x="2016" y="11566"/>
                    </a:cubicBezTo>
                    <a:cubicBezTo>
                      <a:pt x="2204" y="11680"/>
                      <a:pt x="2403" y="11778"/>
                      <a:pt x="2612" y="11862"/>
                    </a:cubicBezTo>
                    <a:cubicBezTo>
                      <a:pt x="2954" y="11994"/>
                      <a:pt x="3319" y="12086"/>
                      <a:pt x="3700" y="12120"/>
                    </a:cubicBezTo>
                    <a:cubicBezTo>
                      <a:pt x="3773" y="12129"/>
                      <a:pt x="3847" y="12136"/>
                      <a:pt x="3922" y="12138"/>
                    </a:cubicBezTo>
                    <a:lnTo>
                      <a:pt x="3922" y="12144"/>
                    </a:lnTo>
                    <a:lnTo>
                      <a:pt x="12140" y="12144"/>
                    </a:lnTo>
                    <a:lnTo>
                      <a:pt x="12140" y="11280"/>
                    </a:lnTo>
                    <a:lnTo>
                      <a:pt x="12140" y="10389"/>
                    </a:lnTo>
                    <a:lnTo>
                      <a:pt x="12140" y="9042"/>
                    </a:lnTo>
                    <a:lnTo>
                      <a:pt x="12140" y="8150"/>
                    </a:lnTo>
                    <a:lnTo>
                      <a:pt x="12140" y="6808"/>
                    </a:lnTo>
                    <a:lnTo>
                      <a:pt x="12140" y="5914"/>
                    </a:lnTo>
                    <a:lnTo>
                      <a:pt x="12140" y="4571"/>
                    </a:lnTo>
                    <a:lnTo>
                      <a:pt x="12140" y="3922"/>
                    </a:lnTo>
                    <a:lnTo>
                      <a:pt x="12138" y="3922"/>
                    </a:lnTo>
                    <a:cubicBezTo>
                      <a:pt x="12134" y="3849"/>
                      <a:pt x="12128" y="3775"/>
                      <a:pt x="12119" y="3700"/>
                    </a:cubicBezTo>
                    <a:cubicBezTo>
                      <a:pt x="12086" y="3320"/>
                      <a:pt x="11993" y="2953"/>
                      <a:pt x="11861" y="2613"/>
                    </a:cubicBezTo>
                    <a:cubicBezTo>
                      <a:pt x="11778" y="2404"/>
                      <a:pt x="11679" y="2206"/>
                      <a:pt x="11566" y="2017"/>
                    </a:cubicBezTo>
                    <a:cubicBezTo>
                      <a:pt x="11404" y="1741"/>
                      <a:pt x="11206" y="1485"/>
                      <a:pt x="10986" y="1255"/>
                    </a:cubicBezTo>
                    <a:lnTo>
                      <a:pt x="10983" y="1255"/>
                    </a:lnTo>
                    <a:cubicBezTo>
                      <a:pt x="10838" y="1097"/>
                      <a:pt x="10682" y="963"/>
                      <a:pt x="10512" y="834"/>
                    </a:cubicBezTo>
                    <a:cubicBezTo>
                      <a:pt x="10251" y="637"/>
                      <a:pt x="9965" y="467"/>
                      <a:pt x="9661" y="338"/>
                    </a:cubicBezTo>
                    <a:cubicBezTo>
                      <a:pt x="9449" y="243"/>
                      <a:pt x="9224" y="169"/>
                      <a:pt x="8993" y="114"/>
                    </a:cubicBezTo>
                    <a:cubicBezTo>
                      <a:pt x="8687" y="40"/>
                      <a:pt x="8365" y="1"/>
                      <a:pt x="803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5"/>
              <p:cNvSpPr/>
              <p:nvPr/>
            </p:nvSpPr>
            <p:spPr>
              <a:xfrm>
                <a:off x="3836250" y="823225"/>
                <a:ext cx="303550" cy="303600"/>
              </a:xfrm>
              <a:custGeom>
                <a:rect b="b" l="l" r="r" t="t"/>
                <a:pathLst>
                  <a:path extrusionOk="0" h="12144" w="12142">
                    <a:moveTo>
                      <a:pt x="8033" y="1"/>
                    </a:moveTo>
                    <a:cubicBezTo>
                      <a:pt x="7937" y="1"/>
                      <a:pt x="7842" y="5"/>
                      <a:pt x="7750" y="13"/>
                    </a:cubicBezTo>
                    <a:cubicBezTo>
                      <a:pt x="7357" y="38"/>
                      <a:pt x="6978" y="120"/>
                      <a:pt x="6622" y="249"/>
                    </a:cubicBezTo>
                    <a:cubicBezTo>
                      <a:pt x="6080" y="445"/>
                      <a:pt x="5593" y="753"/>
                      <a:pt x="5187" y="1143"/>
                    </a:cubicBezTo>
                    <a:cubicBezTo>
                      <a:pt x="4738" y="1574"/>
                      <a:pt x="4387" y="2106"/>
                      <a:pt x="4169" y="2701"/>
                    </a:cubicBezTo>
                    <a:cubicBezTo>
                      <a:pt x="4040" y="3055"/>
                      <a:pt x="3957" y="3436"/>
                      <a:pt x="3933" y="3829"/>
                    </a:cubicBezTo>
                    <a:cubicBezTo>
                      <a:pt x="3929" y="3860"/>
                      <a:pt x="3926" y="3893"/>
                      <a:pt x="3926" y="3924"/>
                    </a:cubicBezTo>
                    <a:cubicBezTo>
                      <a:pt x="3895" y="3924"/>
                      <a:pt x="3861" y="3928"/>
                      <a:pt x="3830" y="3932"/>
                    </a:cubicBezTo>
                    <a:cubicBezTo>
                      <a:pt x="3435" y="3958"/>
                      <a:pt x="3053" y="4042"/>
                      <a:pt x="2697" y="4174"/>
                    </a:cubicBezTo>
                    <a:cubicBezTo>
                      <a:pt x="1562" y="4589"/>
                      <a:pt x="665" y="5487"/>
                      <a:pt x="250" y="6621"/>
                    </a:cubicBezTo>
                    <a:cubicBezTo>
                      <a:pt x="121" y="6977"/>
                      <a:pt x="38" y="7355"/>
                      <a:pt x="14" y="7748"/>
                    </a:cubicBezTo>
                    <a:cubicBezTo>
                      <a:pt x="4" y="7840"/>
                      <a:pt x="1" y="7936"/>
                      <a:pt x="1" y="8031"/>
                    </a:cubicBezTo>
                    <a:cubicBezTo>
                      <a:pt x="1" y="8364"/>
                      <a:pt x="41" y="8686"/>
                      <a:pt x="114" y="8993"/>
                    </a:cubicBezTo>
                    <a:cubicBezTo>
                      <a:pt x="170" y="9224"/>
                      <a:pt x="243" y="9449"/>
                      <a:pt x="339" y="9660"/>
                    </a:cubicBezTo>
                    <a:cubicBezTo>
                      <a:pt x="468" y="9965"/>
                      <a:pt x="634" y="10249"/>
                      <a:pt x="835" y="10512"/>
                    </a:cubicBezTo>
                    <a:cubicBezTo>
                      <a:pt x="930" y="10641"/>
                      <a:pt x="1031" y="10760"/>
                      <a:pt x="1141" y="10874"/>
                    </a:cubicBezTo>
                    <a:lnTo>
                      <a:pt x="1253" y="10985"/>
                    </a:lnTo>
                    <a:cubicBezTo>
                      <a:pt x="1482" y="11209"/>
                      <a:pt x="1742" y="11403"/>
                      <a:pt x="2017" y="11565"/>
                    </a:cubicBezTo>
                    <a:cubicBezTo>
                      <a:pt x="2204" y="11679"/>
                      <a:pt x="2404" y="11778"/>
                      <a:pt x="2613" y="11860"/>
                    </a:cubicBezTo>
                    <a:cubicBezTo>
                      <a:pt x="2954" y="11992"/>
                      <a:pt x="3321" y="12085"/>
                      <a:pt x="3700" y="12118"/>
                    </a:cubicBezTo>
                    <a:cubicBezTo>
                      <a:pt x="3776" y="12128"/>
                      <a:pt x="3849" y="12134"/>
                      <a:pt x="3922" y="12137"/>
                    </a:cubicBezTo>
                    <a:lnTo>
                      <a:pt x="3922" y="12143"/>
                    </a:lnTo>
                    <a:lnTo>
                      <a:pt x="12141" y="12143"/>
                    </a:lnTo>
                    <a:lnTo>
                      <a:pt x="12141" y="3922"/>
                    </a:lnTo>
                    <a:lnTo>
                      <a:pt x="12138" y="3922"/>
                    </a:lnTo>
                    <a:cubicBezTo>
                      <a:pt x="12136" y="3847"/>
                      <a:pt x="12130" y="3774"/>
                      <a:pt x="12120" y="3700"/>
                    </a:cubicBezTo>
                    <a:cubicBezTo>
                      <a:pt x="12086" y="3320"/>
                      <a:pt x="11995" y="2953"/>
                      <a:pt x="11862" y="2613"/>
                    </a:cubicBezTo>
                    <a:cubicBezTo>
                      <a:pt x="11779" y="2404"/>
                      <a:pt x="11681" y="2208"/>
                      <a:pt x="11567" y="2017"/>
                    </a:cubicBezTo>
                    <a:cubicBezTo>
                      <a:pt x="11404" y="1740"/>
                      <a:pt x="11208" y="1486"/>
                      <a:pt x="10986" y="1255"/>
                    </a:cubicBezTo>
                    <a:lnTo>
                      <a:pt x="10984" y="1255"/>
                    </a:lnTo>
                    <a:cubicBezTo>
                      <a:pt x="10840" y="1099"/>
                      <a:pt x="10682" y="962"/>
                      <a:pt x="10513" y="833"/>
                    </a:cubicBezTo>
                    <a:cubicBezTo>
                      <a:pt x="10253" y="636"/>
                      <a:pt x="9966" y="467"/>
                      <a:pt x="9661" y="338"/>
                    </a:cubicBezTo>
                    <a:cubicBezTo>
                      <a:pt x="9450" y="243"/>
                      <a:pt x="9226" y="170"/>
                      <a:pt x="8995" y="114"/>
                    </a:cubicBezTo>
                    <a:cubicBezTo>
                      <a:pt x="8688" y="40"/>
                      <a:pt x="8364" y="1"/>
                      <a:pt x="80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5"/>
              <p:cNvSpPr/>
              <p:nvPr/>
            </p:nvSpPr>
            <p:spPr>
              <a:xfrm>
                <a:off x="3836575" y="921450"/>
                <a:ext cx="95425" cy="95450"/>
              </a:xfrm>
              <a:custGeom>
                <a:rect b="b" l="l" r="r" t="t"/>
                <a:pathLst>
                  <a:path extrusionOk="0" h="3818" w="3817">
                    <a:moveTo>
                      <a:pt x="3816" y="0"/>
                    </a:moveTo>
                    <a:lnTo>
                      <a:pt x="3816" y="0"/>
                    </a:lnTo>
                    <a:cubicBezTo>
                      <a:pt x="3421" y="29"/>
                      <a:pt x="3039" y="112"/>
                      <a:pt x="2683" y="243"/>
                    </a:cubicBezTo>
                    <a:lnTo>
                      <a:pt x="235" y="2691"/>
                    </a:lnTo>
                    <a:cubicBezTo>
                      <a:pt x="106" y="3047"/>
                      <a:pt x="24" y="3425"/>
                      <a:pt x="0" y="3818"/>
                    </a:cubicBezTo>
                    <a:lnTo>
                      <a:pt x="38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5"/>
              <p:cNvSpPr/>
              <p:nvPr/>
            </p:nvSpPr>
            <p:spPr>
              <a:xfrm>
                <a:off x="3934525" y="823475"/>
                <a:ext cx="95450" cy="95500"/>
              </a:xfrm>
              <a:custGeom>
                <a:rect b="b" l="l" r="r" t="t"/>
                <a:pathLst>
                  <a:path extrusionOk="0" h="3820" w="3818">
                    <a:moveTo>
                      <a:pt x="3818" y="1"/>
                    </a:moveTo>
                    <a:lnTo>
                      <a:pt x="3818" y="1"/>
                    </a:lnTo>
                    <a:cubicBezTo>
                      <a:pt x="3425" y="26"/>
                      <a:pt x="3046" y="109"/>
                      <a:pt x="2689" y="239"/>
                    </a:cubicBezTo>
                    <a:lnTo>
                      <a:pt x="237" y="2691"/>
                    </a:lnTo>
                    <a:cubicBezTo>
                      <a:pt x="108" y="3045"/>
                      <a:pt x="25" y="3426"/>
                      <a:pt x="1" y="3819"/>
                    </a:cubicBezTo>
                    <a:lnTo>
                      <a:pt x="38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5"/>
              <p:cNvSpPr/>
              <p:nvPr/>
            </p:nvSpPr>
            <p:spPr>
              <a:xfrm>
                <a:off x="3839075" y="826050"/>
                <a:ext cx="238700" cy="238700"/>
              </a:xfrm>
              <a:custGeom>
                <a:rect b="b" l="l" r="r" t="t"/>
                <a:pathLst>
                  <a:path extrusionOk="0" h="9548" w="9548">
                    <a:moveTo>
                      <a:pt x="8881" y="0"/>
                    </a:moveTo>
                    <a:lnTo>
                      <a:pt x="0" y="8880"/>
                    </a:lnTo>
                    <a:cubicBezTo>
                      <a:pt x="56" y="9111"/>
                      <a:pt x="129" y="9336"/>
                      <a:pt x="225" y="9547"/>
                    </a:cubicBezTo>
                    <a:lnTo>
                      <a:pt x="9547" y="224"/>
                    </a:lnTo>
                    <a:cubicBezTo>
                      <a:pt x="9336" y="129"/>
                      <a:pt x="9112" y="55"/>
                      <a:pt x="88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5"/>
              <p:cNvSpPr/>
              <p:nvPr/>
            </p:nvSpPr>
            <p:spPr>
              <a:xfrm>
                <a:off x="3857025" y="844025"/>
                <a:ext cx="253775" cy="253850"/>
              </a:xfrm>
              <a:custGeom>
                <a:rect b="b" l="l" r="r" t="t"/>
                <a:pathLst>
                  <a:path extrusionOk="0" h="10154" w="10151">
                    <a:moveTo>
                      <a:pt x="9680" y="0"/>
                    </a:moveTo>
                    <a:lnTo>
                      <a:pt x="0" y="9680"/>
                    </a:lnTo>
                    <a:cubicBezTo>
                      <a:pt x="96" y="9809"/>
                      <a:pt x="197" y="9928"/>
                      <a:pt x="308" y="10042"/>
                    </a:cubicBezTo>
                    <a:lnTo>
                      <a:pt x="418" y="10153"/>
                    </a:lnTo>
                    <a:lnTo>
                      <a:pt x="10150" y="421"/>
                    </a:lnTo>
                    <a:cubicBezTo>
                      <a:pt x="10008" y="264"/>
                      <a:pt x="9850" y="129"/>
                      <a:pt x="9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5"/>
              <p:cNvSpPr/>
              <p:nvPr/>
            </p:nvSpPr>
            <p:spPr>
              <a:xfrm>
                <a:off x="3886650" y="873600"/>
                <a:ext cx="246150" cy="246150"/>
              </a:xfrm>
              <a:custGeom>
                <a:rect b="b" l="l" r="r" t="t"/>
                <a:pathLst>
                  <a:path extrusionOk="0" h="9846" w="9846">
                    <a:moveTo>
                      <a:pt x="9550" y="0"/>
                    </a:moveTo>
                    <a:lnTo>
                      <a:pt x="0" y="9550"/>
                    </a:lnTo>
                    <a:cubicBezTo>
                      <a:pt x="187" y="9664"/>
                      <a:pt x="387" y="9763"/>
                      <a:pt x="596" y="9845"/>
                    </a:cubicBezTo>
                    <a:lnTo>
                      <a:pt x="9845" y="597"/>
                    </a:lnTo>
                    <a:cubicBezTo>
                      <a:pt x="9763" y="387"/>
                      <a:pt x="9664" y="191"/>
                      <a:pt x="9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5"/>
              <p:cNvSpPr/>
              <p:nvPr/>
            </p:nvSpPr>
            <p:spPr>
              <a:xfrm>
                <a:off x="3928750" y="915725"/>
                <a:ext cx="211050" cy="211100"/>
              </a:xfrm>
              <a:custGeom>
                <a:rect b="b" l="l" r="r" t="t"/>
                <a:pathLst>
                  <a:path extrusionOk="0" h="8444" w="8442">
                    <a:moveTo>
                      <a:pt x="8419" y="0"/>
                    </a:moveTo>
                    <a:lnTo>
                      <a:pt x="0" y="8418"/>
                    </a:lnTo>
                    <a:cubicBezTo>
                      <a:pt x="76" y="8428"/>
                      <a:pt x="149" y="8434"/>
                      <a:pt x="222" y="8437"/>
                    </a:cubicBezTo>
                    <a:lnTo>
                      <a:pt x="222" y="8443"/>
                    </a:lnTo>
                    <a:lnTo>
                      <a:pt x="867" y="8443"/>
                    </a:lnTo>
                    <a:lnTo>
                      <a:pt x="8441" y="869"/>
                    </a:lnTo>
                    <a:lnTo>
                      <a:pt x="8441" y="222"/>
                    </a:lnTo>
                    <a:lnTo>
                      <a:pt x="8437" y="222"/>
                    </a:lnTo>
                    <a:cubicBezTo>
                      <a:pt x="8435" y="147"/>
                      <a:pt x="8429" y="74"/>
                      <a:pt x="8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5"/>
              <p:cNvSpPr/>
              <p:nvPr/>
            </p:nvSpPr>
            <p:spPr>
              <a:xfrm>
                <a:off x="3984075" y="971025"/>
                <a:ext cx="155725" cy="155800"/>
              </a:xfrm>
              <a:custGeom>
                <a:rect b="b" l="l" r="r" t="t"/>
                <a:pathLst>
                  <a:path extrusionOk="0" h="6232" w="6229">
                    <a:moveTo>
                      <a:pt x="6228" y="1"/>
                    </a:moveTo>
                    <a:lnTo>
                      <a:pt x="0" y="6231"/>
                    </a:lnTo>
                    <a:lnTo>
                      <a:pt x="892" y="6231"/>
                    </a:lnTo>
                    <a:lnTo>
                      <a:pt x="6228" y="895"/>
                    </a:lnTo>
                    <a:lnTo>
                      <a:pt x="62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5"/>
              <p:cNvSpPr/>
              <p:nvPr/>
            </p:nvSpPr>
            <p:spPr>
              <a:xfrm>
                <a:off x="4039950" y="1026975"/>
                <a:ext cx="99850" cy="99850"/>
              </a:xfrm>
              <a:custGeom>
                <a:rect b="b" l="l" r="r" t="t"/>
                <a:pathLst>
                  <a:path extrusionOk="0" h="3994" w="3994">
                    <a:moveTo>
                      <a:pt x="3993" y="0"/>
                    </a:moveTo>
                    <a:lnTo>
                      <a:pt x="0" y="3993"/>
                    </a:lnTo>
                    <a:lnTo>
                      <a:pt x="892" y="3993"/>
                    </a:lnTo>
                    <a:lnTo>
                      <a:pt x="3993" y="892"/>
                    </a:lnTo>
                    <a:lnTo>
                      <a:pt x="3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5"/>
              <p:cNvSpPr/>
              <p:nvPr/>
            </p:nvSpPr>
            <p:spPr>
              <a:xfrm>
                <a:off x="4095800" y="1082900"/>
                <a:ext cx="44000" cy="43925"/>
              </a:xfrm>
              <a:custGeom>
                <a:rect b="b" l="l" r="r" t="t"/>
                <a:pathLst>
                  <a:path extrusionOk="0" h="1757" w="1760">
                    <a:moveTo>
                      <a:pt x="1759" y="1"/>
                    </a:moveTo>
                    <a:lnTo>
                      <a:pt x="1" y="1756"/>
                    </a:lnTo>
                    <a:lnTo>
                      <a:pt x="895" y="1756"/>
                    </a:lnTo>
                    <a:lnTo>
                      <a:pt x="1759" y="892"/>
                    </a:lnTo>
                    <a:lnTo>
                      <a:pt x="1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5"/>
              <p:cNvSpPr/>
              <p:nvPr/>
            </p:nvSpPr>
            <p:spPr>
              <a:xfrm>
                <a:off x="3892750" y="879725"/>
                <a:ext cx="190525" cy="190475"/>
              </a:xfrm>
              <a:custGeom>
                <a:rect b="b" l="l" r="r" t="t"/>
                <a:pathLst>
                  <a:path extrusionOk="0" h="7619" w="7621">
                    <a:moveTo>
                      <a:pt x="5771" y="1"/>
                    </a:moveTo>
                    <a:cubicBezTo>
                      <a:pt x="4779" y="1"/>
                      <a:pt x="3969" y="775"/>
                      <a:pt x="3925" y="1764"/>
                    </a:cubicBezTo>
                    <a:lnTo>
                      <a:pt x="3834" y="3834"/>
                    </a:lnTo>
                    <a:lnTo>
                      <a:pt x="1764" y="3924"/>
                    </a:lnTo>
                    <a:cubicBezTo>
                      <a:pt x="777" y="3969"/>
                      <a:pt x="1" y="4780"/>
                      <a:pt x="1" y="5771"/>
                    </a:cubicBezTo>
                    <a:cubicBezTo>
                      <a:pt x="1" y="6761"/>
                      <a:pt x="774" y="7571"/>
                      <a:pt x="1762" y="7617"/>
                    </a:cubicBezTo>
                    <a:lnTo>
                      <a:pt x="1815" y="7619"/>
                    </a:lnTo>
                    <a:lnTo>
                      <a:pt x="1815" y="7618"/>
                    </a:lnTo>
                    <a:lnTo>
                      <a:pt x="7620" y="7618"/>
                    </a:lnTo>
                    <a:lnTo>
                      <a:pt x="7620" y="1817"/>
                    </a:lnTo>
                    <a:lnTo>
                      <a:pt x="7617" y="1761"/>
                    </a:lnTo>
                    <a:cubicBezTo>
                      <a:pt x="7573" y="775"/>
                      <a:pt x="6761" y="1"/>
                      <a:pt x="5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5"/>
              <p:cNvSpPr/>
              <p:nvPr/>
            </p:nvSpPr>
            <p:spPr>
              <a:xfrm>
                <a:off x="3911600" y="898625"/>
                <a:ext cx="152700" cy="152725"/>
              </a:xfrm>
              <a:custGeom>
                <a:rect b="b" l="l" r="r" t="t"/>
                <a:pathLst>
                  <a:path extrusionOk="0" h="6109" w="6108">
                    <a:moveTo>
                      <a:pt x="5015" y="0"/>
                    </a:moveTo>
                    <a:cubicBezTo>
                      <a:pt x="4429" y="0"/>
                      <a:pt x="3950" y="458"/>
                      <a:pt x="3924" y="1042"/>
                    </a:cubicBezTo>
                    <a:lnTo>
                      <a:pt x="3802" y="3802"/>
                    </a:lnTo>
                    <a:lnTo>
                      <a:pt x="1042" y="3924"/>
                    </a:lnTo>
                    <a:cubicBezTo>
                      <a:pt x="458" y="3950"/>
                      <a:pt x="0" y="4427"/>
                      <a:pt x="0" y="5015"/>
                    </a:cubicBezTo>
                    <a:cubicBezTo>
                      <a:pt x="0" y="5602"/>
                      <a:pt x="458" y="6081"/>
                      <a:pt x="1045" y="6107"/>
                    </a:cubicBezTo>
                    <a:lnTo>
                      <a:pt x="1079" y="6109"/>
                    </a:lnTo>
                    <a:lnTo>
                      <a:pt x="6108" y="6109"/>
                    </a:lnTo>
                    <a:lnTo>
                      <a:pt x="6108" y="1079"/>
                    </a:lnTo>
                    <a:lnTo>
                      <a:pt x="6106" y="1041"/>
                    </a:lnTo>
                    <a:cubicBezTo>
                      <a:pt x="6081" y="458"/>
                      <a:pt x="5601" y="0"/>
                      <a:pt x="50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4" name="Google Shape;4254;p55"/>
            <p:cNvGrpSpPr/>
            <p:nvPr/>
          </p:nvGrpSpPr>
          <p:grpSpPr>
            <a:xfrm rot="1503772">
              <a:off x="400769" y="124007"/>
              <a:ext cx="659926" cy="714605"/>
              <a:chOff x="-2686850" y="3696525"/>
              <a:chExt cx="332050" cy="359563"/>
            </a:xfrm>
          </p:grpSpPr>
          <p:sp>
            <p:nvSpPr>
              <p:cNvPr id="4255" name="Google Shape;4255;p55"/>
              <p:cNvSpPr/>
              <p:nvPr/>
            </p:nvSpPr>
            <p:spPr>
              <a:xfrm>
                <a:off x="-2686850" y="3696525"/>
                <a:ext cx="332050" cy="359525"/>
              </a:xfrm>
              <a:custGeom>
                <a:rect b="b" l="l" r="r" t="t"/>
                <a:pathLst>
                  <a:path extrusionOk="0" h="14381" w="13282">
                    <a:moveTo>
                      <a:pt x="12504" y="10802"/>
                    </a:moveTo>
                    <a:lnTo>
                      <a:pt x="12497" y="10829"/>
                    </a:lnTo>
                    <a:lnTo>
                      <a:pt x="12497" y="10806"/>
                    </a:lnTo>
                    <a:lnTo>
                      <a:pt x="12504" y="10802"/>
                    </a:lnTo>
                    <a:close/>
                    <a:moveTo>
                      <a:pt x="6678" y="1"/>
                    </a:moveTo>
                    <a:cubicBezTo>
                      <a:pt x="4442" y="1"/>
                      <a:pt x="2280" y="1136"/>
                      <a:pt x="1036" y="2962"/>
                    </a:cubicBezTo>
                    <a:cubicBezTo>
                      <a:pt x="902" y="3158"/>
                      <a:pt x="912" y="3410"/>
                      <a:pt x="1042" y="3594"/>
                    </a:cubicBezTo>
                    <a:cubicBezTo>
                      <a:pt x="505" y="4550"/>
                      <a:pt x="247" y="5625"/>
                      <a:pt x="300" y="6729"/>
                    </a:cubicBezTo>
                    <a:cubicBezTo>
                      <a:pt x="352" y="7770"/>
                      <a:pt x="675" y="10117"/>
                      <a:pt x="739" y="10573"/>
                    </a:cubicBezTo>
                    <a:lnTo>
                      <a:pt x="739" y="10663"/>
                    </a:lnTo>
                    <a:lnTo>
                      <a:pt x="256" y="8957"/>
                    </a:lnTo>
                    <a:cubicBezTo>
                      <a:pt x="241" y="8903"/>
                      <a:pt x="192" y="8868"/>
                      <a:pt x="138" y="8868"/>
                    </a:cubicBezTo>
                    <a:cubicBezTo>
                      <a:pt x="126" y="8868"/>
                      <a:pt x="115" y="8869"/>
                      <a:pt x="103" y="8873"/>
                    </a:cubicBezTo>
                    <a:cubicBezTo>
                      <a:pt x="37" y="8890"/>
                      <a:pt x="0" y="8958"/>
                      <a:pt x="19" y="9024"/>
                    </a:cubicBezTo>
                    <a:lnTo>
                      <a:pt x="738" y="11566"/>
                    </a:lnTo>
                    <a:lnTo>
                      <a:pt x="738" y="12528"/>
                    </a:lnTo>
                    <a:lnTo>
                      <a:pt x="738" y="13556"/>
                    </a:lnTo>
                    <a:lnTo>
                      <a:pt x="738" y="13808"/>
                    </a:lnTo>
                    <a:lnTo>
                      <a:pt x="1665" y="13808"/>
                    </a:lnTo>
                    <a:lnTo>
                      <a:pt x="1665" y="14373"/>
                    </a:lnTo>
                    <a:lnTo>
                      <a:pt x="1947" y="14373"/>
                    </a:lnTo>
                    <a:lnTo>
                      <a:pt x="1947" y="14380"/>
                    </a:lnTo>
                    <a:lnTo>
                      <a:pt x="2635" y="14380"/>
                    </a:lnTo>
                    <a:lnTo>
                      <a:pt x="2635" y="14369"/>
                    </a:lnTo>
                    <a:cubicBezTo>
                      <a:pt x="3018" y="14307"/>
                      <a:pt x="3314" y="13987"/>
                      <a:pt x="3411" y="13555"/>
                    </a:cubicBezTo>
                    <a:cubicBezTo>
                      <a:pt x="3433" y="13457"/>
                      <a:pt x="3446" y="13353"/>
                      <a:pt x="3446" y="13245"/>
                    </a:cubicBezTo>
                    <a:lnTo>
                      <a:pt x="3446" y="12527"/>
                    </a:lnTo>
                    <a:lnTo>
                      <a:pt x="3446" y="11097"/>
                    </a:lnTo>
                    <a:cubicBezTo>
                      <a:pt x="3446" y="10515"/>
                      <a:pt x="3105" y="10039"/>
                      <a:pt x="2635" y="9961"/>
                    </a:cubicBezTo>
                    <a:lnTo>
                      <a:pt x="2635" y="9948"/>
                    </a:lnTo>
                    <a:lnTo>
                      <a:pt x="1985" y="9948"/>
                    </a:lnTo>
                    <a:lnTo>
                      <a:pt x="1985" y="9942"/>
                    </a:lnTo>
                    <a:lnTo>
                      <a:pt x="1665" y="9942"/>
                    </a:lnTo>
                    <a:lnTo>
                      <a:pt x="1665" y="10506"/>
                    </a:lnTo>
                    <a:lnTo>
                      <a:pt x="1165" y="10506"/>
                    </a:lnTo>
                    <a:cubicBezTo>
                      <a:pt x="1100" y="10047"/>
                      <a:pt x="780" y="7711"/>
                      <a:pt x="731" y="6704"/>
                    </a:cubicBezTo>
                    <a:cubicBezTo>
                      <a:pt x="680" y="5690"/>
                      <a:pt x="918" y="4700"/>
                      <a:pt x="1409" y="3819"/>
                    </a:cubicBezTo>
                    <a:cubicBezTo>
                      <a:pt x="1438" y="3823"/>
                      <a:pt x="1466" y="3825"/>
                      <a:pt x="1494" y="3825"/>
                    </a:cubicBezTo>
                    <a:cubicBezTo>
                      <a:pt x="1671" y="3825"/>
                      <a:pt x="1845" y="3741"/>
                      <a:pt x="1952" y="3583"/>
                    </a:cubicBezTo>
                    <a:cubicBezTo>
                      <a:pt x="2992" y="2056"/>
                      <a:pt x="4803" y="1106"/>
                      <a:pt x="6678" y="1106"/>
                    </a:cubicBezTo>
                    <a:cubicBezTo>
                      <a:pt x="8431" y="1106"/>
                      <a:pt x="10117" y="1922"/>
                      <a:pt x="11187" y="3286"/>
                    </a:cubicBezTo>
                    <a:cubicBezTo>
                      <a:pt x="11297" y="3426"/>
                      <a:pt x="11458" y="3497"/>
                      <a:pt x="11621" y="3497"/>
                    </a:cubicBezTo>
                    <a:cubicBezTo>
                      <a:pt x="11663" y="3497"/>
                      <a:pt x="11704" y="3493"/>
                      <a:pt x="11744" y="3484"/>
                    </a:cubicBezTo>
                    <a:cubicBezTo>
                      <a:pt x="12373" y="4446"/>
                      <a:pt x="12682" y="5559"/>
                      <a:pt x="12626" y="6704"/>
                    </a:cubicBezTo>
                    <a:cubicBezTo>
                      <a:pt x="12576" y="7711"/>
                      <a:pt x="12255" y="10047"/>
                      <a:pt x="12191" y="10506"/>
                    </a:cubicBezTo>
                    <a:lnTo>
                      <a:pt x="11569" y="10506"/>
                    </a:lnTo>
                    <a:lnTo>
                      <a:pt x="11569" y="9942"/>
                    </a:lnTo>
                    <a:lnTo>
                      <a:pt x="11249" y="9942"/>
                    </a:lnTo>
                    <a:lnTo>
                      <a:pt x="11249" y="9948"/>
                    </a:lnTo>
                    <a:lnTo>
                      <a:pt x="10602" y="9948"/>
                    </a:lnTo>
                    <a:lnTo>
                      <a:pt x="10602" y="9961"/>
                    </a:lnTo>
                    <a:cubicBezTo>
                      <a:pt x="10130" y="10039"/>
                      <a:pt x="9790" y="10515"/>
                      <a:pt x="9790" y="11097"/>
                    </a:cubicBezTo>
                    <a:lnTo>
                      <a:pt x="9790" y="12526"/>
                    </a:lnTo>
                    <a:lnTo>
                      <a:pt x="9790" y="13244"/>
                    </a:lnTo>
                    <a:cubicBezTo>
                      <a:pt x="9790" y="13353"/>
                      <a:pt x="9803" y="13456"/>
                      <a:pt x="9825" y="13554"/>
                    </a:cubicBezTo>
                    <a:cubicBezTo>
                      <a:pt x="9922" y="13984"/>
                      <a:pt x="10218" y="14306"/>
                      <a:pt x="10602" y="14368"/>
                    </a:cubicBezTo>
                    <a:lnTo>
                      <a:pt x="10602" y="14379"/>
                    </a:lnTo>
                    <a:lnTo>
                      <a:pt x="11289" y="14379"/>
                    </a:lnTo>
                    <a:lnTo>
                      <a:pt x="11289" y="14371"/>
                    </a:lnTo>
                    <a:lnTo>
                      <a:pt x="11572" y="14371"/>
                    </a:lnTo>
                    <a:lnTo>
                      <a:pt x="11572" y="13807"/>
                    </a:lnTo>
                    <a:lnTo>
                      <a:pt x="12498" y="13807"/>
                    </a:lnTo>
                    <a:lnTo>
                      <a:pt x="12498" y="13555"/>
                    </a:lnTo>
                    <a:lnTo>
                      <a:pt x="12498" y="12527"/>
                    </a:lnTo>
                    <a:lnTo>
                      <a:pt x="12498" y="11733"/>
                    </a:lnTo>
                    <a:lnTo>
                      <a:pt x="13265" y="9024"/>
                    </a:lnTo>
                    <a:cubicBezTo>
                      <a:pt x="13282" y="8957"/>
                      <a:pt x="13245" y="8889"/>
                      <a:pt x="13179" y="8871"/>
                    </a:cubicBezTo>
                    <a:cubicBezTo>
                      <a:pt x="13168" y="8868"/>
                      <a:pt x="13157" y="8866"/>
                      <a:pt x="13146" y="8866"/>
                    </a:cubicBezTo>
                    <a:cubicBezTo>
                      <a:pt x="13092" y="8866"/>
                      <a:pt x="13042" y="8901"/>
                      <a:pt x="13027" y="8956"/>
                    </a:cubicBezTo>
                    <a:lnTo>
                      <a:pt x="12664" y="10236"/>
                    </a:lnTo>
                    <a:cubicBezTo>
                      <a:pt x="12775" y="9420"/>
                      <a:pt x="13013" y="7608"/>
                      <a:pt x="13056" y="6728"/>
                    </a:cubicBezTo>
                    <a:cubicBezTo>
                      <a:pt x="13118" y="5484"/>
                      <a:pt x="12780" y="4275"/>
                      <a:pt x="12095" y="3234"/>
                    </a:cubicBezTo>
                    <a:cubicBezTo>
                      <a:pt x="12211" y="3042"/>
                      <a:pt x="12205" y="2791"/>
                      <a:pt x="12058" y="2604"/>
                    </a:cubicBezTo>
                    <a:cubicBezTo>
                      <a:pt x="10778" y="974"/>
                      <a:pt x="8767" y="1"/>
                      <a:pt x="6678"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6" name="Google Shape;4256;p55"/>
              <p:cNvGrpSpPr/>
              <p:nvPr/>
            </p:nvGrpSpPr>
            <p:grpSpPr>
              <a:xfrm>
                <a:off x="-2686850" y="3696563"/>
                <a:ext cx="332050" cy="359525"/>
                <a:chOff x="-2348725" y="2237525"/>
                <a:chExt cx="332050" cy="359525"/>
              </a:xfrm>
            </p:grpSpPr>
            <p:sp>
              <p:nvSpPr>
                <p:cNvPr id="4257" name="Google Shape;4257;p55"/>
                <p:cNvSpPr/>
                <p:nvPr/>
              </p:nvSpPr>
              <p:spPr>
                <a:xfrm>
                  <a:off x="-2343200" y="2245975"/>
                  <a:ext cx="322925" cy="262375"/>
                </a:xfrm>
                <a:custGeom>
                  <a:rect b="b" l="l" r="r" t="t"/>
                  <a:pathLst>
                    <a:path extrusionOk="0" h="10495" w="12917">
                      <a:moveTo>
                        <a:pt x="6459" y="0"/>
                      </a:moveTo>
                      <a:cubicBezTo>
                        <a:pt x="4680" y="0"/>
                        <a:pt x="2959" y="736"/>
                        <a:pt x="1736" y="2022"/>
                      </a:cubicBezTo>
                      <a:cubicBezTo>
                        <a:pt x="588" y="3226"/>
                        <a:pt x="0" y="4778"/>
                        <a:pt x="79" y="6389"/>
                      </a:cubicBezTo>
                      <a:cubicBezTo>
                        <a:pt x="135" y="7520"/>
                        <a:pt x="513" y="10195"/>
                        <a:pt x="528" y="10309"/>
                      </a:cubicBezTo>
                      <a:cubicBezTo>
                        <a:pt x="544" y="10417"/>
                        <a:pt x="636" y="10494"/>
                        <a:pt x="742" y="10494"/>
                      </a:cubicBezTo>
                      <a:cubicBezTo>
                        <a:pt x="752" y="10494"/>
                        <a:pt x="761" y="10494"/>
                        <a:pt x="773" y="10491"/>
                      </a:cubicBezTo>
                      <a:cubicBezTo>
                        <a:pt x="890" y="10475"/>
                        <a:pt x="972" y="10365"/>
                        <a:pt x="956" y="10248"/>
                      </a:cubicBezTo>
                      <a:cubicBezTo>
                        <a:pt x="952" y="10221"/>
                        <a:pt x="567" y="7479"/>
                        <a:pt x="511" y="6368"/>
                      </a:cubicBezTo>
                      <a:cubicBezTo>
                        <a:pt x="438" y="4875"/>
                        <a:pt x="982" y="3437"/>
                        <a:pt x="2049" y="2318"/>
                      </a:cubicBezTo>
                      <a:cubicBezTo>
                        <a:pt x="3190" y="1119"/>
                        <a:pt x="4798" y="430"/>
                        <a:pt x="6459" y="430"/>
                      </a:cubicBezTo>
                      <a:cubicBezTo>
                        <a:pt x="8120" y="430"/>
                        <a:pt x="9728" y="1119"/>
                        <a:pt x="10869" y="2318"/>
                      </a:cubicBezTo>
                      <a:cubicBezTo>
                        <a:pt x="11935" y="3437"/>
                        <a:pt x="12481" y="4875"/>
                        <a:pt x="12407" y="6368"/>
                      </a:cubicBezTo>
                      <a:cubicBezTo>
                        <a:pt x="12353" y="7479"/>
                        <a:pt x="11966" y="10221"/>
                        <a:pt x="11962" y="10248"/>
                      </a:cubicBezTo>
                      <a:cubicBezTo>
                        <a:pt x="11945" y="10367"/>
                        <a:pt x="12028" y="10475"/>
                        <a:pt x="12146" y="10491"/>
                      </a:cubicBezTo>
                      <a:cubicBezTo>
                        <a:pt x="12156" y="10493"/>
                        <a:pt x="12166" y="10493"/>
                        <a:pt x="12176" y="10493"/>
                      </a:cubicBezTo>
                      <a:cubicBezTo>
                        <a:pt x="12282" y="10493"/>
                        <a:pt x="12374" y="10415"/>
                        <a:pt x="12389" y="10309"/>
                      </a:cubicBezTo>
                      <a:cubicBezTo>
                        <a:pt x="12405" y="10195"/>
                        <a:pt x="12782" y="7520"/>
                        <a:pt x="12838" y="6389"/>
                      </a:cubicBezTo>
                      <a:cubicBezTo>
                        <a:pt x="12916" y="4778"/>
                        <a:pt x="12328" y="3226"/>
                        <a:pt x="11182" y="2022"/>
                      </a:cubicBezTo>
                      <a:cubicBezTo>
                        <a:pt x="9959" y="737"/>
                        <a:pt x="8237"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5"/>
                <p:cNvSpPr/>
                <p:nvPr/>
              </p:nvSpPr>
              <p:spPr>
                <a:xfrm>
                  <a:off x="-2327125" y="2237525"/>
                  <a:ext cx="284600" cy="95700"/>
                </a:xfrm>
                <a:custGeom>
                  <a:rect b="b" l="l" r="r" t="t"/>
                  <a:pathLst>
                    <a:path extrusionOk="0" h="3828" w="11384">
                      <a:moveTo>
                        <a:pt x="5815" y="1"/>
                      </a:moveTo>
                      <a:cubicBezTo>
                        <a:pt x="3578" y="1"/>
                        <a:pt x="1417" y="1136"/>
                        <a:pt x="173" y="2964"/>
                      </a:cubicBezTo>
                      <a:cubicBezTo>
                        <a:pt x="1" y="3216"/>
                        <a:pt x="66" y="3560"/>
                        <a:pt x="319" y="3732"/>
                      </a:cubicBezTo>
                      <a:cubicBezTo>
                        <a:pt x="415" y="3796"/>
                        <a:pt x="523" y="3827"/>
                        <a:pt x="630" y="3827"/>
                      </a:cubicBezTo>
                      <a:cubicBezTo>
                        <a:pt x="807" y="3827"/>
                        <a:pt x="981" y="3743"/>
                        <a:pt x="1088" y="3585"/>
                      </a:cubicBezTo>
                      <a:cubicBezTo>
                        <a:pt x="2128" y="2057"/>
                        <a:pt x="3939" y="1108"/>
                        <a:pt x="5814" y="1108"/>
                      </a:cubicBezTo>
                      <a:cubicBezTo>
                        <a:pt x="7567" y="1108"/>
                        <a:pt x="9251" y="1923"/>
                        <a:pt x="10323" y="3289"/>
                      </a:cubicBezTo>
                      <a:cubicBezTo>
                        <a:pt x="10433" y="3428"/>
                        <a:pt x="10595" y="3500"/>
                        <a:pt x="10760" y="3500"/>
                      </a:cubicBezTo>
                      <a:cubicBezTo>
                        <a:pt x="10879" y="3500"/>
                        <a:pt x="11000" y="3462"/>
                        <a:pt x="11101" y="3382"/>
                      </a:cubicBezTo>
                      <a:cubicBezTo>
                        <a:pt x="11343" y="3193"/>
                        <a:pt x="11384" y="2845"/>
                        <a:pt x="11195" y="2604"/>
                      </a:cubicBezTo>
                      <a:cubicBezTo>
                        <a:pt x="9915" y="974"/>
                        <a:pt x="7904" y="1"/>
                        <a:pt x="58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5"/>
                <p:cNvSpPr/>
                <p:nvPr/>
              </p:nvSpPr>
              <p:spPr>
                <a:xfrm>
                  <a:off x="-2083125" y="2486225"/>
                  <a:ext cx="4050" cy="450"/>
                </a:xfrm>
                <a:custGeom>
                  <a:rect b="b" l="l" r="r" t="t"/>
                  <a:pathLst>
                    <a:path extrusionOk="0" h="18" w="162">
                      <a:moveTo>
                        <a:pt x="1" y="0"/>
                      </a:moveTo>
                      <a:lnTo>
                        <a:pt x="1" y="18"/>
                      </a:lnTo>
                      <a:cubicBezTo>
                        <a:pt x="53" y="7"/>
                        <a:pt x="107" y="0"/>
                        <a:pt x="162" y="0"/>
                      </a:cubicBezTo>
                      <a:close/>
                    </a:path>
                  </a:pathLst>
                </a:custGeom>
                <a:solidFill>
                  <a:srgbClr val="E61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5"/>
                <p:cNvSpPr/>
                <p:nvPr/>
              </p:nvSpPr>
              <p:spPr>
                <a:xfrm>
                  <a:off x="-2330250" y="2550650"/>
                  <a:ext cx="23150" cy="32050"/>
                </a:xfrm>
                <a:custGeom>
                  <a:rect b="b" l="l" r="r" t="t"/>
                  <a:pathLst>
                    <a:path extrusionOk="0" h="1282" w="926">
                      <a:moveTo>
                        <a:pt x="0" y="1"/>
                      </a:moveTo>
                      <a:lnTo>
                        <a:pt x="0" y="1030"/>
                      </a:lnTo>
                      <a:lnTo>
                        <a:pt x="0"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5"/>
                <p:cNvSpPr/>
                <p:nvPr/>
              </p:nvSpPr>
              <p:spPr>
                <a:xfrm>
                  <a:off x="-2307125" y="2550650"/>
                  <a:ext cx="7075" cy="46200"/>
                </a:xfrm>
                <a:custGeom>
                  <a:rect b="b" l="l" r="r" t="t"/>
                  <a:pathLst>
                    <a:path extrusionOk="0" h="1848" w="283">
                      <a:moveTo>
                        <a:pt x="1" y="1"/>
                      </a:moveTo>
                      <a:lnTo>
                        <a:pt x="1" y="1030"/>
                      </a:lnTo>
                      <a:lnTo>
                        <a:pt x="1" y="1282"/>
                      </a:lnTo>
                      <a:lnTo>
                        <a:pt x="1" y="1847"/>
                      </a:lnTo>
                      <a:lnTo>
                        <a:pt x="283" y="1847"/>
                      </a:lnTo>
                      <a:lnTo>
                        <a:pt x="283" y="1030"/>
                      </a:lnTo>
                      <a:lnTo>
                        <a:pt x="283" y="1"/>
                      </a:lnTo>
                      <a:close/>
                    </a:path>
                  </a:pathLst>
                </a:custGeom>
                <a:solidFill>
                  <a:srgbClr val="B20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5"/>
                <p:cNvSpPr/>
                <p:nvPr/>
              </p:nvSpPr>
              <p:spPr>
                <a:xfrm>
                  <a:off x="-2282875" y="2486550"/>
                  <a:ext cx="20300" cy="110225"/>
                </a:xfrm>
                <a:custGeom>
                  <a:rect b="b" l="l" r="r" t="t"/>
                  <a:pathLst>
                    <a:path extrusionOk="0" h="4409" w="812">
                      <a:moveTo>
                        <a:pt x="1" y="0"/>
                      </a:moveTo>
                      <a:lnTo>
                        <a:pt x="1" y="2566"/>
                      </a:lnTo>
                      <a:lnTo>
                        <a:pt x="1" y="3594"/>
                      </a:lnTo>
                      <a:lnTo>
                        <a:pt x="1" y="4408"/>
                      </a:lnTo>
                      <a:cubicBezTo>
                        <a:pt x="384" y="4346"/>
                        <a:pt x="680" y="4026"/>
                        <a:pt x="777" y="3594"/>
                      </a:cubicBezTo>
                      <a:cubicBezTo>
                        <a:pt x="799" y="3496"/>
                        <a:pt x="812" y="3392"/>
                        <a:pt x="812" y="3284"/>
                      </a:cubicBezTo>
                      <a:lnTo>
                        <a:pt x="812" y="2566"/>
                      </a:lnTo>
                      <a:lnTo>
                        <a:pt x="812" y="1137"/>
                      </a:lnTo>
                      <a:cubicBezTo>
                        <a:pt x="812" y="554"/>
                        <a:pt x="471" y="7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5"/>
                <p:cNvSpPr/>
                <p:nvPr/>
              </p:nvSpPr>
              <p:spPr>
                <a:xfrm>
                  <a:off x="-2330250" y="2500225"/>
                  <a:ext cx="23150" cy="82475"/>
                </a:xfrm>
                <a:custGeom>
                  <a:rect b="b" l="l" r="r" t="t"/>
                  <a:pathLst>
                    <a:path extrusionOk="0" h="3299" w="926">
                      <a:moveTo>
                        <a:pt x="0" y="0"/>
                      </a:moveTo>
                      <a:lnTo>
                        <a:pt x="0" y="2018"/>
                      </a:lnTo>
                      <a:lnTo>
                        <a:pt x="0" y="3047"/>
                      </a:lnTo>
                      <a:lnTo>
                        <a:pt x="0"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5"/>
                <p:cNvSpPr/>
                <p:nvPr/>
              </p:nvSpPr>
              <p:spPr>
                <a:xfrm>
                  <a:off x="-2307125" y="2486050"/>
                  <a:ext cx="8025" cy="110800"/>
                </a:xfrm>
                <a:custGeom>
                  <a:rect b="b" l="l" r="r" t="t"/>
                  <a:pathLst>
                    <a:path extrusionOk="0" h="4432" w="321">
                      <a:moveTo>
                        <a:pt x="1" y="1"/>
                      </a:moveTo>
                      <a:lnTo>
                        <a:pt x="1" y="567"/>
                      </a:lnTo>
                      <a:lnTo>
                        <a:pt x="1" y="2585"/>
                      </a:lnTo>
                      <a:lnTo>
                        <a:pt x="1" y="3614"/>
                      </a:lnTo>
                      <a:lnTo>
                        <a:pt x="1" y="3866"/>
                      </a:lnTo>
                      <a:lnTo>
                        <a:pt x="1" y="4431"/>
                      </a:lnTo>
                      <a:lnTo>
                        <a:pt x="283" y="4431"/>
                      </a:lnTo>
                      <a:lnTo>
                        <a:pt x="283" y="3614"/>
                      </a:lnTo>
                      <a:lnTo>
                        <a:pt x="283" y="2585"/>
                      </a:lnTo>
                      <a:lnTo>
                        <a:pt x="283" y="7"/>
                      </a:lnTo>
                      <a:lnTo>
                        <a:pt x="321" y="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5"/>
                <p:cNvSpPr/>
                <p:nvPr/>
              </p:nvSpPr>
              <p:spPr>
                <a:xfrm>
                  <a:off x="-2300075" y="2486225"/>
                  <a:ext cx="17225" cy="110825"/>
                </a:xfrm>
                <a:custGeom>
                  <a:rect b="b" l="l" r="r" t="t"/>
                  <a:pathLst>
                    <a:path extrusionOk="0" h="4433" w="689">
                      <a:moveTo>
                        <a:pt x="1" y="0"/>
                      </a:moveTo>
                      <a:lnTo>
                        <a:pt x="1" y="2578"/>
                      </a:lnTo>
                      <a:lnTo>
                        <a:pt x="1" y="3607"/>
                      </a:lnTo>
                      <a:lnTo>
                        <a:pt x="1" y="4424"/>
                      </a:lnTo>
                      <a:lnTo>
                        <a:pt x="1" y="4432"/>
                      </a:lnTo>
                      <a:lnTo>
                        <a:pt x="689" y="4432"/>
                      </a:lnTo>
                      <a:lnTo>
                        <a:pt x="689" y="4420"/>
                      </a:lnTo>
                      <a:lnTo>
                        <a:pt x="689" y="3607"/>
                      </a:lnTo>
                      <a:lnTo>
                        <a:pt x="689" y="2578"/>
                      </a:lnTo>
                      <a:lnTo>
                        <a:pt x="689" y="13"/>
                      </a:lnTo>
                      <a:lnTo>
                        <a:pt x="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5"/>
                <p:cNvSpPr/>
                <p:nvPr/>
              </p:nvSpPr>
              <p:spPr>
                <a:xfrm>
                  <a:off x="-2059450" y="2550650"/>
                  <a:ext cx="23150" cy="32050"/>
                </a:xfrm>
                <a:custGeom>
                  <a:rect b="b" l="l" r="r" t="t"/>
                  <a:pathLst>
                    <a:path extrusionOk="0" h="1282" w="926">
                      <a:moveTo>
                        <a:pt x="1" y="1"/>
                      </a:moveTo>
                      <a:lnTo>
                        <a:pt x="1" y="1030"/>
                      </a:lnTo>
                      <a:lnTo>
                        <a:pt x="1"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5"/>
                <p:cNvSpPr/>
                <p:nvPr/>
              </p:nvSpPr>
              <p:spPr>
                <a:xfrm>
                  <a:off x="-2104000" y="2486525"/>
                  <a:ext cx="20325" cy="110225"/>
                </a:xfrm>
                <a:custGeom>
                  <a:rect b="b" l="l" r="r" t="t"/>
                  <a:pathLst>
                    <a:path extrusionOk="0" h="4409" w="813">
                      <a:moveTo>
                        <a:pt x="813" y="0"/>
                      </a:moveTo>
                      <a:cubicBezTo>
                        <a:pt x="341" y="79"/>
                        <a:pt x="1" y="555"/>
                        <a:pt x="1" y="1137"/>
                      </a:cubicBezTo>
                      <a:lnTo>
                        <a:pt x="1" y="2566"/>
                      </a:lnTo>
                      <a:lnTo>
                        <a:pt x="1" y="3284"/>
                      </a:lnTo>
                      <a:cubicBezTo>
                        <a:pt x="1" y="3393"/>
                        <a:pt x="14" y="3496"/>
                        <a:pt x="36" y="3594"/>
                      </a:cubicBezTo>
                      <a:cubicBezTo>
                        <a:pt x="133" y="4024"/>
                        <a:pt x="429" y="4346"/>
                        <a:pt x="813" y="4408"/>
                      </a:cubicBezTo>
                      <a:lnTo>
                        <a:pt x="813" y="3594"/>
                      </a:lnTo>
                      <a:lnTo>
                        <a:pt x="813" y="2566"/>
                      </a:lnTo>
                      <a:lnTo>
                        <a:pt x="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5"/>
                <p:cNvSpPr/>
                <p:nvPr/>
              </p:nvSpPr>
              <p:spPr>
                <a:xfrm>
                  <a:off x="-2059450" y="2500225"/>
                  <a:ext cx="23150" cy="82475"/>
                </a:xfrm>
                <a:custGeom>
                  <a:rect b="b" l="l" r="r" t="t"/>
                  <a:pathLst>
                    <a:path extrusionOk="0" h="3299" w="926">
                      <a:moveTo>
                        <a:pt x="1" y="0"/>
                      </a:moveTo>
                      <a:lnTo>
                        <a:pt x="1" y="2018"/>
                      </a:lnTo>
                      <a:lnTo>
                        <a:pt x="1" y="3047"/>
                      </a:lnTo>
                      <a:lnTo>
                        <a:pt x="1"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5"/>
                <p:cNvSpPr/>
                <p:nvPr/>
              </p:nvSpPr>
              <p:spPr>
                <a:xfrm>
                  <a:off x="-2067450" y="2486050"/>
                  <a:ext cx="8025" cy="110800"/>
                </a:xfrm>
                <a:custGeom>
                  <a:rect b="b" l="l" r="r" t="t"/>
                  <a:pathLst>
                    <a:path extrusionOk="0" h="4432" w="321">
                      <a:moveTo>
                        <a:pt x="1" y="1"/>
                      </a:moveTo>
                      <a:lnTo>
                        <a:pt x="1" y="7"/>
                      </a:lnTo>
                      <a:lnTo>
                        <a:pt x="37" y="7"/>
                      </a:lnTo>
                      <a:lnTo>
                        <a:pt x="37" y="2585"/>
                      </a:lnTo>
                      <a:lnTo>
                        <a:pt x="37" y="3614"/>
                      </a:lnTo>
                      <a:lnTo>
                        <a:pt x="37" y="4431"/>
                      </a:lnTo>
                      <a:lnTo>
                        <a:pt x="321" y="4431"/>
                      </a:lnTo>
                      <a:lnTo>
                        <a:pt x="321" y="3866"/>
                      </a:lnTo>
                      <a:lnTo>
                        <a:pt x="321" y="3614"/>
                      </a:lnTo>
                      <a:lnTo>
                        <a:pt x="321" y="2585"/>
                      </a:lnTo>
                      <a:lnTo>
                        <a:pt x="321" y="56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5"/>
                <p:cNvSpPr/>
                <p:nvPr/>
              </p:nvSpPr>
              <p:spPr>
                <a:xfrm>
                  <a:off x="-2083700" y="2486225"/>
                  <a:ext cx="17200" cy="110825"/>
                </a:xfrm>
                <a:custGeom>
                  <a:rect b="b" l="l" r="r" t="t"/>
                  <a:pathLst>
                    <a:path extrusionOk="0" h="4433" w="688">
                      <a:moveTo>
                        <a:pt x="1" y="0"/>
                      </a:moveTo>
                      <a:lnTo>
                        <a:pt x="1" y="13"/>
                      </a:lnTo>
                      <a:lnTo>
                        <a:pt x="1" y="2578"/>
                      </a:lnTo>
                      <a:lnTo>
                        <a:pt x="1" y="3607"/>
                      </a:lnTo>
                      <a:lnTo>
                        <a:pt x="1" y="4420"/>
                      </a:lnTo>
                      <a:lnTo>
                        <a:pt x="1" y="4432"/>
                      </a:lnTo>
                      <a:lnTo>
                        <a:pt x="687" y="4432"/>
                      </a:lnTo>
                      <a:lnTo>
                        <a:pt x="687" y="4424"/>
                      </a:lnTo>
                      <a:lnTo>
                        <a:pt x="687" y="3607"/>
                      </a:lnTo>
                      <a:lnTo>
                        <a:pt x="687" y="2578"/>
                      </a:lnTo>
                      <a:lnTo>
                        <a:pt x="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5"/>
                <p:cNvSpPr/>
                <p:nvPr/>
              </p:nvSpPr>
              <p:spPr>
                <a:xfrm>
                  <a:off x="-2047700" y="2459150"/>
                  <a:ext cx="31025" cy="91650"/>
                </a:xfrm>
                <a:custGeom>
                  <a:rect b="b" l="l" r="r" t="t"/>
                  <a:pathLst>
                    <a:path extrusionOk="0" h="3666" w="1241">
                      <a:moveTo>
                        <a:pt x="1105" y="0"/>
                      </a:moveTo>
                      <a:cubicBezTo>
                        <a:pt x="1050" y="0"/>
                        <a:pt x="1001" y="35"/>
                        <a:pt x="986" y="90"/>
                      </a:cubicBezTo>
                      <a:lnTo>
                        <a:pt x="18" y="3507"/>
                      </a:lnTo>
                      <a:cubicBezTo>
                        <a:pt x="0" y="3573"/>
                        <a:pt x="38" y="3641"/>
                        <a:pt x="104" y="3660"/>
                      </a:cubicBezTo>
                      <a:cubicBezTo>
                        <a:pt x="115" y="3663"/>
                        <a:pt x="125" y="3665"/>
                        <a:pt x="137" y="3665"/>
                      </a:cubicBezTo>
                      <a:cubicBezTo>
                        <a:pt x="191" y="3665"/>
                        <a:pt x="240" y="3629"/>
                        <a:pt x="255" y="3574"/>
                      </a:cubicBezTo>
                      <a:lnTo>
                        <a:pt x="1223" y="157"/>
                      </a:lnTo>
                      <a:cubicBezTo>
                        <a:pt x="1241" y="91"/>
                        <a:pt x="1204" y="23"/>
                        <a:pt x="1138" y="5"/>
                      </a:cubicBezTo>
                      <a:cubicBezTo>
                        <a:pt x="1127" y="2"/>
                        <a:pt x="1116" y="0"/>
                        <a:pt x="1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5"/>
                <p:cNvSpPr/>
                <p:nvPr/>
              </p:nvSpPr>
              <p:spPr>
                <a:xfrm>
                  <a:off x="-2348725" y="2459175"/>
                  <a:ext cx="31050" cy="91625"/>
                </a:xfrm>
                <a:custGeom>
                  <a:rect b="b" l="l" r="r" t="t"/>
                  <a:pathLst>
                    <a:path extrusionOk="0" h="3665" w="1242">
                      <a:moveTo>
                        <a:pt x="138" y="1"/>
                      </a:moveTo>
                      <a:cubicBezTo>
                        <a:pt x="126" y="1"/>
                        <a:pt x="115" y="2"/>
                        <a:pt x="103" y="6"/>
                      </a:cubicBezTo>
                      <a:cubicBezTo>
                        <a:pt x="37" y="24"/>
                        <a:pt x="0" y="91"/>
                        <a:pt x="19" y="157"/>
                      </a:cubicBezTo>
                      <a:lnTo>
                        <a:pt x="986" y="3574"/>
                      </a:lnTo>
                      <a:cubicBezTo>
                        <a:pt x="1001" y="3629"/>
                        <a:pt x="1051" y="3664"/>
                        <a:pt x="1104" y="3664"/>
                      </a:cubicBezTo>
                      <a:cubicBezTo>
                        <a:pt x="1116" y="3664"/>
                        <a:pt x="1128" y="3661"/>
                        <a:pt x="1138" y="3660"/>
                      </a:cubicBezTo>
                      <a:cubicBezTo>
                        <a:pt x="1203" y="3640"/>
                        <a:pt x="1242" y="3573"/>
                        <a:pt x="1223" y="3507"/>
                      </a:cubicBezTo>
                      <a:lnTo>
                        <a:pt x="256" y="90"/>
                      </a:lnTo>
                      <a:cubicBezTo>
                        <a:pt x="240" y="36"/>
                        <a:pt x="191" y="1"/>
                        <a:pt x="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3" name="Google Shape;4273;p55"/>
            <p:cNvGrpSpPr/>
            <p:nvPr/>
          </p:nvGrpSpPr>
          <p:grpSpPr>
            <a:xfrm>
              <a:off x="32153" y="63420"/>
              <a:ext cx="311019" cy="311110"/>
              <a:chOff x="5038846" y="235350"/>
              <a:chExt cx="158691" cy="158738"/>
            </a:xfrm>
          </p:grpSpPr>
          <p:sp>
            <p:nvSpPr>
              <p:cNvPr id="4274" name="Google Shape;4274;p55"/>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5"/>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6" name="Google Shape;4276;p55"/>
            <p:cNvGrpSpPr/>
            <p:nvPr/>
          </p:nvGrpSpPr>
          <p:grpSpPr>
            <a:xfrm>
              <a:off x="8702778" y="3886495"/>
              <a:ext cx="311019" cy="311110"/>
              <a:chOff x="5038846" y="235350"/>
              <a:chExt cx="158691" cy="158738"/>
            </a:xfrm>
          </p:grpSpPr>
          <p:sp>
            <p:nvSpPr>
              <p:cNvPr id="4277" name="Google Shape;4277;p55"/>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5"/>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9" name="Google Shape;4279;p55"/>
            <p:cNvGrpSpPr/>
            <p:nvPr/>
          </p:nvGrpSpPr>
          <p:grpSpPr>
            <a:xfrm>
              <a:off x="128540" y="4418485"/>
              <a:ext cx="261189" cy="248344"/>
              <a:chOff x="5164484" y="526738"/>
              <a:chExt cx="133266" cy="126713"/>
            </a:xfrm>
          </p:grpSpPr>
          <p:sp>
            <p:nvSpPr>
              <p:cNvPr id="4280" name="Google Shape;4280;p55"/>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5"/>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4282" name="Shape 4282"/>
        <p:cNvGrpSpPr/>
        <p:nvPr/>
      </p:nvGrpSpPr>
      <p:grpSpPr>
        <a:xfrm>
          <a:off x="0" y="0"/>
          <a:ext cx="0" cy="0"/>
          <a:chOff x="0" y="0"/>
          <a:chExt cx="0" cy="0"/>
        </a:xfrm>
      </p:grpSpPr>
      <p:sp>
        <p:nvSpPr>
          <p:cNvPr id="4283" name="Google Shape;4283;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4284" name="Google Shape;4284;p56"/>
          <p:cNvSpPr txBox="1"/>
          <p:nvPr>
            <p:ph idx="1" type="subTitle"/>
          </p:nvPr>
        </p:nvSpPr>
        <p:spPr>
          <a:xfrm>
            <a:off x="720151" y="3534451"/>
            <a:ext cx="2400300" cy="731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285" name="Google Shape;4285;p56"/>
          <p:cNvSpPr txBox="1"/>
          <p:nvPr>
            <p:ph idx="2" type="subTitle"/>
          </p:nvPr>
        </p:nvSpPr>
        <p:spPr>
          <a:xfrm>
            <a:off x="3371932" y="2772451"/>
            <a:ext cx="2400300" cy="731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286" name="Google Shape;4286;p56"/>
          <p:cNvSpPr txBox="1"/>
          <p:nvPr>
            <p:ph idx="3" type="subTitle"/>
          </p:nvPr>
        </p:nvSpPr>
        <p:spPr>
          <a:xfrm>
            <a:off x="6023696" y="3534451"/>
            <a:ext cx="2400300" cy="731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287" name="Google Shape;4287;p56"/>
          <p:cNvSpPr txBox="1"/>
          <p:nvPr>
            <p:ph idx="4" type="subTitle"/>
          </p:nvPr>
        </p:nvSpPr>
        <p:spPr>
          <a:xfrm>
            <a:off x="720150" y="3229650"/>
            <a:ext cx="24003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288" name="Google Shape;4288;p56"/>
          <p:cNvSpPr txBox="1"/>
          <p:nvPr>
            <p:ph idx="5" type="subTitle"/>
          </p:nvPr>
        </p:nvSpPr>
        <p:spPr>
          <a:xfrm>
            <a:off x="3371936" y="2467650"/>
            <a:ext cx="24003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289" name="Google Shape;4289;p56"/>
          <p:cNvSpPr txBox="1"/>
          <p:nvPr>
            <p:ph idx="6" type="subTitle"/>
          </p:nvPr>
        </p:nvSpPr>
        <p:spPr>
          <a:xfrm>
            <a:off x="6023696" y="3229650"/>
            <a:ext cx="24003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4290" name="Google Shape;4290;p56"/>
          <p:cNvGrpSpPr/>
          <p:nvPr/>
        </p:nvGrpSpPr>
        <p:grpSpPr>
          <a:xfrm>
            <a:off x="108456" y="77995"/>
            <a:ext cx="9003474" cy="5004858"/>
            <a:chOff x="108456" y="77995"/>
            <a:chExt cx="9003474" cy="5004858"/>
          </a:xfrm>
        </p:grpSpPr>
        <p:grpSp>
          <p:nvGrpSpPr>
            <p:cNvPr id="4291" name="Google Shape;4291;p56"/>
            <p:cNvGrpSpPr/>
            <p:nvPr/>
          </p:nvGrpSpPr>
          <p:grpSpPr>
            <a:xfrm rot="-5400000">
              <a:off x="8489465" y="77975"/>
              <a:ext cx="493780" cy="493821"/>
              <a:chOff x="4431534" y="492938"/>
              <a:chExt cx="251941" cy="251963"/>
            </a:xfrm>
          </p:grpSpPr>
          <p:sp>
            <p:nvSpPr>
              <p:cNvPr id="4292" name="Google Shape;4292;p56"/>
              <p:cNvSpPr/>
              <p:nvPr/>
            </p:nvSpPr>
            <p:spPr>
              <a:xfrm>
                <a:off x="4431534" y="492938"/>
                <a:ext cx="250600" cy="250550"/>
              </a:xfrm>
              <a:custGeom>
                <a:rect b="b" l="l" r="r" t="t"/>
                <a:pathLst>
                  <a:path extrusionOk="0" h="10022" w="10024">
                    <a:moveTo>
                      <a:pt x="1" y="0"/>
                    </a:moveTo>
                    <a:lnTo>
                      <a:pt x="1" y="6630"/>
                    </a:lnTo>
                    <a:lnTo>
                      <a:pt x="1" y="6785"/>
                    </a:lnTo>
                    <a:lnTo>
                      <a:pt x="5" y="6785"/>
                    </a:lnTo>
                    <a:cubicBezTo>
                      <a:pt x="87" y="8586"/>
                      <a:pt x="1572" y="10022"/>
                      <a:pt x="3394" y="10022"/>
                    </a:cubicBezTo>
                    <a:cubicBezTo>
                      <a:pt x="5216" y="10022"/>
                      <a:pt x="6702" y="8585"/>
                      <a:pt x="6783" y="6781"/>
                    </a:cubicBezTo>
                    <a:cubicBezTo>
                      <a:pt x="8586" y="6702"/>
                      <a:pt x="10023" y="5216"/>
                      <a:pt x="10023" y="3392"/>
                    </a:cubicBezTo>
                    <a:cubicBezTo>
                      <a:pt x="10023" y="1571"/>
                      <a:pt x="8587" y="85"/>
                      <a:pt x="6786" y="4"/>
                    </a:cubicBezTo>
                    <a:lnTo>
                      <a:pt x="6786" y="0"/>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6"/>
              <p:cNvSpPr/>
              <p:nvPr/>
            </p:nvSpPr>
            <p:spPr>
              <a:xfrm>
                <a:off x="4432925" y="494325"/>
                <a:ext cx="250550" cy="250575"/>
              </a:xfrm>
              <a:custGeom>
                <a:rect b="b" l="l" r="r" t="t"/>
                <a:pathLst>
                  <a:path extrusionOk="0" h="10023" w="10022">
                    <a:moveTo>
                      <a:pt x="0" y="1"/>
                    </a:moveTo>
                    <a:lnTo>
                      <a:pt x="0" y="6629"/>
                    </a:lnTo>
                    <a:lnTo>
                      <a:pt x="0" y="6785"/>
                    </a:lnTo>
                    <a:lnTo>
                      <a:pt x="4" y="6785"/>
                    </a:lnTo>
                    <a:lnTo>
                      <a:pt x="4" y="6786"/>
                    </a:lnTo>
                    <a:cubicBezTo>
                      <a:pt x="86" y="8587"/>
                      <a:pt x="1572" y="10023"/>
                      <a:pt x="3393" y="10023"/>
                    </a:cubicBezTo>
                    <a:cubicBezTo>
                      <a:pt x="5216" y="10023"/>
                      <a:pt x="6702" y="8585"/>
                      <a:pt x="6781" y="6782"/>
                    </a:cubicBezTo>
                    <a:cubicBezTo>
                      <a:pt x="8585" y="6702"/>
                      <a:pt x="10022" y="5216"/>
                      <a:pt x="10022" y="3393"/>
                    </a:cubicBezTo>
                    <a:cubicBezTo>
                      <a:pt x="10022" y="1572"/>
                      <a:pt x="8586" y="86"/>
                      <a:pt x="6785" y="4"/>
                    </a:cubicBezTo>
                    <a:lnTo>
                      <a:pt x="678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6"/>
              <p:cNvSpPr/>
              <p:nvPr/>
            </p:nvSpPr>
            <p:spPr>
              <a:xfrm>
                <a:off x="4479625" y="541000"/>
                <a:ext cx="157200" cy="157225"/>
              </a:xfrm>
              <a:custGeom>
                <a:rect b="b" l="l" r="r" t="t"/>
                <a:pathLst>
                  <a:path extrusionOk="0" h="6289" w="6288">
                    <a:moveTo>
                      <a:pt x="0" y="1"/>
                    </a:moveTo>
                    <a:lnTo>
                      <a:pt x="0" y="4789"/>
                    </a:lnTo>
                    <a:lnTo>
                      <a:pt x="3" y="4835"/>
                    </a:lnTo>
                    <a:cubicBezTo>
                      <a:pt x="40" y="5650"/>
                      <a:pt x="710" y="6289"/>
                      <a:pt x="1526" y="6289"/>
                    </a:cubicBezTo>
                    <a:cubicBezTo>
                      <a:pt x="2346" y="6289"/>
                      <a:pt x="3013" y="5650"/>
                      <a:pt x="3050" y="4834"/>
                    </a:cubicBezTo>
                    <a:lnTo>
                      <a:pt x="3125" y="3126"/>
                    </a:lnTo>
                    <a:lnTo>
                      <a:pt x="4833" y="3050"/>
                    </a:lnTo>
                    <a:cubicBezTo>
                      <a:pt x="5648" y="3014"/>
                      <a:pt x="6288" y="2345"/>
                      <a:pt x="6288" y="1527"/>
                    </a:cubicBezTo>
                    <a:cubicBezTo>
                      <a:pt x="6288" y="710"/>
                      <a:pt x="5649" y="41"/>
                      <a:pt x="4834" y="4"/>
                    </a:cubicBezTo>
                    <a:lnTo>
                      <a:pt x="47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6"/>
              <p:cNvSpPr/>
              <p:nvPr/>
            </p:nvSpPr>
            <p:spPr>
              <a:xfrm>
                <a:off x="4495100" y="556600"/>
                <a:ext cx="126125" cy="126125"/>
              </a:xfrm>
              <a:custGeom>
                <a:rect b="b" l="l" r="r" t="t"/>
                <a:pathLst>
                  <a:path extrusionOk="0" h="5045" w="5045">
                    <a:moveTo>
                      <a:pt x="4155" y="0"/>
                    </a:moveTo>
                    <a:lnTo>
                      <a:pt x="4155" y="3"/>
                    </a:lnTo>
                    <a:lnTo>
                      <a:pt x="0" y="3"/>
                    </a:lnTo>
                    <a:lnTo>
                      <a:pt x="0" y="4154"/>
                    </a:lnTo>
                    <a:lnTo>
                      <a:pt x="1" y="4185"/>
                    </a:lnTo>
                    <a:cubicBezTo>
                      <a:pt x="24" y="4667"/>
                      <a:pt x="419" y="5044"/>
                      <a:pt x="903" y="5044"/>
                    </a:cubicBezTo>
                    <a:cubicBezTo>
                      <a:pt x="1388" y="5044"/>
                      <a:pt x="1785" y="4667"/>
                      <a:pt x="1805" y="4184"/>
                    </a:cubicBezTo>
                    <a:lnTo>
                      <a:pt x="1905" y="1906"/>
                    </a:lnTo>
                    <a:lnTo>
                      <a:pt x="4184" y="1805"/>
                    </a:lnTo>
                    <a:cubicBezTo>
                      <a:pt x="4666" y="1783"/>
                      <a:pt x="5045" y="1387"/>
                      <a:pt x="5045" y="903"/>
                    </a:cubicBezTo>
                    <a:cubicBezTo>
                      <a:pt x="5045" y="420"/>
                      <a:pt x="4668" y="24"/>
                      <a:pt x="4184" y="2"/>
                    </a:cubicBezTo>
                    <a:lnTo>
                      <a:pt x="41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6" name="Google Shape;4296;p56"/>
            <p:cNvGrpSpPr/>
            <p:nvPr/>
          </p:nvGrpSpPr>
          <p:grpSpPr>
            <a:xfrm>
              <a:off x="8611370" y="745547"/>
              <a:ext cx="500560" cy="472885"/>
              <a:chOff x="-1174275" y="581450"/>
              <a:chExt cx="370100" cy="349638"/>
            </a:xfrm>
          </p:grpSpPr>
          <p:sp>
            <p:nvSpPr>
              <p:cNvPr id="4297" name="Google Shape;4297;p56"/>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6"/>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9" name="Google Shape;4299;p56"/>
            <p:cNvGrpSpPr/>
            <p:nvPr/>
          </p:nvGrpSpPr>
          <p:grpSpPr>
            <a:xfrm>
              <a:off x="108456" y="4456781"/>
              <a:ext cx="922737" cy="626072"/>
              <a:chOff x="-3794680" y="4317442"/>
              <a:chExt cx="866989" cy="588248"/>
            </a:xfrm>
          </p:grpSpPr>
          <p:sp>
            <p:nvSpPr>
              <p:cNvPr id="4300" name="Google Shape;4300;p56"/>
              <p:cNvSpPr/>
              <p:nvPr/>
            </p:nvSpPr>
            <p:spPr>
              <a:xfrm>
                <a:off x="-3794375" y="4317442"/>
                <a:ext cx="866684" cy="558918"/>
              </a:xfrm>
              <a:custGeom>
                <a:rect b="b" l="l" r="r" t="t"/>
                <a:pathLst>
                  <a:path extrusionOk="0" h="5499" w="8527">
                    <a:moveTo>
                      <a:pt x="7325" y="858"/>
                    </a:moveTo>
                    <a:cubicBezTo>
                      <a:pt x="7416" y="858"/>
                      <a:pt x="7489" y="932"/>
                      <a:pt x="7489" y="1022"/>
                    </a:cubicBezTo>
                    <a:lnTo>
                      <a:pt x="7489" y="1282"/>
                    </a:lnTo>
                    <a:lnTo>
                      <a:pt x="4440" y="1287"/>
                    </a:lnTo>
                    <a:lnTo>
                      <a:pt x="4440" y="1287"/>
                    </a:lnTo>
                    <a:lnTo>
                      <a:pt x="5199" y="858"/>
                    </a:lnTo>
                    <a:close/>
                    <a:moveTo>
                      <a:pt x="5031" y="858"/>
                    </a:moveTo>
                    <a:lnTo>
                      <a:pt x="4270" y="1287"/>
                    </a:lnTo>
                    <a:lnTo>
                      <a:pt x="4225" y="1287"/>
                    </a:lnTo>
                    <a:lnTo>
                      <a:pt x="3464" y="858"/>
                    </a:lnTo>
                    <a:close/>
                    <a:moveTo>
                      <a:pt x="3296" y="858"/>
                    </a:moveTo>
                    <a:lnTo>
                      <a:pt x="4058" y="1287"/>
                    </a:lnTo>
                    <a:lnTo>
                      <a:pt x="1032" y="1291"/>
                    </a:lnTo>
                    <a:lnTo>
                      <a:pt x="1032" y="1022"/>
                    </a:lnTo>
                    <a:cubicBezTo>
                      <a:pt x="1032" y="932"/>
                      <a:pt x="1106" y="858"/>
                      <a:pt x="1196" y="858"/>
                    </a:cubicBezTo>
                    <a:close/>
                    <a:moveTo>
                      <a:pt x="2091" y="1"/>
                    </a:moveTo>
                    <a:cubicBezTo>
                      <a:pt x="2019" y="1"/>
                      <a:pt x="1962" y="58"/>
                      <a:pt x="1962" y="130"/>
                    </a:cubicBezTo>
                    <a:cubicBezTo>
                      <a:pt x="1962" y="200"/>
                      <a:pt x="2019" y="259"/>
                      <a:pt x="2091" y="259"/>
                    </a:cubicBezTo>
                    <a:cubicBezTo>
                      <a:pt x="2124" y="259"/>
                      <a:pt x="2154" y="245"/>
                      <a:pt x="2176" y="225"/>
                    </a:cubicBezTo>
                    <a:lnTo>
                      <a:pt x="2783" y="566"/>
                    </a:lnTo>
                    <a:lnTo>
                      <a:pt x="1196" y="566"/>
                    </a:lnTo>
                    <a:cubicBezTo>
                      <a:pt x="946" y="566"/>
                      <a:pt x="744" y="771"/>
                      <a:pt x="744" y="1019"/>
                    </a:cubicBezTo>
                    <a:lnTo>
                      <a:pt x="744" y="1289"/>
                    </a:lnTo>
                    <a:lnTo>
                      <a:pt x="447" y="1289"/>
                    </a:lnTo>
                    <a:cubicBezTo>
                      <a:pt x="202" y="1289"/>
                      <a:pt x="1" y="1490"/>
                      <a:pt x="1" y="1735"/>
                    </a:cubicBezTo>
                    <a:lnTo>
                      <a:pt x="2" y="2143"/>
                    </a:lnTo>
                    <a:lnTo>
                      <a:pt x="7" y="4856"/>
                    </a:lnTo>
                    <a:lnTo>
                      <a:pt x="7" y="5050"/>
                    </a:lnTo>
                    <a:cubicBezTo>
                      <a:pt x="8" y="5295"/>
                      <a:pt x="207" y="5496"/>
                      <a:pt x="453" y="5496"/>
                    </a:cubicBezTo>
                    <a:cubicBezTo>
                      <a:pt x="454" y="5496"/>
                      <a:pt x="454" y="5496"/>
                      <a:pt x="455" y="5496"/>
                    </a:cubicBezTo>
                    <a:lnTo>
                      <a:pt x="3144" y="5492"/>
                    </a:lnTo>
                    <a:lnTo>
                      <a:pt x="3144" y="5498"/>
                    </a:lnTo>
                    <a:lnTo>
                      <a:pt x="5382" y="5498"/>
                    </a:lnTo>
                    <a:lnTo>
                      <a:pt x="5382" y="5492"/>
                    </a:lnTo>
                    <a:lnTo>
                      <a:pt x="8079" y="5488"/>
                    </a:lnTo>
                    <a:cubicBezTo>
                      <a:pt x="8325" y="5487"/>
                      <a:pt x="8526" y="5287"/>
                      <a:pt x="8526" y="5040"/>
                    </a:cubicBezTo>
                    <a:lnTo>
                      <a:pt x="8526" y="4857"/>
                    </a:lnTo>
                    <a:lnTo>
                      <a:pt x="8521" y="2144"/>
                    </a:lnTo>
                    <a:lnTo>
                      <a:pt x="8519" y="1725"/>
                    </a:lnTo>
                    <a:cubicBezTo>
                      <a:pt x="8518" y="1480"/>
                      <a:pt x="8318" y="1280"/>
                      <a:pt x="8072" y="1280"/>
                    </a:cubicBezTo>
                    <a:lnTo>
                      <a:pt x="7776" y="1280"/>
                    </a:lnTo>
                    <a:lnTo>
                      <a:pt x="7776" y="1019"/>
                    </a:lnTo>
                    <a:cubicBezTo>
                      <a:pt x="7776" y="770"/>
                      <a:pt x="7573" y="566"/>
                      <a:pt x="7324" y="566"/>
                    </a:cubicBezTo>
                    <a:lnTo>
                      <a:pt x="5712" y="566"/>
                    </a:lnTo>
                    <a:lnTo>
                      <a:pt x="6319" y="225"/>
                    </a:lnTo>
                    <a:cubicBezTo>
                      <a:pt x="6341" y="245"/>
                      <a:pt x="6371" y="259"/>
                      <a:pt x="6405" y="259"/>
                    </a:cubicBezTo>
                    <a:cubicBezTo>
                      <a:pt x="6476" y="259"/>
                      <a:pt x="6534" y="200"/>
                      <a:pt x="6534" y="130"/>
                    </a:cubicBezTo>
                    <a:cubicBezTo>
                      <a:pt x="6534" y="58"/>
                      <a:pt x="6476" y="1"/>
                      <a:pt x="6405" y="1"/>
                    </a:cubicBezTo>
                    <a:cubicBezTo>
                      <a:pt x="6334" y="1"/>
                      <a:pt x="6276" y="58"/>
                      <a:pt x="6276" y="130"/>
                    </a:cubicBezTo>
                    <a:cubicBezTo>
                      <a:pt x="6276" y="137"/>
                      <a:pt x="6277" y="146"/>
                      <a:pt x="6279" y="153"/>
                    </a:cubicBezTo>
                    <a:lnTo>
                      <a:pt x="5545" y="566"/>
                    </a:lnTo>
                    <a:lnTo>
                      <a:pt x="2950" y="566"/>
                    </a:lnTo>
                    <a:lnTo>
                      <a:pt x="2217" y="153"/>
                    </a:lnTo>
                    <a:cubicBezTo>
                      <a:pt x="2218" y="146"/>
                      <a:pt x="2220" y="138"/>
                      <a:pt x="2220" y="130"/>
                    </a:cubicBezTo>
                    <a:cubicBezTo>
                      <a:pt x="2220" y="58"/>
                      <a:pt x="2161" y="1"/>
                      <a:pt x="2091"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6"/>
              <p:cNvSpPr/>
              <p:nvPr/>
            </p:nvSpPr>
            <p:spPr>
              <a:xfrm>
                <a:off x="-3794680" y="4447695"/>
                <a:ext cx="866989" cy="428718"/>
              </a:xfrm>
              <a:custGeom>
                <a:rect b="b" l="l" r="r" t="t"/>
                <a:pathLst>
                  <a:path extrusionOk="0" h="4218" w="8530">
                    <a:moveTo>
                      <a:pt x="8075" y="0"/>
                    </a:moveTo>
                    <a:lnTo>
                      <a:pt x="448" y="11"/>
                    </a:lnTo>
                    <a:cubicBezTo>
                      <a:pt x="201" y="11"/>
                      <a:pt x="1" y="212"/>
                      <a:pt x="1" y="457"/>
                    </a:cubicBezTo>
                    <a:lnTo>
                      <a:pt x="2" y="864"/>
                    </a:lnTo>
                    <a:lnTo>
                      <a:pt x="7" y="3577"/>
                    </a:lnTo>
                    <a:lnTo>
                      <a:pt x="7" y="3772"/>
                    </a:lnTo>
                    <a:cubicBezTo>
                      <a:pt x="9" y="4017"/>
                      <a:pt x="210" y="4217"/>
                      <a:pt x="455" y="4217"/>
                    </a:cubicBezTo>
                    <a:lnTo>
                      <a:pt x="8082" y="4208"/>
                    </a:lnTo>
                    <a:cubicBezTo>
                      <a:pt x="8329" y="4207"/>
                      <a:pt x="8529" y="4006"/>
                      <a:pt x="8529" y="3761"/>
                    </a:cubicBezTo>
                    <a:lnTo>
                      <a:pt x="8529" y="3577"/>
                    </a:lnTo>
                    <a:lnTo>
                      <a:pt x="8524" y="864"/>
                    </a:lnTo>
                    <a:lnTo>
                      <a:pt x="8523" y="445"/>
                    </a:lnTo>
                    <a:cubicBezTo>
                      <a:pt x="8521" y="200"/>
                      <a:pt x="8320" y="0"/>
                      <a:pt x="8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6"/>
              <p:cNvSpPr/>
              <p:nvPr/>
            </p:nvSpPr>
            <p:spPr>
              <a:xfrm>
                <a:off x="-3594959" y="4317696"/>
                <a:ext cx="464800" cy="141788"/>
              </a:xfrm>
              <a:custGeom>
                <a:rect b="b" l="l" r="r" t="t"/>
                <a:pathLst>
                  <a:path extrusionOk="0" h="1395" w="4573">
                    <a:moveTo>
                      <a:pt x="130" y="1"/>
                    </a:moveTo>
                    <a:cubicBezTo>
                      <a:pt x="59" y="1"/>
                      <a:pt x="1" y="59"/>
                      <a:pt x="1" y="130"/>
                    </a:cubicBezTo>
                    <a:cubicBezTo>
                      <a:pt x="1" y="201"/>
                      <a:pt x="59" y="259"/>
                      <a:pt x="130" y="259"/>
                    </a:cubicBezTo>
                    <a:cubicBezTo>
                      <a:pt x="163" y="259"/>
                      <a:pt x="193" y="246"/>
                      <a:pt x="216" y="225"/>
                    </a:cubicBezTo>
                    <a:lnTo>
                      <a:pt x="2286" y="1394"/>
                    </a:lnTo>
                    <a:lnTo>
                      <a:pt x="4357" y="227"/>
                    </a:lnTo>
                    <a:cubicBezTo>
                      <a:pt x="4381" y="247"/>
                      <a:pt x="4409" y="260"/>
                      <a:pt x="4443" y="260"/>
                    </a:cubicBezTo>
                    <a:cubicBezTo>
                      <a:pt x="4515" y="260"/>
                      <a:pt x="4572" y="202"/>
                      <a:pt x="4572" y="131"/>
                    </a:cubicBezTo>
                    <a:cubicBezTo>
                      <a:pt x="4572" y="61"/>
                      <a:pt x="4516" y="1"/>
                      <a:pt x="4443" y="1"/>
                    </a:cubicBezTo>
                    <a:cubicBezTo>
                      <a:pt x="4372" y="1"/>
                      <a:pt x="4314" y="59"/>
                      <a:pt x="4314" y="130"/>
                    </a:cubicBezTo>
                    <a:cubicBezTo>
                      <a:pt x="4314" y="138"/>
                      <a:pt x="4315" y="146"/>
                      <a:pt x="4317" y="155"/>
                    </a:cubicBezTo>
                    <a:lnTo>
                      <a:pt x="2287" y="1298"/>
                    </a:lnTo>
                    <a:lnTo>
                      <a:pt x="256" y="155"/>
                    </a:lnTo>
                    <a:cubicBezTo>
                      <a:pt x="258" y="146"/>
                      <a:pt x="259" y="139"/>
                      <a:pt x="259" y="130"/>
                    </a:cubicBezTo>
                    <a:cubicBezTo>
                      <a:pt x="259" y="59"/>
                      <a:pt x="201" y="1"/>
                      <a:pt x="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6"/>
              <p:cNvSpPr/>
              <p:nvPr/>
            </p:nvSpPr>
            <p:spPr>
              <a:xfrm>
                <a:off x="-3718857" y="4375428"/>
                <a:ext cx="715037" cy="76637"/>
              </a:xfrm>
              <a:custGeom>
                <a:rect b="b" l="l" r="r" t="t"/>
                <a:pathLst>
                  <a:path extrusionOk="0" h="754" w="7035">
                    <a:moveTo>
                      <a:pt x="453" y="0"/>
                    </a:moveTo>
                    <a:cubicBezTo>
                      <a:pt x="204" y="0"/>
                      <a:pt x="1" y="203"/>
                      <a:pt x="1" y="453"/>
                    </a:cubicBezTo>
                    <a:lnTo>
                      <a:pt x="1" y="754"/>
                    </a:lnTo>
                    <a:lnTo>
                      <a:pt x="289" y="754"/>
                    </a:lnTo>
                    <a:lnTo>
                      <a:pt x="289" y="453"/>
                    </a:lnTo>
                    <a:cubicBezTo>
                      <a:pt x="289" y="363"/>
                      <a:pt x="363" y="289"/>
                      <a:pt x="453" y="289"/>
                    </a:cubicBezTo>
                    <a:lnTo>
                      <a:pt x="6582" y="289"/>
                    </a:lnTo>
                    <a:cubicBezTo>
                      <a:pt x="6673" y="289"/>
                      <a:pt x="6746" y="363"/>
                      <a:pt x="6746" y="453"/>
                    </a:cubicBezTo>
                    <a:lnTo>
                      <a:pt x="6746" y="754"/>
                    </a:lnTo>
                    <a:lnTo>
                      <a:pt x="7035" y="754"/>
                    </a:lnTo>
                    <a:lnTo>
                      <a:pt x="7035" y="453"/>
                    </a:lnTo>
                    <a:cubicBezTo>
                      <a:pt x="7035" y="203"/>
                      <a:pt x="6833" y="0"/>
                      <a:pt x="65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6"/>
              <p:cNvSpPr/>
              <p:nvPr/>
            </p:nvSpPr>
            <p:spPr>
              <a:xfrm>
                <a:off x="-3530000" y="4363021"/>
                <a:ext cx="338351" cy="54275"/>
              </a:xfrm>
              <a:custGeom>
                <a:rect b="b" l="l" r="r" t="t"/>
                <a:pathLst>
                  <a:path extrusionOk="0" h="290" w="3329">
                    <a:moveTo>
                      <a:pt x="1" y="0"/>
                    </a:moveTo>
                    <a:lnTo>
                      <a:pt x="1" y="289"/>
                    </a:lnTo>
                    <a:lnTo>
                      <a:pt x="3329" y="289"/>
                    </a:lnTo>
                    <a:lnTo>
                      <a:pt x="33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6"/>
              <p:cNvSpPr/>
              <p:nvPr/>
            </p:nvSpPr>
            <p:spPr>
              <a:xfrm>
                <a:off x="-3794579" y="4447797"/>
                <a:ext cx="866379" cy="88020"/>
              </a:xfrm>
              <a:custGeom>
                <a:rect b="b" l="l" r="r" t="t"/>
                <a:pathLst>
                  <a:path extrusionOk="0" h="866" w="8524">
                    <a:moveTo>
                      <a:pt x="8075" y="0"/>
                    </a:moveTo>
                    <a:lnTo>
                      <a:pt x="448" y="11"/>
                    </a:lnTo>
                    <a:cubicBezTo>
                      <a:pt x="201" y="11"/>
                      <a:pt x="1" y="212"/>
                      <a:pt x="1" y="457"/>
                    </a:cubicBezTo>
                    <a:lnTo>
                      <a:pt x="2" y="865"/>
                    </a:lnTo>
                    <a:lnTo>
                      <a:pt x="8523" y="865"/>
                    </a:lnTo>
                    <a:lnTo>
                      <a:pt x="8523" y="445"/>
                    </a:lnTo>
                    <a:cubicBezTo>
                      <a:pt x="8521" y="201"/>
                      <a:pt x="8320" y="0"/>
                      <a:pt x="8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6"/>
              <p:cNvSpPr/>
              <p:nvPr/>
            </p:nvSpPr>
            <p:spPr>
              <a:xfrm>
                <a:off x="-3679930" y="4464669"/>
                <a:ext cx="638198" cy="54276"/>
              </a:xfrm>
              <a:custGeom>
                <a:rect b="b" l="l" r="r" t="t"/>
                <a:pathLst>
                  <a:path extrusionOk="0" h="534" w="6279">
                    <a:moveTo>
                      <a:pt x="6278" y="1"/>
                    </a:moveTo>
                    <a:lnTo>
                      <a:pt x="1" y="9"/>
                    </a:lnTo>
                    <a:lnTo>
                      <a:pt x="1" y="533"/>
                    </a:lnTo>
                    <a:lnTo>
                      <a:pt x="6278" y="533"/>
                    </a:lnTo>
                    <a:lnTo>
                      <a:pt x="62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6"/>
              <p:cNvSpPr/>
              <p:nvPr/>
            </p:nvSpPr>
            <p:spPr>
              <a:xfrm>
                <a:off x="-3490068" y="4488555"/>
                <a:ext cx="430445" cy="6403"/>
              </a:xfrm>
              <a:custGeom>
                <a:rect b="b" l="l" r="r" t="t"/>
                <a:pathLst>
                  <a:path extrusionOk="0" h="63" w="4235">
                    <a:moveTo>
                      <a:pt x="32" y="1"/>
                    </a:moveTo>
                    <a:cubicBezTo>
                      <a:pt x="15" y="1"/>
                      <a:pt x="1" y="15"/>
                      <a:pt x="1" y="32"/>
                    </a:cubicBezTo>
                    <a:cubicBezTo>
                      <a:pt x="1" y="48"/>
                      <a:pt x="15" y="63"/>
                      <a:pt x="32" y="63"/>
                    </a:cubicBezTo>
                    <a:lnTo>
                      <a:pt x="4204" y="63"/>
                    </a:lnTo>
                    <a:cubicBezTo>
                      <a:pt x="4222" y="63"/>
                      <a:pt x="4235" y="48"/>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6"/>
              <p:cNvSpPr/>
              <p:nvPr/>
            </p:nvSpPr>
            <p:spPr>
              <a:xfrm>
                <a:off x="-3490068" y="4475545"/>
                <a:ext cx="430649" cy="6403"/>
              </a:xfrm>
              <a:custGeom>
                <a:rect b="b" l="l" r="r" t="t"/>
                <a:pathLst>
                  <a:path extrusionOk="0" h="63" w="4237">
                    <a:moveTo>
                      <a:pt x="32" y="1"/>
                    </a:moveTo>
                    <a:cubicBezTo>
                      <a:pt x="15" y="1"/>
                      <a:pt x="1" y="15"/>
                      <a:pt x="1" y="32"/>
                    </a:cubicBezTo>
                    <a:cubicBezTo>
                      <a:pt x="1" y="48"/>
                      <a:pt x="15" y="63"/>
                      <a:pt x="32" y="63"/>
                    </a:cubicBezTo>
                    <a:lnTo>
                      <a:pt x="4204" y="63"/>
                    </a:lnTo>
                    <a:cubicBezTo>
                      <a:pt x="4222" y="63"/>
                      <a:pt x="4236" y="51"/>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6"/>
              <p:cNvSpPr/>
              <p:nvPr/>
            </p:nvSpPr>
            <p:spPr>
              <a:xfrm>
                <a:off x="-3490068" y="4501565"/>
                <a:ext cx="430649" cy="6403"/>
              </a:xfrm>
              <a:custGeom>
                <a:rect b="b" l="l" r="r" t="t"/>
                <a:pathLst>
                  <a:path extrusionOk="0" h="63" w="4237">
                    <a:moveTo>
                      <a:pt x="32" y="1"/>
                    </a:moveTo>
                    <a:cubicBezTo>
                      <a:pt x="15" y="1"/>
                      <a:pt x="1" y="14"/>
                      <a:pt x="1" y="32"/>
                    </a:cubicBezTo>
                    <a:cubicBezTo>
                      <a:pt x="1" y="48"/>
                      <a:pt x="15" y="63"/>
                      <a:pt x="32" y="63"/>
                    </a:cubicBezTo>
                    <a:lnTo>
                      <a:pt x="4204" y="63"/>
                    </a:lnTo>
                    <a:cubicBezTo>
                      <a:pt x="4222" y="63"/>
                      <a:pt x="4236" y="48"/>
                      <a:pt x="4235" y="32"/>
                    </a:cubicBezTo>
                    <a:cubicBezTo>
                      <a:pt x="4235" y="14"/>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6"/>
              <p:cNvSpPr/>
              <p:nvPr/>
            </p:nvSpPr>
            <p:spPr>
              <a:xfrm>
                <a:off x="-3136466" y="4472800"/>
                <a:ext cx="6403" cy="46246"/>
              </a:xfrm>
              <a:custGeom>
                <a:rect b="b" l="l" r="r" t="t"/>
                <a:pathLst>
                  <a:path extrusionOk="0" h="455" w="63">
                    <a:moveTo>
                      <a:pt x="1" y="0"/>
                    </a:moveTo>
                    <a:lnTo>
                      <a:pt x="1" y="454"/>
                    </a:lnTo>
                    <a:lnTo>
                      <a:pt x="62" y="454"/>
                    </a:lnTo>
                    <a:lnTo>
                      <a:pt x="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6"/>
              <p:cNvSpPr/>
              <p:nvPr/>
            </p:nvSpPr>
            <p:spPr>
              <a:xfrm>
                <a:off x="-3656045" y="4473105"/>
                <a:ext cx="37302" cy="37302"/>
              </a:xfrm>
              <a:custGeom>
                <a:rect b="b" l="l" r="r" t="t"/>
                <a:pathLst>
                  <a:path extrusionOk="0" h="367" w="367">
                    <a:moveTo>
                      <a:pt x="184" y="0"/>
                    </a:moveTo>
                    <a:cubicBezTo>
                      <a:pt x="83" y="0"/>
                      <a:pt x="0" y="83"/>
                      <a:pt x="0" y="184"/>
                    </a:cubicBezTo>
                    <a:cubicBezTo>
                      <a:pt x="0" y="285"/>
                      <a:pt x="83"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6"/>
              <p:cNvSpPr/>
              <p:nvPr/>
            </p:nvSpPr>
            <p:spPr>
              <a:xfrm>
                <a:off x="-3637445" y="4473105"/>
                <a:ext cx="18702" cy="18702"/>
              </a:xfrm>
              <a:custGeom>
                <a:rect b="b" l="l" r="r" t="t"/>
                <a:pathLst>
                  <a:path extrusionOk="0" h="184" w="184">
                    <a:moveTo>
                      <a:pt x="1" y="0"/>
                    </a:moveTo>
                    <a:lnTo>
                      <a:pt x="1" y="184"/>
                    </a:lnTo>
                    <a:lnTo>
                      <a:pt x="183" y="184"/>
                    </a:lnTo>
                    <a:cubicBezTo>
                      <a:pt x="183" y="83"/>
                      <a:pt x="10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6"/>
              <p:cNvSpPr/>
              <p:nvPr/>
            </p:nvSpPr>
            <p:spPr>
              <a:xfrm>
                <a:off x="-3600550" y="4473105"/>
                <a:ext cx="37302" cy="37302"/>
              </a:xfrm>
              <a:custGeom>
                <a:rect b="b" l="l" r="r" t="t"/>
                <a:pathLst>
                  <a:path extrusionOk="0" h="367" w="367">
                    <a:moveTo>
                      <a:pt x="183" y="0"/>
                    </a:moveTo>
                    <a:cubicBezTo>
                      <a:pt x="82" y="0"/>
                      <a:pt x="0" y="83"/>
                      <a:pt x="0" y="184"/>
                    </a:cubicBezTo>
                    <a:cubicBezTo>
                      <a:pt x="0" y="285"/>
                      <a:pt x="82" y="367"/>
                      <a:pt x="183" y="367"/>
                    </a:cubicBezTo>
                    <a:cubicBezTo>
                      <a:pt x="285" y="367"/>
                      <a:pt x="366" y="285"/>
                      <a:pt x="366" y="184"/>
                    </a:cubicBezTo>
                    <a:cubicBezTo>
                      <a:pt x="366" y="83"/>
                      <a:pt x="285"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6"/>
              <p:cNvSpPr/>
              <p:nvPr/>
            </p:nvSpPr>
            <p:spPr>
              <a:xfrm>
                <a:off x="-3595163" y="4473207"/>
                <a:ext cx="26325" cy="18600"/>
              </a:xfrm>
              <a:custGeom>
                <a:rect b="b" l="l" r="r" t="t"/>
                <a:pathLst>
                  <a:path extrusionOk="0" h="183" w="259">
                    <a:moveTo>
                      <a:pt x="130" y="0"/>
                    </a:moveTo>
                    <a:cubicBezTo>
                      <a:pt x="83" y="0"/>
                      <a:pt x="36" y="18"/>
                      <a:pt x="1" y="54"/>
                    </a:cubicBezTo>
                    <a:lnTo>
                      <a:pt x="130" y="183"/>
                    </a:lnTo>
                    <a:lnTo>
                      <a:pt x="259" y="54"/>
                    </a:lnTo>
                    <a:cubicBezTo>
                      <a:pt x="223" y="18"/>
                      <a:pt x="176" y="0"/>
                      <a:pt x="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6"/>
              <p:cNvSpPr/>
              <p:nvPr/>
            </p:nvSpPr>
            <p:spPr>
              <a:xfrm>
                <a:off x="-3545258" y="4473105"/>
                <a:ext cx="37302" cy="37302"/>
              </a:xfrm>
              <a:custGeom>
                <a:rect b="b" l="l" r="r" t="t"/>
                <a:pathLst>
                  <a:path extrusionOk="0" h="367" w="367">
                    <a:moveTo>
                      <a:pt x="184" y="0"/>
                    </a:moveTo>
                    <a:cubicBezTo>
                      <a:pt x="82" y="0"/>
                      <a:pt x="1" y="83"/>
                      <a:pt x="1" y="184"/>
                    </a:cubicBezTo>
                    <a:cubicBezTo>
                      <a:pt x="1" y="285"/>
                      <a:pt x="82"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6"/>
              <p:cNvSpPr/>
              <p:nvPr/>
            </p:nvSpPr>
            <p:spPr>
              <a:xfrm>
                <a:off x="-3545360" y="4491706"/>
                <a:ext cx="18803" cy="18702"/>
              </a:xfrm>
              <a:custGeom>
                <a:rect b="b" l="l" r="r" t="t"/>
                <a:pathLst>
                  <a:path extrusionOk="0" h="184" w="185">
                    <a:moveTo>
                      <a:pt x="1" y="1"/>
                    </a:moveTo>
                    <a:cubicBezTo>
                      <a:pt x="1" y="103"/>
                      <a:pt x="84" y="184"/>
                      <a:pt x="185" y="184"/>
                    </a:cubicBezTo>
                    <a:lnTo>
                      <a:pt x="1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6"/>
              <p:cNvSpPr/>
              <p:nvPr/>
            </p:nvSpPr>
            <p:spPr>
              <a:xfrm>
                <a:off x="-3474924" y="4596193"/>
                <a:ext cx="227674" cy="280323"/>
              </a:xfrm>
              <a:custGeom>
                <a:rect b="b" l="l" r="r" t="t"/>
                <a:pathLst>
                  <a:path extrusionOk="0" h="2758" w="2240">
                    <a:moveTo>
                      <a:pt x="284" y="1"/>
                    </a:moveTo>
                    <a:cubicBezTo>
                      <a:pt x="126" y="1"/>
                      <a:pt x="0" y="129"/>
                      <a:pt x="0" y="285"/>
                    </a:cubicBezTo>
                    <a:lnTo>
                      <a:pt x="0" y="2757"/>
                    </a:lnTo>
                    <a:lnTo>
                      <a:pt x="2240" y="2757"/>
                    </a:lnTo>
                    <a:lnTo>
                      <a:pt x="2240" y="285"/>
                    </a:lnTo>
                    <a:cubicBezTo>
                      <a:pt x="2240" y="128"/>
                      <a:pt x="2112" y="1"/>
                      <a:pt x="19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6"/>
              <p:cNvSpPr/>
              <p:nvPr/>
            </p:nvSpPr>
            <p:spPr>
              <a:xfrm>
                <a:off x="-3458153" y="4612963"/>
                <a:ext cx="194132" cy="263553"/>
              </a:xfrm>
              <a:custGeom>
                <a:rect b="b" l="l" r="r" t="t"/>
                <a:pathLst>
                  <a:path extrusionOk="0" h="2593" w="1910">
                    <a:moveTo>
                      <a:pt x="0" y="1"/>
                    </a:moveTo>
                    <a:lnTo>
                      <a:pt x="0" y="2592"/>
                    </a:lnTo>
                    <a:lnTo>
                      <a:pt x="1910" y="2592"/>
                    </a:lnTo>
                    <a:lnTo>
                      <a:pt x="19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6"/>
              <p:cNvSpPr/>
              <p:nvPr/>
            </p:nvSpPr>
            <p:spPr>
              <a:xfrm>
                <a:off x="-3441789" y="4631259"/>
                <a:ext cx="161303" cy="93407"/>
              </a:xfrm>
              <a:custGeom>
                <a:rect b="b" l="l" r="r" t="t"/>
                <a:pathLst>
                  <a:path extrusionOk="0" h="919" w="1587">
                    <a:moveTo>
                      <a:pt x="0" y="0"/>
                    </a:moveTo>
                    <a:lnTo>
                      <a:pt x="0" y="919"/>
                    </a:lnTo>
                    <a:lnTo>
                      <a:pt x="1587" y="919"/>
                    </a:lnTo>
                    <a:lnTo>
                      <a:pt x="15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6"/>
              <p:cNvSpPr/>
              <p:nvPr/>
            </p:nvSpPr>
            <p:spPr>
              <a:xfrm>
                <a:off x="-3793969" y="4811265"/>
                <a:ext cx="866278" cy="65151"/>
              </a:xfrm>
              <a:custGeom>
                <a:rect b="b" l="l" r="r" t="t"/>
                <a:pathLst>
                  <a:path extrusionOk="0" h="641" w="8523">
                    <a:moveTo>
                      <a:pt x="0" y="0"/>
                    </a:moveTo>
                    <a:lnTo>
                      <a:pt x="0" y="195"/>
                    </a:lnTo>
                    <a:cubicBezTo>
                      <a:pt x="2" y="440"/>
                      <a:pt x="203" y="640"/>
                      <a:pt x="448" y="640"/>
                    </a:cubicBezTo>
                    <a:lnTo>
                      <a:pt x="8075" y="631"/>
                    </a:lnTo>
                    <a:cubicBezTo>
                      <a:pt x="8322" y="630"/>
                      <a:pt x="8522" y="429"/>
                      <a:pt x="8522" y="184"/>
                    </a:cubicBezTo>
                    <a:lnTo>
                      <a:pt x="85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6"/>
              <p:cNvSpPr/>
              <p:nvPr/>
            </p:nvSpPr>
            <p:spPr>
              <a:xfrm>
                <a:off x="-3773336" y="4511932"/>
                <a:ext cx="47466" cy="47568"/>
              </a:xfrm>
              <a:custGeom>
                <a:rect b="b" l="l" r="r" t="t"/>
                <a:pathLst>
                  <a:path extrusionOk="0" h="468" w="467">
                    <a:moveTo>
                      <a:pt x="234" y="0"/>
                    </a:moveTo>
                    <a:cubicBezTo>
                      <a:pt x="105" y="0"/>
                      <a:pt x="0" y="105"/>
                      <a:pt x="0" y="234"/>
                    </a:cubicBezTo>
                    <a:cubicBezTo>
                      <a:pt x="0" y="362"/>
                      <a:pt x="105" y="468"/>
                      <a:pt x="234" y="468"/>
                    </a:cubicBezTo>
                    <a:cubicBezTo>
                      <a:pt x="363" y="468"/>
                      <a:pt x="467" y="362"/>
                      <a:pt x="467" y="234"/>
                    </a:cubicBezTo>
                    <a:cubicBezTo>
                      <a:pt x="467"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6"/>
              <p:cNvSpPr/>
              <p:nvPr/>
            </p:nvSpPr>
            <p:spPr>
              <a:xfrm>
                <a:off x="-3766425" y="4518945"/>
                <a:ext cx="33643" cy="33643"/>
              </a:xfrm>
              <a:custGeom>
                <a:rect b="b" l="l" r="r" t="t"/>
                <a:pathLst>
                  <a:path extrusionOk="0" h="331" w="331">
                    <a:moveTo>
                      <a:pt x="166" y="0"/>
                    </a:moveTo>
                    <a:cubicBezTo>
                      <a:pt x="74" y="0"/>
                      <a:pt x="0" y="73"/>
                      <a:pt x="0" y="165"/>
                    </a:cubicBezTo>
                    <a:cubicBezTo>
                      <a:pt x="0" y="256"/>
                      <a:pt x="74" y="330"/>
                      <a:pt x="166" y="330"/>
                    </a:cubicBezTo>
                    <a:cubicBezTo>
                      <a:pt x="256" y="330"/>
                      <a:pt x="331" y="256"/>
                      <a:pt x="331" y="165"/>
                    </a:cubicBezTo>
                    <a:cubicBezTo>
                      <a:pt x="331" y="73"/>
                      <a:pt x="256"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6"/>
              <p:cNvSpPr/>
              <p:nvPr/>
            </p:nvSpPr>
            <p:spPr>
              <a:xfrm>
                <a:off x="-3770084"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6"/>
              <p:cNvSpPr/>
              <p:nvPr/>
            </p:nvSpPr>
            <p:spPr>
              <a:xfrm>
                <a:off x="-3759513"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2" y="2194"/>
                      <a:pt x="2194" y="1703"/>
                      <a:pt x="2194" y="1098"/>
                    </a:cubicBezTo>
                    <a:cubicBezTo>
                      <a:pt x="2194" y="492"/>
                      <a:pt x="1702"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6"/>
              <p:cNvSpPr/>
              <p:nvPr/>
            </p:nvSpPr>
            <p:spPr>
              <a:xfrm>
                <a:off x="-3689890" y="4635629"/>
                <a:ext cx="83751" cy="83853"/>
              </a:xfrm>
              <a:custGeom>
                <a:rect b="b" l="l" r="r" t="t"/>
                <a:pathLst>
                  <a:path extrusionOk="0" h="825" w="824">
                    <a:moveTo>
                      <a:pt x="413" y="1"/>
                    </a:moveTo>
                    <a:cubicBezTo>
                      <a:pt x="184" y="1"/>
                      <a:pt x="1" y="186"/>
                      <a:pt x="1" y="413"/>
                    </a:cubicBezTo>
                    <a:cubicBezTo>
                      <a:pt x="1" y="640"/>
                      <a:pt x="184"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6"/>
              <p:cNvSpPr/>
              <p:nvPr/>
            </p:nvSpPr>
            <p:spPr>
              <a:xfrm>
                <a:off x="-2996407" y="4511932"/>
                <a:ext cx="47568" cy="47568"/>
              </a:xfrm>
              <a:custGeom>
                <a:rect b="b" l="l" r="r" t="t"/>
                <a:pathLst>
                  <a:path extrusionOk="0" h="468" w="468">
                    <a:moveTo>
                      <a:pt x="234" y="0"/>
                    </a:moveTo>
                    <a:cubicBezTo>
                      <a:pt x="105" y="0"/>
                      <a:pt x="0" y="105"/>
                      <a:pt x="0" y="234"/>
                    </a:cubicBezTo>
                    <a:cubicBezTo>
                      <a:pt x="0" y="362"/>
                      <a:pt x="105" y="468"/>
                      <a:pt x="234" y="468"/>
                    </a:cubicBezTo>
                    <a:cubicBezTo>
                      <a:pt x="363" y="468"/>
                      <a:pt x="468" y="362"/>
                      <a:pt x="468" y="234"/>
                    </a:cubicBezTo>
                    <a:cubicBezTo>
                      <a:pt x="468"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6"/>
              <p:cNvSpPr/>
              <p:nvPr/>
            </p:nvSpPr>
            <p:spPr>
              <a:xfrm>
                <a:off x="-2989496" y="4518945"/>
                <a:ext cx="33643" cy="33643"/>
              </a:xfrm>
              <a:custGeom>
                <a:rect b="b" l="l" r="r" t="t"/>
                <a:pathLst>
                  <a:path extrusionOk="0" h="331" w="331">
                    <a:moveTo>
                      <a:pt x="166" y="0"/>
                    </a:moveTo>
                    <a:cubicBezTo>
                      <a:pt x="75" y="0"/>
                      <a:pt x="0" y="73"/>
                      <a:pt x="0" y="165"/>
                    </a:cubicBezTo>
                    <a:cubicBezTo>
                      <a:pt x="0" y="256"/>
                      <a:pt x="75" y="330"/>
                      <a:pt x="166" y="330"/>
                    </a:cubicBezTo>
                    <a:cubicBezTo>
                      <a:pt x="257" y="330"/>
                      <a:pt x="331" y="256"/>
                      <a:pt x="331" y="165"/>
                    </a:cubicBezTo>
                    <a:cubicBezTo>
                      <a:pt x="331" y="73"/>
                      <a:pt x="257"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6"/>
              <p:cNvSpPr/>
              <p:nvPr/>
            </p:nvSpPr>
            <p:spPr>
              <a:xfrm>
                <a:off x="-3196229"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6"/>
              <p:cNvSpPr/>
              <p:nvPr/>
            </p:nvSpPr>
            <p:spPr>
              <a:xfrm>
                <a:off x="-3185659"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3" y="2194"/>
                      <a:pt x="2194" y="1703"/>
                      <a:pt x="2194" y="1098"/>
                    </a:cubicBezTo>
                    <a:cubicBezTo>
                      <a:pt x="2194" y="492"/>
                      <a:pt x="1703"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6"/>
              <p:cNvSpPr/>
              <p:nvPr/>
            </p:nvSpPr>
            <p:spPr>
              <a:xfrm>
                <a:off x="-3116036" y="4635629"/>
                <a:ext cx="83751" cy="83853"/>
              </a:xfrm>
              <a:custGeom>
                <a:rect b="b" l="l" r="r" t="t"/>
                <a:pathLst>
                  <a:path extrusionOk="0" h="825" w="824">
                    <a:moveTo>
                      <a:pt x="413" y="1"/>
                    </a:moveTo>
                    <a:cubicBezTo>
                      <a:pt x="186" y="1"/>
                      <a:pt x="1" y="186"/>
                      <a:pt x="1" y="413"/>
                    </a:cubicBezTo>
                    <a:cubicBezTo>
                      <a:pt x="1" y="640"/>
                      <a:pt x="186"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6"/>
              <p:cNvSpPr/>
              <p:nvPr/>
            </p:nvSpPr>
            <p:spPr>
              <a:xfrm>
                <a:off x="-3400219" y="4700171"/>
                <a:ext cx="78161" cy="24089"/>
              </a:xfrm>
              <a:custGeom>
                <a:rect b="b" l="l" r="r" t="t"/>
                <a:pathLst>
                  <a:path extrusionOk="0" h="237" w="769">
                    <a:moveTo>
                      <a:pt x="228" y="0"/>
                    </a:moveTo>
                    <a:cubicBezTo>
                      <a:pt x="159" y="0"/>
                      <a:pt x="94" y="41"/>
                      <a:pt x="63" y="104"/>
                    </a:cubicBezTo>
                    <a:lnTo>
                      <a:pt x="0" y="237"/>
                    </a:lnTo>
                    <a:lnTo>
                      <a:pt x="769" y="237"/>
                    </a:lnTo>
                    <a:lnTo>
                      <a:pt x="706" y="104"/>
                    </a:lnTo>
                    <a:cubicBezTo>
                      <a:pt x="676" y="41"/>
                      <a:pt x="611" y="0"/>
                      <a:pt x="5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6"/>
              <p:cNvSpPr/>
              <p:nvPr/>
            </p:nvSpPr>
            <p:spPr>
              <a:xfrm>
                <a:off x="-3427458" y="4657990"/>
                <a:ext cx="31407" cy="31305"/>
              </a:xfrm>
              <a:custGeom>
                <a:rect b="b" l="l" r="r" t="t"/>
                <a:pathLst>
                  <a:path extrusionOk="0" h="308" w="309">
                    <a:moveTo>
                      <a:pt x="155" y="82"/>
                    </a:moveTo>
                    <a:cubicBezTo>
                      <a:pt x="194" y="82"/>
                      <a:pt x="226" y="114"/>
                      <a:pt x="226" y="152"/>
                    </a:cubicBezTo>
                    <a:cubicBezTo>
                      <a:pt x="226" y="193"/>
                      <a:pt x="195" y="224"/>
                      <a:pt x="155" y="224"/>
                    </a:cubicBezTo>
                    <a:cubicBezTo>
                      <a:pt x="116" y="224"/>
                      <a:pt x="83" y="192"/>
                      <a:pt x="83" y="152"/>
                    </a:cubicBezTo>
                    <a:cubicBezTo>
                      <a:pt x="83" y="114"/>
                      <a:pt x="116" y="82"/>
                      <a:pt x="155" y="82"/>
                    </a:cubicBezTo>
                    <a:close/>
                    <a:moveTo>
                      <a:pt x="155" y="1"/>
                    </a:moveTo>
                    <a:cubicBezTo>
                      <a:pt x="71" y="1"/>
                      <a:pt x="1" y="69"/>
                      <a:pt x="1" y="153"/>
                    </a:cubicBezTo>
                    <a:cubicBezTo>
                      <a:pt x="1" y="239"/>
                      <a:pt x="71" y="307"/>
                      <a:pt x="155" y="307"/>
                    </a:cubicBezTo>
                    <a:cubicBezTo>
                      <a:pt x="240" y="307"/>
                      <a:pt x="308" y="239"/>
                      <a:pt x="308" y="153"/>
                    </a:cubicBezTo>
                    <a:cubicBezTo>
                      <a:pt x="308" y="69"/>
                      <a:pt x="240"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6"/>
              <p:cNvSpPr/>
              <p:nvPr/>
            </p:nvSpPr>
            <p:spPr>
              <a:xfrm>
                <a:off x="-3326226" y="4657990"/>
                <a:ext cx="31407" cy="31305"/>
              </a:xfrm>
              <a:custGeom>
                <a:rect b="b" l="l" r="r" t="t"/>
                <a:pathLst>
                  <a:path extrusionOk="0" h="308" w="309">
                    <a:moveTo>
                      <a:pt x="154" y="82"/>
                    </a:moveTo>
                    <a:cubicBezTo>
                      <a:pt x="193" y="82"/>
                      <a:pt x="226" y="114"/>
                      <a:pt x="226" y="152"/>
                    </a:cubicBezTo>
                    <a:cubicBezTo>
                      <a:pt x="226" y="193"/>
                      <a:pt x="195" y="224"/>
                      <a:pt x="154" y="224"/>
                    </a:cubicBezTo>
                    <a:cubicBezTo>
                      <a:pt x="115" y="224"/>
                      <a:pt x="83" y="192"/>
                      <a:pt x="83" y="152"/>
                    </a:cubicBezTo>
                    <a:cubicBezTo>
                      <a:pt x="83" y="114"/>
                      <a:pt x="115" y="82"/>
                      <a:pt x="154" y="82"/>
                    </a:cubicBezTo>
                    <a:close/>
                    <a:moveTo>
                      <a:pt x="154" y="1"/>
                    </a:moveTo>
                    <a:cubicBezTo>
                      <a:pt x="69" y="1"/>
                      <a:pt x="1" y="69"/>
                      <a:pt x="1" y="153"/>
                    </a:cubicBezTo>
                    <a:cubicBezTo>
                      <a:pt x="1" y="239"/>
                      <a:pt x="71" y="307"/>
                      <a:pt x="154" y="307"/>
                    </a:cubicBezTo>
                    <a:cubicBezTo>
                      <a:pt x="238" y="307"/>
                      <a:pt x="308" y="239"/>
                      <a:pt x="308" y="153"/>
                    </a:cubicBezTo>
                    <a:cubicBezTo>
                      <a:pt x="308" y="69"/>
                      <a:pt x="240" y="1"/>
                      <a:pt x="1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6"/>
              <p:cNvSpPr/>
              <p:nvPr/>
            </p:nvSpPr>
            <p:spPr>
              <a:xfrm>
                <a:off x="-3393511" y="4658092"/>
                <a:ext cx="64745" cy="31102"/>
              </a:xfrm>
              <a:custGeom>
                <a:rect b="b" l="l" r="r" t="t"/>
                <a:pathLst>
                  <a:path extrusionOk="0" h="306" w="637">
                    <a:moveTo>
                      <a:pt x="2" y="1"/>
                    </a:moveTo>
                    <a:cubicBezTo>
                      <a:pt x="36" y="42"/>
                      <a:pt x="57" y="95"/>
                      <a:pt x="57" y="151"/>
                    </a:cubicBezTo>
                    <a:cubicBezTo>
                      <a:pt x="57" y="210"/>
                      <a:pt x="36" y="264"/>
                      <a:pt x="0" y="305"/>
                    </a:cubicBezTo>
                    <a:lnTo>
                      <a:pt x="637" y="305"/>
                    </a:lnTo>
                    <a:cubicBezTo>
                      <a:pt x="602" y="264"/>
                      <a:pt x="580" y="210"/>
                      <a:pt x="580" y="151"/>
                    </a:cubicBezTo>
                    <a:cubicBezTo>
                      <a:pt x="580" y="94"/>
                      <a:pt x="600" y="42"/>
                      <a:pt x="6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6"/>
              <p:cNvSpPr/>
              <p:nvPr/>
            </p:nvSpPr>
            <p:spPr>
              <a:xfrm>
                <a:off x="-338273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6"/>
              <p:cNvSpPr/>
              <p:nvPr/>
            </p:nvSpPr>
            <p:spPr>
              <a:xfrm>
                <a:off x="-3411704"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6"/>
              <p:cNvSpPr/>
              <p:nvPr/>
            </p:nvSpPr>
            <p:spPr>
              <a:xfrm>
                <a:off x="-335356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6"/>
              <p:cNvSpPr/>
              <p:nvPr/>
            </p:nvSpPr>
            <p:spPr>
              <a:xfrm>
                <a:off x="-3324600"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6"/>
              <p:cNvSpPr/>
              <p:nvPr/>
            </p:nvSpPr>
            <p:spPr>
              <a:xfrm>
                <a:off x="-3295429" y="4738795"/>
                <a:ext cx="14535" cy="38522"/>
              </a:xfrm>
              <a:custGeom>
                <a:rect b="b" l="l" r="r" t="t"/>
                <a:pathLst>
                  <a:path extrusionOk="0" h="379" w="143">
                    <a:moveTo>
                      <a:pt x="0" y="0"/>
                    </a:moveTo>
                    <a:lnTo>
                      <a:pt x="0" y="379"/>
                    </a:lnTo>
                    <a:lnTo>
                      <a:pt x="142" y="379"/>
                    </a:lnTo>
                    <a:lnTo>
                      <a:pt x="1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6"/>
              <p:cNvSpPr/>
              <p:nvPr/>
            </p:nvSpPr>
            <p:spPr>
              <a:xfrm>
                <a:off x="-3440773"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6"/>
              <p:cNvSpPr/>
              <p:nvPr/>
            </p:nvSpPr>
            <p:spPr>
              <a:xfrm>
                <a:off x="-3714080" y="4876315"/>
                <a:ext cx="67184" cy="29374"/>
              </a:xfrm>
              <a:custGeom>
                <a:rect b="b" l="l" r="r" t="t"/>
                <a:pathLst>
                  <a:path extrusionOk="0" h="289" w="661">
                    <a:moveTo>
                      <a:pt x="0" y="0"/>
                    </a:moveTo>
                    <a:lnTo>
                      <a:pt x="0" y="50"/>
                    </a:lnTo>
                    <a:cubicBezTo>
                      <a:pt x="0" y="181"/>
                      <a:pt x="107" y="288"/>
                      <a:pt x="239" y="288"/>
                    </a:cubicBezTo>
                    <a:lnTo>
                      <a:pt x="421" y="288"/>
                    </a:lnTo>
                    <a:cubicBezTo>
                      <a:pt x="555" y="288"/>
                      <a:pt x="661" y="182"/>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6"/>
              <p:cNvSpPr/>
              <p:nvPr/>
            </p:nvSpPr>
            <p:spPr>
              <a:xfrm>
                <a:off x="-3075279" y="4876315"/>
                <a:ext cx="67184" cy="29374"/>
              </a:xfrm>
              <a:custGeom>
                <a:rect b="b" l="l" r="r" t="t"/>
                <a:pathLst>
                  <a:path extrusionOk="0" h="289" w="661">
                    <a:moveTo>
                      <a:pt x="0" y="0"/>
                    </a:moveTo>
                    <a:lnTo>
                      <a:pt x="0" y="50"/>
                    </a:lnTo>
                    <a:cubicBezTo>
                      <a:pt x="0" y="182"/>
                      <a:pt x="107" y="288"/>
                      <a:pt x="239" y="288"/>
                    </a:cubicBezTo>
                    <a:lnTo>
                      <a:pt x="421" y="288"/>
                    </a:lnTo>
                    <a:cubicBezTo>
                      <a:pt x="553" y="288"/>
                      <a:pt x="661" y="181"/>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6"/>
              <p:cNvSpPr/>
              <p:nvPr/>
            </p:nvSpPr>
            <p:spPr>
              <a:xfrm>
                <a:off x="-3447075" y="4828646"/>
                <a:ext cx="171873" cy="10875"/>
              </a:xfrm>
              <a:custGeom>
                <a:rect b="b" l="l" r="r" t="t"/>
                <a:pathLst>
                  <a:path extrusionOk="0" h="107" w="1691">
                    <a:moveTo>
                      <a:pt x="44" y="1"/>
                    </a:moveTo>
                    <a:cubicBezTo>
                      <a:pt x="19" y="1"/>
                      <a:pt x="1" y="20"/>
                      <a:pt x="1" y="45"/>
                    </a:cubicBezTo>
                    <a:lnTo>
                      <a:pt x="1" y="63"/>
                    </a:lnTo>
                    <a:cubicBezTo>
                      <a:pt x="1" y="87"/>
                      <a:pt x="19" y="107"/>
                      <a:pt x="44" y="107"/>
                    </a:cubicBezTo>
                    <a:lnTo>
                      <a:pt x="1647" y="107"/>
                    </a:lnTo>
                    <a:cubicBezTo>
                      <a:pt x="1671" y="107"/>
                      <a:pt x="1690" y="87"/>
                      <a:pt x="1690" y="63"/>
                    </a:cubicBezTo>
                    <a:lnTo>
                      <a:pt x="1690" y="45"/>
                    </a:lnTo>
                    <a:cubicBezTo>
                      <a:pt x="1690" y="20"/>
                      <a:pt x="1672" y="1"/>
                      <a:pt x="16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6"/>
              <p:cNvSpPr/>
              <p:nvPr/>
            </p:nvSpPr>
            <p:spPr>
              <a:xfrm>
                <a:off x="-3447075" y="4849990"/>
                <a:ext cx="171873" cy="10774"/>
              </a:xfrm>
              <a:custGeom>
                <a:rect b="b" l="l" r="r" t="t"/>
                <a:pathLst>
                  <a:path extrusionOk="0" h="106" w="1691">
                    <a:moveTo>
                      <a:pt x="44" y="0"/>
                    </a:moveTo>
                    <a:cubicBezTo>
                      <a:pt x="19" y="0"/>
                      <a:pt x="1" y="19"/>
                      <a:pt x="1" y="44"/>
                    </a:cubicBezTo>
                    <a:lnTo>
                      <a:pt x="1" y="62"/>
                    </a:lnTo>
                    <a:cubicBezTo>
                      <a:pt x="1" y="86"/>
                      <a:pt x="19" y="105"/>
                      <a:pt x="44" y="105"/>
                    </a:cubicBezTo>
                    <a:lnTo>
                      <a:pt x="1647" y="105"/>
                    </a:lnTo>
                    <a:cubicBezTo>
                      <a:pt x="1671" y="105"/>
                      <a:pt x="1690" y="86"/>
                      <a:pt x="1690" y="62"/>
                    </a:cubicBezTo>
                    <a:lnTo>
                      <a:pt x="1690" y="44"/>
                    </a:lnTo>
                    <a:cubicBezTo>
                      <a:pt x="1690" y="21"/>
                      <a:pt x="1672" y="0"/>
                      <a:pt x="16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4345" name="Shape 4345"/>
        <p:cNvGrpSpPr/>
        <p:nvPr/>
      </p:nvGrpSpPr>
      <p:grpSpPr>
        <a:xfrm>
          <a:off x="0" y="0"/>
          <a:ext cx="0" cy="0"/>
          <a:chOff x="0" y="0"/>
          <a:chExt cx="0" cy="0"/>
        </a:xfrm>
      </p:grpSpPr>
      <p:sp>
        <p:nvSpPr>
          <p:cNvPr id="4346" name="Google Shape;4346;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4347" name="Google Shape;4347;p57"/>
          <p:cNvSpPr txBox="1"/>
          <p:nvPr>
            <p:ph idx="1" type="subTitle"/>
          </p:nvPr>
        </p:nvSpPr>
        <p:spPr>
          <a:xfrm>
            <a:off x="1439839" y="2671238"/>
            <a:ext cx="5806200" cy="7314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48" name="Google Shape;4348;p57"/>
          <p:cNvSpPr txBox="1"/>
          <p:nvPr>
            <p:ph idx="2" type="subTitle"/>
          </p:nvPr>
        </p:nvSpPr>
        <p:spPr>
          <a:xfrm>
            <a:off x="1897036" y="1469863"/>
            <a:ext cx="5806200" cy="7314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49" name="Google Shape;4349;p57"/>
          <p:cNvSpPr txBox="1"/>
          <p:nvPr>
            <p:ph idx="3" type="subTitle"/>
          </p:nvPr>
        </p:nvSpPr>
        <p:spPr>
          <a:xfrm>
            <a:off x="1897009" y="3872588"/>
            <a:ext cx="5806200" cy="7314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50" name="Google Shape;4350;p57"/>
          <p:cNvSpPr txBox="1"/>
          <p:nvPr>
            <p:ph idx="4" type="subTitle"/>
          </p:nvPr>
        </p:nvSpPr>
        <p:spPr>
          <a:xfrm>
            <a:off x="1439838" y="2366437"/>
            <a:ext cx="5806200" cy="457200"/>
          </a:xfrm>
          <a:prstGeom prst="rect">
            <a:avLst/>
          </a:prstGeom>
        </p:spPr>
        <p:txBody>
          <a:bodyPr anchorCtr="0" anchor="b" bIns="91425" lIns="91425" spcFirstLastPara="1" rIns="91425" wrap="square" tIns="91425">
            <a:noAutofit/>
          </a:bodyPr>
          <a:lstStyle>
            <a:lvl1pPr lvl="0" algn="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351" name="Google Shape;4351;p57"/>
          <p:cNvSpPr txBox="1"/>
          <p:nvPr>
            <p:ph idx="5" type="subTitle"/>
          </p:nvPr>
        </p:nvSpPr>
        <p:spPr>
          <a:xfrm>
            <a:off x="1897045" y="1165063"/>
            <a:ext cx="5806200" cy="457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352" name="Google Shape;4352;p57"/>
          <p:cNvSpPr txBox="1"/>
          <p:nvPr>
            <p:ph idx="6" type="subTitle"/>
          </p:nvPr>
        </p:nvSpPr>
        <p:spPr>
          <a:xfrm>
            <a:off x="1897010" y="3567787"/>
            <a:ext cx="5806200" cy="457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4353" name="Google Shape;4353;p57"/>
          <p:cNvGrpSpPr/>
          <p:nvPr/>
        </p:nvGrpSpPr>
        <p:grpSpPr>
          <a:xfrm>
            <a:off x="90103" y="10"/>
            <a:ext cx="9121413" cy="5059445"/>
            <a:chOff x="90103" y="10"/>
            <a:chExt cx="9121413" cy="5059445"/>
          </a:xfrm>
        </p:grpSpPr>
        <p:grpSp>
          <p:nvGrpSpPr>
            <p:cNvPr id="4354" name="Google Shape;4354;p57"/>
            <p:cNvGrpSpPr/>
            <p:nvPr/>
          </p:nvGrpSpPr>
          <p:grpSpPr>
            <a:xfrm>
              <a:off x="248378" y="89615"/>
              <a:ext cx="719021" cy="355403"/>
              <a:chOff x="3442209" y="513788"/>
              <a:chExt cx="366866" cy="181338"/>
            </a:xfrm>
          </p:grpSpPr>
          <p:sp>
            <p:nvSpPr>
              <p:cNvPr id="4355" name="Google Shape;4355;p57"/>
              <p:cNvSpPr/>
              <p:nvPr/>
            </p:nvSpPr>
            <p:spPr>
              <a:xfrm>
                <a:off x="3442209" y="513788"/>
                <a:ext cx="365475" cy="179900"/>
              </a:xfrm>
              <a:custGeom>
                <a:rect b="b" l="l" r="r" t="t"/>
                <a:pathLst>
                  <a:path extrusionOk="0" h="7196" w="14619">
                    <a:moveTo>
                      <a:pt x="7310" y="1"/>
                    </a:moveTo>
                    <a:cubicBezTo>
                      <a:pt x="3273" y="2"/>
                      <a:pt x="1" y="3510"/>
                      <a:pt x="1" y="3510"/>
                    </a:cubicBezTo>
                    <a:cubicBezTo>
                      <a:pt x="82" y="3487"/>
                      <a:pt x="164" y="3466"/>
                      <a:pt x="244" y="3443"/>
                    </a:cubicBezTo>
                    <a:lnTo>
                      <a:pt x="244" y="3443"/>
                    </a:lnTo>
                    <a:cubicBezTo>
                      <a:pt x="85" y="3595"/>
                      <a:pt x="1" y="3687"/>
                      <a:pt x="1" y="3687"/>
                    </a:cubicBezTo>
                    <a:cubicBezTo>
                      <a:pt x="1" y="3687"/>
                      <a:pt x="3273" y="7196"/>
                      <a:pt x="7310" y="7196"/>
                    </a:cubicBezTo>
                    <a:cubicBezTo>
                      <a:pt x="11346" y="7196"/>
                      <a:pt x="14619" y="3687"/>
                      <a:pt x="14619" y="3687"/>
                    </a:cubicBezTo>
                    <a:cubicBezTo>
                      <a:pt x="14619" y="3687"/>
                      <a:pt x="14532" y="3594"/>
                      <a:pt x="14371" y="3440"/>
                    </a:cubicBezTo>
                    <a:lnTo>
                      <a:pt x="14371" y="3440"/>
                    </a:lnTo>
                    <a:cubicBezTo>
                      <a:pt x="14454" y="3463"/>
                      <a:pt x="14536" y="3486"/>
                      <a:pt x="14619" y="3509"/>
                    </a:cubicBezTo>
                    <a:cubicBezTo>
                      <a:pt x="14619" y="3509"/>
                      <a:pt x="11346" y="1"/>
                      <a:pt x="731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7"/>
              <p:cNvSpPr/>
              <p:nvPr/>
            </p:nvSpPr>
            <p:spPr>
              <a:xfrm>
                <a:off x="3443600" y="519675"/>
                <a:ext cx="365475" cy="175450"/>
              </a:xfrm>
              <a:custGeom>
                <a:rect b="b" l="l" r="r" t="t"/>
                <a:pathLst>
                  <a:path extrusionOk="0" h="7018" w="14619">
                    <a:moveTo>
                      <a:pt x="7309" y="0"/>
                    </a:moveTo>
                    <a:cubicBezTo>
                      <a:pt x="3273" y="0"/>
                      <a:pt x="0" y="3509"/>
                      <a:pt x="0" y="3509"/>
                    </a:cubicBezTo>
                    <a:cubicBezTo>
                      <a:pt x="0" y="3509"/>
                      <a:pt x="3273" y="7018"/>
                      <a:pt x="7309" y="7018"/>
                    </a:cubicBezTo>
                    <a:cubicBezTo>
                      <a:pt x="11346" y="7018"/>
                      <a:pt x="14618" y="3509"/>
                      <a:pt x="14618" y="3509"/>
                    </a:cubicBezTo>
                    <a:cubicBezTo>
                      <a:pt x="14618" y="3509"/>
                      <a:pt x="11346"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7"/>
              <p:cNvSpPr/>
              <p:nvPr/>
            </p:nvSpPr>
            <p:spPr>
              <a:xfrm>
                <a:off x="3549550" y="530625"/>
                <a:ext cx="153525" cy="153550"/>
              </a:xfrm>
              <a:custGeom>
                <a:rect b="b" l="l" r="r" t="t"/>
                <a:pathLst>
                  <a:path extrusionOk="0" h="6142" w="6141">
                    <a:moveTo>
                      <a:pt x="3071" y="1"/>
                    </a:moveTo>
                    <a:cubicBezTo>
                      <a:pt x="1375" y="1"/>
                      <a:pt x="1" y="1374"/>
                      <a:pt x="1" y="3071"/>
                    </a:cubicBezTo>
                    <a:cubicBezTo>
                      <a:pt x="1" y="4766"/>
                      <a:pt x="1375" y="6141"/>
                      <a:pt x="3071" y="6141"/>
                    </a:cubicBezTo>
                    <a:cubicBezTo>
                      <a:pt x="4766" y="6141"/>
                      <a:pt x="6141" y="4766"/>
                      <a:pt x="6141" y="3071"/>
                    </a:cubicBezTo>
                    <a:cubicBezTo>
                      <a:pt x="6141" y="1374"/>
                      <a:pt x="4766"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7"/>
              <p:cNvSpPr/>
              <p:nvPr/>
            </p:nvSpPr>
            <p:spPr>
              <a:xfrm>
                <a:off x="3562700" y="547025"/>
                <a:ext cx="127200" cy="120775"/>
              </a:xfrm>
              <a:custGeom>
                <a:rect b="b" l="l" r="r" t="t"/>
                <a:pathLst>
                  <a:path extrusionOk="0" h="4831" w="5088">
                    <a:moveTo>
                      <a:pt x="2545" y="1"/>
                    </a:moveTo>
                    <a:cubicBezTo>
                      <a:pt x="2345" y="1"/>
                      <a:pt x="2144" y="128"/>
                      <a:pt x="2113" y="383"/>
                    </a:cubicBezTo>
                    <a:cubicBezTo>
                      <a:pt x="2085" y="616"/>
                      <a:pt x="1887" y="766"/>
                      <a:pt x="1680" y="766"/>
                    </a:cubicBezTo>
                    <a:cubicBezTo>
                      <a:pt x="1588" y="766"/>
                      <a:pt x="1494" y="737"/>
                      <a:pt x="1413" y="673"/>
                    </a:cubicBezTo>
                    <a:cubicBezTo>
                      <a:pt x="1326" y="604"/>
                      <a:pt x="1233" y="575"/>
                      <a:pt x="1145" y="575"/>
                    </a:cubicBezTo>
                    <a:cubicBezTo>
                      <a:pt x="822" y="575"/>
                      <a:pt x="553" y="966"/>
                      <a:pt x="803" y="1283"/>
                    </a:cubicBezTo>
                    <a:cubicBezTo>
                      <a:pt x="1011" y="1550"/>
                      <a:pt x="849" y="1943"/>
                      <a:pt x="512" y="1983"/>
                    </a:cubicBezTo>
                    <a:cubicBezTo>
                      <a:pt x="1" y="2045"/>
                      <a:pt x="1" y="2786"/>
                      <a:pt x="512" y="2846"/>
                    </a:cubicBezTo>
                    <a:cubicBezTo>
                      <a:pt x="849" y="2888"/>
                      <a:pt x="1011" y="3280"/>
                      <a:pt x="803" y="3547"/>
                    </a:cubicBezTo>
                    <a:cubicBezTo>
                      <a:pt x="553" y="3864"/>
                      <a:pt x="822" y="4255"/>
                      <a:pt x="1145" y="4255"/>
                    </a:cubicBezTo>
                    <a:cubicBezTo>
                      <a:pt x="1233" y="4255"/>
                      <a:pt x="1326" y="4225"/>
                      <a:pt x="1413" y="4157"/>
                    </a:cubicBezTo>
                    <a:cubicBezTo>
                      <a:pt x="1494" y="4093"/>
                      <a:pt x="1588" y="4064"/>
                      <a:pt x="1680" y="4064"/>
                    </a:cubicBezTo>
                    <a:cubicBezTo>
                      <a:pt x="1887" y="4064"/>
                      <a:pt x="2085" y="4214"/>
                      <a:pt x="2113" y="4448"/>
                    </a:cubicBezTo>
                    <a:cubicBezTo>
                      <a:pt x="2144" y="4703"/>
                      <a:pt x="2344" y="4830"/>
                      <a:pt x="2545" y="4830"/>
                    </a:cubicBezTo>
                    <a:cubicBezTo>
                      <a:pt x="2745" y="4830"/>
                      <a:pt x="2946" y="4703"/>
                      <a:pt x="2976" y="4448"/>
                    </a:cubicBezTo>
                    <a:cubicBezTo>
                      <a:pt x="3005" y="4214"/>
                      <a:pt x="3202" y="4064"/>
                      <a:pt x="3410" y="4064"/>
                    </a:cubicBezTo>
                    <a:cubicBezTo>
                      <a:pt x="3502" y="4064"/>
                      <a:pt x="3595" y="4093"/>
                      <a:pt x="3677" y="4157"/>
                    </a:cubicBezTo>
                    <a:cubicBezTo>
                      <a:pt x="3764" y="4225"/>
                      <a:pt x="3856" y="4255"/>
                      <a:pt x="3944" y="4255"/>
                    </a:cubicBezTo>
                    <a:cubicBezTo>
                      <a:pt x="4267" y="4255"/>
                      <a:pt x="4535" y="3864"/>
                      <a:pt x="4287" y="3547"/>
                    </a:cubicBezTo>
                    <a:cubicBezTo>
                      <a:pt x="4077" y="3280"/>
                      <a:pt x="4240" y="2886"/>
                      <a:pt x="4577" y="2846"/>
                    </a:cubicBezTo>
                    <a:cubicBezTo>
                      <a:pt x="5088" y="2784"/>
                      <a:pt x="5088" y="2044"/>
                      <a:pt x="4577" y="1983"/>
                    </a:cubicBezTo>
                    <a:cubicBezTo>
                      <a:pt x="4240" y="1942"/>
                      <a:pt x="4077" y="1550"/>
                      <a:pt x="4287" y="1283"/>
                    </a:cubicBezTo>
                    <a:cubicBezTo>
                      <a:pt x="4535" y="966"/>
                      <a:pt x="4266" y="575"/>
                      <a:pt x="3944" y="575"/>
                    </a:cubicBezTo>
                    <a:cubicBezTo>
                      <a:pt x="3856" y="575"/>
                      <a:pt x="3764" y="605"/>
                      <a:pt x="3677" y="673"/>
                    </a:cubicBezTo>
                    <a:cubicBezTo>
                      <a:pt x="3595" y="737"/>
                      <a:pt x="3501" y="766"/>
                      <a:pt x="3410" y="766"/>
                    </a:cubicBezTo>
                    <a:cubicBezTo>
                      <a:pt x="3202" y="766"/>
                      <a:pt x="3004" y="616"/>
                      <a:pt x="2976" y="383"/>
                    </a:cubicBezTo>
                    <a:cubicBezTo>
                      <a:pt x="2946" y="128"/>
                      <a:pt x="2745" y="1"/>
                      <a:pt x="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7"/>
              <p:cNvSpPr/>
              <p:nvPr/>
            </p:nvSpPr>
            <p:spPr>
              <a:xfrm>
                <a:off x="3600975" y="582025"/>
                <a:ext cx="50725" cy="50725"/>
              </a:xfrm>
              <a:custGeom>
                <a:rect b="b" l="l" r="r" t="t"/>
                <a:pathLst>
                  <a:path extrusionOk="0" h="2029" w="2029">
                    <a:moveTo>
                      <a:pt x="1014" y="0"/>
                    </a:moveTo>
                    <a:cubicBezTo>
                      <a:pt x="454" y="0"/>
                      <a:pt x="0" y="454"/>
                      <a:pt x="0" y="1015"/>
                    </a:cubicBezTo>
                    <a:cubicBezTo>
                      <a:pt x="0" y="1574"/>
                      <a:pt x="454" y="2028"/>
                      <a:pt x="1014" y="2028"/>
                    </a:cubicBezTo>
                    <a:cubicBezTo>
                      <a:pt x="1574" y="2028"/>
                      <a:pt x="2028" y="1574"/>
                      <a:pt x="2028" y="1015"/>
                    </a:cubicBezTo>
                    <a:cubicBezTo>
                      <a:pt x="2028" y="454"/>
                      <a:pt x="1574" y="0"/>
                      <a:pt x="1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7"/>
              <p:cNvSpPr/>
              <p:nvPr/>
            </p:nvSpPr>
            <p:spPr>
              <a:xfrm>
                <a:off x="3443600" y="515225"/>
                <a:ext cx="365475" cy="87750"/>
              </a:xfrm>
              <a:custGeom>
                <a:rect b="b" l="l" r="r" t="t"/>
                <a:pathLst>
                  <a:path extrusionOk="0" h="3510" w="14619">
                    <a:moveTo>
                      <a:pt x="7309" y="1"/>
                    </a:moveTo>
                    <a:cubicBezTo>
                      <a:pt x="3273" y="1"/>
                      <a:pt x="0" y="3509"/>
                      <a:pt x="0" y="3509"/>
                    </a:cubicBezTo>
                    <a:cubicBezTo>
                      <a:pt x="2504" y="2781"/>
                      <a:pt x="4955" y="2431"/>
                      <a:pt x="7357" y="2431"/>
                    </a:cubicBezTo>
                    <a:cubicBezTo>
                      <a:pt x="9828" y="2431"/>
                      <a:pt x="12247" y="2801"/>
                      <a:pt x="14618" y="3509"/>
                    </a:cubicBezTo>
                    <a:cubicBezTo>
                      <a:pt x="14618" y="3509"/>
                      <a:pt x="11346" y="1"/>
                      <a:pt x="7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1" name="Google Shape;4361;p57"/>
            <p:cNvGrpSpPr/>
            <p:nvPr/>
          </p:nvGrpSpPr>
          <p:grpSpPr>
            <a:xfrm>
              <a:off x="8209420" y="10"/>
              <a:ext cx="1002097" cy="904935"/>
              <a:chOff x="1288334" y="649138"/>
              <a:chExt cx="511300" cy="461725"/>
            </a:xfrm>
          </p:grpSpPr>
          <p:sp>
            <p:nvSpPr>
              <p:cNvPr id="4362" name="Google Shape;4362;p57"/>
              <p:cNvSpPr/>
              <p:nvPr/>
            </p:nvSpPr>
            <p:spPr>
              <a:xfrm>
                <a:off x="1288334" y="649575"/>
                <a:ext cx="511300" cy="457500"/>
              </a:xfrm>
              <a:custGeom>
                <a:rect b="b" l="l" r="r" t="t"/>
                <a:pathLst>
                  <a:path extrusionOk="0" h="18300" w="20452">
                    <a:moveTo>
                      <a:pt x="10584" y="1"/>
                    </a:moveTo>
                    <a:cubicBezTo>
                      <a:pt x="8686" y="1"/>
                      <a:pt x="6787" y="1083"/>
                      <a:pt x="6305" y="3244"/>
                    </a:cubicBezTo>
                    <a:cubicBezTo>
                      <a:pt x="6179" y="3722"/>
                      <a:pt x="6156" y="4251"/>
                      <a:pt x="6167" y="4748"/>
                    </a:cubicBezTo>
                    <a:cubicBezTo>
                      <a:pt x="6042" y="4740"/>
                      <a:pt x="5919" y="4737"/>
                      <a:pt x="5800" y="4737"/>
                    </a:cubicBezTo>
                    <a:cubicBezTo>
                      <a:pt x="1" y="4737"/>
                      <a:pt x="2" y="13593"/>
                      <a:pt x="5801" y="13593"/>
                    </a:cubicBezTo>
                    <a:cubicBezTo>
                      <a:pt x="5920" y="13593"/>
                      <a:pt x="6042" y="13590"/>
                      <a:pt x="6167" y="13582"/>
                    </a:cubicBezTo>
                    <a:lnTo>
                      <a:pt x="6167" y="13582"/>
                    </a:lnTo>
                    <a:cubicBezTo>
                      <a:pt x="5974" y="16727"/>
                      <a:pt x="8278" y="18299"/>
                      <a:pt x="10583" y="18299"/>
                    </a:cubicBezTo>
                    <a:cubicBezTo>
                      <a:pt x="12887" y="18299"/>
                      <a:pt x="15191" y="16727"/>
                      <a:pt x="14998" y="13582"/>
                    </a:cubicBezTo>
                    <a:lnTo>
                      <a:pt x="14998" y="13582"/>
                    </a:lnTo>
                    <a:cubicBezTo>
                      <a:pt x="15072" y="13584"/>
                      <a:pt x="15146" y="13585"/>
                      <a:pt x="15220" y="13585"/>
                    </a:cubicBezTo>
                    <a:cubicBezTo>
                      <a:pt x="15650" y="13585"/>
                      <a:pt x="16093" y="13553"/>
                      <a:pt x="16502" y="13444"/>
                    </a:cubicBezTo>
                    <a:cubicBezTo>
                      <a:pt x="18936" y="12872"/>
                      <a:pt x="20451" y="10063"/>
                      <a:pt x="19570" y="7720"/>
                    </a:cubicBezTo>
                    <a:cubicBezTo>
                      <a:pt x="18978" y="5917"/>
                      <a:pt x="17197" y="4735"/>
                      <a:pt x="15332" y="4735"/>
                    </a:cubicBezTo>
                    <a:cubicBezTo>
                      <a:pt x="15221" y="4735"/>
                      <a:pt x="15109" y="4739"/>
                      <a:pt x="14997" y="4748"/>
                    </a:cubicBezTo>
                    <a:cubicBezTo>
                      <a:pt x="15006" y="4250"/>
                      <a:pt x="14987" y="3723"/>
                      <a:pt x="14859" y="3244"/>
                    </a:cubicBezTo>
                    <a:cubicBezTo>
                      <a:pt x="14377" y="1081"/>
                      <a:pt x="12481" y="1"/>
                      <a:pt x="10584"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7"/>
              <p:cNvSpPr/>
              <p:nvPr/>
            </p:nvSpPr>
            <p:spPr>
              <a:xfrm>
                <a:off x="1323400" y="649138"/>
                <a:ext cx="461700" cy="461725"/>
              </a:xfrm>
              <a:custGeom>
                <a:rect b="b" l="l" r="r" t="t"/>
                <a:pathLst>
                  <a:path extrusionOk="0" h="18469" w="18468">
                    <a:moveTo>
                      <a:pt x="9234" y="0"/>
                    </a:moveTo>
                    <a:cubicBezTo>
                      <a:pt x="8924" y="0"/>
                      <a:pt x="8620" y="33"/>
                      <a:pt x="8324" y="91"/>
                    </a:cubicBezTo>
                    <a:cubicBezTo>
                      <a:pt x="7469" y="274"/>
                      <a:pt x="6707" y="698"/>
                      <a:pt x="6110" y="1293"/>
                    </a:cubicBezTo>
                    <a:cubicBezTo>
                      <a:pt x="6002" y="1401"/>
                      <a:pt x="5902" y="1514"/>
                      <a:pt x="5806" y="1632"/>
                    </a:cubicBezTo>
                    <a:cubicBezTo>
                      <a:pt x="5552" y="1946"/>
                      <a:pt x="5339" y="2292"/>
                      <a:pt x="5176" y="2668"/>
                    </a:cubicBezTo>
                    <a:cubicBezTo>
                      <a:pt x="5130" y="2779"/>
                      <a:pt x="5087" y="2890"/>
                      <a:pt x="5050" y="3004"/>
                    </a:cubicBezTo>
                    <a:cubicBezTo>
                      <a:pt x="5013" y="3105"/>
                      <a:pt x="4982" y="3210"/>
                      <a:pt x="4954" y="3314"/>
                    </a:cubicBezTo>
                    <a:lnTo>
                      <a:pt x="4954" y="3316"/>
                    </a:lnTo>
                    <a:cubicBezTo>
                      <a:pt x="4896" y="3550"/>
                      <a:pt x="4853" y="3793"/>
                      <a:pt x="4834" y="4042"/>
                    </a:cubicBezTo>
                    <a:cubicBezTo>
                      <a:pt x="4823" y="4166"/>
                      <a:pt x="4817" y="4290"/>
                      <a:pt x="4817" y="4417"/>
                    </a:cubicBezTo>
                    <a:lnTo>
                      <a:pt x="4817" y="4817"/>
                    </a:lnTo>
                    <a:lnTo>
                      <a:pt x="4417" y="4817"/>
                    </a:lnTo>
                    <a:cubicBezTo>
                      <a:pt x="4188" y="4817"/>
                      <a:pt x="3961" y="4835"/>
                      <a:pt x="3744" y="4872"/>
                    </a:cubicBezTo>
                    <a:cubicBezTo>
                      <a:pt x="3596" y="4890"/>
                      <a:pt x="3452" y="4918"/>
                      <a:pt x="3310" y="4955"/>
                    </a:cubicBezTo>
                    <a:cubicBezTo>
                      <a:pt x="3305" y="4959"/>
                      <a:pt x="3298" y="4959"/>
                      <a:pt x="3292" y="4961"/>
                    </a:cubicBezTo>
                    <a:lnTo>
                      <a:pt x="3290" y="4961"/>
                    </a:lnTo>
                    <a:cubicBezTo>
                      <a:pt x="2853" y="5076"/>
                      <a:pt x="2444" y="5256"/>
                      <a:pt x="2069" y="5497"/>
                    </a:cubicBezTo>
                    <a:cubicBezTo>
                      <a:pt x="1984" y="5548"/>
                      <a:pt x="1897" y="5607"/>
                      <a:pt x="1817" y="5666"/>
                    </a:cubicBezTo>
                    <a:cubicBezTo>
                      <a:pt x="1753" y="5712"/>
                      <a:pt x="1692" y="5761"/>
                      <a:pt x="1630" y="5811"/>
                    </a:cubicBezTo>
                    <a:cubicBezTo>
                      <a:pt x="861" y="6437"/>
                      <a:pt x="305" y="7315"/>
                      <a:pt x="97" y="8324"/>
                    </a:cubicBezTo>
                    <a:cubicBezTo>
                      <a:pt x="35" y="8615"/>
                      <a:pt x="1" y="8923"/>
                      <a:pt x="1" y="9234"/>
                    </a:cubicBezTo>
                    <a:cubicBezTo>
                      <a:pt x="1" y="9543"/>
                      <a:pt x="35" y="9852"/>
                      <a:pt x="97" y="10143"/>
                    </a:cubicBezTo>
                    <a:cubicBezTo>
                      <a:pt x="274" y="10998"/>
                      <a:pt x="701" y="11763"/>
                      <a:pt x="1295" y="12356"/>
                    </a:cubicBezTo>
                    <a:cubicBezTo>
                      <a:pt x="1403" y="12465"/>
                      <a:pt x="1513" y="12563"/>
                      <a:pt x="1630" y="12659"/>
                    </a:cubicBezTo>
                    <a:cubicBezTo>
                      <a:pt x="1701" y="12717"/>
                      <a:pt x="1775" y="12772"/>
                      <a:pt x="1852" y="12828"/>
                    </a:cubicBezTo>
                    <a:cubicBezTo>
                      <a:pt x="1981" y="12921"/>
                      <a:pt x="2114" y="13006"/>
                      <a:pt x="2252" y="13083"/>
                    </a:cubicBezTo>
                    <a:cubicBezTo>
                      <a:pt x="2579" y="13268"/>
                      <a:pt x="2929" y="13412"/>
                      <a:pt x="3301" y="13510"/>
                    </a:cubicBezTo>
                    <a:cubicBezTo>
                      <a:pt x="3305" y="13510"/>
                      <a:pt x="3311" y="13512"/>
                      <a:pt x="3313" y="13512"/>
                    </a:cubicBezTo>
                    <a:lnTo>
                      <a:pt x="3316" y="13512"/>
                    </a:lnTo>
                    <a:cubicBezTo>
                      <a:pt x="3458" y="13551"/>
                      <a:pt x="3602" y="13577"/>
                      <a:pt x="3750" y="13599"/>
                    </a:cubicBezTo>
                    <a:cubicBezTo>
                      <a:pt x="3968" y="13634"/>
                      <a:pt x="4193" y="13652"/>
                      <a:pt x="4420" y="13652"/>
                    </a:cubicBezTo>
                    <a:lnTo>
                      <a:pt x="4819" y="13652"/>
                    </a:lnTo>
                    <a:lnTo>
                      <a:pt x="4819" y="14052"/>
                    </a:lnTo>
                    <a:cubicBezTo>
                      <a:pt x="4819" y="14105"/>
                      <a:pt x="4819" y="14154"/>
                      <a:pt x="4825" y="14203"/>
                    </a:cubicBezTo>
                    <a:cubicBezTo>
                      <a:pt x="4825" y="14336"/>
                      <a:pt x="4838" y="14465"/>
                      <a:pt x="4853" y="14594"/>
                    </a:cubicBezTo>
                    <a:cubicBezTo>
                      <a:pt x="4875" y="14785"/>
                      <a:pt x="4911" y="14972"/>
                      <a:pt x="4957" y="15156"/>
                    </a:cubicBezTo>
                    <a:cubicBezTo>
                      <a:pt x="5119" y="15780"/>
                      <a:pt x="5412" y="16352"/>
                      <a:pt x="5809" y="16837"/>
                    </a:cubicBezTo>
                    <a:cubicBezTo>
                      <a:pt x="6435" y="17608"/>
                      <a:pt x="7316" y="18166"/>
                      <a:pt x="8326" y="18377"/>
                    </a:cubicBezTo>
                    <a:cubicBezTo>
                      <a:pt x="8620" y="18435"/>
                      <a:pt x="8925" y="18469"/>
                      <a:pt x="9235" y="18469"/>
                    </a:cubicBezTo>
                    <a:cubicBezTo>
                      <a:pt x="9545" y="18469"/>
                      <a:pt x="9849" y="18435"/>
                      <a:pt x="10144" y="18377"/>
                    </a:cubicBezTo>
                    <a:cubicBezTo>
                      <a:pt x="10995" y="18196"/>
                      <a:pt x="11758" y="17771"/>
                      <a:pt x="12354" y="17175"/>
                    </a:cubicBezTo>
                    <a:cubicBezTo>
                      <a:pt x="12462" y="17068"/>
                      <a:pt x="12563" y="16954"/>
                      <a:pt x="12658" y="16837"/>
                    </a:cubicBezTo>
                    <a:cubicBezTo>
                      <a:pt x="13054" y="16352"/>
                      <a:pt x="13347" y="15781"/>
                      <a:pt x="13509" y="15156"/>
                    </a:cubicBezTo>
                    <a:cubicBezTo>
                      <a:pt x="13554" y="14981"/>
                      <a:pt x="13590" y="14800"/>
                      <a:pt x="13612" y="14619"/>
                    </a:cubicBezTo>
                    <a:cubicBezTo>
                      <a:pt x="13632" y="14461"/>
                      <a:pt x="13646" y="14305"/>
                      <a:pt x="13646" y="14145"/>
                    </a:cubicBezTo>
                    <a:cubicBezTo>
                      <a:pt x="13648" y="14115"/>
                      <a:pt x="13648" y="14084"/>
                      <a:pt x="13648" y="14053"/>
                    </a:cubicBezTo>
                    <a:lnTo>
                      <a:pt x="13648" y="13654"/>
                    </a:lnTo>
                    <a:lnTo>
                      <a:pt x="14050" y="13654"/>
                    </a:lnTo>
                    <a:cubicBezTo>
                      <a:pt x="14333" y="13654"/>
                      <a:pt x="14609" y="13626"/>
                      <a:pt x="14880" y="13573"/>
                    </a:cubicBezTo>
                    <a:cubicBezTo>
                      <a:pt x="14972" y="13558"/>
                      <a:pt x="15065" y="13537"/>
                      <a:pt x="15153" y="13515"/>
                    </a:cubicBezTo>
                    <a:cubicBezTo>
                      <a:pt x="15200" y="13502"/>
                      <a:pt x="15245" y="13491"/>
                      <a:pt x="15292" y="13475"/>
                    </a:cubicBezTo>
                    <a:cubicBezTo>
                      <a:pt x="15676" y="13365"/>
                      <a:pt x="16036" y="13202"/>
                      <a:pt x="16367" y="12995"/>
                    </a:cubicBezTo>
                    <a:cubicBezTo>
                      <a:pt x="16505" y="12913"/>
                      <a:pt x="16638" y="12820"/>
                      <a:pt x="16760" y="12722"/>
                    </a:cubicBezTo>
                    <a:cubicBezTo>
                      <a:pt x="16789" y="12704"/>
                      <a:pt x="16814" y="12686"/>
                      <a:pt x="16838" y="12664"/>
                    </a:cubicBezTo>
                    <a:cubicBezTo>
                      <a:pt x="17409" y="12194"/>
                      <a:pt x="17864" y="11589"/>
                      <a:pt x="18147" y="10894"/>
                    </a:cubicBezTo>
                    <a:lnTo>
                      <a:pt x="18147" y="10892"/>
                    </a:lnTo>
                    <a:lnTo>
                      <a:pt x="18249" y="10603"/>
                    </a:lnTo>
                    <a:lnTo>
                      <a:pt x="18249" y="10600"/>
                    </a:lnTo>
                    <a:cubicBezTo>
                      <a:pt x="18298" y="10453"/>
                      <a:pt x="18341" y="10302"/>
                      <a:pt x="18372" y="10149"/>
                    </a:cubicBezTo>
                    <a:cubicBezTo>
                      <a:pt x="18434" y="9857"/>
                      <a:pt x="18467" y="9550"/>
                      <a:pt x="18467" y="9239"/>
                    </a:cubicBezTo>
                    <a:cubicBezTo>
                      <a:pt x="18467" y="8928"/>
                      <a:pt x="18434" y="8622"/>
                      <a:pt x="18370" y="8321"/>
                    </a:cubicBezTo>
                    <a:cubicBezTo>
                      <a:pt x="18346" y="8211"/>
                      <a:pt x="18322" y="8100"/>
                      <a:pt x="18291" y="7993"/>
                    </a:cubicBezTo>
                    <a:lnTo>
                      <a:pt x="18291" y="7986"/>
                    </a:lnTo>
                    <a:lnTo>
                      <a:pt x="18224" y="7790"/>
                    </a:lnTo>
                    <a:cubicBezTo>
                      <a:pt x="18224" y="7788"/>
                      <a:pt x="18224" y="7788"/>
                      <a:pt x="18220" y="7788"/>
                    </a:cubicBezTo>
                    <a:cubicBezTo>
                      <a:pt x="18002" y="7148"/>
                      <a:pt x="17639" y="6576"/>
                      <a:pt x="17172" y="6110"/>
                    </a:cubicBezTo>
                    <a:cubicBezTo>
                      <a:pt x="17064" y="6001"/>
                      <a:pt x="16954" y="5903"/>
                      <a:pt x="16837" y="5805"/>
                    </a:cubicBezTo>
                    <a:cubicBezTo>
                      <a:pt x="16825" y="5796"/>
                      <a:pt x="16816" y="5787"/>
                      <a:pt x="16804" y="5781"/>
                    </a:cubicBezTo>
                    <a:cubicBezTo>
                      <a:pt x="16690" y="5689"/>
                      <a:pt x="16569" y="5602"/>
                      <a:pt x="16448" y="5523"/>
                    </a:cubicBezTo>
                    <a:cubicBezTo>
                      <a:pt x="16120" y="5313"/>
                      <a:pt x="15764" y="5145"/>
                      <a:pt x="15387" y="5022"/>
                    </a:cubicBezTo>
                    <a:cubicBezTo>
                      <a:pt x="15310" y="4997"/>
                      <a:pt x="15233" y="4977"/>
                      <a:pt x="15153" y="4955"/>
                    </a:cubicBezTo>
                    <a:cubicBezTo>
                      <a:pt x="15077" y="4935"/>
                      <a:pt x="14998" y="4918"/>
                      <a:pt x="14917" y="4902"/>
                    </a:cubicBezTo>
                    <a:cubicBezTo>
                      <a:pt x="14637" y="4847"/>
                      <a:pt x="14348" y="4816"/>
                      <a:pt x="14050" y="4816"/>
                    </a:cubicBezTo>
                    <a:lnTo>
                      <a:pt x="13648" y="4816"/>
                    </a:lnTo>
                    <a:lnTo>
                      <a:pt x="13648" y="4415"/>
                    </a:lnTo>
                    <a:cubicBezTo>
                      <a:pt x="13648" y="4280"/>
                      <a:pt x="13642" y="4145"/>
                      <a:pt x="13626" y="4013"/>
                    </a:cubicBezTo>
                    <a:cubicBezTo>
                      <a:pt x="13606" y="3773"/>
                      <a:pt x="13566" y="3540"/>
                      <a:pt x="13508" y="3315"/>
                    </a:cubicBezTo>
                    <a:lnTo>
                      <a:pt x="13508" y="3313"/>
                    </a:lnTo>
                    <a:cubicBezTo>
                      <a:pt x="13346" y="2690"/>
                      <a:pt x="13053" y="2117"/>
                      <a:pt x="12657" y="1632"/>
                    </a:cubicBezTo>
                    <a:cubicBezTo>
                      <a:pt x="12033" y="860"/>
                      <a:pt x="11151" y="303"/>
                      <a:pt x="10143" y="91"/>
                    </a:cubicBezTo>
                    <a:cubicBezTo>
                      <a:pt x="9849" y="33"/>
                      <a:pt x="9543" y="0"/>
                      <a:pt x="9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7"/>
              <p:cNvSpPr/>
              <p:nvPr/>
            </p:nvSpPr>
            <p:spPr>
              <a:xfrm>
                <a:off x="1731350" y="787313"/>
                <a:ext cx="12175" cy="11600"/>
              </a:xfrm>
              <a:custGeom>
                <a:rect b="b" l="l" r="r" t="t"/>
                <a:pathLst>
                  <a:path extrusionOk="0" h="464" w="487">
                    <a:moveTo>
                      <a:pt x="130" y="1"/>
                    </a:moveTo>
                    <a:cubicBezTo>
                      <a:pt x="53" y="41"/>
                      <a:pt x="1" y="125"/>
                      <a:pt x="1" y="216"/>
                    </a:cubicBezTo>
                    <a:cubicBezTo>
                      <a:pt x="1" y="352"/>
                      <a:pt x="111" y="463"/>
                      <a:pt x="246" y="463"/>
                    </a:cubicBezTo>
                    <a:cubicBezTo>
                      <a:pt x="369" y="463"/>
                      <a:pt x="468" y="373"/>
                      <a:pt x="487" y="260"/>
                    </a:cubicBezTo>
                    <a:cubicBezTo>
                      <a:pt x="373" y="169"/>
                      <a:pt x="253" y="82"/>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7"/>
              <p:cNvSpPr/>
              <p:nvPr/>
            </p:nvSpPr>
            <p:spPr>
              <a:xfrm>
                <a:off x="1731375" y="823613"/>
                <a:ext cx="12325" cy="12375"/>
              </a:xfrm>
              <a:custGeom>
                <a:rect b="b" l="l" r="r" t="t"/>
                <a:pathLst>
                  <a:path extrusionOk="0" h="495" w="493">
                    <a:moveTo>
                      <a:pt x="247" y="1"/>
                    </a:moveTo>
                    <a:cubicBezTo>
                      <a:pt x="111" y="1"/>
                      <a:pt x="1" y="111"/>
                      <a:pt x="1" y="247"/>
                    </a:cubicBezTo>
                    <a:cubicBezTo>
                      <a:pt x="1" y="384"/>
                      <a:pt x="111" y="494"/>
                      <a:pt x="247" y="494"/>
                    </a:cubicBezTo>
                    <a:cubicBezTo>
                      <a:pt x="382" y="494"/>
                      <a:pt x="493" y="384"/>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7"/>
              <p:cNvSpPr/>
              <p:nvPr/>
            </p:nvSpPr>
            <p:spPr>
              <a:xfrm>
                <a:off x="1731375" y="860688"/>
                <a:ext cx="12325" cy="12350"/>
              </a:xfrm>
              <a:custGeom>
                <a:rect b="b" l="l" r="r" t="t"/>
                <a:pathLst>
                  <a:path extrusionOk="0" h="494" w="493">
                    <a:moveTo>
                      <a:pt x="247" y="1"/>
                    </a:moveTo>
                    <a:cubicBezTo>
                      <a:pt x="111" y="1"/>
                      <a:pt x="1" y="111"/>
                      <a:pt x="1" y="247"/>
                    </a:cubicBezTo>
                    <a:cubicBezTo>
                      <a:pt x="1" y="383"/>
                      <a:pt x="111" y="493"/>
                      <a:pt x="247" y="493"/>
                    </a:cubicBezTo>
                    <a:cubicBezTo>
                      <a:pt x="382" y="493"/>
                      <a:pt x="493" y="383"/>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7"/>
              <p:cNvSpPr/>
              <p:nvPr/>
            </p:nvSpPr>
            <p:spPr>
              <a:xfrm>
                <a:off x="1768375" y="842138"/>
                <a:ext cx="12325" cy="12425"/>
              </a:xfrm>
              <a:custGeom>
                <a:rect b="b" l="l" r="r" t="t"/>
                <a:pathLst>
                  <a:path extrusionOk="0" h="497" w="493">
                    <a:moveTo>
                      <a:pt x="246" y="1"/>
                    </a:moveTo>
                    <a:cubicBezTo>
                      <a:pt x="111" y="1"/>
                      <a:pt x="0" y="112"/>
                      <a:pt x="0" y="247"/>
                    </a:cubicBezTo>
                    <a:cubicBezTo>
                      <a:pt x="0" y="386"/>
                      <a:pt x="111" y="496"/>
                      <a:pt x="246" y="496"/>
                    </a:cubicBezTo>
                    <a:cubicBezTo>
                      <a:pt x="373" y="496"/>
                      <a:pt x="477" y="403"/>
                      <a:pt x="493" y="280"/>
                    </a:cubicBezTo>
                    <a:lnTo>
                      <a:pt x="493" y="274"/>
                    </a:lnTo>
                    <a:lnTo>
                      <a:pt x="425" y="77"/>
                    </a:lnTo>
                    <a:cubicBezTo>
                      <a:pt x="425" y="74"/>
                      <a:pt x="425" y="74"/>
                      <a:pt x="421" y="74"/>
                    </a:cubicBezTo>
                    <a:cubicBezTo>
                      <a:pt x="378" y="28"/>
                      <a:pt x="317"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7"/>
              <p:cNvSpPr/>
              <p:nvPr/>
            </p:nvSpPr>
            <p:spPr>
              <a:xfrm>
                <a:off x="1768400" y="879188"/>
                <a:ext cx="12325" cy="12350"/>
              </a:xfrm>
              <a:custGeom>
                <a:rect b="b" l="l" r="r" t="t"/>
                <a:pathLst>
                  <a:path extrusionOk="0" h="494"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7"/>
              <p:cNvSpPr/>
              <p:nvPr/>
            </p:nvSpPr>
            <p:spPr>
              <a:xfrm>
                <a:off x="1658750" y="749638"/>
                <a:ext cx="5850" cy="12150"/>
              </a:xfrm>
              <a:custGeom>
                <a:rect b="b" l="l" r="r" t="t"/>
                <a:pathLst>
                  <a:path extrusionOk="0" h="486" w="234">
                    <a:moveTo>
                      <a:pt x="212" y="0"/>
                    </a:moveTo>
                    <a:cubicBezTo>
                      <a:pt x="92" y="18"/>
                      <a:pt x="0" y="120"/>
                      <a:pt x="0" y="243"/>
                    </a:cubicBezTo>
                    <a:cubicBezTo>
                      <a:pt x="0" y="372"/>
                      <a:pt x="103" y="479"/>
                      <a:pt x="234" y="485"/>
                    </a:cubicBezTo>
                    <a:lnTo>
                      <a:pt x="234" y="402"/>
                    </a:lnTo>
                    <a:cubicBezTo>
                      <a:pt x="234" y="268"/>
                      <a:pt x="228" y="133"/>
                      <a:pt x="2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7"/>
              <p:cNvSpPr/>
              <p:nvPr/>
            </p:nvSpPr>
            <p:spPr>
              <a:xfrm>
                <a:off x="16587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7"/>
              <p:cNvSpPr/>
              <p:nvPr/>
            </p:nvSpPr>
            <p:spPr>
              <a:xfrm>
                <a:off x="16587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7"/>
              <p:cNvSpPr/>
              <p:nvPr/>
            </p:nvSpPr>
            <p:spPr>
              <a:xfrm>
                <a:off x="1695875" y="771838"/>
                <a:ext cx="12225" cy="8575"/>
              </a:xfrm>
              <a:custGeom>
                <a:rect b="b" l="l" r="r" t="t"/>
                <a:pathLst>
                  <a:path extrusionOk="0" h="343" w="489">
                    <a:moveTo>
                      <a:pt x="18" y="1"/>
                    </a:moveTo>
                    <a:cubicBezTo>
                      <a:pt x="7" y="29"/>
                      <a:pt x="1" y="62"/>
                      <a:pt x="1" y="97"/>
                    </a:cubicBezTo>
                    <a:cubicBezTo>
                      <a:pt x="1" y="232"/>
                      <a:pt x="111" y="342"/>
                      <a:pt x="246" y="342"/>
                    </a:cubicBezTo>
                    <a:cubicBezTo>
                      <a:pt x="372" y="342"/>
                      <a:pt x="476" y="243"/>
                      <a:pt x="489" y="120"/>
                    </a:cubicBezTo>
                    <a:cubicBezTo>
                      <a:pt x="411" y="97"/>
                      <a:pt x="334" y="74"/>
                      <a:pt x="254" y="53"/>
                    </a:cubicBezTo>
                    <a:cubicBezTo>
                      <a:pt x="178" y="35"/>
                      <a:pt x="99" y="16"/>
                      <a:pt x="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7"/>
              <p:cNvSpPr/>
              <p:nvPr/>
            </p:nvSpPr>
            <p:spPr>
              <a:xfrm>
                <a:off x="1695825" y="805088"/>
                <a:ext cx="12350" cy="12350"/>
              </a:xfrm>
              <a:custGeom>
                <a:rect b="b" l="l" r="r" t="t"/>
                <a:pathLst>
                  <a:path extrusionOk="0" h="494" w="494">
                    <a:moveTo>
                      <a:pt x="247" y="1"/>
                    </a:moveTo>
                    <a:cubicBezTo>
                      <a:pt x="111" y="1"/>
                      <a:pt x="0" y="111"/>
                      <a:pt x="0" y="246"/>
                    </a:cubicBezTo>
                    <a:cubicBezTo>
                      <a:pt x="0"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7"/>
              <p:cNvSpPr/>
              <p:nvPr/>
            </p:nvSpPr>
            <p:spPr>
              <a:xfrm>
                <a:off x="1695825" y="842138"/>
                <a:ext cx="12350" cy="12375"/>
              </a:xfrm>
              <a:custGeom>
                <a:rect b="b" l="l" r="r" t="t"/>
                <a:pathLst>
                  <a:path extrusionOk="0" h="495"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7"/>
              <p:cNvSpPr/>
              <p:nvPr/>
            </p:nvSpPr>
            <p:spPr>
              <a:xfrm>
                <a:off x="1695825" y="879188"/>
                <a:ext cx="12350" cy="12350"/>
              </a:xfrm>
              <a:custGeom>
                <a:rect b="b" l="l" r="r" t="t"/>
                <a:pathLst>
                  <a:path extrusionOk="0" h="494"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7"/>
              <p:cNvSpPr/>
              <p:nvPr/>
            </p:nvSpPr>
            <p:spPr>
              <a:xfrm>
                <a:off x="158620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7"/>
              <p:cNvSpPr/>
              <p:nvPr/>
            </p:nvSpPr>
            <p:spPr>
              <a:xfrm>
                <a:off x="158620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7"/>
              <p:cNvSpPr/>
              <p:nvPr/>
            </p:nvSpPr>
            <p:spPr>
              <a:xfrm>
                <a:off x="1623275" y="69393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7"/>
              <p:cNvSpPr/>
              <p:nvPr/>
            </p:nvSpPr>
            <p:spPr>
              <a:xfrm>
                <a:off x="158620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7"/>
              <p:cNvSpPr/>
              <p:nvPr/>
            </p:nvSpPr>
            <p:spPr>
              <a:xfrm>
                <a:off x="158620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7"/>
              <p:cNvSpPr/>
              <p:nvPr/>
            </p:nvSpPr>
            <p:spPr>
              <a:xfrm>
                <a:off x="158620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7"/>
              <p:cNvSpPr/>
              <p:nvPr/>
            </p:nvSpPr>
            <p:spPr>
              <a:xfrm>
                <a:off x="1623275" y="73098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7"/>
              <p:cNvSpPr/>
              <p:nvPr/>
            </p:nvSpPr>
            <p:spPr>
              <a:xfrm>
                <a:off x="1623275" y="768063"/>
                <a:ext cx="12325" cy="12350"/>
              </a:xfrm>
              <a:custGeom>
                <a:rect b="b" l="l" r="r" t="t"/>
                <a:pathLst>
                  <a:path extrusionOk="0" h="494" w="493">
                    <a:moveTo>
                      <a:pt x="246" y="1"/>
                    </a:moveTo>
                    <a:cubicBezTo>
                      <a:pt x="111" y="1"/>
                      <a:pt x="0" y="111"/>
                      <a:pt x="0" y="248"/>
                    </a:cubicBezTo>
                    <a:cubicBezTo>
                      <a:pt x="0"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7"/>
              <p:cNvSpPr/>
              <p:nvPr/>
            </p:nvSpPr>
            <p:spPr>
              <a:xfrm>
                <a:off x="1623275" y="805088"/>
                <a:ext cx="12325" cy="12350"/>
              </a:xfrm>
              <a:custGeom>
                <a:rect b="b" l="l" r="r" t="t"/>
                <a:pathLst>
                  <a:path extrusionOk="0" h="494" w="493">
                    <a:moveTo>
                      <a:pt x="246" y="1"/>
                    </a:moveTo>
                    <a:cubicBezTo>
                      <a:pt x="111" y="1"/>
                      <a:pt x="0" y="111"/>
                      <a:pt x="0" y="246"/>
                    </a:cubicBezTo>
                    <a:cubicBezTo>
                      <a:pt x="0"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7"/>
              <p:cNvSpPr/>
              <p:nvPr/>
            </p:nvSpPr>
            <p:spPr>
              <a:xfrm>
                <a:off x="1623275" y="842138"/>
                <a:ext cx="12325" cy="12375"/>
              </a:xfrm>
              <a:custGeom>
                <a:rect b="b" l="l" r="r" t="t"/>
                <a:pathLst>
                  <a:path extrusionOk="0" h="495"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7"/>
              <p:cNvSpPr/>
              <p:nvPr/>
            </p:nvSpPr>
            <p:spPr>
              <a:xfrm>
                <a:off x="151365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7"/>
              <p:cNvSpPr/>
              <p:nvPr/>
            </p:nvSpPr>
            <p:spPr>
              <a:xfrm>
                <a:off x="151365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7"/>
              <p:cNvSpPr/>
              <p:nvPr/>
            </p:nvSpPr>
            <p:spPr>
              <a:xfrm>
                <a:off x="1550700" y="693938"/>
                <a:ext cx="12350" cy="12375"/>
              </a:xfrm>
              <a:custGeom>
                <a:rect b="b" l="l" r="r" t="t"/>
                <a:pathLst>
                  <a:path extrusionOk="0" h="495" w="494">
                    <a:moveTo>
                      <a:pt x="247" y="1"/>
                    </a:moveTo>
                    <a:cubicBezTo>
                      <a:pt x="111" y="1"/>
                      <a:pt x="0" y="111"/>
                      <a:pt x="0" y="248"/>
                    </a:cubicBezTo>
                    <a:cubicBezTo>
                      <a:pt x="0"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7"/>
              <p:cNvSpPr/>
              <p:nvPr/>
            </p:nvSpPr>
            <p:spPr>
              <a:xfrm>
                <a:off x="151365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7"/>
              <p:cNvSpPr/>
              <p:nvPr/>
            </p:nvSpPr>
            <p:spPr>
              <a:xfrm>
                <a:off x="151365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7"/>
              <p:cNvSpPr/>
              <p:nvPr/>
            </p:nvSpPr>
            <p:spPr>
              <a:xfrm>
                <a:off x="151365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7"/>
              <p:cNvSpPr/>
              <p:nvPr/>
            </p:nvSpPr>
            <p:spPr>
              <a:xfrm>
                <a:off x="1550700" y="656913"/>
                <a:ext cx="12350" cy="12325"/>
              </a:xfrm>
              <a:custGeom>
                <a:rect b="b" l="l" r="r" t="t"/>
                <a:pathLst>
                  <a:path extrusionOk="0" h="493" w="494">
                    <a:moveTo>
                      <a:pt x="247" y="0"/>
                    </a:moveTo>
                    <a:cubicBezTo>
                      <a:pt x="111" y="0"/>
                      <a:pt x="0" y="110"/>
                      <a:pt x="0" y="247"/>
                    </a:cubicBezTo>
                    <a:cubicBezTo>
                      <a:pt x="0" y="383"/>
                      <a:pt x="111" y="492"/>
                      <a:pt x="247" y="492"/>
                    </a:cubicBezTo>
                    <a:cubicBezTo>
                      <a:pt x="383" y="492"/>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7"/>
              <p:cNvSpPr/>
              <p:nvPr/>
            </p:nvSpPr>
            <p:spPr>
              <a:xfrm>
                <a:off x="1449650" y="715963"/>
                <a:ext cx="3775" cy="8400"/>
              </a:xfrm>
              <a:custGeom>
                <a:rect b="b" l="l" r="r" t="t"/>
                <a:pathLst>
                  <a:path extrusionOk="0" h="336" w="151">
                    <a:moveTo>
                      <a:pt x="126" y="0"/>
                    </a:moveTo>
                    <a:cubicBezTo>
                      <a:pt x="80" y="111"/>
                      <a:pt x="37" y="222"/>
                      <a:pt x="0" y="336"/>
                    </a:cubicBezTo>
                    <a:cubicBezTo>
                      <a:pt x="89" y="295"/>
                      <a:pt x="151" y="211"/>
                      <a:pt x="151" y="109"/>
                    </a:cubicBezTo>
                    <a:cubicBezTo>
                      <a:pt x="151" y="68"/>
                      <a:pt x="142" y="35"/>
                      <a:pt x="1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7"/>
              <p:cNvSpPr/>
              <p:nvPr/>
            </p:nvSpPr>
            <p:spPr>
              <a:xfrm>
                <a:off x="1478150" y="6939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7"/>
              <p:cNvSpPr/>
              <p:nvPr/>
            </p:nvSpPr>
            <p:spPr>
              <a:xfrm>
                <a:off x="1443800" y="749563"/>
                <a:ext cx="9625" cy="12350"/>
              </a:xfrm>
              <a:custGeom>
                <a:rect b="b" l="l" r="r" t="t"/>
                <a:pathLst>
                  <a:path extrusionOk="0" h="494" w="385">
                    <a:moveTo>
                      <a:pt x="140" y="1"/>
                    </a:moveTo>
                    <a:cubicBezTo>
                      <a:pt x="139" y="1"/>
                      <a:pt x="139" y="1"/>
                      <a:pt x="138" y="1"/>
                    </a:cubicBezTo>
                    <a:cubicBezTo>
                      <a:pt x="96" y="1"/>
                      <a:pt x="53" y="14"/>
                      <a:pt x="18" y="32"/>
                    </a:cubicBezTo>
                    <a:cubicBezTo>
                      <a:pt x="7" y="156"/>
                      <a:pt x="1" y="282"/>
                      <a:pt x="1" y="408"/>
                    </a:cubicBezTo>
                    <a:lnTo>
                      <a:pt x="1" y="450"/>
                    </a:lnTo>
                    <a:cubicBezTo>
                      <a:pt x="40" y="478"/>
                      <a:pt x="86" y="493"/>
                      <a:pt x="138" y="493"/>
                    </a:cubicBezTo>
                    <a:cubicBezTo>
                      <a:pt x="274" y="493"/>
                      <a:pt x="385" y="382"/>
                      <a:pt x="385" y="247"/>
                    </a:cubicBezTo>
                    <a:cubicBezTo>
                      <a:pt x="385" y="112"/>
                      <a:pt x="276" y="1"/>
                      <a:pt x="1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7"/>
              <p:cNvSpPr/>
              <p:nvPr/>
            </p:nvSpPr>
            <p:spPr>
              <a:xfrm>
                <a:off x="14410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7"/>
              <p:cNvSpPr/>
              <p:nvPr/>
            </p:nvSpPr>
            <p:spPr>
              <a:xfrm>
                <a:off x="14410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7"/>
              <p:cNvSpPr/>
              <p:nvPr/>
            </p:nvSpPr>
            <p:spPr>
              <a:xfrm>
                <a:off x="1478150" y="73098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7"/>
              <p:cNvSpPr/>
              <p:nvPr/>
            </p:nvSpPr>
            <p:spPr>
              <a:xfrm>
                <a:off x="1478150" y="76806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7"/>
              <p:cNvSpPr/>
              <p:nvPr/>
            </p:nvSpPr>
            <p:spPr>
              <a:xfrm>
                <a:off x="1478150" y="805088"/>
                <a:ext cx="12325" cy="12350"/>
              </a:xfrm>
              <a:custGeom>
                <a:rect b="b" l="l" r="r" t="t"/>
                <a:pathLst>
                  <a:path extrusionOk="0" h="494" w="493">
                    <a:moveTo>
                      <a:pt x="246" y="1"/>
                    </a:moveTo>
                    <a:cubicBezTo>
                      <a:pt x="111" y="1"/>
                      <a:pt x="1" y="111"/>
                      <a:pt x="1" y="246"/>
                    </a:cubicBezTo>
                    <a:cubicBezTo>
                      <a:pt x="1"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7"/>
              <p:cNvSpPr/>
              <p:nvPr/>
            </p:nvSpPr>
            <p:spPr>
              <a:xfrm>
                <a:off x="1478150"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7"/>
              <p:cNvSpPr/>
              <p:nvPr/>
            </p:nvSpPr>
            <p:spPr>
              <a:xfrm>
                <a:off x="1368500" y="786663"/>
                <a:ext cx="12400" cy="12275"/>
              </a:xfrm>
              <a:custGeom>
                <a:rect b="b" l="l" r="r" t="t"/>
                <a:pathLst>
                  <a:path extrusionOk="0" h="491" w="496">
                    <a:moveTo>
                      <a:pt x="265" y="1"/>
                    </a:moveTo>
                    <a:cubicBezTo>
                      <a:pt x="179" y="53"/>
                      <a:pt x="93" y="112"/>
                      <a:pt x="13" y="170"/>
                    </a:cubicBezTo>
                    <a:cubicBezTo>
                      <a:pt x="3" y="191"/>
                      <a:pt x="1" y="219"/>
                      <a:pt x="1" y="243"/>
                    </a:cubicBezTo>
                    <a:cubicBezTo>
                      <a:pt x="1" y="379"/>
                      <a:pt x="111" y="490"/>
                      <a:pt x="246" y="490"/>
                    </a:cubicBezTo>
                    <a:cubicBezTo>
                      <a:pt x="384" y="490"/>
                      <a:pt x="496" y="379"/>
                      <a:pt x="496" y="243"/>
                    </a:cubicBezTo>
                    <a:cubicBezTo>
                      <a:pt x="496" y="114"/>
                      <a:pt x="394" y="7"/>
                      <a:pt x="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7"/>
              <p:cNvSpPr/>
              <p:nvPr/>
            </p:nvSpPr>
            <p:spPr>
              <a:xfrm>
                <a:off x="136852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7"/>
              <p:cNvSpPr/>
              <p:nvPr/>
            </p:nvSpPr>
            <p:spPr>
              <a:xfrm>
                <a:off x="1368525" y="86068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7"/>
              <p:cNvSpPr/>
              <p:nvPr/>
            </p:nvSpPr>
            <p:spPr>
              <a:xfrm>
                <a:off x="1405525" y="771063"/>
                <a:ext cx="12400" cy="9350"/>
              </a:xfrm>
              <a:custGeom>
                <a:rect b="b" l="l" r="r" t="t"/>
                <a:pathLst>
                  <a:path extrusionOk="0" h="374" w="496">
                    <a:moveTo>
                      <a:pt x="457" y="1"/>
                    </a:moveTo>
                    <a:cubicBezTo>
                      <a:pt x="310" y="19"/>
                      <a:pt x="166" y="46"/>
                      <a:pt x="23" y="83"/>
                    </a:cubicBezTo>
                    <a:cubicBezTo>
                      <a:pt x="18" y="87"/>
                      <a:pt x="12" y="87"/>
                      <a:pt x="6" y="89"/>
                    </a:cubicBezTo>
                    <a:lnTo>
                      <a:pt x="3" y="89"/>
                    </a:lnTo>
                    <a:cubicBezTo>
                      <a:pt x="0" y="103"/>
                      <a:pt x="0" y="114"/>
                      <a:pt x="0" y="128"/>
                    </a:cubicBezTo>
                    <a:cubicBezTo>
                      <a:pt x="0" y="263"/>
                      <a:pt x="111" y="373"/>
                      <a:pt x="249" y="373"/>
                    </a:cubicBezTo>
                    <a:cubicBezTo>
                      <a:pt x="384" y="373"/>
                      <a:pt x="496" y="263"/>
                      <a:pt x="496" y="128"/>
                    </a:cubicBezTo>
                    <a:cubicBezTo>
                      <a:pt x="496" y="81"/>
                      <a:pt x="484" y="38"/>
                      <a:pt x="4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7"/>
              <p:cNvSpPr/>
              <p:nvPr/>
            </p:nvSpPr>
            <p:spPr>
              <a:xfrm>
                <a:off x="1405575" y="805088"/>
                <a:ext cx="12350" cy="12350"/>
              </a:xfrm>
              <a:custGeom>
                <a:rect b="b" l="l" r="r" t="t"/>
                <a:pathLst>
                  <a:path extrusionOk="0" h="494" w="494">
                    <a:moveTo>
                      <a:pt x="247" y="1"/>
                    </a:moveTo>
                    <a:cubicBezTo>
                      <a:pt x="111" y="1"/>
                      <a:pt x="1" y="111"/>
                      <a:pt x="1" y="246"/>
                    </a:cubicBezTo>
                    <a:cubicBezTo>
                      <a:pt x="1"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7"/>
              <p:cNvSpPr/>
              <p:nvPr/>
            </p:nvSpPr>
            <p:spPr>
              <a:xfrm>
                <a:off x="1405575" y="8421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7"/>
              <p:cNvSpPr/>
              <p:nvPr/>
            </p:nvSpPr>
            <p:spPr>
              <a:xfrm>
                <a:off x="1333025"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7"/>
              <p:cNvSpPr/>
              <p:nvPr/>
            </p:nvSpPr>
            <p:spPr>
              <a:xfrm>
                <a:off x="1333025" y="879188"/>
                <a:ext cx="12325" cy="12350"/>
              </a:xfrm>
              <a:custGeom>
                <a:rect b="b" l="l" r="r" t="t"/>
                <a:pathLst>
                  <a:path extrusionOk="0" h="494"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7"/>
              <p:cNvSpPr/>
              <p:nvPr/>
            </p:nvSpPr>
            <p:spPr>
              <a:xfrm>
                <a:off x="1767675" y="910013"/>
                <a:ext cx="11975" cy="12375"/>
              </a:xfrm>
              <a:custGeom>
                <a:rect b="b" l="l" r="r" t="t"/>
                <a:pathLst>
                  <a:path extrusionOk="0" h="495" w="479">
                    <a:moveTo>
                      <a:pt x="247" y="1"/>
                    </a:moveTo>
                    <a:cubicBezTo>
                      <a:pt x="112" y="1"/>
                      <a:pt x="1" y="112"/>
                      <a:pt x="1" y="248"/>
                    </a:cubicBezTo>
                    <a:cubicBezTo>
                      <a:pt x="1" y="387"/>
                      <a:pt x="112" y="494"/>
                      <a:pt x="247" y="494"/>
                    </a:cubicBezTo>
                    <a:cubicBezTo>
                      <a:pt x="294" y="494"/>
                      <a:pt x="339" y="482"/>
                      <a:pt x="376" y="460"/>
                    </a:cubicBezTo>
                    <a:lnTo>
                      <a:pt x="376" y="458"/>
                    </a:lnTo>
                    <a:lnTo>
                      <a:pt x="478" y="166"/>
                    </a:lnTo>
                    <a:lnTo>
                      <a:pt x="478" y="164"/>
                    </a:lnTo>
                    <a:cubicBezTo>
                      <a:pt x="443" y="68"/>
                      <a:pt x="351"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7"/>
              <p:cNvSpPr/>
              <p:nvPr/>
            </p:nvSpPr>
            <p:spPr>
              <a:xfrm>
                <a:off x="1695125" y="9100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7"/>
              <p:cNvSpPr/>
              <p:nvPr/>
            </p:nvSpPr>
            <p:spPr>
              <a:xfrm>
                <a:off x="1695125" y="94711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7"/>
              <p:cNvSpPr/>
              <p:nvPr/>
            </p:nvSpPr>
            <p:spPr>
              <a:xfrm>
                <a:off x="173217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7"/>
              <p:cNvSpPr/>
              <p:nvPr/>
            </p:nvSpPr>
            <p:spPr>
              <a:xfrm>
                <a:off x="1695400" y="984138"/>
                <a:ext cx="10325" cy="4425"/>
              </a:xfrm>
              <a:custGeom>
                <a:rect b="b" l="l" r="r" t="t"/>
                <a:pathLst>
                  <a:path extrusionOk="0" h="177" w="413">
                    <a:moveTo>
                      <a:pt x="237" y="1"/>
                    </a:moveTo>
                    <a:cubicBezTo>
                      <a:pt x="124" y="1"/>
                      <a:pt x="32" y="74"/>
                      <a:pt x="1" y="176"/>
                    </a:cubicBezTo>
                    <a:cubicBezTo>
                      <a:pt x="93" y="161"/>
                      <a:pt x="186" y="140"/>
                      <a:pt x="274" y="119"/>
                    </a:cubicBezTo>
                    <a:cubicBezTo>
                      <a:pt x="321" y="105"/>
                      <a:pt x="366" y="94"/>
                      <a:pt x="413" y="78"/>
                    </a:cubicBezTo>
                    <a:cubicBezTo>
                      <a:pt x="368" y="32"/>
                      <a:pt x="308" y="1"/>
                      <a:pt x="2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7"/>
              <p:cNvSpPr/>
              <p:nvPr/>
            </p:nvSpPr>
            <p:spPr>
              <a:xfrm>
                <a:off x="1732150" y="965613"/>
                <a:ext cx="10325" cy="8500"/>
              </a:xfrm>
              <a:custGeom>
                <a:rect b="b" l="l" r="r" t="t"/>
                <a:pathLst>
                  <a:path extrusionOk="0" h="340" w="413">
                    <a:moveTo>
                      <a:pt x="249" y="1"/>
                    </a:moveTo>
                    <a:cubicBezTo>
                      <a:pt x="111" y="1"/>
                      <a:pt x="1" y="112"/>
                      <a:pt x="1" y="248"/>
                    </a:cubicBezTo>
                    <a:cubicBezTo>
                      <a:pt x="1" y="282"/>
                      <a:pt x="6" y="313"/>
                      <a:pt x="18" y="339"/>
                    </a:cubicBezTo>
                    <a:cubicBezTo>
                      <a:pt x="156" y="257"/>
                      <a:pt x="289" y="164"/>
                      <a:pt x="412" y="66"/>
                    </a:cubicBezTo>
                    <a:cubicBezTo>
                      <a:pt x="368" y="26"/>
                      <a:pt x="310" y="1"/>
                      <a:pt x="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7"/>
              <p:cNvSpPr/>
              <p:nvPr/>
            </p:nvSpPr>
            <p:spPr>
              <a:xfrm>
                <a:off x="173217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7"/>
              <p:cNvSpPr/>
              <p:nvPr/>
            </p:nvSpPr>
            <p:spPr>
              <a:xfrm>
                <a:off x="1622550" y="91003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7"/>
              <p:cNvSpPr/>
              <p:nvPr/>
            </p:nvSpPr>
            <p:spPr>
              <a:xfrm>
                <a:off x="1622550" y="947113"/>
                <a:ext cx="12350" cy="12350"/>
              </a:xfrm>
              <a:custGeom>
                <a:rect b="b" l="l" r="r" t="t"/>
                <a:pathLst>
                  <a:path extrusionOk="0" h="494" w="494">
                    <a:moveTo>
                      <a:pt x="247" y="1"/>
                    </a:moveTo>
                    <a:cubicBezTo>
                      <a:pt x="111" y="1"/>
                      <a:pt x="1" y="111"/>
                      <a:pt x="1" y="248"/>
                    </a:cubicBezTo>
                    <a:cubicBezTo>
                      <a:pt x="1" y="383"/>
                      <a:pt x="111" y="493"/>
                      <a:pt x="247" y="493"/>
                    </a:cubicBezTo>
                    <a:cubicBezTo>
                      <a:pt x="383" y="493"/>
                      <a:pt x="494" y="383"/>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7"/>
              <p:cNvSpPr/>
              <p:nvPr/>
            </p:nvSpPr>
            <p:spPr>
              <a:xfrm>
                <a:off x="1659625"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7"/>
              <p:cNvSpPr/>
              <p:nvPr/>
            </p:nvSpPr>
            <p:spPr>
              <a:xfrm>
                <a:off x="1622550" y="984163"/>
                <a:ext cx="12350" cy="12350"/>
              </a:xfrm>
              <a:custGeom>
                <a:rect b="b" l="l" r="r" t="t"/>
                <a:pathLst>
                  <a:path extrusionOk="0" h="494" w="494">
                    <a:moveTo>
                      <a:pt x="247" y="1"/>
                    </a:moveTo>
                    <a:cubicBezTo>
                      <a:pt x="111" y="1"/>
                      <a:pt x="1" y="111"/>
                      <a:pt x="1" y="248"/>
                    </a:cubicBezTo>
                    <a:cubicBezTo>
                      <a:pt x="1" y="384"/>
                      <a:pt x="111" y="493"/>
                      <a:pt x="247" y="493"/>
                    </a:cubicBezTo>
                    <a:cubicBezTo>
                      <a:pt x="383" y="493"/>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7"/>
              <p:cNvSpPr/>
              <p:nvPr/>
            </p:nvSpPr>
            <p:spPr>
              <a:xfrm>
                <a:off x="1622550" y="10212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7"/>
              <p:cNvSpPr/>
              <p:nvPr/>
            </p:nvSpPr>
            <p:spPr>
              <a:xfrm>
                <a:off x="1622550" y="10582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7"/>
              <p:cNvSpPr/>
              <p:nvPr/>
            </p:nvSpPr>
            <p:spPr>
              <a:xfrm>
                <a:off x="1659625"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7"/>
              <p:cNvSpPr/>
              <p:nvPr/>
            </p:nvSpPr>
            <p:spPr>
              <a:xfrm>
                <a:off x="1659575" y="1002838"/>
                <a:ext cx="4975" cy="11825"/>
              </a:xfrm>
              <a:custGeom>
                <a:rect b="b" l="l" r="r" t="t"/>
                <a:pathLst>
                  <a:path extrusionOk="0" h="473" w="199">
                    <a:moveTo>
                      <a:pt x="199" y="0"/>
                    </a:moveTo>
                    <a:lnTo>
                      <a:pt x="199" y="0"/>
                    </a:lnTo>
                    <a:cubicBezTo>
                      <a:pt x="87" y="22"/>
                      <a:pt x="1" y="120"/>
                      <a:pt x="3" y="239"/>
                    </a:cubicBezTo>
                    <a:cubicBezTo>
                      <a:pt x="3" y="347"/>
                      <a:pt x="70" y="440"/>
                      <a:pt x="165" y="473"/>
                    </a:cubicBezTo>
                    <a:cubicBezTo>
                      <a:pt x="185" y="316"/>
                      <a:pt x="199" y="160"/>
                      <a:pt x="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7"/>
              <p:cNvSpPr/>
              <p:nvPr/>
            </p:nvSpPr>
            <p:spPr>
              <a:xfrm>
                <a:off x="1587050"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7"/>
              <p:cNvSpPr/>
              <p:nvPr/>
            </p:nvSpPr>
            <p:spPr>
              <a:xfrm>
                <a:off x="1550000" y="1021213"/>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7"/>
              <p:cNvSpPr/>
              <p:nvPr/>
            </p:nvSpPr>
            <p:spPr>
              <a:xfrm>
                <a:off x="1550000" y="10582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7"/>
              <p:cNvSpPr/>
              <p:nvPr/>
            </p:nvSpPr>
            <p:spPr>
              <a:xfrm>
                <a:off x="1550000" y="1095313"/>
                <a:ext cx="12325" cy="12325"/>
              </a:xfrm>
              <a:custGeom>
                <a:rect b="b" l="l" r="r" t="t"/>
                <a:pathLst>
                  <a:path extrusionOk="0" h="493" w="493">
                    <a:moveTo>
                      <a:pt x="246" y="1"/>
                    </a:moveTo>
                    <a:cubicBezTo>
                      <a:pt x="111" y="1"/>
                      <a:pt x="1" y="110"/>
                      <a:pt x="1" y="246"/>
                    </a:cubicBezTo>
                    <a:cubicBezTo>
                      <a:pt x="1" y="383"/>
                      <a:pt x="111"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7"/>
              <p:cNvSpPr/>
              <p:nvPr/>
            </p:nvSpPr>
            <p:spPr>
              <a:xfrm>
                <a:off x="1587050"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7"/>
              <p:cNvSpPr/>
              <p:nvPr/>
            </p:nvSpPr>
            <p:spPr>
              <a:xfrm>
                <a:off x="1587050" y="1002688"/>
                <a:ext cx="12350" cy="12350"/>
              </a:xfrm>
              <a:custGeom>
                <a:rect b="b" l="l" r="r" t="t"/>
                <a:pathLst>
                  <a:path extrusionOk="0" h="494" w="494">
                    <a:moveTo>
                      <a:pt x="247" y="1"/>
                    </a:moveTo>
                    <a:cubicBezTo>
                      <a:pt x="111" y="1"/>
                      <a:pt x="1" y="110"/>
                      <a:pt x="1" y="246"/>
                    </a:cubicBezTo>
                    <a:cubicBezTo>
                      <a:pt x="1" y="383"/>
                      <a:pt x="111" y="493"/>
                      <a:pt x="247" y="493"/>
                    </a:cubicBezTo>
                    <a:cubicBezTo>
                      <a:pt x="383" y="493"/>
                      <a:pt x="494" y="383"/>
                      <a:pt x="494" y="246"/>
                    </a:cubicBezTo>
                    <a:cubicBezTo>
                      <a:pt x="494" y="110"/>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7"/>
              <p:cNvSpPr/>
              <p:nvPr/>
            </p:nvSpPr>
            <p:spPr>
              <a:xfrm>
                <a:off x="1587050" y="103973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7"/>
              <p:cNvSpPr/>
              <p:nvPr/>
            </p:nvSpPr>
            <p:spPr>
              <a:xfrm>
                <a:off x="1587050" y="1076788"/>
                <a:ext cx="12350" cy="12350"/>
              </a:xfrm>
              <a:custGeom>
                <a:rect b="b" l="l" r="r" t="t"/>
                <a:pathLst>
                  <a:path extrusionOk="0" h="494" w="494">
                    <a:moveTo>
                      <a:pt x="247" y="1"/>
                    </a:moveTo>
                    <a:cubicBezTo>
                      <a:pt x="111" y="1"/>
                      <a:pt x="1" y="111"/>
                      <a:pt x="1" y="247"/>
                    </a:cubicBezTo>
                    <a:cubicBezTo>
                      <a:pt x="1" y="384"/>
                      <a:pt x="111" y="493"/>
                      <a:pt x="247" y="493"/>
                    </a:cubicBezTo>
                    <a:cubicBezTo>
                      <a:pt x="383" y="493"/>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7"/>
              <p:cNvSpPr/>
              <p:nvPr/>
            </p:nvSpPr>
            <p:spPr>
              <a:xfrm>
                <a:off x="1477425"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7"/>
              <p:cNvSpPr/>
              <p:nvPr/>
            </p:nvSpPr>
            <p:spPr>
              <a:xfrm>
                <a:off x="1477425" y="947113"/>
                <a:ext cx="12350" cy="12350"/>
              </a:xfrm>
              <a:custGeom>
                <a:rect b="b" l="l" r="r" t="t"/>
                <a:pathLst>
                  <a:path extrusionOk="0" h="494" w="494">
                    <a:moveTo>
                      <a:pt x="247" y="1"/>
                    </a:moveTo>
                    <a:cubicBezTo>
                      <a:pt x="111" y="1"/>
                      <a:pt x="1" y="111"/>
                      <a:pt x="1" y="248"/>
                    </a:cubicBezTo>
                    <a:cubicBezTo>
                      <a:pt x="1" y="383"/>
                      <a:pt x="111" y="493"/>
                      <a:pt x="247" y="493"/>
                    </a:cubicBezTo>
                    <a:cubicBezTo>
                      <a:pt x="384" y="493"/>
                      <a:pt x="494" y="383"/>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7"/>
              <p:cNvSpPr/>
              <p:nvPr/>
            </p:nvSpPr>
            <p:spPr>
              <a:xfrm>
                <a:off x="1514500"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7"/>
              <p:cNvSpPr/>
              <p:nvPr/>
            </p:nvSpPr>
            <p:spPr>
              <a:xfrm>
                <a:off x="1477425" y="984163"/>
                <a:ext cx="12350" cy="12350"/>
              </a:xfrm>
              <a:custGeom>
                <a:rect b="b" l="l" r="r" t="t"/>
                <a:pathLst>
                  <a:path extrusionOk="0" h="494" w="494">
                    <a:moveTo>
                      <a:pt x="247" y="1"/>
                    </a:moveTo>
                    <a:cubicBezTo>
                      <a:pt x="111" y="1"/>
                      <a:pt x="1" y="111"/>
                      <a:pt x="1" y="248"/>
                    </a:cubicBezTo>
                    <a:cubicBezTo>
                      <a:pt x="1" y="384"/>
                      <a:pt x="111" y="493"/>
                      <a:pt x="247" y="493"/>
                    </a:cubicBezTo>
                    <a:cubicBezTo>
                      <a:pt x="384" y="493"/>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7"/>
              <p:cNvSpPr/>
              <p:nvPr/>
            </p:nvSpPr>
            <p:spPr>
              <a:xfrm>
                <a:off x="1477425" y="1021213"/>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7"/>
              <p:cNvSpPr/>
              <p:nvPr/>
            </p:nvSpPr>
            <p:spPr>
              <a:xfrm>
                <a:off x="1477425" y="1058238"/>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7"/>
              <p:cNvSpPr/>
              <p:nvPr/>
            </p:nvSpPr>
            <p:spPr>
              <a:xfrm>
                <a:off x="1514500"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7"/>
              <p:cNvSpPr/>
              <p:nvPr/>
            </p:nvSpPr>
            <p:spPr>
              <a:xfrm>
                <a:off x="1514500" y="1002688"/>
                <a:ext cx="12325" cy="12350"/>
              </a:xfrm>
              <a:custGeom>
                <a:rect b="b" l="l" r="r" t="t"/>
                <a:pathLst>
                  <a:path extrusionOk="0" h="494" w="493">
                    <a:moveTo>
                      <a:pt x="246" y="1"/>
                    </a:moveTo>
                    <a:cubicBezTo>
                      <a:pt x="110" y="1"/>
                      <a:pt x="1" y="110"/>
                      <a:pt x="1" y="246"/>
                    </a:cubicBezTo>
                    <a:cubicBezTo>
                      <a:pt x="1" y="383"/>
                      <a:pt x="110"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7"/>
              <p:cNvSpPr/>
              <p:nvPr/>
            </p:nvSpPr>
            <p:spPr>
              <a:xfrm>
                <a:off x="1514500" y="1039738"/>
                <a:ext cx="12325" cy="12350"/>
              </a:xfrm>
              <a:custGeom>
                <a:rect b="b" l="l" r="r" t="t"/>
                <a:pathLst>
                  <a:path extrusionOk="0" h="494" w="493">
                    <a:moveTo>
                      <a:pt x="246" y="1"/>
                    </a:moveTo>
                    <a:cubicBezTo>
                      <a:pt x="110" y="1"/>
                      <a:pt x="1" y="111"/>
                      <a:pt x="1" y="247"/>
                    </a:cubicBezTo>
                    <a:cubicBezTo>
                      <a:pt x="1" y="383"/>
                      <a:pt x="110" y="493"/>
                      <a:pt x="246" y="493"/>
                    </a:cubicBezTo>
                    <a:cubicBezTo>
                      <a:pt x="382" y="493"/>
                      <a:pt x="493" y="383"/>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7"/>
              <p:cNvSpPr/>
              <p:nvPr/>
            </p:nvSpPr>
            <p:spPr>
              <a:xfrm>
                <a:off x="1514500" y="1076788"/>
                <a:ext cx="12325" cy="12350"/>
              </a:xfrm>
              <a:custGeom>
                <a:rect b="b" l="l" r="r" t="t"/>
                <a:pathLst>
                  <a:path extrusionOk="0" h="494" w="493">
                    <a:moveTo>
                      <a:pt x="246" y="1"/>
                    </a:moveTo>
                    <a:cubicBezTo>
                      <a:pt x="110" y="1"/>
                      <a:pt x="1" y="111"/>
                      <a:pt x="1" y="247"/>
                    </a:cubicBezTo>
                    <a:cubicBezTo>
                      <a:pt x="1" y="384"/>
                      <a:pt x="110" y="493"/>
                      <a:pt x="246" y="493"/>
                    </a:cubicBezTo>
                    <a:cubicBezTo>
                      <a:pt x="382" y="493"/>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7"/>
              <p:cNvSpPr/>
              <p:nvPr/>
            </p:nvSpPr>
            <p:spPr>
              <a:xfrm>
                <a:off x="1404875" y="910038"/>
                <a:ext cx="12325" cy="12375"/>
              </a:xfrm>
              <a:custGeom>
                <a:rect b="b" l="l" r="r" t="t"/>
                <a:pathLst>
                  <a:path extrusionOk="0" h="495" w="493">
                    <a:moveTo>
                      <a:pt x="246" y="1"/>
                    </a:moveTo>
                    <a:cubicBezTo>
                      <a:pt x="111" y="1"/>
                      <a:pt x="1" y="111"/>
                      <a:pt x="1" y="248"/>
                    </a:cubicBezTo>
                    <a:cubicBezTo>
                      <a:pt x="1" y="384"/>
                      <a:pt x="111" y="494"/>
                      <a:pt x="246" y="494"/>
                    </a:cubicBezTo>
                    <a:cubicBezTo>
                      <a:pt x="383" y="494"/>
                      <a:pt x="493" y="384"/>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7"/>
              <p:cNvSpPr/>
              <p:nvPr/>
            </p:nvSpPr>
            <p:spPr>
              <a:xfrm>
                <a:off x="1404875" y="947113"/>
                <a:ext cx="12325" cy="12350"/>
              </a:xfrm>
              <a:custGeom>
                <a:rect b="b" l="l" r="r" t="t"/>
                <a:pathLst>
                  <a:path extrusionOk="0" h="494" w="493">
                    <a:moveTo>
                      <a:pt x="246" y="1"/>
                    </a:moveTo>
                    <a:cubicBezTo>
                      <a:pt x="111" y="1"/>
                      <a:pt x="1" y="111"/>
                      <a:pt x="1" y="248"/>
                    </a:cubicBezTo>
                    <a:cubicBezTo>
                      <a:pt x="1" y="383"/>
                      <a:pt x="111" y="493"/>
                      <a:pt x="246" y="493"/>
                    </a:cubicBezTo>
                    <a:cubicBezTo>
                      <a:pt x="383" y="493"/>
                      <a:pt x="493" y="383"/>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7"/>
              <p:cNvSpPr/>
              <p:nvPr/>
            </p:nvSpPr>
            <p:spPr>
              <a:xfrm>
                <a:off x="14419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7"/>
              <p:cNvSpPr/>
              <p:nvPr/>
            </p:nvSpPr>
            <p:spPr>
              <a:xfrm>
                <a:off x="1405825" y="984163"/>
                <a:ext cx="11250" cy="5100"/>
              </a:xfrm>
              <a:custGeom>
                <a:rect b="b" l="l" r="r" t="t"/>
                <a:pathLst>
                  <a:path extrusionOk="0" h="204" w="450">
                    <a:moveTo>
                      <a:pt x="209" y="1"/>
                    </a:moveTo>
                    <a:cubicBezTo>
                      <a:pt x="209" y="1"/>
                      <a:pt x="208" y="1"/>
                      <a:pt x="207" y="1"/>
                    </a:cubicBezTo>
                    <a:cubicBezTo>
                      <a:pt x="122" y="1"/>
                      <a:pt x="44" y="47"/>
                      <a:pt x="1" y="114"/>
                    </a:cubicBezTo>
                    <a:cubicBezTo>
                      <a:pt x="5" y="114"/>
                      <a:pt x="11" y="118"/>
                      <a:pt x="14" y="118"/>
                    </a:cubicBezTo>
                    <a:lnTo>
                      <a:pt x="16" y="118"/>
                    </a:lnTo>
                    <a:cubicBezTo>
                      <a:pt x="159" y="155"/>
                      <a:pt x="303" y="181"/>
                      <a:pt x="450" y="203"/>
                    </a:cubicBezTo>
                    <a:cubicBezTo>
                      <a:pt x="432" y="89"/>
                      <a:pt x="331" y="1"/>
                      <a:pt x="2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7"/>
              <p:cNvSpPr/>
              <p:nvPr/>
            </p:nvSpPr>
            <p:spPr>
              <a:xfrm>
                <a:off x="1441925"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7"/>
              <p:cNvSpPr/>
              <p:nvPr/>
            </p:nvSpPr>
            <p:spPr>
              <a:xfrm>
                <a:off x="1443975" y="1002638"/>
                <a:ext cx="10275" cy="12425"/>
              </a:xfrm>
              <a:custGeom>
                <a:rect b="b" l="l" r="r" t="t"/>
                <a:pathLst>
                  <a:path extrusionOk="0" h="497" w="411">
                    <a:moveTo>
                      <a:pt x="162" y="1"/>
                    </a:moveTo>
                    <a:cubicBezTo>
                      <a:pt x="101" y="1"/>
                      <a:pt x="42" y="26"/>
                      <a:pt x="0" y="66"/>
                    </a:cubicBezTo>
                    <a:cubicBezTo>
                      <a:pt x="0" y="199"/>
                      <a:pt x="11" y="328"/>
                      <a:pt x="27" y="457"/>
                    </a:cubicBezTo>
                    <a:cubicBezTo>
                      <a:pt x="67" y="481"/>
                      <a:pt x="114" y="496"/>
                      <a:pt x="162" y="496"/>
                    </a:cubicBezTo>
                    <a:cubicBezTo>
                      <a:pt x="300" y="496"/>
                      <a:pt x="411" y="386"/>
                      <a:pt x="411" y="247"/>
                    </a:cubicBezTo>
                    <a:cubicBezTo>
                      <a:pt x="411" y="112"/>
                      <a:pt x="301" y="3"/>
                      <a:pt x="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7"/>
              <p:cNvSpPr/>
              <p:nvPr/>
            </p:nvSpPr>
            <p:spPr>
              <a:xfrm>
                <a:off x="1332300"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7"/>
              <p:cNvSpPr/>
              <p:nvPr/>
            </p:nvSpPr>
            <p:spPr>
              <a:xfrm>
                <a:off x="13693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7"/>
              <p:cNvSpPr/>
              <p:nvPr/>
            </p:nvSpPr>
            <p:spPr>
              <a:xfrm>
                <a:off x="1369650" y="965638"/>
                <a:ext cx="12025" cy="10725"/>
              </a:xfrm>
              <a:custGeom>
                <a:rect b="b" l="l" r="r" t="t"/>
                <a:pathLst>
                  <a:path extrusionOk="0" h="429" w="481">
                    <a:moveTo>
                      <a:pt x="236" y="1"/>
                    </a:moveTo>
                    <a:cubicBezTo>
                      <a:pt x="235" y="1"/>
                      <a:pt x="235" y="1"/>
                      <a:pt x="234" y="1"/>
                    </a:cubicBezTo>
                    <a:cubicBezTo>
                      <a:pt x="124" y="1"/>
                      <a:pt x="32" y="75"/>
                      <a:pt x="1" y="173"/>
                    </a:cubicBezTo>
                    <a:cubicBezTo>
                      <a:pt x="130" y="266"/>
                      <a:pt x="263" y="351"/>
                      <a:pt x="400" y="428"/>
                    </a:cubicBezTo>
                    <a:cubicBezTo>
                      <a:pt x="450" y="385"/>
                      <a:pt x="481" y="320"/>
                      <a:pt x="481" y="247"/>
                    </a:cubicBezTo>
                    <a:cubicBezTo>
                      <a:pt x="481" y="112"/>
                      <a:pt x="370" y="1"/>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7"/>
              <p:cNvSpPr/>
              <p:nvPr/>
            </p:nvSpPr>
            <p:spPr>
              <a:xfrm>
                <a:off x="136932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7"/>
              <p:cNvSpPr/>
              <p:nvPr/>
            </p:nvSpPr>
            <p:spPr>
              <a:xfrm>
                <a:off x="1404400" y="730388"/>
                <a:ext cx="299650" cy="299550"/>
              </a:xfrm>
              <a:custGeom>
                <a:rect b="b" l="l" r="r" t="t"/>
                <a:pathLst>
                  <a:path extrusionOk="0" h="11982" w="11986">
                    <a:moveTo>
                      <a:pt x="5994" y="0"/>
                    </a:moveTo>
                    <a:cubicBezTo>
                      <a:pt x="5346" y="0"/>
                      <a:pt x="4818" y="526"/>
                      <a:pt x="4818" y="1174"/>
                    </a:cubicBezTo>
                    <a:lnTo>
                      <a:pt x="4818" y="4816"/>
                    </a:lnTo>
                    <a:lnTo>
                      <a:pt x="1176" y="4816"/>
                    </a:lnTo>
                    <a:cubicBezTo>
                      <a:pt x="526" y="4816"/>
                      <a:pt x="0" y="5343"/>
                      <a:pt x="0" y="5991"/>
                    </a:cubicBezTo>
                    <a:cubicBezTo>
                      <a:pt x="0" y="6638"/>
                      <a:pt x="527" y="7164"/>
                      <a:pt x="1176" y="7164"/>
                    </a:cubicBezTo>
                    <a:lnTo>
                      <a:pt x="4818" y="7164"/>
                    </a:lnTo>
                    <a:lnTo>
                      <a:pt x="4818" y="10807"/>
                    </a:lnTo>
                    <a:cubicBezTo>
                      <a:pt x="4818" y="11455"/>
                      <a:pt x="5346" y="11982"/>
                      <a:pt x="5994" y="11982"/>
                    </a:cubicBezTo>
                    <a:cubicBezTo>
                      <a:pt x="6641" y="11982"/>
                      <a:pt x="7167" y="11453"/>
                      <a:pt x="7167" y="10807"/>
                    </a:cubicBezTo>
                    <a:lnTo>
                      <a:pt x="7167" y="7164"/>
                    </a:lnTo>
                    <a:lnTo>
                      <a:pt x="10810" y="7164"/>
                    </a:lnTo>
                    <a:cubicBezTo>
                      <a:pt x="11459" y="7164"/>
                      <a:pt x="11986" y="6638"/>
                      <a:pt x="11986" y="5991"/>
                    </a:cubicBezTo>
                    <a:cubicBezTo>
                      <a:pt x="11986" y="5343"/>
                      <a:pt x="11458" y="4816"/>
                      <a:pt x="10810" y="4816"/>
                    </a:cubicBezTo>
                    <a:lnTo>
                      <a:pt x="7167" y="4816"/>
                    </a:lnTo>
                    <a:lnTo>
                      <a:pt x="7167" y="1174"/>
                    </a:lnTo>
                    <a:cubicBezTo>
                      <a:pt x="7167" y="526"/>
                      <a:pt x="6641"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4" name="Google Shape;4454;p57"/>
            <p:cNvGrpSpPr/>
            <p:nvPr/>
          </p:nvGrpSpPr>
          <p:grpSpPr>
            <a:xfrm>
              <a:off x="729496" y="4769089"/>
              <a:ext cx="846056" cy="290365"/>
              <a:chOff x="-4101375" y="3631300"/>
              <a:chExt cx="625550" cy="214688"/>
            </a:xfrm>
          </p:grpSpPr>
          <p:sp>
            <p:nvSpPr>
              <p:cNvPr id="4455" name="Google Shape;4455;p57"/>
              <p:cNvSpPr/>
              <p:nvPr/>
            </p:nvSpPr>
            <p:spPr>
              <a:xfrm>
                <a:off x="-4101375" y="3631300"/>
                <a:ext cx="625550" cy="214625"/>
              </a:xfrm>
              <a:custGeom>
                <a:rect b="b" l="l" r="r" t="t"/>
                <a:pathLst>
                  <a:path extrusionOk="0" h="8585" w="25022">
                    <a:moveTo>
                      <a:pt x="18790" y="1"/>
                    </a:moveTo>
                    <a:cubicBezTo>
                      <a:pt x="17184" y="1"/>
                      <a:pt x="15484" y="486"/>
                      <a:pt x="14923" y="1348"/>
                    </a:cubicBezTo>
                    <a:cubicBezTo>
                      <a:pt x="14923" y="1348"/>
                      <a:pt x="14758" y="1562"/>
                      <a:pt x="14471" y="1562"/>
                    </a:cubicBezTo>
                    <a:cubicBezTo>
                      <a:pt x="14412" y="1562"/>
                      <a:pt x="14349" y="1553"/>
                      <a:pt x="14282" y="1532"/>
                    </a:cubicBezTo>
                    <a:cubicBezTo>
                      <a:pt x="13854" y="1434"/>
                      <a:pt x="13089" y="1310"/>
                      <a:pt x="12483" y="1310"/>
                    </a:cubicBezTo>
                    <a:cubicBezTo>
                      <a:pt x="12364" y="1310"/>
                      <a:pt x="12251" y="1315"/>
                      <a:pt x="12147" y="1326"/>
                    </a:cubicBezTo>
                    <a:cubicBezTo>
                      <a:pt x="11711" y="1372"/>
                      <a:pt x="10999" y="1452"/>
                      <a:pt x="10726" y="1538"/>
                    </a:cubicBezTo>
                    <a:cubicBezTo>
                      <a:pt x="10659" y="1559"/>
                      <a:pt x="10596" y="1568"/>
                      <a:pt x="10538" y="1568"/>
                    </a:cubicBezTo>
                    <a:cubicBezTo>
                      <a:pt x="10252" y="1568"/>
                      <a:pt x="10085" y="1357"/>
                      <a:pt x="10085" y="1357"/>
                    </a:cubicBezTo>
                    <a:cubicBezTo>
                      <a:pt x="9526" y="500"/>
                      <a:pt x="7839" y="21"/>
                      <a:pt x="6241" y="21"/>
                    </a:cubicBezTo>
                    <a:cubicBezTo>
                      <a:pt x="5253" y="21"/>
                      <a:pt x="4298" y="204"/>
                      <a:pt x="3665" y="594"/>
                    </a:cubicBezTo>
                    <a:cubicBezTo>
                      <a:pt x="3190" y="812"/>
                      <a:pt x="1308" y="1765"/>
                      <a:pt x="832" y="1828"/>
                    </a:cubicBezTo>
                    <a:cubicBezTo>
                      <a:pt x="580" y="1888"/>
                      <a:pt x="140" y="1807"/>
                      <a:pt x="122" y="2159"/>
                    </a:cubicBezTo>
                    <a:cubicBezTo>
                      <a:pt x="1" y="3370"/>
                      <a:pt x="973" y="2297"/>
                      <a:pt x="1386" y="3504"/>
                    </a:cubicBezTo>
                    <a:cubicBezTo>
                      <a:pt x="1840" y="5093"/>
                      <a:pt x="1898" y="6166"/>
                      <a:pt x="3042" y="7282"/>
                    </a:cubicBezTo>
                    <a:cubicBezTo>
                      <a:pt x="3913" y="8150"/>
                      <a:pt x="5103" y="8585"/>
                      <a:pt x="6298" y="8585"/>
                    </a:cubicBezTo>
                    <a:cubicBezTo>
                      <a:pt x="7556" y="8585"/>
                      <a:pt x="8821" y="8102"/>
                      <a:pt x="9725" y="7134"/>
                    </a:cubicBezTo>
                    <a:cubicBezTo>
                      <a:pt x="10871" y="5962"/>
                      <a:pt x="11237" y="4657"/>
                      <a:pt x="10947" y="3232"/>
                    </a:cubicBezTo>
                    <a:cubicBezTo>
                      <a:pt x="10812" y="2347"/>
                      <a:pt x="11653" y="2068"/>
                      <a:pt x="12466" y="2068"/>
                    </a:cubicBezTo>
                    <a:cubicBezTo>
                      <a:pt x="12858" y="2068"/>
                      <a:pt x="13243" y="2133"/>
                      <a:pt x="13510" y="2226"/>
                    </a:cubicBezTo>
                    <a:cubicBezTo>
                      <a:pt x="14409" y="2557"/>
                      <a:pt x="13939" y="3593"/>
                      <a:pt x="13982" y="4293"/>
                    </a:cubicBezTo>
                    <a:cubicBezTo>
                      <a:pt x="14198" y="7033"/>
                      <a:pt x="16504" y="8538"/>
                      <a:pt x="18777" y="8538"/>
                    </a:cubicBezTo>
                    <a:cubicBezTo>
                      <a:pt x="20703" y="8538"/>
                      <a:pt x="22607" y="7456"/>
                      <a:pt x="23193" y="5127"/>
                    </a:cubicBezTo>
                    <a:lnTo>
                      <a:pt x="23193" y="5127"/>
                    </a:lnTo>
                    <a:cubicBezTo>
                      <a:pt x="23193" y="5130"/>
                      <a:pt x="23193" y="5132"/>
                      <a:pt x="23193" y="5132"/>
                    </a:cubicBezTo>
                    <a:cubicBezTo>
                      <a:pt x="23263" y="4881"/>
                      <a:pt x="23475" y="4072"/>
                      <a:pt x="23633" y="3472"/>
                    </a:cubicBezTo>
                    <a:cubicBezTo>
                      <a:pt x="24038" y="2267"/>
                      <a:pt x="25022" y="3326"/>
                      <a:pt x="24890" y="2122"/>
                    </a:cubicBezTo>
                    <a:cubicBezTo>
                      <a:pt x="24874" y="1764"/>
                      <a:pt x="24425" y="1852"/>
                      <a:pt x="24178" y="1791"/>
                    </a:cubicBezTo>
                    <a:cubicBezTo>
                      <a:pt x="23699" y="1729"/>
                      <a:pt x="21812" y="777"/>
                      <a:pt x="21339" y="564"/>
                    </a:cubicBezTo>
                    <a:lnTo>
                      <a:pt x="21339" y="564"/>
                    </a:lnTo>
                    <a:lnTo>
                      <a:pt x="21342" y="567"/>
                    </a:lnTo>
                    <a:cubicBezTo>
                      <a:pt x="20713" y="181"/>
                      <a:pt x="19769" y="1"/>
                      <a:pt x="1879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6" name="Google Shape;4456;p57"/>
              <p:cNvGrpSpPr/>
              <p:nvPr/>
            </p:nvGrpSpPr>
            <p:grpSpPr>
              <a:xfrm>
                <a:off x="-4101375" y="3631363"/>
                <a:ext cx="625475" cy="214625"/>
                <a:chOff x="-4101375" y="3631363"/>
                <a:chExt cx="625475" cy="214625"/>
              </a:xfrm>
            </p:grpSpPr>
            <p:sp>
              <p:nvSpPr>
                <p:cNvPr id="4457" name="Google Shape;4457;p57"/>
                <p:cNvSpPr/>
                <p:nvPr/>
              </p:nvSpPr>
              <p:spPr>
                <a:xfrm>
                  <a:off x="-3769075" y="3646988"/>
                  <a:ext cx="272125" cy="182550"/>
                </a:xfrm>
                <a:custGeom>
                  <a:rect b="b" l="l" r="r" t="t"/>
                  <a:pathLst>
                    <a:path extrusionOk="0" h="7302" w="10885">
                      <a:moveTo>
                        <a:pt x="4996" y="0"/>
                      </a:moveTo>
                      <a:cubicBezTo>
                        <a:pt x="0" y="0"/>
                        <a:pt x="155" y="6941"/>
                        <a:pt x="5390" y="7301"/>
                      </a:cubicBezTo>
                      <a:cubicBezTo>
                        <a:pt x="5403" y="7302"/>
                        <a:pt x="5416" y="7302"/>
                        <a:pt x="5429" y="7302"/>
                      </a:cubicBezTo>
                      <a:cubicBezTo>
                        <a:pt x="10277" y="7302"/>
                        <a:pt x="10885" y="6"/>
                        <a:pt x="5712" y="6"/>
                      </a:cubicBezTo>
                      <a:cubicBezTo>
                        <a:pt x="5610" y="6"/>
                        <a:pt x="5505" y="9"/>
                        <a:pt x="5398" y="15"/>
                      </a:cubicBezTo>
                      <a:cubicBezTo>
                        <a:pt x="5261" y="5"/>
                        <a:pt x="5127" y="0"/>
                        <a:pt x="49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7"/>
                <p:cNvSpPr/>
                <p:nvPr/>
              </p:nvSpPr>
              <p:spPr>
                <a:xfrm>
                  <a:off x="-4075025" y="3647488"/>
                  <a:ext cx="275775" cy="182525"/>
                </a:xfrm>
                <a:custGeom>
                  <a:rect b="b" l="l" r="r" t="t"/>
                  <a:pathLst>
                    <a:path extrusionOk="0" h="7301" w="11031">
                      <a:moveTo>
                        <a:pt x="4920" y="1"/>
                      </a:moveTo>
                      <a:cubicBezTo>
                        <a:pt x="1" y="1"/>
                        <a:pt x="150" y="7165"/>
                        <a:pt x="5280" y="7300"/>
                      </a:cubicBezTo>
                      <a:cubicBezTo>
                        <a:pt x="10169" y="7187"/>
                        <a:pt x="11030" y="7"/>
                        <a:pt x="5587" y="7"/>
                      </a:cubicBezTo>
                      <a:cubicBezTo>
                        <a:pt x="5491" y="7"/>
                        <a:pt x="5393" y="10"/>
                        <a:pt x="5294" y="14"/>
                      </a:cubicBezTo>
                      <a:cubicBezTo>
                        <a:pt x="5166" y="5"/>
                        <a:pt x="5041" y="1"/>
                        <a:pt x="4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7"/>
                <p:cNvSpPr/>
                <p:nvPr/>
              </p:nvSpPr>
              <p:spPr>
                <a:xfrm>
                  <a:off x="-4101375" y="3631363"/>
                  <a:ext cx="625475" cy="214625"/>
                </a:xfrm>
                <a:custGeom>
                  <a:rect b="b" l="l" r="r" t="t"/>
                  <a:pathLst>
                    <a:path extrusionOk="0" h="8585" w="25019">
                      <a:moveTo>
                        <a:pt x="19089" y="899"/>
                      </a:moveTo>
                      <a:cubicBezTo>
                        <a:pt x="22257" y="899"/>
                        <a:pt x="23410" y="4438"/>
                        <a:pt x="21339" y="6590"/>
                      </a:cubicBezTo>
                      <a:cubicBezTo>
                        <a:pt x="20535" y="7345"/>
                        <a:pt x="19640" y="7662"/>
                        <a:pt x="18779" y="7662"/>
                      </a:cubicBezTo>
                      <a:cubicBezTo>
                        <a:pt x="15953" y="7662"/>
                        <a:pt x="13491" y="4258"/>
                        <a:pt x="15782" y="1789"/>
                      </a:cubicBezTo>
                      <a:cubicBezTo>
                        <a:pt x="16394" y="1212"/>
                        <a:pt x="17382" y="917"/>
                        <a:pt x="18683" y="917"/>
                      </a:cubicBezTo>
                      <a:cubicBezTo>
                        <a:pt x="18686" y="917"/>
                        <a:pt x="18688" y="917"/>
                        <a:pt x="18690" y="917"/>
                      </a:cubicBezTo>
                      <a:cubicBezTo>
                        <a:pt x="18826" y="905"/>
                        <a:pt x="18959" y="899"/>
                        <a:pt x="19089" y="899"/>
                      </a:cubicBezTo>
                      <a:close/>
                      <a:moveTo>
                        <a:pt x="6738" y="919"/>
                      </a:moveTo>
                      <a:cubicBezTo>
                        <a:pt x="9953" y="919"/>
                        <a:pt x="11212" y="4231"/>
                        <a:pt x="9064" y="6485"/>
                      </a:cubicBezTo>
                      <a:cubicBezTo>
                        <a:pt x="8211" y="7332"/>
                        <a:pt x="7258" y="7685"/>
                        <a:pt x="6351" y="7685"/>
                      </a:cubicBezTo>
                      <a:cubicBezTo>
                        <a:pt x="3621" y="7685"/>
                        <a:pt x="1316" y="4480"/>
                        <a:pt x="3465" y="1876"/>
                      </a:cubicBezTo>
                      <a:cubicBezTo>
                        <a:pt x="4067" y="1253"/>
                        <a:pt x="5047" y="935"/>
                        <a:pt x="6339" y="935"/>
                      </a:cubicBezTo>
                      <a:cubicBezTo>
                        <a:pt x="6341" y="935"/>
                        <a:pt x="6343" y="935"/>
                        <a:pt x="6346" y="935"/>
                      </a:cubicBezTo>
                      <a:cubicBezTo>
                        <a:pt x="6479" y="924"/>
                        <a:pt x="6610" y="919"/>
                        <a:pt x="6738" y="919"/>
                      </a:cubicBezTo>
                      <a:close/>
                      <a:moveTo>
                        <a:pt x="18790" y="0"/>
                      </a:moveTo>
                      <a:cubicBezTo>
                        <a:pt x="17184" y="0"/>
                        <a:pt x="15484" y="485"/>
                        <a:pt x="14923" y="1348"/>
                      </a:cubicBezTo>
                      <a:cubicBezTo>
                        <a:pt x="14923" y="1348"/>
                        <a:pt x="14758" y="1561"/>
                        <a:pt x="14471" y="1561"/>
                      </a:cubicBezTo>
                      <a:cubicBezTo>
                        <a:pt x="14412" y="1561"/>
                        <a:pt x="14349" y="1552"/>
                        <a:pt x="14282" y="1531"/>
                      </a:cubicBezTo>
                      <a:cubicBezTo>
                        <a:pt x="13854" y="1433"/>
                        <a:pt x="13089" y="1309"/>
                        <a:pt x="12483" y="1309"/>
                      </a:cubicBezTo>
                      <a:cubicBezTo>
                        <a:pt x="12364" y="1309"/>
                        <a:pt x="12251" y="1314"/>
                        <a:pt x="12147" y="1325"/>
                      </a:cubicBezTo>
                      <a:cubicBezTo>
                        <a:pt x="11711" y="1371"/>
                        <a:pt x="10999" y="1451"/>
                        <a:pt x="10726" y="1537"/>
                      </a:cubicBezTo>
                      <a:cubicBezTo>
                        <a:pt x="10659" y="1559"/>
                        <a:pt x="10596" y="1567"/>
                        <a:pt x="10538" y="1567"/>
                      </a:cubicBezTo>
                      <a:cubicBezTo>
                        <a:pt x="10252" y="1567"/>
                        <a:pt x="10085" y="1356"/>
                        <a:pt x="10085" y="1356"/>
                      </a:cubicBezTo>
                      <a:cubicBezTo>
                        <a:pt x="9526" y="499"/>
                        <a:pt x="7839" y="20"/>
                        <a:pt x="6241" y="20"/>
                      </a:cubicBezTo>
                      <a:cubicBezTo>
                        <a:pt x="5253" y="20"/>
                        <a:pt x="4298" y="203"/>
                        <a:pt x="3665" y="593"/>
                      </a:cubicBezTo>
                      <a:cubicBezTo>
                        <a:pt x="3190" y="811"/>
                        <a:pt x="1308" y="1764"/>
                        <a:pt x="832" y="1827"/>
                      </a:cubicBezTo>
                      <a:cubicBezTo>
                        <a:pt x="580" y="1887"/>
                        <a:pt x="140" y="1806"/>
                        <a:pt x="122" y="2158"/>
                      </a:cubicBezTo>
                      <a:cubicBezTo>
                        <a:pt x="1" y="3369"/>
                        <a:pt x="973" y="2296"/>
                        <a:pt x="1386" y="3503"/>
                      </a:cubicBezTo>
                      <a:cubicBezTo>
                        <a:pt x="1840" y="5092"/>
                        <a:pt x="1898" y="6165"/>
                        <a:pt x="3042" y="7281"/>
                      </a:cubicBezTo>
                      <a:cubicBezTo>
                        <a:pt x="3913" y="8149"/>
                        <a:pt x="5102" y="8584"/>
                        <a:pt x="6297" y="8584"/>
                      </a:cubicBezTo>
                      <a:cubicBezTo>
                        <a:pt x="7556" y="8584"/>
                        <a:pt x="8821" y="8101"/>
                        <a:pt x="9725" y="7133"/>
                      </a:cubicBezTo>
                      <a:cubicBezTo>
                        <a:pt x="10871" y="5962"/>
                        <a:pt x="11237" y="4656"/>
                        <a:pt x="10947" y="3231"/>
                      </a:cubicBezTo>
                      <a:cubicBezTo>
                        <a:pt x="10812" y="2346"/>
                        <a:pt x="11653" y="2067"/>
                        <a:pt x="12466" y="2067"/>
                      </a:cubicBezTo>
                      <a:cubicBezTo>
                        <a:pt x="12858" y="2067"/>
                        <a:pt x="13243" y="2132"/>
                        <a:pt x="13510" y="2225"/>
                      </a:cubicBezTo>
                      <a:cubicBezTo>
                        <a:pt x="14409" y="2556"/>
                        <a:pt x="13939" y="3592"/>
                        <a:pt x="13982" y="4292"/>
                      </a:cubicBezTo>
                      <a:cubicBezTo>
                        <a:pt x="14198" y="7032"/>
                        <a:pt x="16504" y="8537"/>
                        <a:pt x="18777" y="8537"/>
                      </a:cubicBezTo>
                      <a:cubicBezTo>
                        <a:pt x="20703" y="8537"/>
                        <a:pt x="22607" y="7455"/>
                        <a:pt x="23193" y="5126"/>
                      </a:cubicBezTo>
                      <a:lnTo>
                        <a:pt x="23193" y="5126"/>
                      </a:lnTo>
                      <a:cubicBezTo>
                        <a:pt x="23193" y="5129"/>
                        <a:pt x="23193" y="5131"/>
                        <a:pt x="23193" y="5131"/>
                      </a:cubicBezTo>
                      <a:cubicBezTo>
                        <a:pt x="23263" y="4880"/>
                        <a:pt x="23476" y="4071"/>
                        <a:pt x="23633" y="3471"/>
                      </a:cubicBezTo>
                      <a:cubicBezTo>
                        <a:pt x="24036" y="2264"/>
                        <a:pt x="25018" y="3323"/>
                        <a:pt x="24888" y="2118"/>
                      </a:cubicBezTo>
                      <a:cubicBezTo>
                        <a:pt x="24874" y="1763"/>
                        <a:pt x="24425" y="1851"/>
                        <a:pt x="24178" y="1790"/>
                      </a:cubicBezTo>
                      <a:cubicBezTo>
                        <a:pt x="23699" y="1728"/>
                        <a:pt x="21812" y="777"/>
                        <a:pt x="21339" y="563"/>
                      </a:cubicBezTo>
                      <a:lnTo>
                        <a:pt x="21339" y="563"/>
                      </a:lnTo>
                      <a:lnTo>
                        <a:pt x="21342" y="566"/>
                      </a:lnTo>
                      <a:cubicBezTo>
                        <a:pt x="20713" y="181"/>
                        <a:pt x="19769" y="0"/>
                        <a:pt x="187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7"/>
                <p:cNvSpPr/>
                <p:nvPr/>
              </p:nvSpPr>
              <p:spPr>
                <a:xfrm>
                  <a:off x="-3523900" y="3681088"/>
                  <a:ext cx="18375" cy="17675"/>
                </a:xfrm>
                <a:custGeom>
                  <a:rect b="b" l="l" r="r" t="t"/>
                  <a:pathLst>
                    <a:path extrusionOk="0" h="707" w="735">
                      <a:moveTo>
                        <a:pt x="367" y="0"/>
                      </a:moveTo>
                      <a:cubicBezTo>
                        <a:pt x="184" y="0"/>
                        <a:pt x="1" y="118"/>
                        <a:pt x="4" y="353"/>
                      </a:cubicBezTo>
                      <a:cubicBezTo>
                        <a:pt x="1" y="589"/>
                        <a:pt x="184" y="706"/>
                        <a:pt x="368" y="706"/>
                      </a:cubicBezTo>
                      <a:cubicBezTo>
                        <a:pt x="551" y="706"/>
                        <a:pt x="734" y="589"/>
                        <a:pt x="731" y="353"/>
                      </a:cubicBezTo>
                      <a:cubicBezTo>
                        <a:pt x="734" y="118"/>
                        <a:pt x="550" y="0"/>
                        <a:pt x="3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7"/>
                <p:cNvSpPr/>
                <p:nvPr/>
              </p:nvSpPr>
              <p:spPr>
                <a:xfrm>
                  <a:off x="-4071925" y="3681088"/>
                  <a:ext cx="18350" cy="17675"/>
                </a:xfrm>
                <a:custGeom>
                  <a:rect b="b" l="l" r="r" t="t"/>
                  <a:pathLst>
                    <a:path extrusionOk="0" h="707" w="734">
                      <a:moveTo>
                        <a:pt x="367" y="0"/>
                      </a:moveTo>
                      <a:cubicBezTo>
                        <a:pt x="184" y="0"/>
                        <a:pt x="0" y="118"/>
                        <a:pt x="3" y="353"/>
                      </a:cubicBezTo>
                      <a:cubicBezTo>
                        <a:pt x="0" y="589"/>
                        <a:pt x="184" y="706"/>
                        <a:pt x="367" y="706"/>
                      </a:cubicBezTo>
                      <a:cubicBezTo>
                        <a:pt x="550" y="706"/>
                        <a:pt x="734" y="589"/>
                        <a:pt x="730" y="353"/>
                      </a:cubicBezTo>
                      <a:cubicBezTo>
                        <a:pt x="734" y="118"/>
                        <a:pt x="550" y="0"/>
                        <a:pt x="3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62" name="Google Shape;4462;p57"/>
            <p:cNvGrpSpPr/>
            <p:nvPr/>
          </p:nvGrpSpPr>
          <p:grpSpPr>
            <a:xfrm>
              <a:off x="141670" y="4265372"/>
              <a:ext cx="500560" cy="472885"/>
              <a:chOff x="-1174275" y="581450"/>
              <a:chExt cx="370100" cy="349638"/>
            </a:xfrm>
          </p:grpSpPr>
          <p:sp>
            <p:nvSpPr>
              <p:cNvPr id="4463" name="Google Shape;4463;p57"/>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7"/>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5" name="Google Shape;4465;p57"/>
            <p:cNvGrpSpPr/>
            <p:nvPr/>
          </p:nvGrpSpPr>
          <p:grpSpPr>
            <a:xfrm>
              <a:off x="7957878" y="89620"/>
              <a:ext cx="311019" cy="311110"/>
              <a:chOff x="5038846" y="235350"/>
              <a:chExt cx="158691" cy="158738"/>
            </a:xfrm>
          </p:grpSpPr>
          <p:sp>
            <p:nvSpPr>
              <p:cNvPr id="4466" name="Google Shape;4466;p57"/>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7"/>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8" name="Google Shape;4468;p57"/>
            <p:cNvGrpSpPr/>
            <p:nvPr/>
          </p:nvGrpSpPr>
          <p:grpSpPr>
            <a:xfrm>
              <a:off x="90103" y="469620"/>
              <a:ext cx="311019" cy="311110"/>
              <a:chOff x="5038846" y="235350"/>
              <a:chExt cx="158691" cy="158738"/>
            </a:xfrm>
          </p:grpSpPr>
          <p:sp>
            <p:nvSpPr>
              <p:cNvPr id="4469" name="Google Shape;4469;p57"/>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7"/>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4471" name="Shape 4471"/>
        <p:cNvGrpSpPr/>
        <p:nvPr/>
      </p:nvGrpSpPr>
      <p:grpSpPr>
        <a:xfrm>
          <a:off x="0" y="0"/>
          <a:ext cx="0" cy="0"/>
          <a:chOff x="0" y="0"/>
          <a:chExt cx="0" cy="0"/>
        </a:xfrm>
      </p:grpSpPr>
      <p:sp>
        <p:nvSpPr>
          <p:cNvPr id="4472" name="Google Shape;4472;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4473" name="Google Shape;4473;p58"/>
          <p:cNvSpPr txBox="1"/>
          <p:nvPr>
            <p:ph idx="1" type="subTitle"/>
          </p:nvPr>
        </p:nvSpPr>
        <p:spPr>
          <a:xfrm>
            <a:off x="2143337" y="2199688"/>
            <a:ext cx="23292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474" name="Google Shape;4474;p58"/>
          <p:cNvSpPr txBox="1"/>
          <p:nvPr>
            <p:ph idx="2" type="subTitle"/>
          </p:nvPr>
        </p:nvSpPr>
        <p:spPr>
          <a:xfrm>
            <a:off x="4671464" y="2199688"/>
            <a:ext cx="2329200" cy="5487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475" name="Google Shape;4475;p58"/>
          <p:cNvSpPr txBox="1"/>
          <p:nvPr>
            <p:ph idx="3" type="subTitle"/>
          </p:nvPr>
        </p:nvSpPr>
        <p:spPr>
          <a:xfrm>
            <a:off x="2143337" y="3373525"/>
            <a:ext cx="23292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476" name="Google Shape;4476;p58"/>
          <p:cNvSpPr txBox="1"/>
          <p:nvPr>
            <p:ph idx="4" type="subTitle"/>
          </p:nvPr>
        </p:nvSpPr>
        <p:spPr>
          <a:xfrm>
            <a:off x="4671464" y="3373525"/>
            <a:ext cx="2329200" cy="5487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477" name="Google Shape;4477;p58"/>
          <p:cNvSpPr txBox="1"/>
          <p:nvPr>
            <p:ph idx="5" type="subTitle"/>
          </p:nvPr>
        </p:nvSpPr>
        <p:spPr>
          <a:xfrm>
            <a:off x="2143337" y="1894888"/>
            <a:ext cx="2329200" cy="457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478" name="Google Shape;4478;p58"/>
          <p:cNvSpPr txBox="1"/>
          <p:nvPr>
            <p:ph idx="6" type="subTitle"/>
          </p:nvPr>
        </p:nvSpPr>
        <p:spPr>
          <a:xfrm>
            <a:off x="2143337" y="3068800"/>
            <a:ext cx="2329200" cy="457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479" name="Google Shape;4479;p58"/>
          <p:cNvSpPr txBox="1"/>
          <p:nvPr>
            <p:ph idx="7" type="subTitle"/>
          </p:nvPr>
        </p:nvSpPr>
        <p:spPr>
          <a:xfrm>
            <a:off x="4671460" y="1894888"/>
            <a:ext cx="2329200" cy="457200"/>
          </a:xfrm>
          <a:prstGeom prst="rect">
            <a:avLst/>
          </a:prstGeom>
        </p:spPr>
        <p:txBody>
          <a:bodyPr anchorCtr="0" anchor="b" bIns="91425" lIns="91425" spcFirstLastPara="1" rIns="91425" wrap="square" tIns="91425">
            <a:noAutofit/>
          </a:bodyPr>
          <a:lstStyle>
            <a:lvl1pPr lvl="0" algn="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480" name="Google Shape;4480;p58"/>
          <p:cNvSpPr txBox="1"/>
          <p:nvPr>
            <p:ph idx="8" type="subTitle"/>
          </p:nvPr>
        </p:nvSpPr>
        <p:spPr>
          <a:xfrm>
            <a:off x="4671460" y="3068800"/>
            <a:ext cx="2329200" cy="457200"/>
          </a:xfrm>
          <a:prstGeom prst="rect">
            <a:avLst/>
          </a:prstGeom>
        </p:spPr>
        <p:txBody>
          <a:bodyPr anchorCtr="0" anchor="b" bIns="91425" lIns="91425" spcFirstLastPara="1" rIns="91425" wrap="square" tIns="91425">
            <a:noAutofit/>
          </a:bodyPr>
          <a:lstStyle>
            <a:lvl1pPr lvl="0" algn="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4481" name="Google Shape;4481;p58"/>
          <p:cNvGrpSpPr/>
          <p:nvPr/>
        </p:nvGrpSpPr>
        <p:grpSpPr>
          <a:xfrm>
            <a:off x="-65456" y="120710"/>
            <a:ext cx="9395625" cy="4925633"/>
            <a:chOff x="-65456" y="120710"/>
            <a:chExt cx="9395625" cy="4925633"/>
          </a:xfrm>
        </p:grpSpPr>
        <p:grpSp>
          <p:nvGrpSpPr>
            <p:cNvPr id="4482" name="Google Shape;4482;p58"/>
            <p:cNvGrpSpPr/>
            <p:nvPr/>
          </p:nvGrpSpPr>
          <p:grpSpPr>
            <a:xfrm>
              <a:off x="4212491" y="4690940"/>
              <a:ext cx="719021" cy="355403"/>
              <a:chOff x="3442209" y="513788"/>
              <a:chExt cx="366866" cy="181338"/>
            </a:xfrm>
          </p:grpSpPr>
          <p:sp>
            <p:nvSpPr>
              <p:cNvPr id="4483" name="Google Shape;4483;p58"/>
              <p:cNvSpPr/>
              <p:nvPr/>
            </p:nvSpPr>
            <p:spPr>
              <a:xfrm>
                <a:off x="3442209" y="513788"/>
                <a:ext cx="365475" cy="179900"/>
              </a:xfrm>
              <a:custGeom>
                <a:rect b="b" l="l" r="r" t="t"/>
                <a:pathLst>
                  <a:path extrusionOk="0" h="7196" w="14619">
                    <a:moveTo>
                      <a:pt x="7310" y="1"/>
                    </a:moveTo>
                    <a:cubicBezTo>
                      <a:pt x="3273" y="2"/>
                      <a:pt x="1" y="3510"/>
                      <a:pt x="1" y="3510"/>
                    </a:cubicBezTo>
                    <a:cubicBezTo>
                      <a:pt x="82" y="3487"/>
                      <a:pt x="164" y="3466"/>
                      <a:pt x="244" y="3443"/>
                    </a:cubicBezTo>
                    <a:lnTo>
                      <a:pt x="244" y="3443"/>
                    </a:lnTo>
                    <a:cubicBezTo>
                      <a:pt x="85" y="3595"/>
                      <a:pt x="1" y="3687"/>
                      <a:pt x="1" y="3687"/>
                    </a:cubicBezTo>
                    <a:cubicBezTo>
                      <a:pt x="1" y="3687"/>
                      <a:pt x="3273" y="7196"/>
                      <a:pt x="7310" y="7196"/>
                    </a:cubicBezTo>
                    <a:cubicBezTo>
                      <a:pt x="11346" y="7196"/>
                      <a:pt x="14619" y="3687"/>
                      <a:pt x="14619" y="3687"/>
                    </a:cubicBezTo>
                    <a:cubicBezTo>
                      <a:pt x="14619" y="3687"/>
                      <a:pt x="14532" y="3594"/>
                      <a:pt x="14371" y="3440"/>
                    </a:cubicBezTo>
                    <a:lnTo>
                      <a:pt x="14371" y="3440"/>
                    </a:lnTo>
                    <a:cubicBezTo>
                      <a:pt x="14454" y="3463"/>
                      <a:pt x="14536" y="3486"/>
                      <a:pt x="14619" y="3509"/>
                    </a:cubicBezTo>
                    <a:cubicBezTo>
                      <a:pt x="14619" y="3509"/>
                      <a:pt x="11346" y="1"/>
                      <a:pt x="731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8"/>
              <p:cNvSpPr/>
              <p:nvPr/>
            </p:nvSpPr>
            <p:spPr>
              <a:xfrm>
                <a:off x="3443600" y="519675"/>
                <a:ext cx="365475" cy="175450"/>
              </a:xfrm>
              <a:custGeom>
                <a:rect b="b" l="l" r="r" t="t"/>
                <a:pathLst>
                  <a:path extrusionOk="0" h="7018" w="14619">
                    <a:moveTo>
                      <a:pt x="7309" y="0"/>
                    </a:moveTo>
                    <a:cubicBezTo>
                      <a:pt x="3273" y="0"/>
                      <a:pt x="0" y="3509"/>
                      <a:pt x="0" y="3509"/>
                    </a:cubicBezTo>
                    <a:cubicBezTo>
                      <a:pt x="0" y="3509"/>
                      <a:pt x="3273" y="7018"/>
                      <a:pt x="7309" y="7018"/>
                    </a:cubicBezTo>
                    <a:cubicBezTo>
                      <a:pt x="11346" y="7018"/>
                      <a:pt x="14618" y="3509"/>
                      <a:pt x="14618" y="3509"/>
                    </a:cubicBezTo>
                    <a:cubicBezTo>
                      <a:pt x="14618" y="3509"/>
                      <a:pt x="11346"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8"/>
              <p:cNvSpPr/>
              <p:nvPr/>
            </p:nvSpPr>
            <p:spPr>
              <a:xfrm>
                <a:off x="3549550" y="530625"/>
                <a:ext cx="153525" cy="153550"/>
              </a:xfrm>
              <a:custGeom>
                <a:rect b="b" l="l" r="r" t="t"/>
                <a:pathLst>
                  <a:path extrusionOk="0" h="6142" w="6141">
                    <a:moveTo>
                      <a:pt x="3071" y="1"/>
                    </a:moveTo>
                    <a:cubicBezTo>
                      <a:pt x="1375" y="1"/>
                      <a:pt x="1" y="1374"/>
                      <a:pt x="1" y="3071"/>
                    </a:cubicBezTo>
                    <a:cubicBezTo>
                      <a:pt x="1" y="4766"/>
                      <a:pt x="1375" y="6141"/>
                      <a:pt x="3071" y="6141"/>
                    </a:cubicBezTo>
                    <a:cubicBezTo>
                      <a:pt x="4766" y="6141"/>
                      <a:pt x="6141" y="4766"/>
                      <a:pt x="6141" y="3071"/>
                    </a:cubicBezTo>
                    <a:cubicBezTo>
                      <a:pt x="6141" y="1374"/>
                      <a:pt x="4766"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8"/>
              <p:cNvSpPr/>
              <p:nvPr/>
            </p:nvSpPr>
            <p:spPr>
              <a:xfrm>
                <a:off x="3562700" y="547025"/>
                <a:ext cx="127200" cy="120775"/>
              </a:xfrm>
              <a:custGeom>
                <a:rect b="b" l="l" r="r" t="t"/>
                <a:pathLst>
                  <a:path extrusionOk="0" h="4831" w="5088">
                    <a:moveTo>
                      <a:pt x="2545" y="1"/>
                    </a:moveTo>
                    <a:cubicBezTo>
                      <a:pt x="2345" y="1"/>
                      <a:pt x="2144" y="128"/>
                      <a:pt x="2113" y="383"/>
                    </a:cubicBezTo>
                    <a:cubicBezTo>
                      <a:pt x="2085" y="616"/>
                      <a:pt x="1887" y="766"/>
                      <a:pt x="1680" y="766"/>
                    </a:cubicBezTo>
                    <a:cubicBezTo>
                      <a:pt x="1588" y="766"/>
                      <a:pt x="1494" y="737"/>
                      <a:pt x="1413" y="673"/>
                    </a:cubicBezTo>
                    <a:cubicBezTo>
                      <a:pt x="1326" y="604"/>
                      <a:pt x="1233" y="575"/>
                      <a:pt x="1145" y="575"/>
                    </a:cubicBezTo>
                    <a:cubicBezTo>
                      <a:pt x="822" y="575"/>
                      <a:pt x="553" y="966"/>
                      <a:pt x="803" y="1283"/>
                    </a:cubicBezTo>
                    <a:cubicBezTo>
                      <a:pt x="1011" y="1550"/>
                      <a:pt x="849" y="1943"/>
                      <a:pt x="512" y="1983"/>
                    </a:cubicBezTo>
                    <a:cubicBezTo>
                      <a:pt x="1" y="2045"/>
                      <a:pt x="1" y="2786"/>
                      <a:pt x="512" y="2846"/>
                    </a:cubicBezTo>
                    <a:cubicBezTo>
                      <a:pt x="849" y="2888"/>
                      <a:pt x="1011" y="3280"/>
                      <a:pt x="803" y="3547"/>
                    </a:cubicBezTo>
                    <a:cubicBezTo>
                      <a:pt x="553" y="3864"/>
                      <a:pt x="822" y="4255"/>
                      <a:pt x="1145" y="4255"/>
                    </a:cubicBezTo>
                    <a:cubicBezTo>
                      <a:pt x="1233" y="4255"/>
                      <a:pt x="1326" y="4225"/>
                      <a:pt x="1413" y="4157"/>
                    </a:cubicBezTo>
                    <a:cubicBezTo>
                      <a:pt x="1494" y="4093"/>
                      <a:pt x="1588" y="4064"/>
                      <a:pt x="1680" y="4064"/>
                    </a:cubicBezTo>
                    <a:cubicBezTo>
                      <a:pt x="1887" y="4064"/>
                      <a:pt x="2085" y="4214"/>
                      <a:pt x="2113" y="4448"/>
                    </a:cubicBezTo>
                    <a:cubicBezTo>
                      <a:pt x="2144" y="4703"/>
                      <a:pt x="2344" y="4830"/>
                      <a:pt x="2545" y="4830"/>
                    </a:cubicBezTo>
                    <a:cubicBezTo>
                      <a:pt x="2745" y="4830"/>
                      <a:pt x="2946" y="4703"/>
                      <a:pt x="2976" y="4448"/>
                    </a:cubicBezTo>
                    <a:cubicBezTo>
                      <a:pt x="3005" y="4214"/>
                      <a:pt x="3202" y="4064"/>
                      <a:pt x="3410" y="4064"/>
                    </a:cubicBezTo>
                    <a:cubicBezTo>
                      <a:pt x="3502" y="4064"/>
                      <a:pt x="3595" y="4093"/>
                      <a:pt x="3677" y="4157"/>
                    </a:cubicBezTo>
                    <a:cubicBezTo>
                      <a:pt x="3764" y="4225"/>
                      <a:pt x="3856" y="4255"/>
                      <a:pt x="3944" y="4255"/>
                    </a:cubicBezTo>
                    <a:cubicBezTo>
                      <a:pt x="4267" y="4255"/>
                      <a:pt x="4535" y="3864"/>
                      <a:pt x="4287" y="3547"/>
                    </a:cubicBezTo>
                    <a:cubicBezTo>
                      <a:pt x="4077" y="3280"/>
                      <a:pt x="4240" y="2886"/>
                      <a:pt x="4577" y="2846"/>
                    </a:cubicBezTo>
                    <a:cubicBezTo>
                      <a:pt x="5088" y="2784"/>
                      <a:pt x="5088" y="2044"/>
                      <a:pt x="4577" y="1983"/>
                    </a:cubicBezTo>
                    <a:cubicBezTo>
                      <a:pt x="4240" y="1942"/>
                      <a:pt x="4077" y="1550"/>
                      <a:pt x="4287" y="1283"/>
                    </a:cubicBezTo>
                    <a:cubicBezTo>
                      <a:pt x="4535" y="966"/>
                      <a:pt x="4266" y="575"/>
                      <a:pt x="3944" y="575"/>
                    </a:cubicBezTo>
                    <a:cubicBezTo>
                      <a:pt x="3856" y="575"/>
                      <a:pt x="3764" y="605"/>
                      <a:pt x="3677" y="673"/>
                    </a:cubicBezTo>
                    <a:cubicBezTo>
                      <a:pt x="3595" y="737"/>
                      <a:pt x="3501" y="766"/>
                      <a:pt x="3410" y="766"/>
                    </a:cubicBezTo>
                    <a:cubicBezTo>
                      <a:pt x="3202" y="766"/>
                      <a:pt x="3004" y="616"/>
                      <a:pt x="2976" y="383"/>
                    </a:cubicBezTo>
                    <a:cubicBezTo>
                      <a:pt x="2946" y="128"/>
                      <a:pt x="2745" y="1"/>
                      <a:pt x="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8"/>
              <p:cNvSpPr/>
              <p:nvPr/>
            </p:nvSpPr>
            <p:spPr>
              <a:xfrm>
                <a:off x="3600975" y="582025"/>
                <a:ext cx="50725" cy="50725"/>
              </a:xfrm>
              <a:custGeom>
                <a:rect b="b" l="l" r="r" t="t"/>
                <a:pathLst>
                  <a:path extrusionOk="0" h="2029" w="2029">
                    <a:moveTo>
                      <a:pt x="1014" y="0"/>
                    </a:moveTo>
                    <a:cubicBezTo>
                      <a:pt x="454" y="0"/>
                      <a:pt x="0" y="454"/>
                      <a:pt x="0" y="1015"/>
                    </a:cubicBezTo>
                    <a:cubicBezTo>
                      <a:pt x="0" y="1574"/>
                      <a:pt x="454" y="2028"/>
                      <a:pt x="1014" y="2028"/>
                    </a:cubicBezTo>
                    <a:cubicBezTo>
                      <a:pt x="1574" y="2028"/>
                      <a:pt x="2028" y="1574"/>
                      <a:pt x="2028" y="1015"/>
                    </a:cubicBezTo>
                    <a:cubicBezTo>
                      <a:pt x="2028" y="454"/>
                      <a:pt x="1574" y="0"/>
                      <a:pt x="1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8"/>
              <p:cNvSpPr/>
              <p:nvPr/>
            </p:nvSpPr>
            <p:spPr>
              <a:xfrm>
                <a:off x="3443600" y="515225"/>
                <a:ext cx="365475" cy="87750"/>
              </a:xfrm>
              <a:custGeom>
                <a:rect b="b" l="l" r="r" t="t"/>
                <a:pathLst>
                  <a:path extrusionOk="0" h="3510" w="14619">
                    <a:moveTo>
                      <a:pt x="7309" y="1"/>
                    </a:moveTo>
                    <a:cubicBezTo>
                      <a:pt x="3273" y="1"/>
                      <a:pt x="0" y="3509"/>
                      <a:pt x="0" y="3509"/>
                    </a:cubicBezTo>
                    <a:cubicBezTo>
                      <a:pt x="2504" y="2781"/>
                      <a:pt x="4955" y="2431"/>
                      <a:pt x="7357" y="2431"/>
                    </a:cubicBezTo>
                    <a:cubicBezTo>
                      <a:pt x="9828" y="2431"/>
                      <a:pt x="12247" y="2801"/>
                      <a:pt x="14618" y="3509"/>
                    </a:cubicBezTo>
                    <a:cubicBezTo>
                      <a:pt x="14618" y="3509"/>
                      <a:pt x="11346" y="1"/>
                      <a:pt x="7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9" name="Google Shape;4489;p58"/>
            <p:cNvGrpSpPr/>
            <p:nvPr/>
          </p:nvGrpSpPr>
          <p:grpSpPr>
            <a:xfrm>
              <a:off x="-65456" y="182205"/>
              <a:ext cx="659916" cy="714595"/>
              <a:chOff x="-2686850" y="3696525"/>
              <a:chExt cx="332050" cy="359563"/>
            </a:xfrm>
          </p:grpSpPr>
          <p:sp>
            <p:nvSpPr>
              <p:cNvPr id="4490" name="Google Shape;4490;p58"/>
              <p:cNvSpPr/>
              <p:nvPr/>
            </p:nvSpPr>
            <p:spPr>
              <a:xfrm>
                <a:off x="-2686850" y="3696525"/>
                <a:ext cx="332050" cy="359525"/>
              </a:xfrm>
              <a:custGeom>
                <a:rect b="b" l="l" r="r" t="t"/>
                <a:pathLst>
                  <a:path extrusionOk="0" h="14381" w="13282">
                    <a:moveTo>
                      <a:pt x="12504" y="10802"/>
                    </a:moveTo>
                    <a:lnTo>
                      <a:pt x="12497" y="10829"/>
                    </a:lnTo>
                    <a:lnTo>
                      <a:pt x="12497" y="10806"/>
                    </a:lnTo>
                    <a:lnTo>
                      <a:pt x="12504" y="10802"/>
                    </a:lnTo>
                    <a:close/>
                    <a:moveTo>
                      <a:pt x="6678" y="1"/>
                    </a:moveTo>
                    <a:cubicBezTo>
                      <a:pt x="4442" y="1"/>
                      <a:pt x="2280" y="1136"/>
                      <a:pt x="1036" y="2962"/>
                    </a:cubicBezTo>
                    <a:cubicBezTo>
                      <a:pt x="902" y="3158"/>
                      <a:pt x="912" y="3410"/>
                      <a:pt x="1042" y="3594"/>
                    </a:cubicBezTo>
                    <a:cubicBezTo>
                      <a:pt x="505" y="4550"/>
                      <a:pt x="247" y="5625"/>
                      <a:pt x="300" y="6729"/>
                    </a:cubicBezTo>
                    <a:cubicBezTo>
                      <a:pt x="352" y="7770"/>
                      <a:pt x="675" y="10117"/>
                      <a:pt x="739" y="10573"/>
                    </a:cubicBezTo>
                    <a:lnTo>
                      <a:pt x="739" y="10663"/>
                    </a:lnTo>
                    <a:lnTo>
                      <a:pt x="256" y="8957"/>
                    </a:lnTo>
                    <a:cubicBezTo>
                      <a:pt x="241" y="8903"/>
                      <a:pt x="192" y="8868"/>
                      <a:pt x="138" y="8868"/>
                    </a:cubicBezTo>
                    <a:cubicBezTo>
                      <a:pt x="126" y="8868"/>
                      <a:pt x="115" y="8869"/>
                      <a:pt x="103" y="8873"/>
                    </a:cubicBezTo>
                    <a:cubicBezTo>
                      <a:pt x="37" y="8890"/>
                      <a:pt x="0" y="8958"/>
                      <a:pt x="19" y="9024"/>
                    </a:cubicBezTo>
                    <a:lnTo>
                      <a:pt x="738" y="11566"/>
                    </a:lnTo>
                    <a:lnTo>
                      <a:pt x="738" y="12528"/>
                    </a:lnTo>
                    <a:lnTo>
                      <a:pt x="738" y="13556"/>
                    </a:lnTo>
                    <a:lnTo>
                      <a:pt x="738" y="13808"/>
                    </a:lnTo>
                    <a:lnTo>
                      <a:pt x="1665" y="13808"/>
                    </a:lnTo>
                    <a:lnTo>
                      <a:pt x="1665" y="14373"/>
                    </a:lnTo>
                    <a:lnTo>
                      <a:pt x="1947" y="14373"/>
                    </a:lnTo>
                    <a:lnTo>
                      <a:pt x="1947" y="14380"/>
                    </a:lnTo>
                    <a:lnTo>
                      <a:pt x="2635" y="14380"/>
                    </a:lnTo>
                    <a:lnTo>
                      <a:pt x="2635" y="14369"/>
                    </a:lnTo>
                    <a:cubicBezTo>
                      <a:pt x="3018" y="14307"/>
                      <a:pt x="3314" y="13987"/>
                      <a:pt x="3411" y="13555"/>
                    </a:cubicBezTo>
                    <a:cubicBezTo>
                      <a:pt x="3433" y="13457"/>
                      <a:pt x="3446" y="13353"/>
                      <a:pt x="3446" y="13245"/>
                    </a:cubicBezTo>
                    <a:lnTo>
                      <a:pt x="3446" y="12527"/>
                    </a:lnTo>
                    <a:lnTo>
                      <a:pt x="3446" y="11097"/>
                    </a:lnTo>
                    <a:cubicBezTo>
                      <a:pt x="3446" y="10515"/>
                      <a:pt x="3105" y="10039"/>
                      <a:pt x="2635" y="9961"/>
                    </a:cubicBezTo>
                    <a:lnTo>
                      <a:pt x="2635" y="9948"/>
                    </a:lnTo>
                    <a:lnTo>
                      <a:pt x="1985" y="9948"/>
                    </a:lnTo>
                    <a:lnTo>
                      <a:pt x="1985" y="9942"/>
                    </a:lnTo>
                    <a:lnTo>
                      <a:pt x="1665" y="9942"/>
                    </a:lnTo>
                    <a:lnTo>
                      <a:pt x="1665" y="10506"/>
                    </a:lnTo>
                    <a:lnTo>
                      <a:pt x="1165" y="10506"/>
                    </a:lnTo>
                    <a:cubicBezTo>
                      <a:pt x="1100" y="10047"/>
                      <a:pt x="780" y="7711"/>
                      <a:pt x="731" y="6704"/>
                    </a:cubicBezTo>
                    <a:cubicBezTo>
                      <a:pt x="680" y="5690"/>
                      <a:pt x="918" y="4700"/>
                      <a:pt x="1409" y="3819"/>
                    </a:cubicBezTo>
                    <a:cubicBezTo>
                      <a:pt x="1438" y="3823"/>
                      <a:pt x="1466" y="3825"/>
                      <a:pt x="1494" y="3825"/>
                    </a:cubicBezTo>
                    <a:cubicBezTo>
                      <a:pt x="1671" y="3825"/>
                      <a:pt x="1845" y="3741"/>
                      <a:pt x="1952" y="3583"/>
                    </a:cubicBezTo>
                    <a:cubicBezTo>
                      <a:pt x="2992" y="2056"/>
                      <a:pt x="4803" y="1106"/>
                      <a:pt x="6678" y="1106"/>
                    </a:cubicBezTo>
                    <a:cubicBezTo>
                      <a:pt x="8431" y="1106"/>
                      <a:pt x="10117" y="1922"/>
                      <a:pt x="11187" y="3286"/>
                    </a:cubicBezTo>
                    <a:cubicBezTo>
                      <a:pt x="11297" y="3426"/>
                      <a:pt x="11458" y="3497"/>
                      <a:pt x="11621" y="3497"/>
                    </a:cubicBezTo>
                    <a:cubicBezTo>
                      <a:pt x="11663" y="3497"/>
                      <a:pt x="11704" y="3493"/>
                      <a:pt x="11744" y="3484"/>
                    </a:cubicBezTo>
                    <a:cubicBezTo>
                      <a:pt x="12373" y="4446"/>
                      <a:pt x="12682" y="5559"/>
                      <a:pt x="12626" y="6704"/>
                    </a:cubicBezTo>
                    <a:cubicBezTo>
                      <a:pt x="12576" y="7711"/>
                      <a:pt x="12255" y="10047"/>
                      <a:pt x="12191" y="10506"/>
                    </a:cubicBezTo>
                    <a:lnTo>
                      <a:pt x="11569" y="10506"/>
                    </a:lnTo>
                    <a:lnTo>
                      <a:pt x="11569" y="9942"/>
                    </a:lnTo>
                    <a:lnTo>
                      <a:pt x="11249" y="9942"/>
                    </a:lnTo>
                    <a:lnTo>
                      <a:pt x="11249" y="9948"/>
                    </a:lnTo>
                    <a:lnTo>
                      <a:pt x="10602" y="9948"/>
                    </a:lnTo>
                    <a:lnTo>
                      <a:pt x="10602" y="9961"/>
                    </a:lnTo>
                    <a:cubicBezTo>
                      <a:pt x="10130" y="10039"/>
                      <a:pt x="9790" y="10515"/>
                      <a:pt x="9790" y="11097"/>
                    </a:cubicBezTo>
                    <a:lnTo>
                      <a:pt x="9790" y="12526"/>
                    </a:lnTo>
                    <a:lnTo>
                      <a:pt x="9790" y="13244"/>
                    </a:lnTo>
                    <a:cubicBezTo>
                      <a:pt x="9790" y="13353"/>
                      <a:pt x="9803" y="13456"/>
                      <a:pt x="9825" y="13554"/>
                    </a:cubicBezTo>
                    <a:cubicBezTo>
                      <a:pt x="9922" y="13984"/>
                      <a:pt x="10218" y="14306"/>
                      <a:pt x="10602" y="14368"/>
                    </a:cubicBezTo>
                    <a:lnTo>
                      <a:pt x="10602" y="14379"/>
                    </a:lnTo>
                    <a:lnTo>
                      <a:pt x="11289" y="14379"/>
                    </a:lnTo>
                    <a:lnTo>
                      <a:pt x="11289" y="14371"/>
                    </a:lnTo>
                    <a:lnTo>
                      <a:pt x="11572" y="14371"/>
                    </a:lnTo>
                    <a:lnTo>
                      <a:pt x="11572" y="13807"/>
                    </a:lnTo>
                    <a:lnTo>
                      <a:pt x="12498" y="13807"/>
                    </a:lnTo>
                    <a:lnTo>
                      <a:pt x="12498" y="13555"/>
                    </a:lnTo>
                    <a:lnTo>
                      <a:pt x="12498" y="12527"/>
                    </a:lnTo>
                    <a:lnTo>
                      <a:pt x="12498" y="11733"/>
                    </a:lnTo>
                    <a:lnTo>
                      <a:pt x="13265" y="9024"/>
                    </a:lnTo>
                    <a:cubicBezTo>
                      <a:pt x="13282" y="8957"/>
                      <a:pt x="13245" y="8889"/>
                      <a:pt x="13179" y="8871"/>
                    </a:cubicBezTo>
                    <a:cubicBezTo>
                      <a:pt x="13168" y="8868"/>
                      <a:pt x="13157" y="8866"/>
                      <a:pt x="13146" y="8866"/>
                    </a:cubicBezTo>
                    <a:cubicBezTo>
                      <a:pt x="13092" y="8866"/>
                      <a:pt x="13042" y="8901"/>
                      <a:pt x="13027" y="8956"/>
                    </a:cubicBezTo>
                    <a:lnTo>
                      <a:pt x="12664" y="10236"/>
                    </a:lnTo>
                    <a:cubicBezTo>
                      <a:pt x="12775" y="9420"/>
                      <a:pt x="13013" y="7608"/>
                      <a:pt x="13056" y="6728"/>
                    </a:cubicBezTo>
                    <a:cubicBezTo>
                      <a:pt x="13118" y="5484"/>
                      <a:pt x="12780" y="4275"/>
                      <a:pt x="12095" y="3234"/>
                    </a:cubicBezTo>
                    <a:cubicBezTo>
                      <a:pt x="12211" y="3042"/>
                      <a:pt x="12205" y="2791"/>
                      <a:pt x="12058" y="2604"/>
                    </a:cubicBezTo>
                    <a:cubicBezTo>
                      <a:pt x="10778" y="974"/>
                      <a:pt x="8767" y="1"/>
                      <a:pt x="6678"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1" name="Google Shape;4491;p58"/>
              <p:cNvGrpSpPr/>
              <p:nvPr/>
            </p:nvGrpSpPr>
            <p:grpSpPr>
              <a:xfrm>
                <a:off x="-2686850" y="3696563"/>
                <a:ext cx="332050" cy="359525"/>
                <a:chOff x="-2348725" y="2237525"/>
                <a:chExt cx="332050" cy="359525"/>
              </a:xfrm>
            </p:grpSpPr>
            <p:sp>
              <p:nvSpPr>
                <p:cNvPr id="4492" name="Google Shape;4492;p58"/>
                <p:cNvSpPr/>
                <p:nvPr/>
              </p:nvSpPr>
              <p:spPr>
                <a:xfrm>
                  <a:off x="-2343200" y="2245975"/>
                  <a:ext cx="322925" cy="262375"/>
                </a:xfrm>
                <a:custGeom>
                  <a:rect b="b" l="l" r="r" t="t"/>
                  <a:pathLst>
                    <a:path extrusionOk="0" h="10495" w="12917">
                      <a:moveTo>
                        <a:pt x="6459" y="0"/>
                      </a:moveTo>
                      <a:cubicBezTo>
                        <a:pt x="4680" y="0"/>
                        <a:pt x="2959" y="736"/>
                        <a:pt x="1736" y="2022"/>
                      </a:cubicBezTo>
                      <a:cubicBezTo>
                        <a:pt x="588" y="3226"/>
                        <a:pt x="0" y="4778"/>
                        <a:pt x="79" y="6389"/>
                      </a:cubicBezTo>
                      <a:cubicBezTo>
                        <a:pt x="135" y="7520"/>
                        <a:pt x="513" y="10195"/>
                        <a:pt x="528" y="10309"/>
                      </a:cubicBezTo>
                      <a:cubicBezTo>
                        <a:pt x="544" y="10417"/>
                        <a:pt x="636" y="10494"/>
                        <a:pt x="742" y="10494"/>
                      </a:cubicBezTo>
                      <a:cubicBezTo>
                        <a:pt x="752" y="10494"/>
                        <a:pt x="761" y="10494"/>
                        <a:pt x="773" y="10491"/>
                      </a:cubicBezTo>
                      <a:cubicBezTo>
                        <a:pt x="890" y="10475"/>
                        <a:pt x="972" y="10365"/>
                        <a:pt x="956" y="10248"/>
                      </a:cubicBezTo>
                      <a:cubicBezTo>
                        <a:pt x="952" y="10221"/>
                        <a:pt x="567" y="7479"/>
                        <a:pt x="511" y="6368"/>
                      </a:cubicBezTo>
                      <a:cubicBezTo>
                        <a:pt x="438" y="4875"/>
                        <a:pt x="982" y="3437"/>
                        <a:pt x="2049" y="2318"/>
                      </a:cubicBezTo>
                      <a:cubicBezTo>
                        <a:pt x="3190" y="1119"/>
                        <a:pt x="4798" y="430"/>
                        <a:pt x="6459" y="430"/>
                      </a:cubicBezTo>
                      <a:cubicBezTo>
                        <a:pt x="8120" y="430"/>
                        <a:pt x="9728" y="1119"/>
                        <a:pt x="10869" y="2318"/>
                      </a:cubicBezTo>
                      <a:cubicBezTo>
                        <a:pt x="11935" y="3437"/>
                        <a:pt x="12481" y="4875"/>
                        <a:pt x="12407" y="6368"/>
                      </a:cubicBezTo>
                      <a:cubicBezTo>
                        <a:pt x="12353" y="7479"/>
                        <a:pt x="11966" y="10221"/>
                        <a:pt x="11962" y="10248"/>
                      </a:cubicBezTo>
                      <a:cubicBezTo>
                        <a:pt x="11945" y="10367"/>
                        <a:pt x="12028" y="10475"/>
                        <a:pt x="12146" y="10491"/>
                      </a:cubicBezTo>
                      <a:cubicBezTo>
                        <a:pt x="12156" y="10493"/>
                        <a:pt x="12166" y="10493"/>
                        <a:pt x="12176" y="10493"/>
                      </a:cubicBezTo>
                      <a:cubicBezTo>
                        <a:pt x="12282" y="10493"/>
                        <a:pt x="12374" y="10415"/>
                        <a:pt x="12389" y="10309"/>
                      </a:cubicBezTo>
                      <a:cubicBezTo>
                        <a:pt x="12405" y="10195"/>
                        <a:pt x="12782" y="7520"/>
                        <a:pt x="12838" y="6389"/>
                      </a:cubicBezTo>
                      <a:cubicBezTo>
                        <a:pt x="12916" y="4778"/>
                        <a:pt x="12328" y="3226"/>
                        <a:pt x="11182" y="2022"/>
                      </a:cubicBezTo>
                      <a:cubicBezTo>
                        <a:pt x="9959" y="737"/>
                        <a:pt x="8237"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8"/>
                <p:cNvSpPr/>
                <p:nvPr/>
              </p:nvSpPr>
              <p:spPr>
                <a:xfrm>
                  <a:off x="-2327125" y="2237525"/>
                  <a:ext cx="284600" cy="95700"/>
                </a:xfrm>
                <a:custGeom>
                  <a:rect b="b" l="l" r="r" t="t"/>
                  <a:pathLst>
                    <a:path extrusionOk="0" h="3828" w="11384">
                      <a:moveTo>
                        <a:pt x="5815" y="1"/>
                      </a:moveTo>
                      <a:cubicBezTo>
                        <a:pt x="3578" y="1"/>
                        <a:pt x="1417" y="1136"/>
                        <a:pt x="173" y="2964"/>
                      </a:cubicBezTo>
                      <a:cubicBezTo>
                        <a:pt x="1" y="3216"/>
                        <a:pt x="66" y="3560"/>
                        <a:pt x="319" y="3732"/>
                      </a:cubicBezTo>
                      <a:cubicBezTo>
                        <a:pt x="415" y="3796"/>
                        <a:pt x="523" y="3827"/>
                        <a:pt x="630" y="3827"/>
                      </a:cubicBezTo>
                      <a:cubicBezTo>
                        <a:pt x="807" y="3827"/>
                        <a:pt x="981" y="3743"/>
                        <a:pt x="1088" y="3585"/>
                      </a:cubicBezTo>
                      <a:cubicBezTo>
                        <a:pt x="2128" y="2057"/>
                        <a:pt x="3939" y="1108"/>
                        <a:pt x="5814" y="1108"/>
                      </a:cubicBezTo>
                      <a:cubicBezTo>
                        <a:pt x="7567" y="1108"/>
                        <a:pt x="9251" y="1923"/>
                        <a:pt x="10323" y="3289"/>
                      </a:cubicBezTo>
                      <a:cubicBezTo>
                        <a:pt x="10433" y="3428"/>
                        <a:pt x="10595" y="3500"/>
                        <a:pt x="10760" y="3500"/>
                      </a:cubicBezTo>
                      <a:cubicBezTo>
                        <a:pt x="10879" y="3500"/>
                        <a:pt x="11000" y="3462"/>
                        <a:pt x="11101" y="3382"/>
                      </a:cubicBezTo>
                      <a:cubicBezTo>
                        <a:pt x="11343" y="3193"/>
                        <a:pt x="11384" y="2845"/>
                        <a:pt x="11195" y="2604"/>
                      </a:cubicBezTo>
                      <a:cubicBezTo>
                        <a:pt x="9915" y="974"/>
                        <a:pt x="7904" y="1"/>
                        <a:pt x="58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8"/>
                <p:cNvSpPr/>
                <p:nvPr/>
              </p:nvSpPr>
              <p:spPr>
                <a:xfrm>
                  <a:off x="-2083125" y="2486225"/>
                  <a:ext cx="4050" cy="450"/>
                </a:xfrm>
                <a:custGeom>
                  <a:rect b="b" l="l" r="r" t="t"/>
                  <a:pathLst>
                    <a:path extrusionOk="0" h="18" w="162">
                      <a:moveTo>
                        <a:pt x="1" y="0"/>
                      </a:moveTo>
                      <a:lnTo>
                        <a:pt x="1" y="18"/>
                      </a:lnTo>
                      <a:cubicBezTo>
                        <a:pt x="53" y="7"/>
                        <a:pt x="107" y="0"/>
                        <a:pt x="162" y="0"/>
                      </a:cubicBezTo>
                      <a:close/>
                    </a:path>
                  </a:pathLst>
                </a:custGeom>
                <a:solidFill>
                  <a:srgbClr val="E61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8"/>
                <p:cNvSpPr/>
                <p:nvPr/>
              </p:nvSpPr>
              <p:spPr>
                <a:xfrm>
                  <a:off x="-2330250" y="2550650"/>
                  <a:ext cx="23150" cy="32050"/>
                </a:xfrm>
                <a:custGeom>
                  <a:rect b="b" l="l" r="r" t="t"/>
                  <a:pathLst>
                    <a:path extrusionOk="0" h="1282" w="926">
                      <a:moveTo>
                        <a:pt x="0" y="1"/>
                      </a:moveTo>
                      <a:lnTo>
                        <a:pt x="0" y="1030"/>
                      </a:lnTo>
                      <a:lnTo>
                        <a:pt x="0"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8"/>
                <p:cNvSpPr/>
                <p:nvPr/>
              </p:nvSpPr>
              <p:spPr>
                <a:xfrm>
                  <a:off x="-2307125" y="2550650"/>
                  <a:ext cx="7075" cy="46200"/>
                </a:xfrm>
                <a:custGeom>
                  <a:rect b="b" l="l" r="r" t="t"/>
                  <a:pathLst>
                    <a:path extrusionOk="0" h="1848" w="283">
                      <a:moveTo>
                        <a:pt x="1" y="1"/>
                      </a:moveTo>
                      <a:lnTo>
                        <a:pt x="1" y="1030"/>
                      </a:lnTo>
                      <a:lnTo>
                        <a:pt x="1" y="1282"/>
                      </a:lnTo>
                      <a:lnTo>
                        <a:pt x="1" y="1847"/>
                      </a:lnTo>
                      <a:lnTo>
                        <a:pt x="283" y="1847"/>
                      </a:lnTo>
                      <a:lnTo>
                        <a:pt x="283" y="1030"/>
                      </a:lnTo>
                      <a:lnTo>
                        <a:pt x="283" y="1"/>
                      </a:lnTo>
                      <a:close/>
                    </a:path>
                  </a:pathLst>
                </a:custGeom>
                <a:solidFill>
                  <a:srgbClr val="B20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8"/>
                <p:cNvSpPr/>
                <p:nvPr/>
              </p:nvSpPr>
              <p:spPr>
                <a:xfrm>
                  <a:off x="-2282875" y="2486550"/>
                  <a:ext cx="20300" cy="110225"/>
                </a:xfrm>
                <a:custGeom>
                  <a:rect b="b" l="l" r="r" t="t"/>
                  <a:pathLst>
                    <a:path extrusionOk="0" h="4409" w="812">
                      <a:moveTo>
                        <a:pt x="1" y="0"/>
                      </a:moveTo>
                      <a:lnTo>
                        <a:pt x="1" y="2566"/>
                      </a:lnTo>
                      <a:lnTo>
                        <a:pt x="1" y="3594"/>
                      </a:lnTo>
                      <a:lnTo>
                        <a:pt x="1" y="4408"/>
                      </a:lnTo>
                      <a:cubicBezTo>
                        <a:pt x="384" y="4346"/>
                        <a:pt x="680" y="4026"/>
                        <a:pt x="777" y="3594"/>
                      </a:cubicBezTo>
                      <a:cubicBezTo>
                        <a:pt x="799" y="3496"/>
                        <a:pt x="812" y="3392"/>
                        <a:pt x="812" y="3284"/>
                      </a:cubicBezTo>
                      <a:lnTo>
                        <a:pt x="812" y="2566"/>
                      </a:lnTo>
                      <a:lnTo>
                        <a:pt x="812" y="1137"/>
                      </a:lnTo>
                      <a:cubicBezTo>
                        <a:pt x="812" y="554"/>
                        <a:pt x="471" y="7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8"/>
                <p:cNvSpPr/>
                <p:nvPr/>
              </p:nvSpPr>
              <p:spPr>
                <a:xfrm>
                  <a:off x="-2330250" y="2500225"/>
                  <a:ext cx="23150" cy="82475"/>
                </a:xfrm>
                <a:custGeom>
                  <a:rect b="b" l="l" r="r" t="t"/>
                  <a:pathLst>
                    <a:path extrusionOk="0" h="3299" w="926">
                      <a:moveTo>
                        <a:pt x="0" y="0"/>
                      </a:moveTo>
                      <a:lnTo>
                        <a:pt x="0" y="2018"/>
                      </a:lnTo>
                      <a:lnTo>
                        <a:pt x="0" y="3047"/>
                      </a:lnTo>
                      <a:lnTo>
                        <a:pt x="0"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8"/>
                <p:cNvSpPr/>
                <p:nvPr/>
              </p:nvSpPr>
              <p:spPr>
                <a:xfrm>
                  <a:off x="-2307125" y="2486050"/>
                  <a:ext cx="8025" cy="110800"/>
                </a:xfrm>
                <a:custGeom>
                  <a:rect b="b" l="l" r="r" t="t"/>
                  <a:pathLst>
                    <a:path extrusionOk="0" h="4432" w="321">
                      <a:moveTo>
                        <a:pt x="1" y="1"/>
                      </a:moveTo>
                      <a:lnTo>
                        <a:pt x="1" y="567"/>
                      </a:lnTo>
                      <a:lnTo>
                        <a:pt x="1" y="2585"/>
                      </a:lnTo>
                      <a:lnTo>
                        <a:pt x="1" y="3614"/>
                      </a:lnTo>
                      <a:lnTo>
                        <a:pt x="1" y="3866"/>
                      </a:lnTo>
                      <a:lnTo>
                        <a:pt x="1" y="4431"/>
                      </a:lnTo>
                      <a:lnTo>
                        <a:pt x="283" y="4431"/>
                      </a:lnTo>
                      <a:lnTo>
                        <a:pt x="283" y="3614"/>
                      </a:lnTo>
                      <a:lnTo>
                        <a:pt x="283" y="2585"/>
                      </a:lnTo>
                      <a:lnTo>
                        <a:pt x="283" y="7"/>
                      </a:lnTo>
                      <a:lnTo>
                        <a:pt x="321" y="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8"/>
                <p:cNvSpPr/>
                <p:nvPr/>
              </p:nvSpPr>
              <p:spPr>
                <a:xfrm>
                  <a:off x="-2300075" y="2486225"/>
                  <a:ext cx="17225" cy="110825"/>
                </a:xfrm>
                <a:custGeom>
                  <a:rect b="b" l="l" r="r" t="t"/>
                  <a:pathLst>
                    <a:path extrusionOk="0" h="4433" w="689">
                      <a:moveTo>
                        <a:pt x="1" y="0"/>
                      </a:moveTo>
                      <a:lnTo>
                        <a:pt x="1" y="2578"/>
                      </a:lnTo>
                      <a:lnTo>
                        <a:pt x="1" y="3607"/>
                      </a:lnTo>
                      <a:lnTo>
                        <a:pt x="1" y="4424"/>
                      </a:lnTo>
                      <a:lnTo>
                        <a:pt x="1" y="4432"/>
                      </a:lnTo>
                      <a:lnTo>
                        <a:pt x="689" y="4432"/>
                      </a:lnTo>
                      <a:lnTo>
                        <a:pt x="689" y="4420"/>
                      </a:lnTo>
                      <a:lnTo>
                        <a:pt x="689" y="3607"/>
                      </a:lnTo>
                      <a:lnTo>
                        <a:pt x="689" y="2578"/>
                      </a:lnTo>
                      <a:lnTo>
                        <a:pt x="689" y="13"/>
                      </a:lnTo>
                      <a:lnTo>
                        <a:pt x="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8"/>
                <p:cNvSpPr/>
                <p:nvPr/>
              </p:nvSpPr>
              <p:spPr>
                <a:xfrm>
                  <a:off x="-2059450" y="2550650"/>
                  <a:ext cx="23150" cy="32050"/>
                </a:xfrm>
                <a:custGeom>
                  <a:rect b="b" l="l" r="r" t="t"/>
                  <a:pathLst>
                    <a:path extrusionOk="0" h="1282" w="926">
                      <a:moveTo>
                        <a:pt x="1" y="1"/>
                      </a:moveTo>
                      <a:lnTo>
                        <a:pt x="1" y="1030"/>
                      </a:lnTo>
                      <a:lnTo>
                        <a:pt x="1"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8"/>
                <p:cNvSpPr/>
                <p:nvPr/>
              </p:nvSpPr>
              <p:spPr>
                <a:xfrm>
                  <a:off x="-2104000" y="2486525"/>
                  <a:ext cx="20325" cy="110225"/>
                </a:xfrm>
                <a:custGeom>
                  <a:rect b="b" l="l" r="r" t="t"/>
                  <a:pathLst>
                    <a:path extrusionOk="0" h="4409" w="813">
                      <a:moveTo>
                        <a:pt x="813" y="0"/>
                      </a:moveTo>
                      <a:cubicBezTo>
                        <a:pt x="341" y="79"/>
                        <a:pt x="1" y="555"/>
                        <a:pt x="1" y="1137"/>
                      </a:cubicBezTo>
                      <a:lnTo>
                        <a:pt x="1" y="2566"/>
                      </a:lnTo>
                      <a:lnTo>
                        <a:pt x="1" y="3284"/>
                      </a:lnTo>
                      <a:cubicBezTo>
                        <a:pt x="1" y="3393"/>
                        <a:pt x="14" y="3496"/>
                        <a:pt x="36" y="3594"/>
                      </a:cubicBezTo>
                      <a:cubicBezTo>
                        <a:pt x="133" y="4024"/>
                        <a:pt x="429" y="4346"/>
                        <a:pt x="813" y="4408"/>
                      </a:cubicBezTo>
                      <a:lnTo>
                        <a:pt x="813" y="3594"/>
                      </a:lnTo>
                      <a:lnTo>
                        <a:pt x="813" y="2566"/>
                      </a:lnTo>
                      <a:lnTo>
                        <a:pt x="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8"/>
                <p:cNvSpPr/>
                <p:nvPr/>
              </p:nvSpPr>
              <p:spPr>
                <a:xfrm>
                  <a:off x="-2059450" y="2500225"/>
                  <a:ext cx="23150" cy="82475"/>
                </a:xfrm>
                <a:custGeom>
                  <a:rect b="b" l="l" r="r" t="t"/>
                  <a:pathLst>
                    <a:path extrusionOk="0" h="3299" w="926">
                      <a:moveTo>
                        <a:pt x="1" y="0"/>
                      </a:moveTo>
                      <a:lnTo>
                        <a:pt x="1" y="2018"/>
                      </a:lnTo>
                      <a:lnTo>
                        <a:pt x="1" y="3047"/>
                      </a:lnTo>
                      <a:lnTo>
                        <a:pt x="1"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8"/>
                <p:cNvSpPr/>
                <p:nvPr/>
              </p:nvSpPr>
              <p:spPr>
                <a:xfrm>
                  <a:off x="-2067450" y="2486050"/>
                  <a:ext cx="8025" cy="110800"/>
                </a:xfrm>
                <a:custGeom>
                  <a:rect b="b" l="l" r="r" t="t"/>
                  <a:pathLst>
                    <a:path extrusionOk="0" h="4432" w="321">
                      <a:moveTo>
                        <a:pt x="1" y="1"/>
                      </a:moveTo>
                      <a:lnTo>
                        <a:pt x="1" y="7"/>
                      </a:lnTo>
                      <a:lnTo>
                        <a:pt x="37" y="7"/>
                      </a:lnTo>
                      <a:lnTo>
                        <a:pt x="37" y="2585"/>
                      </a:lnTo>
                      <a:lnTo>
                        <a:pt x="37" y="3614"/>
                      </a:lnTo>
                      <a:lnTo>
                        <a:pt x="37" y="4431"/>
                      </a:lnTo>
                      <a:lnTo>
                        <a:pt x="321" y="4431"/>
                      </a:lnTo>
                      <a:lnTo>
                        <a:pt x="321" y="3866"/>
                      </a:lnTo>
                      <a:lnTo>
                        <a:pt x="321" y="3614"/>
                      </a:lnTo>
                      <a:lnTo>
                        <a:pt x="321" y="2585"/>
                      </a:lnTo>
                      <a:lnTo>
                        <a:pt x="321" y="56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8"/>
                <p:cNvSpPr/>
                <p:nvPr/>
              </p:nvSpPr>
              <p:spPr>
                <a:xfrm>
                  <a:off x="-2083700" y="2486225"/>
                  <a:ext cx="17200" cy="110825"/>
                </a:xfrm>
                <a:custGeom>
                  <a:rect b="b" l="l" r="r" t="t"/>
                  <a:pathLst>
                    <a:path extrusionOk="0" h="4433" w="688">
                      <a:moveTo>
                        <a:pt x="1" y="0"/>
                      </a:moveTo>
                      <a:lnTo>
                        <a:pt x="1" y="13"/>
                      </a:lnTo>
                      <a:lnTo>
                        <a:pt x="1" y="2578"/>
                      </a:lnTo>
                      <a:lnTo>
                        <a:pt x="1" y="3607"/>
                      </a:lnTo>
                      <a:lnTo>
                        <a:pt x="1" y="4420"/>
                      </a:lnTo>
                      <a:lnTo>
                        <a:pt x="1" y="4432"/>
                      </a:lnTo>
                      <a:lnTo>
                        <a:pt x="687" y="4432"/>
                      </a:lnTo>
                      <a:lnTo>
                        <a:pt x="687" y="4424"/>
                      </a:lnTo>
                      <a:lnTo>
                        <a:pt x="687" y="3607"/>
                      </a:lnTo>
                      <a:lnTo>
                        <a:pt x="687" y="2578"/>
                      </a:lnTo>
                      <a:lnTo>
                        <a:pt x="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8"/>
                <p:cNvSpPr/>
                <p:nvPr/>
              </p:nvSpPr>
              <p:spPr>
                <a:xfrm>
                  <a:off x="-2047700" y="2459150"/>
                  <a:ext cx="31025" cy="91650"/>
                </a:xfrm>
                <a:custGeom>
                  <a:rect b="b" l="l" r="r" t="t"/>
                  <a:pathLst>
                    <a:path extrusionOk="0" h="3666" w="1241">
                      <a:moveTo>
                        <a:pt x="1105" y="0"/>
                      </a:moveTo>
                      <a:cubicBezTo>
                        <a:pt x="1050" y="0"/>
                        <a:pt x="1001" y="35"/>
                        <a:pt x="986" y="90"/>
                      </a:cubicBezTo>
                      <a:lnTo>
                        <a:pt x="18" y="3507"/>
                      </a:lnTo>
                      <a:cubicBezTo>
                        <a:pt x="0" y="3573"/>
                        <a:pt x="38" y="3641"/>
                        <a:pt x="104" y="3660"/>
                      </a:cubicBezTo>
                      <a:cubicBezTo>
                        <a:pt x="115" y="3663"/>
                        <a:pt x="125" y="3665"/>
                        <a:pt x="137" y="3665"/>
                      </a:cubicBezTo>
                      <a:cubicBezTo>
                        <a:pt x="191" y="3665"/>
                        <a:pt x="240" y="3629"/>
                        <a:pt x="255" y="3574"/>
                      </a:cubicBezTo>
                      <a:lnTo>
                        <a:pt x="1223" y="157"/>
                      </a:lnTo>
                      <a:cubicBezTo>
                        <a:pt x="1241" y="91"/>
                        <a:pt x="1204" y="23"/>
                        <a:pt x="1138" y="5"/>
                      </a:cubicBezTo>
                      <a:cubicBezTo>
                        <a:pt x="1127" y="2"/>
                        <a:pt x="1116" y="0"/>
                        <a:pt x="1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8"/>
                <p:cNvSpPr/>
                <p:nvPr/>
              </p:nvSpPr>
              <p:spPr>
                <a:xfrm>
                  <a:off x="-2348725" y="2459175"/>
                  <a:ext cx="31050" cy="91625"/>
                </a:xfrm>
                <a:custGeom>
                  <a:rect b="b" l="l" r="r" t="t"/>
                  <a:pathLst>
                    <a:path extrusionOk="0" h="3665" w="1242">
                      <a:moveTo>
                        <a:pt x="138" y="1"/>
                      </a:moveTo>
                      <a:cubicBezTo>
                        <a:pt x="126" y="1"/>
                        <a:pt x="115" y="2"/>
                        <a:pt x="103" y="6"/>
                      </a:cubicBezTo>
                      <a:cubicBezTo>
                        <a:pt x="37" y="24"/>
                        <a:pt x="0" y="91"/>
                        <a:pt x="19" y="157"/>
                      </a:cubicBezTo>
                      <a:lnTo>
                        <a:pt x="986" y="3574"/>
                      </a:lnTo>
                      <a:cubicBezTo>
                        <a:pt x="1001" y="3629"/>
                        <a:pt x="1051" y="3664"/>
                        <a:pt x="1104" y="3664"/>
                      </a:cubicBezTo>
                      <a:cubicBezTo>
                        <a:pt x="1116" y="3664"/>
                        <a:pt x="1128" y="3661"/>
                        <a:pt x="1138" y="3660"/>
                      </a:cubicBezTo>
                      <a:cubicBezTo>
                        <a:pt x="1203" y="3640"/>
                        <a:pt x="1242" y="3573"/>
                        <a:pt x="1223" y="3507"/>
                      </a:cubicBezTo>
                      <a:lnTo>
                        <a:pt x="256" y="90"/>
                      </a:lnTo>
                      <a:cubicBezTo>
                        <a:pt x="240" y="36"/>
                        <a:pt x="191" y="1"/>
                        <a:pt x="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08" name="Google Shape;4508;p58"/>
            <p:cNvGrpSpPr/>
            <p:nvPr/>
          </p:nvGrpSpPr>
          <p:grpSpPr>
            <a:xfrm>
              <a:off x="8543699" y="896808"/>
              <a:ext cx="786470" cy="812416"/>
              <a:chOff x="-2828900" y="2732900"/>
              <a:chExt cx="312600" cy="322913"/>
            </a:xfrm>
          </p:grpSpPr>
          <p:sp>
            <p:nvSpPr>
              <p:cNvPr id="4509" name="Google Shape;4509;p58"/>
              <p:cNvSpPr/>
              <p:nvPr/>
            </p:nvSpPr>
            <p:spPr>
              <a:xfrm>
                <a:off x="-2828875" y="2732900"/>
                <a:ext cx="312525" cy="322875"/>
              </a:xfrm>
              <a:custGeom>
                <a:rect b="b" l="l" r="r" t="t"/>
                <a:pathLst>
                  <a:path extrusionOk="0" h="12915" w="12501">
                    <a:moveTo>
                      <a:pt x="3980" y="125"/>
                    </a:moveTo>
                    <a:cubicBezTo>
                      <a:pt x="4044" y="125"/>
                      <a:pt x="4112" y="133"/>
                      <a:pt x="4186" y="148"/>
                    </a:cubicBezTo>
                    <a:cubicBezTo>
                      <a:pt x="4545" y="223"/>
                      <a:pt x="4747" y="879"/>
                      <a:pt x="4852" y="1506"/>
                    </a:cubicBezTo>
                    <a:cubicBezTo>
                      <a:pt x="4364" y="1637"/>
                      <a:pt x="3907" y="1839"/>
                      <a:pt x="3485" y="2097"/>
                    </a:cubicBezTo>
                    <a:lnTo>
                      <a:pt x="3426" y="987"/>
                    </a:lnTo>
                    <a:lnTo>
                      <a:pt x="3389" y="987"/>
                    </a:lnTo>
                    <a:lnTo>
                      <a:pt x="3389" y="982"/>
                    </a:lnTo>
                    <a:cubicBezTo>
                      <a:pt x="3389" y="977"/>
                      <a:pt x="3351" y="482"/>
                      <a:pt x="3616" y="249"/>
                    </a:cubicBezTo>
                    <a:cubicBezTo>
                      <a:pt x="3708" y="167"/>
                      <a:pt x="3831" y="125"/>
                      <a:pt x="3980" y="125"/>
                    </a:cubicBezTo>
                    <a:close/>
                    <a:moveTo>
                      <a:pt x="4880" y="1674"/>
                    </a:moveTo>
                    <a:cubicBezTo>
                      <a:pt x="4924" y="1984"/>
                      <a:pt x="4945" y="2272"/>
                      <a:pt x="4952" y="2463"/>
                    </a:cubicBezTo>
                    <a:lnTo>
                      <a:pt x="3505" y="2463"/>
                    </a:lnTo>
                    <a:lnTo>
                      <a:pt x="3497" y="2288"/>
                    </a:lnTo>
                    <a:cubicBezTo>
                      <a:pt x="3921" y="2019"/>
                      <a:pt x="4383" y="1809"/>
                      <a:pt x="4880" y="1674"/>
                    </a:cubicBezTo>
                    <a:close/>
                    <a:moveTo>
                      <a:pt x="6137" y="1506"/>
                    </a:moveTo>
                    <a:cubicBezTo>
                      <a:pt x="7235" y="1506"/>
                      <a:pt x="8215" y="1875"/>
                      <a:pt x="9035" y="2463"/>
                    </a:cubicBezTo>
                    <a:lnTo>
                      <a:pt x="5074" y="2463"/>
                    </a:lnTo>
                    <a:lnTo>
                      <a:pt x="5074" y="2461"/>
                    </a:lnTo>
                    <a:cubicBezTo>
                      <a:pt x="5073" y="2425"/>
                      <a:pt x="5061" y="2072"/>
                      <a:pt x="5000" y="1643"/>
                    </a:cubicBezTo>
                    <a:cubicBezTo>
                      <a:pt x="5362" y="1555"/>
                      <a:pt x="5743" y="1506"/>
                      <a:pt x="6137" y="1506"/>
                    </a:cubicBezTo>
                    <a:close/>
                    <a:moveTo>
                      <a:pt x="9383" y="2733"/>
                    </a:moveTo>
                    <a:cubicBezTo>
                      <a:pt x="10274" y="3482"/>
                      <a:pt x="10943" y="4499"/>
                      <a:pt x="11318" y="5554"/>
                    </a:cubicBezTo>
                    <a:cubicBezTo>
                      <a:pt x="11306" y="5724"/>
                      <a:pt x="11306" y="5978"/>
                      <a:pt x="11392" y="6087"/>
                    </a:cubicBezTo>
                    <a:cubicBezTo>
                      <a:pt x="11438" y="6147"/>
                      <a:pt x="11477" y="6173"/>
                      <a:pt x="11508" y="6185"/>
                    </a:cubicBezTo>
                    <a:cubicBezTo>
                      <a:pt x="12047" y="8400"/>
                      <a:pt x="11367" y="9837"/>
                      <a:pt x="11251" y="10060"/>
                    </a:cubicBezTo>
                    <a:lnTo>
                      <a:pt x="11251" y="9733"/>
                    </a:lnTo>
                    <a:lnTo>
                      <a:pt x="11093" y="9733"/>
                    </a:lnTo>
                    <a:cubicBezTo>
                      <a:pt x="11297" y="9501"/>
                      <a:pt x="11322" y="8806"/>
                      <a:pt x="11116" y="8421"/>
                    </a:cubicBezTo>
                    <a:cubicBezTo>
                      <a:pt x="11012" y="8224"/>
                      <a:pt x="10863" y="8123"/>
                      <a:pt x="10685" y="8123"/>
                    </a:cubicBezTo>
                    <a:cubicBezTo>
                      <a:pt x="10600" y="8123"/>
                      <a:pt x="10507" y="8146"/>
                      <a:pt x="10409" y="8193"/>
                    </a:cubicBezTo>
                    <a:cubicBezTo>
                      <a:pt x="10301" y="8246"/>
                      <a:pt x="10194" y="8268"/>
                      <a:pt x="10091" y="8268"/>
                    </a:cubicBezTo>
                    <a:cubicBezTo>
                      <a:pt x="9809" y="8268"/>
                      <a:pt x="9556" y="8106"/>
                      <a:pt x="9383" y="7956"/>
                    </a:cubicBezTo>
                    <a:lnTo>
                      <a:pt x="9383" y="3642"/>
                    </a:lnTo>
                    <a:lnTo>
                      <a:pt x="9383" y="2733"/>
                    </a:lnTo>
                    <a:close/>
                    <a:moveTo>
                      <a:pt x="9382" y="8113"/>
                    </a:moveTo>
                    <a:cubicBezTo>
                      <a:pt x="9567" y="8255"/>
                      <a:pt x="9816" y="8390"/>
                      <a:pt x="10092" y="8390"/>
                    </a:cubicBezTo>
                    <a:cubicBezTo>
                      <a:pt x="10212" y="8390"/>
                      <a:pt x="10336" y="8365"/>
                      <a:pt x="10463" y="8304"/>
                    </a:cubicBezTo>
                    <a:cubicBezTo>
                      <a:pt x="10542" y="8265"/>
                      <a:pt x="10615" y="8246"/>
                      <a:pt x="10682" y="8246"/>
                    </a:cubicBezTo>
                    <a:cubicBezTo>
                      <a:pt x="10816" y="8246"/>
                      <a:pt x="10925" y="8324"/>
                      <a:pt x="11007" y="8477"/>
                    </a:cubicBezTo>
                    <a:cubicBezTo>
                      <a:pt x="11197" y="8836"/>
                      <a:pt x="11160" y="9489"/>
                      <a:pt x="10998" y="9654"/>
                    </a:cubicBezTo>
                    <a:lnTo>
                      <a:pt x="10998" y="9611"/>
                    </a:lnTo>
                    <a:cubicBezTo>
                      <a:pt x="10998" y="9585"/>
                      <a:pt x="10976" y="9563"/>
                      <a:pt x="10949" y="9563"/>
                    </a:cubicBezTo>
                    <a:lnTo>
                      <a:pt x="10731" y="9563"/>
                    </a:lnTo>
                    <a:lnTo>
                      <a:pt x="10731" y="9169"/>
                    </a:lnTo>
                    <a:lnTo>
                      <a:pt x="9579" y="8916"/>
                    </a:lnTo>
                    <a:cubicBezTo>
                      <a:pt x="9579" y="8916"/>
                      <a:pt x="9474" y="9513"/>
                      <a:pt x="9494" y="10392"/>
                    </a:cubicBezTo>
                    <a:lnTo>
                      <a:pt x="9494" y="10414"/>
                    </a:lnTo>
                    <a:cubicBezTo>
                      <a:pt x="9495" y="10451"/>
                      <a:pt x="9496" y="10489"/>
                      <a:pt x="9498" y="10528"/>
                    </a:cubicBezTo>
                    <a:cubicBezTo>
                      <a:pt x="9498" y="10536"/>
                      <a:pt x="9498" y="10544"/>
                      <a:pt x="9499" y="10554"/>
                    </a:cubicBezTo>
                    <a:cubicBezTo>
                      <a:pt x="9500" y="10595"/>
                      <a:pt x="9503" y="10636"/>
                      <a:pt x="9504" y="10679"/>
                    </a:cubicBezTo>
                    <a:lnTo>
                      <a:pt x="9504" y="10691"/>
                    </a:lnTo>
                    <a:cubicBezTo>
                      <a:pt x="9506" y="10739"/>
                      <a:pt x="9510" y="10787"/>
                      <a:pt x="9513" y="10835"/>
                    </a:cubicBezTo>
                    <a:cubicBezTo>
                      <a:pt x="9513" y="10841"/>
                      <a:pt x="9515" y="10845"/>
                      <a:pt x="9515" y="10850"/>
                    </a:cubicBezTo>
                    <a:cubicBezTo>
                      <a:pt x="9517" y="10891"/>
                      <a:pt x="9521" y="10933"/>
                      <a:pt x="9524" y="10977"/>
                    </a:cubicBezTo>
                    <a:cubicBezTo>
                      <a:pt x="9525" y="10990"/>
                      <a:pt x="9526" y="11006"/>
                      <a:pt x="9527" y="11020"/>
                    </a:cubicBezTo>
                    <a:cubicBezTo>
                      <a:pt x="9530" y="11054"/>
                      <a:pt x="9534" y="11087"/>
                      <a:pt x="9536" y="11122"/>
                    </a:cubicBezTo>
                    <a:cubicBezTo>
                      <a:pt x="9537" y="11139"/>
                      <a:pt x="9541" y="11155"/>
                      <a:pt x="9542" y="11173"/>
                    </a:cubicBezTo>
                    <a:cubicBezTo>
                      <a:pt x="9546" y="11206"/>
                      <a:pt x="9550" y="11241"/>
                      <a:pt x="9553" y="11276"/>
                    </a:cubicBezTo>
                    <a:cubicBezTo>
                      <a:pt x="9554" y="11292"/>
                      <a:pt x="9557" y="11307"/>
                      <a:pt x="9558" y="11322"/>
                    </a:cubicBezTo>
                    <a:cubicBezTo>
                      <a:pt x="9564" y="11371"/>
                      <a:pt x="9569" y="11421"/>
                      <a:pt x="9578" y="11469"/>
                    </a:cubicBezTo>
                    <a:lnTo>
                      <a:pt x="9578" y="11472"/>
                    </a:lnTo>
                    <a:lnTo>
                      <a:pt x="10729" y="11233"/>
                    </a:lnTo>
                    <a:lnTo>
                      <a:pt x="10729" y="10966"/>
                    </a:lnTo>
                    <a:lnTo>
                      <a:pt x="10947" y="10966"/>
                    </a:lnTo>
                    <a:cubicBezTo>
                      <a:pt x="10975" y="10966"/>
                      <a:pt x="10997" y="10944"/>
                      <a:pt x="10997" y="10917"/>
                    </a:cubicBezTo>
                    <a:lnTo>
                      <a:pt x="10997" y="10913"/>
                    </a:lnTo>
                    <a:lnTo>
                      <a:pt x="10997" y="10762"/>
                    </a:lnTo>
                    <a:cubicBezTo>
                      <a:pt x="11698" y="10927"/>
                      <a:pt x="12146" y="11176"/>
                      <a:pt x="12292" y="11485"/>
                    </a:cubicBezTo>
                    <a:cubicBezTo>
                      <a:pt x="12374" y="11659"/>
                      <a:pt x="12360" y="11856"/>
                      <a:pt x="12252" y="12071"/>
                    </a:cubicBezTo>
                    <a:cubicBezTo>
                      <a:pt x="12187" y="12198"/>
                      <a:pt x="11999" y="12276"/>
                      <a:pt x="11767" y="12276"/>
                    </a:cubicBezTo>
                    <a:cubicBezTo>
                      <a:pt x="11731" y="12276"/>
                      <a:pt x="11694" y="12274"/>
                      <a:pt x="11656" y="12270"/>
                    </a:cubicBezTo>
                    <a:cubicBezTo>
                      <a:pt x="11376" y="12243"/>
                      <a:pt x="11016" y="12092"/>
                      <a:pt x="10923" y="11759"/>
                    </a:cubicBezTo>
                    <a:cubicBezTo>
                      <a:pt x="10893" y="11651"/>
                      <a:pt x="10824" y="11567"/>
                      <a:pt x="10719" y="11510"/>
                    </a:cubicBezTo>
                    <a:cubicBezTo>
                      <a:pt x="10599" y="11445"/>
                      <a:pt x="10440" y="11422"/>
                      <a:pt x="10273" y="11422"/>
                    </a:cubicBezTo>
                    <a:cubicBezTo>
                      <a:pt x="9894" y="11422"/>
                      <a:pt x="9476" y="11543"/>
                      <a:pt x="9382" y="11571"/>
                    </a:cubicBezTo>
                    <a:lnTo>
                      <a:pt x="9382" y="8113"/>
                    </a:lnTo>
                    <a:close/>
                    <a:moveTo>
                      <a:pt x="3979" y="1"/>
                    </a:moveTo>
                    <a:cubicBezTo>
                      <a:pt x="3800" y="1"/>
                      <a:pt x="3650" y="52"/>
                      <a:pt x="3534" y="155"/>
                    </a:cubicBezTo>
                    <a:cubicBezTo>
                      <a:pt x="3235" y="420"/>
                      <a:pt x="3262" y="927"/>
                      <a:pt x="3266" y="985"/>
                    </a:cubicBezTo>
                    <a:lnTo>
                      <a:pt x="3215" y="985"/>
                    </a:lnTo>
                    <a:lnTo>
                      <a:pt x="3154" y="2316"/>
                    </a:lnTo>
                    <a:cubicBezTo>
                      <a:pt x="3087" y="2363"/>
                      <a:pt x="3023" y="2410"/>
                      <a:pt x="2960" y="2461"/>
                    </a:cubicBezTo>
                    <a:lnTo>
                      <a:pt x="2892" y="2461"/>
                    </a:lnTo>
                    <a:lnTo>
                      <a:pt x="2892" y="2514"/>
                    </a:lnTo>
                    <a:cubicBezTo>
                      <a:pt x="1740" y="3439"/>
                      <a:pt x="934" y="4792"/>
                      <a:pt x="606" y="6136"/>
                    </a:cubicBezTo>
                    <a:cubicBezTo>
                      <a:pt x="1" y="8615"/>
                      <a:pt x="987" y="10295"/>
                      <a:pt x="1025" y="10358"/>
                    </a:cubicBezTo>
                    <a:lnTo>
                      <a:pt x="1025" y="10716"/>
                    </a:lnTo>
                    <a:lnTo>
                      <a:pt x="1277" y="10716"/>
                    </a:lnTo>
                    <a:lnTo>
                      <a:pt x="1277" y="10916"/>
                    </a:lnTo>
                    <a:lnTo>
                      <a:pt x="1277" y="10919"/>
                    </a:lnTo>
                    <a:cubicBezTo>
                      <a:pt x="1277" y="10947"/>
                      <a:pt x="1300" y="10969"/>
                      <a:pt x="1327" y="10969"/>
                    </a:cubicBezTo>
                    <a:lnTo>
                      <a:pt x="1545" y="10969"/>
                    </a:lnTo>
                    <a:lnTo>
                      <a:pt x="1545" y="10224"/>
                    </a:lnTo>
                    <a:lnTo>
                      <a:pt x="1545" y="9564"/>
                    </a:lnTo>
                    <a:lnTo>
                      <a:pt x="1325" y="9564"/>
                    </a:lnTo>
                    <a:cubicBezTo>
                      <a:pt x="1297" y="9565"/>
                      <a:pt x="1275" y="9587"/>
                      <a:pt x="1275" y="9612"/>
                    </a:cubicBezTo>
                    <a:lnTo>
                      <a:pt x="1275" y="9733"/>
                    </a:lnTo>
                    <a:lnTo>
                      <a:pt x="1022" y="9733"/>
                    </a:lnTo>
                    <a:lnTo>
                      <a:pt x="1022" y="10060"/>
                    </a:lnTo>
                    <a:cubicBezTo>
                      <a:pt x="907" y="9837"/>
                      <a:pt x="227" y="8399"/>
                      <a:pt x="765" y="6185"/>
                    </a:cubicBezTo>
                    <a:cubicBezTo>
                      <a:pt x="799" y="6174"/>
                      <a:pt x="837" y="6147"/>
                      <a:pt x="882" y="6087"/>
                    </a:cubicBezTo>
                    <a:cubicBezTo>
                      <a:pt x="967" y="5979"/>
                      <a:pt x="967" y="5725"/>
                      <a:pt x="955" y="5554"/>
                    </a:cubicBezTo>
                    <a:cubicBezTo>
                      <a:pt x="1332" y="4499"/>
                      <a:pt x="2001" y="3482"/>
                      <a:pt x="2891" y="2733"/>
                    </a:cubicBezTo>
                    <a:lnTo>
                      <a:pt x="2891" y="3642"/>
                    </a:lnTo>
                    <a:lnTo>
                      <a:pt x="2891" y="12915"/>
                    </a:lnTo>
                    <a:lnTo>
                      <a:pt x="9383" y="12915"/>
                    </a:lnTo>
                    <a:lnTo>
                      <a:pt x="9383" y="11697"/>
                    </a:lnTo>
                    <a:cubicBezTo>
                      <a:pt x="9390" y="11697"/>
                      <a:pt x="9396" y="11697"/>
                      <a:pt x="9401" y="11695"/>
                    </a:cubicBezTo>
                    <a:cubicBezTo>
                      <a:pt x="9407" y="11693"/>
                      <a:pt x="9878" y="11545"/>
                      <a:pt x="10278" y="11545"/>
                    </a:cubicBezTo>
                    <a:cubicBezTo>
                      <a:pt x="10424" y="11545"/>
                      <a:pt x="10561" y="11564"/>
                      <a:pt x="10661" y="11619"/>
                    </a:cubicBezTo>
                    <a:cubicBezTo>
                      <a:pt x="10738" y="11660"/>
                      <a:pt x="10784" y="11717"/>
                      <a:pt x="10806" y="11793"/>
                    </a:cubicBezTo>
                    <a:cubicBezTo>
                      <a:pt x="10915" y="12186"/>
                      <a:pt x="11326" y="12362"/>
                      <a:pt x="11644" y="12393"/>
                    </a:cubicBezTo>
                    <a:cubicBezTo>
                      <a:pt x="11685" y="12397"/>
                      <a:pt x="11725" y="12399"/>
                      <a:pt x="11766" y="12399"/>
                    </a:cubicBezTo>
                    <a:cubicBezTo>
                      <a:pt x="12048" y="12399"/>
                      <a:pt x="12275" y="12297"/>
                      <a:pt x="12361" y="12125"/>
                    </a:cubicBezTo>
                    <a:cubicBezTo>
                      <a:pt x="12488" y="11876"/>
                      <a:pt x="12500" y="11641"/>
                      <a:pt x="12402" y="11432"/>
                    </a:cubicBezTo>
                    <a:cubicBezTo>
                      <a:pt x="12256" y="11118"/>
                      <a:pt x="11869" y="10875"/>
                      <a:pt x="11251" y="10701"/>
                    </a:cubicBezTo>
                    <a:lnTo>
                      <a:pt x="11251" y="10357"/>
                    </a:lnTo>
                    <a:cubicBezTo>
                      <a:pt x="11288" y="10294"/>
                      <a:pt x="12275" y="8612"/>
                      <a:pt x="11670" y="6136"/>
                    </a:cubicBezTo>
                    <a:cubicBezTo>
                      <a:pt x="11342" y="4792"/>
                      <a:pt x="10536" y="3440"/>
                      <a:pt x="9383" y="2513"/>
                    </a:cubicBezTo>
                    <a:lnTo>
                      <a:pt x="9383" y="2461"/>
                    </a:lnTo>
                    <a:lnTo>
                      <a:pt x="9316" y="2461"/>
                    </a:lnTo>
                    <a:cubicBezTo>
                      <a:pt x="8434" y="1774"/>
                      <a:pt x="7356" y="1337"/>
                      <a:pt x="6137" y="1337"/>
                    </a:cubicBezTo>
                    <a:cubicBezTo>
                      <a:pt x="5734" y="1337"/>
                      <a:pt x="5345" y="1385"/>
                      <a:pt x="4974" y="1475"/>
                    </a:cubicBezTo>
                    <a:cubicBezTo>
                      <a:pt x="4867" y="840"/>
                      <a:pt x="4650" y="118"/>
                      <a:pt x="4211" y="26"/>
                    </a:cubicBezTo>
                    <a:cubicBezTo>
                      <a:pt x="4129" y="9"/>
                      <a:pt x="4052" y="1"/>
                      <a:pt x="3979"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0" name="Google Shape;4510;p58"/>
              <p:cNvGrpSpPr/>
              <p:nvPr/>
            </p:nvGrpSpPr>
            <p:grpSpPr>
              <a:xfrm>
                <a:off x="-2828900" y="2732988"/>
                <a:ext cx="312600" cy="322825"/>
                <a:chOff x="-2828900" y="1465025"/>
                <a:chExt cx="312600" cy="322825"/>
              </a:xfrm>
            </p:grpSpPr>
            <p:sp>
              <p:nvSpPr>
                <p:cNvPr id="4511" name="Google Shape;4511;p58"/>
                <p:cNvSpPr/>
                <p:nvPr/>
              </p:nvSpPr>
              <p:spPr>
                <a:xfrm>
                  <a:off x="-2828900" y="1498450"/>
                  <a:ext cx="306925" cy="225500"/>
                </a:xfrm>
                <a:custGeom>
                  <a:rect b="b" l="l" r="r" t="t"/>
                  <a:pathLst>
                    <a:path extrusionOk="0" h="9020" w="12277">
                      <a:moveTo>
                        <a:pt x="6138" y="0"/>
                      </a:moveTo>
                      <a:cubicBezTo>
                        <a:pt x="3276" y="0"/>
                        <a:pt x="1188" y="2414"/>
                        <a:pt x="606" y="4799"/>
                      </a:cubicBezTo>
                      <a:cubicBezTo>
                        <a:pt x="1" y="7277"/>
                        <a:pt x="987" y="8958"/>
                        <a:pt x="1024" y="9020"/>
                      </a:cubicBezTo>
                      <a:lnTo>
                        <a:pt x="1042" y="8751"/>
                      </a:lnTo>
                      <a:cubicBezTo>
                        <a:pt x="1033" y="8737"/>
                        <a:pt x="183" y="7247"/>
                        <a:pt x="769" y="4845"/>
                      </a:cubicBezTo>
                      <a:cubicBezTo>
                        <a:pt x="801" y="4834"/>
                        <a:pt x="839" y="4806"/>
                        <a:pt x="884" y="4747"/>
                      </a:cubicBezTo>
                      <a:cubicBezTo>
                        <a:pt x="970" y="4639"/>
                        <a:pt x="970" y="4385"/>
                        <a:pt x="957" y="4213"/>
                      </a:cubicBezTo>
                      <a:cubicBezTo>
                        <a:pt x="1708" y="2113"/>
                        <a:pt x="3613" y="166"/>
                        <a:pt x="6140" y="166"/>
                      </a:cubicBezTo>
                      <a:cubicBezTo>
                        <a:pt x="8666" y="166"/>
                        <a:pt x="10572" y="2114"/>
                        <a:pt x="11322" y="4213"/>
                      </a:cubicBezTo>
                      <a:cubicBezTo>
                        <a:pt x="11310" y="4383"/>
                        <a:pt x="11310" y="4638"/>
                        <a:pt x="11395" y="4747"/>
                      </a:cubicBezTo>
                      <a:cubicBezTo>
                        <a:pt x="11441" y="4806"/>
                        <a:pt x="11481" y="4832"/>
                        <a:pt x="11512" y="4845"/>
                      </a:cubicBezTo>
                      <a:cubicBezTo>
                        <a:pt x="12096" y="7247"/>
                        <a:pt x="11246" y="8736"/>
                        <a:pt x="11238" y="8751"/>
                      </a:cubicBezTo>
                      <a:lnTo>
                        <a:pt x="11255" y="9020"/>
                      </a:lnTo>
                      <a:cubicBezTo>
                        <a:pt x="11290" y="8957"/>
                        <a:pt x="12276" y="7276"/>
                        <a:pt x="11672" y="4799"/>
                      </a:cubicBezTo>
                      <a:cubicBezTo>
                        <a:pt x="11088" y="2414"/>
                        <a:pt x="9001" y="0"/>
                        <a:pt x="6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8"/>
                <p:cNvSpPr/>
                <p:nvPr/>
              </p:nvSpPr>
              <p:spPr>
                <a:xfrm>
                  <a:off x="-2748300" y="1465025"/>
                  <a:ext cx="46375" cy="63075"/>
                </a:xfrm>
                <a:custGeom>
                  <a:rect b="b" l="l" r="r" t="t"/>
                  <a:pathLst>
                    <a:path extrusionOk="0" h="2523" w="1855">
                      <a:moveTo>
                        <a:pt x="755" y="1"/>
                      </a:moveTo>
                      <a:cubicBezTo>
                        <a:pt x="577" y="1"/>
                        <a:pt x="428" y="52"/>
                        <a:pt x="311" y="155"/>
                      </a:cubicBezTo>
                      <a:cubicBezTo>
                        <a:pt x="1" y="430"/>
                        <a:pt x="42" y="967"/>
                        <a:pt x="43" y="990"/>
                      </a:cubicBezTo>
                      <a:cubicBezTo>
                        <a:pt x="45" y="1024"/>
                        <a:pt x="73" y="1047"/>
                        <a:pt x="105" y="1047"/>
                      </a:cubicBezTo>
                      <a:cubicBezTo>
                        <a:pt x="106" y="1047"/>
                        <a:pt x="108" y="1047"/>
                        <a:pt x="109" y="1047"/>
                      </a:cubicBezTo>
                      <a:cubicBezTo>
                        <a:pt x="143" y="1044"/>
                        <a:pt x="168" y="1015"/>
                        <a:pt x="166" y="981"/>
                      </a:cubicBezTo>
                      <a:cubicBezTo>
                        <a:pt x="164" y="976"/>
                        <a:pt x="128" y="482"/>
                        <a:pt x="393" y="248"/>
                      </a:cubicBezTo>
                      <a:cubicBezTo>
                        <a:pt x="485" y="166"/>
                        <a:pt x="607" y="125"/>
                        <a:pt x="755" y="125"/>
                      </a:cubicBezTo>
                      <a:cubicBezTo>
                        <a:pt x="820" y="125"/>
                        <a:pt x="889" y="133"/>
                        <a:pt x="963" y="148"/>
                      </a:cubicBezTo>
                      <a:cubicBezTo>
                        <a:pt x="1534" y="267"/>
                        <a:pt x="1710" y="1859"/>
                        <a:pt x="1729" y="2463"/>
                      </a:cubicBezTo>
                      <a:cubicBezTo>
                        <a:pt x="1730" y="2497"/>
                        <a:pt x="1757" y="2523"/>
                        <a:pt x="1791" y="2523"/>
                      </a:cubicBezTo>
                      <a:lnTo>
                        <a:pt x="1793" y="2523"/>
                      </a:lnTo>
                      <a:cubicBezTo>
                        <a:pt x="1827" y="2522"/>
                        <a:pt x="1854" y="2493"/>
                        <a:pt x="1853" y="2460"/>
                      </a:cubicBezTo>
                      <a:cubicBezTo>
                        <a:pt x="1849" y="2367"/>
                        <a:pt x="1772" y="189"/>
                        <a:pt x="988" y="26"/>
                      </a:cubicBezTo>
                      <a:cubicBezTo>
                        <a:pt x="906" y="9"/>
                        <a:pt x="828" y="1"/>
                        <a:pt x="7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8"/>
                <p:cNvSpPr/>
                <p:nvPr/>
              </p:nvSpPr>
              <p:spPr>
                <a:xfrm>
                  <a:off x="-2603250" y="1657175"/>
                  <a:ext cx="57875" cy="52700"/>
                </a:xfrm>
                <a:custGeom>
                  <a:rect b="b" l="l" r="r" t="t"/>
                  <a:pathLst>
                    <a:path extrusionOk="0" h="2108" w="2315">
                      <a:moveTo>
                        <a:pt x="70" y="1"/>
                      </a:moveTo>
                      <a:cubicBezTo>
                        <a:pt x="57" y="1"/>
                        <a:pt x="44" y="5"/>
                        <a:pt x="33" y="13"/>
                      </a:cubicBezTo>
                      <a:cubicBezTo>
                        <a:pt x="6" y="34"/>
                        <a:pt x="1" y="72"/>
                        <a:pt x="21" y="100"/>
                      </a:cubicBezTo>
                      <a:cubicBezTo>
                        <a:pt x="28" y="108"/>
                        <a:pt x="487" y="704"/>
                        <a:pt x="1066" y="704"/>
                      </a:cubicBezTo>
                      <a:cubicBezTo>
                        <a:pt x="1186" y="704"/>
                        <a:pt x="1311" y="679"/>
                        <a:pt x="1438" y="617"/>
                      </a:cubicBezTo>
                      <a:cubicBezTo>
                        <a:pt x="1517" y="579"/>
                        <a:pt x="1590" y="560"/>
                        <a:pt x="1657" y="560"/>
                      </a:cubicBezTo>
                      <a:cubicBezTo>
                        <a:pt x="1791" y="560"/>
                        <a:pt x="1900" y="637"/>
                        <a:pt x="1982" y="791"/>
                      </a:cubicBezTo>
                      <a:cubicBezTo>
                        <a:pt x="2184" y="1170"/>
                        <a:pt x="2131" y="1884"/>
                        <a:pt x="1942" y="1993"/>
                      </a:cubicBezTo>
                      <a:cubicBezTo>
                        <a:pt x="1914" y="2009"/>
                        <a:pt x="1904" y="2046"/>
                        <a:pt x="1920" y="2076"/>
                      </a:cubicBezTo>
                      <a:cubicBezTo>
                        <a:pt x="1931" y="2096"/>
                        <a:pt x="1952" y="2107"/>
                        <a:pt x="1973" y="2107"/>
                      </a:cubicBezTo>
                      <a:cubicBezTo>
                        <a:pt x="1983" y="2107"/>
                        <a:pt x="1995" y="2104"/>
                        <a:pt x="2003" y="2099"/>
                      </a:cubicBezTo>
                      <a:cubicBezTo>
                        <a:pt x="2265" y="1947"/>
                        <a:pt x="2314" y="1157"/>
                        <a:pt x="2090" y="734"/>
                      </a:cubicBezTo>
                      <a:cubicBezTo>
                        <a:pt x="1986" y="536"/>
                        <a:pt x="1837" y="435"/>
                        <a:pt x="1659" y="435"/>
                      </a:cubicBezTo>
                      <a:cubicBezTo>
                        <a:pt x="1573" y="435"/>
                        <a:pt x="1481" y="458"/>
                        <a:pt x="1383" y="506"/>
                      </a:cubicBezTo>
                      <a:cubicBezTo>
                        <a:pt x="1275" y="558"/>
                        <a:pt x="1168" y="580"/>
                        <a:pt x="1065" y="580"/>
                      </a:cubicBezTo>
                      <a:cubicBezTo>
                        <a:pt x="548" y="580"/>
                        <a:pt x="124" y="32"/>
                        <a:pt x="119" y="25"/>
                      </a:cubicBezTo>
                      <a:cubicBezTo>
                        <a:pt x="107" y="9"/>
                        <a:pt x="89" y="1"/>
                        <a:pt x="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8"/>
                <p:cNvSpPr/>
                <p:nvPr/>
              </p:nvSpPr>
              <p:spPr>
                <a:xfrm>
                  <a:off x="-2596050" y="1731025"/>
                  <a:ext cx="79750" cy="43975"/>
                </a:xfrm>
                <a:custGeom>
                  <a:rect b="b" l="l" r="r" t="t"/>
                  <a:pathLst>
                    <a:path extrusionOk="0" h="1759" w="3190">
                      <a:moveTo>
                        <a:pt x="1686" y="0"/>
                      </a:moveTo>
                      <a:cubicBezTo>
                        <a:pt x="1658" y="0"/>
                        <a:pt x="1632" y="19"/>
                        <a:pt x="1626" y="48"/>
                      </a:cubicBezTo>
                      <a:cubicBezTo>
                        <a:pt x="1618" y="82"/>
                        <a:pt x="1638" y="114"/>
                        <a:pt x="1672" y="122"/>
                      </a:cubicBezTo>
                      <a:cubicBezTo>
                        <a:pt x="2380" y="283"/>
                        <a:pt x="2832" y="533"/>
                        <a:pt x="2979" y="845"/>
                      </a:cubicBezTo>
                      <a:cubicBezTo>
                        <a:pt x="3060" y="1018"/>
                        <a:pt x="3047" y="1215"/>
                        <a:pt x="2939" y="1430"/>
                      </a:cubicBezTo>
                      <a:cubicBezTo>
                        <a:pt x="2874" y="1557"/>
                        <a:pt x="2685" y="1635"/>
                        <a:pt x="2452" y="1635"/>
                      </a:cubicBezTo>
                      <a:cubicBezTo>
                        <a:pt x="2416" y="1635"/>
                        <a:pt x="2380" y="1634"/>
                        <a:pt x="2343" y="1630"/>
                      </a:cubicBezTo>
                      <a:cubicBezTo>
                        <a:pt x="2063" y="1602"/>
                        <a:pt x="1703" y="1451"/>
                        <a:pt x="1610" y="1119"/>
                      </a:cubicBezTo>
                      <a:cubicBezTo>
                        <a:pt x="1580" y="1011"/>
                        <a:pt x="1512" y="926"/>
                        <a:pt x="1406" y="869"/>
                      </a:cubicBezTo>
                      <a:cubicBezTo>
                        <a:pt x="1286" y="805"/>
                        <a:pt x="1128" y="781"/>
                        <a:pt x="962" y="781"/>
                      </a:cubicBezTo>
                      <a:cubicBezTo>
                        <a:pt x="544" y="781"/>
                        <a:pt x="78" y="928"/>
                        <a:pt x="51" y="937"/>
                      </a:cubicBezTo>
                      <a:cubicBezTo>
                        <a:pt x="18" y="947"/>
                        <a:pt x="0" y="982"/>
                        <a:pt x="11" y="1014"/>
                      </a:cubicBezTo>
                      <a:cubicBezTo>
                        <a:pt x="19" y="1041"/>
                        <a:pt x="44" y="1057"/>
                        <a:pt x="69" y="1057"/>
                      </a:cubicBezTo>
                      <a:cubicBezTo>
                        <a:pt x="76" y="1057"/>
                        <a:pt x="82" y="1056"/>
                        <a:pt x="88" y="1054"/>
                      </a:cubicBezTo>
                      <a:cubicBezTo>
                        <a:pt x="95" y="1052"/>
                        <a:pt x="564" y="904"/>
                        <a:pt x="963" y="904"/>
                      </a:cubicBezTo>
                      <a:cubicBezTo>
                        <a:pt x="1110" y="904"/>
                        <a:pt x="1247" y="924"/>
                        <a:pt x="1348" y="979"/>
                      </a:cubicBezTo>
                      <a:cubicBezTo>
                        <a:pt x="1425" y="1020"/>
                        <a:pt x="1472" y="1077"/>
                        <a:pt x="1493" y="1152"/>
                      </a:cubicBezTo>
                      <a:cubicBezTo>
                        <a:pt x="1601" y="1544"/>
                        <a:pt x="2013" y="1722"/>
                        <a:pt x="2332" y="1753"/>
                      </a:cubicBezTo>
                      <a:cubicBezTo>
                        <a:pt x="2373" y="1756"/>
                        <a:pt x="2412" y="1759"/>
                        <a:pt x="2453" y="1759"/>
                      </a:cubicBezTo>
                      <a:cubicBezTo>
                        <a:pt x="2735" y="1759"/>
                        <a:pt x="2962" y="1657"/>
                        <a:pt x="3049" y="1487"/>
                      </a:cubicBezTo>
                      <a:cubicBezTo>
                        <a:pt x="3175" y="1237"/>
                        <a:pt x="3189" y="1003"/>
                        <a:pt x="3090" y="793"/>
                      </a:cubicBezTo>
                      <a:cubicBezTo>
                        <a:pt x="2925" y="440"/>
                        <a:pt x="2457" y="175"/>
                        <a:pt x="1699" y="2"/>
                      </a:cubicBezTo>
                      <a:cubicBezTo>
                        <a:pt x="1695" y="1"/>
                        <a:pt x="1690" y="0"/>
                        <a:pt x="16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8"/>
                <p:cNvSpPr/>
                <p:nvPr/>
              </p:nvSpPr>
              <p:spPr>
                <a:xfrm>
                  <a:off x="-2756600" y="1526525"/>
                  <a:ext cx="162300" cy="261325"/>
                </a:xfrm>
                <a:custGeom>
                  <a:rect b="b" l="l" r="r" t="t"/>
                  <a:pathLst>
                    <a:path extrusionOk="0" h="10453" w="6492">
                      <a:moveTo>
                        <a:pt x="0" y="1"/>
                      </a:moveTo>
                      <a:lnTo>
                        <a:pt x="0" y="1181"/>
                      </a:lnTo>
                      <a:lnTo>
                        <a:pt x="0" y="10453"/>
                      </a:lnTo>
                      <a:lnTo>
                        <a:pt x="6492" y="10453"/>
                      </a:lnTo>
                      <a:lnTo>
                        <a:pt x="6492" y="1181"/>
                      </a:lnTo>
                      <a:lnTo>
                        <a:pt x="64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8"/>
                <p:cNvSpPr/>
                <p:nvPr/>
              </p:nvSpPr>
              <p:spPr>
                <a:xfrm>
                  <a:off x="-2724700" y="1584825"/>
                  <a:ext cx="114325" cy="158500"/>
                </a:xfrm>
                <a:custGeom>
                  <a:rect b="b" l="l" r="r" t="t"/>
                  <a:pathLst>
                    <a:path extrusionOk="0" h="6340" w="4573">
                      <a:moveTo>
                        <a:pt x="4449" y="59"/>
                      </a:moveTo>
                      <a:cubicBezTo>
                        <a:pt x="4483" y="59"/>
                        <a:pt x="4511" y="87"/>
                        <a:pt x="4511" y="121"/>
                      </a:cubicBezTo>
                      <a:lnTo>
                        <a:pt x="4511" y="6216"/>
                      </a:lnTo>
                      <a:cubicBezTo>
                        <a:pt x="4511" y="6251"/>
                        <a:pt x="4482" y="6278"/>
                        <a:pt x="4449" y="6278"/>
                      </a:cubicBezTo>
                      <a:lnTo>
                        <a:pt x="123" y="6278"/>
                      </a:lnTo>
                      <a:cubicBezTo>
                        <a:pt x="89" y="6278"/>
                        <a:pt x="61" y="6250"/>
                        <a:pt x="61" y="6216"/>
                      </a:cubicBezTo>
                      <a:lnTo>
                        <a:pt x="61" y="121"/>
                      </a:lnTo>
                      <a:cubicBezTo>
                        <a:pt x="61" y="86"/>
                        <a:pt x="90" y="59"/>
                        <a:pt x="123" y="59"/>
                      </a:cubicBezTo>
                      <a:close/>
                      <a:moveTo>
                        <a:pt x="123" y="0"/>
                      </a:moveTo>
                      <a:cubicBezTo>
                        <a:pt x="56" y="0"/>
                        <a:pt x="1" y="54"/>
                        <a:pt x="1" y="122"/>
                      </a:cubicBezTo>
                      <a:lnTo>
                        <a:pt x="1" y="6218"/>
                      </a:lnTo>
                      <a:cubicBezTo>
                        <a:pt x="1" y="6285"/>
                        <a:pt x="55" y="6340"/>
                        <a:pt x="123" y="6340"/>
                      </a:cubicBezTo>
                      <a:lnTo>
                        <a:pt x="4449" y="6340"/>
                      </a:lnTo>
                      <a:cubicBezTo>
                        <a:pt x="4517" y="6340"/>
                        <a:pt x="4573" y="6285"/>
                        <a:pt x="4571" y="6218"/>
                      </a:cubicBezTo>
                      <a:lnTo>
                        <a:pt x="4571" y="122"/>
                      </a:lnTo>
                      <a:cubicBezTo>
                        <a:pt x="4571" y="55"/>
                        <a:pt x="4517" y="0"/>
                        <a:pt x="44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8"/>
                <p:cNvSpPr/>
                <p:nvPr/>
              </p:nvSpPr>
              <p:spPr>
                <a:xfrm>
                  <a:off x="-2713425" y="1600200"/>
                  <a:ext cx="91750" cy="127675"/>
                </a:xfrm>
                <a:custGeom>
                  <a:rect b="b" l="l" r="r" t="t"/>
                  <a:pathLst>
                    <a:path extrusionOk="0" h="5107" w="3670">
                      <a:moveTo>
                        <a:pt x="94" y="0"/>
                      </a:moveTo>
                      <a:cubicBezTo>
                        <a:pt x="42" y="0"/>
                        <a:pt x="1" y="42"/>
                        <a:pt x="1" y="93"/>
                      </a:cubicBezTo>
                      <a:lnTo>
                        <a:pt x="1" y="5015"/>
                      </a:lnTo>
                      <a:cubicBezTo>
                        <a:pt x="1" y="5066"/>
                        <a:pt x="42" y="5107"/>
                        <a:pt x="94" y="5107"/>
                      </a:cubicBezTo>
                      <a:lnTo>
                        <a:pt x="3577" y="5107"/>
                      </a:lnTo>
                      <a:cubicBezTo>
                        <a:pt x="3627" y="5107"/>
                        <a:pt x="3669" y="5066"/>
                        <a:pt x="3670" y="5015"/>
                      </a:cubicBezTo>
                      <a:lnTo>
                        <a:pt x="3670" y="93"/>
                      </a:lnTo>
                      <a:cubicBezTo>
                        <a:pt x="3670" y="42"/>
                        <a:pt x="3628" y="0"/>
                        <a:pt x="35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8"/>
                <p:cNvSpPr/>
                <p:nvPr/>
              </p:nvSpPr>
              <p:spPr>
                <a:xfrm>
                  <a:off x="-2706225" y="1600225"/>
                  <a:ext cx="29725" cy="127650"/>
                </a:xfrm>
                <a:custGeom>
                  <a:rect b="b" l="l" r="r" t="t"/>
                  <a:pathLst>
                    <a:path extrusionOk="0" h="5106" w="1189">
                      <a:moveTo>
                        <a:pt x="1" y="0"/>
                      </a:moveTo>
                      <a:lnTo>
                        <a:pt x="1" y="708"/>
                      </a:lnTo>
                      <a:lnTo>
                        <a:pt x="1128" y="1074"/>
                      </a:lnTo>
                      <a:lnTo>
                        <a:pt x="1128" y="4033"/>
                      </a:lnTo>
                      <a:lnTo>
                        <a:pt x="1" y="4398"/>
                      </a:lnTo>
                      <a:lnTo>
                        <a:pt x="1" y="5106"/>
                      </a:lnTo>
                      <a:lnTo>
                        <a:pt x="63" y="5106"/>
                      </a:lnTo>
                      <a:lnTo>
                        <a:pt x="63" y="4443"/>
                      </a:lnTo>
                      <a:lnTo>
                        <a:pt x="1189" y="4077"/>
                      </a:lnTo>
                      <a:lnTo>
                        <a:pt x="1189" y="1028"/>
                      </a:lnTo>
                      <a:lnTo>
                        <a:pt x="63" y="664"/>
                      </a:lnTo>
                      <a:lnTo>
                        <a:pt x="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8"/>
                <p:cNvSpPr/>
                <p:nvPr/>
              </p:nvSpPr>
              <p:spPr>
                <a:xfrm>
                  <a:off x="-2693400" y="1770450"/>
                  <a:ext cx="82250" cy="4800"/>
                </a:xfrm>
                <a:custGeom>
                  <a:rect b="b" l="l" r="r" t="t"/>
                  <a:pathLst>
                    <a:path extrusionOk="0" h="192" w="3290">
                      <a:moveTo>
                        <a:pt x="71" y="0"/>
                      </a:moveTo>
                      <a:cubicBezTo>
                        <a:pt x="32" y="0"/>
                        <a:pt x="1" y="31"/>
                        <a:pt x="1" y="70"/>
                      </a:cubicBezTo>
                      <a:lnTo>
                        <a:pt x="1" y="121"/>
                      </a:lnTo>
                      <a:cubicBezTo>
                        <a:pt x="1" y="160"/>
                        <a:pt x="32" y="191"/>
                        <a:pt x="71" y="191"/>
                      </a:cubicBezTo>
                      <a:lnTo>
                        <a:pt x="3220" y="191"/>
                      </a:lnTo>
                      <a:cubicBezTo>
                        <a:pt x="3259" y="191"/>
                        <a:pt x="3290" y="160"/>
                        <a:pt x="3290" y="121"/>
                      </a:cubicBezTo>
                      <a:lnTo>
                        <a:pt x="3290" y="70"/>
                      </a:lnTo>
                      <a:cubicBezTo>
                        <a:pt x="3290" y="31"/>
                        <a:pt x="3259" y="0"/>
                        <a:pt x="3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8"/>
                <p:cNvSpPr/>
                <p:nvPr/>
              </p:nvSpPr>
              <p:spPr>
                <a:xfrm>
                  <a:off x="-2728150" y="1563400"/>
                  <a:ext cx="92775" cy="4800"/>
                </a:xfrm>
                <a:custGeom>
                  <a:rect b="b" l="l" r="r" t="t"/>
                  <a:pathLst>
                    <a:path extrusionOk="0" h="192" w="3711">
                      <a:moveTo>
                        <a:pt x="70" y="1"/>
                      </a:moveTo>
                      <a:cubicBezTo>
                        <a:pt x="32" y="1"/>
                        <a:pt x="1" y="32"/>
                        <a:pt x="1" y="70"/>
                      </a:cubicBezTo>
                      <a:lnTo>
                        <a:pt x="1" y="121"/>
                      </a:lnTo>
                      <a:cubicBezTo>
                        <a:pt x="1" y="161"/>
                        <a:pt x="32" y="192"/>
                        <a:pt x="70" y="192"/>
                      </a:cubicBezTo>
                      <a:lnTo>
                        <a:pt x="3641" y="192"/>
                      </a:lnTo>
                      <a:cubicBezTo>
                        <a:pt x="3679" y="192"/>
                        <a:pt x="3710" y="158"/>
                        <a:pt x="3711" y="121"/>
                      </a:cubicBezTo>
                      <a:lnTo>
                        <a:pt x="3711" y="70"/>
                      </a:lnTo>
                      <a:cubicBezTo>
                        <a:pt x="3711" y="32"/>
                        <a:pt x="3680" y="1"/>
                        <a:pt x="36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8"/>
                <p:cNvSpPr/>
                <p:nvPr/>
              </p:nvSpPr>
              <p:spPr>
                <a:xfrm>
                  <a:off x="-2621725" y="1534950"/>
                  <a:ext cx="8475" cy="8475"/>
                </a:xfrm>
                <a:custGeom>
                  <a:rect b="b" l="l" r="r" t="t"/>
                  <a:pathLst>
                    <a:path extrusionOk="0" h="339" w="339">
                      <a:moveTo>
                        <a:pt x="169" y="0"/>
                      </a:moveTo>
                      <a:cubicBezTo>
                        <a:pt x="76" y="0"/>
                        <a:pt x="1" y="77"/>
                        <a:pt x="1" y="170"/>
                      </a:cubicBezTo>
                      <a:cubicBezTo>
                        <a:pt x="1" y="262"/>
                        <a:pt x="77" y="339"/>
                        <a:pt x="169" y="339"/>
                      </a:cubicBezTo>
                      <a:cubicBezTo>
                        <a:pt x="263" y="339"/>
                        <a:pt x="338" y="262"/>
                        <a:pt x="338" y="170"/>
                      </a:cubicBezTo>
                      <a:cubicBezTo>
                        <a:pt x="338" y="77"/>
                        <a:pt x="263"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8"/>
                <p:cNvSpPr/>
                <p:nvPr/>
              </p:nvSpPr>
              <p:spPr>
                <a:xfrm>
                  <a:off x="-2643875" y="1534950"/>
                  <a:ext cx="8475" cy="8475"/>
                </a:xfrm>
                <a:custGeom>
                  <a:rect b="b" l="l" r="r" t="t"/>
                  <a:pathLst>
                    <a:path extrusionOk="0" h="339" w="339">
                      <a:moveTo>
                        <a:pt x="169" y="0"/>
                      </a:moveTo>
                      <a:cubicBezTo>
                        <a:pt x="77" y="0"/>
                        <a:pt x="0" y="77"/>
                        <a:pt x="0" y="170"/>
                      </a:cubicBezTo>
                      <a:cubicBezTo>
                        <a:pt x="0" y="262"/>
                        <a:pt x="77" y="339"/>
                        <a:pt x="169" y="339"/>
                      </a:cubicBezTo>
                      <a:cubicBezTo>
                        <a:pt x="262" y="339"/>
                        <a:pt x="339" y="262"/>
                        <a:pt x="339" y="170"/>
                      </a:cubicBezTo>
                      <a:cubicBezTo>
                        <a:pt x="339" y="77"/>
                        <a:pt x="262"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8"/>
                <p:cNvSpPr/>
                <p:nvPr/>
              </p:nvSpPr>
              <p:spPr>
                <a:xfrm>
                  <a:off x="-2666000" y="1534950"/>
                  <a:ext cx="8475" cy="8475"/>
                </a:xfrm>
                <a:custGeom>
                  <a:rect b="b" l="l" r="r" t="t"/>
                  <a:pathLst>
                    <a:path extrusionOk="0" h="339" w="339">
                      <a:moveTo>
                        <a:pt x="169" y="0"/>
                      </a:moveTo>
                      <a:cubicBezTo>
                        <a:pt x="76" y="0"/>
                        <a:pt x="1" y="77"/>
                        <a:pt x="1" y="170"/>
                      </a:cubicBezTo>
                      <a:cubicBezTo>
                        <a:pt x="1" y="262"/>
                        <a:pt x="76" y="339"/>
                        <a:pt x="169" y="339"/>
                      </a:cubicBezTo>
                      <a:cubicBezTo>
                        <a:pt x="262" y="339"/>
                        <a:pt x="338" y="262"/>
                        <a:pt x="338" y="170"/>
                      </a:cubicBezTo>
                      <a:cubicBezTo>
                        <a:pt x="338" y="77"/>
                        <a:pt x="264"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8"/>
                <p:cNvSpPr/>
                <p:nvPr/>
              </p:nvSpPr>
              <p:spPr>
                <a:xfrm>
                  <a:off x="-2687100" y="1534950"/>
                  <a:ext cx="6350" cy="6350"/>
                </a:xfrm>
                <a:custGeom>
                  <a:rect b="b" l="l" r="r" t="t"/>
                  <a:pathLst>
                    <a:path extrusionOk="0" h="254" w="254">
                      <a:moveTo>
                        <a:pt x="126" y="0"/>
                      </a:moveTo>
                      <a:cubicBezTo>
                        <a:pt x="57" y="0"/>
                        <a:pt x="1" y="57"/>
                        <a:pt x="1" y="127"/>
                      </a:cubicBezTo>
                      <a:cubicBezTo>
                        <a:pt x="1" y="196"/>
                        <a:pt x="57" y="253"/>
                        <a:pt x="126" y="253"/>
                      </a:cubicBezTo>
                      <a:cubicBezTo>
                        <a:pt x="197" y="253"/>
                        <a:pt x="253" y="196"/>
                        <a:pt x="253" y="127"/>
                      </a:cubicBezTo>
                      <a:cubicBezTo>
                        <a:pt x="253" y="57"/>
                        <a:pt x="197" y="0"/>
                        <a:pt x="1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8"/>
                <p:cNvSpPr/>
                <p:nvPr/>
              </p:nvSpPr>
              <p:spPr>
                <a:xfrm>
                  <a:off x="-2717475" y="1534950"/>
                  <a:ext cx="6350" cy="6350"/>
                </a:xfrm>
                <a:custGeom>
                  <a:rect b="b" l="l" r="r" t="t"/>
                  <a:pathLst>
                    <a:path extrusionOk="0" h="254" w="254">
                      <a:moveTo>
                        <a:pt x="127" y="0"/>
                      </a:moveTo>
                      <a:cubicBezTo>
                        <a:pt x="57" y="0"/>
                        <a:pt x="1" y="57"/>
                        <a:pt x="1" y="127"/>
                      </a:cubicBezTo>
                      <a:cubicBezTo>
                        <a:pt x="1" y="196"/>
                        <a:pt x="57" y="253"/>
                        <a:pt x="127" y="253"/>
                      </a:cubicBezTo>
                      <a:cubicBezTo>
                        <a:pt x="197" y="253"/>
                        <a:pt x="254" y="196"/>
                        <a:pt x="254" y="127"/>
                      </a:cubicBezTo>
                      <a:cubicBezTo>
                        <a:pt x="254" y="57"/>
                        <a:pt x="197" y="0"/>
                        <a:pt x="1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8"/>
                <p:cNvSpPr/>
                <p:nvPr/>
              </p:nvSpPr>
              <p:spPr>
                <a:xfrm>
                  <a:off x="-2797000" y="1704075"/>
                  <a:ext cx="6700" cy="35175"/>
                </a:xfrm>
                <a:custGeom>
                  <a:rect b="b" l="l" r="r" t="t"/>
                  <a:pathLst>
                    <a:path extrusionOk="0" h="1407" w="268">
                      <a:moveTo>
                        <a:pt x="50" y="0"/>
                      </a:moveTo>
                      <a:cubicBezTo>
                        <a:pt x="22" y="0"/>
                        <a:pt x="0" y="22"/>
                        <a:pt x="0" y="50"/>
                      </a:cubicBezTo>
                      <a:lnTo>
                        <a:pt x="0" y="1357"/>
                      </a:lnTo>
                      <a:cubicBezTo>
                        <a:pt x="0" y="1384"/>
                        <a:pt x="22" y="1407"/>
                        <a:pt x="50" y="1407"/>
                      </a:cubicBezTo>
                      <a:lnTo>
                        <a:pt x="268" y="1407"/>
                      </a:lnTo>
                      <a:lnTo>
                        <a:pt x="2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8"/>
                <p:cNvSpPr/>
                <p:nvPr/>
              </p:nvSpPr>
              <p:spPr>
                <a:xfrm>
                  <a:off x="-2803325" y="1708300"/>
                  <a:ext cx="6350" cy="24575"/>
                </a:xfrm>
                <a:custGeom>
                  <a:rect b="b" l="l" r="r" t="t"/>
                  <a:pathLst>
                    <a:path extrusionOk="0" h="983" w="254">
                      <a:moveTo>
                        <a:pt x="0" y="0"/>
                      </a:moveTo>
                      <a:lnTo>
                        <a:pt x="0" y="983"/>
                      </a:lnTo>
                      <a:lnTo>
                        <a:pt x="253" y="983"/>
                      </a:lnTo>
                      <a:lnTo>
                        <a:pt x="2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8"/>
                <p:cNvSpPr/>
                <p:nvPr/>
              </p:nvSpPr>
              <p:spPr>
                <a:xfrm>
                  <a:off x="-2560600" y="1704075"/>
                  <a:ext cx="6675" cy="35175"/>
                </a:xfrm>
                <a:custGeom>
                  <a:rect b="b" l="l" r="r" t="t"/>
                  <a:pathLst>
                    <a:path extrusionOk="0" h="1407" w="267">
                      <a:moveTo>
                        <a:pt x="0" y="0"/>
                      </a:moveTo>
                      <a:lnTo>
                        <a:pt x="0" y="1407"/>
                      </a:lnTo>
                      <a:lnTo>
                        <a:pt x="218" y="1407"/>
                      </a:lnTo>
                      <a:cubicBezTo>
                        <a:pt x="245" y="1407"/>
                        <a:pt x="267" y="1384"/>
                        <a:pt x="267" y="1357"/>
                      </a:cubicBezTo>
                      <a:lnTo>
                        <a:pt x="267" y="50"/>
                      </a:lnTo>
                      <a:cubicBezTo>
                        <a:pt x="267" y="22"/>
                        <a:pt x="245"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8"/>
                <p:cNvSpPr/>
                <p:nvPr/>
              </p:nvSpPr>
              <p:spPr>
                <a:xfrm>
                  <a:off x="-2553925" y="1708325"/>
                  <a:ext cx="6350" cy="24600"/>
                </a:xfrm>
                <a:custGeom>
                  <a:rect b="b" l="l" r="r" t="t"/>
                  <a:pathLst>
                    <a:path extrusionOk="0" h="984" w="254">
                      <a:moveTo>
                        <a:pt x="1" y="0"/>
                      </a:moveTo>
                      <a:lnTo>
                        <a:pt x="1" y="984"/>
                      </a:lnTo>
                      <a:lnTo>
                        <a:pt x="254" y="984"/>
                      </a:lnTo>
                      <a:lnTo>
                        <a:pt x="2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8"/>
                <p:cNvSpPr/>
                <p:nvPr/>
              </p:nvSpPr>
              <p:spPr>
                <a:xfrm>
                  <a:off x="-2662850" y="1620875"/>
                  <a:ext cx="15450" cy="15475"/>
                </a:xfrm>
                <a:custGeom>
                  <a:rect b="b" l="l" r="r" t="t"/>
                  <a:pathLst>
                    <a:path extrusionOk="0" h="619" w="618">
                      <a:moveTo>
                        <a:pt x="309" y="1"/>
                      </a:moveTo>
                      <a:cubicBezTo>
                        <a:pt x="139" y="1"/>
                        <a:pt x="1" y="139"/>
                        <a:pt x="1" y="309"/>
                      </a:cubicBezTo>
                      <a:cubicBezTo>
                        <a:pt x="1" y="480"/>
                        <a:pt x="139" y="618"/>
                        <a:pt x="309" y="618"/>
                      </a:cubicBezTo>
                      <a:cubicBezTo>
                        <a:pt x="480" y="618"/>
                        <a:pt x="618" y="480"/>
                        <a:pt x="618" y="309"/>
                      </a:cubicBezTo>
                      <a:cubicBezTo>
                        <a:pt x="618" y="139"/>
                        <a:pt x="480" y="1"/>
                        <a:pt x="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8"/>
                <p:cNvSpPr/>
                <p:nvPr/>
              </p:nvSpPr>
              <p:spPr>
                <a:xfrm>
                  <a:off x="-2662850" y="1691775"/>
                  <a:ext cx="15450" cy="15425"/>
                </a:xfrm>
                <a:custGeom>
                  <a:rect b="b" l="l" r="r" t="t"/>
                  <a:pathLst>
                    <a:path extrusionOk="0" h="617" w="618">
                      <a:moveTo>
                        <a:pt x="309" y="1"/>
                      </a:moveTo>
                      <a:cubicBezTo>
                        <a:pt x="139" y="1"/>
                        <a:pt x="1" y="139"/>
                        <a:pt x="1" y="308"/>
                      </a:cubicBezTo>
                      <a:cubicBezTo>
                        <a:pt x="1" y="479"/>
                        <a:pt x="139" y="617"/>
                        <a:pt x="309" y="617"/>
                      </a:cubicBezTo>
                      <a:cubicBezTo>
                        <a:pt x="480" y="617"/>
                        <a:pt x="618" y="479"/>
                        <a:pt x="618" y="308"/>
                      </a:cubicBezTo>
                      <a:cubicBezTo>
                        <a:pt x="618" y="139"/>
                        <a:pt x="480" y="1"/>
                        <a:pt x="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8"/>
                <p:cNvSpPr/>
                <p:nvPr/>
              </p:nvSpPr>
              <p:spPr>
                <a:xfrm>
                  <a:off x="-2756600" y="1526525"/>
                  <a:ext cx="19700" cy="261325"/>
                </a:xfrm>
                <a:custGeom>
                  <a:rect b="b" l="l" r="r" t="t"/>
                  <a:pathLst>
                    <a:path extrusionOk="0" h="10453" w="788">
                      <a:moveTo>
                        <a:pt x="0" y="1"/>
                      </a:moveTo>
                      <a:lnTo>
                        <a:pt x="0" y="1181"/>
                      </a:lnTo>
                      <a:lnTo>
                        <a:pt x="0" y="10453"/>
                      </a:lnTo>
                      <a:lnTo>
                        <a:pt x="788" y="10453"/>
                      </a:lnTo>
                      <a:lnTo>
                        <a:pt x="788" y="1181"/>
                      </a:lnTo>
                      <a:lnTo>
                        <a:pt x="7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8"/>
                <p:cNvSpPr/>
                <p:nvPr/>
              </p:nvSpPr>
              <p:spPr>
                <a:xfrm>
                  <a:off x="-2750625" y="1489650"/>
                  <a:ext cx="9850" cy="48500"/>
                </a:xfrm>
                <a:custGeom>
                  <a:rect b="b" l="l" r="r" t="t"/>
                  <a:pathLst>
                    <a:path extrusionOk="0" h="1940" w="394">
                      <a:moveTo>
                        <a:pt x="84" y="0"/>
                      </a:moveTo>
                      <a:lnTo>
                        <a:pt x="1" y="1798"/>
                      </a:lnTo>
                      <a:cubicBezTo>
                        <a:pt x="1" y="1875"/>
                        <a:pt x="64" y="1939"/>
                        <a:pt x="141" y="1939"/>
                      </a:cubicBezTo>
                      <a:lnTo>
                        <a:pt x="254" y="1939"/>
                      </a:lnTo>
                      <a:cubicBezTo>
                        <a:pt x="331" y="1939"/>
                        <a:pt x="394" y="1877"/>
                        <a:pt x="393" y="1798"/>
                      </a:cubicBezTo>
                      <a:lnTo>
                        <a:pt x="2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8"/>
                <p:cNvSpPr/>
                <p:nvPr/>
              </p:nvSpPr>
              <p:spPr>
                <a:xfrm>
                  <a:off x="-2592025" y="1687950"/>
                  <a:ext cx="31425" cy="63900"/>
                </a:xfrm>
                <a:custGeom>
                  <a:rect b="b" l="l" r="r" t="t"/>
                  <a:pathLst>
                    <a:path extrusionOk="0" h="2556" w="1257">
                      <a:moveTo>
                        <a:pt x="105" y="0"/>
                      </a:moveTo>
                      <a:cubicBezTo>
                        <a:pt x="105" y="0"/>
                        <a:pt x="0" y="598"/>
                        <a:pt x="20" y="1476"/>
                      </a:cubicBezTo>
                      <a:lnTo>
                        <a:pt x="20" y="1497"/>
                      </a:lnTo>
                      <a:cubicBezTo>
                        <a:pt x="21" y="1535"/>
                        <a:pt x="22" y="1573"/>
                        <a:pt x="24" y="1611"/>
                      </a:cubicBezTo>
                      <a:cubicBezTo>
                        <a:pt x="24" y="1620"/>
                        <a:pt x="24" y="1629"/>
                        <a:pt x="25" y="1637"/>
                      </a:cubicBezTo>
                      <a:cubicBezTo>
                        <a:pt x="26" y="1678"/>
                        <a:pt x="29" y="1719"/>
                        <a:pt x="30" y="1763"/>
                      </a:cubicBezTo>
                      <a:cubicBezTo>
                        <a:pt x="30" y="1767"/>
                        <a:pt x="30" y="1771"/>
                        <a:pt x="31" y="1775"/>
                      </a:cubicBezTo>
                      <a:cubicBezTo>
                        <a:pt x="35" y="1823"/>
                        <a:pt x="37" y="1870"/>
                        <a:pt x="41" y="1920"/>
                      </a:cubicBezTo>
                      <a:cubicBezTo>
                        <a:pt x="41" y="1925"/>
                        <a:pt x="42" y="1929"/>
                        <a:pt x="42" y="1934"/>
                      </a:cubicBezTo>
                      <a:cubicBezTo>
                        <a:pt x="45" y="1975"/>
                        <a:pt x="48" y="2018"/>
                        <a:pt x="51" y="2060"/>
                      </a:cubicBezTo>
                      <a:cubicBezTo>
                        <a:pt x="52" y="2074"/>
                        <a:pt x="53" y="2090"/>
                        <a:pt x="55" y="2104"/>
                      </a:cubicBezTo>
                      <a:cubicBezTo>
                        <a:pt x="57" y="2137"/>
                        <a:pt x="61" y="2171"/>
                        <a:pt x="63" y="2205"/>
                      </a:cubicBezTo>
                      <a:cubicBezTo>
                        <a:pt x="65" y="2223"/>
                        <a:pt x="68" y="2239"/>
                        <a:pt x="69" y="2256"/>
                      </a:cubicBezTo>
                      <a:cubicBezTo>
                        <a:pt x="73" y="2290"/>
                        <a:pt x="77" y="2324"/>
                        <a:pt x="80" y="2359"/>
                      </a:cubicBezTo>
                      <a:cubicBezTo>
                        <a:pt x="82" y="2375"/>
                        <a:pt x="84" y="2390"/>
                        <a:pt x="85" y="2406"/>
                      </a:cubicBezTo>
                      <a:cubicBezTo>
                        <a:pt x="92" y="2455"/>
                        <a:pt x="97" y="2504"/>
                        <a:pt x="105" y="2553"/>
                      </a:cubicBezTo>
                      <a:lnTo>
                        <a:pt x="105" y="2555"/>
                      </a:lnTo>
                      <a:lnTo>
                        <a:pt x="1256" y="2317"/>
                      </a:lnTo>
                      <a:lnTo>
                        <a:pt x="1256" y="1348"/>
                      </a:lnTo>
                      <a:lnTo>
                        <a:pt x="1256" y="252"/>
                      </a:lnTo>
                      <a:lnTo>
                        <a:pt x="1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8"/>
                <p:cNvSpPr/>
                <p:nvPr/>
              </p:nvSpPr>
              <p:spPr>
                <a:xfrm>
                  <a:off x="-2790300" y="1687925"/>
                  <a:ext cx="31200" cy="63925"/>
                </a:xfrm>
                <a:custGeom>
                  <a:rect b="b" l="l" r="r" t="t"/>
                  <a:pathLst>
                    <a:path extrusionOk="0" h="2557" w="1248">
                      <a:moveTo>
                        <a:pt x="1152" y="0"/>
                      </a:moveTo>
                      <a:lnTo>
                        <a:pt x="1" y="253"/>
                      </a:lnTo>
                      <a:lnTo>
                        <a:pt x="1" y="1349"/>
                      </a:lnTo>
                      <a:lnTo>
                        <a:pt x="1" y="2318"/>
                      </a:lnTo>
                      <a:lnTo>
                        <a:pt x="1152" y="2556"/>
                      </a:lnTo>
                      <a:lnTo>
                        <a:pt x="1172" y="2406"/>
                      </a:lnTo>
                      <a:cubicBezTo>
                        <a:pt x="1173" y="2390"/>
                        <a:pt x="1176" y="2375"/>
                        <a:pt x="1177" y="2359"/>
                      </a:cubicBezTo>
                      <a:cubicBezTo>
                        <a:pt x="1181" y="2326"/>
                        <a:pt x="1185" y="2291"/>
                        <a:pt x="1187" y="2257"/>
                      </a:cubicBezTo>
                      <a:cubicBezTo>
                        <a:pt x="1188" y="2240"/>
                        <a:pt x="1192" y="2224"/>
                        <a:pt x="1193" y="2207"/>
                      </a:cubicBezTo>
                      <a:cubicBezTo>
                        <a:pt x="1197" y="2172"/>
                        <a:pt x="1199" y="2138"/>
                        <a:pt x="1202" y="2105"/>
                      </a:cubicBezTo>
                      <a:cubicBezTo>
                        <a:pt x="1203" y="2091"/>
                        <a:pt x="1204" y="2076"/>
                        <a:pt x="1206" y="2061"/>
                      </a:cubicBezTo>
                      <a:cubicBezTo>
                        <a:pt x="1209" y="2019"/>
                        <a:pt x="1212" y="1976"/>
                        <a:pt x="1214" y="1935"/>
                      </a:cubicBezTo>
                      <a:cubicBezTo>
                        <a:pt x="1214" y="1931"/>
                        <a:pt x="1216" y="1926"/>
                        <a:pt x="1216" y="1921"/>
                      </a:cubicBezTo>
                      <a:cubicBezTo>
                        <a:pt x="1219" y="1872"/>
                        <a:pt x="1222" y="1824"/>
                        <a:pt x="1225" y="1776"/>
                      </a:cubicBezTo>
                      <a:cubicBezTo>
                        <a:pt x="1225" y="1771"/>
                        <a:pt x="1225" y="1767"/>
                        <a:pt x="1227" y="1764"/>
                      </a:cubicBezTo>
                      <a:cubicBezTo>
                        <a:pt x="1229" y="1720"/>
                        <a:pt x="1230" y="1679"/>
                        <a:pt x="1232" y="1638"/>
                      </a:cubicBezTo>
                      <a:cubicBezTo>
                        <a:pt x="1232" y="1630"/>
                        <a:pt x="1232" y="1620"/>
                        <a:pt x="1233" y="1611"/>
                      </a:cubicBezTo>
                      <a:lnTo>
                        <a:pt x="1237" y="1498"/>
                      </a:lnTo>
                      <a:lnTo>
                        <a:pt x="1237" y="1477"/>
                      </a:lnTo>
                      <a:cubicBezTo>
                        <a:pt x="1238" y="1434"/>
                        <a:pt x="1238" y="1392"/>
                        <a:pt x="1239" y="1351"/>
                      </a:cubicBezTo>
                      <a:lnTo>
                        <a:pt x="1239" y="1349"/>
                      </a:lnTo>
                      <a:cubicBezTo>
                        <a:pt x="1247" y="541"/>
                        <a:pt x="1152" y="0"/>
                        <a:pt x="11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8"/>
                <p:cNvSpPr/>
                <p:nvPr/>
              </p:nvSpPr>
              <p:spPr>
                <a:xfrm>
                  <a:off x="-2803325" y="1720600"/>
                  <a:ext cx="6350" cy="12300"/>
                </a:xfrm>
                <a:custGeom>
                  <a:rect b="b" l="l" r="r" t="t"/>
                  <a:pathLst>
                    <a:path extrusionOk="0" h="492" w="254">
                      <a:moveTo>
                        <a:pt x="0" y="1"/>
                      </a:moveTo>
                      <a:lnTo>
                        <a:pt x="0" y="492"/>
                      </a:lnTo>
                      <a:lnTo>
                        <a:pt x="253" y="492"/>
                      </a:lnTo>
                      <a:lnTo>
                        <a:pt x="2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8"/>
                <p:cNvSpPr/>
                <p:nvPr/>
              </p:nvSpPr>
              <p:spPr>
                <a:xfrm>
                  <a:off x="-2797000" y="1720600"/>
                  <a:ext cx="6700" cy="18650"/>
                </a:xfrm>
                <a:custGeom>
                  <a:rect b="b" l="l" r="r" t="t"/>
                  <a:pathLst>
                    <a:path extrusionOk="0" h="746" w="268">
                      <a:moveTo>
                        <a:pt x="0" y="1"/>
                      </a:moveTo>
                      <a:lnTo>
                        <a:pt x="0" y="692"/>
                      </a:lnTo>
                      <a:cubicBezTo>
                        <a:pt x="0" y="722"/>
                        <a:pt x="24" y="746"/>
                        <a:pt x="53" y="746"/>
                      </a:cubicBezTo>
                      <a:lnTo>
                        <a:pt x="268" y="746"/>
                      </a:lnTo>
                      <a:lnTo>
                        <a:pt x="2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8"/>
                <p:cNvSpPr/>
                <p:nvPr/>
              </p:nvSpPr>
              <p:spPr>
                <a:xfrm>
                  <a:off x="-2560600" y="1720600"/>
                  <a:ext cx="6675" cy="18625"/>
                </a:xfrm>
                <a:custGeom>
                  <a:rect b="b" l="l" r="r" t="t"/>
                  <a:pathLst>
                    <a:path extrusionOk="0" h="745" w="267">
                      <a:moveTo>
                        <a:pt x="0" y="1"/>
                      </a:moveTo>
                      <a:lnTo>
                        <a:pt x="0" y="745"/>
                      </a:lnTo>
                      <a:lnTo>
                        <a:pt x="214" y="745"/>
                      </a:lnTo>
                      <a:cubicBezTo>
                        <a:pt x="244" y="745"/>
                        <a:pt x="267" y="722"/>
                        <a:pt x="267" y="692"/>
                      </a:cubicBezTo>
                      <a:lnTo>
                        <a:pt x="2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8"/>
                <p:cNvSpPr/>
                <p:nvPr/>
              </p:nvSpPr>
              <p:spPr>
                <a:xfrm>
                  <a:off x="-2553950" y="1720600"/>
                  <a:ext cx="6350" cy="12300"/>
                </a:xfrm>
                <a:custGeom>
                  <a:rect b="b" l="l" r="r" t="t"/>
                  <a:pathLst>
                    <a:path extrusionOk="0" h="492" w="254">
                      <a:moveTo>
                        <a:pt x="1" y="1"/>
                      </a:moveTo>
                      <a:lnTo>
                        <a:pt x="1" y="492"/>
                      </a:lnTo>
                      <a:lnTo>
                        <a:pt x="254" y="492"/>
                      </a:lnTo>
                      <a:lnTo>
                        <a:pt x="2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0" name="Google Shape;4540;p58"/>
            <p:cNvGrpSpPr/>
            <p:nvPr/>
          </p:nvGrpSpPr>
          <p:grpSpPr>
            <a:xfrm>
              <a:off x="8381653" y="1824295"/>
              <a:ext cx="311019" cy="311110"/>
              <a:chOff x="5038846" y="235350"/>
              <a:chExt cx="158691" cy="158738"/>
            </a:xfrm>
          </p:grpSpPr>
          <p:sp>
            <p:nvSpPr>
              <p:cNvPr id="4541" name="Google Shape;4541;p58"/>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8"/>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3" name="Google Shape;4543;p58"/>
            <p:cNvGrpSpPr/>
            <p:nvPr/>
          </p:nvGrpSpPr>
          <p:grpSpPr>
            <a:xfrm>
              <a:off x="713215" y="120710"/>
              <a:ext cx="261189" cy="248344"/>
              <a:chOff x="5164484" y="526738"/>
              <a:chExt cx="133266" cy="126713"/>
            </a:xfrm>
          </p:grpSpPr>
          <p:sp>
            <p:nvSpPr>
              <p:cNvPr id="4544" name="Google Shape;4544;p58"/>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8"/>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4546" name="Shape 4546"/>
        <p:cNvGrpSpPr/>
        <p:nvPr/>
      </p:nvGrpSpPr>
      <p:grpSpPr>
        <a:xfrm>
          <a:off x="0" y="0"/>
          <a:ext cx="0" cy="0"/>
          <a:chOff x="0" y="0"/>
          <a:chExt cx="0" cy="0"/>
        </a:xfrm>
      </p:grpSpPr>
      <p:sp>
        <p:nvSpPr>
          <p:cNvPr id="4547" name="Google Shape;4547;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4548" name="Google Shape;4548;p59"/>
          <p:cNvSpPr txBox="1"/>
          <p:nvPr>
            <p:ph idx="1" type="subTitle"/>
          </p:nvPr>
        </p:nvSpPr>
        <p:spPr>
          <a:xfrm>
            <a:off x="711030" y="1952117"/>
            <a:ext cx="2245200" cy="54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49" name="Google Shape;4549;p59"/>
          <p:cNvSpPr txBox="1"/>
          <p:nvPr>
            <p:ph idx="2" type="subTitle"/>
          </p:nvPr>
        </p:nvSpPr>
        <p:spPr>
          <a:xfrm>
            <a:off x="3518666" y="1952117"/>
            <a:ext cx="2245200" cy="54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50" name="Google Shape;4550;p59"/>
          <p:cNvSpPr txBox="1"/>
          <p:nvPr>
            <p:ph idx="3" type="subTitle"/>
          </p:nvPr>
        </p:nvSpPr>
        <p:spPr>
          <a:xfrm>
            <a:off x="711030" y="3385504"/>
            <a:ext cx="2245200" cy="54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51" name="Google Shape;4551;p59"/>
          <p:cNvSpPr txBox="1"/>
          <p:nvPr>
            <p:ph idx="4" type="subTitle"/>
          </p:nvPr>
        </p:nvSpPr>
        <p:spPr>
          <a:xfrm>
            <a:off x="3518666" y="3385504"/>
            <a:ext cx="2245200" cy="54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52" name="Google Shape;4552;p59"/>
          <p:cNvSpPr txBox="1"/>
          <p:nvPr>
            <p:ph idx="5" type="subTitle"/>
          </p:nvPr>
        </p:nvSpPr>
        <p:spPr>
          <a:xfrm>
            <a:off x="6183976" y="1952117"/>
            <a:ext cx="2245200" cy="54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53" name="Google Shape;4553;p59"/>
          <p:cNvSpPr txBox="1"/>
          <p:nvPr>
            <p:ph idx="6" type="subTitle"/>
          </p:nvPr>
        </p:nvSpPr>
        <p:spPr>
          <a:xfrm>
            <a:off x="6183976" y="3385504"/>
            <a:ext cx="2245200" cy="54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54" name="Google Shape;4554;p59"/>
          <p:cNvSpPr txBox="1"/>
          <p:nvPr>
            <p:ph idx="7" type="subTitle"/>
          </p:nvPr>
        </p:nvSpPr>
        <p:spPr>
          <a:xfrm>
            <a:off x="709325" y="1647325"/>
            <a:ext cx="22485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555" name="Google Shape;4555;p59"/>
          <p:cNvSpPr txBox="1"/>
          <p:nvPr>
            <p:ph idx="8" type="subTitle"/>
          </p:nvPr>
        </p:nvSpPr>
        <p:spPr>
          <a:xfrm>
            <a:off x="3516960" y="1647325"/>
            <a:ext cx="22485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556" name="Google Shape;4556;p59"/>
          <p:cNvSpPr txBox="1"/>
          <p:nvPr>
            <p:ph idx="9" type="subTitle"/>
          </p:nvPr>
        </p:nvSpPr>
        <p:spPr>
          <a:xfrm>
            <a:off x="6182271" y="1647325"/>
            <a:ext cx="22485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557" name="Google Shape;4557;p59"/>
          <p:cNvSpPr txBox="1"/>
          <p:nvPr>
            <p:ph idx="13" type="subTitle"/>
          </p:nvPr>
        </p:nvSpPr>
        <p:spPr>
          <a:xfrm>
            <a:off x="709325" y="3079575"/>
            <a:ext cx="22485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558" name="Google Shape;4558;p59"/>
          <p:cNvSpPr txBox="1"/>
          <p:nvPr>
            <p:ph idx="14" type="subTitle"/>
          </p:nvPr>
        </p:nvSpPr>
        <p:spPr>
          <a:xfrm>
            <a:off x="3516960" y="3079575"/>
            <a:ext cx="22485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559" name="Google Shape;4559;p59"/>
          <p:cNvSpPr txBox="1"/>
          <p:nvPr>
            <p:ph idx="15" type="subTitle"/>
          </p:nvPr>
        </p:nvSpPr>
        <p:spPr>
          <a:xfrm>
            <a:off x="6182271" y="3079575"/>
            <a:ext cx="22485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4560" name="Google Shape;4560;p59"/>
          <p:cNvGrpSpPr/>
          <p:nvPr/>
        </p:nvGrpSpPr>
        <p:grpSpPr>
          <a:xfrm>
            <a:off x="0" y="49369"/>
            <a:ext cx="9077644" cy="5056877"/>
            <a:chOff x="0" y="49369"/>
            <a:chExt cx="9077644" cy="5056877"/>
          </a:xfrm>
        </p:grpSpPr>
        <p:grpSp>
          <p:nvGrpSpPr>
            <p:cNvPr id="4561" name="Google Shape;4561;p59"/>
            <p:cNvGrpSpPr/>
            <p:nvPr/>
          </p:nvGrpSpPr>
          <p:grpSpPr>
            <a:xfrm>
              <a:off x="8818255" y="734103"/>
              <a:ext cx="215033" cy="215222"/>
              <a:chOff x="5062659" y="967188"/>
              <a:chExt cx="109716" cy="109813"/>
            </a:xfrm>
          </p:grpSpPr>
          <p:sp>
            <p:nvSpPr>
              <p:cNvPr id="4562" name="Google Shape;4562;p59"/>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9"/>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9"/>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5" name="Google Shape;4565;p59"/>
            <p:cNvGrpSpPr/>
            <p:nvPr/>
          </p:nvGrpSpPr>
          <p:grpSpPr>
            <a:xfrm>
              <a:off x="66489" y="49379"/>
              <a:ext cx="597557" cy="597892"/>
              <a:chOff x="3834909" y="821763"/>
              <a:chExt cx="304891" cy="305063"/>
            </a:xfrm>
          </p:grpSpPr>
          <p:sp>
            <p:nvSpPr>
              <p:cNvPr id="4566" name="Google Shape;4566;p59"/>
              <p:cNvSpPr/>
              <p:nvPr/>
            </p:nvSpPr>
            <p:spPr>
              <a:xfrm>
                <a:off x="3834909" y="821763"/>
                <a:ext cx="303500" cy="303625"/>
              </a:xfrm>
              <a:custGeom>
                <a:rect b="b" l="l" r="r" t="t"/>
                <a:pathLst>
                  <a:path extrusionOk="0" h="12145" w="12140">
                    <a:moveTo>
                      <a:pt x="8031" y="1"/>
                    </a:moveTo>
                    <a:cubicBezTo>
                      <a:pt x="7935" y="1"/>
                      <a:pt x="7840" y="3"/>
                      <a:pt x="7748" y="13"/>
                    </a:cubicBezTo>
                    <a:cubicBezTo>
                      <a:pt x="7355" y="38"/>
                      <a:pt x="6978" y="120"/>
                      <a:pt x="6622" y="249"/>
                    </a:cubicBezTo>
                    <a:cubicBezTo>
                      <a:pt x="6081" y="445"/>
                      <a:pt x="5592" y="754"/>
                      <a:pt x="5186" y="1143"/>
                    </a:cubicBezTo>
                    <a:cubicBezTo>
                      <a:pt x="4737" y="1575"/>
                      <a:pt x="4386" y="2106"/>
                      <a:pt x="4167" y="2701"/>
                    </a:cubicBezTo>
                    <a:cubicBezTo>
                      <a:pt x="4038" y="3055"/>
                      <a:pt x="3956" y="3435"/>
                      <a:pt x="3932" y="3829"/>
                    </a:cubicBezTo>
                    <a:cubicBezTo>
                      <a:pt x="3929" y="3860"/>
                      <a:pt x="3925" y="3893"/>
                      <a:pt x="3925" y="3924"/>
                    </a:cubicBezTo>
                    <a:cubicBezTo>
                      <a:pt x="3894" y="3924"/>
                      <a:pt x="3861" y="3927"/>
                      <a:pt x="3830" y="3931"/>
                    </a:cubicBezTo>
                    <a:cubicBezTo>
                      <a:pt x="3434" y="3958"/>
                      <a:pt x="3052" y="4042"/>
                      <a:pt x="2696" y="4173"/>
                    </a:cubicBezTo>
                    <a:cubicBezTo>
                      <a:pt x="1562" y="4589"/>
                      <a:pt x="664" y="5486"/>
                      <a:pt x="249" y="6621"/>
                    </a:cubicBezTo>
                    <a:cubicBezTo>
                      <a:pt x="120" y="6977"/>
                      <a:pt x="37" y="7355"/>
                      <a:pt x="13" y="7748"/>
                    </a:cubicBezTo>
                    <a:cubicBezTo>
                      <a:pt x="3" y="7840"/>
                      <a:pt x="0" y="7935"/>
                      <a:pt x="0" y="8031"/>
                    </a:cubicBezTo>
                    <a:cubicBezTo>
                      <a:pt x="0" y="8362"/>
                      <a:pt x="39" y="8686"/>
                      <a:pt x="114" y="8992"/>
                    </a:cubicBezTo>
                    <a:cubicBezTo>
                      <a:pt x="168" y="9226"/>
                      <a:pt x="243" y="9449"/>
                      <a:pt x="338" y="9661"/>
                    </a:cubicBezTo>
                    <a:cubicBezTo>
                      <a:pt x="467" y="9966"/>
                      <a:pt x="633" y="10250"/>
                      <a:pt x="833" y="10513"/>
                    </a:cubicBezTo>
                    <a:cubicBezTo>
                      <a:pt x="929" y="10642"/>
                      <a:pt x="1030" y="10761"/>
                      <a:pt x="1141" y="10875"/>
                    </a:cubicBezTo>
                    <a:lnTo>
                      <a:pt x="1251" y="10986"/>
                    </a:lnTo>
                    <a:cubicBezTo>
                      <a:pt x="1482" y="11210"/>
                      <a:pt x="1740" y="11404"/>
                      <a:pt x="2016" y="11566"/>
                    </a:cubicBezTo>
                    <a:cubicBezTo>
                      <a:pt x="2204" y="11680"/>
                      <a:pt x="2403" y="11778"/>
                      <a:pt x="2612" y="11862"/>
                    </a:cubicBezTo>
                    <a:cubicBezTo>
                      <a:pt x="2954" y="11994"/>
                      <a:pt x="3319" y="12086"/>
                      <a:pt x="3700" y="12120"/>
                    </a:cubicBezTo>
                    <a:cubicBezTo>
                      <a:pt x="3773" y="12129"/>
                      <a:pt x="3847" y="12136"/>
                      <a:pt x="3922" y="12138"/>
                    </a:cubicBezTo>
                    <a:lnTo>
                      <a:pt x="3922" y="12144"/>
                    </a:lnTo>
                    <a:lnTo>
                      <a:pt x="12140" y="12144"/>
                    </a:lnTo>
                    <a:lnTo>
                      <a:pt x="12140" y="11280"/>
                    </a:lnTo>
                    <a:lnTo>
                      <a:pt x="12140" y="10389"/>
                    </a:lnTo>
                    <a:lnTo>
                      <a:pt x="12140" y="9042"/>
                    </a:lnTo>
                    <a:lnTo>
                      <a:pt x="12140" y="8150"/>
                    </a:lnTo>
                    <a:lnTo>
                      <a:pt x="12140" y="6808"/>
                    </a:lnTo>
                    <a:lnTo>
                      <a:pt x="12140" y="5914"/>
                    </a:lnTo>
                    <a:lnTo>
                      <a:pt x="12140" y="4571"/>
                    </a:lnTo>
                    <a:lnTo>
                      <a:pt x="12140" y="3922"/>
                    </a:lnTo>
                    <a:lnTo>
                      <a:pt x="12138" y="3922"/>
                    </a:lnTo>
                    <a:cubicBezTo>
                      <a:pt x="12134" y="3849"/>
                      <a:pt x="12128" y="3775"/>
                      <a:pt x="12119" y="3700"/>
                    </a:cubicBezTo>
                    <a:cubicBezTo>
                      <a:pt x="12086" y="3320"/>
                      <a:pt x="11993" y="2953"/>
                      <a:pt x="11861" y="2613"/>
                    </a:cubicBezTo>
                    <a:cubicBezTo>
                      <a:pt x="11778" y="2404"/>
                      <a:pt x="11679" y="2206"/>
                      <a:pt x="11566" y="2017"/>
                    </a:cubicBezTo>
                    <a:cubicBezTo>
                      <a:pt x="11404" y="1741"/>
                      <a:pt x="11206" y="1485"/>
                      <a:pt x="10986" y="1255"/>
                    </a:cubicBezTo>
                    <a:lnTo>
                      <a:pt x="10983" y="1255"/>
                    </a:lnTo>
                    <a:cubicBezTo>
                      <a:pt x="10838" y="1097"/>
                      <a:pt x="10682" y="963"/>
                      <a:pt x="10512" y="834"/>
                    </a:cubicBezTo>
                    <a:cubicBezTo>
                      <a:pt x="10251" y="637"/>
                      <a:pt x="9965" y="467"/>
                      <a:pt x="9661" y="338"/>
                    </a:cubicBezTo>
                    <a:cubicBezTo>
                      <a:pt x="9449" y="243"/>
                      <a:pt x="9224" y="169"/>
                      <a:pt x="8993" y="114"/>
                    </a:cubicBezTo>
                    <a:cubicBezTo>
                      <a:pt x="8687" y="40"/>
                      <a:pt x="8365" y="1"/>
                      <a:pt x="803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9"/>
              <p:cNvSpPr/>
              <p:nvPr/>
            </p:nvSpPr>
            <p:spPr>
              <a:xfrm>
                <a:off x="3836250" y="823225"/>
                <a:ext cx="303550" cy="303600"/>
              </a:xfrm>
              <a:custGeom>
                <a:rect b="b" l="l" r="r" t="t"/>
                <a:pathLst>
                  <a:path extrusionOk="0" h="12144" w="12142">
                    <a:moveTo>
                      <a:pt x="8033" y="1"/>
                    </a:moveTo>
                    <a:cubicBezTo>
                      <a:pt x="7937" y="1"/>
                      <a:pt x="7842" y="5"/>
                      <a:pt x="7750" y="13"/>
                    </a:cubicBezTo>
                    <a:cubicBezTo>
                      <a:pt x="7357" y="38"/>
                      <a:pt x="6978" y="120"/>
                      <a:pt x="6622" y="249"/>
                    </a:cubicBezTo>
                    <a:cubicBezTo>
                      <a:pt x="6080" y="445"/>
                      <a:pt x="5593" y="753"/>
                      <a:pt x="5187" y="1143"/>
                    </a:cubicBezTo>
                    <a:cubicBezTo>
                      <a:pt x="4738" y="1574"/>
                      <a:pt x="4387" y="2106"/>
                      <a:pt x="4169" y="2701"/>
                    </a:cubicBezTo>
                    <a:cubicBezTo>
                      <a:pt x="4040" y="3055"/>
                      <a:pt x="3957" y="3436"/>
                      <a:pt x="3933" y="3829"/>
                    </a:cubicBezTo>
                    <a:cubicBezTo>
                      <a:pt x="3929" y="3860"/>
                      <a:pt x="3926" y="3893"/>
                      <a:pt x="3926" y="3924"/>
                    </a:cubicBezTo>
                    <a:cubicBezTo>
                      <a:pt x="3895" y="3924"/>
                      <a:pt x="3861" y="3928"/>
                      <a:pt x="3830" y="3932"/>
                    </a:cubicBezTo>
                    <a:cubicBezTo>
                      <a:pt x="3435" y="3958"/>
                      <a:pt x="3053" y="4042"/>
                      <a:pt x="2697" y="4174"/>
                    </a:cubicBezTo>
                    <a:cubicBezTo>
                      <a:pt x="1562" y="4589"/>
                      <a:pt x="665" y="5487"/>
                      <a:pt x="250" y="6621"/>
                    </a:cubicBezTo>
                    <a:cubicBezTo>
                      <a:pt x="121" y="6977"/>
                      <a:pt x="38" y="7355"/>
                      <a:pt x="14" y="7748"/>
                    </a:cubicBezTo>
                    <a:cubicBezTo>
                      <a:pt x="4" y="7840"/>
                      <a:pt x="1" y="7936"/>
                      <a:pt x="1" y="8031"/>
                    </a:cubicBezTo>
                    <a:cubicBezTo>
                      <a:pt x="1" y="8364"/>
                      <a:pt x="41" y="8686"/>
                      <a:pt x="114" y="8993"/>
                    </a:cubicBezTo>
                    <a:cubicBezTo>
                      <a:pt x="170" y="9224"/>
                      <a:pt x="243" y="9449"/>
                      <a:pt x="339" y="9660"/>
                    </a:cubicBezTo>
                    <a:cubicBezTo>
                      <a:pt x="468" y="9965"/>
                      <a:pt x="634" y="10249"/>
                      <a:pt x="835" y="10512"/>
                    </a:cubicBezTo>
                    <a:cubicBezTo>
                      <a:pt x="930" y="10641"/>
                      <a:pt x="1031" y="10760"/>
                      <a:pt x="1141" y="10874"/>
                    </a:cubicBezTo>
                    <a:lnTo>
                      <a:pt x="1253" y="10985"/>
                    </a:lnTo>
                    <a:cubicBezTo>
                      <a:pt x="1482" y="11209"/>
                      <a:pt x="1742" y="11403"/>
                      <a:pt x="2017" y="11565"/>
                    </a:cubicBezTo>
                    <a:cubicBezTo>
                      <a:pt x="2204" y="11679"/>
                      <a:pt x="2404" y="11778"/>
                      <a:pt x="2613" y="11860"/>
                    </a:cubicBezTo>
                    <a:cubicBezTo>
                      <a:pt x="2954" y="11992"/>
                      <a:pt x="3321" y="12085"/>
                      <a:pt x="3700" y="12118"/>
                    </a:cubicBezTo>
                    <a:cubicBezTo>
                      <a:pt x="3776" y="12128"/>
                      <a:pt x="3849" y="12134"/>
                      <a:pt x="3922" y="12137"/>
                    </a:cubicBezTo>
                    <a:lnTo>
                      <a:pt x="3922" y="12143"/>
                    </a:lnTo>
                    <a:lnTo>
                      <a:pt x="12141" y="12143"/>
                    </a:lnTo>
                    <a:lnTo>
                      <a:pt x="12141" y="3922"/>
                    </a:lnTo>
                    <a:lnTo>
                      <a:pt x="12138" y="3922"/>
                    </a:lnTo>
                    <a:cubicBezTo>
                      <a:pt x="12136" y="3847"/>
                      <a:pt x="12130" y="3774"/>
                      <a:pt x="12120" y="3700"/>
                    </a:cubicBezTo>
                    <a:cubicBezTo>
                      <a:pt x="12086" y="3320"/>
                      <a:pt x="11995" y="2953"/>
                      <a:pt x="11862" y="2613"/>
                    </a:cubicBezTo>
                    <a:cubicBezTo>
                      <a:pt x="11779" y="2404"/>
                      <a:pt x="11681" y="2208"/>
                      <a:pt x="11567" y="2017"/>
                    </a:cubicBezTo>
                    <a:cubicBezTo>
                      <a:pt x="11404" y="1740"/>
                      <a:pt x="11208" y="1486"/>
                      <a:pt x="10986" y="1255"/>
                    </a:cubicBezTo>
                    <a:lnTo>
                      <a:pt x="10984" y="1255"/>
                    </a:lnTo>
                    <a:cubicBezTo>
                      <a:pt x="10840" y="1099"/>
                      <a:pt x="10682" y="962"/>
                      <a:pt x="10513" y="833"/>
                    </a:cubicBezTo>
                    <a:cubicBezTo>
                      <a:pt x="10253" y="636"/>
                      <a:pt x="9966" y="467"/>
                      <a:pt x="9661" y="338"/>
                    </a:cubicBezTo>
                    <a:cubicBezTo>
                      <a:pt x="9450" y="243"/>
                      <a:pt x="9226" y="170"/>
                      <a:pt x="8995" y="114"/>
                    </a:cubicBezTo>
                    <a:cubicBezTo>
                      <a:pt x="8688" y="40"/>
                      <a:pt x="8364" y="1"/>
                      <a:pt x="80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9"/>
              <p:cNvSpPr/>
              <p:nvPr/>
            </p:nvSpPr>
            <p:spPr>
              <a:xfrm>
                <a:off x="3836575" y="921450"/>
                <a:ext cx="95425" cy="95450"/>
              </a:xfrm>
              <a:custGeom>
                <a:rect b="b" l="l" r="r" t="t"/>
                <a:pathLst>
                  <a:path extrusionOk="0" h="3818" w="3817">
                    <a:moveTo>
                      <a:pt x="3816" y="0"/>
                    </a:moveTo>
                    <a:lnTo>
                      <a:pt x="3816" y="0"/>
                    </a:lnTo>
                    <a:cubicBezTo>
                      <a:pt x="3421" y="29"/>
                      <a:pt x="3039" y="112"/>
                      <a:pt x="2683" y="243"/>
                    </a:cubicBezTo>
                    <a:lnTo>
                      <a:pt x="235" y="2691"/>
                    </a:lnTo>
                    <a:cubicBezTo>
                      <a:pt x="106" y="3047"/>
                      <a:pt x="24" y="3425"/>
                      <a:pt x="0" y="3818"/>
                    </a:cubicBezTo>
                    <a:lnTo>
                      <a:pt x="38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9"/>
              <p:cNvSpPr/>
              <p:nvPr/>
            </p:nvSpPr>
            <p:spPr>
              <a:xfrm>
                <a:off x="3934525" y="823475"/>
                <a:ext cx="95450" cy="95500"/>
              </a:xfrm>
              <a:custGeom>
                <a:rect b="b" l="l" r="r" t="t"/>
                <a:pathLst>
                  <a:path extrusionOk="0" h="3820" w="3818">
                    <a:moveTo>
                      <a:pt x="3818" y="1"/>
                    </a:moveTo>
                    <a:lnTo>
                      <a:pt x="3818" y="1"/>
                    </a:lnTo>
                    <a:cubicBezTo>
                      <a:pt x="3425" y="26"/>
                      <a:pt x="3046" y="109"/>
                      <a:pt x="2689" y="239"/>
                    </a:cubicBezTo>
                    <a:lnTo>
                      <a:pt x="237" y="2691"/>
                    </a:lnTo>
                    <a:cubicBezTo>
                      <a:pt x="108" y="3045"/>
                      <a:pt x="25" y="3426"/>
                      <a:pt x="1" y="3819"/>
                    </a:cubicBezTo>
                    <a:lnTo>
                      <a:pt x="38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9"/>
              <p:cNvSpPr/>
              <p:nvPr/>
            </p:nvSpPr>
            <p:spPr>
              <a:xfrm>
                <a:off x="3839075" y="826050"/>
                <a:ext cx="238700" cy="238700"/>
              </a:xfrm>
              <a:custGeom>
                <a:rect b="b" l="l" r="r" t="t"/>
                <a:pathLst>
                  <a:path extrusionOk="0" h="9548" w="9548">
                    <a:moveTo>
                      <a:pt x="8881" y="0"/>
                    </a:moveTo>
                    <a:lnTo>
                      <a:pt x="0" y="8880"/>
                    </a:lnTo>
                    <a:cubicBezTo>
                      <a:pt x="56" y="9111"/>
                      <a:pt x="129" y="9336"/>
                      <a:pt x="225" y="9547"/>
                    </a:cubicBezTo>
                    <a:lnTo>
                      <a:pt x="9547" y="224"/>
                    </a:lnTo>
                    <a:cubicBezTo>
                      <a:pt x="9336" y="129"/>
                      <a:pt x="9112" y="55"/>
                      <a:pt x="88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9"/>
              <p:cNvSpPr/>
              <p:nvPr/>
            </p:nvSpPr>
            <p:spPr>
              <a:xfrm>
                <a:off x="3857025" y="844025"/>
                <a:ext cx="253775" cy="253850"/>
              </a:xfrm>
              <a:custGeom>
                <a:rect b="b" l="l" r="r" t="t"/>
                <a:pathLst>
                  <a:path extrusionOk="0" h="10154" w="10151">
                    <a:moveTo>
                      <a:pt x="9680" y="0"/>
                    </a:moveTo>
                    <a:lnTo>
                      <a:pt x="0" y="9680"/>
                    </a:lnTo>
                    <a:cubicBezTo>
                      <a:pt x="96" y="9809"/>
                      <a:pt x="197" y="9928"/>
                      <a:pt x="308" y="10042"/>
                    </a:cubicBezTo>
                    <a:lnTo>
                      <a:pt x="418" y="10153"/>
                    </a:lnTo>
                    <a:lnTo>
                      <a:pt x="10150" y="421"/>
                    </a:lnTo>
                    <a:cubicBezTo>
                      <a:pt x="10008" y="264"/>
                      <a:pt x="9850" y="129"/>
                      <a:pt x="9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9"/>
              <p:cNvSpPr/>
              <p:nvPr/>
            </p:nvSpPr>
            <p:spPr>
              <a:xfrm>
                <a:off x="3886650" y="873600"/>
                <a:ext cx="246150" cy="246150"/>
              </a:xfrm>
              <a:custGeom>
                <a:rect b="b" l="l" r="r" t="t"/>
                <a:pathLst>
                  <a:path extrusionOk="0" h="9846" w="9846">
                    <a:moveTo>
                      <a:pt x="9550" y="0"/>
                    </a:moveTo>
                    <a:lnTo>
                      <a:pt x="0" y="9550"/>
                    </a:lnTo>
                    <a:cubicBezTo>
                      <a:pt x="187" y="9664"/>
                      <a:pt x="387" y="9763"/>
                      <a:pt x="596" y="9845"/>
                    </a:cubicBezTo>
                    <a:lnTo>
                      <a:pt x="9845" y="597"/>
                    </a:lnTo>
                    <a:cubicBezTo>
                      <a:pt x="9763" y="387"/>
                      <a:pt x="9664" y="191"/>
                      <a:pt x="9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9"/>
              <p:cNvSpPr/>
              <p:nvPr/>
            </p:nvSpPr>
            <p:spPr>
              <a:xfrm>
                <a:off x="3928750" y="915725"/>
                <a:ext cx="211050" cy="211100"/>
              </a:xfrm>
              <a:custGeom>
                <a:rect b="b" l="l" r="r" t="t"/>
                <a:pathLst>
                  <a:path extrusionOk="0" h="8444" w="8442">
                    <a:moveTo>
                      <a:pt x="8419" y="0"/>
                    </a:moveTo>
                    <a:lnTo>
                      <a:pt x="0" y="8418"/>
                    </a:lnTo>
                    <a:cubicBezTo>
                      <a:pt x="76" y="8428"/>
                      <a:pt x="149" y="8434"/>
                      <a:pt x="222" y="8437"/>
                    </a:cubicBezTo>
                    <a:lnTo>
                      <a:pt x="222" y="8443"/>
                    </a:lnTo>
                    <a:lnTo>
                      <a:pt x="867" y="8443"/>
                    </a:lnTo>
                    <a:lnTo>
                      <a:pt x="8441" y="869"/>
                    </a:lnTo>
                    <a:lnTo>
                      <a:pt x="8441" y="222"/>
                    </a:lnTo>
                    <a:lnTo>
                      <a:pt x="8437" y="222"/>
                    </a:lnTo>
                    <a:cubicBezTo>
                      <a:pt x="8435" y="147"/>
                      <a:pt x="8429" y="74"/>
                      <a:pt x="8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9"/>
              <p:cNvSpPr/>
              <p:nvPr/>
            </p:nvSpPr>
            <p:spPr>
              <a:xfrm>
                <a:off x="3984075" y="971025"/>
                <a:ext cx="155725" cy="155800"/>
              </a:xfrm>
              <a:custGeom>
                <a:rect b="b" l="l" r="r" t="t"/>
                <a:pathLst>
                  <a:path extrusionOk="0" h="6232" w="6229">
                    <a:moveTo>
                      <a:pt x="6228" y="1"/>
                    </a:moveTo>
                    <a:lnTo>
                      <a:pt x="0" y="6231"/>
                    </a:lnTo>
                    <a:lnTo>
                      <a:pt x="892" y="6231"/>
                    </a:lnTo>
                    <a:lnTo>
                      <a:pt x="6228" y="895"/>
                    </a:lnTo>
                    <a:lnTo>
                      <a:pt x="62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9"/>
              <p:cNvSpPr/>
              <p:nvPr/>
            </p:nvSpPr>
            <p:spPr>
              <a:xfrm>
                <a:off x="4039950" y="1026975"/>
                <a:ext cx="99850" cy="99850"/>
              </a:xfrm>
              <a:custGeom>
                <a:rect b="b" l="l" r="r" t="t"/>
                <a:pathLst>
                  <a:path extrusionOk="0" h="3994" w="3994">
                    <a:moveTo>
                      <a:pt x="3993" y="0"/>
                    </a:moveTo>
                    <a:lnTo>
                      <a:pt x="0" y="3993"/>
                    </a:lnTo>
                    <a:lnTo>
                      <a:pt x="892" y="3993"/>
                    </a:lnTo>
                    <a:lnTo>
                      <a:pt x="3993" y="892"/>
                    </a:lnTo>
                    <a:lnTo>
                      <a:pt x="3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9"/>
              <p:cNvSpPr/>
              <p:nvPr/>
            </p:nvSpPr>
            <p:spPr>
              <a:xfrm>
                <a:off x="4095800" y="1082900"/>
                <a:ext cx="44000" cy="43925"/>
              </a:xfrm>
              <a:custGeom>
                <a:rect b="b" l="l" r="r" t="t"/>
                <a:pathLst>
                  <a:path extrusionOk="0" h="1757" w="1760">
                    <a:moveTo>
                      <a:pt x="1759" y="1"/>
                    </a:moveTo>
                    <a:lnTo>
                      <a:pt x="1" y="1756"/>
                    </a:lnTo>
                    <a:lnTo>
                      <a:pt x="895" y="1756"/>
                    </a:lnTo>
                    <a:lnTo>
                      <a:pt x="1759" y="892"/>
                    </a:lnTo>
                    <a:lnTo>
                      <a:pt x="1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9"/>
              <p:cNvSpPr/>
              <p:nvPr/>
            </p:nvSpPr>
            <p:spPr>
              <a:xfrm>
                <a:off x="3892750" y="879725"/>
                <a:ext cx="190525" cy="190475"/>
              </a:xfrm>
              <a:custGeom>
                <a:rect b="b" l="l" r="r" t="t"/>
                <a:pathLst>
                  <a:path extrusionOk="0" h="7619" w="7621">
                    <a:moveTo>
                      <a:pt x="5771" y="1"/>
                    </a:moveTo>
                    <a:cubicBezTo>
                      <a:pt x="4779" y="1"/>
                      <a:pt x="3969" y="775"/>
                      <a:pt x="3925" y="1764"/>
                    </a:cubicBezTo>
                    <a:lnTo>
                      <a:pt x="3834" y="3834"/>
                    </a:lnTo>
                    <a:lnTo>
                      <a:pt x="1764" y="3924"/>
                    </a:lnTo>
                    <a:cubicBezTo>
                      <a:pt x="777" y="3969"/>
                      <a:pt x="1" y="4780"/>
                      <a:pt x="1" y="5771"/>
                    </a:cubicBezTo>
                    <a:cubicBezTo>
                      <a:pt x="1" y="6761"/>
                      <a:pt x="774" y="7571"/>
                      <a:pt x="1762" y="7617"/>
                    </a:cubicBezTo>
                    <a:lnTo>
                      <a:pt x="1815" y="7619"/>
                    </a:lnTo>
                    <a:lnTo>
                      <a:pt x="1815" y="7618"/>
                    </a:lnTo>
                    <a:lnTo>
                      <a:pt x="7620" y="7618"/>
                    </a:lnTo>
                    <a:lnTo>
                      <a:pt x="7620" y="1817"/>
                    </a:lnTo>
                    <a:lnTo>
                      <a:pt x="7617" y="1761"/>
                    </a:lnTo>
                    <a:cubicBezTo>
                      <a:pt x="7573" y="775"/>
                      <a:pt x="6761" y="1"/>
                      <a:pt x="5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9"/>
              <p:cNvSpPr/>
              <p:nvPr/>
            </p:nvSpPr>
            <p:spPr>
              <a:xfrm>
                <a:off x="3911600" y="898625"/>
                <a:ext cx="152700" cy="152725"/>
              </a:xfrm>
              <a:custGeom>
                <a:rect b="b" l="l" r="r" t="t"/>
                <a:pathLst>
                  <a:path extrusionOk="0" h="6109" w="6108">
                    <a:moveTo>
                      <a:pt x="5015" y="0"/>
                    </a:moveTo>
                    <a:cubicBezTo>
                      <a:pt x="4429" y="0"/>
                      <a:pt x="3950" y="458"/>
                      <a:pt x="3924" y="1042"/>
                    </a:cubicBezTo>
                    <a:lnTo>
                      <a:pt x="3802" y="3802"/>
                    </a:lnTo>
                    <a:lnTo>
                      <a:pt x="1042" y="3924"/>
                    </a:lnTo>
                    <a:cubicBezTo>
                      <a:pt x="458" y="3950"/>
                      <a:pt x="0" y="4427"/>
                      <a:pt x="0" y="5015"/>
                    </a:cubicBezTo>
                    <a:cubicBezTo>
                      <a:pt x="0" y="5602"/>
                      <a:pt x="458" y="6081"/>
                      <a:pt x="1045" y="6107"/>
                    </a:cubicBezTo>
                    <a:lnTo>
                      <a:pt x="1079" y="6109"/>
                    </a:lnTo>
                    <a:lnTo>
                      <a:pt x="6108" y="6109"/>
                    </a:lnTo>
                    <a:lnTo>
                      <a:pt x="6108" y="1079"/>
                    </a:lnTo>
                    <a:lnTo>
                      <a:pt x="6106" y="1041"/>
                    </a:lnTo>
                    <a:cubicBezTo>
                      <a:pt x="6081" y="458"/>
                      <a:pt x="5601" y="0"/>
                      <a:pt x="50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9" name="Google Shape;4579;p59"/>
            <p:cNvGrpSpPr/>
            <p:nvPr/>
          </p:nvGrpSpPr>
          <p:grpSpPr>
            <a:xfrm>
              <a:off x="8356524" y="49369"/>
              <a:ext cx="721120" cy="433710"/>
              <a:chOff x="-3197125" y="3291375"/>
              <a:chExt cx="286625" cy="172388"/>
            </a:xfrm>
          </p:grpSpPr>
          <p:sp>
            <p:nvSpPr>
              <p:cNvPr id="4580" name="Google Shape;4580;p59"/>
              <p:cNvSpPr/>
              <p:nvPr/>
            </p:nvSpPr>
            <p:spPr>
              <a:xfrm>
                <a:off x="-3197125" y="3291375"/>
                <a:ext cx="286625" cy="172300"/>
              </a:xfrm>
              <a:custGeom>
                <a:rect b="b" l="l" r="r" t="t"/>
                <a:pathLst>
                  <a:path extrusionOk="0" h="6892" w="11465">
                    <a:moveTo>
                      <a:pt x="317" y="0"/>
                    </a:moveTo>
                    <a:cubicBezTo>
                      <a:pt x="140" y="0"/>
                      <a:pt x="0" y="141"/>
                      <a:pt x="0" y="316"/>
                    </a:cubicBezTo>
                    <a:lnTo>
                      <a:pt x="0" y="6576"/>
                    </a:lnTo>
                    <a:cubicBezTo>
                      <a:pt x="0" y="6751"/>
                      <a:pt x="143" y="6892"/>
                      <a:pt x="317" y="6892"/>
                    </a:cubicBezTo>
                    <a:lnTo>
                      <a:pt x="11149" y="6892"/>
                    </a:lnTo>
                    <a:cubicBezTo>
                      <a:pt x="11324" y="6892"/>
                      <a:pt x="11465" y="6750"/>
                      <a:pt x="11465" y="6576"/>
                    </a:cubicBezTo>
                    <a:lnTo>
                      <a:pt x="11465" y="316"/>
                    </a:lnTo>
                    <a:cubicBezTo>
                      <a:pt x="11465" y="140"/>
                      <a:pt x="11323" y="0"/>
                      <a:pt x="11149"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1" name="Google Shape;4581;p59"/>
              <p:cNvGrpSpPr/>
              <p:nvPr/>
            </p:nvGrpSpPr>
            <p:grpSpPr>
              <a:xfrm>
                <a:off x="-3197125" y="3291438"/>
                <a:ext cx="286625" cy="172325"/>
                <a:chOff x="-3197125" y="2023475"/>
                <a:chExt cx="286625" cy="172325"/>
              </a:xfrm>
            </p:grpSpPr>
            <p:sp>
              <p:nvSpPr>
                <p:cNvPr id="4582" name="Google Shape;4582;p59"/>
                <p:cNvSpPr/>
                <p:nvPr/>
              </p:nvSpPr>
              <p:spPr>
                <a:xfrm>
                  <a:off x="-3197125" y="2023475"/>
                  <a:ext cx="286625" cy="172325"/>
                </a:xfrm>
                <a:custGeom>
                  <a:rect b="b" l="l" r="r" t="t"/>
                  <a:pathLst>
                    <a:path extrusionOk="0" h="6893" w="11465">
                      <a:moveTo>
                        <a:pt x="317" y="0"/>
                      </a:moveTo>
                      <a:cubicBezTo>
                        <a:pt x="143" y="0"/>
                        <a:pt x="0" y="141"/>
                        <a:pt x="0" y="316"/>
                      </a:cubicBezTo>
                      <a:lnTo>
                        <a:pt x="0" y="6577"/>
                      </a:lnTo>
                      <a:cubicBezTo>
                        <a:pt x="0" y="6750"/>
                        <a:pt x="140" y="6893"/>
                        <a:pt x="317" y="6893"/>
                      </a:cubicBezTo>
                      <a:lnTo>
                        <a:pt x="11148" y="6893"/>
                      </a:lnTo>
                      <a:cubicBezTo>
                        <a:pt x="11323" y="6893"/>
                        <a:pt x="11465" y="6750"/>
                        <a:pt x="11465" y="6577"/>
                      </a:cubicBezTo>
                      <a:lnTo>
                        <a:pt x="11465" y="316"/>
                      </a:lnTo>
                      <a:cubicBezTo>
                        <a:pt x="11465" y="143"/>
                        <a:pt x="11324" y="0"/>
                        <a:pt x="111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9"/>
                <p:cNvSpPr/>
                <p:nvPr/>
              </p:nvSpPr>
              <p:spPr>
                <a:xfrm>
                  <a:off x="-3167550" y="2038925"/>
                  <a:ext cx="227450" cy="103050"/>
                </a:xfrm>
                <a:custGeom>
                  <a:rect b="b" l="l" r="r" t="t"/>
                  <a:pathLst>
                    <a:path extrusionOk="0" h="4122" w="9098">
                      <a:moveTo>
                        <a:pt x="1" y="0"/>
                      </a:moveTo>
                      <a:lnTo>
                        <a:pt x="1" y="4121"/>
                      </a:lnTo>
                      <a:lnTo>
                        <a:pt x="9098" y="4121"/>
                      </a:lnTo>
                      <a:lnTo>
                        <a:pt x="909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9"/>
                <p:cNvSpPr/>
                <p:nvPr/>
              </p:nvSpPr>
              <p:spPr>
                <a:xfrm>
                  <a:off x="-3121150" y="2085075"/>
                  <a:ext cx="134650" cy="33600"/>
                </a:xfrm>
                <a:custGeom>
                  <a:rect b="b" l="l" r="r" t="t"/>
                  <a:pathLst>
                    <a:path extrusionOk="0" h="1344" w="5386">
                      <a:moveTo>
                        <a:pt x="0" y="1"/>
                      </a:moveTo>
                      <a:lnTo>
                        <a:pt x="0" y="1343"/>
                      </a:lnTo>
                      <a:lnTo>
                        <a:pt x="5385" y="1343"/>
                      </a:lnTo>
                      <a:lnTo>
                        <a:pt x="53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9"/>
                <p:cNvSpPr/>
                <p:nvPr/>
              </p:nvSpPr>
              <p:spPr>
                <a:xfrm>
                  <a:off x="-3121150" y="2085025"/>
                  <a:ext cx="65625" cy="33650"/>
                </a:xfrm>
                <a:custGeom>
                  <a:rect b="b" l="l" r="r" t="t"/>
                  <a:pathLst>
                    <a:path extrusionOk="0" h="1346" w="2625">
                      <a:moveTo>
                        <a:pt x="0" y="1"/>
                      </a:moveTo>
                      <a:lnTo>
                        <a:pt x="0" y="1345"/>
                      </a:lnTo>
                      <a:lnTo>
                        <a:pt x="2534" y="1345"/>
                      </a:lnTo>
                      <a:cubicBezTo>
                        <a:pt x="2591" y="1131"/>
                        <a:pt x="2625" y="907"/>
                        <a:pt x="2625" y="673"/>
                      </a:cubicBezTo>
                      <a:cubicBezTo>
                        <a:pt x="2625" y="441"/>
                        <a:pt x="2591" y="216"/>
                        <a:pt x="25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9"/>
                <p:cNvSpPr/>
                <p:nvPr/>
              </p:nvSpPr>
              <p:spPr>
                <a:xfrm>
                  <a:off x="-3034350" y="2085075"/>
                  <a:ext cx="47850" cy="33625"/>
                </a:xfrm>
                <a:custGeom>
                  <a:rect b="b" l="l" r="r" t="t"/>
                  <a:pathLst>
                    <a:path extrusionOk="0" h="1345" w="1914">
                      <a:moveTo>
                        <a:pt x="149" y="1"/>
                      </a:moveTo>
                      <a:cubicBezTo>
                        <a:pt x="55" y="226"/>
                        <a:pt x="1" y="475"/>
                        <a:pt x="1" y="735"/>
                      </a:cubicBezTo>
                      <a:cubicBezTo>
                        <a:pt x="1" y="948"/>
                        <a:pt x="37" y="1152"/>
                        <a:pt x="102" y="1344"/>
                      </a:cubicBezTo>
                      <a:lnTo>
                        <a:pt x="1913" y="1344"/>
                      </a:lnTo>
                      <a:lnTo>
                        <a:pt x="19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9"/>
                <p:cNvSpPr/>
                <p:nvPr/>
              </p:nvSpPr>
              <p:spPr>
                <a:xfrm>
                  <a:off x="-3143075" y="2078800"/>
                  <a:ext cx="46125" cy="46075"/>
                </a:xfrm>
                <a:custGeom>
                  <a:rect b="b" l="l" r="r" t="t"/>
                  <a:pathLst>
                    <a:path extrusionOk="0" h="1843" w="1845">
                      <a:moveTo>
                        <a:pt x="922" y="1"/>
                      </a:moveTo>
                      <a:cubicBezTo>
                        <a:pt x="412" y="1"/>
                        <a:pt x="0" y="414"/>
                        <a:pt x="0" y="922"/>
                      </a:cubicBezTo>
                      <a:cubicBezTo>
                        <a:pt x="0" y="1431"/>
                        <a:pt x="413" y="1843"/>
                        <a:pt x="922" y="1843"/>
                      </a:cubicBezTo>
                      <a:cubicBezTo>
                        <a:pt x="1432" y="1843"/>
                        <a:pt x="1842" y="1430"/>
                        <a:pt x="1842" y="922"/>
                      </a:cubicBezTo>
                      <a:cubicBezTo>
                        <a:pt x="1844" y="414"/>
                        <a:pt x="1432" y="1"/>
                        <a:pt x="9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9"/>
                <p:cNvSpPr/>
                <p:nvPr/>
              </p:nvSpPr>
              <p:spPr>
                <a:xfrm>
                  <a:off x="-3141550" y="2081975"/>
                  <a:ext cx="42975" cy="39975"/>
                </a:xfrm>
                <a:custGeom>
                  <a:rect b="b" l="l" r="r" t="t"/>
                  <a:pathLst>
                    <a:path extrusionOk="0" h="1599" w="1719">
                      <a:moveTo>
                        <a:pt x="859" y="1"/>
                      </a:moveTo>
                      <a:cubicBezTo>
                        <a:pt x="817" y="1"/>
                        <a:pt x="774" y="4"/>
                        <a:pt x="731" y="11"/>
                      </a:cubicBezTo>
                      <a:cubicBezTo>
                        <a:pt x="296" y="82"/>
                        <a:pt x="0" y="493"/>
                        <a:pt x="71" y="928"/>
                      </a:cubicBezTo>
                      <a:cubicBezTo>
                        <a:pt x="135" y="1320"/>
                        <a:pt x="474" y="1599"/>
                        <a:pt x="858" y="1599"/>
                      </a:cubicBezTo>
                      <a:cubicBezTo>
                        <a:pt x="901" y="1599"/>
                        <a:pt x="944" y="1595"/>
                        <a:pt x="988" y="1588"/>
                      </a:cubicBezTo>
                      <a:cubicBezTo>
                        <a:pt x="1423" y="1517"/>
                        <a:pt x="1718" y="1106"/>
                        <a:pt x="1647" y="672"/>
                      </a:cubicBezTo>
                      <a:cubicBezTo>
                        <a:pt x="1584" y="279"/>
                        <a:pt x="1244" y="1"/>
                        <a:pt x="8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9"/>
                <p:cNvSpPr/>
                <p:nvPr/>
              </p:nvSpPr>
              <p:spPr>
                <a:xfrm>
                  <a:off x="-3010650" y="2078800"/>
                  <a:ext cx="46075" cy="46075"/>
                </a:xfrm>
                <a:custGeom>
                  <a:rect b="b" l="l" r="r" t="t"/>
                  <a:pathLst>
                    <a:path extrusionOk="0" h="1843" w="1843">
                      <a:moveTo>
                        <a:pt x="921" y="1"/>
                      </a:moveTo>
                      <a:cubicBezTo>
                        <a:pt x="412" y="1"/>
                        <a:pt x="0" y="414"/>
                        <a:pt x="0" y="922"/>
                      </a:cubicBezTo>
                      <a:cubicBezTo>
                        <a:pt x="0" y="1431"/>
                        <a:pt x="413" y="1843"/>
                        <a:pt x="921" y="1843"/>
                      </a:cubicBezTo>
                      <a:cubicBezTo>
                        <a:pt x="1431" y="1843"/>
                        <a:pt x="1842" y="1430"/>
                        <a:pt x="1842" y="922"/>
                      </a:cubicBezTo>
                      <a:cubicBezTo>
                        <a:pt x="1842" y="414"/>
                        <a:pt x="1430" y="1"/>
                        <a:pt x="9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9"/>
                <p:cNvSpPr/>
                <p:nvPr/>
              </p:nvSpPr>
              <p:spPr>
                <a:xfrm>
                  <a:off x="-3009300" y="2081900"/>
                  <a:ext cx="43125" cy="39950"/>
                </a:xfrm>
                <a:custGeom>
                  <a:rect b="b" l="l" r="r" t="t"/>
                  <a:pathLst>
                    <a:path extrusionOk="0" h="1598" w="1725">
                      <a:moveTo>
                        <a:pt x="864" y="1"/>
                      </a:moveTo>
                      <a:cubicBezTo>
                        <a:pt x="819" y="1"/>
                        <a:pt x="772" y="5"/>
                        <a:pt x="726" y="13"/>
                      </a:cubicBezTo>
                      <a:cubicBezTo>
                        <a:pt x="291" y="88"/>
                        <a:pt x="0" y="501"/>
                        <a:pt x="75" y="936"/>
                      </a:cubicBezTo>
                      <a:cubicBezTo>
                        <a:pt x="144" y="1324"/>
                        <a:pt x="481" y="1598"/>
                        <a:pt x="862" y="1598"/>
                      </a:cubicBezTo>
                      <a:cubicBezTo>
                        <a:pt x="907" y="1598"/>
                        <a:pt x="953" y="1594"/>
                        <a:pt x="999" y="1586"/>
                      </a:cubicBezTo>
                      <a:cubicBezTo>
                        <a:pt x="1433" y="1510"/>
                        <a:pt x="1724" y="1097"/>
                        <a:pt x="1649" y="662"/>
                      </a:cubicBezTo>
                      <a:cubicBezTo>
                        <a:pt x="1582" y="274"/>
                        <a:pt x="1245" y="1"/>
                        <a:pt x="8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9"/>
                <p:cNvSpPr/>
                <p:nvPr/>
              </p:nvSpPr>
              <p:spPr>
                <a:xfrm>
                  <a:off x="-3021825" y="2160325"/>
                  <a:ext cx="7775" cy="7775"/>
                </a:xfrm>
                <a:custGeom>
                  <a:rect b="b" l="l" r="r" t="t"/>
                  <a:pathLst>
                    <a:path extrusionOk="0" h="311" w="311">
                      <a:moveTo>
                        <a:pt x="155" y="1"/>
                      </a:moveTo>
                      <a:cubicBezTo>
                        <a:pt x="70" y="1"/>
                        <a:pt x="1" y="70"/>
                        <a:pt x="1" y="156"/>
                      </a:cubicBezTo>
                      <a:cubicBezTo>
                        <a:pt x="1" y="241"/>
                        <a:pt x="70" y="311"/>
                        <a:pt x="155" y="311"/>
                      </a:cubicBezTo>
                      <a:cubicBezTo>
                        <a:pt x="241" y="311"/>
                        <a:pt x="310" y="241"/>
                        <a:pt x="310" y="156"/>
                      </a:cubicBezTo>
                      <a:cubicBezTo>
                        <a:pt x="310" y="70"/>
                        <a:pt x="241"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9"/>
                <p:cNvSpPr/>
                <p:nvPr/>
              </p:nvSpPr>
              <p:spPr>
                <a:xfrm>
                  <a:off x="-2924825" y="2171975"/>
                  <a:ext cx="7775" cy="7750"/>
                </a:xfrm>
                <a:custGeom>
                  <a:rect b="b" l="l" r="r" t="t"/>
                  <a:pathLst>
                    <a:path extrusionOk="0" h="310" w="311">
                      <a:moveTo>
                        <a:pt x="156" y="0"/>
                      </a:moveTo>
                      <a:cubicBezTo>
                        <a:pt x="70" y="0"/>
                        <a:pt x="1" y="69"/>
                        <a:pt x="1" y="155"/>
                      </a:cubicBezTo>
                      <a:cubicBezTo>
                        <a:pt x="1" y="241"/>
                        <a:pt x="70" y="310"/>
                        <a:pt x="156" y="310"/>
                      </a:cubicBezTo>
                      <a:cubicBezTo>
                        <a:pt x="241" y="310"/>
                        <a:pt x="310" y="241"/>
                        <a:pt x="310" y="155"/>
                      </a:cubicBezTo>
                      <a:cubicBezTo>
                        <a:pt x="310" y="69"/>
                        <a:pt x="241" y="0"/>
                        <a:pt x="1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9"/>
                <p:cNvSpPr/>
                <p:nvPr/>
              </p:nvSpPr>
              <p:spPr>
                <a:xfrm>
                  <a:off x="-3190600" y="2171975"/>
                  <a:ext cx="7750" cy="7750"/>
                </a:xfrm>
                <a:custGeom>
                  <a:rect b="b" l="l" r="r" t="t"/>
                  <a:pathLst>
                    <a:path extrusionOk="0" h="310" w="310">
                      <a:moveTo>
                        <a:pt x="155" y="0"/>
                      </a:moveTo>
                      <a:cubicBezTo>
                        <a:pt x="69" y="0"/>
                        <a:pt x="0" y="69"/>
                        <a:pt x="0" y="155"/>
                      </a:cubicBezTo>
                      <a:cubicBezTo>
                        <a:pt x="0" y="241"/>
                        <a:pt x="69" y="310"/>
                        <a:pt x="155" y="310"/>
                      </a:cubicBezTo>
                      <a:cubicBezTo>
                        <a:pt x="241" y="310"/>
                        <a:pt x="310" y="241"/>
                        <a:pt x="310" y="155"/>
                      </a:cubicBezTo>
                      <a:cubicBezTo>
                        <a:pt x="310" y="69"/>
                        <a:pt x="241" y="0"/>
                        <a:pt x="1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9"/>
                <p:cNvSpPr/>
                <p:nvPr/>
              </p:nvSpPr>
              <p:spPr>
                <a:xfrm>
                  <a:off x="-2924825" y="2030250"/>
                  <a:ext cx="7775" cy="7775"/>
                </a:xfrm>
                <a:custGeom>
                  <a:rect b="b" l="l" r="r" t="t"/>
                  <a:pathLst>
                    <a:path extrusionOk="0" h="311" w="311">
                      <a:moveTo>
                        <a:pt x="156" y="1"/>
                      </a:moveTo>
                      <a:cubicBezTo>
                        <a:pt x="71" y="1"/>
                        <a:pt x="1" y="70"/>
                        <a:pt x="1" y="155"/>
                      </a:cubicBezTo>
                      <a:cubicBezTo>
                        <a:pt x="1" y="240"/>
                        <a:pt x="71" y="310"/>
                        <a:pt x="156" y="310"/>
                      </a:cubicBezTo>
                      <a:cubicBezTo>
                        <a:pt x="241" y="310"/>
                        <a:pt x="310" y="240"/>
                        <a:pt x="310" y="155"/>
                      </a:cubicBezTo>
                      <a:cubicBezTo>
                        <a:pt x="310" y="70"/>
                        <a:pt x="241" y="1"/>
                        <a:pt x="1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9"/>
                <p:cNvSpPr/>
                <p:nvPr/>
              </p:nvSpPr>
              <p:spPr>
                <a:xfrm>
                  <a:off x="-3190575" y="2030250"/>
                  <a:ext cx="7750" cy="7775"/>
                </a:xfrm>
                <a:custGeom>
                  <a:rect b="b" l="l" r="r" t="t"/>
                  <a:pathLst>
                    <a:path extrusionOk="0" h="311" w="310">
                      <a:moveTo>
                        <a:pt x="155" y="1"/>
                      </a:moveTo>
                      <a:cubicBezTo>
                        <a:pt x="70" y="1"/>
                        <a:pt x="0" y="70"/>
                        <a:pt x="0" y="155"/>
                      </a:cubicBezTo>
                      <a:cubicBezTo>
                        <a:pt x="0" y="240"/>
                        <a:pt x="70" y="310"/>
                        <a:pt x="155" y="310"/>
                      </a:cubicBezTo>
                      <a:cubicBezTo>
                        <a:pt x="241" y="310"/>
                        <a:pt x="310" y="240"/>
                        <a:pt x="310" y="155"/>
                      </a:cubicBezTo>
                      <a:cubicBezTo>
                        <a:pt x="310" y="70"/>
                        <a:pt x="240"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9"/>
                <p:cNvSpPr/>
                <p:nvPr/>
              </p:nvSpPr>
              <p:spPr>
                <a:xfrm>
                  <a:off x="-3093600" y="2160325"/>
                  <a:ext cx="7775" cy="7775"/>
                </a:xfrm>
                <a:custGeom>
                  <a:rect b="b" l="l" r="r" t="t"/>
                  <a:pathLst>
                    <a:path extrusionOk="0" h="311" w="311">
                      <a:moveTo>
                        <a:pt x="155" y="1"/>
                      </a:moveTo>
                      <a:cubicBezTo>
                        <a:pt x="70" y="1"/>
                        <a:pt x="1" y="70"/>
                        <a:pt x="1" y="156"/>
                      </a:cubicBezTo>
                      <a:cubicBezTo>
                        <a:pt x="1" y="241"/>
                        <a:pt x="70" y="311"/>
                        <a:pt x="155" y="311"/>
                      </a:cubicBezTo>
                      <a:cubicBezTo>
                        <a:pt x="240" y="311"/>
                        <a:pt x="310" y="241"/>
                        <a:pt x="310" y="156"/>
                      </a:cubicBezTo>
                      <a:cubicBezTo>
                        <a:pt x="310" y="71"/>
                        <a:pt x="240"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9"/>
                <p:cNvSpPr/>
                <p:nvPr/>
              </p:nvSpPr>
              <p:spPr>
                <a:xfrm>
                  <a:off x="-3134000" y="2047750"/>
                  <a:ext cx="160400" cy="6850"/>
                </a:xfrm>
                <a:custGeom>
                  <a:rect b="b" l="l" r="r" t="t"/>
                  <a:pathLst>
                    <a:path extrusionOk="0" h="274" w="6416">
                      <a:moveTo>
                        <a:pt x="0" y="0"/>
                      </a:moveTo>
                      <a:lnTo>
                        <a:pt x="0" y="274"/>
                      </a:lnTo>
                      <a:lnTo>
                        <a:pt x="6415" y="274"/>
                      </a:lnTo>
                      <a:lnTo>
                        <a:pt x="64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9"/>
                <p:cNvSpPr/>
                <p:nvPr/>
              </p:nvSpPr>
              <p:spPr>
                <a:xfrm>
                  <a:off x="-3134000" y="2060000"/>
                  <a:ext cx="160400" cy="6850"/>
                </a:xfrm>
                <a:custGeom>
                  <a:rect b="b" l="l" r="r" t="t"/>
                  <a:pathLst>
                    <a:path extrusionOk="0" h="274" w="6416">
                      <a:moveTo>
                        <a:pt x="0" y="0"/>
                      </a:moveTo>
                      <a:lnTo>
                        <a:pt x="0" y="274"/>
                      </a:lnTo>
                      <a:lnTo>
                        <a:pt x="6415" y="274"/>
                      </a:lnTo>
                      <a:lnTo>
                        <a:pt x="64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9"/>
                <p:cNvSpPr/>
                <p:nvPr/>
              </p:nvSpPr>
              <p:spPr>
                <a:xfrm>
                  <a:off x="-3139125" y="2082838"/>
                  <a:ext cx="38075" cy="38000"/>
                </a:xfrm>
                <a:custGeom>
                  <a:rect b="b" l="l" r="r" t="t"/>
                  <a:pathLst>
                    <a:path extrusionOk="0" h="1520" w="1523">
                      <a:moveTo>
                        <a:pt x="762" y="1"/>
                      </a:moveTo>
                      <a:cubicBezTo>
                        <a:pt x="732" y="1"/>
                        <a:pt x="702" y="3"/>
                        <a:pt x="672" y="7"/>
                      </a:cubicBezTo>
                      <a:cubicBezTo>
                        <a:pt x="645" y="11"/>
                        <a:pt x="626" y="35"/>
                        <a:pt x="629" y="63"/>
                      </a:cubicBezTo>
                      <a:cubicBezTo>
                        <a:pt x="629" y="82"/>
                        <a:pt x="625" y="101"/>
                        <a:pt x="618" y="121"/>
                      </a:cubicBezTo>
                      <a:cubicBezTo>
                        <a:pt x="592" y="183"/>
                        <a:pt x="532" y="220"/>
                        <a:pt x="469" y="220"/>
                      </a:cubicBezTo>
                      <a:cubicBezTo>
                        <a:pt x="448" y="220"/>
                        <a:pt x="428" y="216"/>
                        <a:pt x="408" y="208"/>
                      </a:cubicBezTo>
                      <a:cubicBezTo>
                        <a:pt x="388" y="200"/>
                        <a:pt x="373" y="189"/>
                        <a:pt x="358" y="174"/>
                      </a:cubicBezTo>
                      <a:cubicBezTo>
                        <a:pt x="347" y="163"/>
                        <a:pt x="332" y="157"/>
                        <a:pt x="317" y="157"/>
                      </a:cubicBezTo>
                      <a:cubicBezTo>
                        <a:pt x="307" y="157"/>
                        <a:pt x="296" y="160"/>
                        <a:pt x="287" y="167"/>
                      </a:cubicBezTo>
                      <a:cubicBezTo>
                        <a:pt x="243" y="203"/>
                        <a:pt x="199" y="245"/>
                        <a:pt x="163" y="291"/>
                      </a:cubicBezTo>
                      <a:cubicBezTo>
                        <a:pt x="147" y="312"/>
                        <a:pt x="152" y="343"/>
                        <a:pt x="171" y="360"/>
                      </a:cubicBezTo>
                      <a:cubicBezTo>
                        <a:pt x="215" y="405"/>
                        <a:pt x="232" y="472"/>
                        <a:pt x="206" y="532"/>
                      </a:cubicBezTo>
                      <a:cubicBezTo>
                        <a:pt x="181" y="594"/>
                        <a:pt x="122" y="628"/>
                        <a:pt x="60" y="628"/>
                      </a:cubicBezTo>
                      <a:cubicBezTo>
                        <a:pt x="33" y="628"/>
                        <a:pt x="8" y="647"/>
                        <a:pt x="6" y="674"/>
                      </a:cubicBezTo>
                      <a:cubicBezTo>
                        <a:pt x="0" y="734"/>
                        <a:pt x="0" y="792"/>
                        <a:pt x="7" y="849"/>
                      </a:cubicBezTo>
                      <a:cubicBezTo>
                        <a:pt x="11" y="875"/>
                        <a:pt x="35" y="894"/>
                        <a:pt x="61" y="894"/>
                      </a:cubicBezTo>
                      <a:cubicBezTo>
                        <a:pt x="62" y="894"/>
                        <a:pt x="62" y="894"/>
                        <a:pt x="63" y="894"/>
                      </a:cubicBezTo>
                      <a:cubicBezTo>
                        <a:pt x="83" y="894"/>
                        <a:pt x="102" y="896"/>
                        <a:pt x="121" y="904"/>
                      </a:cubicBezTo>
                      <a:cubicBezTo>
                        <a:pt x="203" y="937"/>
                        <a:pt x="243" y="1031"/>
                        <a:pt x="209" y="1114"/>
                      </a:cubicBezTo>
                      <a:cubicBezTo>
                        <a:pt x="201" y="1133"/>
                        <a:pt x="190" y="1149"/>
                        <a:pt x="175" y="1163"/>
                      </a:cubicBezTo>
                      <a:cubicBezTo>
                        <a:pt x="156" y="1183"/>
                        <a:pt x="151" y="1212"/>
                        <a:pt x="167" y="1234"/>
                      </a:cubicBezTo>
                      <a:cubicBezTo>
                        <a:pt x="203" y="1279"/>
                        <a:pt x="245" y="1322"/>
                        <a:pt x="291" y="1358"/>
                      </a:cubicBezTo>
                      <a:cubicBezTo>
                        <a:pt x="300" y="1365"/>
                        <a:pt x="310" y="1368"/>
                        <a:pt x="320" y="1368"/>
                      </a:cubicBezTo>
                      <a:cubicBezTo>
                        <a:pt x="335" y="1368"/>
                        <a:pt x="350" y="1361"/>
                        <a:pt x="361" y="1350"/>
                      </a:cubicBezTo>
                      <a:cubicBezTo>
                        <a:pt x="391" y="1320"/>
                        <a:pt x="431" y="1303"/>
                        <a:pt x="474" y="1303"/>
                      </a:cubicBezTo>
                      <a:cubicBezTo>
                        <a:pt x="493" y="1303"/>
                        <a:pt x="513" y="1307"/>
                        <a:pt x="533" y="1315"/>
                      </a:cubicBezTo>
                      <a:cubicBezTo>
                        <a:pt x="594" y="1341"/>
                        <a:pt x="630" y="1399"/>
                        <a:pt x="630" y="1461"/>
                      </a:cubicBezTo>
                      <a:cubicBezTo>
                        <a:pt x="630" y="1488"/>
                        <a:pt x="647" y="1513"/>
                        <a:pt x="674" y="1515"/>
                      </a:cubicBezTo>
                      <a:cubicBezTo>
                        <a:pt x="703" y="1518"/>
                        <a:pt x="731" y="1519"/>
                        <a:pt x="759" y="1519"/>
                      </a:cubicBezTo>
                      <a:cubicBezTo>
                        <a:pt x="790" y="1519"/>
                        <a:pt x="820" y="1518"/>
                        <a:pt x="850" y="1514"/>
                      </a:cubicBezTo>
                      <a:cubicBezTo>
                        <a:pt x="877" y="1510"/>
                        <a:pt x="895" y="1485"/>
                        <a:pt x="894" y="1458"/>
                      </a:cubicBezTo>
                      <a:cubicBezTo>
                        <a:pt x="894" y="1439"/>
                        <a:pt x="896" y="1420"/>
                        <a:pt x="904" y="1400"/>
                      </a:cubicBezTo>
                      <a:cubicBezTo>
                        <a:pt x="930" y="1338"/>
                        <a:pt x="990" y="1300"/>
                        <a:pt x="1053" y="1300"/>
                      </a:cubicBezTo>
                      <a:cubicBezTo>
                        <a:pt x="1074" y="1300"/>
                        <a:pt x="1094" y="1304"/>
                        <a:pt x="1115" y="1313"/>
                      </a:cubicBezTo>
                      <a:cubicBezTo>
                        <a:pt x="1134" y="1320"/>
                        <a:pt x="1149" y="1332"/>
                        <a:pt x="1163" y="1346"/>
                      </a:cubicBezTo>
                      <a:cubicBezTo>
                        <a:pt x="1175" y="1357"/>
                        <a:pt x="1190" y="1364"/>
                        <a:pt x="1205" y="1364"/>
                      </a:cubicBezTo>
                      <a:cubicBezTo>
                        <a:pt x="1215" y="1364"/>
                        <a:pt x="1225" y="1361"/>
                        <a:pt x="1234" y="1354"/>
                      </a:cubicBezTo>
                      <a:cubicBezTo>
                        <a:pt x="1280" y="1318"/>
                        <a:pt x="1322" y="1277"/>
                        <a:pt x="1358" y="1230"/>
                      </a:cubicBezTo>
                      <a:cubicBezTo>
                        <a:pt x="1375" y="1209"/>
                        <a:pt x="1369" y="1179"/>
                        <a:pt x="1351" y="1160"/>
                      </a:cubicBezTo>
                      <a:cubicBezTo>
                        <a:pt x="1307" y="1117"/>
                        <a:pt x="1290" y="1050"/>
                        <a:pt x="1316" y="989"/>
                      </a:cubicBezTo>
                      <a:cubicBezTo>
                        <a:pt x="1342" y="928"/>
                        <a:pt x="1399" y="892"/>
                        <a:pt x="1461" y="892"/>
                      </a:cubicBezTo>
                      <a:cubicBezTo>
                        <a:pt x="1488" y="892"/>
                        <a:pt x="1513" y="874"/>
                        <a:pt x="1516" y="847"/>
                      </a:cubicBezTo>
                      <a:cubicBezTo>
                        <a:pt x="1522" y="787"/>
                        <a:pt x="1522" y="730"/>
                        <a:pt x="1514" y="672"/>
                      </a:cubicBezTo>
                      <a:cubicBezTo>
                        <a:pt x="1510" y="645"/>
                        <a:pt x="1487" y="627"/>
                        <a:pt x="1461" y="627"/>
                      </a:cubicBezTo>
                      <a:cubicBezTo>
                        <a:pt x="1460" y="627"/>
                        <a:pt x="1459" y="627"/>
                        <a:pt x="1458" y="627"/>
                      </a:cubicBezTo>
                      <a:cubicBezTo>
                        <a:pt x="1440" y="627"/>
                        <a:pt x="1420" y="625"/>
                        <a:pt x="1400" y="617"/>
                      </a:cubicBezTo>
                      <a:cubicBezTo>
                        <a:pt x="1318" y="584"/>
                        <a:pt x="1280" y="489"/>
                        <a:pt x="1313" y="407"/>
                      </a:cubicBezTo>
                      <a:cubicBezTo>
                        <a:pt x="1321" y="388"/>
                        <a:pt x="1332" y="373"/>
                        <a:pt x="1347" y="358"/>
                      </a:cubicBezTo>
                      <a:cubicBezTo>
                        <a:pt x="1366" y="338"/>
                        <a:pt x="1371" y="309"/>
                        <a:pt x="1354" y="287"/>
                      </a:cubicBezTo>
                      <a:cubicBezTo>
                        <a:pt x="1318" y="241"/>
                        <a:pt x="1277" y="199"/>
                        <a:pt x="1230" y="163"/>
                      </a:cubicBezTo>
                      <a:cubicBezTo>
                        <a:pt x="1222" y="156"/>
                        <a:pt x="1212" y="153"/>
                        <a:pt x="1201" y="153"/>
                      </a:cubicBezTo>
                      <a:cubicBezTo>
                        <a:pt x="1186" y="153"/>
                        <a:pt x="1171" y="160"/>
                        <a:pt x="1161" y="171"/>
                      </a:cubicBezTo>
                      <a:cubicBezTo>
                        <a:pt x="1131" y="201"/>
                        <a:pt x="1091" y="218"/>
                        <a:pt x="1049" y="218"/>
                      </a:cubicBezTo>
                      <a:cubicBezTo>
                        <a:pt x="1029" y="218"/>
                        <a:pt x="1009" y="214"/>
                        <a:pt x="990" y="205"/>
                      </a:cubicBezTo>
                      <a:cubicBezTo>
                        <a:pt x="928" y="180"/>
                        <a:pt x="893" y="122"/>
                        <a:pt x="893" y="60"/>
                      </a:cubicBezTo>
                      <a:cubicBezTo>
                        <a:pt x="893" y="33"/>
                        <a:pt x="874" y="8"/>
                        <a:pt x="847" y="6"/>
                      </a:cubicBezTo>
                      <a:cubicBezTo>
                        <a:pt x="818" y="3"/>
                        <a:pt x="790" y="1"/>
                        <a:pt x="7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9"/>
                <p:cNvSpPr/>
                <p:nvPr/>
              </p:nvSpPr>
              <p:spPr>
                <a:xfrm>
                  <a:off x="-3006750" y="2082838"/>
                  <a:ext cx="38075" cy="38000"/>
                </a:xfrm>
                <a:custGeom>
                  <a:rect b="b" l="l" r="r" t="t"/>
                  <a:pathLst>
                    <a:path extrusionOk="0" h="1520" w="1523">
                      <a:moveTo>
                        <a:pt x="763" y="1"/>
                      </a:moveTo>
                      <a:cubicBezTo>
                        <a:pt x="733" y="1"/>
                        <a:pt x="702" y="3"/>
                        <a:pt x="672" y="7"/>
                      </a:cubicBezTo>
                      <a:cubicBezTo>
                        <a:pt x="645" y="11"/>
                        <a:pt x="628" y="35"/>
                        <a:pt x="629" y="63"/>
                      </a:cubicBezTo>
                      <a:cubicBezTo>
                        <a:pt x="629" y="82"/>
                        <a:pt x="626" y="101"/>
                        <a:pt x="618" y="121"/>
                      </a:cubicBezTo>
                      <a:cubicBezTo>
                        <a:pt x="593" y="183"/>
                        <a:pt x="533" y="220"/>
                        <a:pt x="469" y="220"/>
                      </a:cubicBezTo>
                      <a:cubicBezTo>
                        <a:pt x="449" y="220"/>
                        <a:pt x="428" y="216"/>
                        <a:pt x="408" y="208"/>
                      </a:cubicBezTo>
                      <a:cubicBezTo>
                        <a:pt x="388" y="200"/>
                        <a:pt x="373" y="189"/>
                        <a:pt x="359" y="174"/>
                      </a:cubicBezTo>
                      <a:cubicBezTo>
                        <a:pt x="348" y="163"/>
                        <a:pt x="333" y="157"/>
                        <a:pt x="318" y="157"/>
                      </a:cubicBezTo>
                      <a:cubicBezTo>
                        <a:pt x="307" y="157"/>
                        <a:pt x="297" y="160"/>
                        <a:pt x="288" y="167"/>
                      </a:cubicBezTo>
                      <a:cubicBezTo>
                        <a:pt x="243" y="203"/>
                        <a:pt x="200" y="245"/>
                        <a:pt x="164" y="291"/>
                      </a:cubicBezTo>
                      <a:cubicBezTo>
                        <a:pt x="147" y="312"/>
                        <a:pt x="153" y="343"/>
                        <a:pt x="172" y="360"/>
                      </a:cubicBezTo>
                      <a:cubicBezTo>
                        <a:pt x="216" y="405"/>
                        <a:pt x="232" y="472"/>
                        <a:pt x="207" y="532"/>
                      </a:cubicBezTo>
                      <a:cubicBezTo>
                        <a:pt x="181" y="594"/>
                        <a:pt x="123" y="628"/>
                        <a:pt x="61" y="628"/>
                      </a:cubicBezTo>
                      <a:cubicBezTo>
                        <a:pt x="33" y="628"/>
                        <a:pt x="9" y="647"/>
                        <a:pt x="6" y="674"/>
                      </a:cubicBezTo>
                      <a:cubicBezTo>
                        <a:pt x="0" y="734"/>
                        <a:pt x="0" y="792"/>
                        <a:pt x="8" y="849"/>
                      </a:cubicBezTo>
                      <a:cubicBezTo>
                        <a:pt x="11" y="875"/>
                        <a:pt x="35" y="894"/>
                        <a:pt x="61" y="894"/>
                      </a:cubicBezTo>
                      <a:cubicBezTo>
                        <a:pt x="62" y="894"/>
                        <a:pt x="62" y="894"/>
                        <a:pt x="63" y="894"/>
                      </a:cubicBezTo>
                      <a:cubicBezTo>
                        <a:pt x="83" y="894"/>
                        <a:pt x="102" y="896"/>
                        <a:pt x="122" y="904"/>
                      </a:cubicBezTo>
                      <a:cubicBezTo>
                        <a:pt x="205" y="937"/>
                        <a:pt x="243" y="1031"/>
                        <a:pt x="210" y="1114"/>
                      </a:cubicBezTo>
                      <a:cubicBezTo>
                        <a:pt x="201" y="1133"/>
                        <a:pt x="190" y="1149"/>
                        <a:pt x="176" y="1163"/>
                      </a:cubicBezTo>
                      <a:cubicBezTo>
                        <a:pt x="156" y="1183"/>
                        <a:pt x="151" y="1212"/>
                        <a:pt x="167" y="1234"/>
                      </a:cubicBezTo>
                      <a:cubicBezTo>
                        <a:pt x="205" y="1279"/>
                        <a:pt x="245" y="1322"/>
                        <a:pt x="292" y="1358"/>
                      </a:cubicBezTo>
                      <a:cubicBezTo>
                        <a:pt x="301" y="1365"/>
                        <a:pt x="311" y="1368"/>
                        <a:pt x="321" y="1368"/>
                      </a:cubicBezTo>
                      <a:cubicBezTo>
                        <a:pt x="336" y="1368"/>
                        <a:pt x="351" y="1361"/>
                        <a:pt x="361" y="1350"/>
                      </a:cubicBezTo>
                      <a:cubicBezTo>
                        <a:pt x="391" y="1320"/>
                        <a:pt x="432" y="1303"/>
                        <a:pt x="474" y="1303"/>
                      </a:cubicBezTo>
                      <a:cubicBezTo>
                        <a:pt x="494" y="1303"/>
                        <a:pt x="514" y="1307"/>
                        <a:pt x="533" y="1315"/>
                      </a:cubicBezTo>
                      <a:cubicBezTo>
                        <a:pt x="595" y="1341"/>
                        <a:pt x="630" y="1399"/>
                        <a:pt x="630" y="1461"/>
                      </a:cubicBezTo>
                      <a:cubicBezTo>
                        <a:pt x="630" y="1488"/>
                        <a:pt x="647" y="1513"/>
                        <a:pt x="675" y="1515"/>
                      </a:cubicBezTo>
                      <a:cubicBezTo>
                        <a:pt x="703" y="1518"/>
                        <a:pt x="732" y="1519"/>
                        <a:pt x="760" y="1519"/>
                      </a:cubicBezTo>
                      <a:cubicBezTo>
                        <a:pt x="790" y="1519"/>
                        <a:pt x="821" y="1518"/>
                        <a:pt x="851" y="1514"/>
                      </a:cubicBezTo>
                      <a:cubicBezTo>
                        <a:pt x="877" y="1510"/>
                        <a:pt x="896" y="1485"/>
                        <a:pt x="894" y="1458"/>
                      </a:cubicBezTo>
                      <a:cubicBezTo>
                        <a:pt x="894" y="1439"/>
                        <a:pt x="897" y="1420"/>
                        <a:pt x="904" y="1400"/>
                      </a:cubicBezTo>
                      <a:cubicBezTo>
                        <a:pt x="930" y="1338"/>
                        <a:pt x="990" y="1300"/>
                        <a:pt x="1053" y="1300"/>
                      </a:cubicBezTo>
                      <a:cubicBezTo>
                        <a:pt x="1074" y="1300"/>
                        <a:pt x="1095" y="1304"/>
                        <a:pt x="1115" y="1313"/>
                      </a:cubicBezTo>
                      <a:cubicBezTo>
                        <a:pt x="1134" y="1320"/>
                        <a:pt x="1150" y="1332"/>
                        <a:pt x="1164" y="1346"/>
                      </a:cubicBezTo>
                      <a:cubicBezTo>
                        <a:pt x="1175" y="1357"/>
                        <a:pt x="1190" y="1364"/>
                        <a:pt x="1205" y="1364"/>
                      </a:cubicBezTo>
                      <a:cubicBezTo>
                        <a:pt x="1215" y="1364"/>
                        <a:pt x="1226" y="1361"/>
                        <a:pt x="1234" y="1354"/>
                      </a:cubicBezTo>
                      <a:cubicBezTo>
                        <a:pt x="1280" y="1318"/>
                        <a:pt x="1322" y="1277"/>
                        <a:pt x="1358" y="1230"/>
                      </a:cubicBezTo>
                      <a:cubicBezTo>
                        <a:pt x="1376" y="1209"/>
                        <a:pt x="1371" y="1179"/>
                        <a:pt x="1351" y="1160"/>
                      </a:cubicBezTo>
                      <a:cubicBezTo>
                        <a:pt x="1307" y="1117"/>
                        <a:pt x="1290" y="1050"/>
                        <a:pt x="1316" y="989"/>
                      </a:cubicBezTo>
                      <a:cubicBezTo>
                        <a:pt x="1342" y="928"/>
                        <a:pt x="1400" y="892"/>
                        <a:pt x="1461" y="892"/>
                      </a:cubicBezTo>
                      <a:cubicBezTo>
                        <a:pt x="1489" y="892"/>
                        <a:pt x="1513" y="874"/>
                        <a:pt x="1516" y="847"/>
                      </a:cubicBezTo>
                      <a:cubicBezTo>
                        <a:pt x="1522" y="787"/>
                        <a:pt x="1522" y="730"/>
                        <a:pt x="1515" y="672"/>
                      </a:cubicBezTo>
                      <a:cubicBezTo>
                        <a:pt x="1511" y="645"/>
                        <a:pt x="1488" y="627"/>
                        <a:pt x="1462" y="627"/>
                      </a:cubicBezTo>
                      <a:cubicBezTo>
                        <a:pt x="1461" y="627"/>
                        <a:pt x="1460" y="627"/>
                        <a:pt x="1459" y="627"/>
                      </a:cubicBezTo>
                      <a:cubicBezTo>
                        <a:pt x="1440" y="627"/>
                        <a:pt x="1420" y="625"/>
                        <a:pt x="1402" y="617"/>
                      </a:cubicBezTo>
                      <a:cubicBezTo>
                        <a:pt x="1319" y="584"/>
                        <a:pt x="1280" y="489"/>
                        <a:pt x="1314" y="407"/>
                      </a:cubicBezTo>
                      <a:cubicBezTo>
                        <a:pt x="1321" y="388"/>
                        <a:pt x="1333" y="373"/>
                        <a:pt x="1347" y="358"/>
                      </a:cubicBezTo>
                      <a:cubicBezTo>
                        <a:pt x="1367" y="338"/>
                        <a:pt x="1372" y="309"/>
                        <a:pt x="1355" y="287"/>
                      </a:cubicBezTo>
                      <a:cubicBezTo>
                        <a:pt x="1319" y="241"/>
                        <a:pt x="1278" y="199"/>
                        <a:pt x="1231" y="163"/>
                      </a:cubicBezTo>
                      <a:cubicBezTo>
                        <a:pt x="1223" y="156"/>
                        <a:pt x="1213" y="153"/>
                        <a:pt x="1202" y="153"/>
                      </a:cubicBezTo>
                      <a:cubicBezTo>
                        <a:pt x="1187" y="153"/>
                        <a:pt x="1172" y="160"/>
                        <a:pt x="1161" y="171"/>
                      </a:cubicBezTo>
                      <a:cubicBezTo>
                        <a:pt x="1132" y="201"/>
                        <a:pt x="1092" y="218"/>
                        <a:pt x="1050" y="218"/>
                      </a:cubicBezTo>
                      <a:cubicBezTo>
                        <a:pt x="1030" y="218"/>
                        <a:pt x="1010" y="214"/>
                        <a:pt x="990" y="205"/>
                      </a:cubicBezTo>
                      <a:cubicBezTo>
                        <a:pt x="928" y="180"/>
                        <a:pt x="893" y="122"/>
                        <a:pt x="893" y="60"/>
                      </a:cubicBezTo>
                      <a:cubicBezTo>
                        <a:pt x="893" y="33"/>
                        <a:pt x="875" y="8"/>
                        <a:pt x="847" y="6"/>
                      </a:cubicBezTo>
                      <a:cubicBezTo>
                        <a:pt x="819" y="3"/>
                        <a:pt x="791" y="1"/>
                        <a:pt x="7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01" name="Google Shape;4601;p59"/>
            <p:cNvGrpSpPr/>
            <p:nvPr/>
          </p:nvGrpSpPr>
          <p:grpSpPr>
            <a:xfrm rot="-742384">
              <a:off x="78363" y="4241987"/>
              <a:ext cx="659891" cy="802886"/>
              <a:chOff x="-3647202" y="3311500"/>
              <a:chExt cx="572233" cy="696292"/>
            </a:xfrm>
          </p:grpSpPr>
          <p:sp>
            <p:nvSpPr>
              <p:cNvPr id="4602" name="Google Shape;4602;p59"/>
              <p:cNvSpPr/>
              <p:nvPr/>
            </p:nvSpPr>
            <p:spPr>
              <a:xfrm>
                <a:off x="-3647202" y="3311500"/>
                <a:ext cx="572233" cy="696234"/>
              </a:xfrm>
              <a:custGeom>
                <a:rect b="b" l="l" r="r" t="t"/>
                <a:pathLst>
                  <a:path extrusionOk="0" h="6850" w="5630">
                    <a:moveTo>
                      <a:pt x="2691" y="1"/>
                    </a:moveTo>
                    <a:cubicBezTo>
                      <a:pt x="2603" y="1"/>
                      <a:pt x="2518" y="4"/>
                      <a:pt x="2433" y="13"/>
                    </a:cubicBezTo>
                    <a:cubicBezTo>
                      <a:pt x="1068" y="142"/>
                      <a:pt x="1" y="1292"/>
                      <a:pt x="1" y="2690"/>
                    </a:cubicBezTo>
                    <a:lnTo>
                      <a:pt x="1" y="4767"/>
                    </a:lnTo>
                    <a:lnTo>
                      <a:pt x="1" y="6510"/>
                    </a:lnTo>
                    <a:cubicBezTo>
                      <a:pt x="1" y="6696"/>
                      <a:pt x="154" y="6849"/>
                      <a:pt x="340" y="6849"/>
                    </a:cubicBezTo>
                    <a:lnTo>
                      <a:pt x="5041" y="6849"/>
                    </a:lnTo>
                    <a:cubicBezTo>
                      <a:pt x="5228" y="6849"/>
                      <a:pt x="5381" y="6696"/>
                      <a:pt x="5381" y="6510"/>
                    </a:cubicBezTo>
                    <a:lnTo>
                      <a:pt x="5381" y="4767"/>
                    </a:lnTo>
                    <a:lnTo>
                      <a:pt x="5381" y="4753"/>
                    </a:lnTo>
                    <a:cubicBezTo>
                      <a:pt x="5523" y="4717"/>
                      <a:pt x="5629" y="4589"/>
                      <a:pt x="5629" y="4435"/>
                    </a:cubicBezTo>
                    <a:lnTo>
                      <a:pt x="5629" y="4203"/>
                    </a:lnTo>
                    <a:cubicBezTo>
                      <a:pt x="5629" y="4049"/>
                      <a:pt x="5523" y="3920"/>
                      <a:pt x="5381" y="3885"/>
                    </a:cubicBezTo>
                    <a:lnTo>
                      <a:pt x="5381" y="3594"/>
                    </a:lnTo>
                    <a:cubicBezTo>
                      <a:pt x="5523" y="3558"/>
                      <a:pt x="5629" y="3430"/>
                      <a:pt x="5629" y="3276"/>
                    </a:cubicBezTo>
                    <a:lnTo>
                      <a:pt x="5629" y="3044"/>
                    </a:lnTo>
                    <a:cubicBezTo>
                      <a:pt x="5629" y="2891"/>
                      <a:pt x="5523" y="2762"/>
                      <a:pt x="5381" y="2727"/>
                    </a:cubicBezTo>
                    <a:lnTo>
                      <a:pt x="5381" y="2691"/>
                    </a:lnTo>
                    <a:cubicBezTo>
                      <a:pt x="5381" y="1293"/>
                      <a:pt x="4312" y="143"/>
                      <a:pt x="2947" y="14"/>
                    </a:cubicBezTo>
                    <a:cubicBezTo>
                      <a:pt x="2863" y="4"/>
                      <a:pt x="2777" y="1"/>
                      <a:pt x="2691"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9"/>
              <p:cNvSpPr/>
              <p:nvPr/>
            </p:nvSpPr>
            <p:spPr>
              <a:xfrm>
                <a:off x="-3125794" y="3587608"/>
                <a:ext cx="50718" cy="90256"/>
              </a:xfrm>
              <a:custGeom>
                <a:rect b="b" l="l" r="r" t="t"/>
                <a:pathLst>
                  <a:path extrusionOk="0" h="888" w="499">
                    <a:moveTo>
                      <a:pt x="1" y="0"/>
                    </a:moveTo>
                    <a:lnTo>
                      <a:pt x="1" y="888"/>
                    </a:lnTo>
                    <a:lnTo>
                      <a:pt x="170" y="888"/>
                    </a:lnTo>
                    <a:cubicBezTo>
                      <a:pt x="351" y="888"/>
                      <a:pt x="498" y="740"/>
                      <a:pt x="498" y="559"/>
                    </a:cubicBezTo>
                    <a:lnTo>
                      <a:pt x="498" y="327"/>
                    </a:lnTo>
                    <a:cubicBezTo>
                      <a:pt x="498" y="147"/>
                      <a:pt x="353"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9"/>
              <p:cNvSpPr/>
              <p:nvPr/>
            </p:nvSpPr>
            <p:spPr>
              <a:xfrm>
                <a:off x="-3125794" y="3705512"/>
                <a:ext cx="50718" cy="90256"/>
              </a:xfrm>
              <a:custGeom>
                <a:rect b="b" l="l" r="r" t="t"/>
                <a:pathLst>
                  <a:path extrusionOk="0" h="888" w="499">
                    <a:moveTo>
                      <a:pt x="1" y="0"/>
                    </a:moveTo>
                    <a:lnTo>
                      <a:pt x="1" y="888"/>
                    </a:lnTo>
                    <a:lnTo>
                      <a:pt x="170" y="888"/>
                    </a:lnTo>
                    <a:cubicBezTo>
                      <a:pt x="351" y="888"/>
                      <a:pt x="498" y="740"/>
                      <a:pt x="498" y="559"/>
                    </a:cubicBezTo>
                    <a:lnTo>
                      <a:pt x="498" y="327"/>
                    </a:lnTo>
                    <a:cubicBezTo>
                      <a:pt x="498" y="147"/>
                      <a:pt x="353"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9"/>
              <p:cNvSpPr/>
              <p:nvPr/>
            </p:nvSpPr>
            <p:spPr>
              <a:xfrm>
                <a:off x="-3647202" y="3311551"/>
                <a:ext cx="546925" cy="696234"/>
              </a:xfrm>
              <a:custGeom>
                <a:rect b="b" l="l" r="r" t="t"/>
                <a:pathLst>
                  <a:path extrusionOk="0" h="6850" w="5381">
                    <a:moveTo>
                      <a:pt x="2689" y="1"/>
                    </a:moveTo>
                    <a:cubicBezTo>
                      <a:pt x="2603" y="1"/>
                      <a:pt x="2518" y="4"/>
                      <a:pt x="2433" y="13"/>
                    </a:cubicBezTo>
                    <a:cubicBezTo>
                      <a:pt x="1068" y="142"/>
                      <a:pt x="1" y="1292"/>
                      <a:pt x="1" y="2690"/>
                    </a:cubicBezTo>
                    <a:lnTo>
                      <a:pt x="1" y="6510"/>
                    </a:lnTo>
                    <a:cubicBezTo>
                      <a:pt x="1" y="6697"/>
                      <a:pt x="154" y="6849"/>
                      <a:pt x="340" y="6849"/>
                    </a:cubicBezTo>
                    <a:lnTo>
                      <a:pt x="5041" y="6849"/>
                    </a:lnTo>
                    <a:cubicBezTo>
                      <a:pt x="5228" y="6849"/>
                      <a:pt x="5381" y="6697"/>
                      <a:pt x="5381" y="6510"/>
                    </a:cubicBezTo>
                    <a:lnTo>
                      <a:pt x="5381" y="2690"/>
                    </a:lnTo>
                    <a:cubicBezTo>
                      <a:pt x="5381" y="1292"/>
                      <a:pt x="4312" y="142"/>
                      <a:pt x="2946" y="12"/>
                    </a:cubicBezTo>
                    <a:cubicBezTo>
                      <a:pt x="2861" y="4"/>
                      <a:pt x="2776" y="1"/>
                      <a:pt x="26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9"/>
              <p:cNvSpPr/>
              <p:nvPr/>
            </p:nvSpPr>
            <p:spPr>
              <a:xfrm>
                <a:off x="-3647202" y="3795972"/>
                <a:ext cx="546925" cy="211818"/>
              </a:xfrm>
              <a:custGeom>
                <a:rect b="b" l="l" r="r" t="t"/>
                <a:pathLst>
                  <a:path extrusionOk="0" h="2084" w="5381">
                    <a:moveTo>
                      <a:pt x="1" y="1"/>
                    </a:moveTo>
                    <a:lnTo>
                      <a:pt x="1" y="1744"/>
                    </a:lnTo>
                    <a:cubicBezTo>
                      <a:pt x="1" y="1931"/>
                      <a:pt x="154" y="2083"/>
                      <a:pt x="340" y="2083"/>
                    </a:cubicBezTo>
                    <a:lnTo>
                      <a:pt x="5041" y="2083"/>
                    </a:lnTo>
                    <a:cubicBezTo>
                      <a:pt x="5228" y="2083"/>
                      <a:pt x="5381" y="1931"/>
                      <a:pt x="5381" y="1744"/>
                    </a:cubicBezTo>
                    <a:lnTo>
                      <a:pt x="53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9"/>
              <p:cNvSpPr/>
              <p:nvPr/>
            </p:nvSpPr>
            <p:spPr>
              <a:xfrm>
                <a:off x="-3590081" y="3368470"/>
                <a:ext cx="432681" cy="291199"/>
              </a:xfrm>
              <a:custGeom>
                <a:rect b="b" l="l" r="r" t="t"/>
                <a:pathLst>
                  <a:path extrusionOk="0" h="2865" w="4257">
                    <a:moveTo>
                      <a:pt x="2129" y="1"/>
                    </a:moveTo>
                    <a:cubicBezTo>
                      <a:pt x="955" y="1"/>
                      <a:pt x="0" y="989"/>
                      <a:pt x="0" y="2167"/>
                    </a:cubicBezTo>
                    <a:lnTo>
                      <a:pt x="0" y="2584"/>
                    </a:lnTo>
                    <a:cubicBezTo>
                      <a:pt x="0" y="2739"/>
                      <a:pt x="124" y="2864"/>
                      <a:pt x="278" y="2864"/>
                    </a:cubicBezTo>
                    <a:cubicBezTo>
                      <a:pt x="279" y="2864"/>
                      <a:pt x="279" y="2864"/>
                      <a:pt x="280" y="2864"/>
                    </a:cubicBezTo>
                    <a:lnTo>
                      <a:pt x="3975" y="2864"/>
                    </a:lnTo>
                    <a:cubicBezTo>
                      <a:pt x="4130" y="2864"/>
                      <a:pt x="4256" y="2739"/>
                      <a:pt x="4256" y="2584"/>
                    </a:cubicBezTo>
                    <a:lnTo>
                      <a:pt x="4256" y="2130"/>
                    </a:lnTo>
                    <a:cubicBezTo>
                      <a:pt x="4256" y="968"/>
                      <a:pt x="3322" y="21"/>
                      <a:pt x="2165" y="1"/>
                    </a:cubicBezTo>
                    <a:cubicBezTo>
                      <a:pt x="2153" y="1"/>
                      <a:pt x="2141" y="1"/>
                      <a:pt x="21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9"/>
              <p:cNvSpPr/>
              <p:nvPr/>
            </p:nvSpPr>
            <p:spPr>
              <a:xfrm>
                <a:off x="-3571176" y="3387680"/>
                <a:ext cx="394871" cy="252982"/>
              </a:xfrm>
              <a:custGeom>
                <a:rect b="b" l="l" r="r" t="t"/>
                <a:pathLst>
                  <a:path extrusionOk="0" h="2489" w="3885">
                    <a:moveTo>
                      <a:pt x="1943" y="0"/>
                    </a:moveTo>
                    <a:cubicBezTo>
                      <a:pt x="872" y="0"/>
                      <a:pt x="1" y="870"/>
                      <a:pt x="1" y="1941"/>
                    </a:cubicBezTo>
                    <a:lnTo>
                      <a:pt x="1" y="2488"/>
                    </a:lnTo>
                    <a:lnTo>
                      <a:pt x="3884" y="2488"/>
                    </a:lnTo>
                    <a:lnTo>
                      <a:pt x="3884" y="1941"/>
                    </a:lnTo>
                    <a:cubicBezTo>
                      <a:pt x="3884" y="1478"/>
                      <a:pt x="3720" y="1051"/>
                      <a:pt x="3447" y="717"/>
                    </a:cubicBezTo>
                    <a:cubicBezTo>
                      <a:pt x="3381" y="636"/>
                      <a:pt x="3309" y="559"/>
                      <a:pt x="3230" y="490"/>
                    </a:cubicBezTo>
                    <a:cubicBezTo>
                      <a:pt x="3167" y="435"/>
                      <a:pt x="3100" y="382"/>
                      <a:pt x="3029" y="333"/>
                    </a:cubicBezTo>
                    <a:cubicBezTo>
                      <a:pt x="2754" y="148"/>
                      <a:pt x="2429" y="29"/>
                      <a:pt x="2079" y="5"/>
                    </a:cubicBezTo>
                    <a:cubicBezTo>
                      <a:pt x="2034" y="1"/>
                      <a:pt x="1990" y="0"/>
                      <a:pt x="19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9"/>
              <p:cNvSpPr/>
              <p:nvPr/>
            </p:nvSpPr>
            <p:spPr>
              <a:xfrm>
                <a:off x="-3409062" y="3446530"/>
                <a:ext cx="37302" cy="18600"/>
              </a:xfrm>
              <a:custGeom>
                <a:rect b="b" l="l" r="r" t="t"/>
                <a:pathLst>
                  <a:path extrusionOk="0" h="183" w="367">
                    <a:moveTo>
                      <a:pt x="0" y="0"/>
                    </a:moveTo>
                    <a:lnTo>
                      <a:pt x="0" y="183"/>
                    </a:lnTo>
                    <a:lnTo>
                      <a:pt x="367" y="183"/>
                    </a:lnTo>
                    <a:lnTo>
                      <a:pt x="36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9"/>
              <p:cNvSpPr/>
              <p:nvPr/>
            </p:nvSpPr>
            <p:spPr>
              <a:xfrm>
                <a:off x="-3371862" y="3465029"/>
                <a:ext cx="18803" cy="18803"/>
              </a:xfrm>
              <a:custGeom>
                <a:rect b="b" l="l" r="r" t="t"/>
                <a:pathLst>
                  <a:path extrusionOk="0" h="185" w="185">
                    <a:moveTo>
                      <a:pt x="1" y="1"/>
                    </a:moveTo>
                    <a:lnTo>
                      <a:pt x="1" y="184"/>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9"/>
              <p:cNvSpPr/>
              <p:nvPr/>
            </p:nvSpPr>
            <p:spPr>
              <a:xfrm>
                <a:off x="-3371862" y="3576936"/>
                <a:ext cx="18803" cy="18702"/>
              </a:xfrm>
              <a:custGeom>
                <a:rect b="b" l="l" r="r" t="t"/>
                <a:pathLst>
                  <a:path extrusionOk="0" h="184" w="185">
                    <a:moveTo>
                      <a:pt x="1" y="1"/>
                    </a:moveTo>
                    <a:lnTo>
                      <a:pt x="1" y="184"/>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9"/>
              <p:cNvSpPr/>
              <p:nvPr/>
            </p:nvSpPr>
            <p:spPr>
              <a:xfrm>
                <a:off x="-3353160" y="3483731"/>
                <a:ext cx="18702" cy="18702"/>
              </a:xfrm>
              <a:custGeom>
                <a:rect b="b" l="l" r="r" t="t"/>
                <a:pathLst>
                  <a:path extrusionOk="0" h="184" w="184">
                    <a:moveTo>
                      <a:pt x="0" y="0"/>
                    </a:moveTo>
                    <a:lnTo>
                      <a:pt x="0" y="183"/>
                    </a:lnTo>
                    <a:lnTo>
                      <a:pt x="183" y="183"/>
                    </a:lnTo>
                    <a:lnTo>
                      <a:pt x="1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9"/>
              <p:cNvSpPr/>
              <p:nvPr/>
            </p:nvSpPr>
            <p:spPr>
              <a:xfrm>
                <a:off x="-3353160" y="3558335"/>
                <a:ext cx="18702" cy="18702"/>
              </a:xfrm>
              <a:custGeom>
                <a:rect b="b" l="l" r="r" t="t"/>
                <a:pathLst>
                  <a:path extrusionOk="0" h="184" w="184">
                    <a:moveTo>
                      <a:pt x="0" y="0"/>
                    </a:moveTo>
                    <a:lnTo>
                      <a:pt x="0" y="184"/>
                    </a:lnTo>
                    <a:lnTo>
                      <a:pt x="183" y="184"/>
                    </a:lnTo>
                    <a:lnTo>
                      <a:pt x="1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9"/>
              <p:cNvSpPr/>
              <p:nvPr/>
            </p:nvSpPr>
            <p:spPr>
              <a:xfrm>
                <a:off x="-3334560" y="3502331"/>
                <a:ext cx="18702" cy="18702"/>
              </a:xfrm>
              <a:custGeom>
                <a:rect b="b" l="l" r="r" t="t"/>
                <a:pathLst>
                  <a:path extrusionOk="0" h="184" w="184">
                    <a:moveTo>
                      <a:pt x="0" y="0"/>
                    </a:moveTo>
                    <a:lnTo>
                      <a:pt x="0" y="184"/>
                    </a:lnTo>
                    <a:lnTo>
                      <a:pt x="184" y="184"/>
                    </a:lnTo>
                    <a:lnTo>
                      <a:pt x="1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9"/>
              <p:cNvSpPr/>
              <p:nvPr/>
            </p:nvSpPr>
            <p:spPr>
              <a:xfrm>
                <a:off x="-3334560" y="3539735"/>
                <a:ext cx="18702" cy="18702"/>
              </a:xfrm>
              <a:custGeom>
                <a:rect b="b" l="l" r="r" t="t"/>
                <a:pathLst>
                  <a:path extrusionOk="0" h="184" w="184">
                    <a:moveTo>
                      <a:pt x="0" y="1"/>
                    </a:moveTo>
                    <a:lnTo>
                      <a:pt x="0" y="183"/>
                    </a:lnTo>
                    <a:lnTo>
                      <a:pt x="184" y="183"/>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9"/>
              <p:cNvSpPr/>
              <p:nvPr/>
            </p:nvSpPr>
            <p:spPr>
              <a:xfrm>
                <a:off x="-3315859" y="3521033"/>
                <a:ext cx="18702" cy="18702"/>
              </a:xfrm>
              <a:custGeom>
                <a:rect b="b" l="l" r="r" t="t"/>
                <a:pathLst>
                  <a:path extrusionOk="0" h="184" w="184">
                    <a:moveTo>
                      <a:pt x="1" y="1"/>
                    </a:moveTo>
                    <a:lnTo>
                      <a:pt x="1" y="183"/>
                    </a:lnTo>
                    <a:lnTo>
                      <a:pt x="184" y="183"/>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9"/>
              <p:cNvSpPr/>
              <p:nvPr/>
            </p:nvSpPr>
            <p:spPr>
              <a:xfrm>
                <a:off x="-3427763" y="3465029"/>
                <a:ext cx="18803" cy="130709"/>
              </a:xfrm>
              <a:custGeom>
                <a:rect b="b" l="l" r="r" t="t"/>
                <a:pathLst>
                  <a:path extrusionOk="0" h="1286" w="185">
                    <a:moveTo>
                      <a:pt x="1" y="1"/>
                    </a:moveTo>
                    <a:lnTo>
                      <a:pt x="1" y="184"/>
                    </a:lnTo>
                    <a:lnTo>
                      <a:pt x="1" y="367"/>
                    </a:lnTo>
                    <a:lnTo>
                      <a:pt x="1" y="552"/>
                    </a:lnTo>
                    <a:lnTo>
                      <a:pt x="1" y="736"/>
                    </a:lnTo>
                    <a:lnTo>
                      <a:pt x="1" y="918"/>
                    </a:lnTo>
                    <a:lnTo>
                      <a:pt x="1" y="1102"/>
                    </a:lnTo>
                    <a:lnTo>
                      <a:pt x="1" y="1286"/>
                    </a:lnTo>
                    <a:lnTo>
                      <a:pt x="184" y="1286"/>
                    </a:lnTo>
                    <a:lnTo>
                      <a:pt x="184" y="1102"/>
                    </a:lnTo>
                    <a:lnTo>
                      <a:pt x="184" y="918"/>
                    </a:lnTo>
                    <a:lnTo>
                      <a:pt x="184" y="736"/>
                    </a:lnTo>
                    <a:lnTo>
                      <a:pt x="184" y="552"/>
                    </a:lnTo>
                    <a:lnTo>
                      <a:pt x="184" y="367"/>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9"/>
              <p:cNvSpPr/>
              <p:nvPr/>
            </p:nvSpPr>
            <p:spPr>
              <a:xfrm>
                <a:off x="-3409062" y="3595638"/>
                <a:ext cx="37302" cy="18803"/>
              </a:xfrm>
              <a:custGeom>
                <a:rect b="b" l="l" r="r" t="t"/>
                <a:pathLst>
                  <a:path extrusionOk="0" h="185" w="367">
                    <a:moveTo>
                      <a:pt x="0" y="1"/>
                    </a:moveTo>
                    <a:lnTo>
                      <a:pt x="0" y="184"/>
                    </a:lnTo>
                    <a:lnTo>
                      <a:pt x="367" y="184"/>
                    </a:lnTo>
                    <a:lnTo>
                      <a:pt x="36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9"/>
              <p:cNvSpPr/>
              <p:nvPr/>
            </p:nvSpPr>
            <p:spPr>
              <a:xfrm>
                <a:off x="-3336186" y="3692400"/>
                <a:ext cx="207549" cy="207447"/>
              </a:xfrm>
              <a:custGeom>
                <a:rect b="b" l="l" r="r" t="t"/>
                <a:pathLst>
                  <a:path extrusionOk="0" h="2041" w="2042">
                    <a:moveTo>
                      <a:pt x="1021" y="0"/>
                    </a:moveTo>
                    <a:cubicBezTo>
                      <a:pt x="458" y="0"/>
                      <a:pt x="1" y="456"/>
                      <a:pt x="1" y="1020"/>
                    </a:cubicBezTo>
                    <a:cubicBezTo>
                      <a:pt x="1" y="1583"/>
                      <a:pt x="458" y="2040"/>
                      <a:pt x="1021" y="2040"/>
                    </a:cubicBezTo>
                    <a:cubicBezTo>
                      <a:pt x="1585" y="2040"/>
                      <a:pt x="2042" y="1583"/>
                      <a:pt x="2042" y="1020"/>
                    </a:cubicBezTo>
                    <a:cubicBezTo>
                      <a:pt x="2042" y="456"/>
                      <a:pt x="1585" y="0"/>
                      <a:pt x="1021"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9"/>
              <p:cNvSpPr/>
              <p:nvPr/>
            </p:nvSpPr>
            <p:spPr>
              <a:xfrm>
                <a:off x="-3607461" y="3705004"/>
                <a:ext cx="182139" cy="182139"/>
              </a:xfrm>
              <a:custGeom>
                <a:rect b="b" l="l" r="r" t="t"/>
                <a:pathLst>
                  <a:path extrusionOk="0" h="1792" w="1792">
                    <a:moveTo>
                      <a:pt x="897" y="1"/>
                    </a:moveTo>
                    <a:cubicBezTo>
                      <a:pt x="649" y="1"/>
                      <a:pt x="424" y="100"/>
                      <a:pt x="263" y="263"/>
                    </a:cubicBezTo>
                    <a:cubicBezTo>
                      <a:pt x="102" y="425"/>
                      <a:pt x="1" y="648"/>
                      <a:pt x="1" y="896"/>
                    </a:cubicBezTo>
                    <a:cubicBezTo>
                      <a:pt x="1" y="1390"/>
                      <a:pt x="402" y="1791"/>
                      <a:pt x="897" y="1791"/>
                    </a:cubicBezTo>
                    <a:cubicBezTo>
                      <a:pt x="1390" y="1791"/>
                      <a:pt x="1791" y="1390"/>
                      <a:pt x="1791" y="896"/>
                    </a:cubicBezTo>
                    <a:cubicBezTo>
                      <a:pt x="1791" y="650"/>
                      <a:pt x="1691" y="425"/>
                      <a:pt x="1528" y="263"/>
                    </a:cubicBezTo>
                    <a:cubicBezTo>
                      <a:pt x="1367" y="101"/>
                      <a:pt x="1144" y="1"/>
                      <a:pt x="8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9"/>
              <p:cNvSpPr/>
              <p:nvPr/>
            </p:nvSpPr>
            <p:spPr>
              <a:xfrm>
                <a:off x="-3323380" y="3705004"/>
                <a:ext cx="182139" cy="182139"/>
              </a:xfrm>
              <a:custGeom>
                <a:rect b="b" l="l" r="r" t="t"/>
                <a:pathLst>
                  <a:path extrusionOk="0" h="1792" w="1792">
                    <a:moveTo>
                      <a:pt x="895" y="1"/>
                    </a:moveTo>
                    <a:cubicBezTo>
                      <a:pt x="401" y="1"/>
                      <a:pt x="1" y="401"/>
                      <a:pt x="1" y="896"/>
                    </a:cubicBezTo>
                    <a:cubicBezTo>
                      <a:pt x="1" y="1390"/>
                      <a:pt x="401" y="1791"/>
                      <a:pt x="895" y="1791"/>
                    </a:cubicBezTo>
                    <a:cubicBezTo>
                      <a:pt x="1390" y="1791"/>
                      <a:pt x="1791" y="1390"/>
                      <a:pt x="1791" y="896"/>
                    </a:cubicBezTo>
                    <a:cubicBezTo>
                      <a:pt x="1791" y="401"/>
                      <a:pt x="1390" y="1"/>
                      <a:pt x="8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9"/>
              <p:cNvSpPr/>
              <p:nvPr/>
            </p:nvSpPr>
            <p:spPr>
              <a:xfrm>
                <a:off x="-3585812" y="3726653"/>
                <a:ext cx="138840" cy="138840"/>
              </a:xfrm>
              <a:custGeom>
                <a:rect b="b" l="l" r="r" t="t"/>
                <a:pathLst>
                  <a:path extrusionOk="0" h="1366" w="1366">
                    <a:moveTo>
                      <a:pt x="500" y="1"/>
                    </a:moveTo>
                    <a:lnTo>
                      <a:pt x="500" y="500"/>
                    </a:lnTo>
                    <a:lnTo>
                      <a:pt x="1" y="500"/>
                    </a:lnTo>
                    <a:lnTo>
                      <a:pt x="1" y="866"/>
                    </a:lnTo>
                    <a:lnTo>
                      <a:pt x="500" y="866"/>
                    </a:lnTo>
                    <a:lnTo>
                      <a:pt x="500" y="1366"/>
                    </a:lnTo>
                    <a:lnTo>
                      <a:pt x="866" y="1366"/>
                    </a:lnTo>
                    <a:lnTo>
                      <a:pt x="866" y="866"/>
                    </a:lnTo>
                    <a:lnTo>
                      <a:pt x="1366" y="866"/>
                    </a:lnTo>
                    <a:lnTo>
                      <a:pt x="1366" y="500"/>
                    </a:lnTo>
                    <a:lnTo>
                      <a:pt x="866" y="500"/>
                    </a:lnTo>
                    <a:lnTo>
                      <a:pt x="86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9"/>
              <p:cNvSpPr/>
              <p:nvPr/>
            </p:nvSpPr>
            <p:spPr>
              <a:xfrm>
                <a:off x="-3548307" y="3929529"/>
                <a:ext cx="349235" cy="78263"/>
              </a:xfrm>
              <a:custGeom>
                <a:rect b="b" l="l" r="r" t="t"/>
                <a:pathLst>
                  <a:path extrusionOk="0" h="770" w="3436">
                    <a:moveTo>
                      <a:pt x="687" y="0"/>
                    </a:moveTo>
                    <a:cubicBezTo>
                      <a:pt x="433" y="0"/>
                      <a:pt x="207" y="161"/>
                      <a:pt x="126" y="402"/>
                    </a:cubicBezTo>
                    <a:lnTo>
                      <a:pt x="1" y="769"/>
                    </a:lnTo>
                    <a:lnTo>
                      <a:pt x="3435" y="769"/>
                    </a:lnTo>
                    <a:lnTo>
                      <a:pt x="3311" y="402"/>
                    </a:lnTo>
                    <a:cubicBezTo>
                      <a:pt x="3228" y="161"/>
                      <a:pt x="3003" y="0"/>
                      <a:pt x="27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9"/>
              <p:cNvSpPr/>
              <p:nvPr/>
            </p:nvSpPr>
            <p:spPr>
              <a:xfrm>
                <a:off x="-3399812" y="3311551"/>
                <a:ext cx="52243" cy="26325"/>
              </a:xfrm>
              <a:custGeom>
                <a:rect b="b" l="l" r="r" t="t"/>
                <a:pathLst>
                  <a:path extrusionOk="0" h="259" w="514">
                    <a:moveTo>
                      <a:pt x="257" y="1"/>
                    </a:moveTo>
                    <a:cubicBezTo>
                      <a:pt x="171" y="1"/>
                      <a:pt x="85" y="4"/>
                      <a:pt x="0" y="13"/>
                    </a:cubicBezTo>
                    <a:cubicBezTo>
                      <a:pt x="6" y="151"/>
                      <a:pt x="119" y="259"/>
                      <a:pt x="257" y="259"/>
                    </a:cubicBezTo>
                    <a:cubicBezTo>
                      <a:pt x="394" y="259"/>
                      <a:pt x="507" y="151"/>
                      <a:pt x="513" y="13"/>
                    </a:cubicBezTo>
                    <a:cubicBezTo>
                      <a:pt x="429" y="6"/>
                      <a:pt x="343" y="2"/>
                      <a:pt x="2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9"/>
              <p:cNvSpPr/>
              <p:nvPr/>
            </p:nvSpPr>
            <p:spPr>
              <a:xfrm>
                <a:off x="-3389954" y="3991428"/>
                <a:ext cx="32626" cy="16364"/>
              </a:xfrm>
              <a:custGeom>
                <a:rect b="b" l="l" r="r" t="t"/>
                <a:pathLst>
                  <a:path extrusionOk="0" h="161" w="321">
                    <a:moveTo>
                      <a:pt x="162" y="0"/>
                    </a:moveTo>
                    <a:cubicBezTo>
                      <a:pt x="161" y="0"/>
                      <a:pt x="161" y="0"/>
                      <a:pt x="160" y="0"/>
                    </a:cubicBezTo>
                    <a:cubicBezTo>
                      <a:pt x="70" y="0"/>
                      <a:pt x="0" y="73"/>
                      <a:pt x="0" y="160"/>
                    </a:cubicBezTo>
                    <a:lnTo>
                      <a:pt x="320" y="160"/>
                    </a:lnTo>
                    <a:cubicBezTo>
                      <a:pt x="320" y="72"/>
                      <a:pt x="250" y="0"/>
                      <a:pt x="1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9"/>
              <p:cNvSpPr/>
              <p:nvPr/>
            </p:nvSpPr>
            <p:spPr>
              <a:xfrm>
                <a:off x="-3259856" y="3718217"/>
                <a:ext cx="54886" cy="54886"/>
              </a:xfrm>
              <a:custGeom>
                <a:rect b="b" l="l" r="r" t="t"/>
                <a:pathLst>
                  <a:path extrusionOk="0" h="540" w="540">
                    <a:moveTo>
                      <a:pt x="270" y="1"/>
                    </a:moveTo>
                    <a:cubicBezTo>
                      <a:pt x="122" y="1"/>
                      <a:pt x="1" y="122"/>
                      <a:pt x="1" y="270"/>
                    </a:cubicBezTo>
                    <a:cubicBezTo>
                      <a:pt x="1" y="420"/>
                      <a:pt x="122" y="540"/>
                      <a:pt x="270" y="540"/>
                    </a:cubicBezTo>
                    <a:cubicBezTo>
                      <a:pt x="419" y="540"/>
                      <a:pt x="540" y="420"/>
                      <a:pt x="540" y="270"/>
                    </a:cubicBezTo>
                    <a:cubicBezTo>
                      <a:pt x="540" y="122"/>
                      <a:pt x="419" y="1"/>
                      <a:pt x="270"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9"/>
              <p:cNvSpPr/>
              <p:nvPr/>
            </p:nvSpPr>
            <p:spPr>
              <a:xfrm>
                <a:off x="-3259856" y="3818943"/>
                <a:ext cx="54886" cy="54987"/>
              </a:xfrm>
              <a:custGeom>
                <a:rect b="b" l="l" r="r" t="t"/>
                <a:pathLst>
                  <a:path extrusionOk="0" h="541" w="540">
                    <a:moveTo>
                      <a:pt x="270" y="1"/>
                    </a:moveTo>
                    <a:cubicBezTo>
                      <a:pt x="122" y="1"/>
                      <a:pt x="1" y="122"/>
                      <a:pt x="1" y="270"/>
                    </a:cubicBezTo>
                    <a:cubicBezTo>
                      <a:pt x="1" y="419"/>
                      <a:pt x="122" y="540"/>
                      <a:pt x="270" y="540"/>
                    </a:cubicBezTo>
                    <a:cubicBezTo>
                      <a:pt x="419" y="540"/>
                      <a:pt x="539" y="419"/>
                      <a:pt x="540" y="270"/>
                    </a:cubicBezTo>
                    <a:cubicBezTo>
                      <a:pt x="540" y="122"/>
                      <a:pt x="419" y="1"/>
                      <a:pt x="270"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9"/>
              <p:cNvSpPr/>
              <p:nvPr/>
            </p:nvSpPr>
            <p:spPr>
              <a:xfrm>
                <a:off x="-3310167" y="3768631"/>
                <a:ext cx="54886" cy="54987"/>
              </a:xfrm>
              <a:custGeom>
                <a:rect b="b" l="l" r="r" t="t"/>
                <a:pathLst>
                  <a:path extrusionOk="0" h="541" w="540">
                    <a:moveTo>
                      <a:pt x="270" y="0"/>
                    </a:moveTo>
                    <a:cubicBezTo>
                      <a:pt x="121" y="0"/>
                      <a:pt x="1" y="121"/>
                      <a:pt x="1" y="270"/>
                    </a:cubicBezTo>
                    <a:cubicBezTo>
                      <a:pt x="1" y="419"/>
                      <a:pt x="121" y="540"/>
                      <a:pt x="270" y="540"/>
                    </a:cubicBezTo>
                    <a:cubicBezTo>
                      <a:pt x="419" y="540"/>
                      <a:pt x="539" y="419"/>
                      <a:pt x="539" y="270"/>
                    </a:cubicBezTo>
                    <a:cubicBezTo>
                      <a:pt x="539" y="121"/>
                      <a:pt x="419" y="0"/>
                      <a:pt x="270"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9"/>
              <p:cNvSpPr/>
              <p:nvPr/>
            </p:nvSpPr>
            <p:spPr>
              <a:xfrm>
                <a:off x="-3209443" y="3768631"/>
                <a:ext cx="54784" cy="54987"/>
              </a:xfrm>
              <a:custGeom>
                <a:rect b="b" l="l" r="r" t="t"/>
                <a:pathLst>
                  <a:path extrusionOk="0" h="541" w="539">
                    <a:moveTo>
                      <a:pt x="270" y="0"/>
                    </a:moveTo>
                    <a:cubicBezTo>
                      <a:pt x="121" y="0"/>
                      <a:pt x="0" y="121"/>
                      <a:pt x="0" y="270"/>
                    </a:cubicBezTo>
                    <a:cubicBezTo>
                      <a:pt x="0" y="419"/>
                      <a:pt x="121" y="540"/>
                      <a:pt x="270" y="540"/>
                    </a:cubicBezTo>
                    <a:cubicBezTo>
                      <a:pt x="418" y="540"/>
                      <a:pt x="539" y="419"/>
                      <a:pt x="539" y="270"/>
                    </a:cubicBezTo>
                    <a:cubicBezTo>
                      <a:pt x="539" y="121"/>
                      <a:pt x="418" y="0"/>
                      <a:pt x="270"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0" name="Google Shape;4630;p59"/>
            <p:cNvGrpSpPr/>
            <p:nvPr/>
          </p:nvGrpSpPr>
          <p:grpSpPr>
            <a:xfrm>
              <a:off x="8532745" y="4534547"/>
              <a:ext cx="500560" cy="472885"/>
              <a:chOff x="-1174275" y="581450"/>
              <a:chExt cx="370100" cy="349638"/>
            </a:xfrm>
          </p:grpSpPr>
          <p:sp>
            <p:nvSpPr>
              <p:cNvPr id="4631" name="Google Shape;4631;p59"/>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9"/>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eight columns ">
  <p:cSld name="CUSTOM_7_1">
    <p:spTree>
      <p:nvGrpSpPr>
        <p:cNvPr id="4633" name="Shape 4633"/>
        <p:cNvGrpSpPr/>
        <p:nvPr/>
      </p:nvGrpSpPr>
      <p:grpSpPr>
        <a:xfrm>
          <a:off x="0" y="0"/>
          <a:ext cx="0" cy="0"/>
          <a:chOff x="0" y="0"/>
          <a:chExt cx="0" cy="0"/>
        </a:xfrm>
      </p:grpSpPr>
      <p:sp>
        <p:nvSpPr>
          <p:cNvPr id="4634" name="Google Shape;4634;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4635" name="Google Shape;4635;p60"/>
          <p:cNvSpPr txBox="1"/>
          <p:nvPr>
            <p:ph idx="1" type="subTitle"/>
          </p:nvPr>
        </p:nvSpPr>
        <p:spPr>
          <a:xfrm>
            <a:off x="2399366" y="1537742"/>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636" name="Google Shape;4636;p60"/>
          <p:cNvSpPr txBox="1"/>
          <p:nvPr>
            <p:ph idx="2" type="subTitle"/>
          </p:nvPr>
        </p:nvSpPr>
        <p:spPr>
          <a:xfrm>
            <a:off x="2399376" y="3114517"/>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637" name="Google Shape;4637;p60"/>
          <p:cNvSpPr txBox="1"/>
          <p:nvPr>
            <p:ph idx="3" type="subTitle"/>
          </p:nvPr>
        </p:nvSpPr>
        <p:spPr>
          <a:xfrm>
            <a:off x="2399366" y="2326129"/>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638" name="Google Shape;4638;p60"/>
          <p:cNvSpPr txBox="1"/>
          <p:nvPr>
            <p:ph idx="4" type="subTitle"/>
          </p:nvPr>
        </p:nvSpPr>
        <p:spPr>
          <a:xfrm>
            <a:off x="2399376" y="3902904"/>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639" name="Google Shape;4639;p60"/>
          <p:cNvSpPr txBox="1"/>
          <p:nvPr>
            <p:ph idx="5" type="subTitle"/>
          </p:nvPr>
        </p:nvSpPr>
        <p:spPr>
          <a:xfrm>
            <a:off x="6261969" y="1537742"/>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640" name="Google Shape;4640;p60"/>
          <p:cNvSpPr txBox="1"/>
          <p:nvPr>
            <p:ph idx="6" type="subTitle"/>
          </p:nvPr>
        </p:nvSpPr>
        <p:spPr>
          <a:xfrm>
            <a:off x="6261969" y="2326129"/>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641" name="Google Shape;4641;p60"/>
          <p:cNvSpPr txBox="1"/>
          <p:nvPr>
            <p:ph idx="7" type="subTitle"/>
          </p:nvPr>
        </p:nvSpPr>
        <p:spPr>
          <a:xfrm>
            <a:off x="746275" y="1537750"/>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642" name="Google Shape;4642;p60"/>
          <p:cNvSpPr txBox="1"/>
          <p:nvPr>
            <p:ph idx="8" type="subTitle"/>
          </p:nvPr>
        </p:nvSpPr>
        <p:spPr>
          <a:xfrm>
            <a:off x="746283" y="3113766"/>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643" name="Google Shape;4643;p60"/>
          <p:cNvSpPr txBox="1"/>
          <p:nvPr>
            <p:ph idx="9" type="subTitle"/>
          </p:nvPr>
        </p:nvSpPr>
        <p:spPr>
          <a:xfrm>
            <a:off x="4608940" y="1537750"/>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644" name="Google Shape;4644;p60"/>
          <p:cNvSpPr txBox="1"/>
          <p:nvPr>
            <p:ph idx="13" type="subTitle"/>
          </p:nvPr>
        </p:nvSpPr>
        <p:spPr>
          <a:xfrm>
            <a:off x="746275" y="2325758"/>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645" name="Google Shape;4645;p60"/>
          <p:cNvSpPr txBox="1"/>
          <p:nvPr>
            <p:ph idx="14" type="subTitle"/>
          </p:nvPr>
        </p:nvSpPr>
        <p:spPr>
          <a:xfrm>
            <a:off x="746283" y="3901775"/>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646" name="Google Shape;4646;p60"/>
          <p:cNvSpPr txBox="1"/>
          <p:nvPr>
            <p:ph idx="15" type="subTitle"/>
          </p:nvPr>
        </p:nvSpPr>
        <p:spPr>
          <a:xfrm>
            <a:off x="4608940" y="2325758"/>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647" name="Google Shape;4647;p60"/>
          <p:cNvSpPr txBox="1"/>
          <p:nvPr>
            <p:ph idx="16" type="subTitle"/>
          </p:nvPr>
        </p:nvSpPr>
        <p:spPr>
          <a:xfrm>
            <a:off x="6262016" y="3114517"/>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648" name="Google Shape;4648;p60"/>
          <p:cNvSpPr txBox="1"/>
          <p:nvPr>
            <p:ph idx="17" type="subTitle"/>
          </p:nvPr>
        </p:nvSpPr>
        <p:spPr>
          <a:xfrm>
            <a:off x="6262016" y="3902904"/>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649" name="Google Shape;4649;p60"/>
          <p:cNvSpPr txBox="1"/>
          <p:nvPr>
            <p:ph idx="18" type="subTitle"/>
          </p:nvPr>
        </p:nvSpPr>
        <p:spPr>
          <a:xfrm>
            <a:off x="4608977" y="3113766"/>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650" name="Google Shape;4650;p60"/>
          <p:cNvSpPr txBox="1"/>
          <p:nvPr>
            <p:ph idx="19" type="subTitle"/>
          </p:nvPr>
        </p:nvSpPr>
        <p:spPr>
          <a:xfrm>
            <a:off x="4608977" y="3901775"/>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4651" name="Google Shape;4651;p60"/>
          <p:cNvGrpSpPr/>
          <p:nvPr/>
        </p:nvGrpSpPr>
        <p:grpSpPr>
          <a:xfrm>
            <a:off x="-286929" y="92497"/>
            <a:ext cx="9626807" cy="5138474"/>
            <a:chOff x="-286929" y="92497"/>
            <a:chExt cx="9626807" cy="5138474"/>
          </a:xfrm>
        </p:grpSpPr>
        <p:grpSp>
          <p:nvGrpSpPr>
            <p:cNvPr id="4652" name="Google Shape;4652;p60"/>
            <p:cNvGrpSpPr/>
            <p:nvPr/>
          </p:nvGrpSpPr>
          <p:grpSpPr>
            <a:xfrm>
              <a:off x="-286929" y="136960"/>
              <a:ext cx="927849" cy="523955"/>
              <a:chOff x="3701784" y="1690738"/>
              <a:chExt cx="473416" cy="267338"/>
            </a:xfrm>
          </p:grpSpPr>
          <p:sp>
            <p:nvSpPr>
              <p:cNvPr id="4653" name="Google Shape;4653;p60"/>
              <p:cNvSpPr/>
              <p:nvPr/>
            </p:nvSpPr>
            <p:spPr>
              <a:xfrm>
                <a:off x="3701784" y="1690738"/>
                <a:ext cx="472025" cy="265900"/>
              </a:xfrm>
              <a:custGeom>
                <a:rect b="b" l="l" r="r" t="t"/>
                <a:pathLst>
                  <a:path extrusionOk="0" h="10636" w="18881">
                    <a:moveTo>
                      <a:pt x="9441" y="0"/>
                    </a:moveTo>
                    <a:cubicBezTo>
                      <a:pt x="4235" y="0"/>
                      <a:pt x="0" y="4236"/>
                      <a:pt x="0" y="9440"/>
                    </a:cubicBezTo>
                    <a:cubicBezTo>
                      <a:pt x="0" y="10102"/>
                      <a:pt x="536" y="10635"/>
                      <a:pt x="1195" y="10635"/>
                    </a:cubicBezTo>
                    <a:cubicBezTo>
                      <a:pt x="1855" y="10635"/>
                      <a:pt x="2389" y="10100"/>
                      <a:pt x="2389" y="9440"/>
                    </a:cubicBezTo>
                    <a:cubicBezTo>
                      <a:pt x="2389" y="5553"/>
                      <a:pt x="5552" y="2390"/>
                      <a:pt x="9439" y="2390"/>
                    </a:cubicBezTo>
                    <a:cubicBezTo>
                      <a:pt x="13326" y="2390"/>
                      <a:pt x="16489" y="5554"/>
                      <a:pt x="16489" y="9440"/>
                    </a:cubicBezTo>
                    <a:cubicBezTo>
                      <a:pt x="16489" y="10102"/>
                      <a:pt x="17024" y="10635"/>
                      <a:pt x="17683" y="10635"/>
                    </a:cubicBezTo>
                    <a:cubicBezTo>
                      <a:pt x="18343" y="10635"/>
                      <a:pt x="18878" y="10100"/>
                      <a:pt x="18878" y="9440"/>
                    </a:cubicBezTo>
                    <a:cubicBezTo>
                      <a:pt x="18880" y="4236"/>
                      <a:pt x="14646" y="0"/>
                      <a:pt x="9441"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0"/>
              <p:cNvSpPr/>
              <p:nvPr/>
            </p:nvSpPr>
            <p:spPr>
              <a:xfrm>
                <a:off x="3703175" y="1692175"/>
                <a:ext cx="472025" cy="265900"/>
              </a:xfrm>
              <a:custGeom>
                <a:rect b="b" l="l" r="r" t="t"/>
                <a:pathLst>
                  <a:path extrusionOk="0" h="10636" w="18881">
                    <a:moveTo>
                      <a:pt x="9441" y="0"/>
                    </a:moveTo>
                    <a:cubicBezTo>
                      <a:pt x="4236" y="0"/>
                      <a:pt x="1" y="4236"/>
                      <a:pt x="1" y="9440"/>
                    </a:cubicBezTo>
                    <a:cubicBezTo>
                      <a:pt x="1" y="10099"/>
                      <a:pt x="535" y="10635"/>
                      <a:pt x="1196" y="10635"/>
                    </a:cubicBezTo>
                    <a:cubicBezTo>
                      <a:pt x="1855" y="10635"/>
                      <a:pt x="2390" y="10100"/>
                      <a:pt x="2390" y="9440"/>
                    </a:cubicBezTo>
                    <a:cubicBezTo>
                      <a:pt x="2390" y="5553"/>
                      <a:pt x="5552" y="2390"/>
                      <a:pt x="9440" y="2390"/>
                    </a:cubicBezTo>
                    <a:cubicBezTo>
                      <a:pt x="13327" y="2390"/>
                      <a:pt x="16490" y="5552"/>
                      <a:pt x="16490" y="9440"/>
                    </a:cubicBezTo>
                    <a:cubicBezTo>
                      <a:pt x="16490" y="10099"/>
                      <a:pt x="17023" y="10635"/>
                      <a:pt x="17684" y="10635"/>
                    </a:cubicBezTo>
                    <a:cubicBezTo>
                      <a:pt x="18344" y="10635"/>
                      <a:pt x="18879" y="10099"/>
                      <a:pt x="18881" y="9440"/>
                    </a:cubicBezTo>
                    <a:cubicBezTo>
                      <a:pt x="18881" y="4236"/>
                      <a:pt x="14646" y="0"/>
                      <a:pt x="9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5" name="Google Shape;4655;p60"/>
            <p:cNvGrpSpPr/>
            <p:nvPr/>
          </p:nvGrpSpPr>
          <p:grpSpPr>
            <a:xfrm>
              <a:off x="-209562" y="4326086"/>
              <a:ext cx="1045362" cy="904886"/>
              <a:chOff x="3725309" y="381575"/>
              <a:chExt cx="533375" cy="461700"/>
            </a:xfrm>
          </p:grpSpPr>
          <p:sp>
            <p:nvSpPr>
              <p:cNvPr id="4656" name="Google Shape;4656;p60"/>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0"/>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0"/>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0"/>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0"/>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0"/>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0"/>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0"/>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0"/>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0"/>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0"/>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0"/>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0"/>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0"/>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0"/>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1" name="Google Shape;4671;p60"/>
            <p:cNvGrpSpPr/>
            <p:nvPr/>
          </p:nvGrpSpPr>
          <p:grpSpPr>
            <a:xfrm>
              <a:off x="7805033" y="4603997"/>
              <a:ext cx="393923" cy="394209"/>
              <a:chOff x="4296334" y="1527938"/>
              <a:chExt cx="200991" cy="201138"/>
            </a:xfrm>
          </p:grpSpPr>
          <p:sp>
            <p:nvSpPr>
              <p:cNvPr id="4672" name="Google Shape;4672;p60"/>
              <p:cNvSpPr/>
              <p:nvPr/>
            </p:nvSpPr>
            <p:spPr>
              <a:xfrm>
                <a:off x="4296334" y="1527938"/>
                <a:ext cx="199650" cy="199675"/>
              </a:xfrm>
              <a:custGeom>
                <a:rect b="b" l="l" r="r" t="t"/>
                <a:pathLst>
                  <a:path extrusionOk="0" h="7987" w="7986">
                    <a:moveTo>
                      <a:pt x="3993" y="0"/>
                    </a:moveTo>
                    <a:cubicBezTo>
                      <a:pt x="1788" y="0"/>
                      <a:pt x="0" y="1789"/>
                      <a:pt x="0" y="3993"/>
                    </a:cubicBezTo>
                    <a:cubicBezTo>
                      <a:pt x="0" y="6199"/>
                      <a:pt x="1789" y="7986"/>
                      <a:pt x="3993" y="7986"/>
                    </a:cubicBezTo>
                    <a:lnTo>
                      <a:pt x="7986" y="7986"/>
                    </a:lnTo>
                    <a:lnTo>
                      <a:pt x="7986" y="3993"/>
                    </a:lnTo>
                    <a:cubicBezTo>
                      <a:pt x="7986" y="1789"/>
                      <a:pt x="6197" y="0"/>
                      <a:pt x="3993"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0"/>
              <p:cNvSpPr/>
              <p:nvPr/>
            </p:nvSpPr>
            <p:spPr>
              <a:xfrm>
                <a:off x="4297675" y="1529400"/>
                <a:ext cx="199650" cy="199675"/>
              </a:xfrm>
              <a:custGeom>
                <a:rect b="b" l="l" r="r" t="t"/>
                <a:pathLst>
                  <a:path extrusionOk="0" h="7987" w="7986">
                    <a:moveTo>
                      <a:pt x="3994" y="0"/>
                    </a:moveTo>
                    <a:cubicBezTo>
                      <a:pt x="3994" y="0"/>
                      <a:pt x="3993" y="0"/>
                      <a:pt x="3993" y="0"/>
                    </a:cubicBezTo>
                    <a:cubicBezTo>
                      <a:pt x="1788" y="0"/>
                      <a:pt x="1" y="1787"/>
                      <a:pt x="1" y="3993"/>
                    </a:cubicBezTo>
                    <a:cubicBezTo>
                      <a:pt x="1" y="6198"/>
                      <a:pt x="1787" y="7986"/>
                      <a:pt x="3993" y="7986"/>
                    </a:cubicBezTo>
                    <a:lnTo>
                      <a:pt x="7985" y="7986"/>
                    </a:lnTo>
                    <a:lnTo>
                      <a:pt x="7985" y="3991"/>
                    </a:lnTo>
                    <a:cubicBezTo>
                      <a:pt x="7985" y="1787"/>
                      <a:pt x="6200" y="0"/>
                      <a:pt x="3994" y="0"/>
                    </a:cubicBezTo>
                    <a:close/>
                  </a:path>
                </a:pathLst>
              </a:custGeom>
              <a:solidFill>
                <a:srgbClr val="242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0"/>
              <p:cNvSpPr/>
              <p:nvPr/>
            </p:nvSpPr>
            <p:spPr>
              <a:xfrm>
                <a:off x="4297675" y="1529400"/>
                <a:ext cx="199650" cy="199675"/>
              </a:xfrm>
              <a:custGeom>
                <a:rect b="b" l="l" r="r" t="t"/>
                <a:pathLst>
                  <a:path extrusionOk="0" h="7987" w="7986">
                    <a:moveTo>
                      <a:pt x="3994" y="0"/>
                    </a:moveTo>
                    <a:cubicBezTo>
                      <a:pt x="3994" y="0"/>
                      <a:pt x="3993" y="0"/>
                      <a:pt x="3993" y="0"/>
                    </a:cubicBezTo>
                    <a:cubicBezTo>
                      <a:pt x="1788" y="0"/>
                      <a:pt x="1" y="1787"/>
                      <a:pt x="1" y="3993"/>
                    </a:cubicBezTo>
                    <a:cubicBezTo>
                      <a:pt x="1" y="6198"/>
                      <a:pt x="1787" y="7986"/>
                      <a:pt x="3993" y="7986"/>
                    </a:cubicBezTo>
                    <a:lnTo>
                      <a:pt x="7985" y="7986"/>
                    </a:lnTo>
                    <a:lnTo>
                      <a:pt x="7985" y="3991"/>
                    </a:lnTo>
                    <a:cubicBezTo>
                      <a:pt x="7985" y="1787"/>
                      <a:pt x="6200" y="0"/>
                      <a:pt x="3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0"/>
              <p:cNvSpPr/>
              <p:nvPr/>
            </p:nvSpPr>
            <p:spPr>
              <a:xfrm>
                <a:off x="4320825" y="1552575"/>
                <a:ext cx="153350" cy="153325"/>
              </a:xfrm>
              <a:custGeom>
                <a:rect b="b" l="l" r="r" t="t"/>
                <a:pathLst>
                  <a:path extrusionOk="0" h="6133" w="6134">
                    <a:moveTo>
                      <a:pt x="3067" y="0"/>
                    </a:moveTo>
                    <a:cubicBezTo>
                      <a:pt x="1376" y="0"/>
                      <a:pt x="1" y="1375"/>
                      <a:pt x="1" y="3066"/>
                    </a:cubicBezTo>
                    <a:cubicBezTo>
                      <a:pt x="1" y="4757"/>
                      <a:pt x="1376" y="6132"/>
                      <a:pt x="3067" y="6132"/>
                    </a:cubicBezTo>
                    <a:lnTo>
                      <a:pt x="6134" y="6132"/>
                    </a:lnTo>
                    <a:lnTo>
                      <a:pt x="6134" y="3066"/>
                    </a:lnTo>
                    <a:cubicBezTo>
                      <a:pt x="6134" y="1375"/>
                      <a:pt x="4758" y="0"/>
                      <a:pt x="30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0"/>
              <p:cNvSpPr/>
              <p:nvPr/>
            </p:nvSpPr>
            <p:spPr>
              <a:xfrm>
                <a:off x="4341275" y="1573000"/>
                <a:ext cx="112450" cy="112450"/>
              </a:xfrm>
              <a:custGeom>
                <a:rect b="b" l="l" r="r" t="t"/>
                <a:pathLst>
                  <a:path extrusionOk="0" h="4498" w="4498">
                    <a:moveTo>
                      <a:pt x="2250" y="1"/>
                    </a:moveTo>
                    <a:cubicBezTo>
                      <a:pt x="1009" y="1"/>
                      <a:pt x="1" y="1009"/>
                      <a:pt x="1" y="2249"/>
                    </a:cubicBezTo>
                    <a:cubicBezTo>
                      <a:pt x="1" y="3489"/>
                      <a:pt x="1009" y="4498"/>
                      <a:pt x="2250" y="4498"/>
                    </a:cubicBezTo>
                    <a:lnTo>
                      <a:pt x="4497" y="4498"/>
                    </a:lnTo>
                    <a:lnTo>
                      <a:pt x="4497" y="2249"/>
                    </a:lnTo>
                    <a:cubicBezTo>
                      <a:pt x="4497" y="1009"/>
                      <a:pt x="3489" y="1"/>
                      <a:pt x="22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0"/>
              <p:cNvSpPr/>
              <p:nvPr/>
            </p:nvSpPr>
            <p:spPr>
              <a:xfrm>
                <a:off x="4367125" y="1598825"/>
                <a:ext cx="60750" cy="60725"/>
              </a:xfrm>
              <a:custGeom>
                <a:rect b="b" l="l" r="r" t="t"/>
                <a:pathLst>
                  <a:path extrusionOk="0" h="2429" w="2430">
                    <a:moveTo>
                      <a:pt x="1215" y="1"/>
                    </a:moveTo>
                    <a:cubicBezTo>
                      <a:pt x="546" y="1"/>
                      <a:pt x="1" y="545"/>
                      <a:pt x="1" y="1214"/>
                    </a:cubicBezTo>
                    <a:cubicBezTo>
                      <a:pt x="1" y="1884"/>
                      <a:pt x="546" y="2429"/>
                      <a:pt x="1215" y="2429"/>
                    </a:cubicBezTo>
                    <a:lnTo>
                      <a:pt x="2429" y="2429"/>
                    </a:lnTo>
                    <a:lnTo>
                      <a:pt x="2429" y="1214"/>
                    </a:lnTo>
                    <a:cubicBezTo>
                      <a:pt x="2429" y="545"/>
                      <a:pt x="1884"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8" name="Google Shape;4678;p60"/>
            <p:cNvGrpSpPr/>
            <p:nvPr/>
          </p:nvGrpSpPr>
          <p:grpSpPr>
            <a:xfrm>
              <a:off x="8604266" y="565376"/>
              <a:ext cx="735612" cy="682607"/>
              <a:chOff x="-3345900" y="2555950"/>
              <a:chExt cx="464050" cy="430613"/>
            </a:xfrm>
          </p:grpSpPr>
          <p:sp>
            <p:nvSpPr>
              <p:cNvPr id="4679" name="Google Shape;4679;p60"/>
              <p:cNvSpPr/>
              <p:nvPr/>
            </p:nvSpPr>
            <p:spPr>
              <a:xfrm>
                <a:off x="-3345900" y="2555950"/>
                <a:ext cx="464050" cy="430575"/>
              </a:xfrm>
              <a:custGeom>
                <a:rect b="b" l="l" r="r" t="t"/>
                <a:pathLst>
                  <a:path extrusionOk="0" h="17223" w="18562">
                    <a:moveTo>
                      <a:pt x="9284" y="7756"/>
                    </a:moveTo>
                    <a:cubicBezTo>
                      <a:pt x="9503" y="7756"/>
                      <a:pt x="9723" y="7840"/>
                      <a:pt x="9889" y="8006"/>
                    </a:cubicBezTo>
                    <a:cubicBezTo>
                      <a:pt x="10224" y="8341"/>
                      <a:pt x="10224" y="8883"/>
                      <a:pt x="9889" y="9218"/>
                    </a:cubicBezTo>
                    <a:cubicBezTo>
                      <a:pt x="9723" y="9385"/>
                      <a:pt x="9504" y="9469"/>
                      <a:pt x="9285" y="9469"/>
                    </a:cubicBezTo>
                    <a:cubicBezTo>
                      <a:pt x="9066" y="9469"/>
                      <a:pt x="8846" y="9385"/>
                      <a:pt x="8679" y="9218"/>
                    </a:cubicBezTo>
                    <a:cubicBezTo>
                      <a:pt x="8344" y="8883"/>
                      <a:pt x="8344" y="8341"/>
                      <a:pt x="8679" y="8006"/>
                    </a:cubicBezTo>
                    <a:cubicBezTo>
                      <a:pt x="8845" y="7840"/>
                      <a:pt x="9065" y="7756"/>
                      <a:pt x="9284" y="7756"/>
                    </a:cubicBezTo>
                    <a:close/>
                    <a:moveTo>
                      <a:pt x="9286" y="0"/>
                    </a:moveTo>
                    <a:cubicBezTo>
                      <a:pt x="8069" y="0"/>
                      <a:pt x="6853" y="257"/>
                      <a:pt x="5724" y="769"/>
                    </a:cubicBezTo>
                    <a:cubicBezTo>
                      <a:pt x="4809" y="1184"/>
                      <a:pt x="3949" y="1768"/>
                      <a:pt x="3196" y="2521"/>
                    </a:cubicBezTo>
                    <a:cubicBezTo>
                      <a:pt x="2441" y="3275"/>
                      <a:pt x="1857" y="4134"/>
                      <a:pt x="1440" y="5052"/>
                    </a:cubicBezTo>
                    <a:cubicBezTo>
                      <a:pt x="1" y="8223"/>
                      <a:pt x="585" y="12091"/>
                      <a:pt x="3196" y="14701"/>
                    </a:cubicBezTo>
                    <a:cubicBezTo>
                      <a:pt x="4876" y="16382"/>
                      <a:pt x="7079" y="17223"/>
                      <a:pt x="9282" y="17223"/>
                    </a:cubicBezTo>
                    <a:cubicBezTo>
                      <a:pt x="10475" y="17223"/>
                      <a:pt x="11668" y="16976"/>
                      <a:pt x="12778" y="16483"/>
                    </a:cubicBezTo>
                    <a:cubicBezTo>
                      <a:pt x="13719" y="16068"/>
                      <a:pt x="14599" y="15473"/>
                      <a:pt x="15373" y="14701"/>
                    </a:cubicBezTo>
                    <a:cubicBezTo>
                      <a:pt x="16146" y="13928"/>
                      <a:pt x="16741" y="13045"/>
                      <a:pt x="17156" y="12106"/>
                    </a:cubicBezTo>
                    <a:cubicBezTo>
                      <a:pt x="18561" y="8945"/>
                      <a:pt x="17967" y="5115"/>
                      <a:pt x="15373" y="2521"/>
                    </a:cubicBezTo>
                    <a:cubicBezTo>
                      <a:pt x="13691" y="840"/>
                      <a:pt x="11488" y="0"/>
                      <a:pt x="928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0" name="Google Shape;4680;p60"/>
              <p:cNvGrpSpPr/>
              <p:nvPr/>
            </p:nvGrpSpPr>
            <p:grpSpPr>
              <a:xfrm>
                <a:off x="-3345900" y="2555988"/>
                <a:ext cx="464050" cy="430575"/>
                <a:chOff x="-3345900" y="1288025"/>
                <a:chExt cx="464050" cy="430575"/>
              </a:xfrm>
            </p:grpSpPr>
            <p:sp>
              <p:nvSpPr>
                <p:cNvPr id="4681" name="Google Shape;4681;p60"/>
                <p:cNvSpPr/>
                <p:nvPr/>
              </p:nvSpPr>
              <p:spPr>
                <a:xfrm>
                  <a:off x="-3345900" y="1288025"/>
                  <a:ext cx="464050" cy="430575"/>
                </a:xfrm>
                <a:custGeom>
                  <a:rect b="b" l="l" r="r" t="t"/>
                  <a:pathLst>
                    <a:path extrusionOk="0" h="17223" w="18562">
                      <a:moveTo>
                        <a:pt x="9284" y="7757"/>
                      </a:moveTo>
                      <a:cubicBezTo>
                        <a:pt x="9503" y="7757"/>
                        <a:pt x="9723" y="7840"/>
                        <a:pt x="9889" y="8007"/>
                      </a:cubicBezTo>
                      <a:cubicBezTo>
                        <a:pt x="10224" y="8341"/>
                        <a:pt x="10224" y="8885"/>
                        <a:pt x="9889" y="9218"/>
                      </a:cubicBezTo>
                      <a:cubicBezTo>
                        <a:pt x="9723" y="9385"/>
                        <a:pt x="9504" y="9469"/>
                        <a:pt x="9285" y="9469"/>
                      </a:cubicBezTo>
                      <a:cubicBezTo>
                        <a:pt x="9066" y="9469"/>
                        <a:pt x="8846" y="9385"/>
                        <a:pt x="8679" y="9218"/>
                      </a:cubicBezTo>
                      <a:cubicBezTo>
                        <a:pt x="8344" y="8885"/>
                        <a:pt x="8344" y="8341"/>
                        <a:pt x="8679" y="8007"/>
                      </a:cubicBezTo>
                      <a:cubicBezTo>
                        <a:pt x="8845" y="7840"/>
                        <a:pt x="9065" y="7757"/>
                        <a:pt x="9284" y="7757"/>
                      </a:cubicBezTo>
                      <a:close/>
                      <a:moveTo>
                        <a:pt x="9285" y="1"/>
                      </a:moveTo>
                      <a:cubicBezTo>
                        <a:pt x="8069" y="1"/>
                        <a:pt x="6853" y="257"/>
                        <a:pt x="5724" y="769"/>
                      </a:cubicBezTo>
                      <a:cubicBezTo>
                        <a:pt x="4809" y="1184"/>
                        <a:pt x="3949" y="1769"/>
                        <a:pt x="3196" y="2522"/>
                      </a:cubicBezTo>
                      <a:cubicBezTo>
                        <a:pt x="2441" y="3276"/>
                        <a:pt x="1857" y="4134"/>
                        <a:pt x="1440" y="5052"/>
                      </a:cubicBezTo>
                      <a:cubicBezTo>
                        <a:pt x="1" y="8224"/>
                        <a:pt x="585" y="12091"/>
                        <a:pt x="3196" y="14701"/>
                      </a:cubicBezTo>
                      <a:cubicBezTo>
                        <a:pt x="4876" y="16382"/>
                        <a:pt x="7079" y="17223"/>
                        <a:pt x="9282" y="17223"/>
                      </a:cubicBezTo>
                      <a:cubicBezTo>
                        <a:pt x="10475" y="17223"/>
                        <a:pt x="11668" y="16976"/>
                        <a:pt x="12778" y="16483"/>
                      </a:cubicBezTo>
                      <a:cubicBezTo>
                        <a:pt x="13719" y="16068"/>
                        <a:pt x="14599" y="15474"/>
                        <a:pt x="15373" y="14701"/>
                      </a:cubicBezTo>
                      <a:cubicBezTo>
                        <a:pt x="16146" y="13928"/>
                        <a:pt x="16741" y="13046"/>
                        <a:pt x="17156" y="12106"/>
                      </a:cubicBezTo>
                      <a:cubicBezTo>
                        <a:pt x="18561" y="8946"/>
                        <a:pt x="17967" y="5115"/>
                        <a:pt x="15373" y="2522"/>
                      </a:cubicBezTo>
                      <a:cubicBezTo>
                        <a:pt x="13691" y="841"/>
                        <a:pt x="11488" y="1"/>
                        <a:pt x="92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0"/>
                <p:cNvSpPr/>
                <p:nvPr/>
              </p:nvSpPr>
              <p:spPr>
                <a:xfrm>
                  <a:off x="-3215075" y="1411025"/>
                  <a:ext cx="202575" cy="184600"/>
                </a:xfrm>
                <a:custGeom>
                  <a:rect b="b" l="l" r="r" t="t"/>
                  <a:pathLst>
                    <a:path extrusionOk="0" h="7384" w="8103">
                      <a:moveTo>
                        <a:pt x="4052" y="2837"/>
                      </a:moveTo>
                      <a:cubicBezTo>
                        <a:pt x="4272" y="2837"/>
                        <a:pt x="4491" y="2920"/>
                        <a:pt x="4658" y="3087"/>
                      </a:cubicBezTo>
                      <a:cubicBezTo>
                        <a:pt x="4993" y="3421"/>
                        <a:pt x="4993" y="3965"/>
                        <a:pt x="4658" y="4298"/>
                      </a:cubicBezTo>
                      <a:cubicBezTo>
                        <a:pt x="4491" y="4465"/>
                        <a:pt x="4272" y="4549"/>
                        <a:pt x="4052" y="4549"/>
                      </a:cubicBezTo>
                      <a:cubicBezTo>
                        <a:pt x="3833" y="4549"/>
                        <a:pt x="3614" y="4465"/>
                        <a:pt x="3447" y="4298"/>
                      </a:cubicBezTo>
                      <a:cubicBezTo>
                        <a:pt x="3112" y="3965"/>
                        <a:pt x="3112" y="3421"/>
                        <a:pt x="3447" y="3087"/>
                      </a:cubicBezTo>
                      <a:cubicBezTo>
                        <a:pt x="3614" y="2920"/>
                        <a:pt x="3833" y="2837"/>
                        <a:pt x="4052" y="2837"/>
                      </a:cubicBezTo>
                      <a:close/>
                      <a:moveTo>
                        <a:pt x="4051" y="1"/>
                      </a:moveTo>
                      <a:cubicBezTo>
                        <a:pt x="3107" y="1"/>
                        <a:pt x="2162" y="361"/>
                        <a:pt x="1442" y="1082"/>
                      </a:cubicBezTo>
                      <a:cubicBezTo>
                        <a:pt x="1" y="2523"/>
                        <a:pt x="1" y="4860"/>
                        <a:pt x="1442" y="6302"/>
                      </a:cubicBezTo>
                      <a:cubicBezTo>
                        <a:pt x="2162" y="7023"/>
                        <a:pt x="3107" y="7383"/>
                        <a:pt x="4052" y="7383"/>
                      </a:cubicBezTo>
                      <a:cubicBezTo>
                        <a:pt x="4997" y="7383"/>
                        <a:pt x="5941" y="7023"/>
                        <a:pt x="6661" y="6302"/>
                      </a:cubicBezTo>
                      <a:cubicBezTo>
                        <a:pt x="8102" y="4860"/>
                        <a:pt x="8102" y="2523"/>
                        <a:pt x="6661" y="1082"/>
                      </a:cubicBezTo>
                      <a:cubicBezTo>
                        <a:pt x="5940" y="361"/>
                        <a:pt x="4995" y="1"/>
                        <a:pt x="40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0"/>
                <p:cNvSpPr/>
                <p:nvPr/>
              </p:nvSpPr>
              <p:spPr>
                <a:xfrm>
                  <a:off x="-3169450" y="1452600"/>
                  <a:ext cx="111350" cy="101450"/>
                </a:xfrm>
                <a:custGeom>
                  <a:rect b="b" l="l" r="r" t="t"/>
                  <a:pathLst>
                    <a:path extrusionOk="0" h="4058" w="4454">
                      <a:moveTo>
                        <a:pt x="2227" y="1174"/>
                      </a:moveTo>
                      <a:cubicBezTo>
                        <a:pt x="2447" y="1174"/>
                        <a:pt x="2666" y="1257"/>
                        <a:pt x="2833" y="1424"/>
                      </a:cubicBezTo>
                      <a:cubicBezTo>
                        <a:pt x="3168" y="1758"/>
                        <a:pt x="3168" y="2302"/>
                        <a:pt x="2833" y="2635"/>
                      </a:cubicBezTo>
                      <a:cubicBezTo>
                        <a:pt x="2666" y="2802"/>
                        <a:pt x="2447" y="2886"/>
                        <a:pt x="2227" y="2886"/>
                      </a:cubicBezTo>
                      <a:cubicBezTo>
                        <a:pt x="2008" y="2886"/>
                        <a:pt x="1789" y="2802"/>
                        <a:pt x="1622" y="2635"/>
                      </a:cubicBezTo>
                      <a:cubicBezTo>
                        <a:pt x="1287" y="2302"/>
                        <a:pt x="1287" y="1758"/>
                        <a:pt x="1622" y="1424"/>
                      </a:cubicBezTo>
                      <a:cubicBezTo>
                        <a:pt x="1789" y="1257"/>
                        <a:pt x="2008" y="1174"/>
                        <a:pt x="2227" y="1174"/>
                      </a:cubicBezTo>
                      <a:close/>
                      <a:moveTo>
                        <a:pt x="2227" y="0"/>
                      </a:moveTo>
                      <a:cubicBezTo>
                        <a:pt x="1708" y="0"/>
                        <a:pt x="1188" y="198"/>
                        <a:pt x="792" y="595"/>
                      </a:cubicBezTo>
                      <a:cubicBezTo>
                        <a:pt x="0" y="1386"/>
                        <a:pt x="0" y="2671"/>
                        <a:pt x="792" y="3464"/>
                      </a:cubicBezTo>
                      <a:cubicBezTo>
                        <a:pt x="1188" y="3859"/>
                        <a:pt x="1708" y="4057"/>
                        <a:pt x="2227" y="4057"/>
                      </a:cubicBezTo>
                      <a:cubicBezTo>
                        <a:pt x="2746" y="4057"/>
                        <a:pt x="3265" y="3859"/>
                        <a:pt x="3661" y="3464"/>
                      </a:cubicBezTo>
                      <a:cubicBezTo>
                        <a:pt x="4454" y="2671"/>
                        <a:pt x="4454" y="1386"/>
                        <a:pt x="3661" y="595"/>
                      </a:cubicBezTo>
                      <a:cubicBezTo>
                        <a:pt x="3265" y="198"/>
                        <a:pt x="2746" y="0"/>
                        <a:pt x="22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84" name="Google Shape;4684;p60"/>
            <p:cNvGrpSpPr/>
            <p:nvPr/>
          </p:nvGrpSpPr>
          <p:grpSpPr>
            <a:xfrm>
              <a:off x="8286992" y="4255113"/>
              <a:ext cx="655260" cy="780572"/>
              <a:chOff x="-2294600" y="1951375"/>
              <a:chExt cx="438125" cy="521913"/>
            </a:xfrm>
          </p:grpSpPr>
          <p:sp>
            <p:nvSpPr>
              <p:cNvPr id="4685" name="Google Shape;4685;p60"/>
              <p:cNvSpPr/>
              <p:nvPr/>
            </p:nvSpPr>
            <p:spPr>
              <a:xfrm>
                <a:off x="-2294600" y="1951375"/>
                <a:ext cx="438100" cy="521900"/>
              </a:xfrm>
              <a:custGeom>
                <a:rect b="b" l="l" r="r" t="t"/>
                <a:pathLst>
                  <a:path extrusionOk="0" h="20876" w="17524">
                    <a:moveTo>
                      <a:pt x="5361" y="0"/>
                    </a:moveTo>
                    <a:lnTo>
                      <a:pt x="0" y="13683"/>
                    </a:lnTo>
                    <a:lnTo>
                      <a:pt x="965" y="16487"/>
                    </a:lnTo>
                    <a:lnTo>
                      <a:pt x="12161" y="20875"/>
                    </a:lnTo>
                    <a:lnTo>
                      <a:pt x="17524" y="7192"/>
                    </a:lnTo>
                    <a:lnTo>
                      <a:pt x="16559" y="4387"/>
                    </a:lnTo>
                    <a:lnTo>
                      <a:pt x="5361"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6" name="Google Shape;4686;p60"/>
              <p:cNvGrpSpPr/>
              <p:nvPr/>
            </p:nvGrpSpPr>
            <p:grpSpPr>
              <a:xfrm>
                <a:off x="-2294575" y="1951463"/>
                <a:ext cx="438100" cy="521825"/>
                <a:chOff x="-2294575" y="1951463"/>
                <a:chExt cx="438100" cy="521825"/>
              </a:xfrm>
            </p:grpSpPr>
            <p:sp>
              <p:nvSpPr>
                <p:cNvPr id="4687" name="Google Shape;4687;p60"/>
                <p:cNvSpPr/>
                <p:nvPr/>
              </p:nvSpPr>
              <p:spPr>
                <a:xfrm>
                  <a:off x="-2294550" y="1951463"/>
                  <a:ext cx="413950" cy="451750"/>
                </a:xfrm>
                <a:custGeom>
                  <a:rect b="b" l="l" r="r" t="t"/>
                  <a:pathLst>
                    <a:path extrusionOk="0" h="18070" w="16558">
                      <a:moveTo>
                        <a:pt x="5361" y="0"/>
                      </a:moveTo>
                      <a:lnTo>
                        <a:pt x="0" y="13684"/>
                      </a:lnTo>
                      <a:lnTo>
                        <a:pt x="11196" y="18070"/>
                      </a:lnTo>
                      <a:lnTo>
                        <a:pt x="16558" y="4387"/>
                      </a:lnTo>
                      <a:lnTo>
                        <a:pt x="53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0"/>
                <p:cNvSpPr/>
                <p:nvPr/>
              </p:nvSpPr>
              <p:spPr>
                <a:xfrm>
                  <a:off x="-1933525" y="2073913"/>
                  <a:ext cx="20450" cy="14275"/>
                </a:xfrm>
                <a:custGeom>
                  <a:rect b="b" l="l" r="r" t="t"/>
                  <a:pathLst>
                    <a:path extrusionOk="0" h="571" w="818">
                      <a:moveTo>
                        <a:pt x="0" y="0"/>
                      </a:moveTo>
                      <a:lnTo>
                        <a:pt x="0" y="159"/>
                      </a:lnTo>
                      <a:lnTo>
                        <a:pt x="2" y="159"/>
                      </a:lnTo>
                      <a:cubicBezTo>
                        <a:pt x="2" y="322"/>
                        <a:pt x="99" y="477"/>
                        <a:pt x="261" y="542"/>
                      </a:cubicBezTo>
                      <a:cubicBezTo>
                        <a:pt x="310" y="561"/>
                        <a:pt x="361" y="570"/>
                        <a:pt x="411" y="570"/>
                      </a:cubicBezTo>
                      <a:cubicBezTo>
                        <a:pt x="576" y="570"/>
                        <a:pt x="731" y="471"/>
                        <a:pt x="795" y="310"/>
                      </a:cubicBezTo>
                      <a:cubicBezTo>
                        <a:pt x="812" y="259"/>
                        <a:pt x="817" y="209"/>
                        <a:pt x="817" y="159"/>
                      </a:cubicBezTo>
                      <a:lnTo>
                        <a:pt x="817" y="0"/>
                      </a:lnTo>
                      <a:close/>
                    </a:path>
                  </a:pathLst>
                </a:custGeom>
                <a:solidFill>
                  <a:srgbClr val="11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0"/>
                <p:cNvSpPr/>
                <p:nvPr/>
              </p:nvSpPr>
              <p:spPr>
                <a:xfrm>
                  <a:off x="-1934925" y="2064938"/>
                  <a:ext cx="23300" cy="20575"/>
                </a:xfrm>
                <a:custGeom>
                  <a:rect b="b" l="l" r="r" t="t"/>
                  <a:pathLst>
                    <a:path extrusionOk="0" h="823" w="932">
                      <a:moveTo>
                        <a:pt x="466" y="0"/>
                      </a:moveTo>
                      <a:cubicBezTo>
                        <a:pt x="302" y="0"/>
                        <a:pt x="147" y="99"/>
                        <a:pt x="84" y="261"/>
                      </a:cubicBezTo>
                      <a:cubicBezTo>
                        <a:pt x="0" y="473"/>
                        <a:pt x="105" y="711"/>
                        <a:pt x="316" y="794"/>
                      </a:cubicBezTo>
                      <a:cubicBezTo>
                        <a:pt x="366" y="813"/>
                        <a:pt x="417" y="823"/>
                        <a:pt x="467" y="823"/>
                      </a:cubicBezTo>
                      <a:cubicBezTo>
                        <a:pt x="631" y="823"/>
                        <a:pt x="785" y="723"/>
                        <a:pt x="849" y="561"/>
                      </a:cubicBezTo>
                      <a:cubicBezTo>
                        <a:pt x="931" y="351"/>
                        <a:pt x="828" y="113"/>
                        <a:pt x="616" y="29"/>
                      </a:cubicBezTo>
                      <a:cubicBezTo>
                        <a:pt x="567" y="9"/>
                        <a:pt x="516" y="0"/>
                        <a:pt x="4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0"/>
                <p:cNvSpPr/>
                <p:nvPr/>
              </p:nvSpPr>
              <p:spPr>
                <a:xfrm>
                  <a:off x="-2100450" y="2284813"/>
                  <a:ext cx="39275" cy="38750"/>
                </a:xfrm>
                <a:custGeom>
                  <a:rect b="b" l="l" r="r" t="t"/>
                  <a:pathLst>
                    <a:path extrusionOk="0" h="1550" w="1571">
                      <a:moveTo>
                        <a:pt x="1488" y="944"/>
                      </a:moveTo>
                      <a:cubicBezTo>
                        <a:pt x="1482" y="967"/>
                        <a:pt x="1474" y="988"/>
                        <a:pt x="1465" y="1012"/>
                      </a:cubicBezTo>
                      <a:cubicBezTo>
                        <a:pt x="1474" y="988"/>
                        <a:pt x="1482" y="966"/>
                        <a:pt x="1488" y="944"/>
                      </a:cubicBezTo>
                      <a:close/>
                      <a:moveTo>
                        <a:pt x="379" y="1369"/>
                      </a:moveTo>
                      <a:cubicBezTo>
                        <a:pt x="383" y="1370"/>
                        <a:pt x="387" y="1373"/>
                        <a:pt x="390" y="1375"/>
                      </a:cubicBezTo>
                      <a:cubicBezTo>
                        <a:pt x="387" y="1373"/>
                        <a:pt x="383" y="1372"/>
                        <a:pt x="379" y="1369"/>
                      </a:cubicBezTo>
                      <a:close/>
                      <a:moveTo>
                        <a:pt x="439" y="1403"/>
                      </a:moveTo>
                      <a:cubicBezTo>
                        <a:pt x="459" y="1413"/>
                        <a:pt x="480" y="1422"/>
                        <a:pt x="502" y="1431"/>
                      </a:cubicBezTo>
                      <a:cubicBezTo>
                        <a:pt x="479" y="1422"/>
                        <a:pt x="459" y="1413"/>
                        <a:pt x="439" y="1403"/>
                      </a:cubicBezTo>
                      <a:close/>
                      <a:moveTo>
                        <a:pt x="775" y="1"/>
                      </a:moveTo>
                      <a:cubicBezTo>
                        <a:pt x="480" y="1"/>
                        <a:pt x="199" y="179"/>
                        <a:pt x="85" y="471"/>
                      </a:cubicBezTo>
                      <a:cubicBezTo>
                        <a:pt x="0" y="688"/>
                        <a:pt x="24" y="919"/>
                        <a:pt x="130" y="1107"/>
                      </a:cubicBezTo>
                      <a:cubicBezTo>
                        <a:pt x="206" y="1279"/>
                        <a:pt x="346" y="1424"/>
                        <a:pt x="534" y="1498"/>
                      </a:cubicBezTo>
                      <a:cubicBezTo>
                        <a:pt x="622" y="1533"/>
                        <a:pt x="714" y="1550"/>
                        <a:pt x="804" y="1550"/>
                      </a:cubicBezTo>
                      <a:cubicBezTo>
                        <a:pt x="1100" y="1550"/>
                        <a:pt x="1380" y="1371"/>
                        <a:pt x="1494" y="1079"/>
                      </a:cubicBezTo>
                      <a:cubicBezTo>
                        <a:pt x="1571" y="883"/>
                        <a:pt x="1555" y="677"/>
                        <a:pt x="1476" y="501"/>
                      </a:cubicBezTo>
                      <a:cubicBezTo>
                        <a:pt x="1407" y="302"/>
                        <a:pt x="1256" y="135"/>
                        <a:pt x="1045" y="52"/>
                      </a:cubicBezTo>
                      <a:cubicBezTo>
                        <a:pt x="957" y="17"/>
                        <a:pt x="865" y="1"/>
                        <a:pt x="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0"/>
                <p:cNvSpPr/>
                <p:nvPr/>
              </p:nvSpPr>
              <p:spPr>
                <a:xfrm>
                  <a:off x="-2193050" y="2258163"/>
                  <a:ext cx="13675" cy="12050"/>
                </a:xfrm>
                <a:custGeom>
                  <a:rect b="b" l="l" r="r" t="t"/>
                  <a:pathLst>
                    <a:path extrusionOk="0" h="482" w="547">
                      <a:moveTo>
                        <a:pt x="273" y="0"/>
                      </a:moveTo>
                      <a:cubicBezTo>
                        <a:pt x="177" y="0"/>
                        <a:pt x="86" y="58"/>
                        <a:pt x="48" y="153"/>
                      </a:cubicBezTo>
                      <a:cubicBezTo>
                        <a:pt x="0" y="277"/>
                        <a:pt x="61" y="417"/>
                        <a:pt x="185" y="465"/>
                      </a:cubicBezTo>
                      <a:cubicBezTo>
                        <a:pt x="214" y="476"/>
                        <a:pt x="243" y="482"/>
                        <a:pt x="272" y="482"/>
                      </a:cubicBezTo>
                      <a:cubicBezTo>
                        <a:pt x="368" y="482"/>
                        <a:pt x="459" y="424"/>
                        <a:pt x="497" y="329"/>
                      </a:cubicBezTo>
                      <a:cubicBezTo>
                        <a:pt x="546" y="205"/>
                        <a:pt x="485" y="66"/>
                        <a:pt x="359" y="16"/>
                      </a:cubicBezTo>
                      <a:cubicBezTo>
                        <a:pt x="331" y="5"/>
                        <a:pt x="302"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0"/>
                <p:cNvSpPr/>
                <p:nvPr/>
              </p:nvSpPr>
              <p:spPr>
                <a:xfrm>
                  <a:off x="-2031325" y="2321538"/>
                  <a:ext cx="13650" cy="12050"/>
                </a:xfrm>
                <a:custGeom>
                  <a:rect b="b" l="l" r="r" t="t"/>
                  <a:pathLst>
                    <a:path extrusionOk="0" h="482" w="546">
                      <a:moveTo>
                        <a:pt x="272" y="0"/>
                      </a:moveTo>
                      <a:cubicBezTo>
                        <a:pt x="176" y="0"/>
                        <a:pt x="85" y="58"/>
                        <a:pt x="48" y="153"/>
                      </a:cubicBezTo>
                      <a:cubicBezTo>
                        <a:pt x="1" y="277"/>
                        <a:pt x="61" y="416"/>
                        <a:pt x="184" y="466"/>
                      </a:cubicBezTo>
                      <a:cubicBezTo>
                        <a:pt x="213" y="477"/>
                        <a:pt x="242" y="482"/>
                        <a:pt x="271" y="482"/>
                      </a:cubicBezTo>
                      <a:cubicBezTo>
                        <a:pt x="368" y="482"/>
                        <a:pt x="459" y="424"/>
                        <a:pt x="497" y="328"/>
                      </a:cubicBezTo>
                      <a:cubicBezTo>
                        <a:pt x="546" y="205"/>
                        <a:pt x="486" y="65"/>
                        <a:pt x="360" y="17"/>
                      </a:cubicBezTo>
                      <a:cubicBezTo>
                        <a:pt x="331" y="6"/>
                        <a:pt x="301"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0"/>
                <p:cNvSpPr/>
                <p:nvPr/>
              </p:nvSpPr>
              <p:spPr>
                <a:xfrm>
                  <a:off x="-2294575" y="2061113"/>
                  <a:ext cx="438100" cy="412175"/>
                </a:xfrm>
                <a:custGeom>
                  <a:rect b="b" l="l" r="r" t="t"/>
                  <a:pathLst>
                    <a:path extrusionOk="0" h="16487" w="17524">
                      <a:moveTo>
                        <a:pt x="16558" y="0"/>
                      </a:moveTo>
                      <a:lnTo>
                        <a:pt x="11197" y="13682"/>
                      </a:lnTo>
                      <a:lnTo>
                        <a:pt x="0" y="9296"/>
                      </a:lnTo>
                      <a:lnTo>
                        <a:pt x="965" y="12098"/>
                      </a:lnTo>
                      <a:lnTo>
                        <a:pt x="12162" y="16486"/>
                      </a:lnTo>
                      <a:lnTo>
                        <a:pt x="17524" y="2803"/>
                      </a:lnTo>
                      <a:lnTo>
                        <a:pt x="165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0"/>
                <p:cNvSpPr/>
                <p:nvPr/>
              </p:nvSpPr>
              <p:spPr>
                <a:xfrm>
                  <a:off x="-2087625" y="2056038"/>
                  <a:ext cx="184150" cy="187625"/>
                </a:xfrm>
                <a:custGeom>
                  <a:rect b="b" l="l" r="r" t="t"/>
                  <a:pathLst>
                    <a:path extrusionOk="0" h="7505" w="7366">
                      <a:moveTo>
                        <a:pt x="6207" y="0"/>
                      </a:moveTo>
                      <a:lnTo>
                        <a:pt x="5783" y="1083"/>
                      </a:lnTo>
                      <a:lnTo>
                        <a:pt x="5783" y="1189"/>
                      </a:lnTo>
                      <a:lnTo>
                        <a:pt x="5979" y="1266"/>
                      </a:lnTo>
                      <a:lnTo>
                        <a:pt x="1434" y="6904"/>
                      </a:lnTo>
                      <a:lnTo>
                        <a:pt x="713" y="6108"/>
                      </a:lnTo>
                      <a:lnTo>
                        <a:pt x="29" y="6546"/>
                      </a:lnTo>
                      <a:lnTo>
                        <a:pt x="1" y="6634"/>
                      </a:lnTo>
                      <a:lnTo>
                        <a:pt x="1004" y="7439"/>
                      </a:lnTo>
                      <a:lnTo>
                        <a:pt x="1057" y="7373"/>
                      </a:lnTo>
                      <a:lnTo>
                        <a:pt x="1435" y="6906"/>
                      </a:lnTo>
                      <a:lnTo>
                        <a:pt x="1058" y="7374"/>
                      </a:lnTo>
                      <a:lnTo>
                        <a:pt x="1004" y="7441"/>
                      </a:lnTo>
                      <a:cubicBezTo>
                        <a:pt x="1012" y="7449"/>
                        <a:pt x="1023" y="7455"/>
                        <a:pt x="1032" y="7461"/>
                      </a:cubicBezTo>
                      <a:lnTo>
                        <a:pt x="1040" y="7466"/>
                      </a:lnTo>
                      <a:cubicBezTo>
                        <a:pt x="1048" y="7471"/>
                        <a:pt x="1057" y="7475"/>
                        <a:pt x="1066" y="7479"/>
                      </a:cubicBezTo>
                      <a:cubicBezTo>
                        <a:pt x="1067" y="7480"/>
                        <a:pt x="1069" y="7480"/>
                        <a:pt x="1071" y="7481"/>
                      </a:cubicBezTo>
                      <a:cubicBezTo>
                        <a:pt x="1107" y="7497"/>
                        <a:pt x="1145" y="7504"/>
                        <a:pt x="1183" y="7504"/>
                      </a:cubicBezTo>
                      <a:cubicBezTo>
                        <a:pt x="1266" y="7504"/>
                        <a:pt x="1348" y="7468"/>
                        <a:pt x="1404" y="7397"/>
                      </a:cubicBezTo>
                      <a:lnTo>
                        <a:pt x="6259" y="1375"/>
                      </a:lnTo>
                      <a:lnTo>
                        <a:pt x="6941" y="1641"/>
                      </a:lnTo>
                      <a:lnTo>
                        <a:pt x="7365" y="559"/>
                      </a:lnTo>
                      <a:lnTo>
                        <a:pt x="7365" y="453"/>
                      </a:lnTo>
                      <a:lnTo>
                        <a:pt x="62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0"/>
                <p:cNvSpPr/>
                <p:nvPr/>
              </p:nvSpPr>
              <p:spPr>
                <a:xfrm>
                  <a:off x="-2153650" y="2264638"/>
                  <a:ext cx="39300" cy="38750"/>
                </a:xfrm>
                <a:custGeom>
                  <a:rect b="b" l="l" r="r" t="t"/>
                  <a:pathLst>
                    <a:path extrusionOk="0" h="1550" w="1572">
                      <a:moveTo>
                        <a:pt x="1505" y="876"/>
                      </a:moveTo>
                      <a:lnTo>
                        <a:pt x="1505" y="876"/>
                      </a:lnTo>
                      <a:cubicBezTo>
                        <a:pt x="1504" y="880"/>
                        <a:pt x="1504" y="884"/>
                        <a:pt x="1502" y="887"/>
                      </a:cubicBezTo>
                      <a:cubicBezTo>
                        <a:pt x="1502" y="882"/>
                        <a:pt x="1504" y="880"/>
                        <a:pt x="1505" y="876"/>
                      </a:cubicBezTo>
                      <a:close/>
                      <a:moveTo>
                        <a:pt x="380" y="1370"/>
                      </a:moveTo>
                      <a:lnTo>
                        <a:pt x="380" y="1370"/>
                      </a:lnTo>
                      <a:cubicBezTo>
                        <a:pt x="384" y="1371"/>
                        <a:pt x="387" y="1374"/>
                        <a:pt x="391" y="1376"/>
                      </a:cubicBezTo>
                      <a:cubicBezTo>
                        <a:pt x="387" y="1374"/>
                        <a:pt x="383" y="1372"/>
                        <a:pt x="380" y="1370"/>
                      </a:cubicBezTo>
                      <a:close/>
                      <a:moveTo>
                        <a:pt x="777" y="0"/>
                      </a:moveTo>
                      <a:cubicBezTo>
                        <a:pt x="481" y="0"/>
                        <a:pt x="201" y="179"/>
                        <a:pt x="86" y="471"/>
                      </a:cubicBezTo>
                      <a:cubicBezTo>
                        <a:pt x="0" y="688"/>
                        <a:pt x="25" y="918"/>
                        <a:pt x="131" y="1107"/>
                      </a:cubicBezTo>
                      <a:cubicBezTo>
                        <a:pt x="206" y="1278"/>
                        <a:pt x="346" y="1423"/>
                        <a:pt x="535" y="1498"/>
                      </a:cubicBezTo>
                      <a:cubicBezTo>
                        <a:pt x="623" y="1533"/>
                        <a:pt x="715" y="1550"/>
                        <a:pt x="804" y="1550"/>
                      </a:cubicBezTo>
                      <a:cubicBezTo>
                        <a:pt x="1101" y="1550"/>
                        <a:pt x="1381" y="1370"/>
                        <a:pt x="1495" y="1078"/>
                      </a:cubicBezTo>
                      <a:cubicBezTo>
                        <a:pt x="1572" y="884"/>
                        <a:pt x="1556" y="678"/>
                        <a:pt x="1476" y="500"/>
                      </a:cubicBezTo>
                      <a:cubicBezTo>
                        <a:pt x="1408" y="302"/>
                        <a:pt x="1257" y="134"/>
                        <a:pt x="1046" y="51"/>
                      </a:cubicBezTo>
                      <a:cubicBezTo>
                        <a:pt x="958" y="17"/>
                        <a:pt x="86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0"/>
                <p:cNvSpPr/>
                <p:nvPr/>
              </p:nvSpPr>
              <p:spPr>
                <a:xfrm>
                  <a:off x="-2259050" y="2223338"/>
                  <a:ext cx="39325" cy="38775"/>
                </a:xfrm>
                <a:custGeom>
                  <a:rect b="b" l="l" r="r" t="t"/>
                  <a:pathLst>
                    <a:path extrusionOk="0" h="1551" w="1573">
                      <a:moveTo>
                        <a:pt x="1505" y="877"/>
                      </a:moveTo>
                      <a:cubicBezTo>
                        <a:pt x="1505" y="881"/>
                        <a:pt x="1503" y="885"/>
                        <a:pt x="1502" y="887"/>
                      </a:cubicBezTo>
                      <a:cubicBezTo>
                        <a:pt x="1504" y="883"/>
                        <a:pt x="1505" y="879"/>
                        <a:pt x="1505" y="877"/>
                      </a:cubicBezTo>
                      <a:close/>
                      <a:moveTo>
                        <a:pt x="439" y="1404"/>
                      </a:moveTo>
                      <a:cubicBezTo>
                        <a:pt x="460" y="1413"/>
                        <a:pt x="482" y="1424"/>
                        <a:pt x="504" y="1433"/>
                      </a:cubicBezTo>
                      <a:cubicBezTo>
                        <a:pt x="482" y="1424"/>
                        <a:pt x="460" y="1414"/>
                        <a:pt x="439" y="1404"/>
                      </a:cubicBezTo>
                      <a:close/>
                      <a:moveTo>
                        <a:pt x="777" y="1"/>
                      </a:moveTo>
                      <a:cubicBezTo>
                        <a:pt x="481" y="1"/>
                        <a:pt x="201" y="180"/>
                        <a:pt x="86" y="472"/>
                      </a:cubicBezTo>
                      <a:cubicBezTo>
                        <a:pt x="0" y="689"/>
                        <a:pt x="25" y="919"/>
                        <a:pt x="131" y="1108"/>
                      </a:cubicBezTo>
                      <a:cubicBezTo>
                        <a:pt x="207" y="1279"/>
                        <a:pt x="346" y="1424"/>
                        <a:pt x="535" y="1499"/>
                      </a:cubicBezTo>
                      <a:cubicBezTo>
                        <a:pt x="624" y="1534"/>
                        <a:pt x="715" y="1550"/>
                        <a:pt x="805" y="1550"/>
                      </a:cubicBezTo>
                      <a:cubicBezTo>
                        <a:pt x="1101" y="1550"/>
                        <a:pt x="1381" y="1371"/>
                        <a:pt x="1496" y="1079"/>
                      </a:cubicBezTo>
                      <a:cubicBezTo>
                        <a:pt x="1572" y="883"/>
                        <a:pt x="1558" y="679"/>
                        <a:pt x="1476" y="501"/>
                      </a:cubicBezTo>
                      <a:cubicBezTo>
                        <a:pt x="1408" y="303"/>
                        <a:pt x="1257" y="135"/>
                        <a:pt x="1047" y="52"/>
                      </a:cubicBezTo>
                      <a:cubicBezTo>
                        <a:pt x="958" y="17"/>
                        <a:pt x="867"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0"/>
                <p:cNvSpPr/>
                <p:nvPr/>
              </p:nvSpPr>
              <p:spPr>
                <a:xfrm>
                  <a:off x="-2252275" y="2229838"/>
                  <a:ext cx="24300" cy="23125"/>
                </a:xfrm>
                <a:custGeom>
                  <a:rect b="b" l="l" r="r" t="t"/>
                  <a:pathLst>
                    <a:path extrusionOk="0" h="925" w="972">
                      <a:moveTo>
                        <a:pt x="468" y="1"/>
                      </a:moveTo>
                      <a:cubicBezTo>
                        <a:pt x="236" y="1"/>
                        <a:pt x="40" y="178"/>
                        <a:pt x="18" y="414"/>
                      </a:cubicBezTo>
                      <a:cubicBezTo>
                        <a:pt x="1" y="611"/>
                        <a:pt x="111" y="788"/>
                        <a:pt x="279" y="866"/>
                      </a:cubicBezTo>
                      <a:lnTo>
                        <a:pt x="279" y="869"/>
                      </a:lnTo>
                      <a:cubicBezTo>
                        <a:pt x="333" y="896"/>
                        <a:pt x="393" y="916"/>
                        <a:pt x="456" y="922"/>
                      </a:cubicBezTo>
                      <a:cubicBezTo>
                        <a:pt x="473" y="924"/>
                        <a:pt x="490" y="925"/>
                        <a:pt x="506" y="925"/>
                      </a:cubicBezTo>
                      <a:cubicBezTo>
                        <a:pt x="743" y="925"/>
                        <a:pt x="941" y="751"/>
                        <a:pt x="957" y="516"/>
                      </a:cubicBezTo>
                      <a:cubicBezTo>
                        <a:pt x="972" y="329"/>
                        <a:pt x="870" y="158"/>
                        <a:pt x="714" y="71"/>
                      </a:cubicBezTo>
                      <a:cubicBezTo>
                        <a:pt x="655" y="34"/>
                        <a:pt x="586" y="9"/>
                        <a:pt x="512" y="3"/>
                      </a:cubicBezTo>
                      <a:cubicBezTo>
                        <a:pt x="497" y="1"/>
                        <a:pt x="483"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0"/>
                <p:cNvSpPr/>
                <p:nvPr/>
              </p:nvSpPr>
              <p:spPr>
                <a:xfrm>
                  <a:off x="-1975575" y="2193263"/>
                  <a:ext cx="23375" cy="52875"/>
                </a:xfrm>
                <a:custGeom>
                  <a:rect b="b" l="l" r="r" t="t"/>
                  <a:pathLst>
                    <a:path extrusionOk="0" h="2115" w="935">
                      <a:moveTo>
                        <a:pt x="683" y="0"/>
                      </a:moveTo>
                      <a:lnTo>
                        <a:pt x="1" y="1743"/>
                      </a:lnTo>
                      <a:lnTo>
                        <a:pt x="1" y="2022"/>
                      </a:lnTo>
                      <a:lnTo>
                        <a:pt x="251" y="2115"/>
                      </a:lnTo>
                      <a:lnTo>
                        <a:pt x="935" y="372"/>
                      </a:lnTo>
                      <a:lnTo>
                        <a:pt x="935" y="93"/>
                      </a:lnTo>
                      <a:lnTo>
                        <a:pt x="6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0"/>
                <p:cNvSpPr/>
                <p:nvPr/>
              </p:nvSpPr>
              <p:spPr>
                <a:xfrm>
                  <a:off x="-2167200" y="1989363"/>
                  <a:ext cx="134500" cy="203875"/>
                </a:xfrm>
                <a:custGeom>
                  <a:rect b="b" l="l" r="r" t="t"/>
                  <a:pathLst>
                    <a:path extrusionOk="0" h="8155" w="5380">
                      <a:moveTo>
                        <a:pt x="2881" y="0"/>
                      </a:moveTo>
                      <a:cubicBezTo>
                        <a:pt x="1808" y="0"/>
                        <a:pt x="775" y="428"/>
                        <a:pt x="15" y="1179"/>
                      </a:cubicBezTo>
                      <a:cubicBezTo>
                        <a:pt x="0" y="1485"/>
                        <a:pt x="155" y="1740"/>
                        <a:pt x="660" y="1803"/>
                      </a:cubicBezTo>
                      <a:cubicBezTo>
                        <a:pt x="2133" y="1988"/>
                        <a:pt x="3800" y="2316"/>
                        <a:pt x="2089" y="4028"/>
                      </a:cubicBezTo>
                      <a:cubicBezTo>
                        <a:pt x="595" y="5525"/>
                        <a:pt x="2520" y="5619"/>
                        <a:pt x="3030" y="5619"/>
                      </a:cubicBezTo>
                      <a:cubicBezTo>
                        <a:pt x="3104" y="5619"/>
                        <a:pt x="3148" y="5618"/>
                        <a:pt x="3148" y="5618"/>
                      </a:cubicBezTo>
                      <a:lnTo>
                        <a:pt x="3148" y="5618"/>
                      </a:lnTo>
                      <a:cubicBezTo>
                        <a:pt x="3148" y="5618"/>
                        <a:pt x="4018" y="6541"/>
                        <a:pt x="2706" y="6726"/>
                      </a:cubicBezTo>
                      <a:cubicBezTo>
                        <a:pt x="1948" y="6831"/>
                        <a:pt x="1688" y="7465"/>
                        <a:pt x="1857" y="8022"/>
                      </a:cubicBezTo>
                      <a:cubicBezTo>
                        <a:pt x="2198" y="8112"/>
                        <a:pt x="2542" y="8155"/>
                        <a:pt x="2883" y="8155"/>
                      </a:cubicBezTo>
                      <a:cubicBezTo>
                        <a:pt x="3587" y="8155"/>
                        <a:pt x="4275" y="7970"/>
                        <a:pt x="4881" y="7630"/>
                      </a:cubicBezTo>
                      <a:cubicBezTo>
                        <a:pt x="4438" y="7437"/>
                        <a:pt x="4058" y="7138"/>
                        <a:pt x="4365" y="6727"/>
                      </a:cubicBezTo>
                      <a:cubicBezTo>
                        <a:pt x="4934" y="5963"/>
                        <a:pt x="5380" y="4346"/>
                        <a:pt x="4348" y="4346"/>
                      </a:cubicBezTo>
                      <a:cubicBezTo>
                        <a:pt x="4298" y="4346"/>
                        <a:pt x="4244" y="4350"/>
                        <a:pt x="4187" y="4357"/>
                      </a:cubicBezTo>
                      <a:cubicBezTo>
                        <a:pt x="4143" y="4363"/>
                        <a:pt x="4102" y="4366"/>
                        <a:pt x="4064" y="4366"/>
                      </a:cubicBezTo>
                      <a:cubicBezTo>
                        <a:pt x="3007" y="4366"/>
                        <a:pt x="3753" y="2192"/>
                        <a:pt x="2957" y="1834"/>
                      </a:cubicBezTo>
                      <a:cubicBezTo>
                        <a:pt x="2333" y="1556"/>
                        <a:pt x="2444" y="467"/>
                        <a:pt x="3109" y="7"/>
                      </a:cubicBezTo>
                      <a:cubicBezTo>
                        <a:pt x="3033" y="2"/>
                        <a:pt x="2957" y="0"/>
                        <a:pt x="2881"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0"/>
                <p:cNvSpPr/>
                <p:nvPr/>
              </p:nvSpPr>
              <p:spPr>
                <a:xfrm>
                  <a:off x="-2197600" y="1989338"/>
                  <a:ext cx="205850" cy="207900"/>
                </a:xfrm>
                <a:custGeom>
                  <a:rect b="b" l="l" r="r" t="t"/>
                  <a:pathLst>
                    <a:path extrusionOk="0" h="8316" w="8234">
                      <a:moveTo>
                        <a:pt x="8150" y="4500"/>
                      </a:moveTo>
                      <a:cubicBezTo>
                        <a:pt x="8150" y="4505"/>
                        <a:pt x="8150" y="4512"/>
                        <a:pt x="8149" y="4517"/>
                      </a:cubicBezTo>
                      <a:cubicBezTo>
                        <a:pt x="8149" y="4511"/>
                        <a:pt x="8150" y="4505"/>
                        <a:pt x="8150" y="4500"/>
                      </a:cubicBezTo>
                      <a:close/>
                      <a:moveTo>
                        <a:pt x="8136" y="4636"/>
                      </a:moveTo>
                      <a:cubicBezTo>
                        <a:pt x="8136" y="4637"/>
                        <a:pt x="8135" y="4638"/>
                        <a:pt x="8135" y="4639"/>
                      </a:cubicBezTo>
                      <a:lnTo>
                        <a:pt x="8135" y="4639"/>
                      </a:lnTo>
                      <a:cubicBezTo>
                        <a:pt x="8135" y="4638"/>
                        <a:pt x="8136" y="4637"/>
                        <a:pt x="8136" y="4636"/>
                      </a:cubicBezTo>
                      <a:close/>
                      <a:moveTo>
                        <a:pt x="1080" y="6817"/>
                      </a:moveTo>
                      <a:lnTo>
                        <a:pt x="1080" y="6817"/>
                      </a:lnTo>
                      <a:cubicBezTo>
                        <a:pt x="1081" y="6819"/>
                        <a:pt x="1082" y="6820"/>
                        <a:pt x="1084" y="6822"/>
                      </a:cubicBezTo>
                      <a:cubicBezTo>
                        <a:pt x="1082" y="6821"/>
                        <a:pt x="1081" y="6820"/>
                        <a:pt x="1080" y="6817"/>
                      </a:cubicBezTo>
                      <a:close/>
                      <a:moveTo>
                        <a:pt x="1469" y="7194"/>
                      </a:moveTo>
                      <a:cubicBezTo>
                        <a:pt x="1490" y="7212"/>
                        <a:pt x="1510" y="7229"/>
                        <a:pt x="1531" y="7246"/>
                      </a:cubicBezTo>
                      <a:cubicBezTo>
                        <a:pt x="1509" y="7229"/>
                        <a:pt x="1489" y="7212"/>
                        <a:pt x="1469" y="7194"/>
                      </a:cubicBezTo>
                      <a:close/>
                      <a:moveTo>
                        <a:pt x="1595" y="7297"/>
                      </a:moveTo>
                      <a:lnTo>
                        <a:pt x="1595" y="7297"/>
                      </a:lnTo>
                      <a:cubicBezTo>
                        <a:pt x="1623" y="7318"/>
                        <a:pt x="1651" y="7340"/>
                        <a:pt x="1680" y="7362"/>
                      </a:cubicBezTo>
                      <a:cubicBezTo>
                        <a:pt x="1650" y="7341"/>
                        <a:pt x="1622" y="7319"/>
                        <a:pt x="1595" y="7297"/>
                      </a:cubicBezTo>
                      <a:close/>
                      <a:moveTo>
                        <a:pt x="5632" y="7855"/>
                      </a:moveTo>
                      <a:cubicBezTo>
                        <a:pt x="5566" y="7883"/>
                        <a:pt x="5501" y="7908"/>
                        <a:pt x="5435" y="7930"/>
                      </a:cubicBezTo>
                      <a:cubicBezTo>
                        <a:pt x="5501" y="7906"/>
                        <a:pt x="5566" y="7883"/>
                        <a:pt x="5632" y="7855"/>
                      </a:cubicBezTo>
                      <a:close/>
                      <a:moveTo>
                        <a:pt x="5233" y="7993"/>
                      </a:moveTo>
                      <a:cubicBezTo>
                        <a:pt x="5132" y="8024"/>
                        <a:pt x="5029" y="8049"/>
                        <a:pt x="4925" y="8071"/>
                      </a:cubicBezTo>
                      <a:cubicBezTo>
                        <a:pt x="5028" y="8049"/>
                        <a:pt x="5132" y="8023"/>
                        <a:pt x="5233" y="7993"/>
                      </a:cubicBezTo>
                      <a:close/>
                      <a:moveTo>
                        <a:pt x="4822" y="8091"/>
                      </a:moveTo>
                      <a:cubicBezTo>
                        <a:pt x="4753" y="8105"/>
                        <a:pt x="4683" y="8115"/>
                        <a:pt x="4612" y="8123"/>
                      </a:cubicBezTo>
                      <a:cubicBezTo>
                        <a:pt x="4682" y="8115"/>
                        <a:pt x="4752" y="8105"/>
                        <a:pt x="4822" y="8091"/>
                      </a:cubicBezTo>
                      <a:close/>
                      <a:moveTo>
                        <a:pt x="4097" y="1"/>
                      </a:moveTo>
                      <a:cubicBezTo>
                        <a:pt x="2386" y="1"/>
                        <a:pt x="774" y="1086"/>
                        <a:pt x="212" y="2841"/>
                      </a:cubicBezTo>
                      <a:cubicBezTo>
                        <a:pt x="71" y="3280"/>
                        <a:pt x="11" y="3729"/>
                        <a:pt x="22" y="4170"/>
                      </a:cubicBezTo>
                      <a:cubicBezTo>
                        <a:pt x="1" y="5736"/>
                        <a:pt x="890" y="7240"/>
                        <a:pt x="2366" y="7929"/>
                      </a:cubicBezTo>
                      <a:cubicBezTo>
                        <a:pt x="2930" y="8192"/>
                        <a:pt x="3518" y="8316"/>
                        <a:pt x="4096" y="8316"/>
                      </a:cubicBezTo>
                      <a:cubicBezTo>
                        <a:pt x="5807" y="8316"/>
                        <a:pt x="7419" y="7231"/>
                        <a:pt x="7981" y="5475"/>
                      </a:cubicBezTo>
                      <a:cubicBezTo>
                        <a:pt x="8110" y="5073"/>
                        <a:pt x="8169" y="4663"/>
                        <a:pt x="8169" y="4256"/>
                      </a:cubicBezTo>
                      <a:cubicBezTo>
                        <a:pt x="8234" y="2650"/>
                        <a:pt x="7336" y="1091"/>
                        <a:pt x="5827" y="387"/>
                      </a:cubicBezTo>
                      <a:cubicBezTo>
                        <a:pt x="5264" y="124"/>
                        <a:pt x="4675" y="1"/>
                        <a:pt x="4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0"/>
                <p:cNvSpPr/>
                <p:nvPr/>
              </p:nvSpPr>
              <p:spPr>
                <a:xfrm>
                  <a:off x="-2149900" y="2043388"/>
                  <a:ext cx="109250" cy="95825"/>
                </a:xfrm>
                <a:custGeom>
                  <a:rect b="b" l="l" r="r" t="t"/>
                  <a:pathLst>
                    <a:path extrusionOk="0" h="3833" w="4370">
                      <a:moveTo>
                        <a:pt x="2190" y="0"/>
                      </a:moveTo>
                      <a:cubicBezTo>
                        <a:pt x="1932" y="0"/>
                        <a:pt x="1670" y="52"/>
                        <a:pt x="1419" y="162"/>
                      </a:cubicBezTo>
                      <a:cubicBezTo>
                        <a:pt x="446" y="588"/>
                        <a:pt x="1" y="1718"/>
                        <a:pt x="424" y="2686"/>
                      </a:cubicBezTo>
                      <a:cubicBezTo>
                        <a:pt x="738" y="3404"/>
                        <a:pt x="1441" y="3832"/>
                        <a:pt x="2180" y="3832"/>
                      </a:cubicBezTo>
                      <a:cubicBezTo>
                        <a:pt x="2438" y="3832"/>
                        <a:pt x="2700" y="3780"/>
                        <a:pt x="2951" y="3670"/>
                      </a:cubicBezTo>
                      <a:cubicBezTo>
                        <a:pt x="3924" y="3245"/>
                        <a:pt x="4369" y="2116"/>
                        <a:pt x="3946" y="1147"/>
                      </a:cubicBezTo>
                      <a:cubicBezTo>
                        <a:pt x="3632" y="428"/>
                        <a:pt x="2929" y="0"/>
                        <a:pt x="2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0"/>
                <p:cNvSpPr/>
                <p:nvPr/>
              </p:nvSpPr>
              <p:spPr>
                <a:xfrm>
                  <a:off x="-2107125" y="2079913"/>
                  <a:ext cx="23875" cy="22775"/>
                </a:xfrm>
                <a:custGeom>
                  <a:rect b="b" l="l" r="r" t="t"/>
                  <a:pathLst>
                    <a:path extrusionOk="0" h="911" w="955">
                      <a:moveTo>
                        <a:pt x="478" y="1"/>
                      </a:moveTo>
                      <a:cubicBezTo>
                        <a:pt x="264" y="1"/>
                        <a:pt x="63" y="153"/>
                        <a:pt x="27" y="391"/>
                      </a:cubicBezTo>
                      <a:cubicBezTo>
                        <a:pt x="1" y="560"/>
                        <a:pt x="77" y="735"/>
                        <a:pt x="219" y="830"/>
                      </a:cubicBezTo>
                      <a:cubicBezTo>
                        <a:pt x="300" y="885"/>
                        <a:pt x="390" y="911"/>
                        <a:pt x="477" y="911"/>
                      </a:cubicBezTo>
                      <a:cubicBezTo>
                        <a:pt x="691" y="911"/>
                        <a:pt x="892" y="759"/>
                        <a:pt x="929" y="521"/>
                      </a:cubicBezTo>
                      <a:cubicBezTo>
                        <a:pt x="954" y="351"/>
                        <a:pt x="878" y="177"/>
                        <a:pt x="737" y="81"/>
                      </a:cubicBezTo>
                      <a:cubicBezTo>
                        <a:pt x="655" y="26"/>
                        <a:pt x="565" y="1"/>
                        <a:pt x="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0"/>
                <p:cNvSpPr/>
                <p:nvPr/>
              </p:nvSpPr>
              <p:spPr>
                <a:xfrm>
                  <a:off x="-2146875" y="2271113"/>
                  <a:ext cx="24300" cy="23125"/>
                </a:xfrm>
                <a:custGeom>
                  <a:rect b="b" l="l" r="r" t="t"/>
                  <a:pathLst>
                    <a:path extrusionOk="0" h="925" w="972">
                      <a:moveTo>
                        <a:pt x="468" y="1"/>
                      </a:moveTo>
                      <a:cubicBezTo>
                        <a:pt x="236" y="1"/>
                        <a:pt x="39" y="178"/>
                        <a:pt x="18" y="415"/>
                      </a:cubicBezTo>
                      <a:cubicBezTo>
                        <a:pt x="0" y="611"/>
                        <a:pt x="111" y="788"/>
                        <a:pt x="279" y="867"/>
                      </a:cubicBezTo>
                      <a:lnTo>
                        <a:pt x="279" y="869"/>
                      </a:lnTo>
                      <a:cubicBezTo>
                        <a:pt x="333" y="897"/>
                        <a:pt x="393" y="916"/>
                        <a:pt x="456" y="922"/>
                      </a:cubicBezTo>
                      <a:cubicBezTo>
                        <a:pt x="473" y="924"/>
                        <a:pt x="489" y="925"/>
                        <a:pt x="506" y="925"/>
                      </a:cubicBezTo>
                      <a:cubicBezTo>
                        <a:pt x="742" y="925"/>
                        <a:pt x="941" y="751"/>
                        <a:pt x="957" y="516"/>
                      </a:cubicBezTo>
                      <a:cubicBezTo>
                        <a:pt x="972" y="331"/>
                        <a:pt x="869" y="161"/>
                        <a:pt x="714" y="71"/>
                      </a:cubicBezTo>
                      <a:cubicBezTo>
                        <a:pt x="654" y="34"/>
                        <a:pt x="586" y="9"/>
                        <a:pt x="511" y="3"/>
                      </a:cubicBezTo>
                      <a:cubicBezTo>
                        <a:pt x="497" y="1"/>
                        <a:pt x="482"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0"/>
                <p:cNvSpPr/>
                <p:nvPr/>
              </p:nvSpPr>
              <p:spPr>
                <a:xfrm>
                  <a:off x="-2093700" y="2291263"/>
                  <a:ext cx="24300" cy="23150"/>
                </a:xfrm>
                <a:custGeom>
                  <a:rect b="b" l="l" r="r" t="t"/>
                  <a:pathLst>
                    <a:path extrusionOk="0" h="926" w="972">
                      <a:moveTo>
                        <a:pt x="469" y="1"/>
                      </a:moveTo>
                      <a:cubicBezTo>
                        <a:pt x="236" y="1"/>
                        <a:pt x="39" y="178"/>
                        <a:pt x="18" y="415"/>
                      </a:cubicBezTo>
                      <a:cubicBezTo>
                        <a:pt x="0" y="611"/>
                        <a:pt x="111" y="788"/>
                        <a:pt x="279" y="868"/>
                      </a:cubicBezTo>
                      <a:lnTo>
                        <a:pt x="279" y="869"/>
                      </a:lnTo>
                      <a:cubicBezTo>
                        <a:pt x="333" y="897"/>
                        <a:pt x="393" y="916"/>
                        <a:pt x="456" y="922"/>
                      </a:cubicBezTo>
                      <a:cubicBezTo>
                        <a:pt x="473" y="924"/>
                        <a:pt x="490" y="925"/>
                        <a:pt x="507" y="925"/>
                      </a:cubicBezTo>
                      <a:cubicBezTo>
                        <a:pt x="743" y="925"/>
                        <a:pt x="941" y="751"/>
                        <a:pt x="957" y="517"/>
                      </a:cubicBezTo>
                      <a:cubicBezTo>
                        <a:pt x="972" y="331"/>
                        <a:pt x="870" y="161"/>
                        <a:pt x="714" y="71"/>
                      </a:cubicBezTo>
                      <a:cubicBezTo>
                        <a:pt x="655" y="34"/>
                        <a:pt x="587" y="9"/>
                        <a:pt x="511" y="3"/>
                      </a:cubicBezTo>
                      <a:cubicBezTo>
                        <a:pt x="497" y="2"/>
                        <a:pt x="483"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0"/>
                <p:cNvSpPr/>
                <p:nvPr/>
              </p:nvSpPr>
              <p:spPr>
                <a:xfrm>
                  <a:off x="-2222725" y="2179463"/>
                  <a:ext cx="114350" cy="64025"/>
                </a:xfrm>
                <a:custGeom>
                  <a:rect b="b" l="l" r="r" t="t"/>
                  <a:pathLst>
                    <a:path extrusionOk="0" h="2561" w="4574">
                      <a:moveTo>
                        <a:pt x="355" y="0"/>
                      </a:moveTo>
                      <a:lnTo>
                        <a:pt x="0" y="908"/>
                      </a:lnTo>
                      <a:lnTo>
                        <a:pt x="3360" y="2224"/>
                      </a:lnTo>
                      <a:lnTo>
                        <a:pt x="4010" y="2479"/>
                      </a:lnTo>
                      <a:lnTo>
                        <a:pt x="4217" y="2560"/>
                      </a:lnTo>
                      <a:lnTo>
                        <a:pt x="4573" y="1652"/>
                      </a:lnTo>
                      <a:lnTo>
                        <a:pt x="3807" y="1352"/>
                      </a:lnTo>
                      <a:lnTo>
                        <a:pt x="3596" y="1269"/>
                      </a:lnTo>
                      <a:lnTo>
                        <a:pt x="1863" y="591"/>
                      </a:lnTo>
                      <a:lnTo>
                        <a:pt x="1545" y="466"/>
                      </a:lnTo>
                      <a:lnTo>
                        <a:pt x="3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06" name="Google Shape;4706;p60"/>
            <p:cNvGrpSpPr/>
            <p:nvPr/>
          </p:nvGrpSpPr>
          <p:grpSpPr>
            <a:xfrm>
              <a:off x="8309195" y="92497"/>
              <a:ext cx="500560" cy="472885"/>
              <a:chOff x="-1174275" y="581450"/>
              <a:chExt cx="370100" cy="349638"/>
            </a:xfrm>
          </p:grpSpPr>
          <p:sp>
            <p:nvSpPr>
              <p:cNvPr id="4707" name="Google Shape;4707;p60"/>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0"/>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9" name="Google Shape;4709;p60"/>
            <p:cNvGrpSpPr/>
            <p:nvPr/>
          </p:nvGrpSpPr>
          <p:grpSpPr>
            <a:xfrm>
              <a:off x="361403" y="3981245"/>
              <a:ext cx="311019" cy="311110"/>
              <a:chOff x="5038846" y="235350"/>
              <a:chExt cx="158691" cy="158738"/>
            </a:xfrm>
          </p:grpSpPr>
          <p:sp>
            <p:nvSpPr>
              <p:cNvPr id="4710" name="Google Shape;4710;p60"/>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0"/>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4712" name="Shape 4712"/>
        <p:cNvGrpSpPr/>
        <p:nvPr/>
      </p:nvGrpSpPr>
      <p:grpSpPr>
        <a:xfrm>
          <a:off x="0" y="0"/>
          <a:ext cx="0" cy="0"/>
          <a:chOff x="0" y="0"/>
          <a:chExt cx="0" cy="0"/>
        </a:xfrm>
      </p:grpSpPr>
      <p:sp>
        <p:nvSpPr>
          <p:cNvPr id="4713" name="Google Shape;4713;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4714" name="Google Shape;4714;p61"/>
          <p:cNvGrpSpPr/>
          <p:nvPr/>
        </p:nvGrpSpPr>
        <p:grpSpPr>
          <a:xfrm>
            <a:off x="-240193" y="-184905"/>
            <a:ext cx="9322915" cy="5240515"/>
            <a:chOff x="-240193" y="-184905"/>
            <a:chExt cx="9322915" cy="5240515"/>
          </a:xfrm>
        </p:grpSpPr>
        <p:grpSp>
          <p:nvGrpSpPr>
            <p:cNvPr id="4715" name="Google Shape;4715;p61"/>
            <p:cNvGrpSpPr/>
            <p:nvPr/>
          </p:nvGrpSpPr>
          <p:grpSpPr>
            <a:xfrm>
              <a:off x="8523204" y="58072"/>
              <a:ext cx="311019" cy="311110"/>
              <a:chOff x="5038846" y="235350"/>
              <a:chExt cx="158691" cy="158738"/>
            </a:xfrm>
          </p:grpSpPr>
          <p:sp>
            <p:nvSpPr>
              <p:cNvPr id="4716" name="Google Shape;4716;p61"/>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1"/>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8" name="Google Shape;4718;p61"/>
            <p:cNvGrpSpPr/>
            <p:nvPr/>
          </p:nvGrpSpPr>
          <p:grpSpPr>
            <a:xfrm rot="-1639166">
              <a:off x="-90842" y="4515"/>
              <a:ext cx="1045364" cy="904888"/>
              <a:chOff x="3725309" y="381575"/>
              <a:chExt cx="533375" cy="461700"/>
            </a:xfrm>
          </p:grpSpPr>
          <p:sp>
            <p:nvSpPr>
              <p:cNvPr id="4719" name="Google Shape;4719;p61"/>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1"/>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1"/>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1"/>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1"/>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1"/>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1"/>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1"/>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1"/>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1"/>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1"/>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1"/>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1"/>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1"/>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1"/>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4" name="Google Shape;4734;p61"/>
            <p:cNvGrpSpPr/>
            <p:nvPr/>
          </p:nvGrpSpPr>
          <p:grpSpPr>
            <a:xfrm rot="377969">
              <a:off x="8686995" y="303579"/>
              <a:ext cx="337170" cy="1085895"/>
              <a:chOff x="-507662" y="283925"/>
              <a:chExt cx="249300" cy="802900"/>
            </a:xfrm>
          </p:grpSpPr>
          <p:sp>
            <p:nvSpPr>
              <p:cNvPr id="4735" name="Google Shape;4735;p61"/>
              <p:cNvSpPr/>
              <p:nvPr/>
            </p:nvSpPr>
            <p:spPr>
              <a:xfrm>
                <a:off x="-507662" y="283925"/>
                <a:ext cx="249300" cy="802900"/>
              </a:xfrm>
              <a:custGeom>
                <a:rect b="b" l="l" r="r" t="t"/>
                <a:pathLst>
                  <a:path extrusionOk="0" h="32116" w="9972">
                    <a:moveTo>
                      <a:pt x="4820" y="1"/>
                    </a:moveTo>
                    <a:cubicBezTo>
                      <a:pt x="1333" y="1"/>
                      <a:pt x="220" y="2879"/>
                      <a:pt x="127" y="5466"/>
                    </a:cubicBezTo>
                    <a:cubicBezTo>
                      <a:pt x="45" y="5448"/>
                      <a:pt x="1" y="5439"/>
                      <a:pt x="1" y="5439"/>
                    </a:cubicBezTo>
                    <a:lnTo>
                      <a:pt x="0" y="6146"/>
                    </a:lnTo>
                    <a:cubicBezTo>
                      <a:pt x="0" y="6146"/>
                      <a:pt x="45" y="6157"/>
                      <a:pt x="135" y="6178"/>
                    </a:cubicBezTo>
                    <a:cubicBezTo>
                      <a:pt x="212" y="7236"/>
                      <a:pt x="628" y="8201"/>
                      <a:pt x="1276" y="8965"/>
                    </a:cubicBezTo>
                    <a:cubicBezTo>
                      <a:pt x="1273" y="8964"/>
                      <a:pt x="1272" y="8964"/>
                      <a:pt x="1272" y="8964"/>
                    </a:cubicBezTo>
                    <a:lnTo>
                      <a:pt x="1272" y="8964"/>
                    </a:lnTo>
                    <a:lnTo>
                      <a:pt x="1972" y="9757"/>
                    </a:lnTo>
                    <a:cubicBezTo>
                      <a:pt x="1985" y="9759"/>
                      <a:pt x="1998" y="9763"/>
                      <a:pt x="2013" y="9765"/>
                    </a:cubicBezTo>
                    <a:lnTo>
                      <a:pt x="1987" y="9765"/>
                    </a:lnTo>
                    <a:lnTo>
                      <a:pt x="2989" y="31481"/>
                    </a:lnTo>
                    <a:cubicBezTo>
                      <a:pt x="2989" y="31481"/>
                      <a:pt x="3673" y="32115"/>
                      <a:pt x="5032" y="32116"/>
                    </a:cubicBezTo>
                    <a:cubicBezTo>
                      <a:pt x="5034" y="32116"/>
                      <a:pt x="5035" y="32116"/>
                      <a:pt x="5036" y="32116"/>
                    </a:cubicBezTo>
                    <a:cubicBezTo>
                      <a:pt x="6471" y="32116"/>
                      <a:pt x="7092" y="31486"/>
                      <a:pt x="7092" y="31486"/>
                    </a:cubicBezTo>
                    <a:lnTo>
                      <a:pt x="8145" y="9772"/>
                    </a:lnTo>
                    <a:lnTo>
                      <a:pt x="8084" y="9772"/>
                    </a:lnTo>
                    <a:cubicBezTo>
                      <a:pt x="8114" y="9762"/>
                      <a:pt x="8129" y="9755"/>
                      <a:pt x="8129" y="9755"/>
                    </a:cubicBezTo>
                    <a:lnTo>
                      <a:pt x="8643" y="9035"/>
                    </a:lnTo>
                    <a:cubicBezTo>
                      <a:pt x="9322" y="8263"/>
                      <a:pt x="9763" y="7276"/>
                      <a:pt x="9844" y="6187"/>
                    </a:cubicBezTo>
                    <a:cubicBezTo>
                      <a:pt x="9928" y="6168"/>
                      <a:pt x="9971" y="6157"/>
                      <a:pt x="9971" y="6157"/>
                    </a:cubicBezTo>
                    <a:lnTo>
                      <a:pt x="9972" y="5450"/>
                    </a:lnTo>
                    <a:lnTo>
                      <a:pt x="9972" y="5450"/>
                    </a:lnTo>
                    <a:cubicBezTo>
                      <a:pt x="9972" y="5450"/>
                      <a:pt x="9930" y="5461"/>
                      <a:pt x="9851" y="5480"/>
                    </a:cubicBezTo>
                    <a:cubicBezTo>
                      <a:pt x="9738" y="2878"/>
                      <a:pt x="8299" y="43"/>
                      <a:pt x="4902" y="1"/>
                    </a:cubicBezTo>
                    <a:cubicBezTo>
                      <a:pt x="4875" y="1"/>
                      <a:pt x="4848" y="1"/>
                      <a:pt x="482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6" name="Google Shape;4736;p61"/>
              <p:cNvGrpSpPr/>
              <p:nvPr/>
            </p:nvGrpSpPr>
            <p:grpSpPr>
              <a:xfrm>
                <a:off x="-507662" y="283950"/>
                <a:ext cx="249300" cy="802850"/>
                <a:chOff x="-4628300" y="394775"/>
                <a:chExt cx="249300" cy="802850"/>
              </a:xfrm>
            </p:grpSpPr>
            <p:sp>
              <p:nvSpPr>
                <p:cNvPr id="4737" name="Google Shape;4737;p61"/>
                <p:cNvSpPr/>
                <p:nvPr/>
              </p:nvSpPr>
              <p:spPr>
                <a:xfrm>
                  <a:off x="-4625325" y="394775"/>
                  <a:ext cx="243575" cy="267125"/>
                </a:xfrm>
                <a:custGeom>
                  <a:rect b="b" l="l" r="r" t="t"/>
                  <a:pathLst>
                    <a:path extrusionOk="0" h="10685" w="9743">
                      <a:moveTo>
                        <a:pt x="4703" y="1"/>
                      </a:moveTo>
                      <a:cubicBezTo>
                        <a:pt x="1059" y="1"/>
                        <a:pt x="5" y="3143"/>
                        <a:pt x="2" y="5811"/>
                      </a:cubicBezTo>
                      <a:cubicBezTo>
                        <a:pt x="0" y="8499"/>
                        <a:pt x="2178" y="10682"/>
                        <a:pt x="4866" y="10685"/>
                      </a:cubicBezTo>
                      <a:cubicBezTo>
                        <a:pt x="4868" y="10685"/>
                        <a:pt x="4870" y="10685"/>
                        <a:pt x="4872" y="10685"/>
                      </a:cubicBezTo>
                      <a:cubicBezTo>
                        <a:pt x="7557" y="10685"/>
                        <a:pt x="9737" y="8508"/>
                        <a:pt x="9739" y="5822"/>
                      </a:cubicBezTo>
                      <a:cubicBezTo>
                        <a:pt x="9742" y="3133"/>
                        <a:pt x="8329" y="45"/>
                        <a:pt x="4783" y="1"/>
                      </a:cubicBezTo>
                      <a:cubicBezTo>
                        <a:pt x="4757" y="1"/>
                        <a:pt x="4730" y="1"/>
                        <a:pt x="4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1"/>
                <p:cNvSpPr/>
                <p:nvPr/>
              </p:nvSpPr>
              <p:spPr>
                <a:xfrm>
                  <a:off x="-4578650" y="638800"/>
                  <a:ext cx="153925" cy="558825"/>
                </a:xfrm>
                <a:custGeom>
                  <a:rect b="b" l="l" r="r" t="t"/>
                  <a:pathLst>
                    <a:path extrusionOk="0" h="22353" w="6157">
                      <a:moveTo>
                        <a:pt x="0" y="1"/>
                      </a:moveTo>
                      <a:lnTo>
                        <a:pt x="1002" y="21718"/>
                      </a:lnTo>
                      <a:cubicBezTo>
                        <a:pt x="1002" y="21718"/>
                        <a:pt x="1685" y="22352"/>
                        <a:pt x="3045" y="22353"/>
                      </a:cubicBezTo>
                      <a:cubicBezTo>
                        <a:pt x="3049" y="22353"/>
                        <a:pt x="3052" y="22353"/>
                        <a:pt x="3056" y="22353"/>
                      </a:cubicBezTo>
                      <a:cubicBezTo>
                        <a:pt x="4485" y="22353"/>
                        <a:pt x="5105" y="21723"/>
                        <a:pt x="5105" y="21723"/>
                      </a:cubicBezTo>
                      <a:lnTo>
                        <a:pt x="6157" y="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1"/>
                <p:cNvSpPr/>
                <p:nvPr/>
              </p:nvSpPr>
              <p:spPr>
                <a:xfrm>
                  <a:off x="-4596525" y="618825"/>
                  <a:ext cx="184925" cy="29825"/>
                </a:xfrm>
                <a:custGeom>
                  <a:rect b="b" l="l" r="r" t="t"/>
                  <a:pathLst>
                    <a:path extrusionOk="0" h="1193" w="7397">
                      <a:moveTo>
                        <a:pt x="1" y="0"/>
                      </a:moveTo>
                      <a:lnTo>
                        <a:pt x="701" y="793"/>
                      </a:lnTo>
                      <a:cubicBezTo>
                        <a:pt x="1992" y="1092"/>
                        <a:pt x="3106" y="1192"/>
                        <a:pt x="4019" y="1192"/>
                      </a:cubicBezTo>
                      <a:cubicBezTo>
                        <a:pt x="5843" y="1192"/>
                        <a:pt x="6857" y="793"/>
                        <a:pt x="6857" y="793"/>
                      </a:cubicBezTo>
                      <a:lnTo>
                        <a:pt x="7396" y="38"/>
                      </a:lnTo>
                      <a:lnTo>
                        <a:pt x="7396" y="38"/>
                      </a:lnTo>
                      <a:cubicBezTo>
                        <a:pt x="5867" y="370"/>
                        <a:pt x="4550" y="482"/>
                        <a:pt x="3469" y="482"/>
                      </a:cubicBezTo>
                      <a:cubicBezTo>
                        <a:pt x="1227" y="482"/>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1"/>
                <p:cNvSpPr/>
                <p:nvPr/>
              </p:nvSpPr>
              <p:spPr>
                <a:xfrm>
                  <a:off x="-4628300" y="530675"/>
                  <a:ext cx="249300" cy="29925"/>
                </a:xfrm>
                <a:custGeom>
                  <a:rect b="b" l="l" r="r" t="t"/>
                  <a:pathLst>
                    <a:path extrusionOk="0" h="1197" w="9972">
                      <a:moveTo>
                        <a:pt x="1" y="1"/>
                      </a:moveTo>
                      <a:lnTo>
                        <a:pt x="0" y="708"/>
                      </a:lnTo>
                      <a:cubicBezTo>
                        <a:pt x="0" y="708"/>
                        <a:pt x="1837" y="1193"/>
                        <a:pt x="4994" y="1197"/>
                      </a:cubicBezTo>
                      <a:cubicBezTo>
                        <a:pt x="5001" y="1197"/>
                        <a:pt x="5007" y="1197"/>
                        <a:pt x="5014" y="1197"/>
                      </a:cubicBezTo>
                      <a:cubicBezTo>
                        <a:pt x="8066" y="1197"/>
                        <a:pt x="9971" y="719"/>
                        <a:pt x="9971" y="719"/>
                      </a:cubicBezTo>
                      <a:lnTo>
                        <a:pt x="9972" y="12"/>
                      </a:lnTo>
                      <a:lnTo>
                        <a:pt x="9972" y="12"/>
                      </a:lnTo>
                      <a:cubicBezTo>
                        <a:pt x="9971" y="12"/>
                        <a:pt x="8240" y="490"/>
                        <a:pt x="5054" y="490"/>
                      </a:cubicBezTo>
                      <a:cubicBezTo>
                        <a:pt x="5040" y="490"/>
                        <a:pt x="5027" y="490"/>
                        <a:pt x="5013" y="490"/>
                      </a:cubicBezTo>
                      <a:cubicBezTo>
                        <a:pt x="2056" y="48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1"/>
                <p:cNvSpPr/>
                <p:nvPr/>
              </p:nvSpPr>
              <p:spPr>
                <a:xfrm>
                  <a:off x="-4517700" y="824050"/>
                  <a:ext cx="33375" cy="120300"/>
                </a:xfrm>
                <a:custGeom>
                  <a:rect b="b" l="l" r="r" t="t"/>
                  <a:pathLst>
                    <a:path extrusionOk="0" h="4812" w="1335">
                      <a:moveTo>
                        <a:pt x="630" y="0"/>
                      </a:moveTo>
                      <a:cubicBezTo>
                        <a:pt x="283" y="0"/>
                        <a:pt x="1" y="285"/>
                        <a:pt x="8" y="632"/>
                      </a:cubicBezTo>
                      <a:lnTo>
                        <a:pt x="76" y="4201"/>
                      </a:lnTo>
                      <a:cubicBezTo>
                        <a:pt x="82" y="4515"/>
                        <a:pt x="321" y="4776"/>
                        <a:pt x="633" y="4808"/>
                      </a:cubicBezTo>
                      <a:cubicBezTo>
                        <a:pt x="655" y="4810"/>
                        <a:pt x="677" y="4811"/>
                        <a:pt x="699" y="4811"/>
                      </a:cubicBezTo>
                      <a:cubicBezTo>
                        <a:pt x="1037" y="4811"/>
                        <a:pt x="1319" y="4538"/>
                        <a:pt x="1319" y="4193"/>
                      </a:cubicBezTo>
                      <a:lnTo>
                        <a:pt x="1334" y="627"/>
                      </a:lnTo>
                      <a:cubicBezTo>
                        <a:pt x="1335" y="292"/>
                        <a:pt x="1069" y="15"/>
                        <a:pt x="733" y="4"/>
                      </a:cubicBezTo>
                      <a:lnTo>
                        <a:pt x="651" y="1"/>
                      </a:lnTo>
                      <a:cubicBezTo>
                        <a:pt x="644" y="0"/>
                        <a:pt x="637"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1"/>
                <p:cNvSpPr/>
                <p:nvPr/>
              </p:nvSpPr>
              <p:spPr>
                <a:xfrm>
                  <a:off x="-4512225" y="910675"/>
                  <a:ext cx="23325" cy="18250"/>
                </a:xfrm>
                <a:custGeom>
                  <a:rect b="b" l="l" r="r" t="t"/>
                  <a:pathLst>
                    <a:path extrusionOk="0" h="730" w="933">
                      <a:moveTo>
                        <a:pt x="0" y="0"/>
                      </a:moveTo>
                      <a:lnTo>
                        <a:pt x="28" y="693"/>
                      </a:lnTo>
                      <a:lnTo>
                        <a:pt x="922" y="730"/>
                      </a:lnTo>
                      <a:lnTo>
                        <a:pt x="932"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43" name="Google Shape;4743;p61"/>
            <p:cNvGrpSpPr/>
            <p:nvPr/>
          </p:nvGrpSpPr>
          <p:grpSpPr>
            <a:xfrm>
              <a:off x="8357211" y="4237877"/>
              <a:ext cx="597561" cy="732248"/>
              <a:chOff x="-476487" y="1228650"/>
              <a:chExt cx="263475" cy="322875"/>
            </a:xfrm>
          </p:grpSpPr>
          <p:sp>
            <p:nvSpPr>
              <p:cNvPr id="4744" name="Google Shape;4744;p61"/>
              <p:cNvSpPr/>
              <p:nvPr/>
            </p:nvSpPr>
            <p:spPr>
              <a:xfrm>
                <a:off x="-476487" y="1228650"/>
                <a:ext cx="263475" cy="322875"/>
              </a:xfrm>
              <a:custGeom>
                <a:rect b="b" l="l" r="r" t="t"/>
                <a:pathLst>
                  <a:path extrusionOk="0" h="12915" w="10539">
                    <a:moveTo>
                      <a:pt x="1124" y="0"/>
                    </a:moveTo>
                    <a:lnTo>
                      <a:pt x="1" y="12848"/>
                    </a:lnTo>
                    <a:lnTo>
                      <a:pt x="8339" y="12900"/>
                    </a:lnTo>
                    <a:lnTo>
                      <a:pt x="10538" y="12915"/>
                    </a:lnTo>
                    <a:lnTo>
                      <a:pt x="10124" y="222"/>
                    </a:lnTo>
                    <a:lnTo>
                      <a:pt x="8471" y="182"/>
                    </a:lnTo>
                    <a:lnTo>
                      <a:pt x="1124"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5" name="Google Shape;4745;p61"/>
              <p:cNvGrpSpPr/>
              <p:nvPr/>
            </p:nvGrpSpPr>
            <p:grpSpPr>
              <a:xfrm>
                <a:off x="-476487" y="1228650"/>
                <a:ext cx="263475" cy="322875"/>
                <a:chOff x="-4190125" y="677000"/>
                <a:chExt cx="263475" cy="322875"/>
              </a:xfrm>
            </p:grpSpPr>
            <p:sp>
              <p:nvSpPr>
                <p:cNvPr id="4746" name="Google Shape;4746;p61"/>
                <p:cNvSpPr/>
                <p:nvPr/>
              </p:nvSpPr>
              <p:spPr>
                <a:xfrm>
                  <a:off x="-4190125" y="677000"/>
                  <a:ext cx="263475" cy="322875"/>
                </a:xfrm>
                <a:custGeom>
                  <a:rect b="b" l="l" r="r" t="t"/>
                  <a:pathLst>
                    <a:path extrusionOk="0" h="12915" w="10539">
                      <a:moveTo>
                        <a:pt x="1124" y="0"/>
                      </a:moveTo>
                      <a:lnTo>
                        <a:pt x="1" y="12848"/>
                      </a:lnTo>
                      <a:lnTo>
                        <a:pt x="8339" y="12900"/>
                      </a:lnTo>
                      <a:lnTo>
                        <a:pt x="10538" y="12915"/>
                      </a:lnTo>
                      <a:lnTo>
                        <a:pt x="10124" y="222"/>
                      </a:lnTo>
                      <a:lnTo>
                        <a:pt x="8471" y="183"/>
                      </a:lnTo>
                      <a:lnTo>
                        <a:pt x="11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1"/>
                <p:cNvSpPr/>
                <p:nvPr/>
              </p:nvSpPr>
              <p:spPr>
                <a:xfrm>
                  <a:off x="-3981650" y="681550"/>
                  <a:ext cx="55000" cy="318325"/>
                </a:xfrm>
                <a:custGeom>
                  <a:rect b="b" l="l" r="r" t="t"/>
                  <a:pathLst>
                    <a:path extrusionOk="0" h="12733" w="2200">
                      <a:moveTo>
                        <a:pt x="132" y="1"/>
                      </a:moveTo>
                      <a:lnTo>
                        <a:pt x="0" y="12718"/>
                      </a:lnTo>
                      <a:lnTo>
                        <a:pt x="2199" y="12733"/>
                      </a:lnTo>
                      <a:lnTo>
                        <a:pt x="1785" y="40"/>
                      </a:lnTo>
                      <a:lnTo>
                        <a:pt x="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1"/>
                <p:cNvSpPr/>
                <p:nvPr/>
              </p:nvSpPr>
              <p:spPr>
                <a:xfrm>
                  <a:off x="-4130225" y="705650"/>
                  <a:ext cx="97075" cy="90600"/>
                </a:xfrm>
                <a:custGeom>
                  <a:rect b="b" l="l" r="r" t="t"/>
                  <a:pathLst>
                    <a:path extrusionOk="0" h="3624" w="3883">
                      <a:moveTo>
                        <a:pt x="1944" y="1"/>
                      </a:moveTo>
                      <a:cubicBezTo>
                        <a:pt x="1853" y="1"/>
                        <a:pt x="1761" y="7"/>
                        <a:pt x="1669" y="21"/>
                      </a:cubicBezTo>
                      <a:cubicBezTo>
                        <a:pt x="679" y="172"/>
                        <a:pt x="0" y="1096"/>
                        <a:pt x="151" y="2084"/>
                      </a:cubicBezTo>
                      <a:cubicBezTo>
                        <a:pt x="287" y="2982"/>
                        <a:pt x="1060" y="3623"/>
                        <a:pt x="1940" y="3623"/>
                      </a:cubicBezTo>
                      <a:cubicBezTo>
                        <a:pt x="2030" y="3623"/>
                        <a:pt x="2122" y="3617"/>
                        <a:pt x="2215" y="3603"/>
                      </a:cubicBezTo>
                      <a:cubicBezTo>
                        <a:pt x="3203" y="3452"/>
                        <a:pt x="3882" y="2527"/>
                        <a:pt x="3732" y="1539"/>
                      </a:cubicBezTo>
                      <a:cubicBezTo>
                        <a:pt x="3595" y="642"/>
                        <a:pt x="2823" y="1"/>
                        <a:pt x="1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1"/>
                <p:cNvSpPr/>
                <p:nvPr/>
              </p:nvSpPr>
              <p:spPr>
                <a:xfrm>
                  <a:off x="-4100850" y="732800"/>
                  <a:ext cx="38350" cy="36275"/>
                </a:xfrm>
                <a:custGeom>
                  <a:rect b="b" l="l" r="r" t="t"/>
                  <a:pathLst>
                    <a:path extrusionOk="0" h="1451" w="1534">
                      <a:moveTo>
                        <a:pt x="765" y="1"/>
                      </a:moveTo>
                      <a:cubicBezTo>
                        <a:pt x="402" y="1"/>
                        <a:pt x="90" y="272"/>
                        <a:pt x="47" y="641"/>
                      </a:cubicBezTo>
                      <a:cubicBezTo>
                        <a:pt x="1" y="1039"/>
                        <a:pt x="285" y="1399"/>
                        <a:pt x="683" y="1445"/>
                      </a:cubicBezTo>
                      <a:cubicBezTo>
                        <a:pt x="711" y="1449"/>
                        <a:pt x="740" y="1450"/>
                        <a:pt x="768" y="1450"/>
                      </a:cubicBezTo>
                      <a:cubicBezTo>
                        <a:pt x="1130" y="1450"/>
                        <a:pt x="1443" y="1178"/>
                        <a:pt x="1487" y="810"/>
                      </a:cubicBezTo>
                      <a:cubicBezTo>
                        <a:pt x="1533" y="412"/>
                        <a:pt x="1247" y="52"/>
                        <a:pt x="850" y="6"/>
                      </a:cubicBezTo>
                      <a:cubicBezTo>
                        <a:pt x="821" y="2"/>
                        <a:pt x="793"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1"/>
                <p:cNvSpPr/>
                <p:nvPr/>
              </p:nvSpPr>
              <p:spPr>
                <a:xfrm>
                  <a:off x="-4155525" y="827725"/>
                  <a:ext cx="133525" cy="126375"/>
                </a:xfrm>
                <a:custGeom>
                  <a:rect b="b" l="l" r="r" t="t"/>
                  <a:pathLst>
                    <a:path extrusionOk="0" h="5055" w="5341">
                      <a:moveTo>
                        <a:pt x="2668" y="1"/>
                      </a:moveTo>
                      <a:cubicBezTo>
                        <a:pt x="1402" y="1"/>
                        <a:pt x="309" y="950"/>
                        <a:pt x="161" y="2237"/>
                      </a:cubicBezTo>
                      <a:cubicBezTo>
                        <a:pt x="1" y="3623"/>
                        <a:pt x="993" y="4875"/>
                        <a:pt x="2379" y="5037"/>
                      </a:cubicBezTo>
                      <a:cubicBezTo>
                        <a:pt x="2478" y="5049"/>
                        <a:pt x="2575" y="5054"/>
                        <a:pt x="2672" y="5054"/>
                      </a:cubicBezTo>
                      <a:cubicBezTo>
                        <a:pt x="3937" y="5054"/>
                        <a:pt x="5030" y="4105"/>
                        <a:pt x="5179" y="2819"/>
                      </a:cubicBezTo>
                      <a:cubicBezTo>
                        <a:pt x="5340" y="1433"/>
                        <a:pt x="4346" y="179"/>
                        <a:pt x="2960" y="18"/>
                      </a:cubicBezTo>
                      <a:cubicBezTo>
                        <a:pt x="2862" y="6"/>
                        <a:pt x="2764" y="1"/>
                        <a:pt x="2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1"/>
                <p:cNvSpPr/>
                <p:nvPr/>
              </p:nvSpPr>
              <p:spPr>
                <a:xfrm>
                  <a:off x="-4116600" y="864625"/>
                  <a:ext cx="55600" cy="52625"/>
                </a:xfrm>
                <a:custGeom>
                  <a:rect b="b" l="l" r="r" t="t"/>
                  <a:pathLst>
                    <a:path extrusionOk="0" h="2105" w="2224">
                      <a:moveTo>
                        <a:pt x="1111" y="0"/>
                      </a:moveTo>
                      <a:cubicBezTo>
                        <a:pt x="584" y="0"/>
                        <a:pt x="130" y="394"/>
                        <a:pt x="68" y="931"/>
                      </a:cubicBezTo>
                      <a:cubicBezTo>
                        <a:pt x="1" y="1508"/>
                        <a:pt x="415" y="2030"/>
                        <a:pt x="991" y="2097"/>
                      </a:cubicBezTo>
                      <a:cubicBezTo>
                        <a:pt x="1032" y="2102"/>
                        <a:pt x="1073" y="2104"/>
                        <a:pt x="1113" y="2104"/>
                      </a:cubicBezTo>
                      <a:cubicBezTo>
                        <a:pt x="1640" y="2104"/>
                        <a:pt x="2095" y="1709"/>
                        <a:pt x="2158" y="1173"/>
                      </a:cubicBezTo>
                      <a:cubicBezTo>
                        <a:pt x="2224" y="596"/>
                        <a:pt x="1810" y="74"/>
                        <a:pt x="1234" y="7"/>
                      </a:cubicBezTo>
                      <a:cubicBezTo>
                        <a:pt x="1193" y="2"/>
                        <a:pt x="1152"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1"/>
                <p:cNvSpPr/>
                <p:nvPr/>
              </p:nvSpPr>
              <p:spPr>
                <a:xfrm>
                  <a:off x="-3999000" y="687450"/>
                  <a:ext cx="11200" cy="10600"/>
                </a:xfrm>
                <a:custGeom>
                  <a:rect b="b" l="l" r="r" t="t"/>
                  <a:pathLst>
                    <a:path extrusionOk="0" h="424" w="448">
                      <a:moveTo>
                        <a:pt x="224" y="1"/>
                      </a:moveTo>
                      <a:cubicBezTo>
                        <a:pt x="118" y="1"/>
                        <a:pt x="26" y="80"/>
                        <a:pt x="14" y="188"/>
                      </a:cubicBezTo>
                      <a:cubicBezTo>
                        <a:pt x="1" y="304"/>
                        <a:pt x="83" y="408"/>
                        <a:pt x="200" y="422"/>
                      </a:cubicBezTo>
                      <a:cubicBezTo>
                        <a:pt x="208" y="423"/>
                        <a:pt x="216" y="424"/>
                        <a:pt x="225" y="424"/>
                      </a:cubicBezTo>
                      <a:cubicBezTo>
                        <a:pt x="330" y="424"/>
                        <a:pt x="422" y="345"/>
                        <a:pt x="434" y="237"/>
                      </a:cubicBezTo>
                      <a:cubicBezTo>
                        <a:pt x="448" y="121"/>
                        <a:pt x="365" y="16"/>
                        <a:pt x="248" y="2"/>
                      </a:cubicBezTo>
                      <a:cubicBezTo>
                        <a:pt x="240" y="1"/>
                        <a:pt x="232"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1"/>
                <p:cNvSpPr/>
                <p:nvPr/>
              </p:nvSpPr>
              <p:spPr>
                <a:xfrm>
                  <a:off x="-4158425" y="683025"/>
                  <a:ext cx="11175" cy="10625"/>
                </a:xfrm>
                <a:custGeom>
                  <a:rect b="b" l="l" r="r" t="t"/>
                  <a:pathLst>
                    <a:path extrusionOk="0" h="425" w="447">
                      <a:moveTo>
                        <a:pt x="225" y="1"/>
                      </a:moveTo>
                      <a:cubicBezTo>
                        <a:pt x="119" y="1"/>
                        <a:pt x="27" y="80"/>
                        <a:pt x="14" y="188"/>
                      </a:cubicBezTo>
                      <a:cubicBezTo>
                        <a:pt x="0" y="304"/>
                        <a:pt x="83" y="408"/>
                        <a:pt x="199" y="423"/>
                      </a:cubicBezTo>
                      <a:cubicBezTo>
                        <a:pt x="207" y="424"/>
                        <a:pt x="215" y="424"/>
                        <a:pt x="222" y="424"/>
                      </a:cubicBezTo>
                      <a:cubicBezTo>
                        <a:pt x="328" y="424"/>
                        <a:pt x="421" y="345"/>
                        <a:pt x="434" y="237"/>
                      </a:cubicBezTo>
                      <a:cubicBezTo>
                        <a:pt x="447" y="120"/>
                        <a:pt x="364" y="16"/>
                        <a:pt x="248" y="2"/>
                      </a:cubicBezTo>
                      <a:cubicBezTo>
                        <a:pt x="240" y="1"/>
                        <a:pt x="232"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1"/>
                <p:cNvSpPr/>
                <p:nvPr/>
              </p:nvSpPr>
              <p:spPr>
                <a:xfrm>
                  <a:off x="-4183975" y="979075"/>
                  <a:ext cx="11200" cy="10625"/>
                </a:xfrm>
                <a:custGeom>
                  <a:rect b="b" l="l" r="r" t="t"/>
                  <a:pathLst>
                    <a:path extrusionOk="0" h="425" w="448">
                      <a:moveTo>
                        <a:pt x="225" y="1"/>
                      </a:moveTo>
                      <a:cubicBezTo>
                        <a:pt x="118" y="1"/>
                        <a:pt x="25" y="80"/>
                        <a:pt x="14" y="188"/>
                      </a:cubicBezTo>
                      <a:cubicBezTo>
                        <a:pt x="0" y="304"/>
                        <a:pt x="83" y="409"/>
                        <a:pt x="200" y="423"/>
                      </a:cubicBezTo>
                      <a:cubicBezTo>
                        <a:pt x="207" y="424"/>
                        <a:pt x="215" y="424"/>
                        <a:pt x="223" y="424"/>
                      </a:cubicBezTo>
                      <a:cubicBezTo>
                        <a:pt x="329" y="424"/>
                        <a:pt x="421" y="345"/>
                        <a:pt x="434" y="237"/>
                      </a:cubicBezTo>
                      <a:cubicBezTo>
                        <a:pt x="447" y="121"/>
                        <a:pt x="365" y="16"/>
                        <a:pt x="248" y="2"/>
                      </a:cubicBezTo>
                      <a:cubicBezTo>
                        <a:pt x="240" y="1"/>
                        <a:pt x="233"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1"/>
                <p:cNvSpPr/>
                <p:nvPr/>
              </p:nvSpPr>
              <p:spPr>
                <a:xfrm>
                  <a:off x="-4000300" y="980975"/>
                  <a:ext cx="11200" cy="10600"/>
                </a:xfrm>
                <a:custGeom>
                  <a:rect b="b" l="l" r="r" t="t"/>
                  <a:pathLst>
                    <a:path extrusionOk="0" h="424" w="448">
                      <a:moveTo>
                        <a:pt x="222" y="1"/>
                      </a:moveTo>
                      <a:cubicBezTo>
                        <a:pt x="115" y="1"/>
                        <a:pt x="25" y="81"/>
                        <a:pt x="14" y="188"/>
                      </a:cubicBezTo>
                      <a:cubicBezTo>
                        <a:pt x="0" y="305"/>
                        <a:pt x="83" y="409"/>
                        <a:pt x="199" y="422"/>
                      </a:cubicBezTo>
                      <a:cubicBezTo>
                        <a:pt x="208" y="423"/>
                        <a:pt x="216" y="424"/>
                        <a:pt x="224" y="424"/>
                      </a:cubicBezTo>
                      <a:cubicBezTo>
                        <a:pt x="329" y="424"/>
                        <a:pt x="420" y="345"/>
                        <a:pt x="434" y="237"/>
                      </a:cubicBezTo>
                      <a:cubicBezTo>
                        <a:pt x="447" y="121"/>
                        <a:pt x="363" y="17"/>
                        <a:pt x="248" y="2"/>
                      </a:cubicBezTo>
                      <a:cubicBezTo>
                        <a:pt x="239" y="1"/>
                        <a:pt x="230" y="1"/>
                        <a:pt x="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56" name="Google Shape;4756;p61"/>
            <p:cNvGrpSpPr/>
            <p:nvPr/>
          </p:nvGrpSpPr>
          <p:grpSpPr>
            <a:xfrm rot="-454279">
              <a:off x="156599" y="4194911"/>
              <a:ext cx="786481" cy="812427"/>
              <a:chOff x="-2828900" y="2732900"/>
              <a:chExt cx="312600" cy="322913"/>
            </a:xfrm>
          </p:grpSpPr>
          <p:sp>
            <p:nvSpPr>
              <p:cNvPr id="4757" name="Google Shape;4757;p61"/>
              <p:cNvSpPr/>
              <p:nvPr/>
            </p:nvSpPr>
            <p:spPr>
              <a:xfrm>
                <a:off x="-2828875" y="2732900"/>
                <a:ext cx="312525" cy="322875"/>
              </a:xfrm>
              <a:custGeom>
                <a:rect b="b" l="l" r="r" t="t"/>
                <a:pathLst>
                  <a:path extrusionOk="0" h="12915" w="12501">
                    <a:moveTo>
                      <a:pt x="3980" y="125"/>
                    </a:moveTo>
                    <a:cubicBezTo>
                      <a:pt x="4044" y="125"/>
                      <a:pt x="4112" y="133"/>
                      <a:pt x="4186" y="148"/>
                    </a:cubicBezTo>
                    <a:cubicBezTo>
                      <a:pt x="4545" y="223"/>
                      <a:pt x="4747" y="879"/>
                      <a:pt x="4852" y="1506"/>
                    </a:cubicBezTo>
                    <a:cubicBezTo>
                      <a:pt x="4364" y="1637"/>
                      <a:pt x="3907" y="1839"/>
                      <a:pt x="3485" y="2097"/>
                    </a:cubicBezTo>
                    <a:lnTo>
                      <a:pt x="3426" y="987"/>
                    </a:lnTo>
                    <a:lnTo>
                      <a:pt x="3389" y="987"/>
                    </a:lnTo>
                    <a:lnTo>
                      <a:pt x="3389" y="982"/>
                    </a:lnTo>
                    <a:cubicBezTo>
                      <a:pt x="3389" y="977"/>
                      <a:pt x="3351" y="482"/>
                      <a:pt x="3616" y="249"/>
                    </a:cubicBezTo>
                    <a:cubicBezTo>
                      <a:pt x="3708" y="167"/>
                      <a:pt x="3831" y="125"/>
                      <a:pt x="3980" y="125"/>
                    </a:cubicBezTo>
                    <a:close/>
                    <a:moveTo>
                      <a:pt x="4880" y="1674"/>
                    </a:moveTo>
                    <a:cubicBezTo>
                      <a:pt x="4924" y="1984"/>
                      <a:pt x="4945" y="2272"/>
                      <a:pt x="4952" y="2463"/>
                    </a:cubicBezTo>
                    <a:lnTo>
                      <a:pt x="3505" y="2463"/>
                    </a:lnTo>
                    <a:lnTo>
                      <a:pt x="3497" y="2288"/>
                    </a:lnTo>
                    <a:cubicBezTo>
                      <a:pt x="3921" y="2019"/>
                      <a:pt x="4383" y="1809"/>
                      <a:pt x="4880" y="1674"/>
                    </a:cubicBezTo>
                    <a:close/>
                    <a:moveTo>
                      <a:pt x="6137" y="1506"/>
                    </a:moveTo>
                    <a:cubicBezTo>
                      <a:pt x="7235" y="1506"/>
                      <a:pt x="8215" y="1875"/>
                      <a:pt x="9035" y="2463"/>
                    </a:cubicBezTo>
                    <a:lnTo>
                      <a:pt x="5074" y="2463"/>
                    </a:lnTo>
                    <a:lnTo>
                      <a:pt x="5074" y="2461"/>
                    </a:lnTo>
                    <a:cubicBezTo>
                      <a:pt x="5073" y="2425"/>
                      <a:pt x="5061" y="2072"/>
                      <a:pt x="5000" y="1643"/>
                    </a:cubicBezTo>
                    <a:cubicBezTo>
                      <a:pt x="5362" y="1555"/>
                      <a:pt x="5743" y="1506"/>
                      <a:pt x="6137" y="1506"/>
                    </a:cubicBezTo>
                    <a:close/>
                    <a:moveTo>
                      <a:pt x="9383" y="2733"/>
                    </a:moveTo>
                    <a:cubicBezTo>
                      <a:pt x="10274" y="3482"/>
                      <a:pt x="10943" y="4499"/>
                      <a:pt x="11318" y="5554"/>
                    </a:cubicBezTo>
                    <a:cubicBezTo>
                      <a:pt x="11306" y="5724"/>
                      <a:pt x="11306" y="5978"/>
                      <a:pt x="11392" y="6087"/>
                    </a:cubicBezTo>
                    <a:cubicBezTo>
                      <a:pt x="11438" y="6147"/>
                      <a:pt x="11477" y="6173"/>
                      <a:pt x="11508" y="6185"/>
                    </a:cubicBezTo>
                    <a:cubicBezTo>
                      <a:pt x="12047" y="8400"/>
                      <a:pt x="11367" y="9837"/>
                      <a:pt x="11251" y="10060"/>
                    </a:cubicBezTo>
                    <a:lnTo>
                      <a:pt x="11251" y="9733"/>
                    </a:lnTo>
                    <a:lnTo>
                      <a:pt x="11093" y="9733"/>
                    </a:lnTo>
                    <a:cubicBezTo>
                      <a:pt x="11297" y="9501"/>
                      <a:pt x="11322" y="8806"/>
                      <a:pt x="11116" y="8421"/>
                    </a:cubicBezTo>
                    <a:cubicBezTo>
                      <a:pt x="11012" y="8224"/>
                      <a:pt x="10863" y="8123"/>
                      <a:pt x="10685" y="8123"/>
                    </a:cubicBezTo>
                    <a:cubicBezTo>
                      <a:pt x="10600" y="8123"/>
                      <a:pt x="10507" y="8146"/>
                      <a:pt x="10409" y="8193"/>
                    </a:cubicBezTo>
                    <a:cubicBezTo>
                      <a:pt x="10301" y="8246"/>
                      <a:pt x="10194" y="8268"/>
                      <a:pt x="10091" y="8268"/>
                    </a:cubicBezTo>
                    <a:cubicBezTo>
                      <a:pt x="9809" y="8268"/>
                      <a:pt x="9556" y="8106"/>
                      <a:pt x="9383" y="7956"/>
                    </a:cubicBezTo>
                    <a:lnTo>
                      <a:pt x="9383" y="3642"/>
                    </a:lnTo>
                    <a:lnTo>
                      <a:pt x="9383" y="2733"/>
                    </a:lnTo>
                    <a:close/>
                    <a:moveTo>
                      <a:pt x="9382" y="8113"/>
                    </a:moveTo>
                    <a:cubicBezTo>
                      <a:pt x="9567" y="8255"/>
                      <a:pt x="9816" y="8390"/>
                      <a:pt x="10092" y="8390"/>
                    </a:cubicBezTo>
                    <a:cubicBezTo>
                      <a:pt x="10212" y="8390"/>
                      <a:pt x="10336" y="8365"/>
                      <a:pt x="10463" y="8304"/>
                    </a:cubicBezTo>
                    <a:cubicBezTo>
                      <a:pt x="10542" y="8265"/>
                      <a:pt x="10615" y="8246"/>
                      <a:pt x="10682" y="8246"/>
                    </a:cubicBezTo>
                    <a:cubicBezTo>
                      <a:pt x="10816" y="8246"/>
                      <a:pt x="10925" y="8324"/>
                      <a:pt x="11007" y="8477"/>
                    </a:cubicBezTo>
                    <a:cubicBezTo>
                      <a:pt x="11197" y="8836"/>
                      <a:pt x="11160" y="9489"/>
                      <a:pt x="10998" y="9654"/>
                    </a:cubicBezTo>
                    <a:lnTo>
                      <a:pt x="10998" y="9611"/>
                    </a:lnTo>
                    <a:cubicBezTo>
                      <a:pt x="10998" y="9585"/>
                      <a:pt x="10976" y="9563"/>
                      <a:pt x="10949" y="9563"/>
                    </a:cubicBezTo>
                    <a:lnTo>
                      <a:pt x="10731" y="9563"/>
                    </a:lnTo>
                    <a:lnTo>
                      <a:pt x="10731" y="9169"/>
                    </a:lnTo>
                    <a:lnTo>
                      <a:pt x="9579" y="8916"/>
                    </a:lnTo>
                    <a:cubicBezTo>
                      <a:pt x="9579" y="8916"/>
                      <a:pt x="9474" y="9513"/>
                      <a:pt x="9494" y="10392"/>
                    </a:cubicBezTo>
                    <a:lnTo>
                      <a:pt x="9494" y="10414"/>
                    </a:lnTo>
                    <a:cubicBezTo>
                      <a:pt x="9495" y="10451"/>
                      <a:pt x="9496" y="10489"/>
                      <a:pt x="9498" y="10528"/>
                    </a:cubicBezTo>
                    <a:cubicBezTo>
                      <a:pt x="9498" y="10536"/>
                      <a:pt x="9498" y="10544"/>
                      <a:pt x="9499" y="10554"/>
                    </a:cubicBezTo>
                    <a:cubicBezTo>
                      <a:pt x="9500" y="10595"/>
                      <a:pt x="9503" y="10636"/>
                      <a:pt x="9504" y="10679"/>
                    </a:cubicBezTo>
                    <a:lnTo>
                      <a:pt x="9504" y="10691"/>
                    </a:lnTo>
                    <a:cubicBezTo>
                      <a:pt x="9506" y="10739"/>
                      <a:pt x="9510" y="10787"/>
                      <a:pt x="9513" y="10835"/>
                    </a:cubicBezTo>
                    <a:cubicBezTo>
                      <a:pt x="9513" y="10841"/>
                      <a:pt x="9515" y="10845"/>
                      <a:pt x="9515" y="10850"/>
                    </a:cubicBezTo>
                    <a:cubicBezTo>
                      <a:pt x="9517" y="10891"/>
                      <a:pt x="9521" y="10933"/>
                      <a:pt x="9524" y="10977"/>
                    </a:cubicBezTo>
                    <a:cubicBezTo>
                      <a:pt x="9525" y="10990"/>
                      <a:pt x="9526" y="11006"/>
                      <a:pt x="9527" y="11020"/>
                    </a:cubicBezTo>
                    <a:cubicBezTo>
                      <a:pt x="9530" y="11054"/>
                      <a:pt x="9534" y="11087"/>
                      <a:pt x="9536" y="11122"/>
                    </a:cubicBezTo>
                    <a:cubicBezTo>
                      <a:pt x="9537" y="11139"/>
                      <a:pt x="9541" y="11155"/>
                      <a:pt x="9542" y="11173"/>
                    </a:cubicBezTo>
                    <a:cubicBezTo>
                      <a:pt x="9546" y="11206"/>
                      <a:pt x="9550" y="11241"/>
                      <a:pt x="9553" y="11276"/>
                    </a:cubicBezTo>
                    <a:cubicBezTo>
                      <a:pt x="9554" y="11292"/>
                      <a:pt x="9557" y="11307"/>
                      <a:pt x="9558" y="11322"/>
                    </a:cubicBezTo>
                    <a:cubicBezTo>
                      <a:pt x="9564" y="11371"/>
                      <a:pt x="9569" y="11421"/>
                      <a:pt x="9578" y="11469"/>
                    </a:cubicBezTo>
                    <a:lnTo>
                      <a:pt x="9578" y="11472"/>
                    </a:lnTo>
                    <a:lnTo>
                      <a:pt x="10729" y="11233"/>
                    </a:lnTo>
                    <a:lnTo>
                      <a:pt x="10729" y="10966"/>
                    </a:lnTo>
                    <a:lnTo>
                      <a:pt x="10947" y="10966"/>
                    </a:lnTo>
                    <a:cubicBezTo>
                      <a:pt x="10975" y="10966"/>
                      <a:pt x="10997" y="10944"/>
                      <a:pt x="10997" y="10917"/>
                    </a:cubicBezTo>
                    <a:lnTo>
                      <a:pt x="10997" y="10913"/>
                    </a:lnTo>
                    <a:lnTo>
                      <a:pt x="10997" y="10762"/>
                    </a:lnTo>
                    <a:cubicBezTo>
                      <a:pt x="11698" y="10927"/>
                      <a:pt x="12146" y="11176"/>
                      <a:pt x="12292" y="11485"/>
                    </a:cubicBezTo>
                    <a:cubicBezTo>
                      <a:pt x="12374" y="11659"/>
                      <a:pt x="12360" y="11856"/>
                      <a:pt x="12252" y="12071"/>
                    </a:cubicBezTo>
                    <a:cubicBezTo>
                      <a:pt x="12187" y="12198"/>
                      <a:pt x="11999" y="12276"/>
                      <a:pt x="11767" y="12276"/>
                    </a:cubicBezTo>
                    <a:cubicBezTo>
                      <a:pt x="11731" y="12276"/>
                      <a:pt x="11694" y="12274"/>
                      <a:pt x="11656" y="12270"/>
                    </a:cubicBezTo>
                    <a:cubicBezTo>
                      <a:pt x="11376" y="12243"/>
                      <a:pt x="11016" y="12092"/>
                      <a:pt x="10923" y="11759"/>
                    </a:cubicBezTo>
                    <a:cubicBezTo>
                      <a:pt x="10893" y="11651"/>
                      <a:pt x="10824" y="11567"/>
                      <a:pt x="10719" y="11510"/>
                    </a:cubicBezTo>
                    <a:cubicBezTo>
                      <a:pt x="10599" y="11445"/>
                      <a:pt x="10440" y="11422"/>
                      <a:pt x="10273" y="11422"/>
                    </a:cubicBezTo>
                    <a:cubicBezTo>
                      <a:pt x="9894" y="11422"/>
                      <a:pt x="9476" y="11543"/>
                      <a:pt x="9382" y="11571"/>
                    </a:cubicBezTo>
                    <a:lnTo>
                      <a:pt x="9382" y="8113"/>
                    </a:lnTo>
                    <a:close/>
                    <a:moveTo>
                      <a:pt x="3979" y="1"/>
                    </a:moveTo>
                    <a:cubicBezTo>
                      <a:pt x="3800" y="1"/>
                      <a:pt x="3650" y="52"/>
                      <a:pt x="3534" y="155"/>
                    </a:cubicBezTo>
                    <a:cubicBezTo>
                      <a:pt x="3235" y="420"/>
                      <a:pt x="3262" y="927"/>
                      <a:pt x="3266" y="985"/>
                    </a:cubicBezTo>
                    <a:lnTo>
                      <a:pt x="3215" y="985"/>
                    </a:lnTo>
                    <a:lnTo>
                      <a:pt x="3154" y="2316"/>
                    </a:lnTo>
                    <a:cubicBezTo>
                      <a:pt x="3087" y="2363"/>
                      <a:pt x="3023" y="2410"/>
                      <a:pt x="2960" y="2461"/>
                    </a:cubicBezTo>
                    <a:lnTo>
                      <a:pt x="2892" y="2461"/>
                    </a:lnTo>
                    <a:lnTo>
                      <a:pt x="2892" y="2514"/>
                    </a:lnTo>
                    <a:cubicBezTo>
                      <a:pt x="1740" y="3439"/>
                      <a:pt x="934" y="4792"/>
                      <a:pt x="606" y="6136"/>
                    </a:cubicBezTo>
                    <a:cubicBezTo>
                      <a:pt x="1" y="8615"/>
                      <a:pt x="987" y="10295"/>
                      <a:pt x="1025" y="10358"/>
                    </a:cubicBezTo>
                    <a:lnTo>
                      <a:pt x="1025" y="10716"/>
                    </a:lnTo>
                    <a:lnTo>
                      <a:pt x="1277" y="10716"/>
                    </a:lnTo>
                    <a:lnTo>
                      <a:pt x="1277" y="10916"/>
                    </a:lnTo>
                    <a:lnTo>
                      <a:pt x="1277" y="10919"/>
                    </a:lnTo>
                    <a:cubicBezTo>
                      <a:pt x="1277" y="10947"/>
                      <a:pt x="1300" y="10969"/>
                      <a:pt x="1327" y="10969"/>
                    </a:cubicBezTo>
                    <a:lnTo>
                      <a:pt x="1545" y="10969"/>
                    </a:lnTo>
                    <a:lnTo>
                      <a:pt x="1545" y="10224"/>
                    </a:lnTo>
                    <a:lnTo>
                      <a:pt x="1545" y="9564"/>
                    </a:lnTo>
                    <a:lnTo>
                      <a:pt x="1325" y="9564"/>
                    </a:lnTo>
                    <a:cubicBezTo>
                      <a:pt x="1297" y="9565"/>
                      <a:pt x="1275" y="9587"/>
                      <a:pt x="1275" y="9612"/>
                    </a:cubicBezTo>
                    <a:lnTo>
                      <a:pt x="1275" y="9733"/>
                    </a:lnTo>
                    <a:lnTo>
                      <a:pt x="1022" y="9733"/>
                    </a:lnTo>
                    <a:lnTo>
                      <a:pt x="1022" y="10060"/>
                    </a:lnTo>
                    <a:cubicBezTo>
                      <a:pt x="907" y="9837"/>
                      <a:pt x="227" y="8399"/>
                      <a:pt x="765" y="6185"/>
                    </a:cubicBezTo>
                    <a:cubicBezTo>
                      <a:pt x="799" y="6174"/>
                      <a:pt x="837" y="6147"/>
                      <a:pt x="882" y="6087"/>
                    </a:cubicBezTo>
                    <a:cubicBezTo>
                      <a:pt x="967" y="5979"/>
                      <a:pt x="967" y="5725"/>
                      <a:pt x="955" y="5554"/>
                    </a:cubicBezTo>
                    <a:cubicBezTo>
                      <a:pt x="1332" y="4499"/>
                      <a:pt x="2001" y="3482"/>
                      <a:pt x="2891" y="2733"/>
                    </a:cubicBezTo>
                    <a:lnTo>
                      <a:pt x="2891" y="3642"/>
                    </a:lnTo>
                    <a:lnTo>
                      <a:pt x="2891" y="12915"/>
                    </a:lnTo>
                    <a:lnTo>
                      <a:pt x="9383" y="12915"/>
                    </a:lnTo>
                    <a:lnTo>
                      <a:pt x="9383" y="11697"/>
                    </a:lnTo>
                    <a:cubicBezTo>
                      <a:pt x="9390" y="11697"/>
                      <a:pt x="9396" y="11697"/>
                      <a:pt x="9401" y="11695"/>
                    </a:cubicBezTo>
                    <a:cubicBezTo>
                      <a:pt x="9407" y="11693"/>
                      <a:pt x="9878" y="11545"/>
                      <a:pt x="10278" y="11545"/>
                    </a:cubicBezTo>
                    <a:cubicBezTo>
                      <a:pt x="10424" y="11545"/>
                      <a:pt x="10561" y="11564"/>
                      <a:pt x="10661" y="11619"/>
                    </a:cubicBezTo>
                    <a:cubicBezTo>
                      <a:pt x="10738" y="11660"/>
                      <a:pt x="10784" y="11717"/>
                      <a:pt x="10806" y="11793"/>
                    </a:cubicBezTo>
                    <a:cubicBezTo>
                      <a:pt x="10915" y="12186"/>
                      <a:pt x="11326" y="12362"/>
                      <a:pt x="11644" y="12393"/>
                    </a:cubicBezTo>
                    <a:cubicBezTo>
                      <a:pt x="11685" y="12397"/>
                      <a:pt x="11725" y="12399"/>
                      <a:pt x="11766" y="12399"/>
                    </a:cubicBezTo>
                    <a:cubicBezTo>
                      <a:pt x="12048" y="12399"/>
                      <a:pt x="12275" y="12297"/>
                      <a:pt x="12361" y="12125"/>
                    </a:cubicBezTo>
                    <a:cubicBezTo>
                      <a:pt x="12488" y="11876"/>
                      <a:pt x="12500" y="11641"/>
                      <a:pt x="12402" y="11432"/>
                    </a:cubicBezTo>
                    <a:cubicBezTo>
                      <a:pt x="12256" y="11118"/>
                      <a:pt x="11869" y="10875"/>
                      <a:pt x="11251" y="10701"/>
                    </a:cubicBezTo>
                    <a:lnTo>
                      <a:pt x="11251" y="10357"/>
                    </a:lnTo>
                    <a:cubicBezTo>
                      <a:pt x="11288" y="10294"/>
                      <a:pt x="12275" y="8612"/>
                      <a:pt x="11670" y="6136"/>
                    </a:cubicBezTo>
                    <a:cubicBezTo>
                      <a:pt x="11342" y="4792"/>
                      <a:pt x="10536" y="3440"/>
                      <a:pt x="9383" y="2513"/>
                    </a:cubicBezTo>
                    <a:lnTo>
                      <a:pt x="9383" y="2461"/>
                    </a:lnTo>
                    <a:lnTo>
                      <a:pt x="9316" y="2461"/>
                    </a:lnTo>
                    <a:cubicBezTo>
                      <a:pt x="8434" y="1774"/>
                      <a:pt x="7356" y="1337"/>
                      <a:pt x="6137" y="1337"/>
                    </a:cubicBezTo>
                    <a:cubicBezTo>
                      <a:pt x="5734" y="1337"/>
                      <a:pt x="5345" y="1385"/>
                      <a:pt x="4974" y="1475"/>
                    </a:cubicBezTo>
                    <a:cubicBezTo>
                      <a:pt x="4867" y="840"/>
                      <a:pt x="4650" y="118"/>
                      <a:pt x="4211" y="26"/>
                    </a:cubicBezTo>
                    <a:cubicBezTo>
                      <a:pt x="4129" y="9"/>
                      <a:pt x="4052" y="1"/>
                      <a:pt x="3979"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8" name="Google Shape;4758;p61"/>
              <p:cNvGrpSpPr/>
              <p:nvPr/>
            </p:nvGrpSpPr>
            <p:grpSpPr>
              <a:xfrm>
                <a:off x="-2828900" y="2732988"/>
                <a:ext cx="312600" cy="322825"/>
                <a:chOff x="-2828900" y="1465025"/>
                <a:chExt cx="312600" cy="322825"/>
              </a:xfrm>
            </p:grpSpPr>
            <p:sp>
              <p:nvSpPr>
                <p:cNvPr id="4759" name="Google Shape;4759;p61"/>
                <p:cNvSpPr/>
                <p:nvPr/>
              </p:nvSpPr>
              <p:spPr>
                <a:xfrm>
                  <a:off x="-2828900" y="1498450"/>
                  <a:ext cx="306925" cy="225500"/>
                </a:xfrm>
                <a:custGeom>
                  <a:rect b="b" l="l" r="r" t="t"/>
                  <a:pathLst>
                    <a:path extrusionOk="0" h="9020" w="12277">
                      <a:moveTo>
                        <a:pt x="6138" y="0"/>
                      </a:moveTo>
                      <a:cubicBezTo>
                        <a:pt x="3276" y="0"/>
                        <a:pt x="1188" y="2414"/>
                        <a:pt x="606" y="4799"/>
                      </a:cubicBezTo>
                      <a:cubicBezTo>
                        <a:pt x="1" y="7277"/>
                        <a:pt x="987" y="8958"/>
                        <a:pt x="1024" y="9020"/>
                      </a:cubicBezTo>
                      <a:lnTo>
                        <a:pt x="1042" y="8751"/>
                      </a:lnTo>
                      <a:cubicBezTo>
                        <a:pt x="1033" y="8737"/>
                        <a:pt x="183" y="7247"/>
                        <a:pt x="769" y="4845"/>
                      </a:cubicBezTo>
                      <a:cubicBezTo>
                        <a:pt x="801" y="4834"/>
                        <a:pt x="839" y="4806"/>
                        <a:pt x="884" y="4747"/>
                      </a:cubicBezTo>
                      <a:cubicBezTo>
                        <a:pt x="970" y="4639"/>
                        <a:pt x="970" y="4385"/>
                        <a:pt x="957" y="4213"/>
                      </a:cubicBezTo>
                      <a:cubicBezTo>
                        <a:pt x="1708" y="2113"/>
                        <a:pt x="3613" y="166"/>
                        <a:pt x="6140" y="166"/>
                      </a:cubicBezTo>
                      <a:cubicBezTo>
                        <a:pt x="8666" y="166"/>
                        <a:pt x="10572" y="2114"/>
                        <a:pt x="11322" y="4213"/>
                      </a:cubicBezTo>
                      <a:cubicBezTo>
                        <a:pt x="11310" y="4383"/>
                        <a:pt x="11310" y="4638"/>
                        <a:pt x="11395" y="4747"/>
                      </a:cubicBezTo>
                      <a:cubicBezTo>
                        <a:pt x="11441" y="4806"/>
                        <a:pt x="11481" y="4832"/>
                        <a:pt x="11512" y="4845"/>
                      </a:cubicBezTo>
                      <a:cubicBezTo>
                        <a:pt x="12096" y="7247"/>
                        <a:pt x="11246" y="8736"/>
                        <a:pt x="11238" y="8751"/>
                      </a:cubicBezTo>
                      <a:lnTo>
                        <a:pt x="11255" y="9020"/>
                      </a:lnTo>
                      <a:cubicBezTo>
                        <a:pt x="11290" y="8957"/>
                        <a:pt x="12276" y="7276"/>
                        <a:pt x="11672" y="4799"/>
                      </a:cubicBezTo>
                      <a:cubicBezTo>
                        <a:pt x="11088" y="2414"/>
                        <a:pt x="9001" y="0"/>
                        <a:pt x="6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1"/>
                <p:cNvSpPr/>
                <p:nvPr/>
              </p:nvSpPr>
              <p:spPr>
                <a:xfrm>
                  <a:off x="-2748300" y="1465025"/>
                  <a:ext cx="46375" cy="63075"/>
                </a:xfrm>
                <a:custGeom>
                  <a:rect b="b" l="l" r="r" t="t"/>
                  <a:pathLst>
                    <a:path extrusionOk="0" h="2523" w="1855">
                      <a:moveTo>
                        <a:pt x="755" y="1"/>
                      </a:moveTo>
                      <a:cubicBezTo>
                        <a:pt x="577" y="1"/>
                        <a:pt x="428" y="52"/>
                        <a:pt x="311" y="155"/>
                      </a:cubicBezTo>
                      <a:cubicBezTo>
                        <a:pt x="1" y="430"/>
                        <a:pt x="42" y="967"/>
                        <a:pt x="43" y="990"/>
                      </a:cubicBezTo>
                      <a:cubicBezTo>
                        <a:pt x="45" y="1024"/>
                        <a:pt x="73" y="1047"/>
                        <a:pt x="105" y="1047"/>
                      </a:cubicBezTo>
                      <a:cubicBezTo>
                        <a:pt x="106" y="1047"/>
                        <a:pt x="108" y="1047"/>
                        <a:pt x="109" y="1047"/>
                      </a:cubicBezTo>
                      <a:cubicBezTo>
                        <a:pt x="143" y="1044"/>
                        <a:pt x="168" y="1015"/>
                        <a:pt x="166" y="981"/>
                      </a:cubicBezTo>
                      <a:cubicBezTo>
                        <a:pt x="164" y="976"/>
                        <a:pt x="128" y="482"/>
                        <a:pt x="393" y="248"/>
                      </a:cubicBezTo>
                      <a:cubicBezTo>
                        <a:pt x="485" y="166"/>
                        <a:pt x="607" y="125"/>
                        <a:pt x="755" y="125"/>
                      </a:cubicBezTo>
                      <a:cubicBezTo>
                        <a:pt x="820" y="125"/>
                        <a:pt x="889" y="133"/>
                        <a:pt x="963" y="148"/>
                      </a:cubicBezTo>
                      <a:cubicBezTo>
                        <a:pt x="1534" y="267"/>
                        <a:pt x="1710" y="1859"/>
                        <a:pt x="1729" y="2463"/>
                      </a:cubicBezTo>
                      <a:cubicBezTo>
                        <a:pt x="1730" y="2497"/>
                        <a:pt x="1757" y="2523"/>
                        <a:pt x="1791" y="2523"/>
                      </a:cubicBezTo>
                      <a:lnTo>
                        <a:pt x="1793" y="2523"/>
                      </a:lnTo>
                      <a:cubicBezTo>
                        <a:pt x="1827" y="2522"/>
                        <a:pt x="1854" y="2493"/>
                        <a:pt x="1853" y="2460"/>
                      </a:cubicBezTo>
                      <a:cubicBezTo>
                        <a:pt x="1849" y="2367"/>
                        <a:pt x="1772" y="189"/>
                        <a:pt x="988" y="26"/>
                      </a:cubicBezTo>
                      <a:cubicBezTo>
                        <a:pt x="906" y="9"/>
                        <a:pt x="828" y="1"/>
                        <a:pt x="7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1"/>
                <p:cNvSpPr/>
                <p:nvPr/>
              </p:nvSpPr>
              <p:spPr>
                <a:xfrm>
                  <a:off x="-2603250" y="1657175"/>
                  <a:ext cx="57875" cy="52700"/>
                </a:xfrm>
                <a:custGeom>
                  <a:rect b="b" l="l" r="r" t="t"/>
                  <a:pathLst>
                    <a:path extrusionOk="0" h="2108" w="2315">
                      <a:moveTo>
                        <a:pt x="70" y="1"/>
                      </a:moveTo>
                      <a:cubicBezTo>
                        <a:pt x="57" y="1"/>
                        <a:pt x="44" y="5"/>
                        <a:pt x="33" y="13"/>
                      </a:cubicBezTo>
                      <a:cubicBezTo>
                        <a:pt x="6" y="34"/>
                        <a:pt x="1" y="72"/>
                        <a:pt x="21" y="100"/>
                      </a:cubicBezTo>
                      <a:cubicBezTo>
                        <a:pt x="28" y="108"/>
                        <a:pt x="487" y="704"/>
                        <a:pt x="1066" y="704"/>
                      </a:cubicBezTo>
                      <a:cubicBezTo>
                        <a:pt x="1186" y="704"/>
                        <a:pt x="1311" y="679"/>
                        <a:pt x="1438" y="617"/>
                      </a:cubicBezTo>
                      <a:cubicBezTo>
                        <a:pt x="1517" y="579"/>
                        <a:pt x="1590" y="560"/>
                        <a:pt x="1657" y="560"/>
                      </a:cubicBezTo>
                      <a:cubicBezTo>
                        <a:pt x="1791" y="560"/>
                        <a:pt x="1900" y="637"/>
                        <a:pt x="1982" y="791"/>
                      </a:cubicBezTo>
                      <a:cubicBezTo>
                        <a:pt x="2184" y="1170"/>
                        <a:pt x="2131" y="1884"/>
                        <a:pt x="1942" y="1993"/>
                      </a:cubicBezTo>
                      <a:cubicBezTo>
                        <a:pt x="1914" y="2009"/>
                        <a:pt x="1904" y="2046"/>
                        <a:pt x="1920" y="2076"/>
                      </a:cubicBezTo>
                      <a:cubicBezTo>
                        <a:pt x="1931" y="2096"/>
                        <a:pt x="1952" y="2107"/>
                        <a:pt x="1973" y="2107"/>
                      </a:cubicBezTo>
                      <a:cubicBezTo>
                        <a:pt x="1983" y="2107"/>
                        <a:pt x="1995" y="2104"/>
                        <a:pt x="2003" y="2099"/>
                      </a:cubicBezTo>
                      <a:cubicBezTo>
                        <a:pt x="2265" y="1947"/>
                        <a:pt x="2314" y="1157"/>
                        <a:pt x="2090" y="734"/>
                      </a:cubicBezTo>
                      <a:cubicBezTo>
                        <a:pt x="1986" y="536"/>
                        <a:pt x="1837" y="435"/>
                        <a:pt x="1659" y="435"/>
                      </a:cubicBezTo>
                      <a:cubicBezTo>
                        <a:pt x="1573" y="435"/>
                        <a:pt x="1481" y="458"/>
                        <a:pt x="1383" y="506"/>
                      </a:cubicBezTo>
                      <a:cubicBezTo>
                        <a:pt x="1275" y="558"/>
                        <a:pt x="1168" y="580"/>
                        <a:pt x="1065" y="580"/>
                      </a:cubicBezTo>
                      <a:cubicBezTo>
                        <a:pt x="548" y="580"/>
                        <a:pt x="124" y="32"/>
                        <a:pt x="119" y="25"/>
                      </a:cubicBezTo>
                      <a:cubicBezTo>
                        <a:pt x="107" y="9"/>
                        <a:pt x="89" y="1"/>
                        <a:pt x="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1"/>
                <p:cNvSpPr/>
                <p:nvPr/>
              </p:nvSpPr>
              <p:spPr>
                <a:xfrm>
                  <a:off x="-2596050" y="1731025"/>
                  <a:ext cx="79750" cy="43975"/>
                </a:xfrm>
                <a:custGeom>
                  <a:rect b="b" l="l" r="r" t="t"/>
                  <a:pathLst>
                    <a:path extrusionOk="0" h="1759" w="3190">
                      <a:moveTo>
                        <a:pt x="1686" y="0"/>
                      </a:moveTo>
                      <a:cubicBezTo>
                        <a:pt x="1658" y="0"/>
                        <a:pt x="1632" y="19"/>
                        <a:pt x="1626" y="48"/>
                      </a:cubicBezTo>
                      <a:cubicBezTo>
                        <a:pt x="1618" y="82"/>
                        <a:pt x="1638" y="114"/>
                        <a:pt x="1672" y="122"/>
                      </a:cubicBezTo>
                      <a:cubicBezTo>
                        <a:pt x="2380" y="283"/>
                        <a:pt x="2832" y="533"/>
                        <a:pt x="2979" y="845"/>
                      </a:cubicBezTo>
                      <a:cubicBezTo>
                        <a:pt x="3060" y="1018"/>
                        <a:pt x="3047" y="1215"/>
                        <a:pt x="2939" y="1430"/>
                      </a:cubicBezTo>
                      <a:cubicBezTo>
                        <a:pt x="2874" y="1557"/>
                        <a:pt x="2685" y="1635"/>
                        <a:pt x="2452" y="1635"/>
                      </a:cubicBezTo>
                      <a:cubicBezTo>
                        <a:pt x="2416" y="1635"/>
                        <a:pt x="2380" y="1634"/>
                        <a:pt x="2343" y="1630"/>
                      </a:cubicBezTo>
                      <a:cubicBezTo>
                        <a:pt x="2063" y="1602"/>
                        <a:pt x="1703" y="1451"/>
                        <a:pt x="1610" y="1119"/>
                      </a:cubicBezTo>
                      <a:cubicBezTo>
                        <a:pt x="1580" y="1011"/>
                        <a:pt x="1512" y="926"/>
                        <a:pt x="1406" y="869"/>
                      </a:cubicBezTo>
                      <a:cubicBezTo>
                        <a:pt x="1286" y="805"/>
                        <a:pt x="1128" y="781"/>
                        <a:pt x="962" y="781"/>
                      </a:cubicBezTo>
                      <a:cubicBezTo>
                        <a:pt x="544" y="781"/>
                        <a:pt x="78" y="928"/>
                        <a:pt x="51" y="937"/>
                      </a:cubicBezTo>
                      <a:cubicBezTo>
                        <a:pt x="18" y="947"/>
                        <a:pt x="0" y="982"/>
                        <a:pt x="11" y="1014"/>
                      </a:cubicBezTo>
                      <a:cubicBezTo>
                        <a:pt x="19" y="1041"/>
                        <a:pt x="44" y="1057"/>
                        <a:pt x="69" y="1057"/>
                      </a:cubicBezTo>
                      <a:cubicBezTo>
                        <a:pt x="76" y="1057"/>
                        <a:pt x="82" y="1056"/>
                        <a:pt x="88" y="1054"/>
                      </a:cubicBezTo>
                      <a:cubicBezTo>
                        <a:pt x="95" y="1052"/>
                        <a:pt x="564" y="904"/>
                        <a:pt x="963" y="904"/>
                      </a:cubicBezTo>
                      <a:cubicBezTo>
                        <a:pt x="1110" y="904"/>
                        <a:pt x="1247" y="924"/>
                        <a:pt x="1348" y="979"/>
                      </a:cubicBezTo>
                      <a:cubicBezTo>
                        <a:pt x="1425" y="1020"/>
                        <a:pt x="1472" y="1077"/>
                        <a:pt x="1493" y="1152"/>
                      </a:cubicBezTo>
                      <a:cubicBezTo>
                        <a:pt x="1601" y="1544"/>
                        <a:pt x="2013" y="1722"/>
                        <a:pt x="2332" y="1753"/>
                      </a:cubicBezTo>
                      <a:cubicBezTo>
                        <a:pt x="2373" y="1756"/>
                        <a:pt x="2412" y="1759"/>
                        <a:pt x="2453" y="1759"/>
                      </a:cubicBezTo>
                      <a:cubicBezTo>
                        <a:pt x="2735" y="1759"/>
                        <a:pt x="2962" y="1657"/>
                        <a:pt x="3049" y="1487"/>
                      </a:cubicBezTo>
                      <a:cubicBezTo>
                        <a:pt x="3175" y="1237"/>
                        <a:pt x="3189" y="1003"/>
                        <a:pt x="3090" y="793"/>
                      </a:cubicBezTo>
                      <a:cubicBezTo>
                        <a:pt x="2925" y="440"/>
                        <a:pt x="2457" y="175"/>
                        <a:pt x="1699" y="2"/>
                      </a:cubicBezTo>
                      <a:cubicBezTo>
                        <a:pt x="1695" y="1"/>
                        <a:pt x="1690" y="0"/>
                        <a:pt x="16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1"/>
                <p:cNvSpPr/>
                <p:nvPr/>
              </p:nvSpPr>
              <p:spPr>
                <a:xfrm>
                  <a:off x="-2756600" y="1526525"/>
                  <a:ext cx="162300" cy="261325"/>
                </a:xfrm>
                <a:custGeom>
                  <a:rect b="b" l="l" r="r" t="t"/>
                  <a:pathLst>
                    <a:path extrusionOk="0" h="10453" w="6492">
                      <a:moveTo>
                        <a:pt x="0" y="1"/>
                      </a:moveTo>
                      <a:lnTo>
                        <a:pt x="0" y="1181"/>
                      </a:lnTo>
                      <a:lnTo>
                        <a:pt x="0" y="10453"/>
                      </a:lnTo>
                      <a:lnTo>
                        <a:pt x="6492" y="10453"/>
                      </a:lnTo>
                      <a:lnTo>
                        <a:pt x="6492" y="1181"/>
                      </a:lnTo>
                      <a:lnTo>
                        <a:pt x="64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1"/>
                <p:cNvSpPr/>
                <p:nvPr/>
              </p:nvSpPr>
              <p:spPr>
                <a:xfrm>
                  <a:off x="-2724700" y="1584825"/>
                  <a:ext cx="114325" cy="158500"/>
                </a:xfrm>
                <a:custGeom>
                  <a:rect b="b" l="l" r="r" t="t"/>
                  <a:pathLst>
                    <a:path extrusionOk="0" h="6340" w="4573">
                      <a:moveTo>
                        <a:pt x="4449" y="59"/>
                      </a:moveTo>
                      <a:cubicBezTo>
                        <a:pt x="4483" y="59"/>
                        <a:pt x="4511" y="87"/>
                        <a:pt x="4511" y="121"/>
                      </a:cubicBezTo>
                      <a:lnTo>
                        <a:pt x="4511" y="6216"/>
                      </a:lnTo>
                      <a:cubicBezTo>
                        <a:pt x="4511" y="6251"/>
                        <a:pt x="4482" y="6278"/>
                        <a:pt x="4449" y="6278"/>
                      </a:cubicBezTo>
                      <a:lnTo>
                        <a:pt x="123" y="6278"/>
                      </a:lnTo>
                      <a:cubicBezTo>
                        <a:pt x="89" y="6278"/>
                        <a:pt x="61" y="6250"/>
                        <a:pt x="61" y="6216"/>
                      </a:cubicBezTo>
                      <a:lnTo>
                        <a:pt x="61" y="121"/>
                      </a:lnTo>
                      <a:cubicBezTo>
                        <a:pt x="61" y="86"/>
                        <a:pt x="90" y="59"/>
                        <a:pt x="123" y="59"/>
                      </a:cubicBezTo>
                      <a:close/>
                      <a:moveTo>
                        <a:pt x="123" y="0"/>
                      </a:moveTo>
                      <a:cubicBezTo>
                        <a:pt x="56" y="0"/>
                        <a:pt x="1" y="54"/>
                        <a:pt x="1" y="122"/>
                      </a:cubicBezTo>
                      <a:lnTo>
                        <a:pt x="1" y="6218"/>
                      </a:lnTo>
                      <a:cubicBezTo>
                        <a:pt x="1" y="6285"/>
                        <a:pt x="55" y="6340"/>
                        <a:pt x="123" y="6340"/>
                      </a:cubicBezTo>
                      <a:lnTo>
                        <a:pt x="4449" y="6340"/>
                      </a:lnTo>
                      <a:cubicBezTo>
                        <a:pt x="4517" y="6340"/>
                        <a:pt x="4573" y="6285"/>
                        <a:pt x="4571" y="6218"/>
                      </a:cubicBezTo>
                      <a:lnTo>
                        <a:pt x="4571" y="122"/>
                      </a:lnTo>
                      <a:cubicBezTo>
                        <a:pt x="4571" y="55"/>
                        <a:pt x="4517" y="0"/>
                        <a:pt x="44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1"/>
                <p:cNvSpPr/>
                <p:nvPr/>
              </p:nvSpPr>
              <p:spPr>
                <a:xfrm>
                  <a:off x="-2713425" y="1600200"/>
                  <a:ext cx="91750" cy="127675"/>
                </a:xfrm>
                <a:custGeom>
                  <a:rect b="b" l="l" r="r" t="t"/>
                  <a:pathLst>
                    <a:path extrusionOk="0" h="5107" w="3670">
                      <a:moveTo>
                        <a:pt x="94" y="0"/>
                      </a:moveTo>
                      <a:cubicBezTo>
                        <a:pt x="42" y="0"/>
                        <a:pt x="1" y="42"/>
                        <a:pt x="1" y="93"/>
                      </a:cubicBezTo>
                      <a:lnTo>
                        <a:pt x="1" y="5015"/>
                      </a:lnTo>
                      <a:cubicBezTo>
                        <a:pt x="1" y="5066"/>
                        <a:pt x="42" y="5107"/>
                        <a:pt x="94" y="5107"/>
                      </a:cubicBezTo>
                      <a:lnTo>
                        <a:pt x="3577" y="5107"/>
                      </a:lnTo>
                      <a:cubicBezTo>
                        <a:pt x="3627" y="5107"/>
                        <a:pt x="3669" y="5066"/>
                        <a:pt x="3670" y="5015"/>
                      </a:cubicBezTo>
                      <a:lnTo>
                        <a:pt x="3670" y="93"/>
                      </a:lnTo>
                      <a:cubicBezTo>
                        <a:pt x="3670" y="42"/>
                        <a:pt x="3628" y="0"/>
                        <a:pt x="35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1"/>
                <p:cNvSpPr/>
                <p:nvPr/>
              </p:nvSpPr>
              <p:spPr>
                <a:xfrm>
                  <a:off x="-2706225" y="1600225"/>
                  <a:ext cx="29725" cy="127650"/>
                </a:xfrm>
                <a:custGeom>
                  <a:rect b="b" l="l" r="r" t="t"/>
                  <a:pathLst>
                    <a:path extrusionOk="0" h="5106" w="1189">
                      <a:moveTo>
                        <a:pt x="1" y="0"/>
                      </a:moveTo>
                      <a:lnTo>
                        <a:pt x="1" y="708"/>
                      </a:lnTo>
                      <a:lnTo>
                        <a:pt x="1128" y="1074"/>
                      </a:lnTo>
                      <a:lnTo>
                        <a:pt x="1128" y="4033"/>
                      </a:lnTo>
                      <a:lnTo>
                        <a:pt x="1" y="4398"/>
                      </a:lnTo>
                      <a:lnTo>
                        <a:pt x="1" y="5106"/>
                      </a:lnTo>
                      <a:lnTo>
                        <a:pt x="63" y="5106"/>
                      </a:lnTo>
                      <a:lnTo>
                        <a:pt x="63" y="4443"/>
                      </a:lnTo>
                      <a:lnTo>
                        <a:pt x="1189" y="4077"/>
                      </a:lnTo>
                      <a:lnTo>
                        <a:pt x="1189" y="1028"/>
                      </a:lnTo>
                      <a:lnTo>
                        <a:pt x="63" y="664"/>
                      </a:lnTo>
                      <a:lnTo>
                        <a:pt x="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1"/>
                <p:cNvSpPr/>
                <p:nvPr/>
              </p:nvSpPr>
              <p:spPr>
                <a:xfrm>
                  <a:off x="-2693400" y="1770450"/>
                  <a:ext cx="82250" cy="4800"/>
                </a:xfrm>
                <a:custGeom>
                  <a:rect b="b" l="l" r="r" t="t"/>
                  <a:pathLst>
                    <a:path extrusionOk="0" h="192" w="3290">
                      <a:moveTo>
                        <a:pt x="71" y="0"/>
                      </a:moveTo>
                      <a:cubicBezTo>
                        <a:pt x="32" y="0"/>
                        <a:pt x="1" y="31"/>
                        <a:pt x="1" y="70"/>
                      </a:cubicBezTo>
                      <a:lnTo>
                        <a:pt x="1" y="121"/>
                      </a:lnTo>
                      <a:cubicBezTo>
                        <a:pt x="1" y="160"/>
                        <a:pt x="32" y="191"/>
                        <a:pt x="71" y="191"/>
                      </a:cubicBezTo>
                      <a:lnTo>
                        <a:pt x="3220" y="191"/>
                      </a:lnTo>
                      <a:cubicBezTo>
                        <a:pt x="3259" y="191"/>
                        <a:pt x="3290" y="160"/>
                        <a:pt x="3290" y="121"/>
                      </a:cubicBezTo>
                      <a:lnTo>
                        <a:pt x="3290" y="70"/>
                      </a:lnTo>
                      <a:cubicBezTo>
                        <a:pt x="3290" y="31"/>
                        <a:pt x="3259" y="0"/>
                        <a:pt x="3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1"/>
                <p:cNvSpPr/>
                <p:nvPr/>
              </p:nvSpPr>
              <p:spPr>
                <a:xfrm>
                  <a:off x="-2728150" y="1563400"/>
                  <a:ext cx="92775" cy="4800"/>
                </a:xfrm>
                <a:custGeom>
                  <a:rect b="b" l="l" r="r" t="t"/>
                  <a:pathLst>
                    <a:path extrusionOk="0" h="192" w="3711">
                      <a:moveTo>
                        <a:pt x="70" y="1"/>
                      </a:moveTo>
                      <a:cubicBezTo>
                        <a:pt x="32" y="1"/>
                        <a:pt x="1" y="32"/>
                        <a:pt x="1" y="70"/>
                      </a:cubicBezTo>
                      <a:lnTo>
                        <a:pt x="1" y="121"/>
                      </a:lnTo>
                      <a:cubicBezTo>
                        <a:pt x="1" y="161"/>
                        <a:pt x="32" y="192"/>
                        <a:pt x="70" y="192"/>
                      </a:cubicBezTo>
                      <a:lnTo>
                        <a:pt x="3641" y="192"/>
                      </a:lnTo>
                      <a:cubicBezTo>
                        <a:pt x="3679" y="192"/>
                        <a:pt x="3710" y="158"/>
                        <a:pt x="3711" y="121"/>
                      </a:cubicBezTo>
                      <a:lnTo>
                        <a:pt x="3711" y="70"/>
                      </a:lnTo>
                      <a:cubicBezTo>
                        <a:pt x="3711" y="32"/>
                        <a:pt x="3680" y="1"/>
                        <a:pt x="36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1"/>
                <p:cNvSpPr/>
                <p:nvPr/>
              </p:nvSpPr>
              <p:spPr>
                <a:xfrm>
                  <a:off x="-2621725" y="1534950"/>
                  <a:ext cx="8475" cy="8475"/>
                </a:xfrm>
                <a:custGeom>
                  <a:rect b="b" l="l" r="r" t="t"/>
                  <a:pathLst>
                    <a:path extrusionOk="0" h="339" w="339">
                      <a:moveTo>
                        <a:pt x="169" y="0"/>
                      </a:moveTo>
                      <a:cubicBezTo>
                        <a:pt x="76" y="0"/>
                        <a:pt x="1" y="77"/>
                        <a:pt x="1" y="170"/>
                      </a:cubicBezTo>
                      <a:cubicBezTo>
                        <a:pt x="1" y="262"/>
                        <a:pt x="77" y="339"/>
                        <a:pt x="169" y="339"/>
                      </a:cubicBezTo>
                      <a:cubicBezTo>
                        <a:pt x="263" y="339"/>
                        <a:pt x="338" y="262"/>
                        <a:pt x="338" y="170"/>
                      </a:cubicBezTo>
                      <a:cubicBezTo>
                        <a:pt x="338" y="77"/>
                        <a:pt x="263"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1"/>
                <p:cNvSpPr/>
                <p:nvPr/>
              </p:nvSpPr>
              <p:spPr>
                <a:xfrm>
                  <a:off x="-2643875" y="1534950"/>
                  <a:ext cx="8475" cy="8475"/>
                </a:xfrm>
                <a:custGeom>
                  <a:rect b="b" l="l" r="r" t="t"/>
                  <a:pathLst>
                    <a:path extrusionOk="0" h="339" w="339">
                      <a:moveTo>
                        <a:pt x="169" y="0"/>
                      </a:moveTo>
                      <a:cubicBezTo>
                        <a:pt x="77" y="0"/>
                        <a:pt x="0" y="77"/>
                        <a:pt x="0" y="170"/>
                      </a:cubicBezTo>
                      <a:cubicBezTo>
                        <a:pt x="0" y="262"/>
                        <a:pt x="77" y="339"/>
                        <a:pt x="169" y="339"/>
                      </a:cubicBezTo>
                      <a:cubicBezTo>
                        <a:pt x="262" y="339"/>
                        <a:pt x="339" y="262"/>
                        <a:pt x="339" y="170"/>
                      </a:cubicBezTo>
                      <a:cubicBezTo>
                        <a:pt x="339" y="77"/>
                        <a:pt x="262"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1"/>
                <p:cNvSpPr/>
                <p:nvPr/>
              </p:nvSpPr>
              <p:spPr>
                <a:xfrm>
                  <a:off x="-2666000" y="1534950"/>
                  <a:ext cx="8475" cy="8475"/>
                </a:xfrm>
                <a:custGeom>
                  <a:rect b="b" l="l" r="r" t="t"/>
                  <a:pathLst>
                    <a:path extrusionOk="0" h="339" w="339">
                      <a:moveTo>
                        <a:pt x="169" y="0"/>
                      </a:moveTo>
                      <a:cubicBezTo>
                        <a:pt x="76" y="0"/>
                        <a:pt x="1" y="77"/>
                        <a:pt x="1" y="170"/>
                      </a:cubicBezTo>
                      <a:cubicBezTo>
                        <a:pt x="1" y="262"/>
                        <a:pt x="76" y="339"/>
                        <a:pt x="169" y="339"/>
                      </a:cubicBezTo>
                      <a:cubicBezTo>
                        <a:pt x="262" y="339"/>
                        <a:pt x="338" y="262"/>
                        <a:pt x="338" y="170"/>
                      </a:cubicBezTo>
                      <a:cubicBezTo>
                        <a:pt x="338" y="77"/>
                        <a:pt x="264"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1"/>
                <p:cNvSpPr/>
                <p:nvPr/>
              </p:nvSpPr>
              <p:spPr>
                <a:xfrm>
                  <a:off x="-2687100" y="1534950"/>
                  <a:ext cx="6350" cy="6350"/>
                </a:xfrm>
                <a:custGeom>
                  <a:rect b="b" l="l" r="r" t="t"/>
                  <a:pathLst>
                    <a:path extrusionOk="0" h="254" w="254">
                      <a:moveTo>
                        <a:pt x="126" y="0"/>
                      </a:moveTo>
                      <a:cubicBezTo>
                        <a:pt x="57" y="0"/>
                        <a:pt x="1" y="57"/>
                        <a:pt x="1" y="127"/>
                      </a:cubicBezTo>
                      <a:cubicBezTo>
                        <a:pt x="1" y="196"/>
                        <a:pt x="57" y="253"/>
                        <a:pt x="126" y="253"/>
                      </a:cubicBezTo>
                      <a:cubicBezTo>
                        <a:pt x="197" y="253"/>
                        <a:pt x="253" y="196"/>
                        <a:pt x="253" y="127"/>
                      </a:cubicBezTo>
                      <a:cubicBezTo>
                        <a:pt x="253" y="57"/>
                        <a:pt x="197" y="0"/>
                        <a:pt x="1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1"/>
                <p:cNvSpPr/>
                <p:nvPr/>
              </p:nvSpPr>
              <p:spPr>
                <a:xfrm>
                  <a:off x="-2717475" y="1534950"/>
                  <a:ext cx="6350" cy="6350"/>
                </a:xfrm>
                <a:custGeom>
                  <a:rect b="b" l="l" r="r" t="t"/>
                  <a:pathLst>
                    <a:path extrusionOk="0" h="254" w="254">
                      <a:moveTo>
                        <a:pt x="127" y="0"/>
                      </a:moveTo>
                      <a:cubicBezTo>
                        <a:pt x="57" y="0"/>
                        <a:pt x="1" y="57"/>
                        <a:pt x="1" y="127"/>
                      </a:cubicBezTo>
                      <a:cubicBezTo>
                        <a:pt x="1" y="196"/>
                        <a:pt x="57" y="253"/>
                        <a:pt x="127" y="253"/>
                      </a:cubicBezTo>
                      <a:cubicBezTo>
                        <a:pt x="197" y="253"/>
                        <a:pt x="254" y="196"/>
                        <a:pt x="254" y="127"/>
                      </a:cubicBezTo>
                      <a:cubicBezTo>
                        <a:pt x="254" y="57"/>
                        <a:pt x="197" y="0"/>
                        <a:pt x="1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1"/>
                <p:cNvSpPr/>
                <p:nvPr/>
              </p:nvSpPr>
              <p:spPr>
                <a:xfrm>
                  <a:off x="-2797000" y="1704075"/>
                  <a:ext cx="6700" cy="35175"/>
                </a:xfrm>
                <a:custGeom>
                  <a:rect b="b" l="l" r="r" t="t"/>
                  <a:pathLst>
                    <a:path extrusionOk="0" h="1407" w="268">
                      <a:moveTo>
                        <a:pt x="50" y="0"/>
                      </a:moveTo>
                      <a:cubicBezTo>
                        <a:pt x="22" y="0"/>
                        <a:pt x="0" y="22"/>
                        <a:pt x="0" y="50"/>
                      </a:cubicBezTo>
                      <a:lnTo>
                        <a:pt x="0" y="1357"/>
                      </a:lnTo>
                      <a:cubicBezTo>
                        <a:pt x="0" y="1384"/>
                        <a:pt x="22" y="1407"/>
                        <a:pt x="50" y="1407"/>
                      </a:cubicBezTo>
                      <a:lnTo>
                        <a:pt x="268" y="1407"/>
                      </a:lnTo>
                      <a:lnTo>
                        <a:pt x="2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1"/>
                <p:cNvSpPr/>
                <p:nvPr/>
              </p:nvSpPr>
              <p:spPr>
                <a:xfrm>
                  <a:off x="-2803325" y="1708300"/>
                  <a:ext cx="6350" cy="24575"/>
                </a:xfrm>
                <a:custGeom>
                  <a:rect b="b" l="l" r="r" t="t"/>
                  <a:pathLst>
                    <a:path extrusionOk="0" h="983" w="254">
                      <a:moveTo>
                        <a:pt x="0" y="0"/>
                      </a:moveTo>
                      <a:lnTo>
                        <a:pt x="0" y="983"/>
                      </a:lnTo>
                      <a:lnTo>
                        <a:pt x="253" y="983"/>
                      </a:lnTo>
                      <a:lnTo>
                        <a:pt x="2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1"/>
                <p:cNvSpPr/>
                <p:nvPr/>
              </p:nvSpPr>
              <p:spPr>
                <a:xfrm>
                  <a:off x="-2560600" y="1704075"/>
                  <a:ext cx="6675" cy="35175"/>
                </a:xfrm>
                <a:custGeom>
                  <a:rect b="b" l="l" r="r" t="t"/>
                  <a:pathLst>
                    <a:path extrusionOk="0" h="1407" w="267">
                      <a:moveTo>
                        <a:pt x="0" y="0"/>
                      </a:moveTo>
                      <a:lnTo>
                        <a:pt x="0" y="1407"/>
                      </a:lnTo>
                      <a:lnTo>
                        <a:pt x="218" y="1407"/>
                      </a:lnTo>
                      <a:cubicBezTo>
                        <a:pt x="245" y="1407"/>
                        <a:pt x="267" y="1384"/>
                        <a:pt x="267" y="1357"/>
                      </a:cubicBezTo>
                      <a:lnTo>
                        <a:pt x="267" y="50"/>
                      </a:lnTo>
                      <a:cubicBezTo>
                        <a:pt x="267" y="22"/>
                        <a:pt x="245"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1"/>
                <p:cNvSpPr/>
                <p:nvPr/>
              </p:nvSpPr>
              <p:spPr>
                <a:xfrm>
                  <a:off x="-2553925" y="1708325"/>
                  <a:ext cx="6350" cy="24600"/>
                </a:xfrm>
                <a:custGeom>
                  <a:rect b="b" l="l" r="r" t="t"/>
                  <a:pathLst>
                    <a:path extrusionOk="0" h="984" w="254">
                      <a:moveTo>
                        <a:pt x="1" y="0"/>
                      </a:moveTo>
                      <a:lnTo>
                        <a:pt x="1" y="984"/>
                      </a:lnTo>
                      <a:lnTo>
                        <a:pt x="254" y="984"/>
                      </a:lnTo>
                      <a:lnTo>
                        <a:pt x="2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1"/>
                <p:cNvSpPr/>
                <p:nvPr/>
              </p:nvSpPr>
              <p:spPr>
                <a:xfrm>
                  <a:off x="-2662850" y="1620875"/>
                  <a:ext cx="15450" cy="15475"/>
                </a:xfrm>
                <a:custGeom>
                  <a:rect b="b" l="l" r="r" t="t"/>
                  <a:pathLst>
                    <a:path extrusionOk="0" h="619" w="618">
                      <a:moveTo>
                        <a:pt x="309" y="1"/>
                      </a:moveTo>
                      <a:cubicBezTo>
                        <a:pt x="139" y="1"/>
                        <a:pt x="1" y="139"/>
                        <a:pt x="1" y="309"/>
                      </a:cubicBezTo>
                      <a:cubicBezTo>
                        <a:pt x="1" y="480"/>
                        <a:pt x="139" y="618"/>
                        <a:pt x="309" y="618"/>
                      </a:cubicBezTo>
                      <a:cubicBezTo>
                        <a:pt x="480" y="618"/>
                        <a:pt x="618" y="480"/>
                        <a:pt x="618" y="309"/>
                      </a:cubicBezTo>
                      <a:cubicBezTo>
                        <a:pt x="618" y="139"/>
                        <a:pt x="480" y="1"/>
                        <a:pt x="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1"/>
                <p:cNvSpPr/>
                <p:nvPr/>
              </p:nvSpPr>
              <p:spPr>
                <a:xfrm>
                  <a:off x="-2662850" y="1691775"/>
                  <a:ext cx="15450" cy="15425"/>
                </a:xfrm>
                <a:custGeom>
                  <a:rect b="b" l="l" r="r" t="t"/>
                  <a:pathLst>
                    <a:path extrusionOk="0" h="617" w="618">
                      <a:moveTo>
                        <a:pt x="309" y="1"/>
                      </a:moveTo>
                      <a:cubicBezTo>
                        <a:pt x="139" y="1"/>
                        <a:pt x="1" y="139"/>
                        <a:pt x="1" y="308"/>
                      </a:cubicBezTo>
                      <a:cubicBezTo>
                        <a:pt x="1" y="479"/>
                        <a:pt x="139" y="617"/>
                        <a:pt x="309" y="617"/>
                      </a:cubicBezTo>
                      <a:cubicBezTo>
                        <a:pt x="480" y="617"/>
                        <a:pt x="618" y="479"/>
                        <a:pt x="618" y="308"/>
                      </a:cubicBezTo>
                      <a:cubicBezTo>
                        <a:pt x="618" y="139"/>
                        <a:pt x="480" y="1"/>
                        <a:pt x="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1"/>
                <p:cNvSpPr/>
                <p:nvPr/>
              </p:nvSpPr>
              <p:spPr>
                <a:xfrm>
                  <a:off x="-2756600" y="1526525"/>
                  <a:ext cx="19700" cy="261325"/>
                </a:xfrm>
                <a:custGeom>
                  <a:rect b="b" l="l" r="r" t="t"/>
                  <a:pathLst>
                    <a:path extrusionOk="0" h="10453" w="788">
                      <a:moveTo>
                        <a:pt x="0" y="1"/>
                      </a:moveTo>
                      <a:lnTo>
                        <a:pt x="0" y="1181"/>
                      </a:lnTo>
                      <a:lnTo>
                        <a:pt x="0" y="10453"/>
                      </a:lnTo>
                      <a:lnTo>
                        <a:pt x="788" y="10453"/>
                      </a:lnTo>
                      <a:lnTo>
                        <a:pt x="788" y="1181"/>
                      </a:lnTo>
                      <a:lnTo>
                        <a:pt x="7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1"/>
                <p:cNvSpPr/>
                <p:nvPr/>
              </p:nvSpPr>
              <p:spPr>
                <a:xfrm>
                  <a:off x="-2750625" y="1489650"/>
                  <a:ext cx="9850" cy="48500"/>
                </a:xfrm>
                <a:custGeom>
                  <a:rect b="b" l="l" r="r" t="t"/>
                  <a:pathLst>
                    <a:path extrusionOk="0" h="1940" w="394">
                      <a:moveTo>
                        <a:pt x="84" y="0"/>
                      </a:moveTo>
                      <a:lnTo>
                        <a:pt x="1" y="1798"/>
                      </a:lnTo>
                      <a:cubicBezTo>
                        <a:pt x="1" y="1875"/>
                        <a:pt x="64" y="1939"/>
                        <a:pt x="141" y="1939"/>
                      </a:cubicBezTo>
                      <a:lnTo>
                        <a:pt x="254" y="1939"/>
                      </a:lnTo>
                      <a:cubicBezTo>
                        <a:pt x="331" y="1939"/>
                        <a:pt x="394" y="1877"/>
                        <a:pt x="393" y="1798"/>
                      </a:cubicBezTo>
                      <a:lnTo>
                        <a:pt x="2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1"/>
                <p:cNvSpPr/>
                <p:nvPr/>
              </p:nvSpPr>
              <p:spPr>
                <a:xfrm>
                  <a:off x="-2592025" y="1687950"/>
                  <a:ext cx="31425" cy="63900"/>
                </a:xfrm>
                <a:custGeom>
                  <a:rect b="b" l="l" r="r" t="t"/>
                  <a:pathLst>
                    <a:path extrusionOk="0" h="2556" w="1257">
                      <a:moveTo>
                        <a:pt x="105" y="0"/>
                      </a:moveTo>
                      <a:cubicBezTo>
                        <a:pt x="105" y="0"/>
                        <a:pt x="0" y="598"/>
                        <a:pt x="20" y="1476"/>
                      </a:cubicBezTo>
                      <a:lnTo>
                        <a:pt x="20" y="1497"/>
                      </a:lnTo>
                      <a:cubicBezTo>
                        <a:pt x="21" y="1535"/>
                        <a:pt x="22" y="1573"/>
                        <a:pt x="24" y="1611"/>
                      </a:cubicBezTo>
                      <a:cubicBezTo>
                        <a:pt x="24" y="1620"/>
                        <a:pt x="24" y="1629"/>
                        <a:pt x="25" y="1637"/>
                      </a:cubicBezTo>
                      <a:cubicBezTo>
                        <a:pt x="26" y="1678"/>
                        <a:pt x="29" y="1719"/>
                        <a:pt x="30" y="1763"/>
                      </a:cubicBezTo>
                      <a:cubicBezTo>
                        <a:pt x="30" y="1767"/>
                        <a:pt x="30" y="1771"/>
                        <a:pt x="31" y="1775"/>
                      </a:cubicBezTo>
                      <a:cubicBezTo>
                        <a:pt x="35" y="1823"/>
                        <a:pt x="37" y="1870"/>
                        <a:pt x="41" y="1920"/>
                      </a:cubicBezTo>
                      <a:cubicBezTo>
                        <a:pt x="41" y="1925"/>
                        <a:pt x="42" y="1929"/>
                        <a:pt x="42" y="1934"/>
                      </a:cubicBezTo>
                      <a:cubicBezTo>
                        <a:pt x="45" y="1975"/>
                        <a:pt x="48" y="2018"/>
                        <a:pt x="51" y="2060"/>
                      </a:cubicBezTo>
                      <a:cubicBezTo>
                        <a:pt x="52" y="2074"/>
                        <a:pt x="53" y="2090"/>
                        <a:pt x="55" y="2104"/>
                      </a:cubicBezTo>
                      <a:cubicBezTo>
                        <a:pt x="57" y="2137"/>
                        <a:pt x="61" y="2171"/>
                        <a:pt x="63" y="2205"/>
                      </a:cubicBezTo>
                      <a:cubicBezTo>
                        <a:pt x="65" y="2223"/>
                        <a:pt x="68" y="2239"/>
                        <a:pt x="69" y="2256"/>
                      </a:cubicBezTo>
                      <a:cubicBezTo>
                        <a:pt x="73" y="2290"/>
                        <a:pt x="77" y="2324"/>
                        <a:pt x="80" y="2359"/>
                      </a:cubicBezTo>
                      <a:cubicBezTo>
                        <a:pt x="82" y="2375"/>
                        <a:pt x="84" y="2390"/>
                        <a:pt x="85" y="2406"/>
                      </a:cubicBezTo>
                      <a:cubicBezTo>
                        <a:pt x="92" y="2455"/>
                        <a:pt x="97" y="2504"/>
                        <a:pt x="105" y="2553"/>
                      </a:cubicBezTo>
                      <a:lnTo>
                        <a:pt x="105" y="2555"/>
                      </a:lnTo>
                      <a:lnTo>
                        <a:pt x="1256" y="2317"/>
                      </a:lnTo>
                      <a:lnTo>
                        <a:pt x="1256" y="1348"/>
                      </a:lnTo>
                      <a:lnTo>
                        <a:pt x="1256" y="252"/>
                      </a:lnTo>
                      <a:lnTo>
                        <a:pt x="1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1"/>
                <p:cNvSpPr/>
                <p:nvPr/>
              </p:nvSpPr>
              <p:spPr>
                <a:xfrm>
                  <a:off x="-2790300" y="1687925"/>
                  <a:ext cx="31200" cy="63925"/>
                </a:xfrm>
                <a:custGeom>
                  <a:rect b="b" l="l" r="r" t="t"/>
                  <a:pathLst>
                    <a:path extrusionOk="0" h="2557" w="1248">
                      <a:moveTo>
                        <a:pt x="1152" y="0"/>
                      </a:moveTo>
                      <a:lnTo>
                        <a:pt x="1" y="253"/>
                      </a:lnTo>
                      <a:lnTo>
                        <a:pt x="1" y="1349"/>
                      </a:lnTo>
                      <a:lnTo>
                        <a:pt x="1" y="2318"/>
                      </a:lnTo>
                      <a:lnTo>
                        <a:pt x="1152" y="2556"/>
                      </a:lnTo>
                      <a:lnTo>
                        <a:pt x="1172" y="2406"/>
                      </a:lnTo>
                      <a:cubicBezTo>
                        <a:pt x="1173" y="2390"/>
                        <a:pt x="1176" y="2375"/>
                        <a:pt x="1177" y="2359"/>
                      </a:cubicBezTo>
                      <a:cubicBezTo>
                        <a:pt x="1181" y="2326"/>
                        <a:pt x="1185" y="2291"/>
                        <a:pt x="1187" y="2257"/>
                      </a:cubicBezTo>
                      <a:cubicBezTo>
                        <a:pt x="1188" y="2240"/>
                        <a:pt x="1192" y="2224"/>
                        <a:pt x="1193" y="2207"/>
                      </a:cubicBezTo>
                      <a:cubicBezTo>
                        <a:pt x="1197" y="2172"/>
                        <a:pt x="1199" y="2138"/>
                        <a:pt x="1202" y="2105"/>
                      </a:cubicBezTo>
                      <a:cubicBezTo>
                        <a:pt x="1203" y="2091"/>
                        <a:pt x="1204" y="2076"/>
                        <a:pt x="1206" y="2061"/>
                      </a:cubicBezTo>
                      <a:cubicBezTo>
                        <a:pt x="1209" y="2019"/>
                        <a:pt x="1212" y="1976"/>
                        <a:pt x="1214" y="1935"/>
                      </a:cubicBezTo>
                      <a:cubicBezTo>
                        <a:pt x="1214" y="1931"/>
                        <a:pt x="1216" y="1926"/>
                        <a:pt x="1216" y="1921"/>
                      </a:cubicBezTo>
                      <a:cubicBezTo>
                        <a:pt x="1219" y="1872"/>
                        <a:pt x="1222" y="1824"/>
                        <a:pt x="1225" y="1776"/>
                      </a:cubicBezTo>
                      <a:cubicBezTo>
                        <a:pt x="1225" y="1771"/>
                        <a:pt x="1225" y="1767"/>
                        <a:pt x="1227" y="1764"/>
                      </a:cubicBezTo>
                      <a:cubicBezTo>
                        <a:pt x="1229" y="1720"/>
                        <a:pt x="1230" y="1679"/>
                        <a:pt x="1232" y="1638"/>
                      </a:cubicBezTo>
                      <a:cubicBezTo>
                        <a:pt x="1232" y="1630"/>
                        <a:pt x="1232" y="1620"/>
                        <a:pt x="1233" y="1611"/>
                      </a:cubicBezTo>
                      <a:lnTo>
                        <a:pt x="1237" y="1498"/>
                      </a:lnTo>
                      <a:lnTo>
                        <a:pt x="1237" y="1477"/>
                      </a:lnTo>
                      <a:cubicBezTo>
                        <a:pt x="1238" y="1434"/>
                        <a:pt x="1238" y="1392"/>
                        <a:pt x="1239" y="1351"/>
                      </a:cubicBezTo>
                      <a:lnTo>
                        <a:pt x="1239" y="1349"/>
                      </a:lnTo>
                      <a:cubicBezTo>
                        <a:pt x="1247" y="541"/>
                        <a:pt x="1152" y="0"/>
                        <a:pt x="11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1"/>
                <p:cNvSpPr/>
                <p:nvPr/>
              </p:nvSpPr>
              <p:spPr>
                <a:xfrm>
                  <a:off x="-2803325" y="1720600"/>
                  <a:ext cx="6350" cy="12300"/>
                </a:xfrm>
                <a:custGeom>
                  <a:rect b="b" l="l" r="r" t="t"/>
                  <a:pathLst>
                    <a:path extrusionOk="0" h="492" w="254">
                      <a:moveTo>
                        <a:pt x="0" y="1"/>
                      </a:moveTo>
                      <a:lnTo>
                        <a:pt x="0" y="492"/>
                      </a:lnTo>
                      <a:lnTo>
                        <a:pt x="253" y="492"/>
                      </a:lnTo>
                      <a:lnTo>
                        <a:pt x="2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1"/>
                <p:cNvSpPr/>
                <p:nvPr/>
              </p:nvSpPr>
              <p:spPr>
                <a:xfrm>
                  <a:off x="-2797000" y="1720600"/>
                  <a:ext cx="6700" cy="18650"/>
                </a:xfrm>
                <a:custGeom>
                  <a:rect b="b" l="l" r="r" t="t"/>
                  <a:pathLst>
                    <a:path extrusionOk="0" h="746" w="268">
                      <a:moveTo>
                        <a:pt x="0" y="1"/>
                      </a:moveTo>
                      <a:lnTo>
                        <a:pt x="0" y="692"/>
                      </a:lnTo>
                      <a:cubicBezTo>
                        <a:pt x="0" y="722"/>
                        <a:pt x="24" y="746"/>
                        <a:pt x="53" y="746"/>
                      </a:cubicBezTo>
                      <a:lnTo>
                        <a:pt x="268" y="746"/>
                      </a:lnTo>
                      <a:lnTo>
                        <a:pt x="2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1"/>
                <p:cNvSpPr/>
                <p:nvPr/>
              </p:nvSpPr>
              <p:spPr>
                <a:xfrm>
                  <a:off x="-2560600" y="1720600"/>
                  <a:ext cx="6675" cy="18625"/>
                </a:xfrm>
                <a:custGeom>
                  <a:rect b="b" l="l" r="r" t="t"/>
                  <a:pathLst>
                    <a:path extrusionOk="0" h="745" w="267">
                      <a:moveTo>
                        <a:pt x="0" y="1"/>
                      </a:moveTo>
                      <a:lnTo>
                        <a:pt x="0" y="745"/>
                      </a:lnTo>
                      <a:lnTo>
                        <a:pt x="214" y="745"/>
                      </a:lnTo>
                      <a:cubicBezTo>
                        <a:pt x="244" y="745"/>
                        <a:pt x="267" y="722"/>
                        <a:pt x="267" y="692"/>
                      </a:cubicBezTo>
                      <a:lnTo>
                        <a:pt x="2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1"/>
                <p:cNvSpPr/>
                <p:nvPr/>
              </p:nvSpPr>
              <p:spPr>
                <a:xfrm>
                  <a:off x="-2553950" y="1720600"/>
                  <a:ext cx="6350" cy="12300"/>
                </a:xfrm>
                <a:custGeom>
                  <a:rect b="b" l="l" r="r" t="t"/>
                  <a:pathLst>
                    <a:path extrusionOk="0" h="492" w="254">
                      <a:moveTo>
                        <a:pt x="1" y="1"/>
                      </a:moveTo>
                      <a:lnTo>
                        <a:pt x="1" y="492"/>
                      </a:lnTo>
                      <a:lnTo>
                        <a:pt x="254" y="492"/>
                      </a:lnTo>
                      <a:lnTo>
                        <a:pt x="2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88" name="Google Shape;4788;p61"/>
            <p:cNvGrpSpPr/>
            <p:nvPr/>
          </p:nvGrpSpPr>
          <p:grpSpPr>
            <a:xfrm>
              <a:off x="7951706" y="4657776"/>
              <a:ext cx="311030" cy="295747"/>
              <a:chOff x="5164484" y="526738"/>
              <a:chExt cx="133266" cy="126713"/>
            </a:xfrm>
          </p:grpSpPr>
          <p:sp>
            <p:nvSpPr>
              <p:cNvPr id="4789" name="Google Shape;4789;p61"/>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1"/>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1" name="Google Shape;4791;p61"/>
            <p:cNvGrpSpPr/>
            <p:nvPr/>
          </p:nvGrpSpPr>
          <p:grpSpPr>
            <a:xfrm>
              <a:off x="456997" y="3974553"/>
              <a:ext cx="185701" cy="172104"/>
              <a:chOff x="3508459" y="336863"/>
              <a:chExt cx="94750" cy="87813"/>
            </a:xfrm>
          </p:grpSpPr>
          <p:sp>
            <p:nvSpPr>
              <p:cNvPr id="4792" name="Google Shape;4792;p61"/>
              <p:cNvSpPr/>
              <p:nvPr/>
            </p:nvSpPr>
            <p:spPr>
              <a:xfrm>
                <a:off x="3508459" y="336863"/>
                <a:ext cx="94750" cy="86125"/>
              </a:xfrm>
              <a:custGeom>
                <a:rect b="b" l="l" r="r" t="t"/>
                <a:pathLst>
                  <a:path extrusionOk="0" h="3445" w="3790">
                    <a:moveTo>
                      <a:pt x="1897" y="0"/>
                    </a:moveTo>
                    <a:cubicBezTo>
                      <a:pt x="1766" y="0"/>
                      <a:pt x="1633" y="15"/>
                      <a:pt x="1500" y="47"/>
                    </a:cubicBezTo>
                    <a:cubicBezTo>
                      <a:pt x="574" y="265"/>
                      <a:pt x="0" y="1192"/>
                      <a:pt x="219" y="2118"/>
                    </a:cubicBezTo>
                    <a:cubicBezTo>
                      <a:pt x="406" y="2911"/>
                      <a:pt x="1114" y="3445"/>
                      <a:pt x="1895" y="3445"/>
                    </a:cubicBezTo>
                    <a:cubicBezTo>
                      <a:pt x="2026" y="3445"/>
                      <a:pt x="2159" y="3430"/>
                      <a:pt x="2291" y="3399"/>
                    </a:cubicBezTo>
                    <a:cubicBezTo>
                      <a:pt x="3217" y="3180"/>
                      <a:pt x="3790" y="2252"/>
                      <a:pt x="3571" y="1326"/>
                    </a:cubicBezTo>
                    <a:cubicBezTo>
                      <a:pt x="3384" y="534"/>
                      <a:pt x="2678" y="0"/>
                      <a:pt x="1897"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1"/>
              <p:cNvSpPr/>
              <p:nvPr/>
            </p:nvSpPr>
            <p:spPr>
              <a:xfrm>
                <a:off x="3514125" y="338525"/>
                <a:ext cx="86100" cy="86150"/>
              </a:xfrm>
              <a:custGeom>
                <a:rect b="b" l="l" r="r" t="t"/>
                <a:pathLst>
                  <a:path extrusionOk="0" h="3446" w="3444">
                    <a:moveTo>
                      <a:pt x="1721" y="1"/>
                    </a:moveTo>
                    <a:cubicBezTo>
                      <a:pt x="771" y="1"/>
                      <a:pt x="0" y="772"/>
                      <a:pt x="0" y="1723"/>
                    </a:cubicBezTo>
                    <a:cubicBezTo>
                      <a:pt x="0" y="2674"/>
                      <a:pt x="771" y="3445"/>
                      <a:pt x="1721" y="3445"/>
                    </a:cubicBezTo>
                    <a:cubicBezTo>
                      <a:pt x="2673" y="3445"/>
                      <a:pt x="3444" y="2674"/>
                      <a:pt x="3444" y="1723"/>
                    </a:cubicBezTo>
                    <a:cubicBezTo>
                      <a:pt x="3444" y="772"/>
                      <a:pt x="2673" y="1"/>
                      <a:pt x="17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1"/>
              <p:cNvSpPr/>
              <p:nvPr/>
            </p:nvSpPr>
            <p:spPr>
              <a:xfrm>
                <a:off x="3514125" y="338525"/>
                <a:ext cx="86100" cy="43075"/>
              </a:xfrm>
              <a:custGeom>
                <a:rect b="b" l="l" r="r" t="t"/>
                <a:pathLst>
                  <a:path extrusionOk="0" h="1723" w="3444">
                    <a:moveTo>
                      <a:pt x="1721" y="1"/>
                    </a:moveTo>
                    <a:cubicBezTo>
                      <a:pt x="771" y="1"/>
                      <a:pt x="0" y="771"/>
                      <a:pt x="0" y="1723"/>
                    </a:cubicBezTo>
                    <a:lnTo>
                      <a:pt x="3444" y="1723"/>
                    </a:lnTo>
                    <a:cubicBezTo>
                      <a:pt x="3444" y="772"/>
                      <a:pt x="2674" y="1"/>
                      <a:pt x="17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5" name="Google Shape;4795;p61"/>
            <p:cNvGrpSpPr/>
            <p:nvPr/>
          </p:nvGrpSpPr>
          <p:grpSpPr>
            <a:xfrm>
              <a:off x="35776" y="1017715"/>
              <a:ext cx="606934" cy="489723"/>
              <a:chOff x="-1636175" y="409550"/>
              <a:chExt cx="448750" cy="362088"/>
            </a:xfrm>
          </p:grpSpPr>
          <p:sp>
            <p:nvSpPr>
              <p:cNvPr id="4796" name="Google Shape;4796;p61"/>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1"/>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4798" name="Shape 4798"/>
        <p:cNvGrpSpPr/>
        <p:nvPr/>
      </p:nvGrpSpPr>
      <p:grpSpPr>
        <a:xfrm>
          <a:off x="0" y="0"/>
          <a:ext cx="0" cy="0"/>
          <a:chOff x="0" y="0"/>
          <a:chExt cx="0" cy="0"/>
        </a:xfrm>
      </p:grpSpPr>
      <p:sp>
        <p:nvSpPr>
          <p:cNvPr id="4799" name="Google Shape;4799;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4800" name="Google Shape;4800;p62"/>
          <p:cNvGrpSpPr/>
          <p:nvPr/>
        </p:nvGrpSpPr>
        <p:grpSpPr>
          <a:xfrm>
            <a:off x="93580" y="49895"/>
            <a:ext cx="8992447" cy="5061162"/>
            <a:chOff x="93580" y="49895"/>
            <a:chExt cx="8992447" cy="5061162"/>
          </a:xfrm>
        </p:grpSpPr>
        <p:grpSp>
          <p:nvGrpSpPr>
            <p:cNvPr id="4801" name="Google Shape;4801;p62"/>
            <p:cNvGrpSpPr/>
            <p:nvPr/>
          </p:nvGrpSpPr>
          <p:grpSpPr>
            <a:xfrm>
              <a:off x="268728" y="228395"/>
              <a:ext cx="311019" cy="311110"/>
              <a:chOff x="5038846" y="235350"/>
              <a:chExt cx="158691" cy="158738"/>
            </a:xfrm>
          </p:grpSpPr>
          <p:sp>
            <p:nvSpPr>
              <p:cNvPr id="4802" name="Google Shape;4802;p62"/>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2"/>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4" name="Google Shape;4804;p62"/>
            <p:cNvGrpSpPr/>
            <p:nvPr/>
          </p:nvGrpSpPr>
          <p:grpSpPr>
            <a:xfrm>
              <a:off x="1280128" y="4744495"/>
              <a:ext cx="311019" cy="311110"/>
              <a:chOff x="5038846" y="235350"/>
              <a:chExt cx="158691" cy="158738"/>
            </a:xfrm>
          </p:grpSpPr>
          <p:sp>
            <p:nvSpPr>
              <p:cNvPr id="4805" name="Google Shape;4805;p62"/>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2"/>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7" name="Google Shape;4807;p62"/>
            <p:cNvGrpSpPr/>
            <p:nvPr/>
          </p:nvGrpSpPr>
          <p:grpSpPr>
            <a:xfrm>
              <a:off x="8073228" y="49895"/>
              <a:ext cx="311019" cy="311110"/>
              <a:chOff x="5038846" y="235350"/>
              <a:chExt cx="158691" cy="158738"/>
            </a:xfrm>
          </p:grpSpPr>
          <p:sp>
            <p:nvSpPr>
              <p:cNvPr id="4808" name="Google Shape;4808;p62"/>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2"/>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0" name="Google Shape;4810;p62"/>
            <p:cNvGrpSpPr/>
            <p:nvPr/>
          </p:nvGrpSpPr>
          <p:grpSpPr>
            <a:xfrm>
              <a:off x="8234442" y="4262615"/>
              <a:ext cx="769783" cy="770069"/>
              <a:chOff x="3515584" y="2040188"/>
              <a:chExt cx="392766" cy="392913"/>
            </a:xfrm>
          </p:grpSpPr>
          <p:sp>
            <p:nvSpPr>
              <p:cNvPr id="4811" name="Google Shape;4811;p62"/>
              <p:cNvSpPr/>
              <p:nvPr/>
            </p:nvSpPr>
            <p:spPr>
              <a:xfrm>
                <a:off x="3515584" y="2040188"/>
                <a:ext cx="391425" cy="391425"/>
              </a:xfrm>
              <a:custGeom>
                <a:rect b="b" l="l" r="r" t="t"/>
                <a:pathLst>
                  <a:path extrusionOk="0" h="15657" w="15657">
                    <a:moveTo>
                      <a:pt x="5300" y="1"/>
                    </a:moveTo>
                    <a:cubicBezTo>
                      <a:pt x="4809" y="1"/>
                      <a:pt x="4329" y="67"/>
                      <a:pt x="3876" y="196"/>
                    </a:cubicBezTo>
                    <a:cubicBezTo>
                      <a:pt x="2751" y="507"/>
                      <a:pt x="1777" y="1182"/>
                      <a:pt x="1088" y="2086"/>
                    </a:cubicBezTo>
                    <a:cubicBezTo>
                      <a:pt x="725" y="2559"/>
                      <a:pt x="439" y="3098"/>
                      <a:pt x="255" y="3679"/>
                    </a:cubicBezTo>
                    <a:cubicBezTo>
                      <a:pt x="114" y="4117"/>
                      <a:pt x="28" y="4581"/>
                      <a:pt x="6" y="5059"/>
                    </a:cubicBezTo>
                    <a:lnTo>
                      <a:pt x="0" y="5059"/>
                    </a:lnTo>
                    <a:lnTo>
                      <a:pt x="0" y="6981"/>
                    </a:lnTo>
                    <a:lnTo>
                      <a:pt x="0" y="8286"/>
                    </a:lnTo>
                    <a:lnTo>
                      <a:pt x="0" y="10507"/>
                    </a:lnTo>
                    <a:lnTo>
                      <a:pt x="0" y="11688"/>
                    </a:lnTo>
                    <a:lnTo>
                      <a:pt x="0" y="14310"/>
                    </a:lnTo>
                    <a:lnTo>
                      <a:pt x="0" y="15656"/>
                    </a:lnTo>
                    <a:lnTo>
                      <a:pt x="10599" y="15656"/>
                    </a:lnTo>
                    <a:lnTo>
                      <a:pt x="10599" y="15650"/>
                    </a:lnTo>
                    <a:cubicBezTo>
                      <a:pt x="10860" y="15637"/>
                      <a:pt x="11116" y="15609"/>
                      <a:pt x="11368" y="15558"/>
                    </a:cubicBezTo>
                    <a:cubicBezTo>
                      <a:pt x="11843" y="15466"/>
                      <a:pt x="12297" y="15309"/>
                      <a:pt x="12719" y="15098"/>
                    </a:cubicBezTo>
                    <a:cubicBezTo>
                      <a:pt x="13267" y="14823"/>
                      <a:pt x="13763" y="14458"/>
                      <a:pt x="14182" y="14019"/>
                    </a:cubicBezTo>
                    <a:cubicBezTo>
                      <a:pt x="14459" y="13733"/>
                      <a:pt x="14702" y="13415"/>
                      <a:pt x="14907" y="13071"/>
                    </a:cubicBezTo>
                    <a:cubicBezTo>
                      <a:pt x="15182" y="12617"/>
                      <a:pt x="15386" y="12120"/>
                      <a:pt x="15512" y="11590"/>
                    </a:cubicBezTo>
                    <a:cubicBezTo>
                      <a:pt x="15606" y="11193"/>
                      <a:pt x="15657" y="10780"/>
                      <a:pt x="15657" y="10355"/>
                    </a:cubicBezTo>
                    <a:cubicBezTo>
                      <a:pt x="15657" y="9610"/>
                      <a:pt x="15502" y="8902"/>
                      <a:pt x="15224" y="8262"/>
                    </a:cubicBezTo>
                    <a:cubicBezTo>
                      <a:pt x="14989" y="7710"/>
                      <a:pt x="14657" y="7202"/>
                      <a:pt x="14254" y="6767"/>
                    </a:cubicBezTo>
                    <a:cubicBezTo>
                      <a:pt x="13473" y="5919"/>
                      <a:pt x="12417" y="5326"/>
                      <a:pt x="11229" y="5131"/>
                    </a:cubicBezTo>
                    <a:cubicBezTo>
                      <a:pt x="11022" y="5094"/>
                      <a:pt x="10810" y="5072"/>
                      <a:pt x="10593" y="5062"/>
                    </a:cubicBezTo>
                    <a:cubicBezTo>
                      <a:pt x="10579" y="4787"/>
                      <a:pt x="10548" y="4520"/>
                      <a:pt x="10494" y="4258"/>
                    </a:cubicBezTo>
                    <a:cubicBezTo>
                      <a:pt x="10317" y="3379"/>
                      <a:pt x="9924" y="2575"/>
                      <a:pt x="9370" y="1910"/>
                    </a:cubicBezTo>
                    <a:cubicBezTo>
                      <a:pt x="9243" y="1759"/>
                      <a:pt x="9107" y="1614"/>
                      <a:pt x="8965" y="1476"/>
                    </a:cubicBezTo>
                    <a:cubicBezTo>
                      <a:pt x="8764" y="1280"/>
                      <a:pt x="8544" y="1100"/>
                      <a:pt x="8310" y="943"/>
                    </a:cubicBezTo>
                    <a:cubicBezTo>
                      <a:pt x="7500" y="378"/>
                      <a:pt x="6523" y="35"/>
                      <a:pt x="5471" y="4"/>
                    </a:cubicBezTo>
                    <a:cubicBezTo>
                      <a:pt x="5414" y="1"/>
                      <a:pt x="5357" y="1"/>
                      <a:pt x="530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2"/>
              <p:cNvSpPr/>
              <p:nvPr/>
            </p:nvSpPr>
            <p:spPr>
              <a:xfrm>
                <a:off x="3516900" y="2041650"/>
                <a:ext cx="391450" cy="391450"/>
              </a:xfrm>
              <a:custGeom>
                <a:rect b="b" l="l" r="r" t="t"/>
                <a:pathLst>
                  <a:path extrusionOk="0" h="15658" w="15658">
                    <a:moveTo>
                      <a:pt x="5301" y="1"/>
                    </a:moveTo>
                    <a:cubicBezTo>
                      <a:pt x="4810" y="1"/>
                      <a:pt x="4331" y="67"/>
                      <a:pt x="3877" y="196"/>
                    </a:cubicBezTo>
                    <a:cubicBezTo>
                      <a:pt x="2752" y="507"/>
                      <a:pt x="1779" y="1182"/>
                      <a:pt x="1088" y="2086"/>
                    </a:cubicBezTo>
                    <a:cubicBezTo>
                      <a:pt x="726" y="2560"/>
                      <a:pt x="439" y="3098"/>
                      <a:pt x="257" y="3679"/>
                    </a:cubicBezTo>
                    <a:cubicBezTo>
                      <a:pt x="114" y="4116"/>
                      <a:pt x="29" y="4581"/>
                      <a:pt x="7" y="5059"/>
                    </a:cubicBezTo>
                    <a:lnTo>
                      <a:pt x="1" y="5059"/>
                    </a:lnTo>
                    <a:lnTo>
                      <a:pt x="1" y="15657"/>
                    </a:lnTo>
                    <a:lnTo>
                      <a:pt x="10599" y="15657"/>
                    </a:lnTo>
                    <a:lnTo>
                      <a:pt x="10599" y="15651"/>
                    </a:lnTo>
                    <a:cubicBezTo>
                      <a:pt x="10861" y="15639"/>
                      <a:pt x="11116" y="15610"/>
                      <a:pt x="11368" y="15559"/>
                    </a:cubicBezTo>
                    <a:cubicBezTo>
                      <a:pt x="11845" y="15468"/>
                      <a:pt x="12299" y="15310"/>
                      <a:pt x="12720" y="15099"/>
                    </a:cubicBezTo>
                    <a:cubicBezTo>
                      <a:pt x="13268" y="14824"/>
                      <a:pt x="13763" y="14459"/>
                      <a:pt x="14183" y="14020"/>
                    </a:cubicBezTo>
                    <a:cubicBezTo>
                      <a:pt x="14460" y="13735"/>
                      <a:pt x="14703" y="13416"/>
                      <a:pt x="14908" y="13072"/>
                    </a:cubicBezTo>
                    <a:cubicBezTo>
                      <a:pt x="15181" y="12618"/>
                      <a:pt x="15387" y="12120"/>
                      <a:pt x="15512" y="11591"/>
                    </a:cubicBezTo>
                    <a:cubicBezTo>
                      <a:pt x="15607" y="11194"/>
                      <a:pt x="15658" y="10781"/>
                      <a:pt x="15658" y="10356"/>
                    </a:cubicBezTo>
                    <a:cubicBezTo>
                      <a:pt x="15658" y="9612"/>
                      <a:pt x="15503" y="8902"/>
                      <a:pt x="15227" y="8265"/>
                    </a:cubicBezTo>
                    <a:cubicBezTo>
                      <a:pt x="14989" y="7710"/>
                      <a:pt x="14659" y="7202"/>
                      <a:pt x="14256" y="6766"/>
                    </a:cubicBezTo>
                    <a:cubicBezTo>
                      <a:pt x="13474" y="5919"/>
                      <a:pt x="12419" y="5326"/>
                      <a:pt x="11230" y="5131"/>
                    </a:cubicBezTo>
                    <a:cubicBezTo>
                      <a:pt x="11021" y="5093"/>
                      <a:pt x="10811" y="5071"/>
                      <a:pt x="10593" y="5062"/>
                    </a:cubicBezTo>
                    <a:cubicBezTo>
                      <a:pt x="10580" y="4787"/>
                      <a:pt x="10549" y="4520"/>
                      <a:pt x="10495" y="4258"/>
                    </a:cubicBezTo>
                    <a:cubicBezTo>
                      <a:pt x="10318" y="3379"/>
                      <a:pt x="9924" y="2576"/>
                      <a:pt x="9370" y="1910"/>
                    </a:cubicBezTo>
                    <a:cubicBezTo>
                      <a:pt x="9243" y="1759"/>
                      <a:pt x="9108" y="1615"/>
                      <a:pt x="8967" y="1475"/>
                    </a:cubicBezTo>
                    <a:cubicBezTo>
                      <a:pt x="8765" y="1279"/>
                      <a:pt x="8544" y="1100"/>
                      <a:pt x="8311" y="943"/>
                    </a:cubicBezTo>
                    <a:cubicBezTo>
                      <a:pt x="7501" y="378"/>
                      <a:pt x="6524" y="35"/>
                      <a:pt x="5471" y="4"/>
                    </a:cubicBezTo>
                    <a:cubicBezTo>
                      <a:pt x="5414" y="1"/>
                      <a:pt x="5358" y="1"/>
                      <a:pt x="53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2"/>
              <p:cNvSpPr/>
              <p:nvPr/>
            </p:nvSpPr>
            <p:spPr>
              <a:xfrm>
                <a:off x="3516825" y="2216025"/>
                <a:ext cx="179500" cy="59125"/>
              </a:xfrm>
              <a:custGeom>
                <a:rect b="b" l="l" r="r" t="t"/>
                <a:pathLst>
                  <a:path extrusionOk="0" h="2365" w="7180">
                    <a:moveTo>
                      <a:pt x="0" y="1"/>
                    </a:moveTo>
                    <a:lnTo>
                      <a:pt x="0" y="1304"/>
                    </a:lnTo>
                    <a:cubicBezTo>
                      <a:pt x="1815" y="1993"/>
                      <a:pt x="3779" y="2364"/>
                      <a:pt x="5831" y="2364"/>
                    </a:cubicBezTo>
                    <a:cubicBezTo>
                      <a:pt x="5896" y="2364"/>
                      <a:pt x="5960" y="2364"/>
                      <a:pt x="6025" y="2361"/>
                    </a:cubicBezTo>
                    <a:lnTo>
                      <a:pt x="6080" y="2361"/>
                    </a:lnTo>
                    <a:cubicBezTo>
                      <a:pt x="6146" y="2361"/>
                      <a:pt x="6215" y="2359"/>
                      <a:pt x="6285" y="2359"/>
                    </a:cubicBezTo>
                    <a:cubicBezTo>
                      <a:pt x="6292" y="2356"/>
                      <a:pt x="6302" y="2356"/>
                      <a:pt x="6311" y="2356"/>
                    </a:cubicBezTo>
                    <a:lnTo>
                      <a:pt x="6374" y="2356"/>
                    </a:lnTo>
                    <a:cubicBezTo>
                      <a:pt x="6380" y="2354"/>
                      <a:pt x="6386" y="2354"/>
                      <a:pt x="6396" y="2354"/>
                    </a:cubicBezTo>
                    <a:lnTo>
                      <a:pt x="6450" y="2354"/>
                    </a:lnTo>
                    <a:cubicBezTo>
                      <a:pt x="6452" y="2352"/>
                      <a:pt x="6454" y="2352"/>
                      <a:pt x="6455" y="2352"/>
                    </a:cubicBezTo>
                    <a:cubicBezTo>
                      <a:pt x="6457" y="2352"/>
                      <a:pt x="6460" y="2352"/>
                      <a:pt x="6463" y="2354"/>
                    </a:cubicBezTo>
                    <a:cubicBezTo>
                      <a:pt x="6469" y="2351"/>
                      <a:pt x="6479" y="2351"/>
                      <a:pt x="6489" y="2351"/>
                    </a:cubicBezTo>
                    <a:lnTo>
                      <a:pt x="6518" y="2351"/>
                    </a:lnTo>
                    <a:cubicBezTo>
                      <a:pt x="6518" y="2350"/>
                      <a:pt x="6518" y="2349"/>
                      <a:pt x="6519" y="2349"/>
                    </a:cubicBezTo>
                    <a:cubicBezTo>
                      <a:pt x="6521" y="2349"/>
                      <a:pt x="6522" y="2350"/>
                      <a:pt x="6524" y="2351"/>
                    </a:cubicBezTo>
                    <a:cubicBezTo>
                      <a:pt x="6530" y="2349"/>
                      <a:pt x="6536" y="2349"/>
                      <a:pt x="6543" y="2349"/>
                    </a:cubicBezTo>
                    <a:lnTo>
                      <a:pt x="6559" y="2349"/>
                    </a:lnTo>
                    <a:cubicBezTo>
                      <a:pt x="6574" y="2349"/>
                      <a:pt x="6590" y="2346"/>
                      <a:pt x="6608" y="2346"/>
                    </a:cubicBezTo>
                    <a:lnTo>
                      <a:pt x="6618" y="2346"/>
                    </a:lnTo>
                    <a:cubicBezTo>
                      <a:pt x="6803" y="2337"/>
                      <a:pt x="6993" y="2324"/>
                      <a:pt x="7179" y="2309"/>
                    </a:cubicBezTo>
                    <a:cubicBezTo>
                      <a:pt x="7076" y="2299"/>
                      <a:pt x="6968" y="2289"/>
                      <a:pt x="6861" y="2269"/>
                    </a:cubicBezTo>
                    <a:cubicBezTo>
                      <a:pt x="6835" y="2269"/>
                      <a:pt x="6814" y="2266"/>
                      <a:pt x="6792" y="2263"/>
                    </a:cubicBezTo>
                    <a:cubicBezTo>
                      <a:pt x="6726" y="2259"/>
                      <a:pt x="6663" y="2251"/>
                      <a:pt x="6600" y="2244"/>
                    </a:cubicBezTo>
                    <a:lnTo>
                      <a:pt x="6597" y="2244"/>
                    </a:lnTo>
                    <a:lnTo>
                      <a:pt x="6531" y="2235"/>
                    </a:lnTo>
                    <a:cubicBezTo>
                      <a:pt x="6523" y="2235"/>
                      <a:pt x="6515" y="2235"/>
                      <a:pt x="6509" y="2232"/>
                    </a:cubicBezTo>
                    <a:lnTo>
                      <a:pt x="6494" y="2232"/>
                    </a:lnTo>
                    <a:cubicBezTo>
                      <a:pt x="6484" y="2232"/>
                      <a:pt x="6478" y="2230"/>
                      <a:pt x="6472" y="2230"/>
                    </a:cubicBezTo>
                    <a:lnTo>
                      <a:pt x="6459" y="2230"/>
                    </a:lnTo>
                    <a:cubicBezTo>
                      <a:pt x="6453" y="2227"/>
                      <a:pt x="6446" y="2227"/>
                      <a:pt x="6440" y="2227"/>
                    </a:cubicBezTo>
                    <a:cubicBezTo>
                      <a:pt x="6431" y="2225"/>
                      <a:pt x="6421" y="2225"/>
                      <a:pt x="6411" y="2225"/>
                    </a:cubicBezTo>
                    <a:lnTo>
                      <a:pt x="6409" y="2225"/>
                    </a:lnTo>
                    <a:cubicBezTo>
                      <a:pt x="6402" y="2222"/>
                      <a:pt x="6397" y="2222"/>
                      <a:pt x="6394" y="2222"/>
                    </a:cubicBezTo>
                    <a:lnTo>
                      <a:pt x="6386" y="2222"/>
                    </a:lnTo>
                    <a:cubicBezTo>
                      <a:pt x="6374" y="2218"/>
                      <a:pt x="6361" y="2218"/>
                      <a:pt x="6352" y="2216"/>
                    </a:cubicBezTo>
                    <a:cubicBezTo>
                      <a:pt x="6342" y="2216"/>
                      <a:pt x="6333" y="2216"/>
                      <a:pt x="6327" y="2213"/>
                    </a:cubicBezTo>
                    <a:cubicBezTo>
                      <a:pt x="6314" y="2213"/>
                      <a:pt x="6304" y="2210"/>
                      <a:pt x="6296" y="2210"/>
                    </a:cubicBezTo>
                    <a:cubicBezTo>
                      <a:pt x="6288" y="2210"/>
                      <a:pt x="6285" y="2207"/>
                      <a:pt x="6282" y="2207"/>
                    </a:cubicBezTo>
                    <a:cubicBezTo>
                      <a:pt x="6225" y="2201"/>
                      <a:pt x="6169" y="2191"/>
                      <a:pt x="6112" y="2182"/>
                    </a:cubicBezTo>
                    <a:lnTo>
                      <a:pt x="6092" y="2182"/>
                    </a:lnTo>
                    <a:cubicBezTo>
                      <a:pt x="3889" y="1857"/>
                      <a:pt x="1830" y="110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2"/>
              <p:cNvSpPr/>
              <p:nvPr/>
            </p:nvSpPr>
            <p:spPr>
              <a:xfrm>
                <a:off x="3658900" y="2273150"/>
                <a:ext cx="245825" cy="95275"/>
              </a:xfrm>
              <a:custGeom>
                <a:rect b="b" l="l" r="r" t="t"/>
                <a:pathLst>
                  <a:path extrusionOk="0" h="3811" w="9833">
                    <a:moveTo>
                      <a:pt x="1390" y="1"/>
                    </a:moveTo>
                    <a:cubicBezTo>
                      <a:pt x="1375" y="1"/>
                      <a:pt x="1360" y="1"/>
                      <a:pt x="1345" y="1"/>
                    </a:cubicBezTo>
                    <a:lnTo>
                      <a:pt x="1181" y="1"/>
                    </a:lnTo>
                    <a:cubicBezTo>
                      <a:pt x="1152" y="1"/>
                      <a:pt x="1125" y="3"/>
                      <a:pt x="1096" y="3"/>
                    </a:cubicBezTo>
                    <a:cubicBezTo>
                      <a:pt x="1031" y="3"/>
                      <a:pt x="965" y="6"/>
                      <a:pt x="894" y="6"/>
                    </a:cubicBezTo>
                    <a:cubicBezTo>
                      <a:pt x="886" y="6"/>
                      <a:pt x="876" y="6"/>
                      <a:pt x="867" y="8"/>
                    </a:cubicBezTo>
                    <a:lnTo>
                      <a:pt x="807" y="8"/>
                    </a:lnTo>
                    <a:cubicBezTo>
                      <a:pt x="800" y="8"/>
                      <a:pt x="790" y="8"/>
                      <a:pt x="781" y="11"/>
                    </a:cubicBezTo>
                    <a:cubicBezTo>
                      <a:pt x="780" y="10"/>
                      <a:pt x="779" y="10"/>
                      <a:pt x="778" y="10"/>
                    </a:cubicBezTo>
                    <a:cubicBezTo>
                      <a:pt x="775" y="10"/>
                      <a:pt x="770" y="11"/>
                      <a:pt x="765" y="11"/>
                    </a:cubicBezTo>
                    <a:cubicBezTo>
                      <a:pt x="764" y="12"/>
                      <a:pt x="763" y="12"/>
                      <a:pt x="762" y="12"/>
                    </a:cubicBezTo>
                    <a:cubicBezTo>
                      <a:pt x="761" y="12"/>
                      <a:pt x="759" y="11"/>
                      <a:pt x="759" y="11"/>
                    </a:cubicBezTo>
                    <a:lnTo>
                      <a:pt x="716" y="11"/>
                    </a:lnTo>
                    <a:cubicBezTo>
                      <a:pt x="709" y="11"/>
                      <a:pt x="698" y="11"/>
                      <a:pt x="690" y="13"/>
                    </a:cubicBezTo>
                    <a:lnTo>
                      <a:pt x="655" y="13"/>
                    </a:lnTo>
                    <a:cubicBezTo>
                      <a:pt x="649" y="13"/>
                      <a:pt x="642" y="13"/>
                      <a:pt x="635" y="16"/>
                    </a:cubicBezTo>
                    <a:lnTo>
                      <a:pt x="630" y="16"/>
                    </a:lnTo>
                    <a:cubicBezTo>
                      <a:pt x="613" y="16"/>
                      <a:pt x="593" y="16"/>
                      <a:pt x="571" y="18"/>
                    </a:cubicBezTo>
                    <a:lnTo>
                      <a:pt x="568" y="18"/>
                    </a:lnTo>
                    <a:cubicBezTo>
                      <a:pt x="378" y="25"/>
                      <a:pt x="191" y="38"/>
                      <a:pt x="1" y="53"/>
                    </a:cubicBezTo>
                    <a:cubicBezTo>
                      <a:pt x="118" y="63"/>
                      <a:pt x="234" y="71"/>
                      <a:pt x="347" y="84"/>
                    </a:cubicBezTo>
                    <a:cubicBezTo>
                      <a:pt x="363" y="89"/>
                      <a:pt x="378" y="89"/>
                      <a:pt x="392" y="91"/>
                    </a:cubicBezTo>
                    <a:lnTo>
                      <a:pt x="582" y="110"/>
                    </a:lnTo>
                    <a:cubicBezTo>
                      <a:pt x="582" y="110"/>
                      <a:pt x="584" y="110"/>
                      <a:pt x="584" y="112"/>
                    </a:cubicBezTo>
                    <a:cubicBezTo>
                      <a:pt x="605" y="112"/>
                      <a:pt x="628" y="116"/>
                      <a:pt x="650" y="120"/>
                    </a:cubicBezTo>
                    <a:cubicBezTo>
                      <a:pt x="656" y="120"/>
                      <a:pt x="665" y="120"/>
                      <a:pt x="671" y="122"/>
                    </a:cubicBezTo>
                    <a:lnTo>
                      <a:pt x="685" y="122"/>
                    </a:lnTo>
                    <a:cubicBezTo>
                      <a:pt x="691" y="122"/>
                      <a:pt x="701" y="125"/>
                      <a:pt x="711" y="125"/>
                    </a:cubicBezTo>
                    <a:lnTo>
                      <a:pt x="719" y="125"/>
                    </a:lnTo>
                    <a:cubicBezTo>
                      <a:pt x="726" y="127"/>
                      <a:pt x="732" y="127"/>
                      <a:pt x="742" y="127"/>
                    </a:cubicBezTo>
                    <a:cubicBezTo>
                      <a:pt x="748" y="130"/>
                      <a:pt x="758" y="130"/>
                      <a:pt x="767" y="130"/>
                    </a:cubicBezTo>
                    <a:lnTo>
                      <a:pt x="774" y="130"/>
                    </a:lnTo>
                    <a:cubicBezTo>
                      <a:pt x="778" y="132"/>
                      <a:pt x="780" y="132"/>
                      <a:pt x="786" y="132"/>
                    </a:cubicBezTo>
                    <a:lnTo>
                      <a:pt x="795" y="132"/>
                    </a:lnTo>
                    <a:cubicBezTo>
                      <a:pt x="805" y="136"/>
                      <a:pt x="817" y="136"/>
                      <a:pt x="830" y="138"/>
                    </a:cubicBezTo>
                    <a:cubicBezTo>
                      <a:pt x="837" y="138"/>
                      <a:pt x="843" y="138"/>
                      <a:pt x="852" y="141"/>
                    </a:cubicBezTo>
                    <a:cubicBezTo>
                      <a:pt x="861" y="141"/>
                      <a:pt x="874" y="143"/>
                      <a:pt x="887" y="143"/>
                    </a:cubicBezTo>
                    <a:cubicBezTo>
                      <a:pt x="889" y="146"/>
                      <a:pt x="893" y="146"/>
                      <a:pt x="896" y="146"/>
                    </a:cubicBezTo>
                    <a:cubicBezTo>
                      <a:pt x="953" y="153"/>
                      <a:pt x="1012" y="163"/>
                      <a:pt x="1069" y="172"/>
                    </a:cubicBezTo>
                    <a:cubicBezTo>
                      <a:pt x="1075" y="172"/>
                      <a:pt x="1084" y="172"/>
                      <a:pt x="1090" y="174"/>
                    </a:cubicBezTo>
                    <a:cubicBezTo>
                      <a:pt x="4157" y="625"/>
                      <a:pt x="6952" y="1920"/>
                      <a:pt x="9228" y="3811"/>
                    </a:cubicBezTo>
                    <a:cubicBezTo>
                      <a:pt x="9501" y="3357"/>
                      <a:pt x="9707" y="2859"/>
                      <a:pt x="9832" y="2330"/>
                    </a:cubicBezTo>
                    <a:cubicBezTo>
                      <a:pt x="7361" y="854"/>
                      <a:pt x="4474" y="1"/>
                      <a:pt x="13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2"/>
              <p:cNvSpPr/>
              <p:nvPr/>
            </p:nvSpPr>
            <p:spPr>
              <a:xfrm>
                <a:off x="3676675" y="2065100"/>
                <a:ext cx="74500" cy="227675"/>
              </a:xfrm>
              <a:custGeom>
                <a:rect b="b" l="l" r="r" t="t"/>
                <a:pathLst>
                  <a:path extrusionOk="0" h="9107" w="2980">
                    <a:moveTo>
                      <a:pt x="1930" y="1"/>
                    </a:moveTo>
                    <a:cubicBezTo>
                      <a:pt x="697" y="2318"/>
                      <a:pt x="1" y="4955"/>
                      <a:pt x="1" y="7759"/>
                    </a:cubicBezTo>
                    <a:cubicBezTo>
                      <a:pt x="1" y="7825"/>
                      <a:pt x="1" y="7888"/>
                      <a:pt x="3" y="7954"/>
                    </a:cubicBezTo>
                    <a:lnTo>
                      <a:pt x="3" y="8009"/>
                    </a:lnTo>
                    <a:cubicBezTo>
                      <a:pt x="3" y="8074"/>
                      <a:pt x="6" y="8140"/>
                      <a:pt x="6" y="8210"/>
                    </a:cubicBezTo>
                    <a:cubicBezTo>
                      <a:pt x="8" y="8219"/>
                      <a:pt x="8" y="8229"/>
                      <a:pt x="8" y="8238"/>
                    </a:cubicBezTo>
                    <a:lnTo>
                      <a:pt x="8" y="8254"/>
                    </a:lnTo>
                    <a:lnTo>
                      <a:pt x="8" y="8260"/>
                    </a:lnTo>
                    <a:lnTo>
                      <a:pt x="8" y="8298"/>
                    </a:lnTo>
                    <a:cubicBezTo>
                      <a:pt x="11" y="8304"/>
                      <a:pt x="11" y="8315"/>
                      <a:pt x="11" y="8324"/>
                    </a:cubicBezTo>
                    <a:lnTo>
                      <a:pt x="11" y="8373"/>
                    </a:lnTo>
                    <a:cubicBezTo>
                      <a:pt x="13" y="8376"/>
                      <a:pt x="13" y="8383"/>
                      <a:pt x="11" y="8389"/>
                    </a:cubicBezTo>
                    <a:cubicBezTo>
                      <a:pt x="13" y="8396"/>
                      <a:pt x="13" y="8406"/>
                      <a:pt x="13" y="8415"/>
                    </a:cubicBezTo>
                    <a:lnTo>
                      <a:pt x="13" y="8440"/>
                    </a:lnTo>
                    <a:lnTo>
                      <a:pt x="13" y="8448"/>
                    </a:lnTo>
                    <a:cubicBezTo>
                      <a:pt x="16" y="8454"/>
                      <a:pt x="16" y="8460"/>
                      <a:pt x="16" y="8469"/>
                    </a:cubicBezTo>
                    <a:lnTo>
                      <a:pt x="16" y="8482"/>
                    </a:lnTo>
                    <a:cubicBezTo>
                      <a:pt x="16" y="8499"/>
                      <a:pt x="18" y="8517"/>
                      <a:pt x="18" y="8536"/>
                    </a:cubicBezTo>
                    <a:lnTo>
                      <a:pt x="18" y="8543"/>
                    </a:lnTo>
                    <a:cubicBezTo>
                      <a:pt x="28" y="8732"/>
                      <a:pt x="41" y="8917"/>
                      <a:pt x="56" y="9106"/>
                    </a:cubicBezTo>
                    <a:cubicBezTo>
                      <a:pt x="65" y="9000"/>
                      <a:pt x="74" y="8897"/>
                      <a:pt x="87" y="8791"/>
                    </a:cubicBezTo>
                    <a:cubicBezTo>
                      <a:pt x="87" y="8766"/>
                      <a:pt x="90" y="8744"/>
                      <a:pt x="94" y="8722"/>
                    </a:cubicBezTo>
                    <a:cubicBezTo>
                      <a:pt x="98" y="8656"/>
                      <a:pt x="106" y="8593"/>
                      <a:pt x="113" y="8530"/>
                    </a:cubicBezTo>
                    <a:lnTo>
                      <a:pt x="113" y="8527"/>
                    </a:lnTo>
                    <a:cubicBezTo>
                      <a:pt x="115" y="8505"/>
                      <a:pt x="119" y="8480"/>
                      <a:pt x="121" y="8458"/>
                    </a:cubicBezTo>
                    <a:cubicBezTo>
                      <a:pt x="121" y="8451"/>
                      <a:pt x="121" y="8443"/>
                      <a:pt x="125" y="8435"/>
                    </a:cubicBezTo>
                    <a:lnTo>
                      <a:pt x="125" y="8429"/>
                    </a:lnTo>
                    <a:lnTo>
                      <a:pt x="125" y="8423"/>
                    </a:lnTo>
                    <a:cubicBezTo>
                      <a:pt x="125" y="8417"/>
                      <a:pt x="127" y="8406"/>
                      <a:pt x="127" y="8397"/>
                    </a:cubicBezTo>
                    <a:lnTo>
                      <a:pt x="127" y="8388"/>
                    </a:lnTo>
                    <a:cubicBezTo>
                      <a:pt x="130" y="8382"/>
                      <a:pt x="130" y="8375"/>
                      <a:pt x="130" y="8366"/>
                    </a:cubicBezTo>
                    <a:cubicBezTo>
                      <a:pt x="132" y="8360"/>
                      <a:pt x="132" y="8350"/>
                      <a:pt x="132" y="8340"/>
                    </a:cubicBezTo>
                    <a:lnTo>
                      <a:pt x="132" y="8337"/>
                    </a:lnTo>
                    <a:cubicBezTo>
                      <a:pt x="135" y="8335"/>
                      <a:pt x="135" y="8329"/>
                      <a:pt x="135" y="8322"/>
                    </a:cubicBezTo>
                    <a:lnTo>
                      <a:pt x="135" y="8314"/>
                    </a:lnTo>
                    <a:cubicBezTo>
                      <a:pt x="139" y="8304"/>
                      <a:pt x="139" y="8291"/>
                      <a:pt x="141" y="8278"/>
                    </a:cubicBezTo>
                    <a:cubicBezTo>
                      <a:pt x="141" y="8272"/>
                      <a:pt x="141" y="8265"/>
                      <a:pt x="144" y="8259"/>
                    </a:cubicBezTo>
                    <a:cubicBezTo>
                      <a:pt x="144" y="8247"/>
                      <a:pt x="146" y="8235"/>
                      <a:pt x="146" y="8222"/>
                    </a:cubicBezTo>
                    <a:cubicBezTo>
                      <a:pt x="146" y="8220"/>
                      <a:pt x="149" y="8216"/>
                      <a:pt x="149" y="8212"/>
                    </a:cubicBezTo>
                    <a:cubicBezTo>
                      <a:pt x="156" y="8156"/>
                      <a:pt x="166" y="8097"/>
                      <a:pt x="175" y="8040"/>
                    </a:cubicBezTo>
                    <a:cubicBezTo>
                      <a:pt x="175" y="8034"/>
                      <a:pt x="175" y="8025"/>
                      <a:pt x="177" y="8018"/>
                    </a:cubicBezTo>
                    <a:cubicBezTo>
                      <a:pt x="559" y="5424"/>
                      <a:pt x="1543" y="3026"/>
                      <a:pt x="2979" y="971"/>
                    </a:cubicBezTo>
                    <a:cubicBezTo>
                      <a:pt x="2853" y="820"/>
                      <a:pt x="2717" y="674"/>
                      <a:pt x="2585" y="533"/>
                    </a:cubicBezTo>
                    <a:cubicBezTo>
                      <a:pt x="2384" y="337"/>
                      <a:pt x="2163" y="158"/>
                      <a:pt x="1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2"/>
              <p:cNvSpPr/>
              <p:nvPr/>
            </p:nvSpPr>
            <p:spPr>
              <a:xfrm>
                <a:off x="3620675" y="2255375"/>
                <a:ext cx="58100" cy="177700"/>
              </a:xfrm>
              <a:custGeom>
                <a:rect b="b" l="l" r="r" t="t"/>
                <a:pathLst>
                  <a:path extrusionOk="0" h="7108" w="2324">
                    <a:moveTo>
                      <a:pt x="2261" y="1"/>
                    </a:moveTo>
                    <a:cubicBezTo>
                      <a:pt x="2252" y="118"/>
                      <a:pt x="2243" y="234"/>
                      <a:pt x="2230" y="348"/>
                    </a:cubicBezTo>
                    <a:cubicBezTo>
                      <a:pt x="2226" y="363"/>
                      <a:pt x="2226" y="376"/>
                      <a:pt x="2223" y="392"/>
                    </a:cubicBezTo>
                    <a:cubicBezTo>
                      <a:pt x="2217" y="455"/>
                      <a:pt x="2211" y="518"/>
                      <a:pt x="2205" y="578"/>
                    </a:cubicBezTo>
                    <a:cubicBezTo>
                      <a:pt x="2205" y="580"/>
                      <a:pt x="2201" y="580"/>
                      <a:pt x="2201" y="580"/>
                    </a:cubicBezTo>
                    <a:cubicBezTo>
                      <a:pt x="2201" y="601"/>
                      <a:pt x="2197" y="624"/>
                      <a:pt x="2195" y="646"/>
                    </a:cubicBezTo>
                    <a:cubicBezTo>
                      <a:pt x="2195" y="655"/>
                      <a:pt x="2195" y="661"/>
                      <a:pt x="2192" y="667"/>
                    </a:cubicBezTo>
                    <a:lnTo>
                      <a:pt x="2192" y="681"/>
                    </a:lnTo>
                    <a:lnTo>
                      <a:pt x="2192" y="683"/>
                    </a:lnTo>
                    <a:cubicBezTo>
                      <a:pt x="2192" y="692"/>
                      <a:pt x="2190" y="698"/>
                      <a:pt x="2190" y="705"/>
                    </a:cubicBezTo>
                    <a:lnTo>
                      <a:pt x="2190" y="718"/>
                    </a:lnTo>
                    <a:cubicBezTo>
                      <a:pt x="2188" y="724"/>
                      <a:pt x="2188" y="730"/>
                      <a:pt x="2188" y="738"/>
                    </a:cubicBezTo>
                    <a:cubicBezTo>
                      <a:pt x="2185" y="746"/>
                      <a:pt x="2185" y="756"/>
                      <a:pt x="2185" y="765"/>
                    </a:cubicBezTo>
                    <a:lnTo>
                      <a:pt x="2185" y="769"/>
                    </a:lnTo>
                    <a:cubicBezTo>
                      <a:pt x="2183" y="775"/>
                      <a:pt x="2183" y="780"/>
                      <a:pt x="2183" y="784"/>
                    </a:cubicBezTo>
                    <a:lnTo>
                      <a:pt x="2183" y="790"/>
                    </a:lnTo>
                    <a:cubicBezTo>
                      <a:pt x="2179" y="803"/>
                      <a:pt x="2179" y="816"/>
                      <a:pt x="2176" y="825"/>
                    </a:cubicBezTo>
                    <a:cubicBezTo>
                      <a:pt x="2176" y="836"/>
                      <a:pt x="2174" y="844"/>
                      <a:pt x="2174" y="851"/>
                    </a:cubicBezTo>
                    <a:cubicBezTo>
                      <a:pt x="2174" y="863"/>
                      <a:pt x="2171" y="873"/>
                      <a:pt x="2171" y="882"/>
                    </a:cubicBezTo>
                    <a:cubicBezTo>
                      <a:pt x="2168" y="888"/>
                      <a:pt x="2165" y="892"/>
                      <a:pt x="2168" y="894"/>
                    </a:cubicBezTo>
                    <a:cubicBezTo>
                      <a:pt x="2162" y="951"/>
                      <a:pt x="2152" y="1008"/>
                      <a:pt x="2143" y="1065"/>
                    </a:cubicBezTo>
                    <a:lnTo>
                      <a:pt x="2143" y="1084"/>
                    </a:lnTo>
                    <a:cubicBezTo>
                      <a:pt x="1822" y="3259"/>
                      <a:pt x="1081" y="5295"/>
                      <a:pt x="0" y="7107"/>
                    </a:cubicBezTo>
                    <a:lnTo>
                      <a:pt x="1292" y="7107"/>
                    </a:lnTo>
                    <a:cubicBezTo>
                      <a:pt x="1961" y="5315"/>
                      <a:pt x="2323" y="3372"/>
                      <a:pt x="2323" y="1347"/>
                    </a:cubicBezTo>
                    <a:lnTo>
                      <a:pt x="2323" y="1182"/>
                    </a:lnTo>
                    <a:cubicBezTo>
                      <a:pt x="2323" y="1154"/>
                      <a:pt x="2319" y="1126"/>
                      <a:pt x="2311" y="1097"/>
                    </a:cubicBezTo>
                    <a:cubicBezTo>
                      <a:pt x="2311" y="1032"/>
                      <a:pt x="2309" y="962"/>
                      <a:pt x="2309" y="892"/>
                    </a:cubicBezTo>
                    <a:cubicBezTo>
                      <a:pt x="2309" y="885"/>
                      <a:pt x="2309" y="875"/>
                      <a:pt x="2306" y="867"/>
                    </a:cubicBezTo>
                    <a:lnTo>
                      <a:pt x="2306" y="803"/>
                    </a:lnTo>
                    <a:cubicBezTo>
                      <a:pt x="2306" y="796"/>
                      <a:pt x="2306" y="790"/>
                      <a:pt x="2304" y="781"/>
                    </a:cubicBezTo>
                    <a:cubicBezTo>
                      <a:pt x="2306" y="779"/>
                      <a:pt x="2304" y="772"/>
                      <a:pt x="2304" y="765"/>
                    </a:cubicBezTo>
                    <a:lnTo>
                      <a:pt x="2304" y="759"/>
                    </a:lnTo>
                    <a:lnTo>
                      <a:pt x="2304" y="715"/>
                    </a:lnTo>
                    <a:cubicBezTo>
                      <a:pt x="2304" y="709"/>
                      <a:pt x="2304" y="703"/>
                      <a:pt x="2301" y="693"/>
                    </a:cubicBezTo>
                    <a:lnTo>
                      <a:pt x="2301" y="652"/>
                    </a:lnTo>
                    <a:cubicBezTo>
                      <a:pt x="2301" y="650"/>
                      <a:pt x="2301" y="643"/>
                      <a:pt x="2299" y="636"/>
                    </a:cubicBezTo>
                    <a:lnTo>
                      <a:pt x="2301" y="634"/>
                    </a:lnTo>
                    <a:cubicBezTo>
                      <a:pt x="2301" y="630"/>
                      <a:pt x="2301" y="627"/>
                      <a:pt x="2299" y="627"/>
                    </a:cubicBezTo>
                    <a:cubicBezTo>
                      <a:pt x="2299" y="609"/>
                      <a:pt x="2299" y="590"/>
                      <a:pt x="2295" y="570"/>
                    </a:cubicBezTo>
                    <a:lnTo>
                      <a:pt x="2295" y="568"/>
                    </a:lnTo>
                    <a:cubicBezTo>
                      <a:pt x="2289" y="378"/>
                      <a:pt x="2277" y="191"/>
                      <a:pt x="2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2"/>
              <p:cNvSpPr/>
              <p:nvPr/>
            </p:nvSpPr>
            <p:spPr>
              <a:xfrm>
                <a:off x="3516850" y="2264450"/>
                <a:ext cx="176775" cy="69400"/>
              </a:xfrm>
              <a:custGeom>
                <a:rect b="b" l="l" r="r" t="t"/>
                <a:pathLst>
                  <a:path extrusionOk="0" h="2776" w="7071">
                    <a:moveTo>
                      <a:pt x="7071" y="0"/>
                    </a:moveTo>
                    <a:cubicBezTo>
                      <a:pt x="6981" y="44"/>
                      <a:pt x="6889" y="86"/>
                      <a:pt x="6788" y="128"/>
                    </a:cubicBezTo>
                    <a:cubicBezTo>
                      <a:pt x="6766" y="140"/>
                      <a:pt x="6741" y="154"/>
                      <a:pt x="6716" y="163"/>
                    </a:cubicBezTo>
                    <a:cubicBezTo>
                      <a:pt x="6659" y="189"/>
                      <a:pt x="6599" y="217"/>
                      <a:pt x="6539" y="238"/>
                    </a:cubicBezTo>
                    <a:cubicBezTo>
                      <a:pt x="6539" y="238"/>
                      <a:pt x="6539" y="242"/>
                      <a:pt x="6536" y="242"/>
                    </a:cubicBezTo>
                    <a:cubicBezTo>
                      <a:pt x="6518" y="252"/>
                      <a:pt x="6496" y="261"/>
                      <a:pt x="6473" y="267"/>
                    </a:cubicBezTo>
                    <a:cubicBezTo>
                      <a:pt x="6469" y="272"/>
                      <a:pt x="6464" y="275"/>
                      <a:pt x="6460" y="275"/>
                    </a:cubicBezTo>
                    <a:cubicBezTo>
                      <a:pt x="6458" y="275"/>
                      <a:pt x="6456" y="274"/>
                      <a:pt x="6455" y="273"/>
                    </a:cubicBezTo>
                    <a:lnTo>
                      <a:pt x="6452" y="277"/>
                    </a:lnTo>
                    <a:cubicBezTo>
                      <a:pt x="6447" y="279"/>
                      <a:pt x="6447" y="279"/>
                      <a:pt x="6445" y="279"/>
                    </a:cubicBezTo>
                    <a:cubicBezTo>
                      <a:pt x="6445" y="279"/>
                      <a:pt x="6445" y="281"/>
                      <a:pt x="6442" y="281"/>
                    </a:cubicBezTo>
                    <a:lnTo>
                      <a:pt x="6440" y="281"/>
                    </a:lnTo>
                    <a:cubicBezTo>
                      <a:pt x="6431" y="288"/>
                      <a:pt x="6418" y="291"/>
                      <a:pt x="6409" y="294"/>
                    </a:cubicBezTo>
                    <a:lnTo>
                      <a:pt x="6406" y="294"/>
                    </a:lnTo>
                    <a:cubicBezTo>
                      <a:pt x="6400" y="300"/>
                      <a:pt x="6398" y="300"/>
                      <a:pt x="6391" y="303"/>
                    </a:cubicBezTo>
                    <a:cubicBezTo>
                      <a:pt x="6384" y="305"/>
                      <a:pt x="6375" y="310"/>
                      <a:pt x="6369" y="312"/>
                    </a:cubicBezTo>
                    <a:lnTo>
                      <a:pt x="6367" y="312"/>
                    </a:lnTo>
                    <a:cubicBezTo>
                      <a:pt x="6360" y="316"/>
                      <a:pt x="6353" y="319"/>
                      <a:pt x="6347" y="319"/>
                    </a:cubicBezTo>
                    <a:lnTo>
                      <a:pt x="6347" y="321"/>
                    </a:lnTo>
                    <a:cubicBezTo>
                      <a:pt x="6334" y="327"/>
                      <a:pt x="6318" y="334"/>
                      <a:pt x="6306" y="336"/>
                    </a:cubicBezTo>
                    <a:cubicBezTo>
                      <a:pt x="6300" y="340"/>
                      <a:pt x="6293" y="343"/>
                      <a:pt x="6286" y="346"/>
                    </a:cubicBezTo>
                    <a:cubicBezTo>
                      <a:pt x="6275" y="352"/>
                      <a:pt x="6262" y="355"/>
                      <a:pt x="6249" y="361"/>
                    </a:cubicBezTo>
                    <a:lnTo>
                      <a:pt x="6246" y="361"/>
                    </a:lnTo>
                    <a:cubicBezTo>
                      <a:pt x="6191" y="386"/>
                      <a:pt x="6135" y="408"/>
                      <a:pt x="6080" y="427"/>
                    </a:cubicBezTo>
                    <a:cubicBezTo>
                      <a:pt x="6078" y="430"/>
                      <a:pt x="6074" y="433"/>
                      <a:pt x="6071" y="433"/>
                    </a:cubicBezTo>
                    <a:cubicBezTo>
                      <a:pt x="4098" y="1218"/>
                      <a:pt x="2040" y="1593"/>
                      <a:pt x="1" y="1593"/>
                    </a:cubicBezTo>
                    <a:lnTo>
                      <a:pt x="1" y="2775"/>
                    </a:lnTo>
                    <a:cubicBezTo>
                      <a:pt x="2034" y="2488"/>
                      <a:pt x="4048" y="1810"/>
                      <a:pt x="5936" y="719"/>
                    </a:cubicBezTo>
                    <a:cubicBezTo>
                      <a:pt x="5980" y="696"/>
                      <a:pt x="6027" y="667"/>
                      <a:pt x="6071" y="641"/>
                    </a:cubicBezTo>
                    <a:cubicBezTo>
                      <a:pt x="6100" y="624"/>
                      <a:pt x="6125" y="609"/>
                      <a:pt x="6153" y="593"/>
                    </a:cubicBezTo>
                    <a:cubicBezTo>
                      <a:pt x="6210" y="558"/>
                      <a:pt x="6270" y="523"/>
                      <a:pt x="6327" y="486"/>
                    </a:cubicBezTo>
                    <a:cubicBezTo>
                      <a:pt x="6333" y="484"/>
                      <a:pt x="6336" y="480"/>
                      <a:pt x="6342" y="477"/>
                    </a:cubicBezTo>
                    <a:cubicBezTo>
                      <a:pt x="6351" y="474"/>
                      <a:pt x="6358" y="466"/>
                      <a:pt x="6364" y="464"/>
                    </a:cubicBezTo>
                    <a:cubicBezTo>
                      <a:pt x="6370" y="461"/>
                      <a:pt x="6374" y="458"/>
                      <a:pt x="6377" y="455"/>
                    </a:cubicBezTo>
                    <a:cubicBezTo>
                      <a:pt x="6385" y="451"/>
                      <a:pt x="6393" y="445"/>
                      <a:pt x="6399" y="443"/>
                    </a:cubicBezTo>
                    <a:cubicBezTo>
                      <a:pt x="6405" y="436"/>
                      <a:pt x="6411" y="432"/>
                      <a:pt x="6418" y="429"/>
                    </a:cubicBezTo>
                    <a:cubicBezTo>
                      <a:pt x="6425" y="427"/>
                      <a:pt x="6429" y="423"/>
                      <a:pt x="6431" y="420"/>
                    </a:cubicBezTo>
                    <a:cubicBezTo>
                      <a:pt x="6434" y="420"/>
                      <a:pt x="6437" y="418"/>
                      <a:pt x="6440" y="418"/>
                    </a:cubicBezTo>
                    <a:cubicBezTo>
                      <a:pt x="6446" y="412"/>
                      <a:pt x="6453" y="408"/>
                      <a:pt x="6456" y="405"/>
                    </a:cubicBezTo>
                    <a:cubicBezTo>
                      <a:pt x="6460" y="405"/>
                      <a:pt x="6462" y="405"/>
                      <a:pt x="6462" y="402"/>
                    </a:cubicBezTo>
                    <a:cubicBezTo>
                      <a:pt x="6468" y="398"/>
                      <a:pt x="6472" y="396"/>
                      <a:pt x="6475" y="396"/>
                    </a:cubicBezTo>
                    <a:cubicBezTo>
                      <a:pt x="6483" y="389"/>
                      <a:pt x="6491" y="387"/>
                      <a:pt x="6497" y="381"/>
                    </a:cubicBezTo>
                    <a:cubicBezTo>
                      <a:pt x="6507" y="374"/>
                      <a:pt x="6517" y="372"/>
                      <a:pt x="6523" y="365"/>
                    </a:cubicBezTo>
                    <a:cubicBezTo>
                      <a:pt x="6529" y="361"/>
                      <a:pt x="6535" y="355"/>
                      <a:pt x="6542" y="352"/>
                    </a:cubicBezTo>
                    <a:cubicBezTo>
                      <a:pt x="6545" y="352"/>
                      <a:pt x="6549" y="350"/>
                      <a:pt x="6549" y="350"/>
                    </a:cubicBezTo>
                    <a:cubicBezTo>
                      <a:pt x="6568" y="336"/>
                      <a:pt x="6584" y="328"/>
                      <a:pt x="6599" y="315"/>
                    </a:cubicBezTo>
                    <a:lnTo>
                      <a:pt x="6601" y="315"/>
                    </a:lnTo>
                    <a:cubicBezTo>
                      <a:pt x="6759" y="212"/>
                      <a:pt x="6916" y="107"/>
                      <a:pt x="7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2"/>
              <p:cNvSpPr/>
              <p:nvPr/>
            </p:nvSpPr>
            <p:spPr>
              <a:xfrm>
                <a:off x="3661625" y="2210750"/>
                <a:ext cx="235925" cy="72900"/>
              </a:xfrm>
              <a:custGeom>
                <a:rect b="b" l="l" r="r" t="t"/>
                <a:pathLst>
                  <a:path extrusionOk="0" h="2916" w="9437">
                    <a:moveTo>
                      <a:pt x="8465" y="0"/>
                    </a:moveTo>
                    <a:cubicBezTo>
                      <a:pt x="5963" y="138"/>
                      <a:pt x="3451" y="850"/>
                      <a:pt x="1131" y="2193"/>
                    </a:cubicBezTo>
                    <a:cubicBezTo>
                      <a:pt x="1088" y="2218"/>
                      <a:pt x="1046" y="2244"/>
                      <a:pt x="1002" y="2272"/>
                    </a:cubicBezTo>
                    <a:cubicBezTo>
                      <a:pt x="970" y="2287"/>
                      <a:pt x="941" y="2307"/>
                      <a:pt x="911" y="2329"/>
                    </a:cubicBezTo>
                    <a:cubicBezTo>
                      <a:pt x="856" y="2358"/>
                      <a:pt x="801" y="2392"/>
                      <a:pt x="744" y="2433"/>
                    </a:cubicBezTo>
                    <a:cubicBezTo>
                      <a:pt x="743" y="2432"/>
                      <a:pt x="741" y="2432"/>
                      <a:pt x="740" y="2432"/>
                    </a:cubicBezTo>
                    <a:cubicBezTo>
                      <a:pt x="734" y="2432"/>
                      <a:pt x="727" y="2437"/>
                      <a:pt x="722" y="2442"/>
                    </a:cubicBezTo>
                    <a:lnTo>
                      <a:pt x="720" y="2444"/>
                    </a:lnTo>
                    <a:cubicBezTo>
                      <a:pt x="719" y="2443"/>
                      <a:pt x="718" y="2443"/>
                      <a:pt x="717" y="2443"/>
                    </a:cubicBezTo>
                    <a:cubicBezTo>
                      <a:pt x="715" y="2443"/>
                      <a:pt x="713" y="2445"/>
                      <a:pt x="713" y="2447"/>
                    </a:cubicBezTo>
                    <a:lnTo>
                      <a:pt x="711" y="2447"/>
                    </a:lnTo>
                    <a:cubicBezTo>
                      <a:pt x="711" y="2447"/>
                      <a:pt x="711" y="2451"/>
                      <a:pt x="708" y="2453"/>
                    </a:cubicBezTo>
                    <a:cubicBezTo>
                      <a:pt x="707" y="2452"/>
                      <a:pt x="707" y="2452"/>
                      <a:pt x="706" y="2452"/>
                    </a:cubicBezTo>
                    <a:cubicBezTo>
                      <a:pt x="704" y="2452"/>
                      <a:pt x="701" y="2454"/>
                      <a:pt x="700" y="2457"/>
                    </a:cubicBezTo>
                    <a:cubicBezTo>
                      <a:pt x="690" y="2460"/>
                      <a:pt x="680" y="2467"/>
                      <a:pt x="671" y="2475"/>
                    </a:cubicBezTo>
                    <a:cubicBezTo>
                      <a:pt x="665" y="2475"/>
                      <a:pt x="658" y="2482"/>
                      <a:pt x="651" y="2489"/>
                    </a:cubicBezTo>
                    <a:cubicBezTo>
                      <a:pt x="651" y="2487"/>
                      <a:pt x="650" y="2487"/>
                      <a:pt x="649" y="2487"/>
                    </a:cubicBezTo>
                    <a:cubicBezTo>
                      <a:pt x="647" y="2487"/>
                      <a:pt x="644" y="2489"/>
                      <a:pt x="643" y="2491"/>
                    </a:cubicBezTo>
                    <a:cubicBezTo>
                      <a:pt x="640" y="2491"/>
                      <a:pt x="636" y="2495"/>
                      <a:pt x="634" y="2498"/>
                    </a:cubicBezTo>
                    <a:cubicBezTo>
                      <a:pt x="627" y="2501"/>
                      <a:pt x="620" y="2504"/>
                      <a:pt x="614" y="2510"/>
                    </a:cubicBezTo>
                    <a:cubicBezTo>
                      <a:pt x="610" y="2510"/>
                      <a:pt x="608" y="2510"/>
                      <a:pt x="608" y="2513"/>
                    </a:cubicBezTo>
                    <a:cubicBezTo>
                      <a:pt x="602" y="2513"/>
                      <a:pt x="598" y="2516"/>
                      <a:pt x="594" y="2520"/>
                    </a:cubicBezTo>
                    <a:cubicBezTo>
                      <a:pt x="588" y="2524"/>
                      <a:pt x="582" y="2530"/>
                      <a:pt x="576" y="2532"/>
                    </a:cubicBezTo>
                    <a:cubicBezTo>
                      <a:pt x="566" y="2539"/>
                      <a:pt x="558" y="2541"/>
                      <a:pt x="550" y="2547"/>
                    </a:cubicBezTo>
                    <a:lnTo>
                      <a:pt x="550" y="2550"/>
                    </a:lnTo>
                    <a:lnTo>
                      <a:pt x="547" y="2550"/>
                    </a:lnTo>
                    <a:cubicBezTo>
                      <a:pt x="541" y="2553"/>
                      <a:pt x="538" y="2557"/>
                      <a:pt x="532" y="2560"/>
                    </a:cubicBezTo>
                    <a:cubicBezTo>
                      <a:pt x="529" y="2560"/>
                      <a:pt x="525" y="2563"/>
                      <a:pt x="522" y="2566"/>
                    </a:cubicBezTo>
                    <a:cubicBezTo>
                      <a:pt x="506" y="2575"/>
                      <a:pt x="490" y="2586"/>
                      <a:pt x="475" y="2601"/>
                    </a:cubicBezTo>
                    <a:cubicBezTo>
                      <a:pt x="475" y="2598"/>
                      <a:pt x="473" y="2598"/>
                      <a:pt x="473" y="2598"/>
                    </a:cubicBezTo>
                    <a:cubicBezTo>
                      <a:pt x="473" y="2601"/>
                      <a:pt x="470" y="2601"/>
                      <a:pt x="470" y="2601"/>
                    </a:cubicBezTo>
                    <a:cubicBezTo>
                      <a:pt x="309" y="2704"/>
                      <a:pt x="155" y="2808"/>
                      <a:pt x="0" y="2916"/>
                    </a:cubicBezTo>
                    <a:cubicBezTo>
                      <a:pt x="94" y="2871"/>
                      <a:pt x="190" y="2828"/>
                      <a:pt x="284" y="2787"/>
                    </a:cubicBezTo>
                    <a:cubicBezTo>
                      <a:pt x="305" y="2774"/>
                      <a:pt x="328" y="2764"/>
                      <a:pt x="354" y="2756"/>
                    </a:cubicBezTo>
                    <a:cubicBezTo>
                      <a:pt x="411" y="2727"/>
                      <a:pt x="471" y="2701"/>
                      <a:pt x="530" y="2679"/>
                    </a:cubicBezTo>
                    <a:lnTo>
                      <a:pt x="533" y="2676"/>
                    </a:lnTo>
                    <a:cubicBezTo>
                      <a:pt x="551" y="2666"/>
                      <a:pt x="571" y="2658"/>
                      <a:pt x="592" y="2651"/>
                    </a:cubicBezTo>
                    <a:cubicBezTo>
                      <a:pt x="599" y="2644"/>
                      <a:pt x="608" y="2642"/>
                      <a:pt x="614" y="2642"/>
                    </a:cubicBezTo>
                    <a:cubicBezTo>
                      <a:pt x="618" y="2639"/>
                      <a:pt x="618" y="2639"/>
                      <a:pt x="620" y="2639"/>
                    </a:cubicBezTo>
                    <a:cubicBezTo>
                      <a:pt x="623" y="2637"/>
                      <a:pt x="627" y="2637"/>
                      <a:pt x="630" y="2637"/>
                    </a:cubicBezTo>
                    <a:cubicBezTo>
                      <a:pt x="639" y="2630"/>
                      <a:pt x="651" y="2624"/>
                      <a:pt x="661" y="2624"/>
                    </a:cubicBezTo>
                    <a:lnTo>
                      <a:pt x="664" y="2622"/>
                    </a:lnTo>
                    <a:cubicBezTo>
                      <a:pt x="667" y="2618"/>
                      <a:pt x="674" y="2614"/>
                      <a:pt x="676" y="2614"/>
                    </a:cubicBezTo>
                    <a:cubicBezTo>
                      <a:pt x="682" y="2612"/>
                      <a:pt x="691" y="2608"/>
                      <a:pt x="698" y="2606"/>
                    </a:cubicBezTo>
                    <a:cubicBezTo>
                      <a:pt x="701" y="2603"/>
                      <a:pt x="705" y="2603"/>
                      <a:pt x="707" y="2603"/>
                    </a:cubicBezTo>
                    <a:cubicBezTo>
                      <a:pt x="711" y="2599"/>
                      <a:pt x="717" y="2597"/>
                      <a:pt x="720" y="2597"/>
                    </a:cubicBezTo>
                    <a:lnTo>
                      <a:pt x="722" y="2597"/>
                    </a:lnTo>
                    <a:cubicBezTo>
                      <a:pt x="734" y="2591"/>
                      <a:pt x="747" y="2584"/>
                      <a:pt x="760" y="2581"/>
                    </a:cubicBezTo>
                    <a:cubicBezTo>
                      <a:pt x="770" y="2575"/>
                      <a:pt x="779" y="2571"/>
                      <a:pt x="785" y="2568"/>
                    </a:cubicBezTo>
                    <a:cubicBezTo>
                      <a:pt x="798" y="2565"/>
                      <a:pt x="808" y="2558"/>
                      <a:pt x="816" y="2556"/>
                    </a:cubicBezTo>
                    <a:cubicBezTo>
                      <a:pt x="820" y="2556"/>
                      <a:pt x="824" y="2554"/>
                      <a:pt x="824" y="2554"/>
                    </a:cubicBezTo>
                    <a:cubicBezTo>
                      <a:pt x="880" y="2531"/>
                      <a:pt x="933" y="2509"/>
                      <a:pt x="987" y="2490"/>
                    </a:cubicBezTo>
                    <a:cubicBezTo>
                      <a:pt x="994" y="2488"/>
                      <a:pt x="996" y="2483"/>
                      <a:pt x="1002" y="2481"/>
                    </a:cubicBezTo>
                    <a:cubicBezTo>
                      <a:pt x="2970" y="1701"/>
                      <a:pt x="5022" y="1325"/>
                      <a:pt x="7053" y="1325"/>
                    </a:cubicBezTo>
                    <a:cubicBezTo>
                      <a:pt x="7853" y="1325"/>
                      <a:pt x="8650" y="1383"/>
                      <a:pt x="9437" y="1498"/>
                    </a:cubicBezTo>
                    <a:cubicBezTo>
                      <a:pt x="9200" y="944"/>
                      <a:pt x="8870" y="436"/>
                      <a:pt x="84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2"/>
              <p:cNvSpPr/>
              <p:nvPr/>
            </p:nvSpPr>
            <p:spPr>
              <a:xfrm>
                <a:off x="3612275" y="2041600"/>
                <a:ext cx="74925" cy="248375"/>
              </a:xfrm>
              <a:custGeom>
                <a:rect b="b" l="l" r="r" t="t"/>
                <a:pathLst>
                  <a:path extrusionOk="0" h="9935" w="2997">
                    <a:moveTo>
                      <a:pt x="1487" y="1"/>
                    </a:moveTo>
                    <a:cubicBezTo>
                      <a:pt x="995" y="1"/>
                      <a:pt x="517" y="66"/>
                      <a:pt x="63" y="195"/>
                    </a:cubicBezTo>
                    <a:cubicBezTo>
                      <a:pt x="1" y="3117"/>
                      <a:pt x="709" y="6092"/>
                      <a:pt x="2278" y="8806"/>
                    </a:cubicBezTo>
                    <a:cubicBezTo>
                      <a:pt x="2304" y="8850"/>
                      <a:pt x="2329" y="8893"/>
                      <a:pt x="2355" y="8935"/>
                    </a:cubicBezTo>
                    <a:cubicBezTo>
                      <a:pt x="2371" y="8964"/>
                      <a:pt x="2387" y="8991"/>
                      <a:pt x="2402" y="9017"/>
                    </a:cubicBezTo>
                    <a:cubicBezTo>
                      <a:pt x="2442" y="9078"/>
                      <a:pt x="2476" y="9137"/>
                      <a:pt x="2514" y="9194"/>
                    </a:cubicBezTo>
                    <a:cubicBezTo>
                      <a:pt x="2516" y="9201"/>
                      <a:pt x="2520" y="9207"/>
                      <a:pt x="2522" y="9209"/>
                    </a:cubicBezTo>
                    <a:cubicBezTo>
                      <a:pt x="2526" y="9218"/>
                      <a:pt x="2532" y="9225"/>
                      <a:pt x="2535" y="9232"/>
                    </a:cubicBezTo>
                    <a:lnTo>
                      <a:pt x="2535" y="9234"/>
                    </a:lnTo>
                    <a:cubicBezTo>
                      <a:pt x="2540" y="9237"/>
                      <a:pt x="2542" y="9240"/>
                      <a:pt x="2542" y="9243"/>
                    </a:cubicBezTo>
                    <a:cubicBezTo>
                      <a:pt x="2548" y="9254"/>
                      <a:pt x="2555" y="9263"/>
                      <a:pt x="2557" y="9269"/>
                    </a:cubicBezTo>
                    <a:cubicBezTo>
                      <a:pt x="2563" y="9275"/>
                      <a:pt x="2567" y="9281"/>
                      <a:pt x="2571" y="9289"/>
                    </a:cubicBezTo>
                    <a:cubicBezTo>
                      <a:pt x="2573" y="9295"/>
                      <a:pt x="2577" y="9299"/>
                      <a:pt x="2579" y="9301"/>
                    </a:cubicBezTo>
                    <a:cubicBezTo>
                      <a:pt x="2579" y="9305"/>
                      <a:pt x="2582" y="9307"/>
                      <a:pt x="2582" y="9307"/>
                    </a:cubicBezTo>
                    <a:cubicBezTo>
                      <a:pt x="2584" y="9314"/>
                      <a:pt x="2588" y="9321"/>
                      <a:pt x="2591" y="9323"/>
                    </a:cubicBezTo>
                    <a:cubicBezTo>
                      <a:pt x="2594" y="9326"/>
                      <a:pt x="2593" y="9328"/>
                      <a:pt x="2597" y="9332"/>
                    </a:cubicBezTo>
                    <a:cubicBezTo>
                      <a:pt x="2601" y="9336"/>
                      <a:pt x="2604" y="9342"/>
                      <a:pt x="2604" y="9345"/>
                    </a:cubicBezTo>
                    <a:cubicBezTo>
                      <a:pt x="2610" y="9352"/>
                      <a:pt x="2613" y="9358"/>
                      <a:pt x="2619" y="9364"/>
                    </a:cubicBezTo>
                    <a:cubicBezTo>
                      <a:pt x="2623" y="9374"/>
                      <a:pt x="2629" y="9382"/>
                      <a:pt x="2632" y="9390"/>
                    </a:cubicBezTo>
                    <a:cubicBezTo>
                      <a:pt x="2635" y="9390"/>
                      <a:pt x="2635" y="9393"/>
                      <a:pt x="2635" y="9393"/>
                    </a:cubicBezTo>
                    <a:cubicBezTo>
                      <a:pt x="2639" y="9399"/>
                      <a:pt x="2645" y="9405"/>
                      <a:pt x="2648" y="9412"/>
                    </a:cubicBezTo>
                    <a:cubicBezTo>
                      <a:pt x="2648" y="9416"/>
                      <a:pt x="2650" y="9416"/>
                      <a:pt x="2650" y="9419"/>
                    </a:cubicBezTo>
                    <a:cubicBezTo>
                      <a:pt x="2659" y="9434"/>
                      <a:pt x="2669" y="9450"/>
                      <a:pt x="2681" y="9462"/>
                    </a:cubicBezTo>
                    <a:cubicBezTo>
                      <a:pt x="2681" y="9466"/>
                      <a:pt x="2684" y="9469"/>
                      <a:pt x="2684" y="9469"/>
                    </a:cubicBezTo>
                    <a:lnTo>
                      <a:pt x="2684" y="9471"/>
                    </a:lnTo>
                    <a:cubicBezTo>
                      <a:pt x="2788" y="9632"/>
                      <a:pt x="2891" y="9786"/>
                      <a:pt x="2997" y="9935"/>
                    </a:cubicBezTo>
                    <a:cubicBezTo>
                      <a:pt x="2949" y="9837"/>
                      <a:pt x="2906" y="9739"/>
                      <a:pt x="2862" y="9637"/>
                    </a:cubicBezTo>
                    <a:cubicBezTo>
                      <a:pt x="2851" y="9620"/>
                      <a:pt x="2842" y="9600"/>
                      <a:pt x="2836" y="9579"/>
                    </a:cubicBezTo>
                    <a:cubicBezTo>
                      <a:pt x="2808" y="9522"/>
                      <a:pt x="2783" y="9465"/>
                      <a:pt x="2757" y="9405"/>
                    </a:cubicBezTo>
                    <a:lnTo>
                      <a:pt x="2757" y="9403"/>
                    </a:lnTo>
                    <a:cubicBezTo>
                      <a:pt x="2747" y="9385"/>
                      <a:pt x="2738" y="9365"/>
                      <a:pt x="2732" y="9343"/>
                    </a:cubicBezTo>
                    <a:cubicBezTo>
                      <a:pt x="2725" y="9337"/>
                      <a:pt x="2722" y="9328"/>
                      <a:pt x="2722" y="9322"/>
                    </a:cubicBezTo>
                    <a:cubicBezTo>
                      <a:pt x="2718" y="9319"/>
                      <a:pt x="2716" y="9315"/>
                      <a:pt x="2716" y="9312"/>
                    </a:cubicBezTo>
                    <a:lnTo>
                      <a:pt x="2716" y="9310"/>
                    </a:lnTo>
                    <a:cubicBezTo>
                      <a:pt x="2710" y="9301"/>
                      <a:pt x="2706" y="9288"/>
                      <a:pt x="2703" y="9279"/>
                    </a:cubicBezTo>
                    <a:lnTo>
                      <a:pt x="2703" y="9276"/>
                    </a:lnTo>
                    <a:cubicBezTo>
                      <a:pt x="2696" y="9270"/>
                      <a:pt x="2696" y="9268"/>
                      <a:pt x="2694" y="9261"/>
                    </a:cubicBezTo>
                    <a:cubicBezTo>
                      <a:pt x="2691" y="9250"/>
                      <a:pt x="2687" y="9244"/>
                      <a:pt x="2685" y="9235"/>
                    </a:cubicBezTo>
                    <a:cubicBezTo>
                      <a:pt x="2682" y="9235"/>
                      <a:pt x="2682" y="9235"/>
                      <a:pt x="2682" y="9233"/>
                    </a:cubicBezTo>
                    <a:cubicBezTo>
                      <a:pt x="2680" y="9229"/>
                      <a:pt x="2680" y="9223"/>
                      <a:pt x="2680" y="9219"/>
                    </a:cubicBezTo>
                    <a:cubicBezTo>
                      <a:pt x="2677" y="9216"/>
                      <a:pt x="2677" y="9216"/>
                      <a:pt x="2677" y="9213"/>
                    </a:cubicBezTo>
                    <a:cubicBezTo>
                      <a:pt x="2671" y="9202"/>
                      <a:pt x="2664" y="9189"/>
                      <a:pt x="2661" y="9176"/>
                    </a:cubicBezTo>
                    <a:cubicBezTo>
                      <a:pt x="2659" y="9167"/>
                      <a:pt x="2655" y="9161"/>
                      <a:pt x="2653" y="9154"/>
                    </a:cubicBezTo>
                    <a:cubicBezTo>
                      <a:pt x="2646" y="9141"/>
                      <a:pt x="2644" y="9129"/>
                      <a:pt x="2638" y="9119"/>
                    </a:cubicBezTo>
                    <a:lnTo>
                      <a:pt x="2638" y="9116"/>
                    </a:lnTo>
                    <a:cubicBezTo>
                      <a:pt x="2613" y="9062"/>
                      <a:pt x="2591" y="9005"/>
                      <a:pt x="2572" y="8950"/>
                    </a:cubicBezTo>
                    <a:cubicBezTo>
                      <a:pt x="2567" y="8948"/>
                      <a:pt x="2565" y="8944"/>
                      <a:pt x="2565" y="8941"/>
                    </a:cubicBezTo>
                    <a:cubicBezTo>
                      <a:pt x="1415" y="6035"/>
                      <a:pt x="1137" y="2940"/>
                      <a:pt x="1657" y="3"/>
                    </a:cubicBezTo>
                    <a:cubicBezTo>
                      <a:pt x="1600" y="1"/>
                      <a:pt x="1544" y="1"/>
                      <a:pt x="14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2"/>
              <p:cNvSpPr/>
              <p:nvPr/>
            </p:nvSpPr>
            <p:spPr>
              <a:xfrm>
                <a:off x="3668025" y="2258075"/>
                <a:ext cx="69200" cy="175000"/>
              </a:xfrm>
              <a:custGeom>
                <a:rect b="b" l="l" r="r" t="t"/>
                <a:pathLst>
                  <a:path extrusionOk="0" h="7000" w="2768">
                    <a:moveTo>
                      <a:pt x="1" y="0"/>
                    </a:moveTo>
                    <a:lnTo>
                      <a:pt x="1" y="0"/>
                    </a:lnTo>
                    <a:cubicBezTo>
                      <a:pt x="44" y="91"/>
                      <a:pt x="86" y="183"/>
                      <a:pt x="127" y="277"/>
                    </a:cubicBezTo>
                    <a:cubicBezTo>
                      <a:pt x="139" y="299"/>
                      <a:pt x="150" y="321"/>
                      <a:pt x="158" y="347"/>
                    </a:cubicBezTo>
                    <a:cubicBezTo>
                      <a:pt x="187" y="404"/>
                      <a:pt x="212" y="465"/>
                      <a:pt x="237" y="523"/>
                    </a:cubicBezTo>
                    <a:cubicBezTo>
                      <a:pt x="237" y="523"/>
                      <a:pt x="239" y="527"/>
                      <a:pt x="239" y="530"/>
                    </a:cubicBezTo>
                    <a:cubicBezTo>
                      <a:pt x="250" y="549"/>
                      <a:pt x="259" y="571"/>
                      <a:pt x="265" y="594"/>
                    </a:cubicBezTo>
                    <a:cubicBezTo>
                      <a:pt x="271" y="600"/>
                      <a:pt x="274" y="609"/>
                      <a:pt x="274" y="615"/>
                    </a:cubicBezTo>
                    <a:lnTo>
                      <a:pt x="277" y="617"/>
                    </a:lnTo>
                    <a:cubicBezTo>
                      <a:pt x="280" y="620"/>
                      <a:pt x="280" y="624"/>
                      <a:pt x="280" y="627"/>
                    </a:cubicBezTo>
                    <a:cubicBezTo>
                      <a:pt x="286" y="640"/>
                      <a:pt x="290" y="648"/>
                      <a:pt x="292" y="662"/>
                    </a:cubicBezTo>
                    <a:lnTo>
                      <a:pt x="295" y="662"/>
                    </a:lnTo>
                    <a:cubicBezTo>
                      <a:pt x="299" y="668"/>
                      <a:pt x="299" y="671"/>
                      <a:pt x="301" y="677"/>
                    </a:cubicBezTo>
                    <a:cubicBezTo>
                      <a:pt x="305" y="683"/>
                      <a:pt x="307" y="689"/>
                      <a:pt x="307" y="697"/>
                    </a:cubicBezTo>
                    <a:cubicBezTo>
                      <a:pt x="312" y="699"/>
                      <a:pt x="315" y="703"/>
                      <a:pt x="315" y="705"/>
                    </a:cubicBezTo>
                    <a:cubicBezTo>
                      <a:pt x="318" y="712"/>
                      <a:pt x="318" y="714"/>
                      <a:pt x="321" y="720"/>
                    </a:cubicBezTo>
                    <a:cubicBezTo>
                      <a:pt x="327" y="734"/>
                      <a:pt x="333" y="749"/>
                      <a:pt x="336" y="762"/>
                    </a:cubicBezTo>
                    <a:cubicBezTo>
                      <a:pt x="338" y="769"/>
                      <a:pt x="343" y="777"/>
                      <a:pt x="346" y="784"/>
                    </a:cubicBezTo>
                    <a:cubicBezTo>
                      <a:pt x="352" y="797"/>
                      <a:pt x="354" y="810"/>
                      <a:pt x="360" y="818"/>
                    </a:cubicBezTo>
                    <a:lnTo>
                      <a:pt x="360" y="826"/>
                    </a:lnTo>
                    <a:cubicBezTo>
                      <a:pt x="385" y="882"/>
                      <a:pt x="408" y="935"/>
                      <a:pt x="426" y="989"/>
                    </a:cubicBezTo>
                    <a:cubicBezTo>
                      <a:pt x="429" y="996"/>
                      <a:pt x="433" y="998"/>
                      <a:pt x="435" y="1004"/>
                    </a:cubicBezTo>
                    <a:cubicBezTo>
                      <a:pt x="1208" y="2953"/>
                      <a:pt x="1584" y="4986"/>
                      <a:pt x="1592" y="6999"/>
                    </a:cubicBezTo>
                    <a:lnTo>
                      <a:pt x="2768" y="6999"/>
                    </a:lnTo>
                    <a:cubicBezTo>
                      <a:pt x="2474" y="4988"/>
                      <a:pt x="1799" y="3000"/>
                      <a:pt x="725" y="1133"/>
                    </a:cubicBezTo>
                    <a:cubicBezTo>
                      <a:pt x="698" y="1084"/>
                      <a:pt x="669" y="1035"/>
                      <a:pt x="638" y="986"/>
                    </a:cubicBezTo>
                    <a:cubicBezTo>
                      <a:pt x="625" y="961"/>
                      <a:pt x="610" y="939"/>
                      <a:pt x="596" y="913"/>
                    </a:cubicBezTo>
                    <a:cubicBezTo>
                      <a:pt x="562" y="857"/>
                      <a:pt x="527" y="800"/>
                      <a:pt x="489" y="743"/>
                    </a:cubicBezTo>
                    <a:cubicBezTo>
                      <a:pt x="486" y="736"/>
                      <a:pt x="483" y="730"/>
                      <a:pt x="477" y="724"/>
                    </a:cubicBezTo>
                    <a:cubicBezTo>
                      <a:pt x="477" y="717"/>
                      <a:pt x="473" y="713"/>
                      <a:pt x="471" y="710"/>
                    </a:cubicBezTo>
                    <a:cubicBezTo>
                      <a:pt x="471" y="707"/>
                      <a:pt x="471" y="704"/>
                      <a:pt x="467" y="704"/>
                    </a:cubicBezTo>
                    <a:cubicBezTo>
                      <a:pt x="467" y="702"/>
                      <a:pt x="463" y="698"/>
                      <a:pt x="461" y="695"/>
                    </a:cubicBezTo>
                    <a:cubicBezTo>
                      <a:pt x="459" y="684"/>
                      <a:pt x="452" y="676"/>
                      <a:pt x="446" y="669"/>
                    </a:cubicBezTo>
                    <a:cubicBezTo>
                      <a:pt x="442" y="663"/>
                      <a:pt x="440" y="656"/>
                      <a:pt x="433" y="650"/>
                    </a:cubicBezTo>
                    <a:cubicBezTo>
                      <a:pt x="433" y="643"/>
                      <a:pt x="429" y="640"/>
                      <a:pt x="426" y="637"/>
                    </a:cubicBezTo>
                    <a:cubicBezTo>
                      <a:pt x="423" y="635"/>
                      <a:pt x="423" y="631"/>
                      <a:pt x="420" y="628"/>
                    </a:cubicBezTo>
                    <a:cubicBezTo>
                      <a:pt x="416" y="621"/>
                      <a:pt x="410" y="615"/>
                      <a:pt x="408" y="609"/>
                    </a:cubicBezTo>
                    <a:cubicBezTo>
                      <a:pt x="405" y="609"/>
                      <a:pt x="405" y="606"/>
                      <a:pt x="405" y="606"/>
                    </a:cubicBezTo>
                    <a:cubicBezTo>
                      <a:pt x="405" y="604"/>
                      <a:pt x="400" y="600"/>
                      <a:pt x="398" y="597"/>
                    </a:cubicBezTo>
                    <a:cubicBezTo>
                      <a:pt x="394" y="588"/>
                      <a:pt x="392" y="581"/>
                      <a:pt x="385" y="575"/>
                    </a:cubicBezTo>
                    <a:cubicBezTo>
                      <a:pt x="379" y="566"/>
                      <a:pt x="373" y="555"/>
                      <a:pt x="366" y="547"/>
                    </a:cubicBezTo>
                    <a:cubicBezTo>
                      <a:pt x="363" y="540"/>
                      <a:pt x="359" y="534"/>
                      <a:pt x="357" y="532"/>
                    </a:cubicBezTo>
                    <a:cubicBezTo>
                      <a:pt x="357" y="528"/>
                      <a:pt x="353" y="524"/>
                      <a:pt x="351" y="522"/>
                    </a:cubicBezTo>
                    <a:cubicBezTo>
                      <a:pt x="342" y="503"/>
                      <a:pt x="331" y="487"/>
                      <a:pt x="316" y="472"/>
                    </a:cubicBezTo>
                    <a:lnTo>
                      <a:pt x="316" y="470"/>
                    </a:lnTo>
                    <a:cubicBezTo>
                      <a:pt x="313" y="470"/>
                      <a:pt x="313" y="470"/>
                      <a:pt x="313" y="467"/>
                    </a:cubicBezTo>
                    <a:cubicBezTo>
                      <a:pt x="213" y="308"/>
                      <a:pt x="108" y="15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2"/>
              <p:cNvSpPr/>
              <p:nvPr/>
            </p:nvSpPr>
            <p:spPr>
              <a:xfrm>
                <a:off x="3516850" y="2257675"/>
                <a:ext cx="169850" cy="175375"/>
              </a:xfrm>
              <a:custGeom>
                <a:rect b="b" l="l" r="r" t="t"/>
                <a:pathLst>
                  <a:path extrusionOk="0" h="7015" w="6794">
                    <a:moveTo>
                      <a:pt x="6793" y="1"/>
                    </a:moveTo>
                    <a:lnTo>
                      <a:pt x="6793" y="1"/>
                    </a:lnTo>
                    <a:cubicBezTo>
                      <a:pt x="6734" y="88"/>
                      <a:pt x="6674" y="173"/>
                      <a:pt x="6602" y="257"/>
                    </a:cubicBezTo>
                    <a:cubicBezTo>
                      <a:pt x="6593" y="276"/>
                      <a:pt x="6577" y="294"/>
                      <a:pt x="6565" y="313"/>
                    </a:cubicBezTo>
                    <a:cubicBezTo>
                      <a:pt x="6528" y="368"/>
                      <a:pt x="6487" y="421"/>
                      <a:pt x="6448" y="474"/>
                    </a:cubicBezTo>
                    <a:lnTo>
                      <a:pt x="6448" y="477"/>
                    </a:lnTo>
                    <a:cubicBezTo>
                      <a:pt x="6437" y="494"/>
                      <a:pt x="6425" y="509"/>
                      <a:pt x="6411" y="525"/>
                    </a:cubicBezTo>
                    <a:cubicBezTo>
                      <a:pt x="6405" y="534"/>
                      <a:pt x="6399" y="540"/>
                      <a:pt x="6396" y="547"/>
                    </a:cubicBezTo>
                    <a:cubicBezTo>
                      <a:pt x="6392" y="551"/>
                      <a:pt x="6392" y="554"/>
                      <a:pt x="6390" y="554"/>
                    </a:cubicBezTo>
                    <a:cubicBezTo>
                      <a:pt x="6390" y="557"/>
                      <a:pt x="6383" y="560"/>
                      <a:pt x="6383" y="560"/>
                    </a:cubicBezTo>
                    <a:cubicBezTo>
                      <a:pt x="6380" y="569"/>
                      <a:pt x="6374" y="575"/>
                      <a:pt x="6368" y="582"/>
                    </a:cubicBezTo>
                    <a:lnTo>
                      <a:pt x="6365" y="582"/>
                    </a:lnTo>
                    <a:lnTo>
                      <a:pt x="6365" y="585"/>
                    </a:lnTo>
                    <a:cubicBezTo>
                      <a:pt x="6361" y="591"/>
                      <a:pt x="6359" y="597"/>
                      <a:pt x="6352" y="600"/>
                    </a:cubicBezTo>
                    <a:cubicBezTo>
                      <a:pt x="6352" y="606"/>
                      <a:pt x="6349" y="611"/>
                      <a:pt x="6343" y="613"/>
                    </a:cubicBezTo>
                    <a:cubicBezTo>
                      <a:pt x="6343" y="619"/>
                      <a:pt x="6341" y="623"/>
                      <a:pt x="6334" y="626"/>
                    </a:cubicBezTo>
                    <a:cubicBezTo>
                      <a:pt x="6334" y="632"/>
                      <a:pt x="6332" y="636"/>
                      <a:pt x="6326" y="638"/>
                    </a:cubicBezTo>
                    <a:cubicBezTo>
                      <a:pt x="6326" y="642"/>
                      <a:pt x="6323" y="642"/>
                      <a:pt x="6323" y="642"/>
                    </a:cubicBezTo>
                    <a:cubicBezTo>
                      <a:pt x="6316" y="650"/>
                      <a:pt x="6310" y="660"/>
                      <a:pt x="6301" y="669"/>
                    </a:cubicBezTo>
                    <a:cubicBezTo>
                      <a:pt x="6298" y="680"/>
                      <a:pt x="6292" y="689"/>
                      <a:pt x="6285" y="695"/>
                    </a:cubicBezTo>
                    <a:cubicBezTo>
                      <a:pt x="6275" y="704"/>
                      <a:pt x="6269" y="715"/>
                      <a:pt x="6260" y="724"/>
                    </a:cubicBezTo>
                    <a:cubicBezTo>
                      <a:pt x="6260" y="726"/>
                      <a:pt x="6256" y="726"/>
                      <a:pt x="6256" y="726"/>
                    </a:cubicBezTo>
                    <a:cubicBezTo>
                      <a:pt x="6224" y="774"/>
                      <a:pt x="6187" y="822"/>
                      <a:pt x="6152" y="865"/>
                    </a:cubicBezTo>
                    <a:cubicBezTo>
                      <a:pt x="6148" y="872"/>
                      <a:pt x="6142" y="875"/>
                      <a:pt x="6140" y="881"/>
                    </a:cubicBezTo>
                    <a:cubicBezTo>
                      <a:pt x="4469" y="2992"/>
                      <a:pt x="2348" y="4606"/>
                      <a:pt x="1" y="5668"/>
                    </a:cubicBezTo>
                    <a:lnTo>
                      <a:pt x="1" y="7014"/>
                    </a:lnTo>
                    <a:lnTo>
                      <a:pt x="518" y="7014"/>
                    </a:lnTo>
                    <a:cubicBezTo>
                      <a:pt x="2787" y="5621"/>
                      <a:pt x="4750" y="3660"/>
                      <a:pt x="6172" y="1192"/>
                    </a:cubicBezTo>
                    <a:cubicBezTo>
                      <a:pt x="6200" y="1144"/>
                      <a:pt x="6225" y="1098"/>
                      <a:pt x="6254" y="1050"/>
                    </a:cubicBezTo>
                    <a:cubicBezTo>
                      <a:pt x="6267" y="1025"/>
                      <a:pt x="6282" y="1000"/>
                      <a:pt x="6296" y="972"/>
                    </a:cubicBezTo>
                    <a:cubicBezTo>
                      <a:pt x="6331" y="915"/>
                      <a:pt x="6362" y="858"/>
                      <a:pt x="6390" y="798"/>
                    </a:cubicBezTo>
                    <a:cubicBezTo>
                      <a:pt x="6394" y="792"/>
                      <a:pt x="6396" y="786"/>
                      <a:pt x="6403" y="779"/>
                    </a:cubicBezTo>
                    <a:cubicBezTo>
                      <a:pt x="6403" y="777"/>
                      <a:pt x="6406" y="771"/>
                      <a:pt x="6409" y="763"/>
                    </a:cubicBezTo>
                    <a:cubicBezTo>
                      <a:pt x="6413" y="763"/>
                      <a:pt x="6413" y="760"/>
                      <a:pt x="6415" y="757"/>
                    </a:cubicBezTo>
                    <a:cubicBezTo>
                      <a:pt x="6415" y="755"/>
                      <a:pt x="6420" y="748"/>
                      <a:pt x="6422" y="742"/>
                    </a:cubicBezTo>
                    <a:cubicBezTo>
                      <a:pt x="6426" y="735"/>
                      <a:pt x="6429" y="729"/>
                      <a:pt x="6435" y="720"/>
                    </a:cubicBezTo>
                    <a:cubicBezTo>
                      <a:pt x="6437" y="714"/>
                      <a:pt x="6441" y="707"/>
                      <a:pt x="6444" y="698"/>
                    </a:cubicBezTo>
                    <a:cubicBezTo>
                      <a:pt x="6447" y="695"/>
                      <a:pt x="6447" y="691"/>
                      <a:pt x="6450" y="689"/>
                    </a:cubicBezTo>
                    <a:cubicBezTo>
                      <a:pt x="6455" y="685"/>
                      <a:pt x="6455" y="683"/>
                      <a:pt x="6457" y="676"/>
                    </a:cubicBezTo>
                    <a:cubicBezTo>
                      <a:pt x="6461" y="673"/>
                      <a:pt x="6461" y="669"/>
                      <a:pt x="6463" y="667"/>
                    </a:cubicBezTo>
                    <a:cubicBezTo>
                      <a:pt x="6463" y="663"/>
                      <a:pt x="6467" y="657"/>
                      <a:pt x="6470" y="654"/>
                    </a:cubicBezTo>
                    <a:cubicBezTo>
                      <a:pt x="6470" y="650"/>
                      <a:pt x="6473" y="644"/>
                      <a:pt x="6476" y="642"/>
                    </a:cubicBezTo>
                    <a:cubicBezTo>
                      <a:pt x="6480" y="634"/>
                      <a:pt x="6482" y="626"/>
                      <a:pt x="6489" y="619"/>
                    </a:cubicBezTo>
                    <a:cubicBezTo>
                      <a:pt x="6493" y="611"/>
                      <a:pt x="6499" y="600"/>
                      <a:pt x="6502" y="591"/>
                    </a:cubicBezTo>
                    <a:cubicBezTo>
                      <a:pt x="6504" y="585"/>
                      <a:pt x="6508" y="578"/>
                      <a:pt x="6511" y="571"/>
                    </a:cubicBezTo>
                    <a:lnTo>
                      <a:pt x="6511" y="569"/>
                    </a:lnTo>
                    <a:lnTo>
                      <a:pt x="6513" y="566"/>
                    </a:lnTo>
                    <a:cubicBezTo>
                      <a:pt x="6524" y="550"/>
                      <a:pt x="6530" y="534"/>
                      <a:pt x="6539" y="519"/>
                    </a:cubicBezTo>
                    <a:cubicBezTo>
                      <a:pt x="6539" y="517"/>
                      <a:pt x="6542" y="513"/>
                      <a:pt x="6542" y="509"/>
                    </a:cubicBezTo>
                    <a:cubicBezTo>
                      <a:pt x="6544" y="509"/>
                      <a:pt x="6544" y="507"/>
                      <a:pt x="6544" y="507"/>
                    </a:cubicBezTo>
                    <a:cubicBezTo>
                      <a:pt x="6630" y="341"/>
                      <a:pt x="6711" y="171"/>
                      <a:pt x="67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2"/>
              <p:cNvSpPr/>
              <p:nvPr/>
            </p:nvSpPr>
            <p:spPr>
              <a:xfrm>
                <a:off x="3668550" y="2147925"/>
                <a:ext cx="129075" cy="142450"/>
              </a:xfrm>
              <a:custGeom>
                <a:rect b="b" l="l" r="r" t="t"/>
                <a:pathLst>
                  <a:path extrusionOk="0" h="5698" w="5163">
                    <a:moveTo>
                      <a:pt x="4428" y="1"/>
                    </a:moveTo>
                    <a:cubicBezTo>
                      <a:pt x="2938" y="1223"/>
                      <a:pt x="1643" y="2732"/>
                      <a:pt x="621" y="4501"/>
                    </a:cubicBezTo>
                    <a:cubicBezTo>
                      <a:pt x="593" y="4549"/>
                      <a:pt x="567" y="4595"/>
                      <a:pt x="538" y="4642"/>
                    </a:cubicBezTo>
                    <a:cubicBezTo>
                      <a:pt x="526" y="4667"/>
                      <a:pt x="510" y="4696"/>
                      <a:pt x="497" y="4722"/>
                    </a:cubicBezTo>
                    <a:cubicBezTo>
                      <a:pt x="462" y="4783"/>
                      <a:pt x="430" y="4839"/>
                      <a:pt x="399" y="4898"/>
                    </a:cubicBezTo>
                    <a:cubicBezTo>
                      <a:pt x="395" y="4905"/>
                      <a:pt x="389" y="4914"/>
                      <a:pt x="387" y="4920"/>
                    </a:cubicBezTo>
                    <a:cubicBezTo>
                      <a:pt x="382" y="4924"/>
                      <a:pt x="382" y="4930"/>
                      <a:pt x="379" y="4933"/>
                    </a:cubicBezTo>
                    <a:cubicBezTo>
                      <a:pt x="379" y="4933"/>
                      <a:pt x="379" y="4936"/>
                      <a:pt x="377" y="4936"/>
                    </a:cubicBezTo>
                    <a:cubicBezTo>
                      <a:pt x="377" y="4942"/>
                      <a:pt x="373" y="4945"/>
                      <a:pt x="371" y="4951"/>
                    </a:cubicBezTo>
                    <a:cubicBezTo>
                      <a:pt x="364" y="4961"/>
                      <a:pt x="361" y="4968"/>
                      <a:pt x="358" y="4977"/>
                    </a:cubicBezTo>
                    <a:cubicBezTo>
                      <a:pt x="352" y="4983"/>
                      <a:pt x="348" y="4990"/>
                      <a:pt x="348" y="4996"/>
                    </a:cubicBezTo>
                    <a:cubicBezTo>
                      <a:pt x="346" y="5003"/>
                      <a:pt x="342" y="5007"/>
                      <a:pt x="340" y="5009"/>
                    </a:cubicBezTo>
                    <a:cubicBezTo>
                      <a:pt x="336" y="5016"/>
                      <a:pt x="336" y="5019"/>
                      <a:pt x="333" y="5022"/>
                    </a:cubicBezTo>
                    <a:cubicBezTo>
                      <a:pt x="330" y="5028"/>
                      <a:pt x="330" y="5033"/>
                      <a:pt x="327" y="5035"/>
                    </a:cubicBezTo>
                    <a:cubicBezTo>
                      <a:pt x="325" y="5038"/>
                      <a:pt x="325" y="5042"/>
                      <a:pt x="325" y="5044"/>
                    </a:cubicBezTo>
                    <a:cubicBezTo>
                      <a:pt x="321" y="5047"/>
                      <a:pt x="317" y="5050"/>
                      <a:pt x="317" y="5053"/>
                    </a:cubicBezTo>
                    <a:cubicBezTo>
                      <a:pt x="311" y="5063"/>
                      <a:pt x="307" y="5073"/>
                      <a:pt x="305" y="5079"/>
                    </a:cubicBezTo>
                    <a:cubicBezTo>
                      <a:pt x="299" y="5089"/>
                      <a:pt x="295" y="5099"/>
                      <a:pt x="292" y="5105"/>
                    </a:cubicBezTo>
                    <a:lnTo>
                      <a:pt x="290" y="5107"/>
                    </a:lnTo>
                    <a:cubicBezTo>
                      <a:pt x="285" y="5114"/>
                      <a:pt x="283" y="5120"/>
                      <a:pt x="283" y="5122"/>
                    </a:cubicBezTo>
                    <a:cubicBezTo>
                      <a:pt x="280" y="5130"/>
                      <a:pt x="276" y="5133"/>
                      <a:pt x="274" y="5136"/>
                    </a:cubicBezTo>
                    <a:cubicBezTo>
                      <a:pt x="268" y="5151"/>
                      <a:pt x="261" y="5164"/>
                      <a:pt x="255" y="5177"/>
                    </a:cubicBezTo>
                    <a:cubicBezTo>
                      <a:pt x="252" y="5183"/>
                      <a:pt x="249" y="5187"/>
                      <a:pt x="252" y="5189"/>
                    </a:cubicBezTo>
                    <a:lnTo>
                      <a:pt x="249" y="5192"/>
                    </a:lnTo>
                    <a:cubicBezTo>
                      <a:pt x="162" y="5360"/>
                      <a:pt x="79" y="5527"/>
                      <a:pt x="1" y="5697"/>
                    </a:cubicBezTo>
                    <a:cubicBezTo>
                      <a:pt x="59" y="5609"/>
                      <a:pt x="120" y="5524"/>
                      <a:pt x="186" y="5439"/>
                    </a:cubicBezTo>
                    <a:cubicBezTo>
                      <a:pt x="197" y="5416"/>
                      <a:pt x="212" y="5399"/>
                      <a:pt x="228" y="5379"/>
                    </a:cubicBezTo>
                    <a:cubicBezTo>
                      <a:pt x="263" y="5329"/>
                      <a:pt x="301" y="5279"/>
                      <a:pt x="338" y="5229"/>
                    </a:cubicBezTo>
                    <a:lnTo>
                      <a:pt x="338" y="5222"/>
                    </a:lnTo>
                    <a:cubicBezTo>
                      <a:pt x="354" y="5203"/>
                      <a:pt x="367" y="5191"/>
                      <a:pt x="379" y="5172"/>
                    </a:cubicBezTo>
                    <a:cubicBezTo>
                      <a:pt x="382" y="5166"/>
                      <a:pt x="389" y="5163"/>
                      <a:pt x="395" y="5156"/>
                    </a:cubicBezTo>
                    <a:cubicBezTo>
                      <a:pt x="395" y="5153"/>
                      <a:pt x="395" y="5150"/>
                      <a:pt x="398" y="5147"/>
                    </a:cubicBezTo>
                    <a:lnTo>
                      <a:pt x="407" y="5138"/>
                    </a:lnTo>
                    <a:cubicBezTo>
                      <a:pt x="410" y="5132"/>
                      <a:pt x="418" y="5125"/>
                      <a:pt x="420" y="5119"/>
                    </a:cubicBezTo>
                    <a:cubicBezTo>
                      <a:pt x="424" y="5115"/>
                      <a:pt x="424" y="5112"/>
                      <a:pt x="426" y="5112"/>
                    </a:cubicBezTo>
                    <a:cubicBezTo>
                      <a:pt x="429" y="5106"/>
                      <a:pt x="433" y="5102"/>
                      <a:pt x="435" y="5100"/>
                    </a:cubicBezTo>
                    <a:cubicBezTo>
                      <a:pt x="439" y="5093"/>
                      <a:pt x="441" y="5086"/>
                      <a:pt x="449" y="5084"/>
                    </a:cubicBezTo>
                    <a:cubicBezTo>
                      <a:pt x="449" y="5081"/>
                      <a:pt x="452" y="5078"/>
                      <a:pt x="455" y="5075"/>
                    </a:cubicBezTo>
                    <a:cubicBezTo>
                      <a:pt x="459" y="5069"/>
                      <a:pt x="461" y="5065"/>
                      <a:pt x="467" y="5062"/>
                    </a:cubicBezTo>
                    <a:lnTo>
                      <a:pt x="467" y="5059"/>
                    </a:lnTo>
                    <a:cubicBezTo>
                      <a:pt x="474" y="5048"/>
                      <a:pt x="485" y="5038"/>
                      <a:pt x="493" y="5028"/>
                    </a:cubicBezTo>
                    <a:cubicBezTo>
                      <a:pt x="496" y="5020"/>
                      <a:pt x="502" y="5013"/>
                      <a:pt x="508" y="5007"/>
                    </a:cubicBezTo>
                    <a:cubicBezTo>
                      <a:pt x="516" y="4995"/>
                      <a:pt x="524" y="4985"/>
                      <a:pt x="531" y="4976"/>
                    </a:cubicBezTo>
                    <a:lnTo>
                      <a:pt x="533" y="4976"/>
                    </a:lnTo>
                    <a:cubicBezTo>
                      <a:pt x="564" y="4930"/>
                      <a:pt x="599" y="4887"/>
                      <a:pt x="634" y="4843"/>
                    </a:cubicBezTo>
                    <a:cubicBezTo>
                      <a:pt x="640" y="4836"/>
                      <a:pt x="645" y="4827"/>
                      <a:pt x="653" y="4821"/>
                    </a:cubicBezTo>
                    <a:cubicBezTo>
                      <a:pt x="1929" y="3211"/>
                      <a:pt x="3464" y="1888"/>
                      <a:pt x="5163" y="879"/>
                    </a:cubicBezTo>
                    <a:cubicBezTo>
                      <a:pt x="4955" y="841"/>
                      <a:pt x="4744" y="818"/>
                      <a:pt x="4526" y="804"/>
                    </a:cubicBezTo>
                    <a:cubicBezTo>
                      <a:pt x="4513" y="529"/>
                      <a:pt x="4482" y="263"/>
                      <a:pt x="44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2"/>
              <p:cNvSpPr/>
              <p:nvPr/>
            </p:nvSpPr>
            <p:spPr>
              <a:xfrm>
                <a:off x="3523325" y="2093775"/>
                <a:ext cx="170775" cy="189275"/>
              </a:xfrm>
              <a:custGeom>
                <a:rect b="b" l="l" r="r" t="t"/>
                <a:pathLst>
                  <a:path extrusionOk="0" h="7571" w="6831">
                    <a:moveTo>
                      <a:pt x="832" y="0"/>
                    </a:moveTo>
                    <a:cubicBezTo>
                      <a:pt x="470" y="474"/>
                      <a:pt x="184" y="1012"/>
                      <a:pt x="1" y="1593"/>
                    </a:cubicBezTo>
                    <a:cubicBezTo>
                      <a:pt x="1377" y="3736"/>
                      <a:pt x="3275" y="5593"/>
                      <a:pt x="5635" y="6954"/>
                    </a:cubicBezTo>
                    <a:cubicBezTo>
                      <a:pt x="5683" y="6982"/>
                      <a:pt x="5729" y="7008"/>
                      <a:pt x="5778" y="7037"/>
                    </a:cubicBezTo>
                    <a:cubicBezTo>
                      <a:pt x="5801" y="7049"/>
                      <a:pt x="5827" y="7064"/>
                      <a:pt x="5856" y="7078"/>
                    </a:cubicBezTo>
                    <a:cubicBezTo>
                      <a:pt x="5913" y="7112"/>
                      <a:pt x="5974" y="7145"/>
                      <a:pt x="6033" y="7176"/>
                    </a:cubicBezTo>
                    <a:cubicBezTo>
                      <a:pt x="6039" y="7179"/>
                      <a:pt x="6046" y="7186"/>
                      <a:pt x="6054" y="7188"/>
                    </a:cubicBezTo>
                    <a:lnTo>
                      <a:pt x="6057" y="7188"/>
                    </a:lnTo>
                    <a:cubicBezTo>
                      <a:pt x="6061" y="7191"/>
                      <a:pt x="6061" y="7191"/>
                      <a:pt x="6064" y="7191"/>
                    </a:cubicBezTo>
                    <a:cubicBezTo>
                      <a:pt x="6064" y="7194"/>
                      <a:pt x="6068" y="7194"/>
                      <a:pt x="6070" y="7198"/>
                    </a:cubicBezTo>
                    <a:cubicBezTo>
                      <a:pt x="6073" y="7198"/>
                      <a:pt x="6079" y="7202"/>
                      <a:pt x="6085" y="7204"/>
                    </a:cubicBezTo>
                    <a:cubicBezTo>
                      <a:pt x="6092" y="7208"/>
                      <a:pt x="6099" y="7214"/>
                      <a:pt x="6108" y="7217"/>
                    </a:cubicBezTo>
                    <a:cubicBezTo>
                      <a:pt x="6114" y="7219"/>
                      <a:pt x="6120" y="7223"/>
                      <a:pt x="6130" y="7225"/>
                    </a:cubicBezTo>
                    <a:cubicBezTo>
                      <a:pt x="6132" y="7229"/>
                      <a:pt x="6136" y="7233"/>
                      <a:pt x="6139" y="7233"/>
                    </a:cubicBezTo>
                    <a:cubicBezTo>
                      <a:pt x="6141" y="7236"/>
                      <a:pt x="6145" y="7236"/>
                      <a:pt x="6147" y="7239"/>
                    </a:cubicBezTo>
                    <a:cubicBezTo>
                      <a:pt x="6154" y="7241"/>
                      <a:pt x="6161" y="7245"/>
                      <a:pt x="6167" y="7248"/>
                    </a:cubicBezTo>
                    <a:cubicBezTo>
                      <a:pt x="6171" y="7248"/>
                      <a:pt x="6171" y="7250"/>
                      <a:pt x="6173" y="7250"/>
                    </a:cubicBezTo>
                    <a:cubicBezTo>
                      <a:pt x="6177" y="7254"/>
                      <a:pt x="6183" y="7254"/>
                      <a:pt x="6186" y="7256"/>
                    </a:cubicBezTo>
                    <a:cubicBezTo>
                      <a:pt x="6193" y="7260"/>
                      <a:pt x="6202" y="7267"/>
                      <a:pt x="6208" y="7270"/>
                    </a:cubicBezTo>
                    <a:cubicBezTo>
                      <a:pt x="6217" y="7274"/>
                      <a:pt x="6228" y="7280"/>
                      <a:pt x="6237" y="7282"/>
                    </a:cubicBezTo>
                    <a:lnTo>
                      <a:pt x="6239" y="7285"/>
                    </a:lnTo>
                    <a:cubicBezTo>
                      <a:pt x="6245" y="7289"/>
                      <a:pt x="6248" y="7291"/>
                      <a:pt x="6254" y="7291"/>
                    </a:cubicBezTo>
                    <a:lnTo>
                      <a:pt x="6261" y="7298"/>
                    </a:lnTo>
                    <a:cubicBezTo>
                      <a:pt x="6278" y="7305"/>
                      <a:pt x="6294" y="7313"/>
                      <a:pt x="6309" y="7320"/>
                    </a:cubicBezTo>
                    <a:cubicBezTo>
                      <a:pt x="6311" y="7322"/>
                      <a:pt x="6315" y="7322"/>
                      <a:pt x="6317" y="7322"/>
                    </a:cubicBezTo>
                    <a:lnTo>
                      <a:pt x="6317" y="7325"/>
                    </a:lnTo>
                    <a:cubicBezTo>
                      <a:pt x="6488" y="7410"/>
                      <a:pt x="6658" y="7496"/>
                      <a:pt x="6830" y="7570"/>
                    </a:cubicBezTo>
                    <a:cubicBezTo>
                      <a:pt x="6742" y="7511"/>
                      <a:pt x="6657" y="7450"/>
                      <a:pt x="6572" y="7384"/>
                    </a:cubicBezTo>
                    <a:cubicBezTo>
                      <a:pt x="6553" y="7375"/>
                      <a:pt x="6534" y="7360"/>
                      <a:pt x="6516" y="7347"/>
                    </a:cubicBezTo>
                    <a:cubicBezTo>
                      <a:pt x="6461" y="7310"/>
                      <a:pt x="6410" y="7271"/>
                      <a:pt x="6361" y="7234"/>
                    </a:cubicBezTo>
                    <a:lnTo>
                      <a:pt x="6358" y="7231"/>
                    </a:lnTo>
                    <a:cubicBezTo>
                      <a:pt x="6338" y="7219"/>
                      <a:pt x="6319" y="7207"/>
                      <a:pt x="6304" y="7193"/>
                    </a:cubicBezTo>
                    <a:cubicBezTo>
                      <a:pt x="6297" y="7187"/>
                      <a:pt x="6291" y="7184"/>
                      <a:pt x="6284" y="7178"/>
                    </a:cubicBezTo>
                    <a:cubicBezTo>
                      <a:pt x="6280" y="7178"/>
                      <a:pt x="6278" y="7176"/>
                      <a:pt x="6278" y="7176"/>
                    </a:cubicBezTo>
                    <a:lnTo>
                      <a:pt x="6269" y="7167"/>
                    </a:lnTo>
                    <a:cubicBezTo>
                      <a:pt x="6260" y="7163"/>
                      <a:pt x="6253" y="7157"/>
                      <a:pt x="6247" y="7151"/>
                    </a:cubicBezTo>
                    <a:cubicBezTo>
                      <a:pt x="6244" y="7151"/>
                      <a:pt x="6244" y="7151"/>
                      <a:pt x="6244" y="7148"/>
                    </a:cubicBezTo>
                    <a:cubicBezTo>
                      <a:pt x="6238" y="7146"/>
                      <a:pt x="6234" y="7142"/>
                      <a:pt x="6232" y="7140"/>
                    </a:cubicBezTo>
                    <a:cubicBezTo>
                      <a:pt x="6224" y="7136"/>
                      <a:pt x="6218" y="7132"/>
                      <a:pt x="6216" y="7126"/>
                    </a:cubicBezTo>
                    <a:cubicBezTo>
                      <a:pt x="6209" y="7126"/>
                      <a:pt x="6206" y="7124"/>
                      <a:pt x="6203" y="7117"/>
                    </a:cubicBezTo>
                    <a:cubicBezTo>
                      <a:pt x="6197" y="7117"/>
                      <a:pt x="6193" y="7115"/>
                      <a:pt x="6190" y="7109"/>
                    </a:cubicBezTo>
                    <a:lnTo>
                      <a:pt x="6187" y="7109"/>
                    </a:lnTo>
                    <a:cubicBezTo>
                      <a:pt x="6178" y="7098"/>
                      <a:pt x="6168" y="7091"/>
                      <a:pt x="6159" y="7083"/>
                    </a:cubicBezTo>
                    <a:cubicBezTo>
                      <a:pt x="6149" y="7080"/>
                      <a:pt x="6140" y="7074"/>
                      <a:pt x="6134" y="7067"/>
                    </a:cubicBezTo>
                    <a:cubicBezTo>
                      <a:pt x="6124" y="7057"/>
                      <a:pt x="6114" y="7050"/>
                      <a:pt x="6105" y="7042"/>
                    </a:cubicBezTo>
                    <a:lnTo>
                      <a:pt x="6103" y="7042"/>
                    </a:lnTo>
                    <a:cubicBezTo>
                      <a:pt x="6100" y="7042"/>
                      <a:pt x="6100" y="7042"/>
                      <a:pt x="6100" y="7039"/>
                    </a:cubicBezTo>
                    <a:cubicBezTo>
                      <a:pt x="6052" y="7003"/>
                      <a:pt x="6005" y="6969"/>
                      <a:pt x="5960" y="6931"/>
                    </a:cubicBezTo>
                    <a:cubicBezTo>
                      <a:pt x="5954" y="6928"/>
                      <a:pt x="5951" y="6921"/>
                      <a:pt x="5945" y="6919"/>
                    </a:cubicBezTo>
                    <a:cubicBezTo>
                      <a:pt x="3603" y="5062"/>
                      <a:pt x="1873" y="2658"/>
                      <a:pt x="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2"/>
              <p:cNvSpPr/>
              <p:nvPr/>
            </p:nvSpPr>
            <p:spPr>
              <a:xfrm>
                <a:off x="3661325" y="2264975"/>
                <a:ext cx="173575" cy="165675"/>
              </a:xfrm>
              <a:custGeom>
                <a:rect b="b" l="l" r="r" t="t"/>
                <a:pathLst>
                  <a:path extrusionOk="0" h="6627" w="6943">
                    <a:moveTo>
                      <a:pt x="1" y="1"/>
                    </a:moveTo>
                    <a:cubicBezTo>
                      <a:pt x="88" y="61"/>
                      <a:pt x="173" y="121"/>
                      <a:pt x="259" y="186"/>
                    </a:cubicBezTo>
                    <a:cubicBezTo>
                      <a:pt x="280" y="197"/>
                      <a:pt x="299" y="212"/>
                      <a:pt x="317" y="228"/>
                    </a:cubicBezTo>
                    <a:cubicBezTo>
                      <a:pt x="372" y="263"/>
                      <a:pt x="423" y="300"/>
                      <a:pt x="472" y="341"/>
                    </a:cubicBezTo>
                    <a:lnTo>
                      <a:pt x="475" y="341"/>
                    </a:lnTo>
                    <a:cubicBezTo>
                      <a:pt x="491" y="354"/>
                      <a:pt x="510" y="366"/>
                      <a:pt x="526" y="379"/>
                    </a:cubicBezTo>
                    <a:cubicBezTo>
                      <a:pt x="532" y="386"/>
                      <a:pt x="538" y="388"/>
                      <a:pt x="545" y="395"/>
                    </a:cubicBezTo>
                    <a:cubicBezTo>
                      <a:pt x="548" y="395"/>
                      <a:pt x="552" y="398"/>
                      <a:pt x="554" y="401"/>
                    </a:cubicBezTo>
                    <a:cubicBezTo>
                      <a:pt x="558" y="401"/>
                      <a:pt x="560" y="407"/>
                      <a:pt x="560" y="407"/>
                    </a:cubicBezTo>
                    <a:cubicBezTo>
                      <a:pt x="567" y="411"/>
                      <a:pt x="573" y="413"/>
                      <a:pt x="575" y="421"/>
                    </a:cubicBezTo>
                    <a:cubicBezTo>
                      <a:pt x="579" y="421"/>
                      <a:pt x="583" y="424"/>
                      <a:pt x="585" y="427"/>
                    </a:cubicBezTo>
                    <a:cubicBezTo>
                      <a:pt x="591" y="429"/>
                      <a:pt x="598" y="433"/>
                      <a:pt x="600" y="436"/>
                    </a:cubicBezTo>
                    <a:cubicBezTo>
                      <a:pt x="606" y="439"/>
                      <a:pt x="611" y="442"/>
                      <a:pt x="614" y="449"/>
                    </a:cubicBezTo>
                    <a:cubicBezTo>
                      <a:pt x="616" y="449"/>
                      <a:pt x="620" y="453"/>
                      <a:pt x="622" y="455"/>
                    </a:cubicBezTo>
                    <a:cubicBezTo>
                      <a:pt x="629" y="459"/>
                      <a:pt x="635" y="462"/>
                      <a:pt x="637" y="468"/>
                    </a:cubicBezTo>
                    <a:cubicBezTo>
                      <a:pt x="641" y="468"/>
                      <a:pt x="641" y="470"/>
                      <a:pt x="641" y="470"/>
                    </a:cubicBezTo>
                    <a:cubicBezTo>
                      <a:pt x="650" y="477"/>
                      <a:pt x="660" y="484"/>
                      <a:pt x="668" y="493"/>
                    </a:cubicBezTo>
                    <a:cubicBezTo>
                      <a:pt x="678" y="495"/>
                      <a:pt x="684" y="501"/>
                      <a:pt x="691" y="508"/>
                    </a:cubicBezTo>
                    <a:cubicBezTo>
                      <a:pt x="699" y="515"/>
                      <a:pt x="710" y="521"/>
                      <a:pt x="719" y="527"/>
                    </a:cubicBezTo>
                    <a:cubicBezTo>
                      <a:pt x="719" y="531"/>
                      <a:pt x="722" y="534"/>
                      <a:pt x="722" y="534"/>
                    </a:cubicBezTo>
                    <a:cubicBezTo>
                      <a:pt x="770" y="566"/>
                      <a:pt x="813" y="603"/>
                      <a:pt x="861" y="638"/>
                    </a:cubicBezTo>
                    <a:cubicBezTo>
                      <a:pt x="868" y="645"/>
                      <a:pt x="870" y="649"/>
                      <a:pt x="877" y="651"/>
                    </a:cubicBezTo>
                    <a:cubicBezTo>
                      <a:pt x="2938" y="2283"/>
                      <a:pt x="4530" y="4344"/>
                      <a:pt x="5591" y="6626"/>
                    </a:cubicBezTo>
                    <a:cubicBezTo>
                      <a:pt x="6068" y="6535"/>
                      <a:pt x="6522" y="6377"/>
                      <a:pt x="6943" y="6166"/>
                    </a:cubicBezTo>
                    <a:cubicBezTo>
                      <a:pt x="5557" y="3943"/>
                      <a:pt x="3619" y="2021"/>
                      <a:pt x="1197" y="622"/>
                    </a:cubicBezTo>
                    <a:cubicBezTo>
                      <a:pt x="1148" y="593"/>
                      <a:pt x="1102" y="567"/>
                      <a:pt x="1054" y="539"/>
                    </a:cubicBezTo>
                    <a:cubicBezTo>
                      <a:pt x="1030" y="526"/>
                      <a:pt x="1002" y="510"/>
                      <a:pt x="976" y="498"/>
                    </a:cubicBezTo>
                    <a:cubicBezTo>
                      <a:pt x="919" y="463"/>
                      <a:pt x="859" y="431"/>
                      <a:pt x="803" y="400"/>
                    </a:cubicBezTo>
                    <a:cubicBezTo>
                      <a:pt x="796" y="400"/>
                      <a:pt x="790" y="397"/>
                      <a:pt x="784" y="391"/>
                    </a:cubicBezTo>
                    <a:cubicBezTo>
                      <a:pt x="777" y="388"/>
                      <a:pt x="768" y="385"/>
                      <a:pt x="761" y="381"/>
                    </a:cubicBezTo>
                    <a:lnTo>
                      <a:pt x="761" y="379"/>
                    </a:lnTo>
                    <a:cubicBezTo>
                      <a:pt x="755" y="379"/>
                      <a:pt x="753" y="375"/>
                      <a:pt x="746" y="372"/>
                    </a:cubicBezTo>
                    <a:cubicBezTo>
                      <a:pt x="740" y="369"/>
                      <a:pt x="730" y="366"/>
                      <a:pt x="724" y="360"/>
                    </a:cubicBezTo>
                    <a:cubicBezTo>
                      <a:pt x="718" y="357"/>
                      <a:pt x="709" y="354"/>
                      <a:pt x="702" y="351"/>
                    </a:cubicBezTo>
                    <a:cubicBezTo>
                      <a:pt x="696" y="348"/>
                      <a:pt x="692" y="344"/>
                      <a:pt x="689" y="341"/>
                    </a:cubicBezTo>
                    <a:cubicBezTo>
                      <a:pt x="683" y="341"/>
                      <a:pt x="679" y="338"/>
                      <a:pt x="677" y="335"/>
                    </a:cubicBezTo>
                    <a:cubicBezTo>
                      <a:pt x="674" y="335"/>
                      <a:pt x="674" y="333"/>
                      <a:pt x="674" y="333"/>
                    </a:cubicBezTo>
                    <a:cubicBezTo>
                      <a:pt x="673" y="334"/>
                      <a:pt x="671" y="334"/>
                      <a:pt x="671" y="334"/>
                    </a:cubicBezTo>
                    <a:cubicBezTo>
                      <a:pt x="669" y="334"/>
                      <a:pt x="667" y="333"/>
                      <a:pt x="667" y="333"/>
                    </a:cubicBezTo>
                    <a:cubicBezTo>
                      <a:pt x="665" y="329"/>
                      <a:pt x="661" y="329"/>
                      <a:pt x="658" y="326"/>
                    </a:cubicBezTo>
                    <a:cubicBezTo>
                      <a:pt x="652" y="326"/>
                      <a:pt x="648" y="323"/>
                      <a:pt x="646" y="320"/>
                    </a:cubicBezTo>
                    <a:cubicBezTo>
                      <a:pt x="635" y="315"/>
                      <a:pt x="626" y="309"/>
                      <a:pt x="620" y="307"/>
                    </a:cubicBezTo>
                    <a:cubicBezTo>
                      <a:pt x="610" y="303"/>
                      <a:pt x="600" y="297"/>
                      <a:pt x="594" y="294"/>
                    </a:cubicBezTo>
                    <a:lnTo>
                      <a:pt x="594" y="292"/>
                    </a:lnTo>
                    <a:cubicBezTo>
                      <a:pt x="588" y="292"/>
                      <a:pt x="581" y="288"/>
                      <a:pt x="574" y="284"/>
                    </a:cubicBezTo>
                    <a:cubicBezTo>
                      <a:pt x="568" y="282"/>
                      <a:pt x="564" y="278"/>
                      <a:pt x="562" y="276"/>
                    </a:cubicBezTo>
                    <a:cubicBezTo>
                      <a:pt x="547" y="269"/>
                      <a:pt x="533" y="263"/>
                      <a:pt x="521" y="257"/>
                    </a:cubicBezTo>
                    <a:cubicBezTo>
                      <a:pt x="514" y="254"/>
                      <a:pt x="507" y="250"/>
                      <a:pt x="505" y="247"/>
                    </a:cubicBezTo>
                    <a:cubicBezTo>
                      <a:pt x="337" y="165"/>
                      <a:pt x="171" y="8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5" name="Google Shape;4825;p62"/>
            <p:cNvGrpSpPr/>
            <p:nvPr/>
          </p:nvGrpSpPr>
          <p:grpSpPr>
            <a:xfrm>
              <a:off x="8580621" y="3918294"/>
              <a:ext cx="505392" cy="244130"/>
              <a:chOff x="3129734" y="107288"/>
              <a:chExt cx="257866" cy="124563"/>
            </a:xfrm>
          </p:grpSpPr>
          <p:sp>
            <p:nvSpPr>
              <p:cNvPr id="4826" name="Google Shape;4826;p62"/>
              <p:cNvSpPr/>
              <p:nvPr/>
            </p:nvSpPr>
            <p:spPr>
              <a:xfrm>
                <a:off x="3129734" y="107288"/>
                <a:ext cx="256475" cy="123125"/>
              </a:xfrm>
              <a:custGeom>
                <a:rect b="b" l="l" r="r" t="t"/>
                <a:pathLst>
                  <a:path extrusionOk="0" h="4925" w="10259">
                    <a:moveTo>
                      <a:pt x="5130" y="0"/>
                    </a:moveTo>
                    <a:cubicBezTo>
                      <a:pt x="2297" y="0"/>
                      <a:pt x="1" y="2463"/>
                      <a:pt x="1" y="2463"/>
                    </a:cubicBezTo>
                    <a:cubicBezTo>
                      <a:pt x="1" y="2463"/>
                      <a:pt x="2297" y="4925"/>
                      <a:pt x="5130" y="4925"/>
                    </a:cubicBezTo>
                    <a:cubicBezTo>
                      <a:pt x="7962" y="4925"/>
                      <a:pt x="10259" y="2463"/>
                      <a:pt x="10259" y="2463"/>
                    </a:cubicBezTo>
                    <a:cubicBezTo>
                      <a:pt x="10259" y="2463"/>
                      <a:pt x="7962" y="0"/>
                      <a:pt x="5130"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2"/>
              <p:cNvSpPr/>
              <p:nvPr/>
            </p:nvSpPr>
            <p:spPr>
              <a:xfrm>
                <a:off x="3131125" y="108700"/>
                <a:ext cx="256475" cy="123150"/>
              </a:xfrm>
              <a:custGeom>
                <a:rect b="b" l="l" r="r" t="t"/>
                <a:pathLst>
                  <a:path extrusionOk="0" h="4926" w="10259">
                    <a:moveTo>
                      <a:pt x="5129" y="0"/>
                    </a:moveTo>
                    <a:cubicBezTo>
                      <a:pt x="2296" y="0"/>
                      <a:pt x="0" y="2463"/>
                      <a:pt x="0" y="2463"/>
                    </a:cubicBezTo>
                    <a:cubicBezTo>
                      <a:pt x="0" y="2463"/>
                      <a:pt x="2296" y="4926"/>
                      <a:pt x="5129" y="4926"/>
                    </a:cubicBezTo>
                    <a:cubicBezTo>
                      <a:pt x="7962" y="4926"/>
                      <a:pt x="10258" y="2463"/>
                      <a:pt x="10258" y="2463"/>
                    </a:cubicBezTo>
                    <a:cubicBezTo>
                      <a:pt x="10258" y="2463"/>
                      <a:pt x="7962" y="0"/>
                      <a:pt x="51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2"/>
              <p:cNvSpPr/>
              <p:nvPr/>
            </p:nvSpPr>
            <p:spPr>
              <a:xfrm>
                <a:off x="3205475" y="116400"/>
                <a:ext cx="107725" cy="107750"/>
              </a:xfrm>
              <a:custGeom>
                <a:rect b="b" l="l" r="r" t="t"/>
                <a:pathLst>
                  <a:path extrusionOk="0" h="4310" w="4309">
                    <a:moveTo>
                      <a:pt x="2155" y="1"/>
                    </a:moveTo>
                    <a:cubicBezTo>
                      <a:pt x="965" y="1"/>
                      <a:pt x="0" y="966"/>
                      <a:pt x="0" y="2155"/>
                    </a:cubicBezTo>
                    <a:cubicBezTo>
                      <a:pt x="0" y="3344"/>
                      <a:pt x="965" y="4309"/>
                      <a:pt x="2155" y="4309"/>
                    </a:cubicBezTo>
                    <a:cubicBezTo>
                      <a:pt x="3345" y="4309"/>
                      <a:pt x="4309" y="3344"/>
                      <a:pt x="4309" y="2155"/>
                    </a:cubicBezTo>
                    <a:cubicBezTo>
                      <a:pt x="4309" y="966"/>
                      <a:pt x="3345" y="1"/>
                      <a:pt x="21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2"/>
              <p:cNvSpPr/>
              <p:nvPr/>
            </p:nvSpPr>
            <p:spPr>
              <a:xfrm>
                <a:off x="3222550" y="135325"/>
                <a:ext cx="73550" cy="69900"/>
              </a:xfrm>
              <a:custGeom>
                <a:rect b="b" l="l" r="r" t="t"/>
                <a:pathLst>
                  <a:path extrusionOk="0" h="2796" w="2942">
                    <a:moveTo>
                      <a:pt x="1793" y="0"/>
                    </a:moveTo>
                    <a:cubicBezTo>
                      <a:pt x="1732" y="0"/>
                      <a:pt x="1670" y="30"/>
                      <a:pt x="1633" y="96"/>
                    </a:cubicBezTo>
                    <a:cubicBezTo>
                      <a:pt x="1598" y="160"/>
                      <a:pt x="1534" y="192"/>
                      <a:pt x="1471" y="192"/>
                    </a:cubicBezTo>
                    <a:cubicBezTo>
                      <a:pt x="1408" y="192"/>
                      <a:pt x="1344" y="160"/>
                      <a:pt x="1308" y="96"/>
                    </a:cubicBezTo>
                    <a:cubicBezTo>
                      <a:pt x="1271" y="30"/>
                      <a:pt x="1209" y="0"/>
                      <a:pt x="1148" y="0"/>
                    </a:cubicBezTo>
                    <a:cubicBezTo>
                      <a:pt x="1053" y="0"/>
                      <a:pt x="958" y="72"/>
                      <a:pt x="960" y="189"/>
                    </a:cubicBezTo>
                    <a:cubicBezTo>
                      <a:pt x="962" y="300"/>
                      <a:pt x="872" y="379"/>
                      <a:pt x="774" y="379"/>
                    </a:cubicBezTo>
                    <a:cubicBezTo>
                      <a:pt x="742" y="379"/>
                      <a:pt x="709" y="370"/>
                      <a:pt x="679" y="352"/>
                    </a:cubicBezTo>
                    <a:cubicBezTo>
                      <a:pt x="647" y="333"/>
                      <a:pt x="614" y="324"/>
                      <a:pt x="583" y="324"/>
                    </a:cubicBezTo>
                    <a:cubicBezTo>
                      <a:pt x="452" y="324"/>
                      <a:pt x="345" y="473"/>
                      <a:pt x="425" y="606"/>
                    </a:cubicBezTo>
                    <a:cubicBezTo>
                      <a:pt x="499" y="730"/>
                      <a:pt x="409" y="888"/>
                      <a:pt x="264" y="888"/>
                    </a:cubicBezTo>
                    <a:cubicBezTo>
                      <a:pt x="264" y="888"/>
                      <a:pt x="263" y="888"/>
                      <a:pt x="262" y="888"/>
                    </a:cubicBezTo>
                    <a:cubicBezTo>
                      <a:pt x="260" y="888"/>
                      <a:pt x="259" y="888"/>
                      <a:pt x="258" y="888"/>
                    </a:cubicBezTo>
                    <a:cubicBezTo>
                      <a:pt x="69" y="888"/>
                      <a:pt x="1" y="1142"/>
                      <a:pt x="169" y="1235"/>
                    </a:cubicBezTo>
                    <a:cubicBezTo>
                      <a:pt x="297" y="1307"/>
                      <a:pt x="297" y="1489"/>
                      <a:pt x="169" y="1560"/>
                    </a:cubicBezTo>
                    <a:cubicBezTo>
                      <a:pt x="0" y="1654"/>
                      <a:pt x="68" y="1909"/>
                      <a:pt x="259" y="1909"/>
                    </a:cubicBezTo>
                    <a:cubicBezTo>
                      <a:pt x="260" y="1909"/>
                      <a:pt x="261" y="1909"/>
                      <a:pt x="262" y="1909"/>
                    </a:cubicBezTo>
                    <a:cubicBezTo>
                      <a:pt x="263" y="1909"/>
                      <a:pt x="264" y="1909"/>
                      <a:pt x="266" y="1909"/>
                    </a:cubicBezTo>
                    <a:cubicBezTo>
                      <a:pt x="410" y="1909"/>
                      <a:pt x="498" y="2066"/>
                      <a:pt x="425" y="2190"/>
                    </a:cubicBezTo>
                    <a:cubicBezTo>
                      <a:pt x="345" y="2323"/>
                      <a:pt x="451" y="2472"/>
                      <a:pt x="582" y="2472"/>
                    </a:cubicBezTo>
                    <a:cubicBezTo>
                      <a:pt x="614" y="2472"/>
                      <a:pt x="647" y="2463"/>
                      <a:pt x="679" y="2444"/>
                    </a:cubicBezTo>
                    <a:cubicBezTo>
                      <a:pt x="709" y="2426"/>
                      <a:pt x="741" y="2418"/>
                      <a:pt x="773" y="2418"/>
                    </a:cubicBezTo>
                    <a:cubicBezTo>
                      <a:pt x="871" y="2418"/>
                      <a:pt x="962" y="2497"/>
                      <a:pt x="960" y="2607"/>
                    </a:cubicBezTo>
                    <a:cubicBezTo>
                      <a:pt x="958" y="2724"/>
                      <a:pt x="1053" y="2796"/>
                      <a:pt x="1148" y="2796"/>
                    </a:cubicBezTo>
                    <a:cubicBezTo>
                      <a:pt x="1210" y="2796"/>
                      <a:pt x="1271" y="2766"/>
                      <a:pt x="1308" y="2700"/>
                    </a:cubicBezTo>
                    <a:cubicBezTo>
                      <a:pt x="1344" y="2636"/>
                      <a:pt x="1407" y="2604"/>
                      <a:pt x="1471" y="2604"/>
                    </a:cubicBezTo>
                    <a:cubicBezTo>
                      <a:pt x="1534" y="2604"/>
                      <a:pt x="1598" y="2636"/>
                      <a:pt x="1633" y="2700"/>
                    </a:cubicBezTo>
                    <a:cubicBezTo>
                      <a:pt x="1670" y="2766"/>
                      <a:pt x="1732" y="2796"/>
                      <a:pt x="1793" y="2796"/>
                    </a:cubicBezTo>
                    <a:cubicBezTo>
                      <a:pt x="1889" y="2796"/>
                      <a:pt x="1983" y="2724"/>
                      <a:pt x="1982" y="2607"/>
                    </a:cubicBezTo>
                    <a:cubicBezTo>
                      <a:pt x="1980" y="2497"/>
                      <a:pt x="2070" y="2418"/>
                      <a:pt x="2168" y="2418"/>
                    </a:cubicBezTo>
                    <a:cubicBezTo>
                      <a:pt x="2200" y="2418"/>
                      <a:pt x="2232" y="2426"/>
                      <a:pt x="2263" y="2444"/>
                    </a:cubicBezTo>
                    <a:cubicBezTo>
                      <a:pt x="2295" y="2463"/>
                      <a:pt x="2327" y="2472"/>
                      <a:pt x="2359" y="2472"/>
                    </a:cubicBezTo>
                    <a:cubicBezTo>
                      <a:pt x="2490" y="2472"/>
                      <a:pt x="2597" y="2323"/>
                      <a:pt x="2517" y="2190"/>
                    </a:cubicBezTo>
                    <a:cubicBezTo>
                      <a:pt x="2443" y="2066"/>
                      <a:pt x="2532" y="1909"/>
                      <a:pt x="2675" y="1909"/>
                    </a:cubicBezTo>
                    <a:cubicBezTo>
                      <a:pt x="2677" y="1909"/>
                      <a:pt x="2678" y="1909"/>
                      <a:pt x="2680" y="1909"/>
                    </a:cubicBezTo>
                    <a:cubicBezTo>
                      <a:pt x="2680" y="1909"/>
                      <a:pt x="2681" y="1909"/>
                      <a:pt x="2682" y="1909"/>
                    </a:cubicBezTo>
                    <a:cubicBezTo>
                      <a:pt x="2872" y="1909"/>
                      <a:pt x="2941" y="1654"/>
                      <a:pt x="2772" y="1560"/>
                    </a:cubicBezTo>
                    <a:cubicBezTo>
                      <a:pt x="2644" y="1489"/>
                      <a:pt x="2644" y="1307"/>
                      <a:pt x="2772" y="1235"/>
                    </a:cubicBezTo>
                    <a:cubicBezTo>
                      <a:pt x="2941" y="1142"/>
                      <a:pt x="2873" y="888"/>
                      <a:pt x="2683" y="888"/>
                    </a:cubicBezTo>
                    <a:cubicBezTo>
                      <a:pt x="2682" y="888"/>
                      <a:pt x="2681" y="888"/>
                      <a:pt x="2680" y="888"/>
                    </a:cubicBezTo>
                    <a:cubicBezTo>
                      <a:pt x="2679" y="888"/>
                      <a:pt x="2678" y="888"/>
                      <a:pt x="2677" y="888"/>
                    </a:cubicBezTo>
                    <a:cubicBezTo>
                      <a:pt x="2533" y="888"/>
                      <a:pt x="2443" y="730"/>
                      <a:pt x="2517" y="606"/>
                    </a:cubicBezTo>
                    <a:cubicBezTo>
                      <a:pt x="2597" y="473"/>
                      <a:pt x="2490" y="324"/>
                      <a:pt x="2359" y="324"/>
                    </a:cubicBezTo>
                    <a:cubicBezTo>
                      <a:pt x="2327" y="324"/>
                      <a:pt x="2294" y="333"/>
                      <a:pt x="2263" y="352"/>
                    </a:cubicBezTo>
                    <a:cubicBezTo>
                      <a:pt x="2232" y="370"/>
                      <a:pt x="2200" y="378"/>
                      <a:pt x="2168" y="378"/>
                    </a:cubicBezTo>
                    <a:cubicBezTo>
                      <a:pt x="2070" y="378"/>
                      <a:pt x="1980" y="299"/>
                      <a:pt x="1982" y="189"/>
                    </a:cubicBezTo>
                    <a:cubicBezTo>
                      <a:pt x="1983" y="72"/>
                      <a:pt x="1888" y="0"/>
                      <a:pt x="17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2"/>
              <p:cNvSpPr/>
              <p:nvPr/>
            </p:nvSpPr>
            <p:spPr>
              <a:xfrm>
                <a:off x="3243500" y="154425"/>
                <a:ext cx="31675" cy="31700"/>
              </a:xfrm>
              <a:custGeom>
                <a:rect b="b" l="l" r="r" t="t"/>
                <a:pathLst>
                  <a:path extrusionOk="0" h="1268" w="1267">
                    <a:moveTo>
                      <a:pt x="634" y="1"/>
                    </a:moveTo>
                    <a:cubicBezTo>
                      <a:pt x="284" y="1"/>
                      <a:pt x="1" y="285"/>
                      <a:pt x="1" y="634"/>
                    </a:cubicBezTo>
                    <a:cubicBezTo>
                      <a:pt x="1" y="983"/>
                      <a:pt x="284" y="1267"/>
                      <a:pt x="634" y="1267"/>
                    </a:cubicBezTo>
                    <a:cubicBezTo>
                      <a:pt x="984" y="1267"/>
                      <a:pt x="1267" y="983"/>
                      <a:pt x="1267" y="634"/>
                    </a:cubicBezTo>
                    <a:cubicBezTo>
                      <a:pt x="1267" y="285"/>
                      <a:pt x="984" y="1"/>
                      <a:pt x="6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1" name="Google Shape;4831;p62"/>
            <p:cNvGrpSpPr/>
            <p:nvPr/>
          </p:nvGrpSpPr>
          <p:grpSpPr>
            <a:xfrm rot="-806723">
              <a:off x="167614" y="4329546"/>
              <a:ext cx="659906" cy="714584"/>
              <a:chOff x="-2686850" y="3696525"/>
              <a:chExt cx="332050" cy="359563"/>
            </a:xfrm>
          </p:grpSpPr>
          <p:sp>
            <p:nvSpPr>
              <p:cNvPr id="4832" name="Google Shape;4832;p62"/>
              <p:cNvSpPr/>
              <p:nvPr/>
            </p:nvSpPr>
            <p:spPr>
              <a:xfrm>
                <a:off x="-2686850" y="3696525"/>
                <a:ext cx="332050" cy="359525"/>
              </a:xfrm>
              <a:custGeom>
                <a:rect b="b" l="l" r="r" t="t"/>
                <a:pathLst>
                  <a:path extrusionOk="0" h="14381" w="13282">
                    <a:moveTo>
                      <a:pt x="12504" y="10802"/>
                    </a:moveTo>
                    <a:lnTo>
                      <a:pt x="12497" y="10829"/>
                    </a:lnTo>
                    <a:lnTo>
                      <a:pt x="12497" y="10806"/>
                    </a:lnTo>
                    <a:lnTo>
                      <a:pt x="12504" y="10802"/>
                    </a:lnTo>
                    <a:close/>
                    <a:moveTo>
                      <a:pt x="6678" y="1"/>
                    </a:moveTo>
                    <a:cubicBezTo>
                      <a:pt x="4442" y="1"/>
                      <a:pt x="2280" y="1136"/>
                      <a:pt x="1036" y="2962"/>
                    </a:cubicBezTo>
                    <a:cubicBezTo>
                      <a:pt x="902" y="3158"/>
                      <a:pt x="912" y="3410"/>
                      <a:pt x="1042" y="3594"/>
                    </a:cubicBezTo>
                    <a:cubicBezTo>
                      <a:pt x="505" y="4550"/>
                      <a:pt x="247" y="5625"/>
                      <a:pt x="300" y="6729"/>
                    </a:cubicBezTo>
                    <a:cubicBezTo>
                      <a:pt x="352" y="7770"/>
                      <a:pt x="675" y="10117"/>
                      <a:pt x="739" y="10573"/>
                    </a:cubicBezTo>
                    <a:lnTo>
                      <a:pt x="739" y="10663"/>
                    </a:lnTo>
                    <a:lnTo>
                      <a:pt x="256" y="8957"/>
                    </a:lnTo>
                    <a:cubicBezTo>
                      <a:pt x="241" y="8903"/>
                      <a:pt x="192" y="8868"/>
                      <a:pt x="138" y="8868"/>
                    </a:cubicBezTo>
                    <a:cubicBezTo>
                      <a:pt x="126" y="8868"/>
                      <a:pt x="115" y="8869"/>
                      <a:pt x="103" y="8873"/>
                    </a:cubicBezTo>
                    <a:cubicBezTo>
                      <a:pt x="37" y="8890"/>
                      <a:pt x="0" y="8958"/>
                      <a:pt x="19" y="9024"/>
                    </a:cubicBezTo>
                    <a:lnTo>
                      <a:pt x="738" y="11566"/>
                    </a:lnTo>
                    <a:lnTo>
                      <a:pt x="738" y="12528"/>
                    </a:lnTo>
                    <a:lnTo>
                      <a:pt x="738" y="13556"/>
                    </a:lnTo>
                    <a:lnTo>
                      <a:pt x="738" y="13808"/>
                    </a:lnTo>
                    <a:lnTo>
                      <a:pt x="1665" y="13808"/>
                    </a:lnTo>
                    <a:lnTo>
                      <a:pt x="1665" y="14373"/>
                    </a:lnTo>
                    <a:lnTo>
                      <a:pt x="1947" y="14373"/>
                    </a:lnTo>
                    <a:lnTo>
                      <a:pt x="1947" y="14380"/>
                    </a:lnTo>
                    <a:lnTo>
                      <a:pt x="2635" y="14380"/>
                    </a:lnTo>
                    <a:lnTo>
                      <a:pt x="2635" y="14369"/>
                    </a:lnTo>
                    <a:cubicBezTo>
                      <a:pt x="3018" y="14307"/>
                      <a:pt x="3314" y="13987"/>
                      <a:pt x="3411" y="13555"/>
                    </a:cubicBezTo>
                    <a:cubicBezTo>
                      <a:pt x="3433" y="13457"/>
                      <a:pt x="3446" y="13353"/>
                      <a:pt x="3446" y="13245"/>
                    </a:cubicBezTo>
                    <a:lnTo>
                      <a:pt x="3446" y="12527"/>
                    </a:lnTo>
                    <a:lnTo>
                      <a:pt x="3446" y="11097"/>
                    </a:lnTo>
                    <a:cubicBezTo>
                      <a:pt x="3446" y="10515"/>
                      <a:pt x="3105" y="10039"/>
                      <a:pt x="2635" y="9961"/>
                    </a:cubicBezTo>
                    <a:lnTo>
                      <a:pt x="2635" y="9948"/>
                    </a:lnTo>
                    <a:lnTo>
                      <a:pt x="1985" y="9948"/>
                    </a:lnTo>
                    <a:lnTo>
                      <a:pt x="1985" y="9942"/>
                    </a:lnTo>
                    <a:lnTo>
                      <a:pt x="1665" y="9942"/>
                    </a:lnTo>
                    <a:lnTo>
                      <a:pt x="1665" y="10506"/>
                    </a:lnTo>
                    <a:lnTo>
                      <a:pt x="1165" y="10506"/>
                    </a:lnTo>
                    <a:cubicBezTo>
                      <a:pt x="1100" y="10047"/>
                      <a:pt x="780" y="7711"/>
                      <a:pt x="731" y="6704"/>
                    </a:cubicBezTo>
                    <a:cubicBezTo>
                      <a:pt x="680" y="5690"/>
                      <a:pt x="918" y="4700"/>
                      <a:pt x="1409" y="3819"/>
                    </a:cubicBezTo>
                    <a:cubicBezTo>
                      <a:pt x="1438" y="3823"/>
                      <a:pt x="1466" y="3825"/>
                      <a:pt x="1494" y="3825"/>
                    </a:cubicBezTo>
                    <a:cubicBezTo>
                      <a:pt x="1671" y="3825"/>
                      <a:pt x="1845" y="3741"/>
                      <a:pt x="1952" y="3583"/>
                    </a:cubicBezTo>
                    <a:cubicBezTo>
                      <a:pt x="2992" y="2056"/>
                      <a:pt x="4803" y="1106"/>
                      <a:pt x="6678" y="1106"/>
                    </a:cubicBezTo>
                    <a:cubicBezTo>
                      <a:pt x="8431" y="1106"/>
                      <a:pt x="10117" y="1922"/>
                      <a:pt x="11187" y="3286"/>
                    </a:cubicBezTo>
                    <a:cubicBezTo>
                      <a:pt x="11297" y="3426"/>
                      <a:pt x="11458" y="3497"/>
                      <a:pt x="11621" y="3497"/>
                    </a:cubicBezTo>
                    <a:cubicBezTo>
                      <a:pt x="11663" y="3497"/>
                      <a:pt x="11704" y="3493"/>
                      <a:pt x="11744" y="3484"/>
                    </a:cubicBezTo>
                    <a:cubicBezTo>
                      <a:pt x="12373" y="4446"/>
                      <a:pt x="12682" y="5559"/>
                      <a:pt x="12626" y="6704"/>
                    </a:cubicBezTo>
                    <a:cubicBezTo>
                      <a:pt x="12576" y="7711"/>
                      <a:pt x="12255" y="10047"/>
                      <a:pt x="12191" y="10506"/>
                    </a:cubicBezTo>
                    <a:lnTo>
                      <a:pt x="11569" y="10506"/>
                    </a:lnTo>
                    <a:lnTo>
                      <a:pt x="11569" y="9942"/>
                    </a:lnTo>
                    <a:lnTo>
                      <a:pt x="11249" y="9942"/>
                    </a:lnTo>
                    <a:lnTo>
                      <a:pt x="11249" y="9948"/>
                    </a:lnTo>
                    <a:lnTo>
                      <a:pt x="10602" y="9948"/>
                    </a:lnTo>
                    <a:lnTo>
                      <a:pt x="10602" y="9961"/>
                    </a:lnTo>
                    <a:cubicBezTo>
                      <a:pt x="10130" y="10039"/>
                      <a:pt x="9790" y="10515"/>
                      <a:pt x="9790" y="11097"/>
                    </a:cubicBezTo>
                    <a:lnTo>
                      <a:pt x="9790" y="12526"/>
                    </a:lnTo>
                    <a:lnTo>
                      <a:pt x="9790" y="13244"/>
                    </a:lnTo>
                    <a:cubicBezTo>
                      <a:pt x="9790" y="13353"/>
                      <a:pt x="9803" y="13456"/>
                      <a:pt x="9825" y="13554"/>
                    </a:cubicBezTo>
                    <a:cubicBezTo>
                      <a:pt x="9922" y="13984"/>
                      <a:pt x="10218" y="14306"/>
                      <a:pt x="10602" y="14368"/>
                    </a:cubicBezTo>
                    <a:lnTo>
                      <a:pt x="10602" y="14379"/>
                    </a:lnTo>
                    <a:lnTo>
                      <a:pt x="11289" y="14379"/>
                    </a:lnTo>
                    <a:lnTo>
                      <a:pt x="11289" y="14371"/>
                    </a:lnTo>
                    <a:lnTo>
                      <a:pt x="11572" y="14371"/>
                    </a:lnTo>
                    <a:lnTo>
                      <a:pt x="11572" y="13807"/>
                    </a:lnTo>
                    <a:lnTo>
                      <a:pt x="12498" y="13807"/>
                    </a:lnTo>
                    <a:lnTo>
                      <a:pt x="12498" y="13555"/>
                    </a:lnTo>
                    <a:lnTo>
                      <a:pt x="12498" y="12527"/>
                    </a:lnTo>
                    <a:lnTo>
                      <a:pt x="12498" y="11733"/>
                    </a:lnTo>
                    <a:lnTo>
                      <a:pt x="13265" y="9024"/>
                    </a:lnTo>
                    <a:cubicBezTo>
                      <a:pt x="13282" y="8957"/>
                      <a:pt x="13245" y="8889"/>
                      <a:pt x="13179" y="8871"/>
                    </a:cubicBezTo>
                    <a:cubicBezTo>
                      <a:pt x="13168" y="8868"/>
                      <a:pt x="13157" y="8866"/>
                      <a:pt x="13146" y="8866"/>
                    </a:cubicBezTo>
                    <a:cubicBezTo>
                      <a:pt x="13092" y="8866"/>
                      <a:pt x="13042" y="8901"/>
                      <a:pt x="13027" y="8956"/>
                    </a:cubicBezTo>
                    <a:lnTo>
                      <a:pt x="12664" y="10236"/>
                    </a:lnTo>
                    <a:cubicBezTo>
                      <a:pt x="12775" y="9420"/>
                      <a:pt x="13013" y="7608"/>
                      <a:pt x="13056" y="6728"/>
                    </a:cubicBezTo>
                    <a:cubicBezTo>
                      <a:pt x="13118" y="5484"/>
                      <a:pt x="12780" y="4275"/>
                      <a:pt x="12095" y="3234"/>
                    </a:cubicBezTo>
                    <a:cubicBezTo>
                      <a:pt x="12211" y="3042"/>
                      <a:pt x="12205" y="2791"/>
                      <a:pt x="12058" y="2604"/>
                    </a:cubicBezTo>
                    <a:cubicBezTo>
                      <a:pt x="10778" y="974"/>
                      <a:pt x="8767" y="1"/>
                      <a:pt x="6678"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3" name="Google Shape;4833;p62"/>
              <p:cNvGrpSpPr/>
              <p:nvPr/>
            </p:nvGrpSpPr>
            <p:grpSpPr>
              <a:xfrm>
                <a:off x="-2686850" y="3696563"/>
                <a:ext cx="332050" cy="359525"/>
                <a:chOff x="-2348725" y="2237525"/>
                <a:chExt cx="332050" cy="359525"/>
              </a:xfrm>
            </p:grpSpPr>
            <p:sp>
              <p:nvSpPr>
                <p:cNvPr id="4834" name="Google Shape;4834;p62"/>
                <p:cNvSpPr/>
                <p:nvPr/>
              </p:nvSpPr>
              <p:spPr>
                <a:xfrm>
                  <a:off x="-2343200" y="2245975"/>
                  <a:ext cx="322925" cy="262375"/>
                </a:xfrm>
                <a:custGeom>
                  <a:rect b="b" l="l" r="r" t="t"/>
                  <a:pathLst>
                    <a:path extrusionOk="0" h="10495" w="12917">
                      <a:moveTo>
                        <a:pt x="6459" y="0"/>
                      </a:moveTo>
                      <a:cubicBezTo>
                        <a:pt x="4680" y="0"/>
                        <a:pt x="2959" y="736"/>
                        <a:pt x="1736" y="2022"/>
                      </a:cubicBezTo>
                      <a:cubicBezTo>
                        <a:pt x="588" y="3226"/>
                        <a:pt x="0" y="4778"/>
                        <a:pt x="79" y="6389"/>
                      </a:cubicBezTo>
                      <a:cubicBezTo>
                        <a:pt x="135" y="7520"/>
                        <a:pt x="513" y="10195"/>
                        <a:pt x="528" y="10309"/>
                      </a:cubicBezTo>
                      <a:cubicBezTo>
                        <a:pt x="544" y="10417"/>
                        <a:pt x="636" y="10494"/>
                        <a:pt x="742" y="10494"/>
                      </a:cubicBezTo>
                      <a:cubicBezTo>
                        <a:pt x="752" y="10494"/>
                        <a:pt x="761" y="10494"/>
                        <a:pt x="773" y="10491"/>
                      </a:cubicBezTo>
                      <a:cubicBezTo>
                        <a:pt x="890" y="10475"/>
                        <a:pt x="972" y="10365"/>
                        <a:pt x="956" y="10248"/>
                      </a:cubicBezTo>
                      <a:cubicBezTo>
                        <a:pt x="952" y="10221"/>
                        <a:pt x="567" y="7479"/>
                        <a:pt x="511" y="6368"/>
                      </a:cubicBezTo>
                      <a:cubicBezTo>
                        <a:pt x="438" y="4875"/>
                        <a:pt x="982" y="3437"/>
                        <a:pt x="2049" y="2318"/>
                      </a:cubicBezTo>
                      <a:cubicBezTo>
                        <a:pt x="3190" y="1119"/>
                        <a:pt x="4798" y="430"/>
                        <a:pt x="6459" y="430"/>
                      </a:cubicBezTo>
                      <a:cubicBezTo>
                        <a:pt x="8120" y="430"/>
                        <a:pt x="9728" y="1119"/>
                        <a:pt x="10869" y="2318"/>
                      </a:cubicBezTo>
                      <a:cubicBezTo>
                        <a:pt x="11935" y="3437"/>
                        <a:pt x="12481" y="4875"/>
                        <a:pt x="12407" y="6368"/>
                      </a:cubicBezTo>
                      <a:cubicBezTo>
                        <a:pt x="12353" y="7479"/>
                        <a:pt x="11966" y="10221"/>
                        <a:pt x="11962" y="10248"/>
                      </a:cubicBezTo>
                      <a:cubicBezTo>
                        <a:pt x="11945" y="10367"/>
                        <a:pt x="12028" y="10475"/>
                        <a:pt x="12146" y="10491"/>
                      </a:cubicBezTo>
                      <a:cubicBezTo>
                        <a:pt x="12156" y="10493"/>
                        <a:pt x="12166" y="10493"/>
                        <a:pt x="12176" y="10493"/>
                      </a:cubicBezTo>
                      <a:cubicBezTo>
                        <a:pt x="12282" y="10493"/>
                        <a:pt x="12374" y="10415"/>
                        <a:pt x="12389" y="10309"/>
                      </a:cubicBezTo>
                      <a:cubicBezTo>
                        <a:pt x="12405" y="10195"/>
                        <a:pt x="12782" y="7520"/>
                        <a:pt x="12838" y="6389"/>
                      </a:cubicBezTo>
                      <a:cubicBezTo>
                        <a:pt x="12916" y="4778"/>
                        <a:pt x="12328" y="3226"/>
                        <a:pt x="11182" y="2022"/>
                      </a:cubicBezTo>
                      <a:cubicBezTo>
                        <a:pt x="9959" y="737"/>
                        <a:pt x="8237"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2"/>
                <p:cNvSpPr/>
                <p:nvPr/>
              </p:nvSpPr>
              <p:spPr>
                <a:xfrm>
                  <a:off x="-2327125" y="2237525"/>
                  <a:ext cx="284600" cy="95700"/>
                </a:xfrm>
                <a:custGeom>
                  <a:rect b="b" l="l" r="r" t="t"/>
                  <a:pathLst>
                    <a:path extrusionOk="0" h="3828" w="11384">
                      <a:moveTo>
                        <a:pt x="5815" y="1"/>
                      </a:moveTo>
                      <a:cubicBezTo>
                        <a:pt x="3578" y="1"/>
                        <a:pt x="1417" y="1136"/>
                        <a:pt x="173" y="2964"/>
                      </a:cubicBezTo>
                      <a:cubicBezTo>
                        <a:pt x="1" y="3216"/>
                        <a:pt x="66" y="3560"/>
                        <a:pt x="319" y="3732"/>
                      </a:cubicBezTo>
                      <a:cubicBezTo>
                        <a:pt x="415" y="3796"/>
                        <a:pt x="523" y="3827"/>
                        <a:pt x="630" y="3827"/>
                      </a:cubicBezTo>
                      <a:cubicBezTo>
                        <a:pt x="807" y="3827"/>
                        <a:pt x="981" y="3743"/>
                        <a:pt x="1088" y="3585"/>
                      </a:cubicBezTo>
                      <a:cubicBezTo>
                        <a:pt x="2128" y="2057"/>
                        <a:pt x="3939" y="1108"/>
                        <a:pt x="5814" y="1108"/>
                      </a:cubicBezTo>
                      <a:cubicBezTo>
                        <a:pt x="7567" y="1108"/>
                        <a:pt x="9251" y="1923"/>
                        <a:pt x="10323" y="3289"/>
                      </a:cubicBezTo>
                      <a:cubicBezTo>
                        <a:pt x="10433" y="3428"/>
                        <a:pt x="10595" y="3500"/>
                        <a:pt x="10760" y="3500"/>
                      </a:cubicBezTo>
                      <a:cubicBezTo>
                        <a:pt x="10879" y="3500"/>
                        <a:pt x="11000" y="3462"/>
                        <a:pt x="11101" y="3382"/>
                      </a:cubicBezTo>
                      <a:cubicBezTo>
                        <a:pt x="11343" y="3193"/>
                        <a:pt x="11384" y="2845"/>
                        <a:pt x="11195" y="2604"/>
                      </a:cubicBezTo>
                      <a:cubicBezTo>
                        <a:pt x="9915" y="974"/>
                        <a:pt x="7904" y="1"/>
                        <a:pt x="58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2"/>
                <p:cNvSpPr/>
                <p:nvPr/>
              </p:nvSpPr>
              <p:spPr>
                <a:xfrm>
                  <a:off x="-2083125" y="2486225"/>
                  <a:ext cx="4050" cy="450"/>
                </a:xfrm>
                <a:custGeom>
                  <a:rect b="b" l="l" r="r" t="t"/>
                  <a:pathLst>
                    <a:path extrusionOk="0" h="18" w="162">
                      <a:moveTo>
                        <a:pt x="1" y="0"/>
                      </a:moveTo>
                      <a:lnTo>
                        <a:pt x="1" y="18"/>
                      </a:lnTo>
                      <a:cubicBezTo>
                        <a:pt x="53" y="7"/>
                        <a:pt x="107" y="0"/>
                        <a:pt x="162" y="0"/>
                      </a:cubicBezTo>
                      <a:close/>
                    </a:path>
                  </a:pathLst>
                </a:custGeom>
                <a:solidFill>
                  <a:srgbClr val="E61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2"/>
                <p:cNvSpPr/>
                <p:nvPr/>
              </p:nvSpPr>
              <p:spPr>
                <a:xfrm>
                  <a:off x="-2330250" y="2550650"/>
                  <a:ext cx="23150" cy="32050"/>
                </a:xfrm>
                <a:custGeom>
                  <a:rect b="b" l="l" r="r" t="t"/>
                  <a:pathLst>
                    <a:path extrusionOk="0" h="1282" w="926">
                      <a:moveTo>
                        <a:pt x="0" y="1"/>
                      </a:moveTo>
                      <a:lnTo>
                        <a:pt x="0" y="1030"/>
                      </a:lnTo>
                      <a:lnTo>
                        <a:pt x="0"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2"/>
                <p:cNvSpPr/>
                <p:nvPr/>
              </p:nvSpPr>
              <p:spPr>
                <a:xfrm>
                  <a:off x="-2307125" y="2550650"/>
                  <a:ext cx="7075" cy="46200"/>
                </a:xfrm>
                <a:custGeom>
                  <a:rect b="b" l="l" r="r" t="t"/>
                  <a:pathLst>
                    <a:path extrusionOk="0" h="1848" w="283">
                      <a:moveTo>
                        <a:pt x="1" y="1"/>
                      </a:moveTo>
                      <a:lnTo>
                        <a:pt x="1" y="1030"/>
                      </a:lnTo>
                      <a:lnTo>
                        <a:pt x="1" y="1282"/>
                      </a:lnTo>
                      <a:lnTo>
                        <a:pt x="1" y="1847"/>
                      </a:lnTo>
                      <a:lnTo>
                        <a:pt x="283" y="1847"/>
                      </a:lnTo>
                      <a:lnTo>
                        <a:pt x="283" y="1030"/>
                      </a:lnTo>
                      <a:lnTo>
                        <a:pt x="283" y="1"/>
                      </a:lnTo>
                      <a:close/>
                    </a:path>
                  </a:pathLst>
                </a:custGeom>
                <a:solidFill>
                  <a:srgbClr val="B20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2"/>
                <p:cNvSpPr/>
                <p:nvPr/>
              </p:nvSpPr>
              <p:spPr>
                <a:xfrm>
                  <a:off x="-2282875" y="2486550"/>
                  <a:ext cx="20300" cy="110225"/>
                </a:xfrm>
                <a:custGeom>
                  <a:rect b="b" l="l" r="r" t="t"/>
                  <a:pathLst>
                    <a:path extrusionOk="0" h="4409" w="812">
                      <a:moveTo>
                        <a:pt x="1" y="0"/>
                      </a:moveTo>
                      <a:lnTo>
                        <a:pt x="1" y="2566"/>
                      </a:lnTo>
                      <a:lnTo>
                        <a:pt x="1" y="3594"/>
                      </a:lnTo>
                      <a:lnTo>
                        <a:pt x="1" y="4408"/>
                      </a:lnTo>
                      <a:cubicBezTo>
                        <a:pt x="384" y="4346"/>
                        <a:pt x="680" y="4026"/>
                        <a:pt x="777" y="3594"/>
                      </a:cubicBezTo>
                      <a:cubicBezTo>
                        <a:pt x="799" y="3496"/>
                        <a:pt x="812" y="3392"/>
                        <a:pt x="812" y="3284"/>
                      </a:cubicBezTo>
                      <a:lnTo>
                        <a:pt x="812" y="2566"/>
                      </a:lnTo>
                      <a:lnTo>
                        <a:pt x="812" y="1137"/>
                      </a:lnTo>
                      <a:cubicBezTo>
                        <a:pt x="812" y="554"/>
                        <a:pt x="471" y="7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2"/>
                <p:cNvSpPr/>
                <p:nvPr/>
              </p:nvSpPr>
              <p:spPr>
                <a:xfrm>
                  <a:off x="-2330250" y="2500225"/>
                  <a:ext cx="23150" cy="82475"/>
                </a:xfrm>
                <a:custGeom>
                  <a:rect b="b" l="l" r="r" t="t"/>
                  <a:pathLst>
                    <a:path extrusionOk="0" h="3299" w="926">
                      <a:moveTo>
                        <a:pt x="0" y="0"/>
                      </a:moveTo>
                      <a:lnTo>
                        <a:pt x="0" y="2018"/>
                      </a:lnTo>
                      <a:lnTo>
                        <a:pt x="0" y="3047"/>
                      </a:lnTo>
                      <a:lnTo>
                        <a:pt x="0"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2"/>
                <p:cNvSpPr/>
                <p:nvPr/>
              </p:nvSpPr>
              <p:spPr>
                <a:xfrm>
                  <a:off x="-2307125" y="2486050"/>
                  <a:ext cx="8025" cy="110800"/>
                </a:xfrm>
                <a:custGeom>
                  <a:rect b="b" l="l" r="r" t="t"/>
                  <a:pathLst>
                    <a:path extrusionOk="0" h="4432" w="321">
                      <a:moveTo>
                        <a:pt x="1" y="1"/>
                      </a:moveTo>
                      <a:lnTo>
                        <a:pt x="1" y="567"/>
                      </a:lnTo>
                      <a:lnTo>
                        <a:pt x="1" y="2585"/>
                      </a:lnTo>
                      <a:lnTo>
                        <a:pt x="1" y="3614"/>
                      </a:lnTo>
                      <a:lnTo>
                        <a:pt x="1" y="3866"/>
                      </a:lnTo>
                      <a:lnTo>
                        <a:pt x="1" y="4431"/>
                      </a:lnTo>
                      <a:lnTo>
                        <a:pt x="283" y="4431"/>
                      </a:lnTo>
                      <a:lnTo>
                        <a:pt x="283" y="3614"/>
                      </a:lnTo>
                      <a:lnTo>
                        <a:pt x="283" y="2585"/>
                      </a:lnTo>
                      <a:lnTo>
                        <a:pt x="283" y="7"/>
                      </a:lnTo>
                      <a:lnTo>
                        <a:pt x="321" y="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2"/>
                <p:cNvSpPr/>
                <p:nvPr/>
              </p:nvSpPr>
              <p:spPr>
                <a:xfrm>
                  <a:off x="-2300075" y="2486225"/>
                  <a:ext cx="17225" cy="110825"/>
                </a:xfrm>
                <a:custGeom>
                  <a:rect b="b" l="l" r="r" t="t"/>
                  <a:pathLst>
                    <a:path extrusionOk="0" h="4433" w="689">
                      <a:moveTo>
                        <a:pt x="1" y="0"/>
                      </a:moveTo>
                      <a:lnTo>
                        <a:pt x="1" y="2578"/>
                      </a:lnTo>
                      <a:lnTo>
                        <a:pt x="1" y="3607"/>
                      </a:lnTo>
                      <a:lnTo>
                        <a:pt x="1" y="4424"/>
                      </a:lnTo>
                      <a:lnTo>
                        <a:pt x="1" y="4432"/>
                      </a:lnTo>
                      <a:lnTo>
                        <a:pt x="689" y="4432"/>
                      </a:lnTo>
                      <a:lnTo>
                        <a:pt x="689" y="4420"/>
                      </a:lnTo>
                      <a:lnTo>
                        <a:pt x="689" y="3607"/>
                      </a:lnTo>
                      <a:lnTo>
                        <a:pt x="689" y="2578"/>
                      </a:lnTo>
                      <a:lnTo>
                        <a:pt x="689" y="13"/>
                      </a:lnTo>
                      <a:lnTo>
                        <a:pt x="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2"/>
                <p:cNvSpPr/>
                <p:nvPr/>
              </p:nvSpPr>
              <p:spPr>
                <a:xfrm>
                  <a:off x="-2059450" y="2550650"/>
                  <a:ext cx="23150" cy="32050"/>
                </a:xfrm>
                <a:custGeom>
                  <a:rect b="b" l="l" r="r" t="t"/>
                  <a:pathLst>
                    <a:path extrusionOk="0" h="1282" w="926">
                      <a:moveTo>
                        <a:pt x="1" y="1"/>
                      </a:moveTo>
                      <a:lnTo>
                        <a:pt x="1" y="1030"/>
                      </a:lnTo>
                      <a:lnTo>
                        <a:pt x="1"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2"/>
                <p:cNvSpPr/>
                <p:nvPr/>
              </p:nvSpPr>
              <p:spPr>
                <a:xfrm>
                  <a:off x="-2104000" y="2486525"/>
                  <a:ext cx="20325" cy="110225"/>
                </a:xfrm>
                <a:custGeom>
                  <a:rect b="b" l="l" r="r" t="t"/>
                  <a:pathLst>
                    <a:path extrusionOk="0" h="4409" w="813">
                      <a:moveTo>
                        <a:pt x="813" y="0"/>
                      </a:moveTo>
                      <a:cubicBezTo>
                        <a:pt x="341" y="79"/>
                        <a:pt x="1" y="555"/>
                        <a:pt x="1" y="1137"/>
                      </a:cubicBezTo>
                      <a:lnTo>
                        <a:pt x="1" y="2566"/>
                      </a:lnTo>
                      <a:lnTo>
                        <a:pt x="1" y="3284"/>
                      </a:lnTo>
                      <a:cubicBezTo>
                        <a:pt x="1" y="3393"/>
                        <a:pt x="14" y="3496"/>
                        <a:pt x="36" y="3594"/>
                      </a:cubicBezTo>
                      <a:cubicBezTo>
                        <a:pt x="133" y="4024"/>
                        <a:pt x="429" y="4346"/>
                        <a:pt x="813" y="4408"/>
                      </a:cubicBezTo>
                      <a:lnTo>
                        <a:pt x="813" y="3594"/>
                      </a:lnTo>
                      <a:lnTo>
                        <a:pt x="813" y="2566"/>
                      </a:lnTo>
                      <a:lnTo>
                        <a:pt x="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2"/>
                <p:cNvSpPr/>
                <p:nvPr/>
              </p:nvSpPr>
              <p:spPr>
                <a:xfrm>
                  <a:off x="-2059450" y="2500225"/>
                  <a:ext cx="23150" cy="82475"/>
                </a:xfrm>
                <a:custGeom>
                  <a:rect b="b" l="l" r="r" t="t"/>
                  <a:pathLst>
                    <a:path extrusionOk="0" h="3299" w="926">
                      <a:moveTo>
                        <a:pt x="1" y="0"/>
                      </a:moveTo>
                      <a:lnTo>
                        <a:pt x="1" y="2018"/>
                      </a:lnTo>
                      <a:lnTo>
                        <a:pt x="1" y="3047"/>
                      </a:lnTo>
                      <a:lnTo>
                        <a:pt x="1"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2"/>
                <p:cNvSpPr/>
                <p:nvPr/>
              </p:nvSpPr>
              <p:spPr>
                <a:xfrm>
                  <a:off x="-2067450" y="2486050"/>
                  <a:ext cx="8025" cy="110800"/>
                </a:xfrm>
                <a:custGeom>
                  <a:rect b="b" l="l" r="r" t="t"/>
                  <a:pathLst>
                    <a:path extrusionOk="0" h="4432" w="321">
                      <a:moveTo>
                        <a:pt x="1" y="1"/>
                      </a:moveTo>
                      <a:lnTo>
                        <a:pt x="1" y="7"/>
                      </a:lnTo>
                      <a:lnTo>
                        <a:pt x="37" y="7"/>
                      </a:lnTo>
                      <a:lnTo>
                        <a:pt x="37" y="2585"/>
                      </a:lnTo>
                      <a:lnTo>
                        <a:pt x="37" y="3614"/>
                      </a:lnTo>
                      <a:lnTo>
                        <a:pt x="37" y="4431"/>
                      </a:lnTo>
                      <a:lnTo>
                        <a:pt x="321" y="4431"/>
                      </a:lnTo>
                      <a:lnTo>
                        <a:pt x="321" y="3866"/>
                      </a:lnTo>
                      <a:lnTo>
                        <a:pt x="321" y="3614"/>
                      </a:lnTo>
                      <a:lnTo>
                        <a:pt x="321" y="2585"/>
                      </a:lnTo>
                      <a:lnTo>
                        <a:pt x="321" y="56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2"/>
                <p:cNvSpPr/>
                <p:nvPr/>
              </p:nvSpPr>
              <p:spPr>
                <a:xfrm>
                  <a:off x="-2083700" y="2486225"/>
                  <a:ext cx="17200" cy="110825"/>
                </a:xfrm>
                <a:custGeom>
                  <a:rect b="b" l="l" r="r" t="t"/>
                  <a:pathLst>
                    <a:path extrusionOk="0" h="4433" w="688">
                      <a:moveTo>
                        <a:pt x="1" y="0"/>
                      </a:moveTo>
                      <a:lnTo>
                        <a:pt x="1" y="13"/>
                      </a:lnTo>
                      <a:lnTo>
                        <a:pt x="1" y="2578"/>
                      </a:lnTo>
                      <a:lnTo>
                        <a:pt x="1" y="3607"/>
                      </a:lnTo>
                      <a:lnTo>
                        <a:pt x="1" y="4420"/>
                      </a:lnTo>
                      <a:lnTo>
                        <a:pt x="1" y="4432"/>
                      </a:lnTo>
                      <a:lnTo>
                        <a:pt x="687" y="4432"/>
                      </a:lnTo>
                      <a:lnTo>
                        <a:pt x="687" y="4424"/>
                      </a:lnTo>
                      <a:lnTo>
                        <a:pt x="687" y="3607"/>
                      </a:lnTo>
                      <a:lnTo>
                        <a:pt x="687" y="2578"/>
                      </a:lnTo>
                      <a:lnTo>
                        <a:pt x="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2"/>
                <p:cNvSpPr/>
                <p:nvPr/>
              </p:nvSpPr>
              <p:spPr>
                <a:xfrm>
                  <a:off x="-2047700" y="2459150"/>
                  <a:ext cx="31025" cy="91650"/>
                </a:xfrm>
                <a:custGeom>
                  <a:rect b="b" l="l" r="r" t="t"/>
                  <a:pathLst>
                    <a:path extrusionOk="0" h="3666" w="1241">
                      <a:moveTo>
                        <a:pt x="1105" y="0"/>
                      </a:moveTo>
                      <a:cubicBezTo>
                        <a:pt x="1050" y="0"/>
                        <a:pt x="1001" y="35"/>
                        <a:pt x="986" y="90"/>
                      </a:cubicBezTo>
                      <a:lnTo>
                        <a:pt x="18" y="3507"/>
                      </a:lnTo>
                      <a:cubicBezTo>
                        <a:pt x="0" y="3573"/>
                        <a:pt x="38" y="3641"/>
                        <a:pt x="104" y="3660"/>
                      </a:cubicBezTo>
                      <a:cubicBezTo>
                        <a:pt x="115" y="3663"/>
                        <a:pt x="125" y="3665"/>
                        <a:pt x="137" y="3665"/>
                      </a:cubicBezTo>
                      <a:cubicBezTo>
                        <a:pt x="191" y="3665"/>
                        <a:pt x="240" y="3629"/>
                        <a:pt x="255" y="3574"/>
                      </a:cubicBezTo>
                      <a:lnTo>
                        <a:pt x="1223" y="157"/>
                      </a:lnTo>
                      <a:cubicBezTo>
                        <a:pt x="1241" y="91"/>
                        <a:pt x="1204" y="23"/>
                        <a:pt x="1138" y="5"/>
                      </a:cubicBezTo>
                      <a:cubicBezTo>
                        <a:pt x="1127" y="2"/>
                        <a:pt x="1116" y="0"/>
                        <a:pt x="1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2"/>
                <p:cNvSpPr/>
                <p:nvPr/>
              </p:nvSpPr>
              <p:spPr>
                <a:xfrm>
                  <a:off x="-2348725" y="2459175"/>
                  <a:ext cx="31050" cy="91625"/>
                </a:xfrm>
                <a:custGeom>
                  <a:rect b="b" l="l" r="r" t="t"/>
                  <a:pathLst>
                    <a:path extrusionOk="0" h="3665" w="1242">
                      <a:moveTo>
                        <a:pt x="138" y="1"/>
                      </a:moveTo>
                      <a:cubicBezTo>
                        <a:pt x="126" y="1"/>
                        <a:pt x="115" y="2"/>
                        <a:pt x="103" y="6"/>
                      </a:cubicBezTo>
                      <a:cubicBezTo>
                        <a:pt x="37" y="24"/>
                        <a:pt x="0" y="91"/>
                        <a:pt x="19" y="157"/>
                      </a:cubicBezTo>
                      <a:lnTo>
                        <a:pt x="986" y="3574"/>
                      </a:lnTo>
                      <a:cubicBezTo>
                        <a:pt x="1001" y="3629"/>
                        <a:pt x="1051" y="3664"/>
                        <a:pt x="1104" y="3664"/>
                      </a:cubicBezTo>
                      <a:cubicBezTo>
                        <a:pt x="1116" y="3664"/>
                        <a:pt x="1128" y="3661"/>
                        <a:pt x="1138" y="3660"/>
                      </a:cubicBezTo>
                      <a:cubicBezTo>
                        <a:pt x="1203" y="3640"/>
                        <a:pt x="1242" y="3573"/>
                        <a:pt x="1223" y="3507"/>
                      </a:cubicBezTo>
                      <a:lnTo>
                        <a:pt x="256" y="90"/>
                      </a:lnTo>
                      <a:cubicBezTo>
                        <a:pt x="240" y="36"/>
                        <a:pt x="191" y="1"/>
                        <a:pt x="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0" name="Google Shape;4850;p62"/>
            <p:cNvGrpSpPr/>
            <p:nvPr/>
          </p:nvGrpSpPr>
          <p:grpSpPr>
            <a:xfrm>
              <a:off x="8430767" y="149213"/>
              <a:ext cx="655260" cy="780572"/>
              <a:chOff x="-2294600" y="1951375"/>
              <a:chExt cx="438125" cy="521913"/>
            </a:xfrm>
          </p:grpSpPr>
          <p:sp>
            <p:nvSpPr>
              <p:cNvPr id="4851" name="Google Shape;4851;p62"/>
              <p:cNvSpPr/>
              <p:nvPr/>
            </p:nvSpPr>
            <p:spPr>
              <a:xfrm>
                <a:off x="-2294600" y="1951375"/>
                <a:ext cx="438100" cy="521900"/>
              </a:xfrm>
              <a:custGeom>
                <a:rect b="b" l="l" r="r" t="t"/>
                <a:pathLst>
                  <a:path extrusionOk="0" h="20876" w="17524">
                    <a:moveTo>
                      <a:pt x="5361" y="0"/>
                    </a:moveTo>
                    <a:lnTo>
                      <a:pt x="0" y="13683"/>
                    </a:lnTo>
                    <a:lnTo>
                      <a:pt x="965" y="16487"/>
                    </a:lnTo>
                    <a:lnTo>
                      <a:pt x="12161" y="20875"/>
                    </a:lnTo>
                    <a:lnTo>
                      <a:pt x="17524" y="7192"/>
                    </a:lnTo>
                    <a:lnTo>
                      <a:pt x="16559" y="4387"/>
                    </a:lnTo>
                    <a:lnTo>
                      <a:pt x="5361"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2" name="Google Shape;4852;p62"/>
              <p:cNvGrpSpPr/>
              <p:nvPr/>
            </p:nvGrpSpPr>
            <p:grpSpPr>
              <a:xfrm>
                <a:off x="-2294575" y="1951463"/>
                <a:ext cx="438100" cy="521825"/>
                <a:chOff x="-2294575" y="1951463"/>
                <a:chExt cx="438100" cy="521825"/>
              </a:xfrm>
            </p:grpSpPr>
            <p:sp>
              <p:nvSpPr>
                <p:cNvPr id="4853" name="Google Shape;4853;p62"/>
                <p:cNvSpPr/>
                <p:nvPr/>
              </p:nvSpPr>
              <p:spPr>
                <a:xfrm>
                  <a:off x="-2294550" y="1951463"/>
                  <a:ext cx="413950" cy="451750"/>
                </a:xfrm>
                <a:custGeom>
                  <a:rect b="b" l="l" r="r" t="t"/>
                  <a:pathLst>
                    <a:path extrusionOk="0" h="18070" w="16558">
                      <a:moveTo>
                        <a:pt x="5361" y="0"/>
                      </a:moveTo>
                      <a:lnTo>
                        <a:pt x="0" y="13684"/>
                      </a:lnTo>
                      <a:lnTo>
                        <a:pt x="11196" y="18070"/>
                      </a:lnTo>
                      <a:lnTo>
                        <a:pt x="16558" y="4387"/>
                      </a:lnTo>
                      <a:lnTo>
                        <a:pt x="53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2"/>
                <p:cNvSpPr/>
                <p:nvPr/>
              </p:nvSpPr>
              <p:spPr>
                <a:xfrm>
                  <a:off x="-1933525" y="2073913"/>
                  <a:ext cx="20450" cy="14275"/>
                </a:xfrm>
                <a:custGeom>
                  <a:rect b="b" l="l" r="r" t="t"/>
                  <a:pathLst>
                    <a:path extrusionOk="0" h="571" w="818">
                      <a:moveTo>
                        <a:pt x="0" y="0"/>
                      </a:moveTo>
                      <a:lnTo>
                        <a:pt x="0" y="159"/>
                      </a:lnTo>
                      <a:lnTo>
                        <a:pt x="2" y="159"/>
                      </a:lnTo>
                      <a:cubicBezTo>
                        <a:pt x="2" y="322"/>
                        <a:pt x="99" y="477"/>
                        <a:pt x="261" y="542"/>
                      </a:cubicBezTo>
                      <a:cubicBezTo>
                        <a:pt x="310" y="561"/>
                        <a:pt x="361" y="570"/>
                        <a:pt x="411" y="570"/>
                      </a:cubicBezTo>
                      <a:cubicBezTo>
                        <a:pt x="576" y="570"/>
                        <a:pt x="731" y="471"/>
                        <a:pt x="795" y="310"/>
                      </a:cubicBezTo>
                      <a:cubicBezTo>
                        <a:pt x="812" y="259"/>
                        <a:pt x="817" y="209"/>
                        <a:pt x="817" y="159"/>
                      </a:cubicBezTo>
                      <a:lnTo>
                        <a:pt x="817" y="0"/>
                      </a:lnTo>
                      <a:close/>
                    </a:path>
                  </a:pathLst>
                </a:custGeom>
                <a:solidFill>
                  <a:srgbClr val="11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2"/>
                <p:cNvSpPr/>
                <p:nvPr/>
              </p:nvSpPr>
              <p:spPr>
                <a:xfrm>
                  <a:off x="-1934925" y="2064938"/>
                  <a:ext cx="23300" cy="20575"/>
                </a:xfrm>
                <a:custGeom>
                  <a:rect b="b" l="l" r="r" t="t"/>
                  <a:pathLst>
                    <a:path extrusionOk="0" h="823" w="932">
                      <a:moveTo>
                        <a:pt x="466" y="0"/>
                      </a:moveTo>
                      <a:cubicBezTo>
                        <a:pt x="302" y="0"/>
                        <a:pt x="147" y="99"/>
                        <a:pt x="84" y="261"/>
                      </a:cubicBezTo>
                      <a:cubicBezTo>
                        <a:pt x="0" y="473"/>
                        <a:pt x="105" y="711"/>
                        <a:pt x="316" y="794"/>
                      </a:cubicBezTo>
                      <a:cubicBezTo>
                        <a:pt x="366" y="813"/>
                        <a:pt x="417" y="823"/>
                        <a:pt x="467" y="823"/>
                      </a:cubicBezTo>
                      <a:cubicBezTo>
                        <a:pt x="631" y="823"/>
                        <a:pt x="785" y="723"/>
                        <a:pt x="849" y="561"/>
                      </a:cubicBezTo>
                      <a:cubicBezTo>
                        <a:pt x="931" y="351"/>
                        <a:pt x="828" y="113"/>
                        <a:pt x="616" y="29"/>
                      </a:cubicBezTo>
                      <a:cubicBezTo>
                        <a:pt x="567" y="9"/>
                        <a:pt x="516" y="0"/>
                        <a:pt x="4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2"/>
                <p:cNvSpPr/>
                <p:nvPr/>
              </p:nvSpPr>
              <p:spPr>
                <a:xfrm>
                  <a:off x="-2100450" y="2284813"/>
                  <a:ext cx="39275" cy="38750"/>
                </a:xfrm>
                <a:custGeom>
                  <a:rect b="b" l="l" r="r" t="t"/>
                  <a:pathLst>
                    <a:path extrusionOk="0" h="1550" w="1571">
                      <a:moveTo>
                        <a:pt x="1488" y="944"/>
                      </a:moveTo>
                      <a:cubicBezTo>
                        <a:pt x="1482" y="967"/>
                        <a:pt x="1474" y="988"/>
                        <a:pt x="1465" y="1012"/>
                      </a:cubicBezTo>
                      <a:cubicBezTo>
                        <a:pt x="1474" y="988"/>
                        <a:pt x="1482" y="966"/>
                        <a:pt x="1488" y="944"/>
                      </a:cubicBezTo>
                      <a:close/>
                      <a:moveTo>
                        <a:pt x="379" y="1369"/>
                      </a:moveTo>
                      <a:cubicBezTo>
                        <a:pt x="383" y="1370"/>
                        <a:pt x="387" y="1373"/>
                        <a:pt x="390" y="1375"/>
                      </a:cubicBezTo>
                      <a:cubicBezTo>
                        <a:pt x="387" y="1373"/>
                        <a:pt x="383" y="1372"/>
                        <a:pt x="379" y="1369"/>
                      </a:cubicBezTo>
                      <a:close/>
                      <a:moveTo>
                        <a:pt x="439" y="1403"/>
                      </a:moveTo>
                      <a:cubicBezTo>
                        <a:pt x="459" y="1413"/>
                        <a:pt x="480" y="1422"/>
                        <a:pt x="502" y="1431"/>
                      </a:cubicBezTo>
                      <a:cubicBezTo>
                        <a:pt x="479" y="1422"/>
                        <a:pt x="459" y="1413"/>
                        <a:pt x="439" y="1403"/>
                      </a:cubicBezTo>
                      <a:close/>
                      <a:moveTo>
                        <a:pt x="775" y="1"/>
                      </a:moveTo>
                      <a:cubicBezTo>
                        <a:pt x="480" y="1"/>
                        <a:pt x="199" y="179"/>
                        <a:pt x="85" y="471"/>
                      </a:cubicBezTo>
                      <a:cubicBezTo>
                        <a:pt x="0" y="688"/>
                        <a:pt x="24" y="919"/>
                        <a:pt x="130" y="1107"/>
                      </a:cubicBezTo>
                      <a:cubicBezTo>
                        <a:pt x="206" y="1279"/>
                        <a:pt x="346" y="1424"/>
                        <a:pt x="534" y="1498"/>
                      </a:cubicBezTo>
                      <a:cubicBezTo>
                        <a:pt x="622" y="1533"/>
                        <a:pt x="714" y="1550"/>
                        <a:pt x="804" y="1550"/>
                      </a:cubicBezTo>
                      <a:cubicBezTo>
                        <a:pt x="1100" y="1550"/>
                        <a:pt x="1380" y="1371"/>
                        <a:pt x="1494" y="1079"/>
                      </a:cubicBezTo>
                      <a:cubicBezTo>
                        <a:pt x="1571" y="883"/>
                        <a:pt x="1555" y="677"/>
                        <a:pt x="1476" y="501"/>
                      </a:cubicBezTo>
                      <a:cubicBezTo>
                        <a:pt x="1407" y="302"/>
                        <a:pt x="1256" y="135"/>
                        <a:pt x="1045" y="52"/>
                      </a:cubicBezTo>
                      <a:cubicBezTo>
                        <a:pt x="957" y="17"/>
                        <a:pt x="865" y="1"/>
                        <a:pt x="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2"/>
                <p:cNvSpPr/>
                <p:nvPr/>
              </p:nvSpPr>
              <p:spPr>
                <a:xfrm>
                  <a:off x="-2193050" y="2258163"/>
                  <a:ext cx="13675" cy="12050"/>
                </a:xfrm>
                <a:custGeom>
                  <a:rect b="b" l="l" r="r" t="t"/>
                  <a:pathLst>
                    <a:path extrusionOk="0" h="482" w="547">
                      <a:moveTo>
                        <a:pt x="273" y="0"/>
                      </a:moveTo>
                      <a:cubicBezTo>
                        <a:pt x="177" y="0"/>
                        <a:pt x="86" y="58"/>
                        <a:pt x="48" y="153"/>
                      </a:cubicBezTo>
                      <a:cubicBezTo>
                        <a:pt x="0" y="277"/>
                        <a:pt x="61" y="417"/>
                        <a:pt x="185" y="465"/>
                      </a:cubicBezTo>
                      <a:cubicBezTo>
                        <a:pt x="214" y="476"/>
                        <a:pt x="243" y="482"/>
                        <a:pt x="272" y="482"/>
                      </a:cubicBezTo>
                      <a:cubicBezTo>
                        <a:pt x="368" y="482"/>
                        <a:pt x="459" y="424"/>
                        <a:pt x="497" y="329"/>
                      </a:cubicBezTo>
                      <a:cubicBezTo>
                        <a:pt x="546" y="205"/>
                        <a:pt x="485" y="66"/>
                        <a:pt x="359" y="16"/>
                      </a:cubicBezTo>
                      <a:cubicBezTo>
                        <a:pt x="331" y="5"/>
                        <a:pt x="302"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2"/>
                <p:cNvSpPr/>
                <p:nvPr/>
              </p:nvSpPr>
              <p:spPr>
                <a:xfrm>
                  <a:off x="-2031325" y="2321538"/>
                  <a:ext cx="13650" cy="12050"/>
                </a:xfrm>
                <a:custGeom>
                  <a:rect b="b" l="l" r="r" t="t"/>
                  <a:pathLst>
                    <a:path extrusionOk="0" h="482" w="546">
                      <a:moveTo>
                        <a:pt x="272" y="0"/>
                      </a:moveTo>
                      <a:cubicBezTo>
                        <a:pt x="176" y="0"/>
                        <a:pt x="85" y="58"/>
                        <a:pt x="48" y="153"/>
                      </a:cubicBezTo>
                      <a:cubicBezTo>
                        <a:pt x="1" y="277"/>
                        <a:pt x="61" y="416"/>
                        <a:pt x="184" y="466"/>
                      </a:cubicBezTo>
                      <a:cubicBezTo>
                        <a:pt x="213" y="477"/>
                        <a:pt x="242" y="482"/>
                        <a:pt x="271" y="482"/>
                      </a:cubicBezTo>
                      <a:cubicBezTo>
                        <a:pt x="368" y="482"/>
                        <a:pt x="459" y="424"/>
                        <a:pt x="497" y="328"/>
                      </a:cubicBezTo>
                      <a:cubicBezTo>
                        <a:pt x="546" y="205"/>
                        <a:pt x="486" y="65"/>
                        <a:pt x="360" y="17"/>
                      </a:cubicBezTo>
                      <a:cubicBezTo>
                        <a:pt x="331" y="6"/>
                        <a:pt x="301"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2"/>
                <p:cNvSpPr/>
                <p:nvPr/>
              </p:nvSpPr>
              <p:spPr>
                <a:xfrm>
                  <a:off x="-2294575" y="2061113"/>
                  <a:ext cx="438100" cy="412175"/>
                </a:xfrm>
                <a:custGeom>
                  <a:rect b="b" l="l" r="r" t="t"/>
                  <a:pathLst>
                    <a:path extrusionOk="0" h="16487" w="17524">
                      <a:moveTo>
                        <a:pt x="16558" y="0"/>
                      </a:moveTo>
                      <a:lnTo>
                        <a:pt x="11197" y="13682"/>
                      </a:lnTo>
                      <a:lnTo>
                        <a:pt x="0" y="9296"/>
                      </a:lnTo>
                      <a:lnTo>
                        <a:pt x="965" y="12098"/>
                      </a:lnTo>
                      <a:lnTo>
                        <a:pt x="12162" y="16486"/>
                      </a:lnTo>
                      <a:lnTo>
                        <a:pt x="17524" y="2803"/>
                      </a:lnTo>
                      <a:lnTo>
                        <a:pt x="165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2"/>
                <p:cNvSpPr/>
                <p:nvPr/>
              </p:nvSpPr>
              <p:spPr>
                <a:xfrm>
                  <a:off x="-2087625" y="2056038"/>
                  <a:ext cx="184150" cy="187625"/>
                </a:xfrm>
                <a:custGeom>
                  <a:rect b="b" l="l" r="r" t="t"/>
                  <a:pathLst>
                    <a:path extrusionOk="0" h="7505" w="7366">
                      <a:moveTo>
                        <a:pt x="6207" y="0"/>
                      </a:moveTo>
                      <a:lnTo>
                        <a:pt x="5783" y="1083"/>
                      </a:lnTo>
                      <a:lnTo>
                        <a:pt x="5783" y="1189"/>
                      </a:lnTo>
                      <a:lnTo>
                        <a:pt x="5979" y="1266"/>
                      </a:lnTo>
                      <a:lnTo>
                        <a:pt x="1434" y="6904"/>
                      </a:lnTo>
                      <a:lnTo>
                        <a:pt x="713" y="6108"/>
                      </a:lnTo>
                      <a:lnTo>
                        <a:pt x="29" y="6546"/>
                      </a:lnTo>
                      <a:lnTo>
                        <a:pt x="1" y="6634"/>
                      </a:lnTo>
                      <a:lnTo>
                        <a:pt x="1004" y="7439"/>
                      </a:lnTo>
                      <a:lnTo>
                        <a:pt x="1057" y="7373"/>
                      </a:lnTo>
                      <a:lnTo>
                        <a:pt x="1435" y="6906"/>
                      </a:lnTo>
                      <a:lnTo>
                        <a:pt x="1058" y="7374"/>
                      </a:lnTo>
                      <a:lnTo>
                        <a:pt x="1004" y="7441"/>
                      </a:lnTo>
                      <a:cubicBezTo>
                        <a:pt x="1012" y="7449"/>
                        <a:pt x="1023" y="7455"/>
                        <a:pt x="1032" y="7461"/>
                      </a:cubicBezTo>
                      <a:lnTo>
                        <a:pt x="1040" y="7466"/>
                      </a:lnTo>
                      <a:cubicBezTo>
                        <a:pt x="1048" y="7471"/>
                        <a:pt x="1057" y="7475"/>
                        <a:pt x="1066" y="7479"/>
                      </a:cubicBezTo>
                      <a:cubicBezTo>
                        <a:pt x="1067" y="7480"/>
                        <a:pt x="1069" y="7480"/>
                        <a:pt x="1071" y="7481"/>
                      </a:cubicBezTo>
                      <a:cubicBezTo>
                        <a:pt x="1107" y="7497"/>
                        <a:pt x="1145" y="7504"/>
                        <a:pt x="1183" y="7504"/>
                      </a:cubicBezTo>
                      <a:cubicBezTo>
                        <a:pt x="1266" y="7504"/>
                        <a:pt x="1348" y="7468"/>
                        <a:pt x="1404" y="7397"/>
                      </a:cubicBezTo>
                      <a:lnTo>
                        <a:pt x="6259" y="1375"/>
                      </a:lnTo>
                      <a:lnTo>
                        <a:pt x="6941" y="1641"/>
                      </a:lnTo>
                      <a:lnTo>
                        <a:pt x="7365" y="559"/>
                      </a:lnTo>
                      <a:lnTo>
                        <a:pt x="7365" y="453"/>
                      </a:lnTo>
                      <a:lnTo>
                        <a:pt x="62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2"/>
                <p:cNvSpPr/>
                <p:nvPr/>
              </p:nvSpPr>
              <p:spPr>
                <a:xfrm>
                  <a:off x="-2153650" y="2264638"/>
                  <a:ext cx="39300" cy="38750"/>
                </a:xfrm>
                <a:custGeom>
                  <a:rect b="b" l="l" r="r" t="t"/>
                  <a:pathLst>
                    <a:path extrusionOk="0" h="1550" w="1572">
                      <a:moveTo>
                        <a:pt x="1505" y="876"/>
                      </a:moveTo>
                      <a:lnTo>
                        <a:pt x="1505" y="876"/>
                      </a:lnTo>
                      <a:cubicBezTo>
                        <a:pt x="1504" y="880"/>
                        <a:pt x="1504" y="884"/>
                        <a:pt x="1502" y="887"/>
                      </a:cubicBezTo>
                      <a:cubicBezTo>
                        <a:pt x="1502" y="882"/>
                        <a:pt x="1504" y="880"/>
                        <a:pt x="1505" y="876"/>
                      </a:cubicBezTo>
                      <a:close/>
                      <a:moveTo>
                        <a:pt x="380" y="1370"/>
                      </a:moveTo>
                      <a:lnTo>
                        <a:pt x="380" y="1370"/>
                      </a:lnTo>
                      <a:cubicBezTo>
                        <a:pt x="384" y="1371"/>
                        <a:pt x="387" y="1374"/>
                        <a:pt x="391" y="1376"/>
                      </a:cubicBezTo>
                      <a:cubicBezTo>
                        <a:pt x="387" y="1374"/>
                        <a:pt x="383" y="1372"/>
                        <a:pt x="380" y="1370"/>
                      </a:cubicBezTo>
                      <a:close/>
                      <a:moveTo>
                        <a:pt x="777" y="0"/>
                      </a:moveTo>
                      <a:cubicBezTo>
                        <a:pt x="481" y="0"/>
                        <a:pt x="201" y="179"/>
                        <a:pt x="86" y="471"/>
                      </a:cubicBezTo>
                      <a:cubicBezTo>
                        <a:pt x="0" y="688"/>
                        <a:pt x="25" y="918"/>
                        <a:pt x="131" y="1107"/>
                      </a:cubicBezTo>
                      <a:cubicBezTo>
                        <a:pt x="206" y="1278"/>
                        <a:pt x="346" y="1423"/>
                        <a:pt x="535" y="1498"/>
                      </a:cubicBezTo>
                      <a:cubicBezTo>
                        <a:pt x="623" y="1533"/>
                        <a:pt x="715" y="1550"/>
                        <a:pt x="804" y="1550"/>
                      </a:cubicBezTo>
                      <a:cubicBezTo>
                        <a:pt x="1101" y="1550"/>
                        <a:pt x="1381" y="1370"/>
                        <a:pt x="1495" y="1078"/>
                      </a:cubicBezTo>
                      <a:cubicBezTo>
                        <a:pt x="1572" y="884"/>
                        <a:pt x="1556" y="678"/>
                        <a:pt x="1476" y="500"/>
                      </a:cubicBezTo>
                      <a:cubicBezTo>
                        <a:pt x="1408" y="302"/>
                        <a:pt x="1257" y="134"/>
                        <a:pt x="1046" y="51"/>
                      </a:cubicBezTo>
                      <a:cubicBezTo>
                        <a:pt x="958" y="17"/>
                        <a:pt x="86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2"/>
                <p:cNvSpPr/>
                <p:nvPr/>
              </p:nvSpPr>
              <p:spPr>
                <a:xfrm>
                  <a:off x="-2259050" y="2223338"/>
                  <a:ext cx="39325" cy="38775"/>
                </a:xfrm>
                <a:custGeom>
                  <a:rect b="b" l="l" r="r" t="t"/>
                  <a:pathLst>
                    <a:path extrusionOk="0" h="1551" w="1573">
                      <a:moveTo>
                        <a:pt x="1505" y="877"/>
                      </a:moveTo>
                      <a:cubicBezTo>
                        <a:pt x="1505" y="881"/>
                        <a:pt x="1503" y="885"/>
                        <a:pt x="1502" y="887"/>
                      </a:cubicBezTo>
                      <a:cubicBezTo>
                        <a:pt x="1504" y="883"/>
                        <a:pt x="1505" y="879"/>
                        <a:pt x="1505" y="877"/>
                      </a:cubicBezTo>
                      <a:close/>
                      <a:moveTo>
                        <a:pt x="439" y="1404"/>
                      </a:moveTo>
                      <a:cubicBezTo>
                        <a:pt x="460" y="1413"/>
                        <a:pt x="482" y="1424"/>
                        <a:pt x="504" y="1433"/>
                      </a:cubicBezTo>
                      <a:cubicBezTo>
                        <a:pt x="482" y="1424"/>
                        <a:pt x="460" y="1414"/>
                        <a:pt x="439" y="1404"/>
                      </a:cubicBezTo>
                      <a:close/>
                      <a:moveTo>
                        <a:pt x="777" y="1"/>
                      </a:moveTo>
                      <a:cubicBezTo>
                        <a:pt x="481" y="1"/>
                        <a:pt x="201" y="180"/>
                        <a:pt x="86" y="472"/>
                      </a:cubicBezTo>
                      <a:cubicBezTo>
                        <a:pt x="0" y="689"/>
                        <a:pt x="25" y="919"/>
                        <a:pt x="131" y="1108"/>
                      </a:cubicBezTo>
                      <a:cubicBezTo>
                        <a:pt x="207" y="1279"/>
                        <a:pt x="346" y="1424"/>
                        <a:pt x="535" y="1499"/>
                      </a:cubicBezTo>
                      <a:cubicBezTo>
                        <a:pt x="624" y="1534"/>
                        <a:pt x="715" y="1550"/>
                        <a:pt x="805" y="1550"/>
                      </a:cubicBezTo>
                      <a:cubicBezTo>
                        <a:pt x="1101" y="1550"/>
                        <a:pt x="1381" y="1371"/>
                        <a:pt x="1496" y="1079"/>
                      </a:cubicBezTo>
                      <a:cubicBezTo>
                        <a:pt x="1572" y="883"/>
                        <a:pt x="1558" y="679"/>
                        <a:pt x="1476" y="501"/>
                      </a:cubicBezTo>
                      <a:cubicBezTo>
                        <a:pt x="1408" y="303"/>
                        <a:pt x="1257" y="135"/>
                        <a:pt x="1047" y="52"/>
                      </a:cubicBezTo>
                      <a:cubicBezTo>
                        <a:pt x="958" y="17"/>
                        <a:pt x="867"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2"/>
                <p:cNvSpPr/>
                <p:nvPr/>
              </p:nvSpPr>
              <p:spPr>
                <a:xfrm>
                  <a:off x="-2252275" y="2229838"/>
                  <a:ext cx="24300" cy="23125"/>
                </a:xfrm>
                <a:custGeom>
                  <a:rect b="b" l="l" r="r" t="t"/>
                  <a:pathLst>
                    <a:path extrusionOk="0" h="925" w="972">
                      <a:moveTo>
                        <a:pt x="468" y="1"/>
                      </a:moveTo>
                      <a:cubicBezTo>
                        <a:pt x="236" y="1"/>
                        <a:pt x="40" y="178"/>
                        <a:pt x="18" y="414"/>
                      </a:cubicBezTo>
                      <a:cubicBezTo>
                        <a:pt x="1" y="611"/>
                        <a:pt x="111" y="788"/>
                        <a:pt x="279" y="866"/>
                      </a:cubicBezTo>
                      <a:lnTo>
                        <a:pt x="279" y="869"/>
                      </a:lnTo>
                      <a:cubicBezTo>
                        <a:pt x="333" y="896"/>
                        <a:pt x="393" y="916"/>
                        <a:pt x="456" y="922"/>
                      </a:cubicBezTo>
                      <a:cubicBezTo>
                        <a:pt x="473" y="924"/>
                        <a:pt x="490" y="925"/>
                        <a:pt x="506" y="925"/>
                      </a:cubicBezTo>
                      <a:cubicBezTo>
                        <a:pt x="743" y="925"/>
                        <a:pt x="941" y="751"/>
                        <a:pt x="957" y="516"/>
                      </a:cubicBezTo>
                      <a:cubicBezTo>
                        <a:pt x="972" y="329"/>
                        <a:pt x="870" y="158"/>
                        <a:pt x="714" y="71"/>
                      </a:cubicBezTo>
                      <a:cubicBezTo>
                        <a:pt x="655" y="34"/>
                        <a:pt x="586" y="9"/>
                        <a:pt x="512" y="3"/>
                      </a:cubicBezTo>
                      <a:cubicBezTo>
                        <a:pt x="497" y="1"/>
                        <a:pt x="483"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2"/>
                <p:cNvSpPr/>
                <p:nvPr/>
              </p:nvSpPr>
              <p:spPr>
                <a:xfrm>
                  <a:off x="-1975575" y="2193263"/>
                  <a:ext cx="23375" cy="52875"/>
                </a:xfrm>
                <a:custGeom>
                  <a:rect b="b" l="l" r="r" t="t"/>
                  <a:pathLst>
                    <a:path extrusionOk="0" h="2115" w="935">
                      <a:moveTo>
                        <a:pt x="683" y="0"/>
                      </a:moveTo>
                      <a:lnTo>
                        <a:pt x="1" y="1743"/>
                      </a:lnTo>
                      <a:lnTo>
                        <a:pt x="1" y="2022"/>
                      </a:lnTo>
                      <a:lnTo>
                        <a:pt x="251" y="2115"/>
                      </a:lnTo>
                      <a:lnTo>
                        <a:pt x="935" y="372"/>
                      </a:lnTo>
                      <a:lnTo>
                        <a:pt x="935" y="93"/>
                      </a:lnTo>
                      <a:lnTo>
                        <a:pt x="6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2"/>
                <p:cNvSpPr/>
                <p:nvPr/>
              </p:nvSpPr>
              <p:spPr>
                <a:xfrm>
                  <a:off x="-2167200" y="1989363"/>
                  <a:ext cx="134500" cy="203875"/>
                </a:xfrm>
                <a:custGeom>
                  <a:rect b="b" l="l" r="r" t="t"/>
                  <a:pathLst>
                    <a:path extrusionOk="0" h="8155" w="5380">
                      <a:moveTo>
                        <a:pt x="2881" y="0"/>
                      </a:moveTo>
                      <a:cubicBezTo>
                        <a:pt x="1808" y="0"/>
                        <a:pt x="775" y="428"/>
                        <a:pt x="15" y="1179"/>
                      </a:cubicBezTo>
                      <a:cubicBezTo>
                        <a:pt x="0" y="1485"/>
                        <a:pt x="155" y="1740"/>
                        <a:pt x="660" y="1803"/>
                      </a:cubicBezTo>
                      <a:cubicBezTo>
                        <a:pt x="2133" y="1988"/>
                        <a:pt x="3800" y="2316"/>
                        <a:pt x="2089" y="4028"/>
                      </a:cubicBezTo>
                      <a:cubicBezTo>
                        <a:pt x="595" y="5525"/>
                        <a:pt x="2520" y="5619"/>
                        <a:pt x="3030" y="5619"/>
                      </a:cubicBezTo>
                      <a:cubicBezTo>
                        <a:pt x="3104" y="5619"/>
                        <a:pt x="3148" y="5618"/>
                        <a:pt x="3148" y="5618"/>
                      </a:cubicBezTo>
                      <a:lnTo>
                        <a:pt x="3148" y="5618"/>
                      </a:lnTo>
                      <a:cubicBezTo>
                        <a:pt x="3148" y="5618"/>
                        <a:pt x="4018" y="6541"/>
                        <a:pt x="2706" y="6726"/>
                      </a:cubicBezTo>
                      <a:cubicBezTo>
                        <a:pt x="1948" y="6831"/>
                        <a:pt x="1688" y="7465"/>
                        <a:pt x="1857" y="8022"/>
                      </a:cubicBezTo>
                      <a:cubicBezTo>
                        <a:pt x="2198" y="8112"/>
                        <a:pt x="2542" y="8155"/>
                        <a:pt x="2883" y="8155"/>
                      </a:cubicBezTo>
                      <a:cubicBezTo>
                        <a:pt x="3587" y="8155"/>
                        <a:pt x="4275" y="7970"/>
                        <a:pt x="4881" y="7630"/>
                      </a:cubicBezTo>
                      <a:cubicBezTo>
                        <a:pt x="4438" y="7437"/>
                        <a:pt x="4058" y="7138"/>
                        <a:pt x="4365" y="6727"/>
                      </a:cubicBezTo>
                      <a:cubicBezTo>
                        <a:pt x="4934" y="5963"/>
                        <a:pt x="5380" y="4346"/>
                        <a:pt x="4348" y="4346"/>
                      </a:cubicBezTo>
                      <a:cubicBezTo>
                        <a:pt x="4298" y="4346"/>
                        <a:pt x="4244" y="4350"/>
                        <a:pt x="4187" y="4357"/>
                      </a:cubicBezTo>
                      <a:cubicBezTo>
                        <a:pt x="4143" y="4363"/>
                        <a:pt x="4102" y="4366"/>
                        <a:pt x="4064" y="4366"/>
                      </a:cubicBezTo>
                      <a:cubicBezTo>
                        <a:pt x="3007" y="4366"/>
                        <a:pt x="3753" y="2192"/>
                        <a:pt x="2957" y="1834"/>
                      </a:cubicBezTo>
                      <a:cubicBezTo>
                        <a:pt x="2333" y="1556"/>
                        <a:pt x="2444" y="467"/>
                        <a:pt x="3109" y="7"/>
                      </a:cubicBezTo>
                      <a:cubicBezTo>
                        <a:pt x="3033" y="2"/>
                        <a:pt x="2957" y="0"/>
                        <a:pt x="2881"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2"/>
                <p:cNvSpPr/>
                <p:nvPr/>
              </p:nvSpPr>
              <p:spPr>
                <a:xfrm>
                  <a:off x="-2197600" y="1989338"/>
                  <a:ext cx="205850" cy="207900"/>
                </a:xfrm>
                <a:custGeom>
                  <a:rect b="b" l="l" r="r" t="t"/>
                  <a:pathLst>
                    <a:path extrusionOk="0" h="8316" w="8234">
                      <a:moveTo>
                        <a:pt x="8150" y="4500"/>
                      </a:moveTo>
                      <a:cubicBezTo>
                        <a:pt x="8150" y="4505"/>
                        <a:pt x="8150" y="4512"/>
                        <a:pt x="8149" y="4517"/>
                      </a:cubicBezTo>
                      <a:cubicBezTo>
                        <a:pt x="8149" y="4511"/>
                        <a:pt x="8150" y="4505"/>
                        <a:pt x="8150" y="4500"/>
                      </a:cubicBezTo>
                      <a:close/>
                      <a:moveTo>
                        <a:pt x="8136" y="4636"/>
                      </a:moveTo>
                      <a:cubicBezTo>
                        <a:pt x="8136" y="4637"/>
                        <a:pt x="8135" y="4638"/>
                        <a:pt x="8135" y="4639"/>
                      </a:cubicBezTo>
                      <a:lnTo>
                        <a:pt x="8135" y="4639"/>
                      </a:lnTo>
                      <a:cubicBezTo>
                        <a:pt x="8135" y="4638"/>
                        <a:pt x="8136" y="4637"/>
                        <a:pt x="8136" y="4636"/>
                      </a:cubicBezTo>
                      <a:close/>
                      <a:moveTo>
                        <a:pt x="1080" y="6817"/>
                      </a:moveTo>
                      <a:lnTo>
                        <a:pt x="1080" y="6817"/>
                      </a:lnTo>
                      <a:cubicBezTo>
                        <a:pt x="1081" y="6819"/>
                        <a:pt x="1082" y="6820"/>
                        <a:pt x="1084" y="6822"/>
                      </a:cubicBezTo>
                      <a:cubicBezTo>
                        <a:pt x="1082" y="6821"/>
                        <a:pt x="1081" y="6820"/>
                        <a:pt x="1080" y="6817"/>
                      </a:cubicBezTo>
                      <a:close/>
                      <a:moveTo>
                        <a:pt x="1469" y="7194"/>
                      </a:moveTo>
                      <a:cubicBezTo>
                        <a:pt x="1490" y="7212"/>
                        <a:pt x="1510" y="7229"/>
                        <a:pt x="1531" y="7246"/>
                      </a:cubicBezTo>
                      <a:cubicBezTo>
                        <a:pt x="1509" y="7229"/>
                        <a:pt x="1489" y="7212"/>
                        <a:pt x="1469" y="7194"/>
                      </a:cubicBezTo>
                      <a:close/>
                      <a:moveTo>
                        <a:pt x="1595" y="7297"/>
                      </a:moveTo>
                      <a:lnTo>
                        <a:pt x="1595" y="7297"/>
                      </a:lnTo>
                      <a:cubicBezTo>
                        <a:pt x="1623" y="7318"/>
                        <a:pt x="1651" y="7340"/>
                        <a:pt x="1680" y="7362"/>
                      </a:cubicBezTo>
                      <a:cubicBezTo>
                        <a:pt x="1650" y="7341"/>
                        <a:pt x="1622" y="7319"/>
                        <a:pt x="1595" y="7297"/>
                      </a:cubicBezTo>
                      <a:close/>
                      <a:moveTo>
                        <a:pt x="5632" y="7855"/>
                      </a:moveTo>
                      <a:cubicBezTo>
                        <a:pt x="5566" y="7883"/>
                        <a:pt x="5501" y="7908"/>
                        <a:pt x="5435" y="7930"/>
                      </a:cubicBezTo>
                      <a:cubicBezTo>
                        <a:pt x="5501" y="7906"/>
                        <a:pt x="5566" y="7883"/>
                        <a:pt x="5632" y="7855"/>
                      </a:cubicBezTo>
                      <a:close/>
                      <a:moveTo>
                        <a:pt x="5233" y="7993"/>
                      </a:moveTo>
                      <a:cubicBezTo>
                        <a:pt x="5132" y="8024"/>
                        <a:pt x="5029" y="8049"/>
                        <a:pt x="4925" y="8071"/>
                      </a:cubicBezTo>
                      <a:cubicBezTo>
                        <a:pt x="5028" y="8049"/>
                        <a:pt x="5132" y="8023"/>
                        <a:pt x="5233" y="7993"/>
                      </a:cubicBezTo>
                      <a:close/>
                      <a:moveTo>
                        <a:pt x="4822" y="8091"/>
                      </a:moveTo>
                      <a:cubicBezTo>
                        <a:pt x="4753" y="8105"/>
                        <a:pt x="4683" y="8115"/>
                        <a:pt x="4612" y="8123"/>
                      </a:cubicBezTo>
                      <a:cubicBezTo>
                        <a:pt x="4682" y="8115"/>
                        <a:pt x="4752" y="8105"/>
                        <a:pt x="4822" y="8091"/>
                      </a:cubicBezTo>
                      <a:close/>
                      <a:moveTo>
                        <a:pt x="4097" y="1"/>
                      </a:moveTo>
                      <a:cubicBezTo>
                        <a:pt x="2386" y="1"/>
                        <a:pt x="774" y="1086"/>
                        <a:pt x="212" y="2841"/>
                      </a:cubicBezTo>
                      <a:cubicBezTo>
                        <a:pt x="71" y="3280"/>
                        <a:pt x="11" y="3729"/>
                        <a:pt x="22" y="4170"/>
                      </a:cubicBezTo>
                      <a:cubicBezTo>
                        <a:pt x="1" y="5736"/>
                        <a:pt x="890" y="7240"/>
                        <a:pt x="2366" y="7929"/>
                      </a:cubicBezTo>
                      <a:cubicBezTo>
                        <a:pt x="2930" y="8192"/>
                        <a:pt x="3518" y="8316"/>
                        <a:pt x="4096" y="8316"/>
                      </a:cubicBezTo>
                      <a:cubicBezTo>
                        <a:pt x="5807" y="8316"/>
                        <a:pt x="7419" y="7231"/>
                        <a:pt x="7981" y="5475"/>
                      </a:cubicBezTo>
                      <a:cubicBezTo>
                        <a:pt x="8110" y="5073"/>
                        <a:pt x="8169" y="4663"/>
                        <a:pt x="8169" y="4256"/>
                      </a:cubicBezTo>
                      <a:cubicBezTo>
                        <a:pt x="8234" y="2650"/>
                        <a:pt x="7336" y="1091"/>
                        <a:pt x="5827" y="387"/>
                      </a:cubicBezTo>
                      <a:cubicBezTo>
                        <a:pt x="5264" y="124"/>
                        <a:pt x="4675" y="1"/>
                        <a:pt x="4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2"/>
                <p:cNvSpPr/>
                <p:nvPr/>
              </p:nvSpPr>
              <p:spPr>
                <a:xfrm>
                  <a:off x="-2149900" y="2043388"/>
                  <a:ext cx="109250" cy="95825"/>
                </a:xfrm>
                <a:custGeom>
                  <a:rect b="b" l="l" r="r" t="t"/>
                  <a:pathLst>
                    <a:path extrusionOk="0" h="3833" w="4370">
                      <a:moveTo>
                        <a:pt x="2190" y="0"/>
                      </a:moveTo>
                      <a:cubicBezTo>
                        <a:pt x="1932" y="0"/>
                        <a:pt x="1670" y="52"/>
                        <a:pt x="1419" y="162"/>
                      </a:cubicBezTo>
                      <a:cubicBezTo>
                        <a:pt x="446" y="588"/>
                        <a:pt x="1" y="1718"/>
                        <a:pt x="424" y="2686"/>
                      </a:cubicBezTo>
                      <a:cubicBezTo>
                        <a:pt x="738" y="3404"/>
                        <a:pt x="1441" y="3832"/>
                        <a:pt x="2180" y="3832"/>
                      </a:cubicBezTo>
                      <a:cubicBezTo>
                        <a:pt x="2438" y="3832"/>
                        <a:pt x="2700" y="3780"/>
                        <a:pt x="2951" y="3670"/>
                      </a:cubicBezTo>
                      <a:cubicBezTo>
                        <a:pt x="3924" y="3245"/>
                        <a:pt x="4369" y="2116"/>
                        <a:pt x="3946" y="1147"/>
                      </a:cubicBezTo>
                      <a:cubicBezTo>
                        <a:pt x="3632" y="428"/>
                        <a:pt x="2929" y="0"/>
                        <a:pt x="2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2"/>
                <p:cNvSpPr/>
                <p:nvPr/>
              </p:nvSpPr>
              <p:spPr>
                <a:xfrm>
                  <a:off x="-2107125" y="2079913"/>
                  <a:ext cx="23875" cy="22775"/>
                </a:xfrm>
                <a:custGeom>
                  <a:rect b="b" l="l" r="r" t="t"/>
                  <a:pathLst>
                    <a:path extrusionOk="0" h="911" w="955">
                      <a:moveTo>
                        <a:pt x="478" y="1"/>
                      </a:moveTo>
                      <a:cubicBezTo>
                        <a:pt x="264" y="1"/>
                        <a:pt x="63" y="153"/>
                        <a:pt x="27" y="391"/>
                      </a:cubicBezTo>
                      <a:cubicBezTo>
                        <a:pt x="1" y="560"/>
                        <a:pt x="77" y="735"/>
                        <a:pt x="219" y="830"/>
                      </a:cubicBezTo>
                      <a:cubicBezTo>
                        <a:pt x="300" y="885"/>
                        <a:pt x="390" y="911"/>
                        <a:pt x="477" y="911"/>
                      </a:cubicBezTo>
                      <a:cubicBezTo>
                        <a:pt x="691" y="911"/>
                        <a:pt x="892" y="759"/>
                        <a:pt x="929" y="521"/>
                      </a:cubicBezTo>
                      <a:cubicBezTo>
                        <a:pt x="954" y="351"/>
                        <a:pt x="878" y="177"/>
                        <a:pt x="737" y="81"/>
                      </a:cubicBezTo>
                      <a:cubicBezTo>
                        <a:pt x="655" y="26"/>
                        <a:pt x="565" y="1"/>
                        <a:pt x="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2"/>
                <p:cNvSpPr/>
                <p:nvPr/>
              </p:nvSpPr>
              <p:spPr>
                <a:xfrm>
                  <a:off x="-2146875" y="2271113"/>
                  <a:ext cx="24300" cy="23125"/>
                </a:xfrm>
                <a:custGeom>
                  <a:rect b="b" l="l" r="r" t="t"/>
                  <a:pathLst>
                    <a:path extrusionOk="0" h="925" w="972">
                      <a:moveTo>
                        <a:pt x="468" y="1"/>
                      </a:moveTo>
                      <a:cubicBezTo>
                        <a:pt x="236" y="1"/>
                        <a:pt x="39" y="178"/>
                        <a:pt x="18" y="415"/>
                      </a:cubicBezTo>
                      <a:cubicBezTo>
                        <a:pt x="0" y="611"/>
                        <a:pt x="111" y="788"/>
                        <a:pt x="279" y="867"/>
                      </a:cubicBezTo>
                      <a:lnTo>
                        <a:pt x="279" y="869"/>
                      </a:lnTo>
                      <a:cubicBezTo>
                        <a:pt x="333" y="897"/>
                        <a:pt x="393" y="916"/>
                        <a:pt x="456" y="922"/>
                      </a:cubicBezTo>
                      <a:cubicBezTo>
                        <a:pt x="473" y="924"/>
                        <a:pt x="489" y="925"/>
                        <a:pt x="506" y="925"/>
                      </a:cubicBezTo>
                      <a:cubicBezTo>
                        <a:pt x="742" y="925"/>
                        <a:pt x="941" y="751"/>
                        <a:pt x="957" y="516"/>
                      </a:cubicBezTo>
                      <a:cubicBezTo>
                        <a:pt x="972" y="331"/>
                        <a:pt x="869" y="161"/>
                        <a:pt x="714" y="71"/>
                      </a:cubicBezTo>
                      <a:cubicBezTo>
                        <a:pt x="654" y="34"/>
                        <a:pt x="586" y="9"/>
                        <a:pt x="511" y="3"/>
                      </a:cubicBezTo>
                      <a:cubicBezTo>
                        <a:pt x="497" y="1"/>
                        <a:pt x="482"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2"/>
                <p:cNvSpPr/>
                <p:nvPr/>
              </p:nvSpPr>
              <p:spPr>
                <a:xfrm>
                  <a:off x="-2093700" y="2291263"/>
                  <a:ext cx="24300" cy="23150"/>
                </a:xfrm>
                <a:custGeom>
                  <a:rect b="b" l="l" r="r" t="t"/>
                  <a:pathLst>
                    <a:path extrusionOk="0" h="926" w="972">
                      <a:moveTo>
                        <a:pt x="469" y="1"/>
                      </a:moveTo>
                      <a:cubicBezTo>
                        <a:pt x="236" y="1"/>
                        <a:pt x="39" y="178"/>
                        <a:pt x="18" y="415"/>
                      </a:cubicBezTo>
                      <a:cubicBezTo>
                        <a:pt x="0" y="611"/>
                        <a:pt x="111" y="788"/>
                        <a:pt x="279" y="868"/>
                      </a:cubicBezTo>
                      <a:lnTo>
                        <a:pt x="279" y="869"/>
                      </a:lnTo>
                      <a:cubicBezTo>
                        <a:pt x="333" y="897"/>
                        <a:pt x="393" y="916"/>
                        <a:pt x="456" y="922"/>
                      </a:cubicBezTo>
                      <a:cubicBezTo>
                        <a:pt x="473" y="924"/>
                        <a:pt x="490" y="925"/>
                        <a:pt x="507" y="925"/>
                      </a:cubicBezTo>
                      <a:cubicBezTo>
                        <a:pt x="743" y="925"/>
                        <a:pt x="941" y="751"/>
                        <a:pt x="957" y="517"/>
                      </a:cubicBezTo>
                      <a:cubicBezTo>
                        <a:pt x="972" y="331"/>
                        <a:pt x="870" y="161"/>
                        <a:pt x="714" y="71"/>
                      </a:cubicBezTo>
                      <a:cubicBezTo>
                        <a:pt x="655" y="34"/>
                        <a:pt x="587" y="9"/>
                        <a:pt x="511" y="3"/>
                      </a:cubicBezTo>
                      <a:cubicBezTo>
                        <a:pt x="497" y="2"/>
                        <a:pt x="483"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2"/>
                <p:cNvSpPr/>
                <p:nvPr/>
              </p:nvSpPr>
              <p:spPr>
                <a:xfrm>
                  <a:off x="-2222725" y="2179463"/>
                  <a:ext cx="114350" cy="64025"/>
                </a:xfrm>
                <a:custGeom>
                  <a:rect b="b" l="l" r="r" t="t"/>
                  <a:pathLst>
                    <a:path extrusionOk="0" h="2561" w="4574">
                      <a:moveTo>
                        <a:pt x="355" y="0"/>
                      </a:moveTo>
                      <a:lnTo>
                        <a:pt x="0" y="908"/>
                      </a:lnTo>
                      <a:lnTo>
                        <a:pt x="3360" y="2224"/>
                      </a:lnTo>
                      <a:lnTo>
                        <a:pt x="4010" y="2479"/>
                      </a:lnTo>
                      <a:lnTo>
                        <a:pt x="4217" y="2560"/>
                      </a:lnTo>
                      <a:lnTo>
                        <a:pt x="4573" y="1652"/>
                      </a:lnTo>
                      <a:lnTo>
                        <a:pt x="3807" y="1352"/>
                      </a:lnTo>
                      <a:lnTo>
                        <a:pt x="3596" y="1269"/>
                      </a:lnTo>
                      <a:lnTo>
                        <a:pt x="1863" y="591"/>
                      </a:lnTo>
                      <a:lnTo>
                        <a:pt x="1545" y="466"/>
                      </a:lnTo>
                      <a:lnTo>
                        <a:pt x="3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72" name="Google Shape;4872;p62"/>
            <p:cNvGrpSpPr/>
            <p:nvPr/>
          </p:nvGrpSpPr>
          <p:grpSpPr>
            <a:xfrm>
              <a:off x="173795" y="766572"/>
              <a:ext cx="500560" cy="472885"/>
              <a:chOff x="-1174275" y="581450"/>
              <a:chExt cx="370100" cy="349638"/>
            </a:xfrm>
          </p:grpSpPr>
          <p:sp>
            <p:nvSpPr>
              <p:cNvPr id="4873" name="Google Shape;4873;p62"/>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2"/>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1_1">
    <p:spTree>
      <p:nvGrpSpPr>
        <p:cNvPr id="4875" name="Shape 4875"/>
        <p:cNvGrpSpPr/>
        <p:nvPr/>
      </p:nvGrpSpPr>
      <p:grpSpPr>
        <a:xfrm>
          <a:off x="0" y="0"/>
          <a:ext cx="0" cy="0"/>
          <a:chOff x="0" y="0"/>
          <a:chExt cx="0" cy="0"/>
        </a:xfrm>
      </p:grpSpPr>
      <p:sp>
        <p:nvSpPr>
          <p:cNvPr id="4876" name="Google Shape;4876;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4877" name="Google Shape;4877;p63"/>
          <p:cNvGrpSpPr/>
          <p:nvPr/>
        </p:nvGrpSpPr>
        <p:grpSpPr>
          <a:xfrm>
            <a:off x="-106331" y="228395"/>
            <a:ext cx="9066642" cy="4867970"/>
            <a:chOff x="-106331" y="228395"/>
            <a:chExt cx="9066642" cy="4867970"/>
          </a:xfrm>
        </p:grpSpPr>
        <p:grpSp>
          <p:nvGrpSpPr>
            <p:cNvPr id="4878" name="Google Shape;4878;p63"/>
            <p:cNvGrpSpPr/>
            <p:nvPr/>
          </p:nvGrpSpPr>
          <p:grpSpPr>
            <a:xfrm>
              <a:off x="268728" y="228395"/>
              <a:ext cx="311019" cy="311110"/>
              <a:chOff x="5038846" y="235350"/>
              <a:chExt cx="158691" cy="158738"/>
            </a:xfrm>
          </p:grpSpPr>
          <p:sp>
            <p:nvSpPr>
              <p:cNvPr id="4879" name="Google Shape;4879;p63"/>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3"/>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1" name="Google Shape;4881;p63"/>
            <p:cNvGrpSpPr/>
            <p:nvPr/>
          </p:nvGrpSpPr>
          <p:grpSpPr>
            <a:xfrm>
              <a:off x="8595003" y="3815420"/>
              <a:ext cx="311019" cy="311110"/>
              <a:chOff x="5038846" y="235350"/>
              <a:chExt cx="158691" cy="158738"/>
            </a:xfrm>
          </p:grpSpPr>
          <p:sp>
            <p:nvSpPr>
              <p:cNvPr id="4882" name="Google Shape;4882;p63"/>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3"/>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4" name="Google Shape;4884;p63"/>
            <p:cNvGrpSpPr/>
            <p:nvPr/>
          </p:nvGrpSpPr>
          <p:grpSpPr>
            <a:xfrm>
              <a:off x="193003" y="3862920"/>
              <a:ext cx="311019" cy="311110"/>
              <a:chOff x="5038846" y="235350"/>
              <a:chExt cx="158691" cy="158738"/>
            </a:xfrm>
          </p:grpSpPr>
          <p:sp>
            <p:nvSpPr>
              <p:cNvPr id="4885" name="Google Shape;4885;p63"/>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3"/>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7" name="Google Shape;4887;p63"/>
            <p:cNvGrpSpPr/>
            <p:nvPr/>
          </p:nvGrpSpPr>
          <p:grpSpPr>
            <a:xfrm>
              <a:off x="408055" y="1622578"/>
              <a:ext cx="215033" cy="215222"/>
              <a:chOff x="5062659" y="967188"/>
              <a:chExt cx="109716" cy="109813"/>
            </a:xfrm>
          </p:grpSpPr>
          <p:sp>
            <p:nvSpPr>
              <p:cNvPr id="4888" name="Google Shape;4888;p63"/>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3"/>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3"/>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1" name="Google Shape;4891;p63"/>
            <p:cNvGrpSpPr/>
            <p:nvPr/>
          </p:nvGrpSpPr>
          <p:grpSpPr>
            <a:xfrm>
              <a:off x="-106331" y="675544"/>
              <a:ext cx="514376" cy="759657"/>
              <a:chOff x="1886004" y="3062663"/>
              <a:chExt cx="262450" cy="387600"/>
            </a:xfrm>
          </p:grpSpPr>
          <p:sp>
            <p:nvSpPr>
              <p:cNvPr id="4892" name="Google Shape;4892;p63"/>
              <p:cNvSpPr/>
              <p:nvPr/>
            </p:nvSpPr>
            <p:spPr>
              <a:xfrm>
                <a:off x="1886029" y="3062663"/>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3" name="Google Shape;4893;p63"/>
              <p:cNvGrpSpPr/>
              <p:nvPr/>
            </p:nvGrpSpPr>
            <p:grpSpPr>
              <a:xfrm>
                <a:off x="1886004" y="3062688"/>
                <a:ext cx="262450" cy="387550"/>
                <a:chOff x="2433900" y="2829400"/>
                <a:chExt cx="262450" cy="387550"/>
              </a:xfrm>
            </p:grpSpPr>
            <p:sp>
              <p:nvSpPr>
                <p:cNvPr id="4894" name="Google Shape;4894;p63"/>
                <p:cNvSpPr/>
                <p:nvPr/>
              </p:nvSpPr>
              <p:spPr>
                <a:xfrm>
                  <a:off x="2433900" y="2829400"/>
                  <a:ext cx="262450" cy="387550"/>
                </a:xfrm>
                <a:custGeom>
                  <a:rect b="b" l="l" r="r" t="t"/>
                  <a:pathLst>
                    <a:path extrusionOk="0" h="15502" w="10498">
                      <a:moveTo>
                        <a:pt x="0" y="1"/>
                      </a:moveTo>
                      <a:lnTo>
                        <a:pt x="0" y="10257"/>
                      </a:lnTo>
                      <a:cubicBezTo>
                        <a:pt x="0" y="10417"/>
                        <a:pt x="7" y="10575"/>
                        <a:pt x="22" y="10733"/>
                      </a:cubicBezTo>
                      <a:cubicBezTo>
                        <a:pt x="26" y="10779"/>
                        <a:pt x="31" y="10826"/>
                        <a:pt x="36" y="10871"/>
                      </a:cubicBezTo>
                      <a:cubicBezTo>
                        <a:pt x="56" y="11038"/>
                        <a:pt x="84" y="11204"/>
                        <a:pt x="119" y="11367"/>
                      </a:cubicBezTo>
                      <a:cubicBezTo>
                        <a:pt x="133" y="11431"/>
                        <a:pt x="147" y="11495"/>
                        <a:pt x="164" y="11558"/>
                      </a:cubicBezTo>
                      <a:cubicBezTo>
                        <a:pt x="224" y="11795"/>
                        <a:pt x="300" y="12024"/>
                        <a:pt x="392" y="12246"/>
                      </a:cubicBezTo>
                      <a:cubicBezTo>
                        <a:pt x="490" y="12484"/>
                        <a:pt x="605" y="12714"/>
                        <a:pt x="735" y="12933"/>
                      </a:cubicBezTo>
                      <a:cubicBezTo>
                        <a:pt x="846" y="13119"/>
                        <a:pt x="967" y="13298"/>
                        <a:pt x="1100" y="13468"/>
                      </a:cubicBezTo>
                      <a:cubicBezTo>
                        <a:pt x="1140" y="13520"/>
                        <a:pt x="1182" y="13571"/>
                        <a:pt x="1223" y="13621"/>
                      </a:cubicBezTo>
                      <a:cubicBezTo>
                        <a:pt x="1317" y="13733"/>
                        <a:pt x="1416" y="13843"/>
                        <a:pt x="1521" y="13947"/>
                      </a:cubicBezTo>
                      <a:lnTo>
                        <a:pt x="1539" y="13965"/>
                      </a:lnTo>
                      <a:cubicBezTo>
                        <a:pt x="1658" y="14086"/>
                        <a:pt x="1785" y="14200"/>
                        <a:pt x="1916" y="14309"/>
                      </a:cubicBezTo>
                      <a:cubicBezTo>
                        <a:pt x="2028" y="14400"/>
                        <a:pt x="2142" y="14486"/>
                        <a:pt x="2261" y="14569"/>
                      </a:cubicBezTo>
                      <a:cubicBezTo>
                        <a:pt x="2425" y="14682"/>
                        <a:pt x="2596" y="14788"/>
                        <a:pt x="2772" y="14882"/>
                      </a:cubicBezTo>
                      <a:cubicBezTo>
                        <a:pt x="2847" y="14922"/>
                        <a:pt x="2922" y="14960"/>
                        <a:pt x="2998" y="14996"/>
                      </a:cubicBezTo>
                      <a:cubicBezTo>
                        <a:pt x="3200" y="15093"/>
                        <a:pt x="3411" y="15176"/>
                        <a:pt x="3628" y="15247"/>
                      </a:cubicBezTo>
                      <a:cubicBezTo>
                        <a:pt x="3774" y="15294"/>
                        <a:pt x="3923" y="15335"/>
                        <a:pt x="4075" y="15370"/>
                      </a:cubicBezTo>
                      <a:cubicBezTo>
                        <a:pt x="4452" y="15456"/>
                        <a:pt x="4845" y="15501"/>
                        <a:pt x="5249" y="15501"/>
                      </a:cubicBezTo>
                      <a:cubicBezTo>
                        <a:pt x="5501" y="15501"/>
                        <a:pt x="5748" y="15485"/>
                        <a:pt x="5991" y="15450"/>
                      </a:cubicBezTo>
                      <a:cubicBezTo>
                        <a:pt x="6186" y="15422"/>
                        <a:pt x="6378" y="15384"/>
                        <a:pt x="6565" y="15335"/>
                      </a:cubicBezTo>
                      <a:cubicBezTo>
                        <a:pt x="6890" y="15252"/>
                        <a:pt x="7202" y="15138"/>
                        <a:pt x="7500" y="14996"/>
                      </a:cubicBezTo>
                      <a:cubicBezTo>
                        <a:pt x="7533" y="14980"/>
                        <a:pt x="7565" y="14964"/>
                        <a:pt x="7597" y="14948"/>
                      </a:cubicBezTo>
                      <a:cubicBezTo>
                        <a:pt x="7689" y="14902"/>
                        <a:pt x="7778" y="14854"/>
                        <a:pt x="7868" y="14803"/>
                      </a:cubicBezTo>
                      <a:cubicBezTo>
                        <a:pt x="8121" y="14656"/>
                        <a:pt x="8359" y="14490"/>
                        <a:pt x="8582" y="14307"/>
                      </a:cubicBezTo>
                      <a:cubicBezTo>
                        <a:pt x="8683" y="14223"/>
                        <a:pt x="8780" y="14137"/>
                        <a:pt x="8875" y="14046"/>
                      </a:cubicBezTo>
                      <a:cubicBezTo>
                        <a:pt x="8963" y="13963"/>
                        <a:pt x="9048" y="13875"/>
                        <a:pt x="9130" y="13784"/>
                      </a:cubicBezTo>
                      <a:cubicBezTo>
                        <a:pt x="9180" y="13730"/>
                        <a:pt x="9228" y="13675"/>
                        <a:pt x="9275" y="13618"/>
                      </a:cubicBezTo>
                      <a:cubicBezTo>
                        <a:pt x="9455" y="13402"/>
                        <a:pt x="9618" y="13173"/>
                        <a:pt x="9763" y="12931"/>
                      </a:cubicBezTo>
                      <a:cubicBezTo>
                        <a:pt x="9772" y="12914"/>
                        <a:pt x="9782" y="12899"/>
                        <a:pt x="9791" y="12881"/>
                      </a:cubicBezTo>
                      <a:cubicBezTo>
                        <a:pt x="9855" y="12772"/>
                        <a:pt x="9913" y="12661"/>
                        <a:pt x="9969" y="12548"/>
                      </a:cubicBezTo>
                      <a:cubicBezTo>
                        <a:pt x="10018" y="12447"/>
                        <a:pt x="10063" y="12345"/>
                        <a:pt x="10105" y="12241"/>
                      </a:cubicBezTo>
                      <a:cubicBezTo>
                        <a:pt x="10197" y="12020"/>
                        <a:pt x="10274" y="11790"/>
                        <a:pt x="10334" y="11554"/>
                      </a:cubicBezTo>
                      <a:cubicBezTo>
                        <a:pt x="10392" y="11331"/>
                        <a:pt x="10435" y="11101"/>
                        <a:pt x="10461" y="10867"/>
                      </a:cubicBezTo>
                      <a:cubicBezTo>
                        <a:pt x="10486" y="10666"/>
                        <a:pt x="10498" y="10460"/>
                        <a:pt x="10498" y="10253"/>
                      </a:cubicBezTo>
                      <a:lnTo>
                        <a:pt x="10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3"/>
                <p:cNvSpPr/>
                <p:nvPr/>
              </p:nvSpPr>
              <p:spPr>
                <a:xfrm>
                  <a:off x="2433925" y="28430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3"/>
                <p:cNvSpPr/>
                <p:nvPr/>
              </p:nvSpPr>
              <p:spPr>
                <a:xfrm>
                  <a:off x="2433925" y="2877500"/>
                  <a:ext cx="262425" cy="17200"/>
                </a:xfrm>
                <a:custGeom>
                  <a:rect b="b" l="l" r="r" t="t"/>
                  <a:pathLst>
                    <a:path extrusionOk="0" h="688"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3"/>
                <p:cNvSpPr/>
                <p:nvPr/>
              </p:nvSpPr>
              <p:spPr>
                <a:xfrm>
                  <a:off x="2433925" y="2911875"/>
                  <a:ext cx="262425" cy="17225"/>
                </a:xfrm>
                <a:custGeom>
                  <a:rect b="b" l="l" r="r" t="t"/>
                  <a:pathLst>
                    <a:path extrusionOk="0" h="689" w="10497">
                      <a:moveTo>
                        <a:pt x="0" y="0"/>
                      </a:moveTo>
                      <a:lnTo>
                        <a:pt x="0" y="689"/>
                      </a:lnTo>
                      <a:lnTo>
                        <a:pt x="10497" y="689"/>
                      </a:lnTo>
                      <a:lnTo>
                        <a:pt x="104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3"/>
                <p:cNvSpPr/>
                <p:nvPr/>
              </p:nvSpPr>
              <p:spPr>
                <a:xfrm>
                  <a:off x="2433925" y="29462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3"/>
                <p:cNvSpPr/>
                <p:nvPr/>
              </p:nvSpPr>
              <p:spPr>
                <a:xfrm>
                  <a:off x="2433925" y="2980700"/>
                  <a:ext cx="262425" cy="17200"/>
                </a:xfrm>
                <a:custGeom>
                  <a:rect b="b" l="l" r="r" t="t"/>
                  <a:pathLst>
                    <a:path extrusionOk="0" h="688"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3"/>
                <p:cNvSpPr/>
                <p:nvPr/>
              </p:nvSpPr>
              <p:spPr>
                <a:xfrm>
                  <a:off x="2433925" y="3015075"/>
                  <a:ext cx="262425" cy="17225"/>
                </a:xfrm>
                <a:custGeom>
                  <a:rect b="b" l="l" r="r" t="t"/>
                  <a:pathLst>
                    <a:path extrusionOk="0" h="689" w="10497">
                      <a:moveTo>
                        <a:pt x="0" y="0"/>
                      </a:moveTo>
                      <a:lnTo>
                        <a:pt x="0" y="688"/>
                      </a:lnTo>
                      <a:lnTo>
                        <a:pt x="10497" y="688"/>
                      </a:lnTo>
                      <a:lnTo>
                        <a:pt x="104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3"/>
                <p:cNvSpPr/>
                <p:nvPr/>
              </p:nvSpPr>
              <p:spPr>
                <a:xfrm>
                  <a:off x="2433925" y="30494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3"/>
                <p:cNvSpPr/>
                <p:nvPr/>
              </p:nvSpPr>
              <p:spPr>
                <a:xfrm>
                  <a:off x="2433900" y="3083900"/>
                  <a:ext cx="262450" cy="17200"/>
                </a:xfrm>
                <a:custGeom>
                  <a:rect b="b" l="l" r="r" t="t"/>
                  <a:pathLst>
                    <a:path extrusionOk="0" h="688" w="10498">
                      <a:moveTo>
                        <a:pt x="0" y="1"/>
                      </a:moveTo>
                      <a:lnTo>
                        <a:pt x="0" y="74"/>
                      </a:lnTo>
                      <a:cubicBezTo>
                        <a:pt x="0" y="234"/>
                        <a:pt x="7" y="393"/>
                        <a:pt x="22" y="550"/>
                      </a:cubicBezTo>
                      <a:cubicBezTo>
                        <a:pt x="26" y="596"/>
                        <a:pt x="31" y="642"/>
                        <a:pt x="36" y="688"/>
                      </a:cubicBezTo>
                      <a:lnTo>
                        <a:pt x="10461" y="688"/>
                      </a:lnTo>
                      <a:cubicBezTo>
                        <a:pt x="10486" y="487"/>
                        <a:pt x="10498" y="281"/>
                        <a:pt x="10498" y="74"/>
                      </a:cubicBezTo>
                      <a:lnTo>
                        <a:pt x="104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3"/>
                <p:cNvSpPr/>
                <p:nvPr/>
              </p:nvSpPr>
              <p:spPr>
                <a:xfrm>
                  <a:off x="2438000" y="3118275"/>
                  <a:ext cx="254300" cy="17225"/>
                </a:xfrm>
                <a:custGeom>
                  <a:rect b="b" l="l" r="r" t="t"/>
                  <a:pathLst>
                    <a:path extrusionOk="0" h="689" w="10172">
                      <a:moveTo>
                        <a:pt x="0" y="0"/>
                      </a:moveTo>
                      <a:cubicBezTo>
                        <a:pt x="60" y="236"/>
                        <a:pt x="136" y="467"/>
                        <a:pt x="228" y="688"/>
                      </a:cubicBezTo>
                      <a:lnTo>
                        <a:pt x="9943" y="688"/>
                      </a:lnTo>
                      <a:cubicBezTo>
                        <a:pt x="10034" y="467"/>
                        <a:pt x="10111" y="236"/>
                        <a:pt x="101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3"/>
                <p:cNvSpPr/>
                <p:nvPr/>
              </p:nvSpPr>
              <p:spPr>
                <a:xfrm>
                  <a:off x="2452250" y="3152675"/>
                  <a:ext cx="225750" cy="17225"/>
                </a:xfrm>
                <a:custGeom>
                  <a:rect b="b" l="l" r="r" t="t"/>
                  <a:pathLst>
                    <a:path extrusionOk="0" h="689" w="9030">
                      <a:moveTo>
                        <a:pt x="1" y="1"/>
                      </a:moveTo>
                      <a:cubicBezTo>
                        <a:pt x="112" y="187"/>
                        <a:pt x="233" y="366"/>
                        <a:pt x="366" y="536"/>
                      </a:cubicBezTo>
                      <a:cubicBezTo>
                        <a:pt x="406" y="588"/>
                        <a:pt x="448" y="639"/>
                        <a:pt x="489" y="688"/>
                      </a:cubicBezTo>
                      <a:lnTo>
                        <a:pt x="8543" y="688"/>
                      </a:lnTo>
                      <a:cubicBezTo>
                        <a:pt x="8723" y="473"/>
                        <a:pt x="8885" y="243"/>
                        <a:pt x="90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3"/>
                <p:cNvSpPr/>
                <p:nvPr/>
              </p:nvSpPr>
              <p:spPr>
                <a:xfrm>
                  <a:off x="2481800" y="3187100"/>
                  <a:ext cx="166675" cy="17225"/>
                </a:xfrm>
                <a:custGeom>
                  <a:rect b="b" l="l" r="r" t="t"/>
                  <a:pathLst>
                    <a:path extrusionOk="0" h="689" w="6667">
                      <a:moveTo>
                        <a:pt x="6666" y="1"/>
                      </a:moveTo>
                      <a:cubicBezTo>
                        <a:pt x="6666" y="1"/>
                        <a:pt x="6665" y="1"/>
                        <a:pt x="6665" y="2"/>
                      </a:cubicBezTo>
                      <a:lnTo>
                        <a:pt x="6666" y="2"/>
                      </a:lnTo>
                      <a:lnTo>
                        <a:pt x="6666" y="1"/>
                      </a:lnTo>
                      <a:close/>
                      <a:moveTo>
                        <a:pt x="0" y="2"/>
                      </a:moveTo>
                      <a:cubicBezTo>
                        <a:pt x="112" y="93"/>
                        <a:pt x="226" y="180"/>
                        <a:pt x="345" y="263"/>
                      </a:cubicBezTo>
                      <a:cubicBezTo>
                        <a:pt x="509" y="376"/>
                        <a:pt x="680" y="481"/>
                        <a:pt x="856" y="575"/>
                      </a:cubicBezTo>
                      <a:cubicBezTo>
                        <a:pt x="931" y="615"/>
                        <a:pt x="1006" y="653"/>
                        <a:pt x="1082" y="689"/>
                      </a:cubicBezTo>
                      <a:lnTo>
                        <a:pt x="5584" y="689"/>
                      </a:lnTo>
                      <a:cubicBezTo>
                        <a:pt x="5617" y="673"/>
                        <a:pt x="5649" y="657"/>
                        <a:pt x="5681" y="641"/>
                      </a:cubicBezTo>
                      <a:cubicBezTo>
                        <a:pt x="5773" y="595"/>
                        <a:pt x="5862" y="547"/>
                        <a:pt x="5952" y="496"/>
                      </a:cubicBezTo>
                      <a:cubicBezTo>
                        <a:pt x="6204" y="351"/>
                        <a:pt x="6442" y="184"/>
                        <a:pt x="6665"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06" name="Google Shape;4906;p63"/>
            <p:cNvGrpSpPr/>
            <p:nvPr/>
          </p:nvGrpSpPr>
          <p:grpSpPr>
            <a:xfrm>
              <a:off x="113988" y="4366257"/>
              <a:ext cx="866978" cy="636471"/>
              <a:chOff x="-3031700" y="3408550"/>
              <a:chExt cx="323475" cy="237463"/>
            </a:xfrm>
          </p:grpSpPr>
          <p:sp>
            <p:nvSpPr>
              <p:cNvPr id="4907" name="Google Shape;4907;p63"/>
              <p:cNvSpPr/>
              <p:nvPr/>
            </p:nvSpPr>
            <p:spPr>
              <a:xfrm>
                <a:off x="-3031700" y="3408550"/>
                <a:ext cx="323425" cy="236300"/>
              </a:xfrm>
              <a:custGeom>
                <a:rect b="b" l="l" r="r" t="t"/>
                <a:pathLst>
                  <a:path extrusionOk="0" h="9452" w="12937">
                    <a:moveTo>
                      <a:pt x="6968" y="1"/>
                    </a:moveTo>
                    <a:cubicBezTo>
                      <a:pt x="6829" y="1"/>
                      <a:pt x="6706" y="95"/>
                      <a:pt x="6686" y="228"/>
                    </a:cubicBezTo>
                    <a:lnTo>
                      <a:pt x="6684" y="228"/>
                    </a:lnTo>
                    <a:cubicBezTo>
                      <a:pt x="6683" y="239"/>
                      <a:pt x="6682" y="251"/>
                      <a:pt x="6682" y="263"/>
                    </a:cubicBezTo>
                    <a:lnTo>
                      <a:pt x="6682" y="289"/>
                    </a:lnTo>
                    <a:lnTo>
                      <a:pt x="792" y="289"/>
                    </a:lnTo>
                    <a:cubicBezTo>
                      <a:pt x="356" y="289"/>
                      <a:pt x="1" y="642"/>
                      <a:pt x="1" y="1079"/>
                    </a:cubicBezTo>
                    <a:lnTo>
                      <a:pt x="1" y="8660"/>
                    </a:lnTo>
                    <a:cubicBezTo>
                      <a:pt x="1" y="9097"/>
                      <a:pt x="355" y="9452"/>
                      <a:pt x="792" y="9452"/>
                    </a:cubicBezTo>
                    <a:lnTo>
                      <a:pt x="12146" y="9452"/>
                    </a:lnTo>
                    <a:cubicBezTo>
                      <a:pt x="12583" y="9452"/>
                      <a:pt x="12937" y="9098"/>
                      <a:pt x="12937" y="8660"/>
                    </a:cubicBezTo>
                    <a:lnTo>
                      <a:pt x="12937" y="1079"/>
                    </a:lnTo>
                    <a:cubicBezTo>
                      <a:pt x="12936" y="642"/>
                      <a:pt x="12583" y="289"/>
                      <a:pt x="12146" y="289"/>
                    </a:cubicBezTo>
                    <a:lnTo>
                      <a:pt x="11872" y="289"/>
                    </a:lnTo>
                    <a:lnTo>
                      <a:pt x="11872" y="263"/>
                    </a:lnTo>
                    <a:cubicBezTo>
                      <a:pt x="11872" y="251"/>
                      <a:pt x="11870" y="239"/>
                      <a:pt x="11869" y="228"/>
                    </a:cubicBezTo>
                    <a:lnTo>
                      <a:pt x="11868" y="228"/>
                    </a:lnTo>
                    <a:cubicBezTo>
                      <a:pt x="11851" y="95"/>
                      <a:pt x="11743" y="1"/>
                      <a:pt x="11604" y="1"/>
                    </a:cubicBezTo>
                    <a:lnTo>
                      <a:pt x="10284" y="1"/>
                    </a:lnTo>
                    <a:lnTo>
                      <a:pt x="10284" y="228"/>
                    </a:lnTo>
                    <a:lnTo>
                      <a:pt x="10284" y="288"/>
                    </a:lnTo>
                    <a:lnTo>
                      <a:pt x="10085" y="288"/>
                    </a:lnTo>
                    <a:lnTo>
                      <a:pt x="10085" y="228"/>
                    </a:lnTo>
                    <a:lnTo>
                      <a:pt x="10085" y="1"/>
                    </a:lnTo>
                    <a:lnTo>
                      <a:pt x="8497" y="1"/>
                    </a:lnTo>
                    <a:lnTo>
                      <a:pt x="8497" y="228"/>
                    </a:lnTo>
                    <a:lnTo>
                      <a:pt x="8497" y="288"/>
                    </a:lnTo>
                    <a:lnTo>
                      <a:pt x="8270" y="288"/>
                    </a:lnTo>
                    <a:lnTo>
                      <a:pt x="8270" y="228"/>
                    </a:lnTo>
                    <a:lnTo>
                      <a:pt x="8270" y="1"/>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8" name="Google Shape;4908;p63"/>
              <p:cNvGrpSpPr/>
              <p:nvPr/>
            </p:nvGrpSpPr>
            <p:grpSpPr>
              <a:xfrm>
                <a:off x="-3031650" y="3408613"/>
                <a:ext cx="323425" cy="237400"/>
                <a:chOff x="-2707800" y="2378775"/>
                <a:chExt cx="323425" cy="237400"/>
              </a:xfrm>
            </p:grpSpPr>
            <p:sp>
              <p:nvSpPr>
                <p:cNvPr id="4909" name="Google Shape;4909;p63"/>
                <p:cNvSpPr/>
                <p:nvPr/>
              </p:nvSpPr>
              <p:spPr>
                <a:xfrm>
                  <a:off x="-2540875" y="2378775"/>
                  <a:ext cx="39725" cy="29125"/>
                </a:xfrm>
                <a:custGeom>
                  <a:rect b="b" l="l" r="r" t="t"/>
                  <a:pathLst>
                    <a:path extrusionOk="0" h="1165" w="1589">
                      <a:moveTo>
                        <a:pt x="287" y="1"/>
                      </a:moveTo>
                      <a:cubicBezTo>
                        <a:pt x="147" y="2"/>
                        <a:pt x="24" y="96"/>
                        <a:pt x="4" y="229"/>
                      </a:cubicBezTo>
                      <a:cubicBezTo>
                        <a:pt x="2" y="240"/>
                        <a:pt x="1" y="252"/>
                        <a:pt x="1" y="263"/>
                      </a:cubicBezTo>
                      <a:lnTo>
                        <a:pt x="1" y="1165"/>
                      </a:lnTo>
                      <a:lnTo>
                        <a:pt x="1588" y="1165"/>
                      </a:lnTo>
                      <a:lnTo>
                        <a:pt x="1588" y="228"/>
                      </a:lnTo>
                      <a:lnTo>
                        <a:pt x="15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3"/>
                <p:cNvSpPr/>
                <p:nvPr/>
              </p:nvSpPr>
              <p:spPr>
                <a:xfrm>
                  <a:off x="-2495450" y="2378800"/>
                  <a:ext cx="39700" cy="29075"/>
                </a:xfrm>
                <a:custGeom>
                  <a:rect b="b" l="l" r="r" t="t"/>
                  <a:pathLst>
                    <a:path extrusionOk="0" h="1163" w="1588">
                      <a:moveTo>
                        <a:pt x="0" y="1"/>
                      </a:moveTo>
                      <a:lnTo>
                        <a:pt x="0" y="228"/>
                      </a:lnTo>
                      <a:lnTo>
                        <a:pt x="0" y="1163"/>
                      </a:lnTo>
                      <a:lnTo>
                        <a:pt x="1587" y="1163"/>
                      </a:lnTo>
                      <a:lnTo>
                        <a:pt x="1587" y="228"/>
                      </a:lnTo>
                      <a:lnTo>
                        <a:pt x="15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3"/>
                <p:cNvSpPr/>
                <p:nvPr/>
              </p:nvSpPr>
              <p:spPr>
                <a:xfrm>
                  <a:off x="-2450775" y="2378775"/>
                  <a:ext cx="39725" cy="29125"/>
                </a:xfrm>
                <a:custGeom>
                  <a:rect b="b" l="l" r="r" t="t"/>
                  <a:pathLst>
                    <a:path extrusionOk="0" h="1165" w="1589">
                      <a:moveTo>
                        <a:pt x="1" y="1"/>
                      </a:moveTo>
                      <a:lnTo>
                        <a:pt x="1" y="229"/>
                      </a:lnTo>
                      <a:lnTo>
                        <a:pt x="1" y="1165"/>
                      </a:lnTo>
                      <a:lnTo>
                        <a:pt x="1589" y="1165"/>
                      </a:lnTo>
                      <a:lnTo>
                        <a:pt x="1589" y="263"/>
                      </a:lnTo>
                      <a:cubicBezTo>
                        <a:pt x="1588" y="251"/>
                        <a:pt x="1588" y="240"/>
                        <a:pt x="1586" y="229"/>
                      </a:cubicBezTo>
                      <a:cubicBezTo>
                        <a:pt x="1568" y="96"/>
                        <a:pt x="1460" y="1"/>
                        <a:pt x="13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3"/>
                <p:cNvSpPr/>
                <p:nvPr/>
              </p:nvSpPr>
              <p:spPr>
                <a:xfrm>
                  <a:off x="-2707800" y="2387075"/>
                  <a:ext cx="323425" cy="229100"/>
                </a:xfrm>
                <a:custGeom>
                  <a:rect b="b" l="l" r="r" t="t"/>
                  <a:pathLst>
                    <a:path extrusionOk="0" h="9164" w="12937">
                      <a:moveTo>
                        <a:pt x="792" y="1"/>
                      </a:moveTo>
                      <a:cubicBezTo>
                        <a:pt x="355" y="1"/>
                        <a:pt x="1" y="356"/>
                        <a:pt x="1" y="791"/>
                      </a:cubicBezTo>
                      <a:lnTo>
                        <a:pt x="1" y="8373"/>
                      </a:lnTo>
                      <a:cubicBezTo>
                        <a:pt x="1" y="8810"/>
                        <a:pt x="356" y="9164"/>
                        <a:pt x="792" y="9164"/>
                      </a:cubicBezTo>
                      <a:lnTo>
                        <a:pt x="12146" y="9164"/>
                      </a:lnTo>
                      <a:cubicBezTo>
                        <a:pt x="12583" y="9164"/>
                        <a:pt x="12936" y="8809"/>
                        <a:pt x="12937" y="8373"/>
                      </a:cubicBezTo>
                      <a:lnTo>
                        <a:pt x="12937" y="791"/>
                      </a:lnTo>
                      <a:cubicBezTo>
                        <a:pt x="12937" y="355"/>
                        <a:pt x="12583" y="1"/>
                        <a:pt x="121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3"/>
                <p:cNvSpPr/>
                <p:nvPr/>
              </p:nvSpPr>
              <p:spPr>
                <a:xfrm>
                  <a:off x="-2645875" y="2538050"/>
                  <a:ext cx="224800" cy="29075"/>
                </a:xfrm>
                <a:custGeom>
                  <a:rect b="b" l="l" r="r" t="t"/>
                  <a:pathLst>
                    <a:path extrusionOk="0" h="1163" w="8992">
                      <a:moveTo>
                        <a:pt x="141" y="0"/>
                      </a:moveTo>
                      <a:cubicBezTo>
                        <a:pt x="64" y="0"/>
                        <a:pt x="1" y="63"/>
                        <a:pt x="1" y="141"/>
                      </a:cubicBezTo>
                      <a:lnTo>
                        <a:pt x="1" y="1022"/>
                      </a:lnTo>
                      <a:cubicBezTo>
                        <a:pt x="1" y="1099"/>
                        <a:pt x="64" y="1162"/>
                        <a:pt x="141" y="1162"/>
                      </a:cubicBezTo>
                      <a:lnTo>
                        <a:pt x="8851" y="1162"/>
                      </a:lnTo>
                      <a:cubicBezTo>
                        <a:pt x="8928" y="1162"/>
                        <a:pt x="8991" y="1099"/>
                        <a:pt x="8991" y="1022"/>
                      </a:cubicBezTo>
                      <a:lnTo>
                        <a:pt x="8991" y="141"/>
                      </a:lnTo>
                      <a:cubicBezTo>
                        <a:pt x="8991" y="63"/>
                        <a:pt x="8928" y="0"/>
                        <a:pt x="8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3"/>
                <p:cNvSpPr/>
                <p:nvPr/>
              </p:nvSpPr>
              <p:spPr>
                <a:xfrm>
                  <a:off x="-2700050" y="2444600"/>
                  <a:ext cx="307650" cy="165175"/>
                </a:xfrm>
                <a:custGeom>
                  <a:rect b="b" l="l" r="r" t="t"/>
                  <a:pathLst>
                    <a:path extrusionOk="0" h="6607" w="12306">
                      <a:moveTo>
                        <a:pt x="1508" y="0"/>
                      </a:moveTo>
                      <a:lnTo>
                        <a:pt x="1" y="604"/>
                      </a:lnTo>
                      <a:lnTo>
                        <a:pt x="1" y="6137"/>
                      </a:lnTo>
                      <a:cubicBezTo>
                        <a:pt x="1" y="6396"/>
                        <a:pt x="210" y="6606"/>
                        <a:pt x="470" y="6606"/>
                      </a:cubicBezTo>
                      <a:lnTo>
                        <a:pt x="11837" y="6606"/>
                      </a:lnTo>
                      <a:cubicBezTo>
                        <a:pt x="12097" y="6606"/>
                        <a:pt x="12306" y="6396"/>
                        <a:pt x="12306" y="6137"/>
                      </a:cubicBezTo>
                      <a:lnTo>
                        <a:pt x="12306" y="604"/>
                      </a:lnTo>
                      <a:lnTo>
                        <a:pt x="11702" y="0"/>
                      </a:lnTo>
                      <a:lnTo>
                        <a:pt x="11702" y="5772"/>
                      </a:lnTo>
                      <a:lnTo>
                        <a:pt x="11704" y="5772"/>
                      </a:lnTo>
                      <a:cubicBezTo>
                        <a:pt x="11704" y="5899"/>
                        <a:pt x="11601" y="6003"/>
                        <a:pt x="11474" y="6003"/>
                      </a:cubicBezTo>
                      <a:lnTo>
                        <a:pt x="1737" y="6003"/>
                      </a:lnTo>
                      <a:cubicBezTo>
                        <a:pt x="1611" y="6003"/>
                        <a:pt x="1508" y="5899"/>
                        <a:pt x="1508" y="5772"/>
                      </a:cubicBezTo>
                      <a:lnTo>
                        <a:pt x="150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3"/>
                <p:cNvSpPr/>
                <p:nvPr/>
              </p:nvSpPr>
              <p:spPr>
                <a:xfrm>
                  <a:off x="-2687925" y="2582975"/>
                  <a:ext cx="4275" cy="32075"/>
                </a:xfrm>
                <a:custGeom>
                  <a:rect b="b" l="l" r="r" t="t"/>
                  <a:pathLst>
                    <a:path extrusionOk="0" h="1283" w="171">
                      <a:moveTo>
                        <a:pt x="1" y="0"/>
                      </a:moveTo>
                      <a:lnTo>
                        <a:pt x="1" y="1283"/>
                      </a:lnTo>
                      <a:lnTo>
                        <a:pt x="171" y="1283"/>
                      </a:lnTo>
                      <a:lnTo>
                        <a:pt x="171" y="81"/>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3"/>
                <p:cNvSpPr/>
                <p:nvPr/>
              </p:nvSpPr>
              <p:spPr>
                <a:xfrm>
                  <a:off x="-2681550" y="2586050"/>
                  <a:ext cx="3575" cy="29000"/>
                </a:xfrm>
                <a:custGeom>
                  <a:rect b="b" l="l" r="r" t="t"/>
                  <a:pathLst>
                    <a:path extrusionOk="0" h="1160" w="143">
                      <a:moveTo>
                        <a:pt x="0" y="1"/>
                      </a:moveTo>
                      <a:lnTo>
                        <a:pt x="0" y="1160"/>
                      </a:lnTo>
                      <a:lnTo>
                        <a:pt x="143" y="1160"/>
                      </a:lnTo>
                      <a:lnTo>
                        <a:pt x="143" y="80"/>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3"/>
                <p:cNvSpPr/>
                <p:nvPr/>
              </p:nvSpPr>
              <p:spPr>
                <a:xfrm>
                  <a:off x="-2675875" y="2589125"/>
                  <a:ext cx="3575" cy="25925"/>
                </a:xfrm>
                <a:custGeom>
                  <a:rect b="b" l="l" r="r" t="t"/>
                  <a:pathLst>
                    <a:path extrusionOk="0" h="1037" w="143">
                      <a:moveTo>
                        <a:pt x="0" y="1"/>
                      </a:moveTo>
                      <a:lnTo>
                        <a:pt x="0" y="1037"/>
                      </a:lnTo>
                      <a:lnTo>
                        <a:pt x="143" y="1037"/>
                      </a:lnTo>
                      <a:lnTo>
                        <a:pt x="143" y="79"/>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3"/>
                <p:cNvSpPr/>
                <p:nvPr/>
              </p:nvSpPr>
              <p:spPr>
                <a:xfrm>
                  <a:off x="-2700000" y="2395100"/>
                  <a:ext cx="307825" cy="72175"/>
                </a:xfrm>
                <a:custGeom>
                  <a:rect b="b" l="l" r="r" t="t"/>
                  <a:pathLst>
                    <a:path extrusionOk="0" h="2887" w="12313">
                      <a:moveTo>
                        <a:pt x="468" y="0"/>
                      </a:moveTo>
                      <a:cubicBezTo>
                        <a:pt x="208" y="0"/>
                        <a:pt x="1" y="229"/>
                        <a:pt x="1" y="489"/>
                      </a:cubicBezTo>
                      <a:lnTo>
                        <a:pt x="1" y="2584"/>
                      </a:lnTo>
                      <a:lnTo>
                        <a:pt x="484" y="2390"/>
                      </a:lnTo>
                      <a:lnTo>
                        <a:pt x="484" y="2560"/>
                      </a:lnTo>
                      <a:lnTo>
                        <a:pt x="654" y="2639"/>
                      </a:lnTo>
                      <a:lnTo>
                        <a:pt x="654" y="2322"/>
                      </a:lnTo>
                      <a:lnTo>
                        <a:pt x="738" y="2288"/>
                      </a:lnTo>
                      <a:lnTo>
                        <a:pt x="738" y="2684"/>
                      </a:lnTo>
                      <a:lnTo>
                        <a:pt x="881" y="2763"/>
                      </a:lnTo>
                      <a:lnTo>
                        <a:pt x="881" y="2231"/>
                      </a:lnTo>
                      <a:lnTo>
                        <a:pt x="965" y="2198"/>
                      </a:lnTo>
                      <a:lnTo>
                        <a:pt x="965" y="2808"/>
                      </a:lnTo>
                      <a:lnTo>
                        <a:pt x="1108" y="2887"/>
                      </a:lnTo>
                      <a:lnTo>
                        <a:pt x="1108" y="2141"/>
                      </a:lnTo>
                      <a:lnTo>
                        <a:pt x="1505" y="1981"/>
                      </a:lnTo>
                      <a:lnTo>
                        <a:pt x="1505" y="1456"/>
                      </a:lnTo>
                      <a:cubicBezTo>
                        <a:pt x="1505" y="1330"/>
                        <a:pt x="1609" y="1222"/>
                        <a:pt x="1735" y="1222"/>
                      </a:cubicBezTo>
                      <a:lnTo>
                        <a:pt x="11472" y="1222"/>
                      </a:lnTo>
                      <a:cubicBezTo>
                        <a:pt x="11599" y="1222"/>
                        <a:pt x="11688" y="1330"/>
                        <a:pt x="11688" y="1456"/>
                      </a:cubicBezTo>
                      <a:lnTo>
                        <a:pt x="11688" y="1981"/>
                      </a:lnTo>
                      <a:lnTo>
                        <a:pt x="12312" y="2585"/>
                      </a:lnTo>
                      <a:lnTo>
                        <a:pt x="12312" y="490"/>
                      </a:lnTo>
                      <a:cubicBezTo>
                        <a:pt x="12312" y="229"/>
                        <a:pt x="12096" y="0"/>
                        <a:pt x="118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3"/>
                <p:cNvSpPr/>
                <p:nvPr/>
              </p:nvSpPr>
              <p:spPr>
                <a:xfrm>
                  <a:off x="-2667425" y="2422755"/>
                  <a:ext cx="265550" cy="169850"/>
                </a:xfrm>
                <a:custGeom>
                  <a:rect b="b" l="l" r="r" t="t"/>
                  <a:pathLst>
                    <a:path extrusionOk="0" h="6794" w="10622">
                      <a:moveTo>
                        <a:pt x="10163" y="337"/>
                      </a:moveTo>
                      <a:cubicBezTo>
                        <a:pt x="10244" y="337"/>
                        <a:pt x="10308" y="406"/>
                        <a:pt x="10308" y="493"/>
                      </a:cubicBezTo>
                      <a:lnTo>
                        <a:pt x="10308" y="6302"/>
                      </a:lnTo>
                      <a:cubicBezTo>
                        <a:pt x="10308" y="6388"/>
                        <a:pt x="10244" y="6457"/>
                        <a:pt x="10163" y="6457"/>
                      </a:cubicBezTo>
                      <a:lnTo>
                        <a:pt x="460" y="6457"/>
                      </a:lnTo>
                      <a:cubicBezTo>
                        <a:pt x="379" y="6457"/>
                        <a:pt x="315" y="6388"/>
                        <a:pt x="315" y="6302"/>
                      </a:cubicBezTo>
                      <a:lnTo>
                        <a:pt x="315" y="493"/>
                      </a:lnTo>
                      <a:cubicBezTo>
                        <a:pt x="315" y="406"/>
                        <a:pt x="379" y="337"/>
                        <a:pt x="460" y="337"/>
                      </a:cubicBezTo>
                      <a:close/>
                      <a:moveTo>
                        <a:pt x="458" y="0"/>
                      </a:moveTo>
                      <a:cubicBezTo>
                        <a:pt x="205" y="0"/>
                        <a:pt x="0" y="220"/>
                        <a:pt x="0" y="493"/>
                      </a:cubicBezTo>
                      <a:lnTo>
                        <a:pt x="0" y="6302"/>
                      </a:lnTo>
                      <a:cubicBezTo>
                        <a:pt x="0" y="6574"/>
                        <a:pt x="205" y="6794"/>
                        <a:pt x="458" y="6794"/>
                      </a:cubicBezTo>
                      <a:lnTo>
                        <a:pt x="10162" y="6794"/>
                      </a:lnTo>
                      <a:cubicBezTo>
                        <a:pt x="10415" y="6794"/>
                        <a:pt x="10622" y="6572"/>
                        <a:pt x="10621" y="6302"/>
                      </a:cubicBezTo>
                      <a:lnTo>
                        <a:pt x="10621" y="493"/>
                      </a:lnTo>
                      <a:cubicBezTo>
                        <a:pt x="10621" y="220"/>
                        <a:pt x="10415" y="0"/>
                        <a:pt x="10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0" name="Google Shape;4920;p63"/>
                <p:cNvGrpSpPr/>
                <p:nvPr/>
              </p:nvGrpSpPr>
              <p:grpSpPr>
                <a:xfrm rot="-30288">
                  <a:off x="-2658134" y="2392530"/>
                  <a:ext cx="249296" cy="188952"/>
                  <a:chOff x="-2273495" y="2002057"/>
                  <a:chExt cx="332782" cy="252263"/>
                </a:xfrm>
              </p:grpSpPr>
              <p:sp>
                <p:nvSpPr>
                  <p:cNvPr id="4921" name="Google Shape;4921;p63"/>
                  <p:cNvSpPr/>
                  <p:nvPr/>
                </p:nvSpPr>
                <p:spPr>
                  <a:xfrm rot="1176986">
                    <a:off x="-2254782" y="2046919"/>
                    <a:ext cx="295356" cy="162539"/>
                  </a:xfrm>
                  <a:custGeom>
                    <a:rect b="b" l="l" r="r" t="t"/>
                    <a:pathLst>
                      <a:path extrusionOk="0" h="6502" w="11815">
                        <a:moveTo>
                          <a:pt x="10085" y="0"/>
                        </a:moveTo>
                        <a:cubicBezTo>
                          <a:pt x="9955" y="0"/>
                          <a:pt x="9824" y="21"/>
                          <a:pt x="9694" y="66"/>
                        </a:cubicBezTo>
                        <a:lnTo>
                          <a:pt x="962" y="3066"/>
                        </a:lnTo>
                        <a:cubicBezTo>
                          <a:pt x="334" y="3281"/>
                          <a:pt x="1" y="3965"/>
                          <a:pt x="217" y="4593"/>
                        </a:cubicBezTo>
                        <a:lnTo>
                          <a:pt x="594" y="5690"/>
                        </a:lnTo>
                        <a:cubicBezTo>
                          <a:pt x="764" y="6188"/>
                          <a:pt x="1230" y="6501"/>
                          <a:pt x="1729" y="6501"/>
                        </a:cubicBezTo>
                        <a:cubicBezTo>
                          <a:pt x="1859" y="6501"/>
                          <a:pt x="1992" y="6480"/>
                          <a:pt x="2121" y="6435"/>
                        </a:cubicBezTo>
                        <a:lnTo>
                          <a:pt x="10853" y="3435"/>
                        </a:lnTo>
                        <a:cubicBezTo>
                          <a:pt x="11482" y="3220"/>
                          <a:pt x="11815" y="2535"/>
                          <a:pt x="11598" y="1908"/>
                        </a:cubicBezTo>
                        <a:lnTo>
                          <a:pt x="11222" y="811"/>
                        </a:lnTo>
                        <a:cubicBezTo>
                          <a:pt x="11051" y="313"/>
                          <a:pt x="10585" y="0"/>
                          <a:pt x="100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3"/>
                  <p:cNvSpPr/>
                  <p:nvPr/>
                </p:nvSpPr>
                <p:spPr>
                  <a:xfrm rot="1176986">
                    <a:off x="-2157279" y="2104752"/>
                    <a:ext cx="66346" cy="46472"/>
                  </a:xfrm>
                  <a:custGeom>
                    <a:rect b="b" l="l" r="r" t="t"/>
                    <a:pathLst>
                      <a:path extrusionOk="0" h="1859" w="2654">
                        <a:moveTo>
                          <a:pt x="1786" y="1"/>
                        </a:moveTo>
                        <a:cubicBezTo>
                          <a:pt x="1704" y="1"/>
                          <a:pt x="1619" y="14"/>
                          <a:pt x="1536" y="43"/>
                        </a:cubicBezTo>
                        <a:lnTo>
                          <a:pt x="617" y="359"/>
                        </a:lnTo>
                        <a:cubicBezTo>
                          <a:pt x="214" y="497"/>
                          <a:pt x="1" y="936"/>
                          <a:pt x="138" y="1338"/>
                        </a:cubicBezTo>
                        <a:cubicBezTo>
                          <a:pt x="248" y="1658"/>
                          <a:pt x="547" y="1858"/>
                          <a:pt x="868" y="1858"/>
                        </a:cubicBezTo>
                        <a:cubicBezTo>
                          <a:pt x="951" y="1858"/>
                          <a:pt x="1035" y="1845"/>
                          <a:pt x="1117" y="1817"/>
                        </a:cubicBezTo>
                        <a:lnTo>
                          <a:pt x="2037" y="1500"/>
                        </a:lnTo>
                        <a:cubicBezTo>
                          <a:pt x="2439" y="1363"/>
                          <a:pt x="2654" y="924"/>
                          <a:pt x="2516" y="522"/>
                        </a:cubicBezTo>
                        <a:cubicBezTo>
                          <a:pt x="2406" y="202"/>
                          <a:pt x="2107" y="1"/>
                          <a:pt x="1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3"/>
                  <p:cNvSpPr/>
                  <p:nvPr/>
                </p:nvSpPr>
                <p:spPr>
                  <a:xfrm rot="1176986">
                    <a:off x="-2079543" y="2109983"/>
                    <a:ext cx="25498" cy="37298"/>
                  </a:xfrm>
                  <a:custGeom>
                    <a:rect b="b" l="l" r="r" t="t"/>
                    <a:pathLst>
                      <a:path extrusionOk="0" h="1492" w="1020">
                        <a:moveTo>
                          <a:pt x="365" y="0"/>
                        </a:moveTo>
                        <a:cubicBezTo>
                          <a:pt x="330" y="0"/>
                          <a:pt x="294" y="6"/>
                          <a:pt x="259" y="18"/>
                        </a:cubicBezTo>
                        <a:cubicBezTo>
                          <a:pt x="91" y="75"/>
                          <a:pt x="0" y="260"/>
                          <a:pt x="58" y="429"/>
                        </a:cubicBezTo>
                        <a:lnTo>
                          <a:pt x="349" y="1273"/>
                        </a:lnTo>
                        <a:cubicBezTo>
                          <a:pt x="395" y="1407"/>
                          <a:pt x="521" y="1491"/>
                          <a:pt x="655" y="1491"/>
                        </a:cubicBezTo>
                        <a:cubicBezTo>
                          <a:pt x="690" y="1491"/>
                          <a:pt x="725" y="1486"/>
                          <a:pt x="760" y="1474"/>
                        </a:cubicBezTo>
                        <a:cubicBezTo>
                          <a:pt x="929" y="1416"/>
                          <a:pt x="1020" y="1231"/>
                          <a:pt x="961" y="1063"/>
                        </a:cubicBezTo>
                        <a:lnTo>
                          <a:pt x="671" y="219"/>
                        </a:lnTo>
                        <a:cubicBezTo>
                          <a:pt x="625" y="84"/>
                          <a:pt x="500"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3"/>
                  <p:cNvSpPr/>
                  <p:nvPr/>
                </p:nvSpPr>
                <p:spPr>
                  <a:xfrm rot="1176986">
                    <a:off x="-2240196" y="2097709"/>
                    <a:ext cx="63896" cy="58221"/>
                  </a:xfrm>
                  <a:custGeom>
                    <a:rect b="b" l="l" r="r" t="t"/>
                    <a:pathLst>
                      <a:path extrusionOk="0" h="2329" w="2556">
                        <a:moveTo>
                          <a:pt x="1278" y="1"/>
                        </a:moveTo>
                        <a:cubicBezTo>
                          <a:pt x="980" y="1"/>
                          <a:pt x="683" y="114"/>
                          <a:pt x="456" y="341"/>
                        </a:cubicBezTo>
                        <a:cubicBezTo>
                          <a:pt x="0" y="796"/>
                          <a:pt x="0" y="1532"/>
                          <a:pt x="456" y="1988"/>
                        </a:cubicBezTo>
                        <a:cubicBezTo>
                          <a:pt x="683" y="2215"/>
                          <a:pt x="980" y="2328"/>
                          <a:pt x="1278" y="2328"/>
                        </a:cubicBezTo>
                        <a:cubicBezTo>
                          <a:pt x="1576" y="2328"/>
                          <a:pt x="1874" y="2215"/>
                          <a:pt x="2101" y="1988"/>
                        </a:cubicBezTo>
                        <a:cubicBezTo>
                          <a:pt x="2556" y="1532"/>
                          <a:pt x="2556"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3"/>
                  <p:cNvSpPr/>
                  <p:nvPr/>
                </p:nvSpPr>
                <p:spPr>
                  <a:xfrm rot="1176986">
                    <a:off x="-2220723" y="2114887"/>
                    <a:ext cx="26098" cy="24223"/>
                  </a:xfrm>
                  <a:custGeom>
                    <a:rect b="b" l="l" r="r" t="t"/>
                    <a:pathLst>
                      <a:path extrusionOk="0" h="969" w="1044">
                        <a:moveTo>
                          <a:pt x="501" y="1"/>
                        </a:moveTo>
                        <a:cubicBezTo>
                          <a:pt x="449" y="1"/>
                          <a:pt x="395" y="10"/>
                          <a:pt x="343" y="29"/>
                        </a:cubicBezTo>
                        <a:cubicBezTo>
                          <a:pt x="221" y="71"/>
                          <a:pt x="123" y="158"/>
                          <a:pt x="67" y="273"/>
                        </a:cubicBezTo>
                        <a:cubicBezTo>
                          <a:pt x="10" y="390"/>
                          <a:pt x="1" y="520"/>
                          <a:pt x="43" y="643"/>
                        </a:cubicBezTo>
                        <a:cubicBezTo>
                          <a:pt x="110" y="837"/>
                          <a:pt x="294" y="969"/>
                          <a:pt x="500" y="969"/>
                        </a:cubicBezTo>
                        <a:cubicBezTo>
                          <a:pt x="553" y="969"/>
                          <a:pt x="605" y="960"/>
                          <a:pt x="657" y="942"/>
                        </a:cubicBezTo>
                        <a:cubicBezTo>
                          <a:pt x="910" y="855"/>
                          <a:pt x="1044" y="579"/>
                          <a:pt x="957" y="327"/>
                        </a:cubicBezTo>
                        <a:cubicBezTo>
                          <a:pt x="890" y="133"/>
                          <a:pt x="708" y="1"/>
                          <a:pt x="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3"/>
                  <p:cNvSpPr/>
                  <p:nvPr/>
                </p:nvSpPr>
                <p:spPr>
                  <a:xfrm rot="1176986">
                    <a:off x="-2038830" y="2100022"/>
                    <a:ext cx="63871" cy="58196"/>
                  </a:xfrm>
                  <a:custGeom>
                    <a:rect b="b" l="l" r="r" t="t"/>
                    <a:pathLst>
                      <a:path extrusionOk="0" h="2328" w="2555">
                        <a:moveTo>
                          <a:pt x="1278" y="1"/>
                        </a:moveTo>
                        <a:cubicBezTo>
                          <a:pt x="980" y="1"/>
                          <a:pt x="682" y="114"/>
                          <a:pt x="455" y="341"/>
                        </a:cubicBezTo>
                        <a:cubicBezTo>
                          <a:pt x="1" y="796"/>
                          <a:pt x="1" y="1533"/>
                          <a:pt x="455" y="1987"/>
                        </a:cubicBezTo>
                        <a:cubicBezTo>
                          <a:pt x="682" y="2214"/>
                          <a:pt x="980" y="2328"/>
                          <a:pt x="1278" y="2328"/>
                        </a:cubicBezTo>
                        <a:cubicBezTo>
                          <a:pt x="1576" y="2328"/>
                          <a:pt x="1874" y="2214"/>
                          <a:pt x="2101" y="1987"/>
                        </a:cubicBezTo>
                        <a:cubicBezTo>
                          <a:pt x="2555" y="1533"/>
                          <a:pt x="2555"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3"/>
                  <p:cNvSpPr/>
                  <p:nvPr/>
                </p:nvSpPr>
                <p:spPr>
                  <a:xfrm rot="1176986">
                    <a:off x="-2020432" y="2117028"/>
                    <a:ext cx="27248" cy="24223"/>
                  </a:xfrm>
                  <a:custGeom>
                    <a:rect b="b" l="l" r="r" t="t"/>
                    <a:pathLst>
                      <a:path extrusionOk="0" h="969" w="1090">
                        <a:moveTo>
                          <a:pt x="544" y="1"/>
                        </a:moveTo>
                        <a:cubicBezTo>
                          <a:pt x="492" y="1"/>
                          <a:pt x="439" y="10"/>
                          <a:pt x="387" y="28"/>
                        </a:cubicBezTo>
                        <a:cubicBezTo>
                          <a:pt x="135" y="114"/>
                          <a:pt x="0" y="391"/>
                          <a:pt x="86" y="642"/>
                        </a:cubicBezTo>
                        <a:cubicBezTo>
                          <a:pt x="153" y="837"/>
                          <a:pt x="337" y="969"/>
                          <a:pt x="543" y="969"/>
                        </a:cubicBezTo>
                        <a:cubicBezTo>
                          <a:pt x="597" y="969"/>
                          <a:pt x="651" y="960"/>
                          <a:pt x="702" y="941"/>
                        </a:cubicBezTo>
                        <a:cubicBezTo>
                          <a:pt x="955" y="854"/>
                          <a:pt x="1089" y="579"/>
                          <a:pt x="1002" y="327"/>
                        </a:cubicBezTo>
                        <a:cubicBezTo>
                          <a:pt x="935" y="132"/>
                          <a:pt x="751" y="1"/>
                          <a:pt x="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928" name="Google Shape;4928;p63"/>
            <p:cNvGrpSpPr/>
            <p:nvPr/>
          </p:nvGrpSpPr>
          <p:grpSpPr>
            <a:xfrm rot="-808174">
              <a:off x="7977374" y="4371454"/>
              <a:ext cx="922714" cy="626057"/>
              <a:chOff x="-3794680" y="4317442"/>
              <a:chExt cx="866989" cy="588248"/>
            </a:xfrm>
          </p:grpSpPr>
          <p:sp>
            <p:nvSpPr>
              <p:cNvPr id="4929" name="Google Shape;4929;p63"/>
              <p:cNvSpPr/>
              <p:nvPr/>
            </p:nvSpPr>
            <p:spPr>
              <a:xfrm>
                <a:off x="-3794375" y="4317442"/>
                <a:ext cx="866684" cy="558918"/>
              </a:xfrm>
              <a:custGeom>
                <a:rect b="b" l="l" r="r" t="t"/>
                <a:pathLst>
                  <a:path extrusionOk="0" h="5499" w="8527">
                    <a:moveTo>
                      <a:pt x="7325" y="858"/>
                    </a:moveTo>
                    <a:cubicBezTo>
                      <a:pt x="7416" y="858"/>
                      <a:pt x="7489" y="932"/>
                      <a:pt x="7489" y="1022"/>
                    </a:cubicBezTo>
                    <a:lnTo>
                      <a:pt x="7489" y="1282"/>
                    </a:lnTo>
                    <a:lnTo>
                      <a:pt x="4440" y="1287"/>
                    </a:lnTo>
                    <a:lnTo>
                      <a:pt x="4440" y="1287"/>
                    </a:lnTo>
                    <a:lnTo>
                      <a:pt x="5199" y="858"/>
                    </a:lnTo>
                    <a:close/>
                    <a:moveTo>
                      <a:pt x="5031" y="858"/>
                    </a:moveTo>
                    <a:lnTo>
                      <a:pt x="4270" y="1287"/>
                    </a:lnTo>
                    <a:lnTo>
                      <a:pt x="4225" y="1287"/>
                    </a:lnTo>
                    <a:lnTo>
                      <a:pt x="3464" y="858"/>
                    </a:lnTo>
                    <a:close/>
                    <a:moveTo>
                      <a:pt x="3296" y="858"/>
                    </a:moveTo>
                    <a:lnTo>
                      <a:pt x="4058" y="1287"/>
                    </a:lnTo>
                    <a:lnTo>
                      <a:pt x="1032" y="1291"/>
                    </a:lnTo>
                    <a:lnTo>
                      <a:pt x="1032" y="1022"/>
                    </a:lnTo>
                    <a:cubicBezTo>
                      <a:pt x="1032" y="932"/>
                      <a:pt x="1106" y="858"/>
                      <a:pt x="1196" y="858"/>
                    </a:cubicBezTo>
                    <a:close/>
                    <a:moveTo>
                      <a:pt x="2091" y="1"/>
                    </a:moveTo>
                    <a:cubicBezTo>
                      <a:pt x="2019" y="1"/>
                      <a:pt x="1962" y="58"/>
                      <a:pt x="1962" y="130"/>
                    </a:cubicBezTo>
                    <a:cubicBezTo>
                      <a:pt x="1962" y="200"/>
                      <a:pt x="2019" y="259"/>
                      <a:pt x="2091" y="259"/>
                    </a:cubicBezTo>
                    <a:cubicBezTo>
                      <a:pt x="2124" y="259"/>
                      <a:pt x="2154" y="245"/>
                      <a:pt x="2176" y="225"/>
                    </a:cubicBezTo>
                    <a:lnTo>
                      <a:pt x="2783" y="566"/>
                    </a:lnTo>
                    <a:lnTo>
                      <a:pt x="1196" y="566"/>
                    </a:lnTo>
                    <a:cubicBezTo>
                      <a:pt x="946" y="566"/>
                      <a:pt x="744" y="771"/>
                      <a:pt x="744" y="1019"/>
                    </a:cubicBezTo>
                    <a:lnTo>
                      <a:pt x="744" y="1289"/>
                    </a:lnTo>
                    <a:lnTo>
                      <a:pt x="447" y="1289"/>
                    </a:lnTo>
                    <a:cubicBezTo>
                      <a:pt x="202" y="1289"/>
                      <a:pt x="1" y="1490"/>
                      <a:pt x="1" y="1735"/>
                    </a:cubicBezTo>
                    <a:lnTo>
                      <a:pt x="2" y="2143"/>
                    </a:lnTo>
                    <a:lnTo>
                      <a:pt x="7" y="4856"/>
                    </a:lnTo>
                    <a:lnTo>
                      <a:pt x="7" y="5050"/>
                    </a:lnTo>
                    <a:cubicBezTo>
                      <a:pt x="8" y="5295"/>
                      <a:pt x="207" y="5496"/>
                      <a:pt x="453" y="5496"/>
                    </a:cubicBezTo>
                    <a:cubicBezTo>
                      <a:pt x="454" y="5496"/>
                      <a:pt x="454" y="5496"/>
                      <a:pt x="455" y="5496"/>
                    </a:cubicBezTo>
                    <a:lnTo>
                      <a:pt x="3144" y="5492"/>
                    </a:lnTo>
                    <a:lnTo>
                      <a:pt x="3144" y="5498"/>
                    </a:lnTo>
                    <a:lnTo>
                      <a:pt x="5382" y="5498"/>
                    </a:lnTo>
                    <a:lnTo>
                      <a:pt x="5382" y="5492"/>
                    </a:lnTo>
                    <a:lnTo>
                      <a:pt x="8079" y="5488"/>
                    </a:lnTo>
                    <a:cubicBezTo>
                      <a:pt x="8325" y="5487"/>
                      <a:pt x="8526" y="5287"/>
                      <a:pt x="8526" y="5040"/>
                    </a:cubicBezTo>
                    <a:lnTo>
                      <a:pt x="8526" y="4857"/>
                    </a:lnTo>
                    <a:lnTo>
                      <a:pt x="8521" y="2144"/>
                    </a:lnTo>
                    <a:lnTo>
                      <a:pt x="8519" y="1725"/>
                    </a:lnTo>
                    <a:cubicBezTo>
                      <a:pt x="8518" y="1480"/>
                      <a:pt x="8318" y="1280"/>
                      <a:pt x="8072" y="1280"/>
                    </a:cubicBezTo>
                    <a:lnTo>
                      <a:pt x="7776" y="1280"/>
                    </a:lnTo>
                    <a:lnTo>
                      <a:pt x="7776" y="1019"/>
                    </a:lnTo>
                    <a:cubicBezTo>
                      <a:pt x="7776" y="770"/>
                      <a:pt x="7573" y="566"/>
                      <a:pt x="7324" y="566"/>
                    </a:cubicBezTo>
                    <a:lnTo>
                      <a:pt x="5712" y="566"/>
                    </a:lnTo>
                    <a:lnTo>
                      <a:pt x="6319" y="225"/>
                    </a:lnTo>
                    <a:cubicBezTo>
                      <a:pt x="6341" y="245"/>
                      <a:pt x="6371" y="259"/>
                      <a:pt x="6405" y="259"/>
                    </a:cubicBezTo>
                    <a:cubicBezTo>
                      <a:pt x="6476" y="259"/>
                      <a:pt x="6534" y="200"/>
                      <a:pt x="6534" y="130"/>
                    </a:cubicBezTo>
                    <a:cubicBezTo>
                      <a:pt x="6534" y="58"/>
                      <a:pt x="6476" y="1"/>
                      <a:pt x="6405" y="1"/>
                    </a:cubicBezTo>
                    <a:cubicBezTo>
                      <a:pt x="6334" y="1"/>
                      <a:pt x="6276" y="58"/>
                      <a:pt x="6276" y="130"/>
                    </a:cubicBezTo>
                    <a:cubicBezTo>
                      <a:pt x="6276" y="137"/>
                      <a:pt x="6277" y="146"/>
                      <a:pt x="6279" y="153"/>
                    </a:cubicBezTo>
                    <a:lnTo>
                      <a:pt x="5545" y="566"/>
                    </a:lnTo>
                    <a:lnTo>
                      <a:pt x="2950" y="566"/>
                    </a:lnTo>
                    <a:lnTo>
                      <a:pt x="2217" y="153"/>
                    </a:lnTo>
                    <a:cubicBezTo>
                      <a:pt x="2218" y="146"/>
                      <a:pt x="2220" y="138"/>
                      <a:pt x="2220" y="130"/>
                    </a:cubicBezTo>
                    <a:cubicBezTo>
                      <a:pt x="2220" y="58"/>
                      <a:pt x="2161" y="1"/>
                      <a:pt x="2091"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3"/>
              <p:cNvSpPr/>
              <p:nvPr/>
            </p:nvSpPr>
            <p:spPr>
              <a:xfrm>
                <a:off x="-3794680" y="4447695"/>
                <a:ext cx="866989" cy="428718"/>
              </a:xfrm>
              <a:custGeom>
                <a:rect b="b" l="l" r="r" t="t"/>
                <a:pathLst>
                  <a:path extrusionOk="0" h="4218" w="8530">
                    <a:moveTo>
                      <a:pt x="8075" y="0"/>
                    </a:moveTo>
                    <a:lnTo>
                      <a:pt x="448" y="11"/>
                    </a:lnTo>
                    <a:cubicBezTo>
                      <a:pt x="201" y="11"/>
                      <a:pt x="1" y="212"/>
                      <a:pt x="1" y="457"/>
                    </a:cubicBezTo>
                    <a:lnTo>
                      <a:pt x="2" y="864"/>
                    </a:lnTo>
                    <a:lnTo>
                      <a:pt x="7" y="3577"/>
                    </a:lnTo>
                    <a:lnTo>
                      <a:pt x="7" y="3772"/>
                    </a:lnTo>
                    <a:cubicBezTo>
                      <a:pt x="9" y="4017"/>
                      <a:pt x="210" y="4217"/>
                      <a:pt x="455" y="4217"/>
                    </a:cubicBezTo>
                    <a:lnTo>
                      <a:pt x="8082" y="4208"/>
                    </a:lnTo>
                    <a:cubicBezTo>
                      <a:pt x="8329" y="4207"/>
                      <a:pt x="8529" y="4006"/>
                      <a:pt x="8529" y="3761"/>
                    </a:cubicBezTo>
                    <a:lnTo>
                      <a:pt x="8529" y="3577"/>
                    </a:lnTo>
                    <a:lnTo>
                      <a:pt x="8524" y="864"/>
                    </a:lnTo>
                    <a:lnTo>
                      <a:pt x="8523" y="445"/>
                    </a:lnTo>
                    <a:cubicBezTo>
                      <a:pt x="8521" y="200"/>
                      <a:pt x="8320" y="0"/>
                      <a:pt x="8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3"/>
              <p:cNvSpPr/>
              <p:nvPr/>
            </p:nvSpPr>
            <p:spPr>
              <a:xfrm>
                <a:off x="-3594959" y="4317696"/>
                <a:ext cx="464800" cy="141788"/>
              </a:xfrm>
              <a:custGeom>
                <a:rect b="b" l="l" r="r" t="t"/>
                <a:pathLst>
                  <a:path extrusionOk="0" h="1395" w="4573">
                    <a:moveTo>
                      <a:pt x="130" y="1"/>
                    </a:moveTo>
                    <a:cubicBezTo>
                      <a:pt x="59" y="1"/>
                      <a:pt x="1" y="59"/>
                      <a:pt x="1" y="130"/>
                    </a:cubicBezTo>
                    <a:cubicBezTo>
                      <a:pt x="1" y="201"/>
                      <a:pt x="59" y="259"/>
                      <a:pt x="130" y="259"/>
                    </a:cubicBezTo>
                    <a:cubicBezTo>
                      <a:pt x="163" y="259"/>
                      <a:pt x="193" y="246"/>
                      <a:pt x="216" y="225"/>
                    </a:cubicBezTo>
                    <a:lnTo>
                      <a:pt x="2286" y="1394"/>
                    </a:lnTo>
                    <a:lnTo>
                      <a:pt x="4357" y="227"/>
                    </a:lnTo>
                    <a:cubicBezTo>
                      <a:pt x="4381" y="247"/>
                      <a:pt x="4409" y="260"/>
                      <a:pt x="4443" y="260"/>
                    </a:cubicBezTo>
                    <a:cubicBezTo>
                      <a:pt x="4515" y="260"/>
                      <a:pt x="4572" y="202"/>
                      <a:pt x="4572" y="131"/>
                    </a:cubicBezTo>
                    <a:cubicBezTo>
                      <a:pt x="4572" y="61"/>
                      <a:pt x="4516" y="1"/>
                      <a:pt x="4443" y="1"/>
                    </a:cubicBezTo>
                    <a:cubicBezTo>
                      <a:pt x="4372" y="1"/>
                      <a:pt x="4314" y="59"/>
                      <a:pt x="4314" y="130"/>
                    </a:cubicBezTo>
                    <a:cubicBezTo>
                      <a:pt x="4314" y="138"/>
                      <a:pt x="4315" y="146"/>
                      <a:pt x="4317" y="155"/>
                    </a:cubicBezTo>
                    <a:lnTo>
                      <a:pt x="2287" y="1298"/>
                    </a:lnTo>
                    <a:lnTo>
                      <a:pt x="256" y="155"/>
                    </a:lnTo>
                    <a:cubicBezTo>
                      <a:pt x="258" y="146"/>
                      <a:pt x="259" y="139"/>
                      <a:pt x="259" y="130"/>
                    </a:cubicBezTo>
                    <a:cubicBezTo>
                      <a:pt x="259" y="59"/>
                      <a:pt x="201" y="1"/>
                      <a:pt x="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3"/>
              <p:cNvSpPr/>
              <p:nvPr/>
            </p:nvSpPr>
            <p:spPr>
              <a:xfrm>
                <a:off x="-3718857" y="4375428"/>
                <a:ext cx="715037" cy="76637"/>
              </a:xfrm>
              <a:custGeom>
                <a:rect b="b" l="l" r="r" t="t"/>
                <a:pathLst>
                  <a:path extrusionOk="0" h="754" w="7035">
                    <a:moveTo>
                      <a:pt x="453" y="0"/>
                    </a:moveTo>
                    <a:cubicBezTo>
                      <a:pt x="204" y="0"/>
                      <a:pt x="1" y="203"/>
                      <a:pt x="1" y="453"/>
                    </a:cubicBezTo>
                    <a:lnTo>
                      <a:pt x="1" y="754"/>
                    </a:lnTo>
                    <a:lnTo>
                      <a:pt x="289" y="754"/>
                    </a:lnTo>
                    <a:lnTo>
                      <a:pt x="289" y="453"/>
                    </a:lnTo>
                    <a:cubicBezTo>
                      <a:pt x="289" y="363"/>
                      <a:pt x="363" y="289"/>
                      <a:pt x="453" y="289"/>
                    </a:cubicBezTo>
                    <a:lnTo>
                      <a:pt x="6582" y="289"/>
                    </a:lnTo>
                    <a:cubicBezTo>
                      <a:pt x="6673" y="289"/>
                      <a:pt x="6746" y="363"/>
                      <a:pt x="6746" y="453"/>
                    </a:cubicBezTo>
                    <a:lnTo>
                      <a:pt x="6746" y="754"/>
                    </a:lnTo>
                    <a:lnTo>
                      <a:pt x="7035" y="754"/>
                    </a:lnTo>
                    <a:lnTo>
                      <a:pt x="7035" y="453"/>
                    </a:lnTo>
                    <a:cubicBezTo>
                      <a:pt x="7035" y="203"/>
                      <a:pt x="6833" y="0"/>
                      <a:pt x="65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3"/>
              <p:cNvSpPr/>
              <p:nvPr/>
            </p:nvSpPr>
            <p:spPr>
              <a:xfrm>
                <a:off x="-3530000" y="4363021"/>
                <a:ext cx="338351" cy="54275"/>
              </a:xfrm>
              <a:custGeom>
                <a:rect b="b" l="l" r="r" t="t"/>
                <a:pathLst>
                  <a:path extrusionOk="0" h="290" w="3329">
                    <a:moveTo>
                      <a:pt x="1" y="0"/>
                    </a:moveTo>
                    <a:lnTo>
                      <a:pt x="1" y="289"/>
                    </a:lnTo>
                    <a:lnTo>
                      <a:pt x="3329" y="289"/>
                    </a:lnTo>
                    <a:lnTo>
                      <a:pt x="33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3"/>
              <p:cNvSpPr/>
              <p:nvPr/>
            </p:nvSpPr>
            <p:spPr>
              <a:xfrm>
                <a:off x="-3794579" y="4447797"/>
                <a:ext cx="866379" cy="88020"/>
              </a:xfrm>
              <a:custGeom>
                <a:rect b="b" l="l" r="r" t="t"/>
                <a:pathLst>
                  <a:path extrusionOk="0" h="866" w="8524">
                    <a:moveTo>
                      <a:pt x="8075" y="0"/>
                    </a:moveTo>
                    <a:lnTo>
                      <a:pt x="448" y="11"/>
                    </a:lnTo>
                    <a:cubicBezTo>
                      <a:pt x="201" y="11"/>
                      <a:pt x="1" y="212"/>
                      <a:pt x="1" y="457"/>
                    </a:cubicBezTo>
                    <a:lnTo>
                      <a:pt x="2" y="865"/>
                    </a:lnTo>
                    <a:lnTo>
                      <a:pt x="8523" y="865"/>
                    </a:lnTo>
                    <a:lnTo>
                      <a:pt x="8523" y="445"/>
                    </a:lnTo>
                    <a:cubicBezTo>
                      <a:pt x="8521" y="201"/>
                      <a:pt x="8320" y="0"/>
                      <a:pt x="8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3"/>
              <p:cNvSpPr/>
              <p:nvPr/>
            </p:nvSpPr>
            <p:spPr>
              <a:xfrm>
                <a:off x="-3679930" y="4464669"/>
                <a:ext cx="638198" cy="54276"/>
              </a:xfrm>
              <a:custGeom>
                <a:rect b="b" l="l" r="r" t="t"/>
                <a:pathLst>
                  <a:path extrusionOk="0" h="534" w="6279">
                    <a:moveTo>
                      <a:pt x="6278" y="1"/>
                    </a:moveTo>
                    <a:lnTo>
                      <a:pt x="1" y="9"/>
                    </a:lnTo>
                    <a:lnTo>
                      <a:pt x="1" y="533"/>
                    </a:lnTo>
                    <a:lnTo>
                      <a:pt x="6278" y="533"/>
                    </a:lnTo>
                    <a:lnTo>
                      <a:pt x="62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3"/>
              <p:cNvSpPr/>
              <p:nvPr/>
            </p:nvSpPr>
            <p:spPr>
              <a:xfrm>
                <a:off x="-3490068" y="4488555"/>
                <a:ext cx="430445" cy="6403"/>
              </a:xfrm>
              <a:custGeom>
                <a:rect b="b" l="l" r="r" t="t"/>
                <a:pathLst>
                  <a:path extrusionOk="0" h="63" w="4235">
                    <a:moveTo>
                      <a:pt x="32" y="1"/>
                    </a:moveTo>
                    <a:cubicBezTo>
                      <a:pt x="15" y="1"/>
                      <a:pt x="1" y="15"/>
                      <a:pt x="1" y="32"/>
                    </a:cubicBezTo>
                    <a:cubicBezTo>
                      <a:pt x="1" y="48"/>
                      <a:pt x="15" y="63"/>
                      <a:pt x="32" y="63"/>
                    </a:cubicBezTo>
                    <a:lnTo>
                      <a:pt x="4204" y="63"/>
                    </a:lnTo>
                    <a:cubicBezTo>
                      <a:pt x="4222" y="63"/>
                      <a:pt x="4235" y="48"/>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3"/>
              <p:cNvSpPr/>
              <p:nvPr/>
            </p:nvSpPr>
            <p:spPr>
              <a:xfrm>
                <a:off x="-3490068" y="4475545"/>
                <a:ext cx="430649" cy="6403"/>
              </a:xfrm>
              <a:custGeom>
                <a:rect b="b" l="l" r="r" t="t"/>
                <a:pathLst>
                  <a:path extrusionOk="0" h="63" w="4237">
                    <a:moveTo>
                      <a:pt x="32" y="1"/>
                    </a:moveTo>
                    <a:cubicBezTo>
                      <a:pt x="15" y="1"/>
                      <a:pt x="1" y="15"/>
                      <a:pt x="1" y="32"/>
                    </a:cubicBezTo>
                    <a:cubicBezTo>
                      <a:pt x="1" y="48"/>
                      <a:pt x="15" y="63"/>
                      <a:pt x="32" y="63"/>
                    </a:cubicBezTo>
                    <a:lnTo>
                      <a:pt x="4204" y="63"/>
                    </a:lnTo>
                    <a:cubicBezTo>
                      <a:pt x="4222" y="63"/>
                      <a:pt x="4236" y="51"/>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3"/>
              <p:cNvSpPr/>
              <p:nvPr/>
            </p:nvSpPr>
            <p:spPr>
              <a:xfrm>
                <a:off x="-3490068" y="4501565"/>
                <a:ext cx="430649" cy="6403"/>
              </a:xfrm>
              <a:custGeom>
                <a:rect b="b" l="l" r="r" t="t"/>
                <a:pathLst>
                  <a:path extrusionOk="0" h="63" w="4237">
                    <a:moveTo>
                      <a:pt x="32" y="1"/>
                    </a:moveTo>
                    <a:cubicBezTo>
                      <a:pt x="15" y="1"/>
                      <a:pt x="1" y="14"/>
                      <a:pt x="1" y="32"/>
                    </a:cubicBezTo>
                    <a:cubicBezTo>
                      <a:pt x="1" y="48"/>
                      <a:pt x="15" y="63"/>
                      <a:pt x="32" y="63"/>
                    </a:cubicBezTo>
                    <a:lnTo>
                      <a:pt x="4204" y="63"/>
                    </a:lnTo>
                    <a:cubicBezTo>
                      <a:pt x="4222" y="63"/>
                      <a:pt x="4236" y="48"/>
                      <a:pt x="4235" y="32"/>
                    </a:cubicBezTo>
                    <a:cubicBezTo>
                      <a:pt x="4235" y="14"/>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3"/>
              <p:cNvSpPr/>
              <p:nvPr/>
            </p:nvSpPr>
            <p:spPr>
              <a:xfrm>
                <a:off x="-3136466" y="4472800"/>
                <a:ext cx="6403" cy="46246"/>
              </a:xfrm>
              <a:custGeom>
                <a:rect b="b" l="l" r="r" t="t"/>
                <a:pathLst>
                  <a:path extrusionOk="0" h="455" w="63">
                    <a:moveTo>
                      <a:pt x="1" y="0"/>
                    </a:moveTo>
                    <a:lnTo>
                      <a:pt x="1" y="454"/>
                    </a:lnTo>
                    <a:lnTo>
                      <a:pt x="62" y="454"/>
                    </a:lnTo>
                    <a:lnTo>
                      <a:pt x="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3"/>
              <p:cNvSpPr/>
              <p:nvPr/>
            </p:nvSpPr>
            <p:spPr>
              <a:xfrm>
                <a:off x="-3656045" y="4473105"/>
                <a:ext cx="37302" cy="37302"/>
              </a:xfrm>
              <a:custGeom>
                <a:rect b="b" l="l" r="r" t="t"/>
                <a:pathLst>
                  <a:path extrusionOk="0" h="367" w="367">
                    <a:moveTo>
                      <a:pt x="184" y="0"/>
                    </a:moveTo>
                    <a:cubicBezTo>
                      <a:pt x="83" y="0"/>
                      <a:pt x="0" y="83"/>
                      <a:pt x="0" y="184"/>
                    </a:cubicBezTo>
                    <a:cubicBezTo>
                      <a:pt x="0" y="285"/>
                      <a:pt x="83"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3"/>
              <p:cNvSpPr/>
              <p:nvPr/>
            </p:nvSpPr>
            <p:spPr>
              <a:xfrm>
                <a:off x="-3637445" y="4473105"/>
                <a:ext cx="18702" cy="18702"/>
              </a:xfrm>
              <a:custGeom>
                <a:rect b="b" l="l" r="r" t="t"/>
                <a:pathLst>
                  <a:path extrusionOk="0" h="184" w="184">
                    <a:moveTo>
                      <a:pt x="1" y="0"/>
                    </a:moveTo>
                    <a:lnTo>
                      <a:pt x="1" y="184"/>
                    </a:lnTo>
                    <a:lnTo>
                      <a:pt x="183" y="184"/>
                    </a:lnTo>
                    <a:cubicBezTo>
                      <a:pt x="183" y="83"/>
                      <a:pt x="10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3"/>
              <p:cNvSpPr/>
              <p:nvPr/>
            </p:nvSpPr>
            <p:spPr>
              <a:xfrm>
                <a:off x="-3600550" y="4473105"/>
                <a:ext cx="37302" cy="37302"/>
              </a:xfrm>
              <a:custGeom>
                <a:rect b="b" l="l" r="r" t="t"/>
                <a:pathLst>
                  <a:path extrusionOk="0" h="367" w="367">
                    <a:moveTo>
                      <a:pt x="183" y="0"/>
                    </a:moveTo>
                    <a:cubicBezTo>
                      <a:pt x="82" y="0"/>
                      <a:pt x="0" y="83"/>
                      <a:pt x="0" y="184"/>
                    </a:cubicBezTo>
                    <a:cubicBezTo>
                      <a:pt x="0" y="285"/>
                      <a:pt x="82" y="367"/>
                      <a:pt x="183" y="367"/>
                    </a:cubicBezTo>
                    <a:cubicBezTo>
                      <a:pt x="285" y="367"/>
                      <a:pt x="366" y="285"/>
                      <a:pt x="366" y="184"/>
                    </a:cubicBezTo>
                    <a:cubicBezTo>
                      <a:pt x="366" y="83"/>
                      <a:pt x="285"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3"/>
              <p:cNvSpPr/>
              <p:nvPr/>
            </p:nvSpPr>
            <p:spPr>
              <a:xfrm>
                <a:off x="-3595163" y="4473207"/>
                <a:ext cx="26325" cy="18600"/>
              </a:xfrm>
              <a:custGeom>
                <a:rect b="b" l="l" r="r" t="t"/>
                <a:pathLst>
                  <a:path extrusionOk="0" h="183" w="259">
                    <a:moveTo>
                      <a:pt x="130" y="0"/>
                    </a:moveTo>
                    <a:cubicBezTo>
                      <a:pt x="83" y="0"/>
                      <a:pt x="36" y="18"/>
                      <a:pt x="1" y="54"/>
                    </a:cubicBezTo>
                    <a:lnTo>
                      <a:pt x="130" y="183"/>
                    </a:lnTo>
                    <a:lnTo>
                      <a:pt x="259" y="54"/>
                    </a:lnTo>
                    <a:cubicBezTo>
                      <a:pt x="223" y="18"/>
                      <a:pt x="176" y="0"/>
                      <a:pt x="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3"/>
              <p:cNvSpPr/>
              <p:nvPr/>
            </p:nvSpPr>
            <p:spPr>
              <a:xfrm>
                <a:off x="-3545258" y="4473105"/>
                <a:ext cx="37302" cy="37302"/>
              </a:xfrm>
              <a:custGeom>
                <a:rect b="b" l="l" r="r" t="t"/>
                <a:pathLst>
                  <a:path extrusionOk="0" h="367" w="367">
                    <a:moveTo>
                      <a:pt x="184" y="0"/>
                    </a:moveTo>
                    <a:cubicBezTo>
                      <a:pt x="82" y="0"/>
                      <a:pt x="1" y="83"/>
                      <a:pt x="1" y="184"/>
                    </a:cubicBezTo>
                    <a:cubicBezTo>
                      <a:pt x="1" y="285"/>
                      <a:pt x="82"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3"/>
              <p:cNvSpPr/>
              <p:nvPr/>
            </p:nvSpPr>
            <p:spPr>
              <a:xfrm>
                <a:off x="-3545360" y="4491706"/>
                <a:ext cx="18803" cy="18702"/>
              </a:xfrm>
              <a:custGeom>
                <a:rect b="b" l="l" r="r" t="t"/>
                <a:pathLst>
                  <a:path extrusionOk="0" h="184" w="185">
                    <a:moveTo>
                      <a:pt x="1" y="1"/>
                    </a:moveTo>
                    <a:cubicBezTo>
                      <a:pt x="1" y="103"/>
                      <a:pt x="84" y="184"/>
                      <a:pt x="185" y="184"/>
                    </a:cubicBezTo>
                    <a:lnTo>
                      <a:pt x="1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3"/>
              <p:cNvSpPr/>
              <p:nvPr/>
            </p:nvSpPr>
            <p:spPr>
              <a:xfrm>
                <a:off x="-3474924" y="4596193"/>
                <a:ext cx="227674" cy="280323"/>
              </a:xfrm>
              <a:custGeom>
                <a:rect b="b" l="l" r="r" t="t"/>
                <a:pathLst>
                  <a:path extrusionOk="0" h="2758" w="2240">
                    <a:moveTo>
                      <a:pt x="284" y="1"/>
                    </a:moveTo>
                    <a:cubicBezTo>
                      <a:pt x="126" y="1"/>
                      <a:pt x="0" y="129"/>
                      <a:pt x="0" y="285"/>
                    </a:cubicBezTo>
                    <a:lnTo>
                      <a:pt x="0" y="2757"/>
                    </a:lnTo>
                    <a:lnTo>
                      <a:pt x="2240" y="2757"/>
                    </a:lnTo>
                    <a:lnTo>
                      <a:pt x="2240" y="285"/>
                    </a:lnTo>
                    <a:cubicBezTo>
                      <a:pt x="2240" y="128"/>
                      <a:pt x="2112" y="1"/>
                      <a:pt x="19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3"/>
              <p:cNvSpPr/>
              <p:nvPr/>
            </p:nvSpPr>
            <p:spPr>
              <a:xfrm>
                <a:off x="-3458153" y="4612963"/>
                <a:ext cx="194132" cy="263553"/>
              </a:xfrm>
              <a:custGeom>
                <a:rect b="b" l="l" r="r" t="t"/>
                <a:pathLst>
                  <a:path extrusionOk="0" h="2593" w="1910">
                    <a:moveTo>
                      <a:pt x="0" y="1"/>
                    </a:moveTo>
                    <a:lnTo>
                      <a:pt x="0" y="2592"/>
                    </a:lnTo>
                    <a:lnTo>
                      <a:pt x="1910" y="2592"/>
                    </a:lnTo>
                    <a:lnTo>
                      <a:pt x="19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3"/>
              <p:cNvSpPr/>
              <p:nvPr/>
            </p:nvSpPr>
            <p:spPr>
              <a:xfrm>
                <a:off x="-3441789" y="4631259"/>
                <a:ext cx="161303" cy="93407"/>
              </a:xfrm>
              <a:custGeom>
                <a:rect b="b" l="l" r="r" t="t"/>
                <a:pathLst>
                  <a:path extrusionOk="0" h="919" w="1587">
                    <a:moveTo>
                      <a:pt x="0" y="0"/>
                    </a:moveTo>
                    <a:lnTo>
                      <a:pt x="0" y="919"/>
                    </a:lnTo>
                    <a:lnTo>
                      <a:pt x="1587" y="919"/>
                    </a:lnTo>
                    <a:lnTo>
                      <a:pt x="15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3"/>
              <p:cNvSpPr/>
              <p:nvPr/>
            </p:nvSpPr>
            <p:spPr>
              <a:xfrm>
                <a:off x="-3793969" y="4811265"/>
                <a:ext cx="866278" cy="65151"/>
              </a:xfrm>
              <a:custGeom>
                <a:rect b="b" l="l" r="r" t="t"/>
                <a:pathLst>
                  <a:path extrusionOk="0" h="641" w="8523">
                    <a:moveTo>
                      <a:pt x="0" y="0"/>
                    </a:moveTo>
                    <a:lnTo>
                      <a:pt x="0" y="195"/>
                    </a:lnTo>
                    <a:cubicBezTo>
                      <a:pt x="2" y="440"/>
                      <a:pt x="203" y="640"/>
                      <a:pt x="448" y="640"/>
                    </a:cubicBezTo>
                    <a:lnTo>
                      <a:pt x="8075" y="631"/>
                    </a:lnTo>
                    <a:cubicBezTo>
                      <a:pt x="8322" y="630"/>
                      <a:pt x="8522" y="429"/>
                      <a:pt x="8522" y="184"/>
                    </a:cubicBezTo>
                    <a:lnTo>
                      <a:pt x="85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3"/>
              <p:cNvSpPr/>
              <p:nvPr/>
            </p:nvSpPr>
            <p:spPr>
              <a:xfrm>
                <a:off x="-3773336" y="4511932"/>
                <a:ext cx="47466" cy="47568"/>
              </a:xfrm>
              <a:custGeom>
                <a:rect b="b" l="l" r="r" t="t"/>
                <a:pathLst>
                  <a:path extrusionOk="0" h="468" w="467">
                    <a:moveTo>
                      <a:pt x="234" y="0"/>
                    </a:moveTo>
                    <a:cubicBezTo>
                      <a:pt x="105" y="0"/>
                      <a:pt x="0" y="105"/>
                      <a:pt x="0" y="234"/>
                    </a:cubicBezTo>
                    <a:cubicBezTo>
                      <a:pt x="0" y="362"/>
                      <a:pt x="105" y="468"/>
                      <a:pt x="234" y="468"/>
                    </a:cubicBezTo>
                    <a:cubicBezTo>
                      <a:pt x="363" y="468"/>
                      <a:pt x="467" y="362"/>
                      <a:pt x="467" y="234"/>
                    </a:cubicBezTo>
                    <a:cubicBezTo>
                      <a:pt x="467"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3"/>
              <p:cNvSpPr/>
              <p:nvPr/>
            </p:nvSpPr>
            <p:spPr>
              <a:xfrm>
                <a:off x="-3766425" y="4518945"/>
                <a:ext cx="33643" cy="33643"/>
              </a:xfrm>
              <a:custGeom>
                <a:rect b="b" l="l" r="r" t="t"/>
                <a:pathLst>
                  <a:path extrusionOk="0" h="331" w="331">
                    <a:moveTo>
                      <a:pt x="166" y="0"/>
                    </a:moveTo>
                    <a:cubicBezTo>
                      <a:pt x="74" y="0"/>
                      <a:pt x="0" y="73"/>
                      <a:pt x="0" y="165"/>
                    </a:cubicBezTo>
                    <a:cubicBezTo>
                      <a:pt x="0" y="256"/>
                      <a:pt x="74" y="330"/>
                      <a:pt x="166" y="330"/>
                    </a:cubicBezTo>
                    <a:cubicBezTo>
                      <a:pt x="256" y="330"/>
                      <a:pt x="331" y="256"/>
                      <a:pt x="331" y="165"/>
                    </a:cubicBezTo>
                    <a:cubicBezTo>
                      <a:pt x="331" y="73"/>
                      <a:pt x="256"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3"/>
              <p:cNvSpPr/>
              <p:nvPr/>
            </p:nvSpPr>
            <p:spPr>
              <a:xfrm>
                <a:off x="-3770084"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3"/>
              <p:cNvSpPr/>
              <p:nvPr/>
            </p:nvSpPr>
            <p:spPr>
              <a:xfrm>
                <a:off x="-3759513"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2" y="2194"/>
                      <a:pt x="2194" y="1703"/>
                      <a:pt x="2194" y="1098"/>
                    </a:cubicBezTo>
                    <a:cubicBezTo>
                      <a:pt x="2194" y="492"/>
                      <a:pt x="1702"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3"/>
              <p:cNvSpPr/>
              <p:nvPr/>
            </p:nvSpPr>
            <p:spPr>
              <a:xfrm>
                <a:off x="-3689890" y="4635629"/>
                <a:ext cx="83751" cy="83853"/>
              </a:xfrm>
              <a:custGeom>
                <a:rect b="b" l="l" r="r" t="t"/>
                <a:pathLst>
                  <a:path extrusionOk="0" h="825" w="824">
                    <a:moveTo>
                      <a:pt x="413" y="1"/>
                    </a:moveTo>
                    <a:cubicBezTo>
                      <a:pt x="184" y="1"/>
                      <a:pt x="1" y="186"/>
                      <a:pt x="1" y="413"/>
                    </a:cubicBezTo>
                    <a:cubicBezTo>
                      <a:pt x="1" y="640"/>
                      <a:pt x="184"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3"/>
              <p:cNvSpPr/>
              <p:nvPr/>
            </p:nvSpPr>
            <p:spPr>
              <a:xfrm>
                <a:off x="-2996407" y="4511932"/>
                <a:ext cx="47568" cy="47568"/>
              </a:xfrm>
              <a:custGeom>
                <a:rect b="b" l="l" r="r" t="t"/>
                <a:pathLst>
                  <a:path extrusionOk="0" h="468" w="468">
                    <a:moveTo>
                      <a:pt x="234" y="0"/>
                    </a:moveTo>
                    <a:cubicBezTo>
                      <a:pt x="105" y="0"/>
                      <a:pt x="0" y="105"/>
                      <a:pt x="0" y="234"/>
                    </a:cubicBezTo>
                    <a:cubicBezTo>
                      <a:pt x="0" y="362"/>
                      <a:pt x="105" y="468"/>
                      <a:pt x="234" y="468"/>
                    </a:cubicBezTo>
                    <a:cubicBezTo>
                      <a:pt x="363" y="468"/>
                      <a:pt x="468" y="362"/>
                      <a:pt x="468" y="234"/>
                    </a:cubicBezTo>
                    <a:cubicBezTo>
                      <a:pt x="468"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3"/>
              <p:cNvSpPr/>
              <p:nvPr/>
            </p:nvSpPr>
            <p:spPr>
              <a:xfrm>
                <a:off x="-2989496" y="4518945"/>
                <a:ext cx="33643" cy="33643"/>
              </a:xfrm>
              <a:custGeom>
                <a:rect b="b" l="l" r="r" t="t"/>
                <a:pathLst>
                  <a:path extrusionOk="0" h="331" w="331">
                    <a:moveTo>
                      <a:pt x="166" y="0"/>
                    </a:moveTo>
                    <a:cubicBezTo>
                      <a:pt x="75" y="0"/>
                      <a:pt x="0" y="73"/>
                      <a:pt x="0" y="165"/>
                    </a:cubicBezTo>
                    <a:cubicBezTo>
                      <a:pt x="0" y="256"/>
                      <a:pt x="75" y="330"/>
                      <a:pt x="166" y="330"/>
                    </a:cubicBezTo>
                    <a:cubicBezTo>
                      <a:pt x="257" y="330"/>
                      <a:pt x="331" y="256"/>
                      <a:pt x="331" y="165"/>
                    </a:cubicBezTo>
                    <a:cubicBezTo>
                      <a:pt x="331" y="73"/>
                      <a:pt x="257"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3"/>
              <p:cNvSpPr/>
              <p:nvPr/>
            </p:nvSpPr>
            <p:spPr>
              <a:xfrm>
                <a:off x="-3196229"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3"/>
              <p:cNvSpPr/>
              <p:nvPr/>
            </p:nvSpPr>
            <p:spPr>
              <a:xfrm>
                <a:off x="-3185659"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3" y="2194"/>
                      <a:pt x="2194" y="1703"/>
                      <a:pt x="2194" y="1098"/>
                    </a:cubicBezTo>
                    <a:cubicBezTo>
                      <a:pt x="2194" y="492"/>
                      <a:pt x="1703"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3"/>
              <p:cNvSpPr/>
              <p:nvPr/>
            </p:nvSpPr>
            <p:spPr>
              <a:xfrm>
                <a:off x="-3116036" y="4635629"/>
                <a:ext cx="83751" cy="83853"/>
              </a:xfrm>
              <a:custGeom>
                <a:rect b="b" l="l" r="r" t="t"/>
                <a:pathLst>
                  <a:path extrusionOk="0" h="825" w="824">
                    <a:moveTo>
                      <a:pt x="413" y="1"/>
                    </a:moveTo>
                    <a:cubicBezTo>
                      <a:pt x="186" y="1"/>
                      <a:pt x="1" y="186"/>
                      <a:pt x="1" y="413"/>
                    </a:cubicBezTo>
                    <a:cubicBezTo>
                      <a:pt x="1" y="640"/>
                      <a:pt x="186"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3"/>
              <p:cNvSpPr/>
              <p:nvPr/>
            </p:nvSpPr>
            <p:spPr>
              <a:xfrm>
                <a:off x="-3400219" y="4700171"/>
                <a:ext cx="78161" cy="24089"/>
              </a:xfrm>
              <a:custGeom>
                <a:rect b="b" l="l" r="r" t="t"/>
                <a:pathLst>
                  <a:path extrusionOk="0" h="237" w="769">
                    <a:moveTo>
                      <a:pt x="228" y="0"/>
                    </a:moveTo>
                    <a:cubicBezTo>
                      <a:pt x="159" y="0"/>
                      <a:pt x="94" y="41"/>
                      <a:pt x="63" y="104"/>
                    </a:cubicBezTo>
                    <a:lnTo>
                      <a:pt x="0" y="237"/>
                    </a:lnTo>
                    <a:lnTo>
                      <a:pt x="769" y="237"/>
                    </a:lnTo>
                    <a:lnTo>
                      <a:pt x="706" y="104"/>
                    </a:lnTo>
                    <a:cubicBezTo>
                      <a:pt x="676" y="41"/>
                      <a:pt x="611" y="0"/>
                      <a:pt x="5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3"/>
              <p:cNvSpPr/>
              <p:nvPr/>
            </p:nvSpPr>
            <p:spPr>
              <a:xfrm>
                <a:off x="-3427458" y="4657990"/>
                <a:ext cx="31407" cy="31305"/>
              </a:xfrm>
              <a:custGeom>
                <a:rect b="b" l="l" r="r" t="t"/>
                <a:pathLst>
                  <a:path extrusionOk="0" h="308" w="309">
                    <a:moveTo>
                      <a:pt x="155" y="82"/>
                    </a:moveTo>
                    <a:cubicBezTo>
                      <a:pt x="194" y="82"/>
                      <a:pt x="226" y="114"/>
                      <a:pt x="226" y="152"/>
                    </a:cubicBezTo>
                    <a:cubicBezTo>
                      <a:pt x="226" y="193"/>
                      <a:pt x="195" y="224"/>
                      <a:pt x="155" y="224"/>
                    </a:cubicBezTo>
                    <a:cubicBezTo>
                      <a:pt x="116" y="224"/>
                      <a:pt x="83" y="192"/>
                      <a:pt x="83" y="152"/>
                    </a:cubicBezTo>
                    <a:cubicBezTo>
                      <a:pt x="83" y="114"/>
                      <a:pt x="116" y="82"/>
                      <a:pt x="155" y="82"/>
                    </a:cubicBezTo>
                    <a:close/>
                    <a:moveTo>
                      <a:pt x="155" y="1"/>
                    </a:moveTo>
                    <a:cubicBezTo>
                      <a:pt x="71" y="1"/>
                      <a:pt x="1" y="69"/>
                      <a:pt x="1" y="153"/>
                    </a:cubicBezTo>
                    <a:cubicBezTo>
                      <a:pt x="1" y="239"/>
                      <a:pt x="71" y="307"/>
                      <a:pt x="155" y="307"/>
                    </a:cubicBezTo>
                    <a:cubicBezTo>
                      <a:pt x="240" y="307"/>
                      <a:pt x="308" y="239"/>
                      <a:pt x="308" y="153"/>
                    </a:cubicBezTo>
                    <a:cubicBezTo>
                      <a:pt x="308" y="69"/>
                      <a:pt x="240"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3"/>
              <p:cNvSpPr/>
              <p:nvPr/>
            </p:nvSpPr>
            <p:spPr>
              <a:xfrm>
                <a:off x="-3326226" y="4657990"/>
                <a:ext cx="31407" cy="31305"/>
              </a:xfrm>
              <a:custGeom>
                <a:rect b="b" l="l" r="r" t="t"/>
                <a:pathLst>
                  <a:path extrusionOk="0" h="308" w="309">
                    <a:moveTo>
                      <a:pt x="154" y="82"/>
                    </a:moveTo>
                    <a:cubicBezTo>
                      <a:pt x="193" y="82"/>
                      <a:pt x="226" y="114"/>
                      <a:pt x="226" y="152"/>
                    </a:cubicBezTo>
                    <a:cubicBezTo>
                      <a:pt x="226" y="193"/>
                      <a:pt x="195" y="224"/>
                      <a:pt x="154" y="224"/>
                    </a:cubicBezTo>
                    <a:cubicBezTo>
                      <a:pt x="115" y="224"/>
                      <a:pt x="83" y="192"/>
                      <a:pt x="83" y="152"/>
                    </a:cubicBezTo>
                    <a:cubicBezTo>
                      <a:pt x="83" y="114"/>
                      <a:pt x="115" y="82"/>
                      <a:pt x="154" y="82"/>
                    </a:cubicBezTo>
                    <a:close/>
                    <a:moveTo>
                      <a:pt x="154" y="1"/>
                    </a:moveTo>
                    <a:cubicBezTo>
                      <a:pt x="69" y="1"/>
                      <a:pt x="1" y="69"/>
                      <a:pt x="1" y="153"/>
                    </a:cubicBezTo>
                    <a:cubicBezTo>
                      <a:pt x="1" y="239"/>
                      <a:pt x="71" y="307"/>
                      <a:pt x="154" y="307"/>
                    </a:cubicBezTo>
                    <a:cubicBezTo>
                      <a:pt x="238" y="307"/>
                      <a:pt x="308" y="239"/>
                      <a:pt x="308" y="153"/>
                    </a:cubicBezTo>
                    <a:cubicBezTo>
                      <a:pt x="308" y="69"/>
                      <a:pt x="240" y="1"/>
                      <a:pt x="1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3"/>
              <p:cNvSpPr/>
              <p:nvPr/>
            </p:nvSpPr>
            <p:spPr>
              <a:xfrm>
                <a:off x="-3393511" y="4658092"/>
                <a:ext cx="64745" cy="31102"/>
              </a:xfrm>
              <a:custGeom>
                <a:rect b="b" l="l" r="r" t="t"/>
                <a:pathLst>
                  <a:path extrusionOk="0" h="306" w="637">
                    <a:moveTo>
                      <a:pt x="2" y="1"/>
                    </a:moveTo>
                    <a:cubicBezTo>
                      <a:pt x="36" y="42"/>
                      <a:pt x="57" y="95"/>
                      <a:pt x="57" y="151"/>
                    </a:cubicBezTo>
                    <a:cubicBezTo>
                      <a:pt x="57" y="210"/>
                      <a:pt x="36" y="264"/>
                      <a:pt x="0" y="305"/>
                    </a:cubicBezTo>
                    <a:lnTo>
                      <a:pt x="637" y="305"/>
                    </a:lnTo>
                    <a:cubicBezTo>
                      <a:pt x="602" y="264"/>
                      <a:pt x="580" y="210"/>
                      <a:pt x="580" y="151"/>
                    </a:cubicBezTo>
                    <a:cubicBezTo>
                      <a:pt x="580" y="94"/>
                      <a:pt x="600" y="42"/>
                      <a:pt x="6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3"/>
              <p:cNvSpPr/>
              <p:nvPr/>
            </p:nvSpPr>
            <p:spPr>
              <a:xfrm>
                <a:off x="-338273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3"/>
              <p:cNvSpPr/>
              <p:nvPr/>
            </p:nvSpPr>
            <p:spPr>
              <a:xfrm>
                <a:off x="-3411704"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3"/>
              <p:cNvSpPr/>
              <p:nvPr/>
            </p:nvSpPr>
            <p:spPr>
              <a:xfrm>
                <a:off x="-335356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3"/>
              <p:cNvSpPr/>
              <p:nvPr/>
            </p:nvSpPr>
            <p:spPr>
              <a:xfrm>
                <a:off x="-3324600"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3"/>
              <p:cNvSpPr/>
              <p:nvPr/>
            </p:nvSpPr>
            <p:spPr>
              <a:xfrm>
                <a:off x="-3295429" y="4738795"/>
                <a:ext cx="14535" cy="38522"/>
              </a:xfrm>
              <a:custGeom>
                <a:rect b="b" l="l" r="r" t="t"/>
                <a:pathLst>
                  <a:path extrusionOk="0" h="379" w="143">
                    <a:moveTo>
                      <a:pt x="0" y="0"/>
                    </a:moveTo>
                    <a:lnTo>
                      <a:pt x="0" y="379"/>
                    </a:lnTo>
                    <a:lnTo>
                      <a:pt x="142" y="379"/>
                    </a:lnTo>
                    <a:lnTo>
                      <a:pt x="1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3"/>
              <p:cNvSpPr/>
              <p:nvPr/>
            </p:nvSpPr>
            <p:spPr>
              <a:xfrm>
                <a:off x="-3440773"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3"/>
              <p:cNvSpPr/>
              <p:nvPr/>
            </p:nvSpPr>
            <p:spPr>
              <a:xfrm>
                <a:off x="-3714080" y="4876315"/>
                <a:ext cx="67184" cy="29374"/>
              </a:xfrm>
              <a:custGeom>
                <a:rect b="b" l="l" r="r" t="t"/>
                <a:pathLst>
                  <a:path extrusionOk="0" h="289" w="661">
                    <a:moveTo>
                      <a:pt x="0" y="0"/>
                    </a:moveTo>
                    <a:lnTo>
                      <a:pt x="0" y="50"/>
                    </a:lnTo>
                    <a:cubicBezTo>
                      <a:pt x="0" y="181"/>
                      <a:pt x="107" y="288"/>
                      <a:pt x="239" y="288"/>
                    </a:cubicBezTo>
                    <a:lnTo>
                      <a:pt x="421" y="288"/>
                    </a:lnTo>
                    <a:cubicBezTo>
                      <a:pt x="555" y="288"/>
                      <a:pt x="661" y="182"/>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3"/>
              <p:cNvSpPr/>
              <p:nvPr/>
            </p:nvSpPr>
            <p:spPr>
              <a:xfrm>
                <a:off x="-3075279" y="4876315"/>
                <a:ext cx="67184" cy="29374"/>
              </a:xfrm>
              <a:custGeom>
                <a:rect b="b" l="l" r="r" t="t"/>
                <a:pathLst>
                  <a:path extrusionOk="0" h="289" w="661">
                    <a:moveTo>
                      <a:pt x="0" y="0"/>
                    </a:moveTo>
                    <a:lnTo>
                      <a:pt x="0" y="50"/>
                    </a:lnTo>
                    <a:cubicBezTo>
                      <a:pt x="0" y="182"/>
                      <a:pt x="107" y="288"/>
                      <a:pt x="239" y="288"/>
                    </a:cubicBezTo>
                    <a:lnTo>
                      <a:pt x="421" y="288"/>
                    </a:lnTo>
                    <a:cubicBezTo>
                      <a:pt x="553" y="288"/>
                      <a:pt x="661" y="181"/>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3"/>
              <p:cNvSpPr/>
              <p:nvPr/>
            </p:nvSpPr>
            <p:spPr>
              <a:xfrm>
                <a:off x="-3447075" y="4828646"/>
                <a:ext cx="171873" cy="10875"/>
              </a:xfrm>
              <a:custGeom>
                <a:rect b="b" l="l" r="r" t="t"/>
                <a:pathLst>
                  <a:path extrusionOk="0" h="107" w="1691">
                    <a:moveTo>
                      <a:pt x="44" y="1"/>
                    </a:moveTo>
                    <a:cubicBezTo>
                      <a:pt x="19" y="1"/>
                      <a:pt x="1" y="20"/>
                      <a:pt x="1" y="45"/>
                    </a:cubicBezTo>
                    <a:lnTo>
                      <a:pt x="1" y="63"/>
                    </a:lnTo>
                    <a:cubicBezTo>
                      <a:pt x="1" y="87"/>
                      <a:pt x="19" y="107"/>
                      <a:pt x="44" y="107"/>
                    </a:cubicBezTo>
                    <a:lnTo>
                      <a:pt x="1647" y="107"/>
                    </a:lnTo>
                    <a:cubicBezTo>
                      <a:pt x="1671" y="107"/>
                      <a:pt x="1690" y="87"/>
                      <a:pt x="1690" y="63"/>
                    </a:cubicBezTo>
                    <a:lnTo>
                      <a:pt x="1690" y="45"/>
                    </a:lnTo>
                    <a:cubicBezTo>
                      <a:pt x="1690" y="20"/>
                      <a:pt x="1672" y="1"/>
                      <a:pt x="16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3"/>
              <p:cNvSpPr/>
              <p:nvPr/>
            </p:nvSpPr>
            <p:spPr>
              <a:xfrm>
                <a:off x="-3447075" y="4849990"/>
                <a:ext cx="171873" cy="10774"/>
              </a:xfrm>
              <a:custGeom>
                <a:rect b="b" l="l" r="r" t="t"/>
                <a:pathLst>
                  <a:path extrusionOk="0" h="106" w="1691">
                    <a:moveTo>
                      <a:pt x="44" y="0"/>
                    </a:moveTo>
                    <a:cubicBezTo>
                      <a:pt x="19" y="0"/>
                      <a:pt x="1" y="19"/>
                      <a:pt x="1" y="44"/>
                    </a:cubicBezTo>
                    <a:lnTo>
                      <a:pt x="1" y="62"/>
                    </a:lnTo>
                    <a:cubicBezTo>
                      <a:pt x="1" y="86"/>
                      <a:pt x="19" y="105"/>
                      <a:pt x="44" y="105"/>
                    </a:cubicBezTo>
                    <a:lnTo>
                      <a:pt x="1647" y="105"/>
                    </a:lnTo>
                    <a:cubicBezTo>
                      <a:pt x="1671" y="105"/>
                      <a:pt x="1690" y="86"/>
                      <a:pt x="1690" y="62"/>
                    </a:cubicBezTo>
                    <a:lnTo>
                      <a:pt x="1690" y="44"/>
                    </a:lnTo>
                    <a:cubicBezTo>
                      <a:pt x="1690" y="21"/>
                      <a:pt x="1672" y="0"/>
                      <a:pt x="16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4" name="Google Shape;4974;p63"/>
            <p:cNvGrpSpPr/>
            <p:nvPr/>
          </p:nvGrpSpPr>
          <p:grpSpPr>
            <a:xfrm>
              <a:off x="1174565" y="4702860"/>
              <a:ext cx="261189" cy="248344"/>
              <a:chOff x="5164484" y="526738"/>
              <a:chExt cx="133266" cy="126713"/>
            </a:xfrm>
          </p:grpSpPr>
          <p:sp>
            <p:nvSpPr>
              <p:cNvPr id="4975" name="Google Shape;4975;p63"/>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3"/>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4977" name="Shape 4977"/>
        <p:cNvGrpSpPr/>
        <p:nvPr/>
      </p:nvGrpSpPr>
      <p:grpSpPr>
        <a:xfrm>
          <a:off x="0" y="0"/>
          <a:ext cx="0" cy="0"/>
          <a:chOff x="0" y="0"/>
          <a:chExt cx="0" cy="0"/>
        </a:xfrm>
      </p:grpSpPr>
      <p:sp>
        <p:nvSpPr>
          <p:cNvPr id="4978" name="Google Shape;4978;p64"/>
          <p:cNvSpPr txBox="1"/>
          <p:nvPr>
            <p:ph hasCustomPrompt="1" type="title"/>
          </p:nvPr>
        </p:nvSpPr>
        <p:spPr>
          <a:xfrm>
            <a:off x="969300" y="1005788"/>
            <a:ext cx="3602700" cy="7314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500">
                <a:solidFill>
                  <a:schemeClr val="lt2"/>
                </a:solidFill>
              </a:defRPr>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4979" name="Google Shape;4979;p64"/>
          <p:cNvSpPr txBox="1"/>
          <p:nvPr>
            <p:ph idx="1" type="subTitle"/>
          </p:nvPr>
        </p:nvSpPr>
        <p:spPr>
          <a:xfrm>
            <a:off x="969300" y="1737188"/>
            <a:ext cx="3602700" cy="365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2400"/>
              <a:buNone/>
              <a:defRPr>
                <a:solidFill>
                  <a:schemeClr val="dk1"/>
                </a:solidFill>
              </a:defRPr>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None/>
              <a:defRPr sz="2100">
                <a:solidFill>
                  <a:schemeClr val="dk1"/>
                </a:solidFill>
              </a:defRPr>
            </a:lvl4pPr>
            <a:lvl5pPr lvl="4" algn="ctr">
              <a:lnSpc>
                <a:spcPct val="100000"/>
              </a:lnSpc>
              <a:spcBef>
                <a:spcPts val="0"/>
              </a:spcBef>
              <a:spcAft>
                <a:spcPts val="0"/>
              </a:spcAft>
              <a:buClr>
                <a:schemeClr val="dk1"/>
              </a:buClr>
              <a:buSzPts val="2100"/>
              <a:buNone/>
              <a:defRPr sz="2100">
                <a:solidFill>
                  <a:schemeClr val="dk1"/>
                </a:solidFill>
              </a:defRPr>
            </a:lvl5pPr>
            <a:lvl6pPr lvl="5" algn="ctr">
              <a:lnSpc>
                <a:spcPct val="100000"/>
              </a:lnSpc>
              <a:spcBef>
                <a:spcPts val="0"/>
              </a:spcBef>
              <a:spcAft>
                <a:spcPts val="0"/>
              </a:spcAft>
              <a:buClr>
                <a:schemeClr val="dk1"/>
              </a:buClr>
              <a:buSzPts val="2100"/>
              <a:buNone/>
              <a:defRPr sz="2100">
                <a:solidFill>
                  <a:schemeClr val="dk1"/>
                </a:solidFill>
              </a:defRPr>
            </a:lvl6pPr>
            <a:lvl7pPr lvl="6" algn="ctr">
              <a:lnSpc>
                <a:spcPct val="100000"/>
              </a:lnSpc>
              <a:spcBef>
                <a:spcPts val="0"/>
              </a:spcBef>
              <a:spcAft>
                <a:spcPts val="0"/>
              </a:spcAft>
              <a:buClr>
                <a:schemeClr val="dk1"/>
              </a:buClr>
              <a:buSzPts val="2100"/>
              <a:buNone/>
              <a:defRPr sz="2100">
                <a:solidFill>
                  <a:schemeClr val="dk1"/>
                </a:solidFill>
              </a:defRPr>
            </a:lvl7pPr>
            <a:lvl8pPr lvl="7" algn="ctr">
              <a:lnSpc>
                <a:spcPct val="100000"/>
              </a:lnSpc>
              <a:spcBef>
                <a:spcPts val="0"/>
              </a:spcBef>
              <a:spcAft>
                <a:spcPts val="0"/>
              </a:spcAft>
              <a:buClr>
                <a:schemeClr val="dk1"/>
              </a:buClr>
              <a:buSzPts val="2100"/>
              <a:buNone/>
              <a:defRPr sz="2100">
                <a:solidFill>
                  <a:schemeClr val="dk1"/>
                </a:solidFill>
              </a:defRPr>
            </a:lvl8pPr>
            <a:lvl9pPr lvl="8" algn="ctr">
              <a:lnSpc>
                <a:spcPct val="100000"/>
              </a:lnSpc>
              <a:spcBef>
                <a:spcPts val="0"/>
              </a:spcBef>
              <a:spcAft>
                <a:spcPts val="0"/>
              </a:spcAft>
              <a:buClr>
                <a:schemeClr val="dk1"/>
              </a:buClr>
              <a:buSzPts val="2100"/>
              <a:buNone/>
              <a:defRPr sz="2100">
                <a:solidFill>
                  <a:schemeClr val="dk1"/>
                </a:solidFill>
              </a:defRPr>
            </a:lvl9pPr>
          </a:lstStyle>
          <a:p/>
        </p:txBody>
      </p:sp>
      <p:sp>
        <p:nvSpPr>
          <p:cNvPr id="4980" name="Google Shape;4980;p64"/>
          <p:cNvSpPr txBox="1"/>
          <p:nvPr>
            <p:ph hasCustomPrompt="1" idx="2" type="title"/>
          </p:nvPr>
        </p:nvSpPr>
        <p:spPr>
          <a:xfrm>
            <a:off x="4572000" y="1005781"/>
            <a:ext cx="3602700" cy="7314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500">
                <a:solidFill>
                  <a:schemeClr val="accent5"/>
                </a:solidFill>
              </a:defRPr>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4981" name="Google Shape;4981;p64"/>
          <p:cNvSpPr txBox="1"/>
          <p:nvPr>
            <p:ph idx="3" type="subTitle"/>
          </p:nvPr>
        </p:nvSpPr>
        <p:spPr>
          <a:xfrm>
            <a:off x="4572000" y="1739753"/>
            <a:ext cx="3602700" cy="365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2400"/>
              <a:buNone/>
              <a:defRPr>
                <a:solidFill>
                  <a:schemeClr val="dk1"/>
                </a:solidFill>
              </a:defRPr>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None/>
              <a:defRPr sz="2100">
                <a:solidFill>
                  <a:schemeClr val="dk1"/>
                </a:solidFill>
              </a:defRPr>
            </a:lvl4pPr>
            <a:lvl5pPr lvl="4" algn="ctr">
              <a:lnSpc>
                <a:spcPct val="100000"/>
              </a:lnSpc>
              <a:spcBef>
                <a:spcPts val="0"/>
              </a:spcBef>
              <a:spcAft>
                <a:spcPts val="0"/>
              </a:spcAft>
              <a:buClr>
                <a:schemeClr val="dk1"/>
              </a:buClr>
              <a:buSzPts val="2100"/>
              <a:buNone/>
              <a:defRPr sz="2100">
                <a:solidFill>
                  <a:schemeClr val="dk1"/>
                </a:solidFill>
              </a:defRPr>
            </a:lvl5pPr>
            <a:lvl6pPr lvl="5" algn="ctr">
              <a:lnSpc>
                <a:spcPct val="100000"/>
              </a:lnSpc>
              <a:spcBef>
                <a:spcPts val="0"/>
              </a:spcBef>
              <a:spcAft>
                <a:spcPts val="0"/>
              </a:spcAft>
              <a:buClr>
                <a:schemeClr val="dk1"/>
              </a:buClr>
              <a:buSzPts val="2100"/>
              <a:buNone/>
              <a:defRPr sz="2100">
                <a:solidFill>
                  <a:schemeClr val="dk1"/>
                </a:solidFill>
              </a:defRPr>
            </a:lvl6pPr>
            <a:lvl7pPr lvl="6" algn="ctr">
              <a:lnSpc>
                <a:spcPct val="100000"/>
              </a:lnSpc>
              <a:spcBef>
                <a:spcPts val="0"/>
              </a:spcBef>
              <a:spcAft>
                <a:spcPts val="0"/>
              </a:spcAft>
              <a:buClr>
                <a:schemeClr val="dk1"/>
              </a:buClr>
              <a:buSzPts val="2100"/>
              <a:buNone/>
              <a:defRPr sz="2100">
                <a:solidFill>
                  <a:schemeClr val="dk1"/>
                </a:solidFill>
              </a:defRPr>
            </a:lvl7pPr>
            <a:lvl8pPr lvl="7" algn="ctr">
              <a:lnSpc>
                <a:spcPct val="100000"/>
              </a:lnSpc>
              <a:spcBef>
                <a:spcPts val="0"/>
              </a:spcBef>
              <a:spcAft>
                <a:spcPts val="0"/>
              </a:spcAft>
              <a:buClr>
                <a:schemeClr val="dk1"/>
              </a:buClr>
              <a:buSzPts val="2100"/>
              <a:buNone/>
              <a:defRPr sz="2100">
                <a:solidFill>
                  <a:schemeClr val="dk1"/>
                </a:solidFill>
              </a:defRPr>
            </a:lvl8pPr>
            <a:lvl9pPr lvl="8" algn="ctr">
              <a:lnSpc>
                <a:spcPct val="100000"/>
              </a:lnSpc>
              <a:spcBef>
                <a:spcPts val="0"/>
              </a:spcBef>
              <a:spcAft>
                <a:spcPts val="0"/>
              </a:spcAft>
              <a:buClr>
                <a:schemeClr val="dk1"/>
              </a:buClr>
              <a:buSzPts val="2100"/>
              <a:buNone/>
              <a:defRPr sz="2100">
                <a:solidFill>
                  <a:schemeClr val="dk1"/>
                </a:solidFill>
              </a:defRPr>
            </a:lvl9pPr>
          </a:lstStyle>
          <a:p/>
        </p:txBody>
      </p:sp>
      <p:sp>
        <p:nvSpPr>
          <p:cNvPr id="4982" name="Google Shape;4982;p64"/>
          <p:cNvSpPr txBox="1"/>
          <p:nvPr>
            <p:ph hasCustomPrompt="1" idx="4" type="title"/>
          </p:nvPr>
        </p:nvSpPr>
        <p:spPr>
          <a:xfrm>
            <a:off x="2770650" y="3036750"/>
            <a:ext cx="3602700" cy="7314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500">
                <a:solidFill>
                  <a:schemeClr val="accent2"/>
                </a:solidFill>
              </a:defRPr>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4983" name="Google Shape;4983;p64"/>
          <p:cNvSpPr txBox="1"/>
          <p:nvPr>
            <p:ph idx="5" type="subTitle"/>
          </p:nvPr>
        </p:nvSpPr>
        <p:spPr>
          <a:xfrm>
            <a:off x="2770650" y="3773293"/>
            <a:ext cx="3602700" cy="365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2400"/>
              <a:buNone/>
              <a:defRPr>
                <a:solidFill>
                  <a:schemeClr val="dk1"/>
                </a:solidFill>
              </a:defRPr>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None/>
              <a:defRPr sz="2100">
                <a:solidFill>
                  <a:schemeClr val="dk1"/>
                </a:solidFill>
              </a:defRPr>
            </a:lvl4pPr>
            <a:lvl5pPr lvl="4" algn="ctr">
              <a:lnSpc>
                <a:spcPct val="100000"/>
              </a:lnSpc>
              <a:spcBef>
                <a:spcPts val="0"/>
              </a:spcBef>
              <a:spcAft>
                <a:spcPts val="0"/>
              </a:spcAft>
              <a:buClr>
                <a:schemeClr val="dk1"/>
              </a:buClr>
              <a:buSzPts val="2100"/>
              <a:buNone/>
              <a:defRPr sz="2100">
                <a:solidFill>
                  <a:schemeClr val="dk1"/>
                </a:solidFill>
              </a:defRPr>
            </a:lvl5pPr>
            <a:lvl6pPr lvl="5" algn="ctr">
              <a:lnSpc>
                <a:spcPct val="100000"/>
              </a:lnSpc>
              <a:spcBef>
                <a:spcPts val="0"/>
              </a:spcBef>
              <a:spcAft>
                <a:spcPts val="0"/>
              </a:spcAft>
              <a:buClr>
                <a:schemeClr val="dk1"/>
              </a:buClr>
              <a:buSzPts val="2100"/>
              <a:buNone/>
              <a:defRPr sz="2100">
                <a:solidFill>
                  <a:schemeClr val="dk1"/>
                </a:solidFill>
              </a:defRPr>
            </a:lvl6pPr>
            <a:lvl7pPr lvl="6" algn="ctr">
              <a:lnSpc>
                <a:spcPct val="100000"/>
              </a:lnSpc>
              <a:spcBef>
                <a:spcPts val="0"/>
              </a:spcBef>
              <a:spcAft>
                <a:spcPts val="0"/>
              </a:spcAft>
              <a:buClr>
                <a:schemeClr val="dk1"/>
              </a:buClr>
              <a:buSzPts val="2100"/>
              <a:buNone/>
              <a:defRPr sz="2100">
                <a:solidFill>
                  <a:schemeClr val="dk1"/>
                </a:solidFill>
              </a:defRPr>
            </a:lvl7pPr>
            <a:lvl8pPr lvl="7" algn="ctr">
              <a:lnSpc>
                <a:spcPct val="100000"/>
              </a:lnSpc>
              <a:spcBef>
                <a:spcPts val="0"/>
              </a:spcBef>
              <a:spcAft>
                <a:spcPts val="0"/>
              </a:spcAft>
              <a:buClr>
                <a:schemeClr val="dk1"/>
              </a:buClr>
              <a:buSzPts val="2100"/>
              <a:buNone/>
              <a:defRPr sz="2100">
                <a:solidFill>
                  <a:schemeClr val="dk1"/>
                </a:solidFill>
              </a:defRPr>
            </a:lvl8pPr>
            <a:lvl9pPr lvl="8" algn="ctr">
              <a:lnSpc>
                <a:spcPct val="100000"/>
              </a:lnSpc>
              <a:spcBef>
                <a:spcPts val="0"/>
              </a:spcBef>
              <a:spcAft>
                <a:spcPts val="0"/>
              </a:spcAft>
              <a:buClr>
                <a:schemeClr val="dk1"/>
              </a:buClr>
              <a:buSzPts val="2100"/>
              <a:buNone/>
              <a:defRPr sz="2100">
                <a:solidFill>
                  <a:schemeClr val="dk1"/>
                </a:solidFill>
              </a:defRPr>
            </a:lvl9pPr>
          </a:lstStyle>
          <a:p/>
        </p:txBody>
      </p:sp>
      <p:grpSp>
        <p:nvGrpSpPr>
          <p:cNvPr id="4984" name="Google Shape;4984;p64"/>
          <p:cNvGrpSpPr/>
          <p:nvPr/>
        </p:nvGrpSpPr>
        <p:grpSpPr>
          <a:xfrm>
            <a:off x="281690" y="-1"/>
            <a:ext cx="8777168" cy="5059520"/>
            <a:chOff x="281690" y="-1"/>
            <a:chExt cx="8777168" cy="5059520"/>
          </a:xfrm>
        </p:grpSpPr>
        <p:grpSp>
          <p:nvGrpSpPr>
            <p:cNvPr id="4985" name="Google Shape;4985;p64"/>
            <p:cNvGrpSpPr/>
            <p:nvPr/>
          </p:nvGrpSpPr>
          <p:grpSpPr>
            <a:xfrm>
              <a:off x="281690" y="3567810"/>
              <a:ext cx="261189" cy="248344"/>
              <a:chOff x="5164484" y="526738"/>
              <a:chExt cx="133266" cy="126713"/>
            </a:xfrm>
          </p:grpSpPr>
          <p:sp>
            <p:nvSpPr>
              <p:cNvPr id="4986" name="Google Shape;4986;p64"/>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4"/>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8" name="Google Shape;4988;p64"/>
            <p:cNvGrpSpPr/>
            <p:nvPr/>
          </p:nvGrpSpPr>
          <p:grpSpPr>
            <a:xfrm rot="-666286">
              <a:off x="4044854" y="84508"/>
              <a:ext cx="958174" cy="829369"/>
              <a:chOff x="3725309" y="381575"/>
              <a:chExt cx="533375" cy="461700"/>
            </a:xfrm>
          </p:grpSpPr>
          <p:sp>
            <p:nvSpPr>
              <p:cNvPr id="4989" name="Google Shape;4989;p64"/>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4"/>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4"/>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4"/>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4"/>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4"/>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4"/>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4"/>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4"/>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4"/>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4"/>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4"/>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4"/>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4"/>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4"/>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4" name="Google Shape;5004;p64"/>
            <p:cNvGrpSpPr/>
            <p:nvPr/>
          </p:nvGrpSpPr>
          <p:grpSpPr>
            <a:xfrm>
              <a:off x="2210174" y="4604008"/>
              <a:ext cx="185799" cy="185799"/>
              <a:chOff x="5035425" y="2779450"/>
              <a:chExt cx="94800" cy="94800"/>
            </a:xfrm>
          </p:grpSpPr>
          <p:sp>
            <p:nvSpPr>
              <p:cNvPr id="5005" name="Google Shape;5005;p64"/>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4"/>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7" name="Google Shape;5007;p64"/>
            <p:cNvGrpSpPr/>
            <p:nvPr/>
          </p:nvGrpSpPr>
          <p:grpSpPr>
            <a:xfrm rot="-1471223">
              <a:off x="8377683" y="3816187"/>
              <a:ext cx="606923" cy="489714"/>
              <a:chOff x="-1636175" y="409550"/>
              <a:chExt cx="448750" cy="362088"/>
            </a:xfrm>
          </p:grpSpPr>
          <p:sp>
            <p:nvSpPr>
              <p:cNvPr id="5008" name="Google Shape;5008;p64"/>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4"/>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0" name="Google Shape;5010;p64"/>
            <p:cNvGrpSpPr/>
            <p:nvPr/>
          </p:nvGrpSpPr>
          <p:grpSpPr>
            <a:xfrm rot="1102078">
              <a:off x="7792398" y="4519810"/>
              <a:ext cx="500563" cy="472887"/>
              <a:chOff x="-1174275" y="581450"/>
              <a:chExt cx="370100" cy="349638"/>
            </a:xfrm>
          </p:grpSpPr>
          <p:sp>
            <p:nvSpPr>
              <p:cNvPr id="5011" name="Google Shape;5011;p64"/>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4"/>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3" name="Google Shape;5013;p64"/>
            <p:cNvGrpSpPr/>
            <p:nvPr/>
          </p:nvGrpSpPr>
          <p:grpSpPr>
            <a:xfrm rot="464907">
              <a:off x="465174" y="3768061"/>
              <a:ext cx="1592198" cy="1080298"/>
              <a:chOff x="-3794680" y="4317442"/>
              <a:chExt cx="866989" cy="588248"/>
            </a:xfrm>
          </p:grpSpPr>
          <p:sp>
            <p:nvSpPr>
              <p:cNvPr id="5014" name="Google Shape;5014;p64"/>
              <p:cNvSpPr/>
              <p:nvPr/>
            </p:nvSpPr>
            <p:spPr>
              <a:xfrm>
                <a:off x="-3794375" y="4317442"/>
                <a:ext cx="866684" cy="558918"/>
              </a:xfrm>
              <a:custGeom>
                <a:rect b="b" l="l" r="r" t="t"/>
                <a:pathLst>
                  <a:path extrusionOk="0" h="5499" w="8527">
                    <a:moveTo>
                      <a:pt x="7325" y="858"/>
                    </a:moveTo>
                    <a:cubicBezTo>
                      <a:pt x="7416" y="858"/>
                      <a:pt x="7489" y="932"/>
                      <a:pt x="7489" y="1022"/>
                    </a:cubicBezTo>
                    <a:lnTo>
                      <a:pt x="7489" y="1282"/>
                    </a:lnTo>
                    <a:lnTo>
                      <a:pt x="4440" y="1287"/>
                    </a:lnTo>
                    <a:lnTo>
                      <a:pt x="4440" y="1287"/>
                    </a:lnTo>
                    <a:lnTo>
                      <a:pt x="5199" y="858"/>
                    </a:lnTo>
                    <a:close/>
                    <a:moveTo>
                      <a:pt x="5031" y="858"/>
                    </a:moveTo>
                    <a:lnTo>
                      <a:pt x="4270" y="1287"/>
                    </a:lnTo>
                    <a:lnTo>
                      <a:pt x="4225" y="1287"/>
                    </a:lnTo>
                    <a:lnTo>
                      <a:pt x="3464" y="858"/>
                    </a:lnTo>
                    <a:close/>
                    <a:moveTo>
                      <a:pt x="3296" y="858"/>
                    </a:moveTo>
                    <a:lnTo>
                      <a:pt x="4058" y="1287"/>
                    </a:lnTo>
                    <a:lnTo>
                      <a:pt x="1032" y="1291"/>
                    </a:lnTo>
                    <a:lnTo>
                      <a:pt x="1032" y="1022"/>
                    </a:lnTo>
                    <a:cubicBezTo>
                      <a:pt x="1032" y="932"/>
                      <a:pt x="1106" y="858"/>
                      <a:pt x="1196" y="858"/>
                    </a:cubicBezTo>
                    <a:close/>
                    <a:moveTo>
                      <a:pt x="2091" y="1"/>
                    </a:moveTo>
                    <a:cubicBezTo>
                      <a:pt x="2019" y="1"/>
                      <a:pt x="1962" y="58"/>
                      <a:pt x="1962" y="130"/>
                    </a:cubicBezTo>
                    <a:cubicBezTo>
                      <a:pt x="1962" y="200"/>
                      <a:pt x="2019" y="259"/>
                      <a:pt x="2091" y="259"/>
                    </a:cubicBezTo>
                    <a:cubicBezTo>
                      <a:pt x="2124" y="259"/>
                      <a:pt x="2154" y="245"/>
                      <a:pt x="2176" y="225"/>
                    </a:cubicBezTo>
                    <a:lnTo>
                      <a:pt x="2783" y="566"/>
                    </a:lnTo>
                    <a:lnTo>
                      <a:pt x="1196" y="566"/>
                    </a:lnTo>
                    <a:cubicBezTo>
                      <a:pt x="946" y="566"/>
                      <a:pt x="744" y="771"/>
                      <a:pt x="744" y="1019"/>
                    </a:cubicBezTo>
                    <a:lnTo>
                      <a:pt x="744" y="1289"/>
                    </a:lnTo>
                    <a:lnTo>
                      <a:pt x="447" y="1289"/>
                    </a:lnTo>
                    <a:cubicBezTo>
                      <a:pt x="202" y="1289"/>
                      <a:pt x="1" y="1490"/>
                      <a:pt x="1" y="1735"/>
                    </a:cubicBezTo>
                    <a:lnTo>
                      <a:pt x="2" y="2143"/>
                    </a:lnTo>
                    <a:lnTo>
                      <a:pt x="7" y="4856"/>
                    </a:lnTo>
                    <a:lnTo>
                      <a:pt x="7" y="5050"/>
                    </a:lnTo>
                    <a:cubicBezTo>
                      <a:pt x="8" y="5295"/>
                      <a:pt x="207" y="5496"/>
                      <a:pt x="453" y="5496"/>
                    </a:cubicBezTo>
                    <a:cubicBezTo>
                      <a:pt x="454" y="5496"/>
                      <a:pt x="454" y="5496"/>
                      <a:pt x="455" y="5496"/>
                    </a:cubicBezTo>
                    <a:lnTo>
                      <a:pt x="3144" y="5492"/>
                    </a:lnTo>
                    <a:lnTo>
                      <a:pt x="3144" y="5498"/>
                    </a:lnTo>
                    <a:lnTo>
                      <a:pt x="5382" y="5498"/>
                    </a:lnTo>
                    <a:lnTo>
                      <a:pt x="5382" y="5492"/>
                    </a:lnTo>
                    <a:lnTo>
                      <a:pt x="8079" y="5488"/>
                    </a:lnTo>
                    <a:cubicBezTo>
                      <a:pt x="8325" y="5487"/>
                      <a:pt x="8526" y="5287"/>
                      <a:pt x="8526" y="5040"/>
                    </a:cubicBezTo>
                    <a:lnTo>
                      <a:pt x="8526" y="4857"/>
                    </a:lnTo>
                    <a:lnTo>
                      <a:pt x="8521" y="2144"/>
                    </a:lnTo>
                    <a:lnTo>
                      <a:pt x="8519" y="1725"/>
                    </a:lnTo>
                    <a:cubicBezTo>
                      <a:pt x="8518" y="1480"/>
                      <a:pt x="8318" y="1280"/>
                      <a:pt x="8072" y="1280"/>
                    </a:cubicBezTo>
                    <a:lnTo>
                      <a:pt x="7776" y="1280"/>
                    </a:lnTo>
                    <a:lnTo>
                      <a:pt x="7776" y="1019"/>
                    </a:lnTo>
                    <a:cubicBezTo>
                      <a:pt x="7776" y="770"/>
                      <a:pt x="7573" y="566"/>
                      <a:pt x="7324" y="566"/>
                    </a:cubicBezTo>
                    <a:lnTo>
                      <a:pt x="5712" y="566"/>
                    </a:lnTo>
                    <a:lnTo>
                      <a:pt x="6319" y="225"/>
                    </a:lnTo>
                    <a:cubicBezTo>
                      <a:pt x="6341" y="245"/>
                      <a:pt x="6371" y="259"/>
                      <a:pt x="6405" y="259"/>
                    </a:cubicBezTo>
                    <a:cubicBezTo>
                      <a:pt x="6476" y="259"/>
                      <a:pt x="6534" y="200"/>
                      <a:pt x="6534" y="130"/>
                    </a:cubicBezTo>
                    <a:cubicBezTo>
                      <a:pt x="6534" y="58"/>
                      <a:pt x="6476" y="1"/>
                      <a:pt x="6405" y="1"/>
                    </a:cubicBezTo>
                    <a:cubicBezTo>
                      <a:pt x="6334" y="1"/>
                      <a:pt x="6276" y="58"/>
                      <a:pt x="6276" y="130"/>
                    </a:cubicBezTo>
                    <a:cubicBezTo>
                      <a:pt x="6276" y="137"/>
                      <a:pt x="6277" y="146"/>
                      <a:pt x="6279" y="153"/>
                    </a:cubicBezTo>
                    <a:lnTo>
                      <a:pt x="5545" y="566"/>
                    </a:lnTo>
                    <a:lnTo>
                      <a:pt x="2950" y="566"/>
                    </a:lnTo>
                    <a:lnTo>
                      <a:pt x="2217" y="153"/>
                    </a:lnTo>
                    <a:cubicBezTo>
                      <a:pt x="2218" y="146"/>
                      <a:pt x="2220" y="138"/>
                      <a:pt x="2220" y="130"/>
                    </a:cubicBezTo>
                    <a:cubicBezTo>
                      <a:pt x="2220" y="58"/>
                      <a:pt x="2161" y="1"/>
                      <a:pt x="2091"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4"/>
              <p:cNvSpPr/>
              <p:nvPr/>
            </p:nvSpPr>
            <p:spPr>
              <a:xfrm>
                <a:off x="-3794680" y="4447695"/>
                <a:ext cx="866989" cy="428718"/>
              </a:xfrm>
              <a:custGeom>
                <a:rect b="b" l="l" r="r" t="t"/>
                <a:pathLst>
                  <a:path extrusionOk="0" h="4218" w="8530">
                    <a:moveTo>
                      <a:pt x="8075" y="0"/>
                    </a:moveTo>
                    <a:lnTo>
                      <a:pt x="448" y="11"/>
                    </a:lnTo>
                    <a:cubicBezTo>
                      <a:pt x="201" y="11"/>
                      <a:pt x="1" y="212"/>
                      <a:pt x="1" y="457"/>
                    </a:cubicBezTo>
                    <a:lnTo>
                      <a:pt x="2" y="864"/>
                    </a:lnTo>
                    <a:lnTo>
                      <a:pt x="7" y="3577"/>
                    </a:lnTo>
                    <a:lnTo>
                      <a:pt x="7" y="3772"/>
                    </a:lnTo>
                    <a:cubicBezTo>
                      <a:pt x="9" y="4017"/>
                      <a:pt x="210" y="4217"/>
                      <a:pt x="455" y="4217"/>
                    </a:cubicBezTo>
                    <a:lnTo>
                      <a:pt x="8082" y="4208"/>
                    </a:lnTo>
                    <a:cubicBezTo>
                      <a:pt x="8329" y="4207"/>
                      <a:pt x="8529" y="4006"/>
                      <a:pt x="8529" y="3761"/>
                    </a:cubicBezTo>
                    <a:lnTo>
                      <a:pt x="8529" y="3577"/>
                    </a:lnTo>
                    <a:lnTo>
                      <a:pt x="8524" y="864"/>
                    </a:lnTo>
                    <a:lnTo>
                      <a:pt x="8523" y="445"/>
                    </a:lnTo>
                    <a:cubicBezTo>
                      <a:pt x="8521" y="200"/>
                      <a:pt x="8320" y="0"/>
                      <a:pt x="8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4"/>
              <p:cNvSpPr/>
              <p:nvPr/>
            </p:nvSpPr>
            <p:spPr>
              <a:xfrm>
                <a:off x="-3594959" y="4317696"/>
                <a:ext cx="464800" cy="141788"/>
              </a:xfrm>
              <a:custGeom>
                <a:rect b="b" l="l" r="r" t="t"/>
                <a:pathLst>
                  <a:path extrusionOk="0" h="1395" w="4573">
                    <a:moveTo>
                      <a:pt x="130" y="1"/>
                    </a:moveTo>
                    <a:cubicBezTo>
                      <a:pt x="59" y="1"/>
                      <a:pt x="1" y="59"/>
                      <a:pt x="1" y="130"/>
                    </a:cubicBezTo>
                    <a:cubicBezTo>
                      <a:pt x="1" y="201"/>
                      <a:pt x="59" y="259"/>
                      <a:pt x="130" y="259"/>
                    </a:cubicBezTo>
                    <a:cubicBezTo>
                      <a:pt x="163" y="259"/>
                      <a:pt x="193" y="246"/>
                      <a:pt x="216" y="225"/>
                    </a:cubicBezTo>
                    <a:lnTo>
                      <a:pt x="2286" y="1394"/>
                    </a:lnTo>
                    <a:lnTo>
                      <a:pt x="4357" y="227"/>
                    </a:lnTo>
                    <a:cubicBezTo>
                      <a:pt x="4381" y="247"/>
                      <a:pt x="4409" y="260"/>
                      <a:pt x="4443" y="260"/>
                    </a:cubicBezTo>
                    <a:cubicBezTo>
                      <a:pt x="4515" y="260"/>
                      <a:pt x="4572" y="202"/>
                      <a:pt x="4572" y="131"/>
                    </a:cubicBezTo>
                    <a:cubicBezTo>
                      <a:pt x="4572" y="61"/>
                      <a:pt x="4516" y="1"/>
                      <a:pt x="4443" y="1"/>
                    </a:cubicBezTo>
                    <a:cubicBezTo>
                      <a:pt x="4372" y="1"/>
                      <a:pt x="4314" y="59"/>
                      <a:pt x="4314" y="130"/>
                    </a:cubicBezTo>
                    <a:cubicBezTo>
                      <a:pt x="4314" y="138"/>
                      <a:pt x="4315" y="146"/>
                      <a:pt x="4317" y="155"/>
                    </a:cubicBezTo>
                    <a:lnTo>
                      <a:pt x="2287" y="1298"/>
                    </a:lnTo>
                    <a:lnTo>
                      <a:pt x="256" y="155"/>
                    </a:lnTo>
                    <a:cubicBezTo>
                      <a:pt x="258" y="146"/>
                      <a:pt x="259" y="139"/>
                      <a:pt x="259" y="130"/>
                    </a:cubicBezTo>
                    <a:cubicBezTo>
                      <a:pt x="259" y="59"/>
                      <a:pt x="201" y="1"/>
                      <a:pt x="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4"/>
              <p:cNvSpPr/>
              <p:nvPr/>
            </p:nvSpPr>
            <p:spPr>
              <a:xfrm>
                <a:off x="-3718857" y="4375428"/>
                <a:ext cx="715037" cy="76637"/>
              </a:xfrm>
              <a:custGeom>
                <a:rect b="b" l="l" r="r" t="t"/>
                <a:pathLst>
                  <a:path extrusionOk="0" h="754" w="7035">
                    <a:moveTo>
                      <a:pt x="453" y="0"/>
                    </a:moveTo>
                    <a:cubicBezTo>
                      <a:pt x="204" y="0"/>
                      <a:pt x="1" y="203"/>
                      <a:pt x="1" y="453"/>
                    </a:cubicBezTo>
                    <a:lnTo>
                      <a:pt x="1" y="754"/>
                    </a:lnTo>
                    <a:lnTo>
                      <a:pt x="289" y="754"/>
                    </a:lnTo>
                    <a:lnTo>
                      <a:pt x="289" y="453"/>
                    </a:lnTo>
                    <a:cubicBezTo>
                      <a:pt x="289" y="363"/>
                      <a:pt x="363" y="289"/>
                      <a:pt x="453" y="289"/>
                    </a:cubicBezTo>
                    <a:lnTo>
                      <a:pt x="6582" y="289"/>
                    </a:lnTo>
                    <a:cubicBezTo>
                      <a:pt x="6673" y="289"/>
                      <a:pt x="6746" y="363"/>
                      <a:pt x="6746" y="453"/>
                    </a:cubicBezTo>
                    <a:lnTo>
                      <a:pt x="6746" y="754"/>
                    </a:lnTo>
                    <a:lnTo>
                      <a:pt x="7035" y="754"/>
                    </a:lnTo>
                    <a:lnTo>
                      <a:pt x="7035" y="453"/>
                    </a:lnTo>
                    <a:cubicBezTo>
                      <a:pt x="7035" y="203"/>
                      <a:pt x="6833" y="0"/>
                      <a:pt x="65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4"/>
              <p:cNvSpPr/>
              <p:nvPr/>
            </p:nvSpPr>
            <p:spPr>
              <a:xfrm>
                <a:off x="-3530000" y="4363021"/>
                <a:ext cx="338351" cy="54275"/>
              </a:xfrm>
              <a:custGeom>
                <a:rect b="b" l="l" r="r" t="t"/>
                <a:pathLst>
                  <a:path extrusionOk="0" h="290" w="3329">
                    <a:moveTo>
                      <a:pt x="1" y="0"/>
                    </a:moveTo>
                    <a:lnTo>
                      <a:pt x="1" y="289"/>
                    </a:lnTo>
                    <a:lnTo>
                      <a:pt x="3329" y="289"/>
                    </a:lnTo>
                    <a:lnTo>
                      <a:pt x="33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4"/>
              <p:cNvSpPr/>
              <p:nvPr/>
            </p:nvSpPr>
            <p:spPr>
              <a:xfrm>
                <a:off x="-3794579" y="4447797"/>
                <a:ext cx="866379" cy="88020"/>
              </a:xfrm>
              <a:custGeom>
                <a:rect b="b" l="l" r="r" t="t"/>
                <a:pathLst>
                  <a:path extrusionOk="0" h="866" w="8524">
                    <a:moveTo>
                      <a:pt x="8075" y="0"/>
                    </a:moveTo>
                    <a:lnTo>
                      <a:pt x="448" y="11"/>
                    </a:lnTo>
                    <a:cubicBezTo>
                      <a:pt x="201" y="11"/>
                      <a:pt x="1" y="212"/>
                      <a:pt x="1" y="457"/>
                    </a:cubicBezTo>
                    <a:lnTo>
                      <a:pt x="2" y="865"/>
                    </a:lnTo>
                    <a:lnTo>
                      <a:pt x="8523" y="865"/>
                    </a:lnTo>
                    <a:lnTo>
                      <a:pt x="8523" y="445"/>
                    </a:lnTo>
                    <a:cubicBezTo>
                      <a:pt x="8521" y="201"/>
                      <a:pt x="8320" y="0"/>
                      <a:pt x="8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4"/>
              <p:cNvSpPr/>
              <p:nvPr/>
            </p:nvSpPr>
            <p:spPr>
              <a:xfrm>
                <a:off x="-3679930" y="4464669"/>
                <a:ext cx="638198" cy="54276"/>
              </a:xfrm>
              <a:custGeom>
                <a:rect b="b" l="l" r="r" t="t"/>
                <a:pathLst>
                  <a:path extrusionOk="0" h="534" w="6279">
                    <a:moveTo>
                      <a:pt x="6278" y="1"/>
                    </a:moveTo>
                    <a:lnTo>
                      <a:pt x="1" y="9"/>
                    </a:lnTo>
                    <a:lnTo>
                      <a:pt x="1" y="533"/>
                    </a:lnTo>
                    <a:lnTo>
                      <a:pt x="6278" y="533"/>
                    </a:lnTo>
                    <a:lnTo>
                      <a:pt x="62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4"/>
              <p:cNvSpPr/>
              <p:nvPr/>
            </p:nvSpPr>
            <p:spPr>
              <a:xfrm>
                <a:off x="-3490068" y="4488555"/>
                <a:ext cx="430445" cy="6403"/>
              </a:xfrm>
              <a:custGeom>
                <a:rect b="b" l="l" r="r" t="t"/>
                <a:pathLst>
                  <a:path extrusionOk="0" h="63" w="4235">
                    <a:moveTo>
                      <a:pt x="32" y="1"/>
                    </a:moveTo>
                    <a:cubicBezTo>
                      <a:pt x="15" y="1"/>
                      <a:pt x="1" y="15"/>
                      <a:pt x="1" y="32"/>
                    </a:cubicBezTo>
                    <a:cubicBezTo>
                      <a:pt x="1" y="48"/>
                      <a:pt x="15" y="63"/>
                      <a:pt x="32" y="63"/>
                    </a:cubicBezTo>
                    <a:lnTo>
                      <a:pt x="4204" y="63"/>
                    </a:lnTo>
                    <a:cubicBezTo>
                      <a:pt x="4222" y="63"/>
                      <a:pt x="4235" y="48"/>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4"/>
              <p:cNvSpPr/>
              <p:nvPr/>
            </p:nvSpPr>
            <p:spPr>
              <a:xfrm>
                <a:off x="-3490068" y="4475545"/>
                <a:ext cx="430649" cy="6403"/>
              </a:xfrm>
              <a:custGeom>
                <a:rect b="b" l="l" r="r" t="t"/>
                <a:pathLst>
                  <a:path extrusionOk="0" h="63" w="4237">
                    <a:moveTo>
                      <a:pt x="32" y="1"/>
                    </a:moveTo>
                    <a:cubicBezTo>
                      <a:pt x="15" y="1"/>
                      <a:pt x="1" y="15"/>
                      <a:pt x="1" y="32"/>
                    </a:cubicBezTo>
                    <a:cubicBezTo>
                      <a:pt x="1" y="48"/>
                      <a:pt x="15" y="63"/>
                      <a:pt x="32" y="63"/>
                    </a:cubicBezTo>
                    <a:lnTo>
                      <a:pt x="4204" y="63"/>
                    </a:lnTo>
                    <a:cubicBezTo>
                      <a:pt x="4222" y="63"/>
                      <a:pt x="4236" y="51"/>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4"/>
              <p:cNvSpPr/>
              <p:nvPr/>
            </p:nvSpPr>
            <p:spPr>
              <a:xfrm>
                <a:off x="-3490068" y="4501565"/>
                <a:ext cx="430649" cy="6403"/>
              </a:xfrm>
              <a:custGeom>
                <a:rect b="b" l="l" r="r" t="t"/>
                <a:pathLst>
                  <a:path extrusionOk="0" h="63" w="4237">
                    <a:moveTo>
                      <a:pt x="32" y="1"/>
                    </a:moveTo>
                    <a:cubicBezTo>
                      <a:pt x="15" y="1"/>
                      <a:pt x="1" y="14"/>
                      <a:pt x="1" y="32"/>
                    </a:cubicBezTo>
                    <a:cubicBezTo>
                      <a:pt x="1" y="48"/>
                      <a:pt x="15" y="63"/>
                      <a:pt x="32" y="63"/>
                    </a:cubicBezTo>
                    <a:lnTo>
                      <a:pt x="4204" y="63"/>
                    </a:lnTo>
                    <a:cubicBezTo>
                      <a:pt x="4222" y="63"/>
                      <a:pt x="4236" y="48"/>
                      <a:pt x="4235" y="32"/>
                    </a:cubicBezTo>
                    <a:cubicBezTo>
                      <a:pt x="4235" y="14"/>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4"/>
              <p:cNvSpPr/>
              <p:nvPr/>
            </p:nvSpPr>
            <p:spPr>
              <a:xfrm>
                <a:off x="-3136466" y="4472800"/>
                <a:ext cx="6403" cy="46246"/>
              </a:xfrm>
              <a:custGeom>
                <a:rect b="b" l="l" r="r" t="t"/>
                <a:pathLst>
                  <a:path extrusionOk="0" h="455" w="63">
                    <a:moveTo>
                      <a:pt x="1" y="0"/>
                    </a:moveTo>
                    <a:lnTo>
                      <a:pt x="1" y="454"/>
                    </a:lnTo>
                    <a:lnTo>
                      <a:pt x="62" y="454"/>
                    </a:lnTo>
                    <a:lnTo>
                      <a:pt x="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4"/>
              <p:cNvSpPr/>
              <p:nvPr/>
            </p:nvSpPr>
            <p:spPr>
              <a:xfrm>
                <a:off x="-3656045" y="4473105"/>
                <a:ext cx="37302" cy="37302"/>
              </a:xfrm>
              <a:custGeom>
                <a:rect b="b" l="l" r="r" t="t"/>
                <a:pathLst>
                  <a:path extrusionOk="0" h="367" w="367">
                    <a:moveTo>
                      <a:pt x="184" y="0"/>
                    </a:moveTo>
                    <a:cubicBezTo>
                      <a:pt x="83" y="0"/>
                      <a:pt x="0" y="83"/>
                      <a:pt x="0" y="184"/>
                    </a:cubicBezTo>
                    <a:cubicBezTo>
                      <a:pt x="0" y="285"/>
                      <a:pt x="83"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4"/>
              <p:cNvSpPr/>
              <p:nvPr/>
            </p:nvSpPr>
            <p:spPr>
              <a:xfrm>
                <a:off x="-3637445" y="4473105"/>
                <a:ext cx="18702" cy="18702"/>
              </a:xfrm>
              <a:custGeom>
                <a:rect b="b" l="l" r="r" t="t"/>
                <a:pathLst>
                  <a:path extrusionOk="0" h="184" w="184">
                    <a:moveTo>
                      <a:pt x="1" y="0"/>
                    </a:moveTo>
                    <a:lnTo>
                      <a:pt x="1" y="184"/>
                    </a:lnTo>
                    <a:lnTo>
                      <a:pt x="183" y="184"/>
                    </a:lnTo>
                    <a:cubicBezTo>
                      <a:pt x="183" y="83"/>
                      <a:pt x="10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4"/>
              <p:cNvSpPr/>
              <p:nvPr/>
            </p:nvSpPr>
            <p:spPr>
              <a:xfrm>
                <a:off x="-3600550" y="4473105"/>
                <a:ext cx="37302" cy="37302"/>
              </a:xfrm>
              <a:custGeom>
                <a:rect b="b" l="l" r="r" t="t"/>
                <a:pathLst>
                  <a:path extrusionOk="0" h="367" w="367">
                    <a:moveTo>
                      <a:pt x="183" y="0"/>
                    </a:moveTo>
                    <a:cubicBezTo>
                      <a:pt x="82" y="0"/>
                      <a:pt x="0" y="83"/>
                      <a:pt x="0" y="184"/>
                    </a:cubicBezTo>
                    <a:cubicBezTo>
                      <a:pt x="0" y="285"/>
                      <a:pt x="82" y="367"/>
                      <a:pt x="183" y="367"/>
                    </a:cubicBezTo>
                    <a:cubicBezTo>
                      <a:pt x="285" y="367"/>
                      <a:pt x="366" y="285"/>
                      <a:pt x="366" y="184"/>
                    </a:cubicBezTo>
                    <a:cubicBezTo>
                      <a:pt x="366" y="83"/>
                      <a:pt x="285"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4"/>
              <p:cNvSpPr/>
              <p:nvPr/>
            </p:nvSpPr>
            <p:spPr>
              <a:xfrm>
                <a:off x="-3595163" y="4473207"/>
                <a:ext cx="26325" cy="18600"/>
              </a:xfrm>
              <a:custGeom>
                <a:rect b="b" l="l" r="r" t="t"/>
                <a:pathLst>
                  <a:path extrusionOk="0" h="183" w="259">
                    <a:moveTo>
                      <a:pt x="130" y="0"/>
                    </a:moveTo>
                    <a:cubicBezTo>
                      <a:pt x="83" y="0"/>
                      <a:pt x="36" y="18"/>
                      <a:pt x="1" y="54"/>
                    </a:cubicBezTo>
                    <a:lnTo>
                      <a:pt x="130" y="183"/>
                    </a:lnTo>
                    <a:lnTo>
                      <a:pt x="259" y="54"/>
                    </a:lnTo>
                    <a:cubicBezTo>
                      <a:pt x="223" y="18"/>
                      <a:pt x="176" y="0"/>
                      <a:pt x="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4"/>
              <p:cNvSpPr/>
              <p:nvPr/>
            </p:nvSpPr>
            <p:spPr>
              <a:xfrm>
                <a:off x="-3545258" y="4473105"/>
                <a:ext cx="37302" cy="37302"/>
              </a:xfrm>
              <a:custGeom>
                <a:rect b="b" l="l" r="r" t="t"/>
                <a:pathLst>
                  <a:path extrusionOk="0" h="367" w="367">
                    <a:moveTo>
                      <a:pt x="184" y="0"/>
                    </a:moveTo>
                    <a:cubicBezTo>
                      <a:pt x="82" y="0"/>
                      <a:pt x="1" y="83"/>
                      <a:pt x="1" y="184"/>
                    </a:cubicBezTo>
                    <a:cubicBezTo>
                      <a:pt x="1" y="285"/>
                      <a:pt x="82"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4"/>
              <p:cNvSpPr/>
              <p:nvPr/>
            </p:nvSpPr>
            <p:spPr>
              <a:xfrm>
                <a:off x="-3545360" y="4491706"/>
                <a:ext cx="18803" cy="18702"/>
              </a:xfrm>
              <a:custGeom>
                <a:rect b="b" l="l" r="r" t="t"/>
                <a:pathLst>
                  <a:path extrusionOk="0" h="184" w="185">
                    <a:moveTo>
                      <a:pt x="1" y="1"/>
                    </a:moveTo>
                    <a:cubicBezTo>
                      <a:pt x="1" y="103"/>
                      <a:pt x="84" y="184"/>
                      <a:pt x="185" y="184"/>
                    </a:cubicBezTo>
                    <a:lnTo>
                      <a:pt x="1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4"/>
              <p:cNvSpPr/>
              <p:nvPr/>
            </p:nvSpPr>
            <p:spPr>
              <a:xfrm>
                <a:off x="-3474924" y="4596193"/>
                <a:ext cx="227674" cy="280323"/>
              </a:xfrm>
              <a:custGeom>
                <a:rect b="b" l="l" r="r" t="t"/>
                <a:pathLst>
                  <a:path extrusionOk="0" h="2758" w="2240">
                    <a:moveTo>
                      <a:pt x="284" y="1"/>
                    </a:moveTo>
                    <a:cubicBezTo>
                      <a:pt x="126" y="1"/>
                      <a:pt x="0" y="129"/>
                      <a:pt x="0" y="285"/>
                    </a:cubicBezTo>
                    <a:lnTo>
                      <a:pt x="0" y="2757"/>
                    </a:lnTo>
                    <a:lnTo>
                      <a:pt x="2240" y="2757"/>
                    </a:lnTo>
                    <a:lnTo>
                      <a:pt x="2240" y="285"/>
                    </a:lnTo>
                    <a:cubicBezTo>
                      <a:pt x="2240" y="128"/>
                      <a:pt x="2112" y="1"/>
                      <a:pt x="19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4"/>
              <p:cNvSpPr/>
              <p:nvPr/>
            </p:nvSpPr>
            <p:spPr>
              <a:xfrm>
                <a:off x="-3458153" y="4612963"/>
                <a:ext cx="194132" cy="263553"/>
              </a:xfrm>
              <a:custGeom>
                <a:rect b="b" l="l" r="r" t="t"/>
                <a:pathLst>
                  <a:path extrusionOk="0" h="2593" w="1910">
                    <a:moveTo>
                      <a:pt x="0" y="1"/>
                    </a:moveTo>
                    <a:lnTo>
                      <a:pt x="0" y="2592"/>
                    </a:lnTo>
                    <a:lnTo>
                      <a:pt x="1910" y="2592"/>
                    </a:lnTo>
                    <a:lnTo>
                      <a:pt x="19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4"/>
              <p:cNvSpPr/>
              <p:nvPr/>
            </p:nvSpPr>
            <p:spPr>
              <a:xfrm>
                <a:off x="-3441789" y="4631259"/>
                <a:ext cx="161303" cy="93407"/>
              </a:xfrm>
              <a:custGeom>
                <a:rect b="b" l="l" r="r" t="t"/>
                <a:pathLst>
                  <a:path extrusionOk="0" h="919" w="1587">
                    <a:moveTo>
                      <a:pt x="0" y="0"/>
                    </a:moveTo>
                    <a:lnTo>
                      <a:pt x="0" y="919"/>
                    </a:lnTo>
                    <a:lnTo>
                      <a:pt x="1587" y="919"/>
                    </a:lnTo>
                    <a:lnTo>
                      <a:pt x="15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4"/>
              <p:cNvSpPr/>
              <p:nvPr/>
            </p:nvSpPr>
            <p:spPr>
              <a:xfrm>
                <a:off x="-3793969" y="4811265"/>
                <a:ext cx="866278" cy="65151"/>
              </a:xfrm>
              <a:custGeom>
                <a:rect b="b" l="l" r="r" t="t"/>
                <a:pathLst>
                  <a:path extrusionOk="0" h="641" w="8523">
                    <a:moveTo>
                      <a:pt x="0" y="0"/>
                    </a:moveTo>
                    <a:lnTo>
                      <a:pt x="0" y="195"/>
                    </a:lnTo>
                    <a:cubicBezTo>
                      <a:pt x="2" y="440"/>
                      <a:pt x="203" y="640"/>
                      <a:pt x="448" y="640"/>
                    </a:cubicBezTo>
                    <a:lnTo>
                      <a:pt x="8075" y="631"/>
                    </a:lnTo>
                    <a:cubicBezTo>
                      <a:pt x="8322" y="630"/>
                      <a:pt x="8522" y="429"/>
                      <a:pt x="8522" y="184"/>
                    </a:cubicBezTo>
                    <a:lnTo>
                      <a:pt x="85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4"/>
              <p:cNvSpPr/>
              <p:nvPr/>
            </p:nvSpPr>
            <p:spPr>
              <a:xfrm>
                <a:off x="-3773336" y="4511932"/>
                <a:ext cx="47466" cy="47568"/>
              </a:xfrm>
              <a:custGeom>
                <a:rect b="b" l="l" r="r" t="t"/>
                <a:pathLst>
                  <a:path extrusionOk="0" h="468" w="467">
                    <a:moveTo>
                      <a:pt x="234" y="0"/>
                    </a:moveTo>
                    <a:cubicBezTo>
                      <a:pt x="105" y="0"/>
                      <a:pt x="0" y="105"/>
                      <a:pt x="0" y="234"/>
                    </a:cubicBezTo>
                    <a:cubicBezTo>
                      <a:pt x="0" y="362"/>
                      <a:pt x="105" y="468"/>
                      <a:pt x="234" y="468"/>
                    </a:cubicBezTo>
                    <a:cubicBezTo>
                      <a:pt x="363" y="468"/>
                      <a:pt x="467" y="362"/>
                      <a:pt x="467" y="234"/>
                    </a:cubicBezTo>
                    <a:cubicBezTo>
                      <a:pt x="467"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4"/>
              <p:cNvSpPr/>
              <p:nvPr/>
            </p:nvSpPr>
            <p:spPr>
              <a:xfrm>
                <a:off x="-3766425" y="4518945"/>
                <a:ext cx="33643" cy="33643"/>
              </a:xfrm>
              <a:custGeom>
                <a:rect b="b" l="l" r="r" t="t"/>
                <a:pathLst>
                  <a:path extrusionOk="0" h="331" w="331">
                    <a:moveTo>
                      <a:pt x="166" y="0"/>
                    </a:moveTo>
                    <a:cubicBezTo>
                      <a:pt x="74" y="0"/>
                      <a:pt x="0" y="73"/>
                      <a:pt x="0" y="165"/>
                    </a:cubicBezTo>
                    <a:cubicBezTo>
                      <a:pt x="0" y="256"/>
                      <a:pt x="74" y="330"/>
                      <a:pt x="166" y="330"/>
                    </a:cubicBezTo>
                    <a:cubicBezTo>
                      <a:pt x="256" y="330"/>
                      <a:pt x="331" y="256"/>
                      <a:pt x="331" y="165"/>
                    </a:cubicBezTo>
                    <a:cubicBezTo>
                      <a:pt x="331" y="73"/>
                      <a:pt x="256"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4"/>
              <p:cNvSpPr/>
              <p:nvPr/>
            </p:nvSpPr>
            <p:spPr>
              <a:xfrm>
                <a:off x="-3770084"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4"/>
              <p:cNvSpPr/>
              <p:nvPr/>
            </p:nvSpPr>
            <p:spPr>
              <a:xfrm>
                <a:off x="-3759513"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2" y="2194"/>
                      <a:pt x="2194" y="1703"/>
                      <a:pt x="2194" y="1098"/>
                    </a:cubicBezTo>
                    <a:cubicBezTo>
                      <a:pt x="2194" y="492"/>
                      <a:pt x="1702"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4"/>
              <p:cNvSpPr/>
              <p:nvPr/>
            </p:nvSpPr>
            <p:spPr>
              <a:xfrm>
                <a:off x="-3689890" y="4635629"/>
                <a:ext cx="83751" cy="83853"/>
              </a:xfrm>
              <a:custGeom>
                <a:rect b="b" l="l" r="r" t="t"/>
                <a:pathLst>
                  <a:path extrusionOk="0" h="825" w="824">
                    <a:moveTo>
                      <a:pt x="413" y="1"/>
                    </a:moveTo>
                    <a:cubicBezTo>
                      <a:pt x="184" y="1"/>
                      <a:pt x="1" y="186"/>
                      <a:pt x="1" y="413"/>
                    </a:cubicBezTo>
                    <a:cubicBezTo>
                      <a:pt x="1" y="640"/>
                      <a:pt x="184"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4"/>
              <p:cNvSpPr/>
              <p:nvPr/>
            </p:nvSpPr>
            <p:spPr>
              <a:xfrm>
                <a:off x="-2996407" y="4511932"/>
                <a:ext cx="47568" cy="47568"/>
              </a:xfrm>
              <a:custGeom>
                <a:rect b="b" l="l" r="r" t="t"/>
                <a:pathLst>
                  <a:path extrusionOk="0" h="468" w="468">
                    <a:moveTo>
                      <a:pt x="234" y="0"/>
                    </a:moveTo>
                    <a:cubicBezTo>
                      <a:pt x="105" y="0"/>
                      <a:pt x="0" y="105"/>
                      <a:pt x="0" y="234"/>
                    </a:cubicBezTo>
                    <a:cubicBezTo>
                      <a:pt x="0" y="362"/>
                      <a:pt x="105" y="468"/>
                      <a:pt x="234" y="468"/>
                    </a:cubicBezTo>
                    <a:cubicBezTo>
                      <a:pt x="363" y="468"/>
                      <a:pt x="468" y="362"/>
                      <a:pt x="468" y="234"/>
                    </a:cubicBezTo>
                    <a:cubicBezTo>
                      <a:pt x="468"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4"/>
              <p:cNvSpPr/>
              <p:nvPr/>
            </p:nvSpPr>
            <p:spPr>
              <a:xfrm>
                <a:off x="-2989496" y="4518945"/>
                <a:ext cx="33643" cy="33643"/>
              </a:xfrm>
              <a:custGeom>
                <a:rect b="b" l="l" r="r" t="t"/>
                <a:pathLst>
                  <a:path extrusionOk="0" h="331" w="331">
                    <a:moveTo>
                      <a:pt x="166" y="0"/>
                    </a:moveTo>
                    <a:cubicBezTo>
                      <a:pt x="75" y="0"/>
                      <a:pt x="0" y="73"/>
                      <a:pt x="0" y="165"/>
                    </a:cubicBezTo>
                    <a:cubicBezTo>
                      <a:pt x="0" y="256"/>
                      <a:pt x="75" y="330"/>
                      <a:pt x="166" y="330"/>
                    </a:cubicBezTo>
                    <a:cubicBezTo>
                      <a:pt x="257" y="330"/>
                      <a:pt x="331" y="256"/>
                      <a:pt x="331" y="165"/>
                    </a:cubicBezTo>
                    <a:cubicBezTo>
                      <a:pt x="331" y="73"/>
                      <a:pt x="257"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4"/>
              <p:cNvSpPr/>
              <p:nvPr/>
            </p:nvSpPr>
            <p:spPr>
              <a:xfrm>
                <a:off x="-3196229"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4"/>
              <p:cNvSpPr/>
              <p:nvPr/>
            </p:nvSpPr>
            <p:spPr>
              <a:xfrm>
                <a:off x="-3185659"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3" y="2194"/>
                      <a:pt x="2194" y="1703"/>
                      <a:pt x="2194" y="1098"/>
                    </a:cubicBezTo>
                    <a:cubicBezTo>
                      <a:pt x="2194" y="492"/>
                      <a:pt x="1703"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4"/>
              <p:cNvSpPr/>
              <p:nvPr/>
            </p:nvSpPr>
            <p:spPr>
              <a:xfrm>
                <a:off x="-3116036" y="4635629"/>
                <a:ext cx="83751" cy="83853"/>
              </a:xfrm>
              <a:custGeom>
                <a:rect b="b" l="l" r="r" t="t"/>
                <a:pathLst>
                  <a:path extrusionOk="0" h="825" w="824">
                    <a:moveTo>
                      <a:pt x="413" y="1"/>
                    </a:moveTo>
                    <a:cubicBezTo>
                      <a:pt x="186" y="1"/>
                      <a:pt x="1" y="186"/>
                      <a:pt x="1" y="413"/>
                    </a:cubicBezTo>
                    <a:cubicBezTo>
                      <a:pt x="1" y="640"/>
                      <a:pt x="186"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4"/>
              <p:cNvSpPr/>
              <p:nvPr/>
            </p:nvSpPr>
            <p:spPr>
              <a:xfrm>
                <a:off x="-3400219" y="4700171"/>
                <a:ext cx="78161" cy="24089"/>
              </a:xfrm>
              <a:custGeom>
                <a:rect b="b" l="l" r="r" t="t"/>
                <a:pathLst>
                  <a:path extrusionOk="0" h="237" w="769">
                    <a:moveTo>
                      <a:pt x="228" y="0"/>
                    </a:moveTo>
                    <a:cubicBezTo>
                      <a:pt x="159" y="0"/>
                      <a:pt x="94" y="41"/>
                      <a:pt x="63" y="104"/>
                    </a:cubicBezTo>
                    <a:lnTo>
                      <a:pt x="0" y="237"/>
                    </a:lnTo>
                    <a:lnTo>
                      <a:pt x="769" y="237"/>
                    </a:lnTo>
                    <a:lnTo>
                      <a:pt x="706" y="104"/>
                    </a:lnTo>
                    <a:cubicBezTo>
                      <a:pt x="676" y="41"/>
                      <a:pt x="611" y="0"/>
                      <a:pt x="5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4"/>
              <p:cNvSpPr/>
              <p:nvPr/>
            </p:nvSpPr>
            <p:spPr>
              <a:xfrm>
                <a:off x="-3427458" y="4657990"/>
                <a:ext cx="31407" cy="31305"/>
              </a:xfrm>
              <a:custGeom>
                <a:rect b="b" l="l" r="r" t="t"/>
                <a:pathLst>
                  <a:path extrusionOk="0" h="308" w="309">
                    <a:moveTo>
                      <a:pt x="155" y="82"/>
                    </a:moveTo>
                    <a:cubicBezTo>
                      <a:pt x="194" y="82"/>
                      <a:pt x="226" y="114"/>
                      <a:pt x="226" y="152"/>
                    </a:cubicBezTo>
                    <a:cubicBezTo>
                      <a:pt x="226" y="193"/>
                      <a:pt x="195" y="224"/>
                      <a:pt x="155" y="224"/>
                    </a:cubicBezTo>
                    <a:cubicBezTo>
                      <a:pt x="116" y="224"/>
                      <a:pt x="83" y="192"/>
                      <a:pt x="83" y="152"/>
                    </a:cubicBezTo>
                    <a:cubicBezTo>
                      <a:pt x="83" y="114"/>
                      <a:pt x="116" y="82"/>
                      <a:pt x="155" y="82"/>
                    </a:cubicBezTo>
                    <a:close/>
                    <a:moveTo>
                      <a:pt x="155" y="1"/>
                    </a:moveTo>
                    <a:cubicBezTo>
                      <a:pt x="71" y="1"/>
                      <a:pt x="1" y="69"/>
                      <a:pt x="1" y="153"/>
                    </a:cubicBezTo>
                    <a:cubicBezTo>
                      <a:pt x="1" y="239"/>
                      <a:pt x="71" y="307"/>
                      <a:pt x="155" y="307"/>
                    </a:cubicBezTo>
                    <a:cubicBezTo>
                      <a:pt x="240" y="307"/>
                      <a:pt x="308" y="239"/>
                      <a:pt x="308" y="153"/>
                    </a:cubicBezTo>
                    <a:cubicBezTo>
                      <a:pt x="308" y="69"/>
                      <a:pt x="240"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4"/>
              <p:cNvSpPr/>
              <p:nvPr/>
            </p:nvSpPr>
            <p:spPr>
              <a:xfrm>
                <a:off x="-3326226" y="4657990"/>
                <a:ext cx="31407" cy="31305"/>
              </a:xfrm>
              <a:custGeom>
                <a:rect b="b" l="l" r="r" t="t"/>
                <a:pathLst>
                  <a:path extrusionOk="0" h="308" w="309">
                    <a:moveTo>
                      <a:pt x="154" y="82"/>
                    </a:moveTo>
                    <a:cubicBezTo>
                      <a:pt x="193" y="82"/>
                      <a:pt x="226" y="114"/>
                      <a:pt x="226" y="152"/>
                    </a:cubicBezTo>
                    <a:cubicBezTo>
                      <a:pt x="226" y="193"/>
                      <a:pt x="195" y="224"/>
                      <a:pt x="154" y="224"/>
                    </a:cubicBezTo>
                    <a:cubicBezTo>
                      <a:pt x="115" y="224"/>
                      <a:pt x="83" y="192"/>
                      <a:pt x="83" y="152"/>
                    </a:cubicBezTo>
                    <a:cubicBezTo>
                      <a:pt x="83" y="114"/>
                      <a:pt x="115" y="82"/>
                      <a:pt x="154" y="82"/>
                    </a:cubicBezTo>
                    <a:close/>
                    <a:moveTo>
                      <a:pt x="154" y="1"/>
                    </a:moveTo>
                    <a:cubicBezTo>
                      <a:pt x="69" y="1"/>
                      <a:pt x="1" y="69"/>
                      <a:pt x="1" y="153"/>
                    </a:cubicBezTo>
                    <a:cubicBezTo>
                      <a:pt x="1" y="239"/>
                      <a:pt x="71" y="307"/>
                      <a:pt x="154" y="307"/>
                    </a:cubicBezTo>
                    <a:cubicBezTo>
                      <a:pt x="238" y="307"/>
                      <a:pt x="308" y="239"/>
                      <a:pt x="308" y="153"/>
                    </a:cubicBezTo>
                    <a:cubicBezTo>
                      <a:pt x="308" y="69"/>
                      <a:pt x="240" y="1"/>
                      <a:pt x="1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4"/>
              <p:cNvSpPr/>
              <p:nvPr/>
            </p:nvSpPr>
            <p:spPr>
              <a:xfrm>
                <a:off x="-3393511" y="4658092"/>
                <a:ext cx="64745" cy="31102"/>
              </a:xfrm>
              <a:custGeom>
                <a:rect b="b" l="l" r="r" t="t"/>
                <a:pathLst>
                  <a:path extrusionOk="0" h="306" w="637">
                    <a:moveTo>
                      <a:pt x="2" y="1"/>
                    </a:moveTo>
                    <a:cubicBezTo>
                      <a:pt x="36" y="42"/>
                      <a:pt x="57" y="95"/>
                      <a:pt x="57" y="151"/>
                    </a:cubicBezTo>
                    <a:cubicBezTo>
                      <a:pt x="57" y="210"/>
                      <a:pt x="36" y="264"/>
                      <a:pt x="0" y="305"/>
                    </a:cubicBezTo>
                    <a:lnTo>
                      <a:pt x="637" y="305"/>
                    </a:lnTo>
                    <a:cubicBezTo>
                      <a:pt x="602" y="264"/>
                      <a:pt x="580" y="210"/>
                      <a:pt x="580" y="151"/>
                    </a:cubicBezTo>
                    <a:cubicBezTo>
                      <a:pt x="580" y="94"/>
                      <a:pt x="600" y="42"/>
                      <a:pt x="6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4"/>
              <p:cNvSpPr/>
              <p:nvPr/>
            </p:nvSpPr>
            <p:spPr>
              <a:xfrm>
                <a:off x="-338273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4"/>
              <p:cNvSpPr/>
              <p:nvPr/>
            </p:nvSpPr>
            <p:spPr>
              <a:xfrm>
                <a:off x="-3411704"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4"/>
              <p:cNvSpPr/>
              <p:nvPr/>
            </p:nvSpPr>
            <p:spPr>
              <a:xfrm>
                <a:off x="-335356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4"/>
              <p:cNvSpPr/>
              <p:nvPr/>
            </p:nvSpPr>
            <p:spPr>
              <a:xfrm>
                <a:off x="-3324600"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4"/>
              <p:cNvSpPr/>
              <p:nvPr/>
            </p:nvSpPr>
            <p:spPr>
              <a:xfrm>
                <a:off x="-3295429" y="4738795"/>
                <a:ext cx="14535" cy="38522"/>
              </a:xfrm>
              <a:custGeom>
                <a:rect b="b" l="l" r="r" t="t"/>
                <a:pathLst>
                  <a:path extrusionOk="0" h="379" w="143">
                    <a:moveTo>
                      <a:pt x="0" y="0"/>
                    </a:moveTo>
                    <a:lnTo>
                      <a:pt x="0" y="379"/>
                    </a:lnTo>
                    <a:lnTo>
                      <a:pt x="142" y="379"/>
                    </a:lnTo>
                    <a:lnTo>
                      <a:pt x="1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4"/>
              <p:cNvSpPr/>
              <p:nvPr/>
            </p:nvSpPr>
            <p:spPr>
              <a:xfrm>
                <a:off x="-3440773"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4"/>
              <p:cNvSpPr/>
              <p:nvPr/>
            </p:nvSpPr>
            <p:spPr>
              <a:xfrm>
                <a:off x="-3714080" y="4876315"/>
                <a:ext cx="67184" cy="29374"/>
              </a:xfrm>
              <a:custGeom>
                <a:rect b="b" l="l" r="r" t="t"/>
                <a:pathLst>
                  <a:path extrusionOk="0" h="289" w="661">
                    <a:moveTo>
                      <a:pt x="0" y="0"/>
                    </a:moveTo>
                    <a:lnTo>
                      <a:pt x="0" y="50"/>
                    </a:lnTo>
                    <a:cubicBezTo>
                      <a:pt x="0" y="181"/>
                      <a:pt x="107" y="288"/>
                      <a:pt x="239" y="288"/>
                    </a:cubicBezTo>
                    <a:lnTo>
                      <a:pt x="421" y="288"/>
                    </a:lnTo>
                    <a:cubicBezTo>
                      <a:pt x="555" y="288"/>
                      <a:pt x="661" y="182"/>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4"/>
              <p:cNvSpPr/>
              <p:nvPr/>
            </p:nvSpPr>
            <p:spPr>
              <a:xfrm>
                <a:off x="-3075279" y="4876315"/>
                <a:ext cx="67184" cy="29374"/>
              </a:xfrm>
              <a:custGeom>
                <a:rect b="b" l="l" r="r" t="t"/>
                <a:pathLst>
                  <a:path extrusionOk="0" h="289" w="661">
                    <a:moveTo>
                      <a:pt x="0" y="0"/>
                    </a:moveTo>
                    <a:lnTo>
                      <a:pt x="0" y="50"/>
                    </a:lnTo>
                    <a:cubicBezTo>
                      <a:pt x="0" y="182"/>
                      <a:pt x="107" y="288"/>
                      <a:pt x="239" y="288"/>
                    </a:cubicBezTo>
                    <a:lnTo>
                      <a:pt x="421" y="288"/>
                    </a:lnTo>
                    <a:cubicBezTo>
                      <a:pt x="553" y="288"/>
                      <a:pt x="661" y="181"/>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4"/>
              <p:cNvSpPr/>
              <p:nvPr/>
            </p:nvSpPr>
            <p:spPr>
              <a:xfrm>
                <a:off x="-3447075" y="4828646"/>
                <a:ext cx="171873" cy="10875"/>
              </a:xfrm>
              <a:custGeom>
                <a:rect b="b" l="l" r="r" t="t"/>
                <a:pathLst>
                  <a:path extrusionOk="0" h="107" w="1691">
                    <a:moveTo>
                      <a:pt x="44" y="1"/>
                    </a:moveTo>
                    <a:cubicBezTo>
                      <a:pt x="19" y="1"/>
                      <a:pt x="1" y="20"/>
                      <a:pt x="1" y="45"/>
                    </a:cubicBezTo>
                    <a:lnTo>
                      <a:pt x="1" y="63"/>
                    </a:lnTo>
                    <a:cubicBezTo>
                      <a:pt x="1" y="87"/>
                      <a:pt x="19" y="107"/>
                      <a:pt x="44" y="107"/>
                    </a:cubicBezTo>
                    <a:lnTo>
                      <a:pt x="1647" y="107"/>
                    </a:lnTo>
                    <a:cubicBezTo>
                      <a:pt x="1671" y="107"/>
                      <a:pt x="1690" y="87"/>
                      <a:pt x="1690" y="63"/>
                    </a:cubicBezTo>
                    <a:lnTo>
                      <a:pt x="1690" y="45"/>
                    </a:lnTo>
                    <a:cubicBezTo>
                      <a:pt x="1690" y="20"/>
                      <a:pt x="1672" y="1"/>
                      <a:pt x="16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4"/>
              <p:cNvSpPr/>
              <p:nvPr/>
            </p:nvSpPr>
            <p:spPr>
              <a:xfrm>
                <a:off x="-3447075" y="4849990"/>
                <a:ext cx="171873" cy="10774"/>
              </a:xfrm>
              <a:custGeom>
                <a:rect b="b" l="l" r="r" t="t"/>
                <a:pathLst>
                  <a:path extrusionOk="0" h="106" w="1691">
                    <a:moveTo>
                      <a:pt x="44" y="0"/>
                    </a:moveTo>
                    <a:cubicBezTo>
                      <a:pt x="19" y="0"/>
                      <a:pt x="1" y="19"/>
                      <a:pt x="1" y="44"/>
                    </a:cubicBezTo>
                    <a:lnTo>
                      <a:pt x="1" y="62"/>
                    </a:lnTo>
                    <a:cubicBezTo>
                      <a:pt x="1" y="86"/>
                      <a:pt x="19" y="105"/>
                      <a:pt x="44" y="105"/>
                    </a:cubicBezTo>
                    <a:lnTo>
                      <a:pt x="1647" y="105"/>
                    </a:lnTo>
                    <a:cubicBezTo>
                      <a:pt x="1671" y="105"/>
                      <a:pt x="1690" y="86"/>
                      <a:pt x="1690" y="62"/>
                    </a:cubicBezTo>
                    <a:lnTo>
                      <a:pt x="1690" y="44"/>
                    </a:lnTo>
                    <a:cubicBezTo>
                      <a:pt x="1690" y="21"/>
                      <a:pt x="1672" y="0"/>
                      <a:pt x="16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9" name="Google Shape;5059;p64"/>
            <p:cNvGrpSpPr/>
            <p:nvPr/>
          </p:nvGrpSpPr>
          <p:grpSpPr>
            <a:xfrm>
              <a:off x="4996628" y="313295"/>
              <a:ext cx="311019" cy="311110"/>
              <a:chOff x="5038846" y="235350"/>
              <a:chExt cx="158691" cy="158738"/>
            </a:xfrm>
          </p:grpSpPr>
          <p:sp>
            <p:nvSpPr>
              <p:cNvPr id="5060" name="Google Shape;5060;p64"/>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4"/>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2" name="Google Shape;5062;p64"/>
            <p:cNvGrpSpPr/>
            <p:nvPr/>
          </p:nvGrpSpPr>
          <p:grpSpPr>
            <a:xfrm>
              <a:off x="3798686" y="121328"/>
              <a:ext cx="248329" cy="248348"/>
              <a:chOff x="5035425" y="2779450"/>
              <a:chExt cx="94800" cy="94800"/>
            </a:xfrm>
          </p:grpSpPr>
          <p:sp>
            <p:nvSpPr>
              <p:cNvPr id="5063" name="Google Shape;5063;p64"/>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4"/>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5065" name="Shape 5065"/>
        <p:cNvGrpSpPr/>
        <p:nvPr/>
      </p:nvGrpSpPr>
      <p:grpSpPr>
        <a:xfrm>
          <a:off x="0" y="0"/>
          <a:ext cx="0" cy="0"/>
          <a:chOff x="0" y="0"/>
          <a:chExt cx="0" cy="0"/>
        </a:xfrm>
      </p:grpSpPr>
      <p:sp>
        <p:nvSpPr>
          <p:cNvPr id="5066" name="Google Shape;5066;p65"/>
          <p:cNvSpPr txBox="1"/>
          <p:nvPr>
            <p:ph type="title"/>
          </p:nvPr>
        </p:nvSpPr>
        <p:spPr>
          <a:xfrm>
            <a:off x="1168725" y="2518175"/>
            <a:ext cx="6755700" cy="8418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5067" name="Google Shape;5067;p65"/>
          <p:cNvSpPr txBox="1"/>
          <p:nvPr>
            <p:ph hasCustomPrompt="1" idx="2" type="title"/>
          </p:nvPr>
        </p:nvSpPr>
        <p:spPr>
          <a:xfrm>
            <a:off x="3922651" y="1497600"/>
            <a:ext cx="1298700" cy="841800"/>
          </a:xfrm>
          <a:prstGeom prst="rect">
            <a:avLst/>
          </a:prstGeom>
          <a:noFill/>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2"/>
                </a:solidFill>
              </a:defRPr>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5068" name="Google Shape;5068;p65"/>
          <p:cNvSpPr txBox="1"/>
          <p:nvPr>
            <p:ph idx="1" type="subTitle"/>
          </p:nvPr>
        </p:nvSpPr>
        <p:spPr>
          <a:xfrm>
            <a:off x="1168725" y="3270900"/>
            <a:ext cx="6755700" cy="3750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5069" name="Google Shape;5069;p65"/>
          <p:cNvGrpSpPr/>
          <p:nvPr/>
        </p:nvGrpSpPr>
        <p:grpSpPr>
          <a:xfrm>
            <a:off x="211374" y="49052"/>
            <a:ext cx="8723306" cy="5150587"/>
            <a:chOff x="211374" y="49052"/>
            <a:chExt cx="8723306" cy="5150587"/>
          </a:xfrm>
        </p:grpSpPr>
        <p:grpSp>
          <p:nvGrpSpPr>
            <p:cNvPr id="5070" name="Google Shape;5070;p65"/>
            <p:cNvGrpSpPr/>
            <p:nvPr/>
          </p:nvGrpSpPr>
          <p:grpSpPr>
            <a:xfrm>
              <a:off x="1473971" y="4675685"/>
              <a:ext cx="927849" cy="523955"/>
              <a:chOff x="3701784" y="1690738"/>
              <a:chExt cx="473416" cy="267338"/>
            </a:xfrm>
          </p:grpSpPr>
          <p:sp>
            <p:nvSpPr>
              <p:cNvPr id="5071" name="Google Shape;5071;p65"/>
              <p:cNvSpPr/>
              <p:nvPr/>
            </p:nvSpPr>
            <p:spPr>
              <a:xfrm>
                <a:off x="3701784" y="1690738"/>
                <a:ext cx="472025" cy="265900"/>
              </a:xfrm>
              <a:custGeom>
                <a:rect b="b" l="l" r="r" t="t"/>
                <a:pathLst>
                  <a:path extrusionOk="0" h="10636" w="18881">
                    <a:moveTo>
                      <a:pt x="9441" y="0"/>
                    </a:moveTo>
                    <a:cubicBezTo>
                      <a:pt x="4235" y="0"/>
                      <a:pt x="0" y="4236"/>
                      <a:pt x="0" y="9440"/>
                    </a:cubicBezTo>
                    <a:cubicBezTo>
                      <a:pt x="0" y="10102"/>
                      <a:pt x="536" y="10635"/>
                      <a:pt x="1195" y="10635"/>
                    </a:cubicBezTo>
                    <a:cubicBezTo>
                      <a:pt x="1855" y="10635"/>
                      <a:pt x="2389" y="10100"/>
                      <a:pt x="2389" y="9440"/>
                    </a:cubicBezTo>
                    <a:cubicBezTo>
                      <a:pt x="2389" y="5553"/>
                      <a:pt x="5552" y="2390"/>
                      <a:pt x="9439" y="2390"/>
                    </a:cubicBezTo>
                    <a:cubicBezTo>
                      <a:pt x="13326" y="2390"/>
                      <a:pt x="16489" y="5554"/>
                      <a:pt x="16489" y="9440"/>
                    </a:cubicBezTo>
                    <a:cubicBezTo>
                      <a:pt x="16489" y="10102"/>
                      <a:pt x="17024" y="10635"/>
                      <a:pt x="17683" y="10635"/>
                    </a:cubicBezTo>
                    <a:cubicBezTo>
                      <a:pt x="18343" y="10635"/>
                      <a:pt x="18878" y="10100"/>
                      <a:pt x="18878" y="9440"/>
                    </a:cubicBezTo>
                    <a:cubicBezTo>
                      <a:pt x="18880" y="4236"/>
                      <a:pt x="14646" y="0"/>
                      <a:pt x="9441"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5"/>
              <p:cNvSpPr/>
              <p:nvPr/>
            </p:nvSpPr>
            <p:spPr>
              <a:xfrm>
                <a:off x="3703175" y="1692175"/>
                <a:ext cx="472025" cy="265900"/>
              </a:xfrm>
              <a:custGeom>
                <a:rect b="b" l="l" r="r" t="t"/>
                <a:pathLst>
                  <a:path extrusionOk="0" h="10636" w="18881">
                    <a:moveTo>
                      <a:pt x="9441" y="0"/>
                    </a:moveTo>
                    <a:cubicBezTo>
                      <a:pt x="4236" y="0"/>
                      <a:pt x="1" y="4236"/>
                      <a:pt x="1" y="9440"/>
                    </a:cubicBezTo>
                    <a:cubicBezTo>
                      <a:pt x="1" y="10099"/>
                      <a:pt x="535" y="10635"/>
                      <a:pt x="1196" y="10635"/>
                    </a:cubicBezTo>
                    <a:cubicBezTo>
                      <a:pt x="1855" y="10635"/>
                      <a:pt x="2390" y="10100"/>
                      <a:pt x="2390" y="9440"/>
                    </a:cubicBezTo>
                    <a:cubicBezTo>
                      <a:pt x="2390" y="5553"/>
                      <a:pt x="5552" y="2390"/>
                      <a:pt x="9440" y="2390"/>
                    </a:cubicBezTo>
                    <a:cubicBezTo>
                      <a:pt x="13327" y="2390"/>
                      <a:pt x="16490" y="5552"/>
                      <a:pt x="16490" y="9440"/>
                    </a:cubicBezTo>
                    <a:cubicBezTo>
                      <a:pt x="16490" y="10099"/>
                      <a:pt x="17023" y="10635"/>
                      <a:pt x="17684" y="10635"/>
                    </a:cubicBezTo>
                    <a:cubicBezTo>
                      <a:pt x="18344" y="10635"/>
                      <a:pt x="18879" y="10099"/>
                      <a:pt x="18881" y="9440"/>
                    </a:cubicBezTo>
                    <a:cubicBezTo>
                      <a:pt x="18881" y="4236"/>
                      <a:pt x="14646" y="0"/>
                      <a:pt x="9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3" name="Google Shape;5073;p65"/>
            <p:cNvGrpSpPr/>
            <p:nvPr/>
          </p:nvGrpSpPr>
          <p:grpSpPr>
            <a:xfrm>
              <a:off x="8721849" y="1115708"/>
              <a:ext cx="185799" cy="185799"/>
              <a:chOff x="5035425" y="2779450"/>
              <a:chExt cx="94800" cy="94800"/>
            </a:xfrm>
          </p:grpSpPr>
          <p:sp>
            <p:nvSpPr>
              <p:cNvPr id="5074" name="Google Shape;5074;p65"/>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5"/>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6" name="Google Shape;5076;p65"/>
            <p:cNvGrpSpPr/>
            <p:nvPr/>
          </p:nvGrpSpPr>
          <p:grpSpPr>
            <a:xfrm>
              <a:off x="8006824" y="3606683"/>
              <a:ext cx="927856" cy="1370885"/>
              <a:chOff x="3074375" y="2791788"/>
              <a:chExt cx="262425" cy="387738"/>
            </a:xfrm>
          </p:grpSpPr>
          <p:sp>
            <p:nvSpPr>
              <p:cNvPr id="5077" name="Google Shape;5077;p65"/>
              <p:cNvSpPr/>
              <p:nvPr/>
            </p:nvSpPr>
            <p:spPr>
              <a:xfrm>
                <a:off x="3074396" y="2791788"/>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8" name="Google Shape;5078;p65"/>
              <p:cNvGrpSpPr/>
              <p:nvPr/>
            </p:nvGrpSpPr>
            <p:grpSpPr>
              <a:xfrm>
                <a:off x="3074375" y="2791800"/>
                <a:ext cx="262425" cy="387725"/>
                <a:chOff x="3074375" y="2791800"/>
                <a:chExt cx="262425" cy="387725"/>
              </a:xfrm>
            </p:grpSpPr>
            <p:sp>
              <p:nvSpPr>
                <p:cNvPr id="5079" name="Google Shape;5079;p65"/>
                <p:cNvSpPr/>
                <p:nvPr/>
              </p:nvSpPr>
              <p:spPr>
                <a:xfrm>
                  <a:off x="3074425" y="2791925"/>
                  <a:ext cx="262375" cy="387600"/>
                </a:xfrm>
                <a:custGeom>
                  <a:rect b="b" l="l" r="r" t="t"/>
                  <a:pathLst>
                    <a:path extrusionOk="0" h="15504" w="10495">
                      <a:moveTo>
                        <a:pt x="0" y="1"/>
                      </a:moveTo>
                      <a:lnTo>
                        <a:pt x="0" y="10256"/>
                      </a:lnTo>
                      <a:cubicBezTo>
                        <a:pt x="0" y="10416"/>
                        <a:pt x="9" y="10575"/>
                        <a:pt x="22" y="10733"/>
                      </a:cubicBezTo>
                      <a:cubicBezTo>
                        <a:pt x="31" y="10834"/>
                        <a:pt x="44" y="10937"/>
                        <a:pt x="59" y="11038"/>
                      </a:cubicBezTo>
                      <a:cubicBezTo>
                        <a:pt x="62" y="11068"/>
                        <a:pt x="67" y="11099"/>
                        <a:pt x="73" y="11128"/>
                      </a:cubicBezTo>
                      <a:cubicBezTo>
                        <a:pt x="86" y="11208"/>
                        <a:pt x="102" y="11288"/>
                        <a:pt x="118" y="11367"/>
                      </a:cubicBezTo>
                      <a:cubicBezTo>
                        <a:pt x="180" y="11653"/>
                        <a:pt x="266" y="11930"/>
                        <a:pt x="371" y="12196"/>
                      </a:cubicBezTo>
                      <a:cubicBezTo>
                        <a:pt x="479" y="12468"/>
                        <a:pt x="609" y="12730"/>
                        <a:pt x="760" y="12977"/>
                      </a:cubicBezTo>
                      <a:cubicBezTo>
                        <a:pt x="865" y="13148"/>
                        <a:pt x="977" y="13311"/>
                        <a:pt x="1099" y="13468"/>
                      </a:cubicBezTo>
                      <a:cubicBezTo>
                        <a:pt x="1209" y="13609"/>
                        <a:pt x="1325" y="13744"/>
                        <a:pt x="1449" y="13873"/>
                      </a:cubicBezTo>
                      <a:cubicBezTo>
                        <a:pt x="1473" y="13898"/>
                        <a:pt x="1496" y="13923"/>
                        <a:pt x="1520" y="13947"/>
                      </a:cubicBezTo>
                      <a:lnTo>
                        <a:pt x="1538" y="13965"/>
                      </a:lnTo>
                      <a:cubicBezTo>
                        <a:pt x="1646" y="14074"/>
                        <a:pt x="1761" y="14177"/>
                        <a:pt x="1879" y="14278"/>
                      </a:cubicBezTo>
                      <a:cubicBezTo>
                        <a:pt x="1962" y="14348"/>
                        <a:pt x="2048" y="14415"/>
                        <a:pt x="2137" y="14481"/>
                      </a:cubicBezTo>
                      <a:cubicBezTo>
                        <a:pt x="2177" y="14511"/>
                        <a:pt x="2219" y="14542"/>
                        <a:pt x="2260" y="14570"/>
                      </a:cubicBezTo>
                      <a:cubicBezTo>
                        <a:pt x="2425" y="14683"/>
                        <a:pt x="2595" y="14789"/>
                        <a:pt x="2771" y="14883"/>
                      </a:cubicBezTo>
                      <a:cubicBezTo>
                        <a:pt x="2790" y="14894"/>
                        <a:pt x="2806" y="14903"/>
                        <a:pt x="2825" y="14912"/>
                      </a:cubicBezTo>
                      <a:cubicBezTo>
                        <a:pt x="2889" y="14945"/>
                        <a:pt x="2954" y="14977"/>
                        <a:pt x="3019" y="15008"/>
                      </a:cubicBezTo>
                      <a:cubicBezTo>
                        <a:pt x="3179" y="15084"/>
                        <a:pt x="3344" y="15151"/>
                        <a:pt x="3512" y="15209"/>
                      </a:cubicBezTo>
                      <a:cubicBezTo>
                        <a:pt x="3550" y="15223"/>
                        <a:pt x="3589" y="15235"/>
                        <a:pt x="3627" y="15249"/>
                      </a:cubicBezTo>
                      <a:cubicBezTo>
                        <a:pt x="3774" y="15296"/>
                        <a:pt x="3922" y="15337"/>
                        <a:pt x="4075" y="15372"/>
                      </a:cubicBezTo>
                      <a:cubicBezTo>
                        <a:pt x="4117" y="15382"/>
                        <a:pt x="4158" y="15392"/>
                        <a:pt x="4201" y="15399"/>
                      </a:cubicBezTo>
                      <a:cubicBezTo>
                        <a:pt x="4426" y="15446"/>
                        <a:pt x="4655" y="15477"/>
                        <a:pt x="4889" y="15492"/>
                      </a:cubicBezTo>
                      <a:cubicBezTo>
                        <a:pt x="5008" y="15500"/>
                        <a:pt x="5127" y="15504"/>
                        <a:pt x="5248" y="15504"/>
                      </a:cubicBezTo>
                      <a:cubicBezTo>
                        <a:pt x="5358" y="15504"/>
                        <a:pt x="5468" y="15500"/>
                        <a:pt x="5576" y="15493"/>
                      </a:cubicBezTo>
                      <a:cubicBezTo>
                        <a:pt x="5690" y="15486"/>
                        <a:pt x="5801" y="15476"/>
                        <a:pt x="5913" y="15461"/>
                      </a:cubicBezTo>
                      <a:cubicBezTo>
                        <a:pt x="5937" y="15457"/>
                        <a:pt x="5963" y="15455"/>
                        <a:pt x="5989" y="15451"/>
                      </a:cubicBezTo>
                      <a:cubicBezTo>
                        <a:pt x="6082" y="15439"/>
                        <a:pt x="6174" y="15423"/>
                        <a:pt x="6264" y="15404"/>
                      </a:cubicBezTo>
                      <a:cubicBezTo>
                        <a:pt x="6365" y="15384"/>
                        <a:pt x="6464" y="15362"/>
                        <a:pt x="6563" y="15336"/>
                      </a:cubicBezTo>
                      <a:cubicBezTo>
                        <a:pt x="6695" y="15302"/>
                        <a:pt x="6824" y="15264"/>
                        <a:pt x="6951" y="15220"/>
                      </a:cubicBezTo>
                      <a:cubicBezTo>
                        <a:pt x="7098" y="15170"/>
                        <a:pt x="7242" y="15113"/>
                        <a:pt x="7381" y="15052"/>
                      </a:cubicBezTo>
                      <a:cubicBezTo>
                        <a:pt x="7452" y="15019"/>
                        <a:pt x="7526" y="14985"/>
                        <a:pt x="7596" y="14949"/>
                      </a:cubicBezTo>
                      <a:cubicBezTo>
                        <a:pt x="7610" y="14941"/>
                        <a:pt x="7625" y="14935"/>
                        <a:pt x="7639" y="14928"/>
                      </a:cubicBezTo>
                      <a:cubicBezTo>
                        <a:pt x="7715" y="14887"/>
                        <a:pt x="7791" y="14847"/>
                        <a:pt x="7866" y="14804"/>
                      </a:cubicBezTo>
                      <a:cubicBezTo>
                        <a:pt x="8024" y="14712"/>
                        <a:pt x="8178" y="14611"/>
                        <a:pt x="8326" y="14505"/>
                      </a:cubicBezTo>
                      <a:cubicBezTo>
                        <a:pt x="8519" y="14365"/>
                        <a:pt x="8702" y="14213"/>
                        <a:pt x="8873" y="14048"/>
                      </a:cubicBezTo>
                      <a:cubicBezTo>
                        <a:pt x="8921" y="14002"/>
                        <a:pt x="8967" y="13956"/>
                        <a:pt x="9014" y="13908"/>
                      </a:cubicBezTo>
                      <a:cubicBezTo>
                        <a:pt x="9052" y="13868"/>
                        <a:pt x="9091" y="13827"/>
                        <a:pt x="9128" y="13785"/>
                      </a:cubicBezTo>
                      <a:cubicBezTo>
                        <a:pt x="9343" y="13551"/>
                        <a:pt x="9535" y="13298"/>
                        <a:pt x="9702" y="13029"/>
                      </a:cubicBezTo>
                      <a:cubicBezTo>
                        <a:pt x="9721" y="13000"/>
                        <a:pt x="9737" y="12973"/>
                        <a:pt x="9754" y="12944"/>
                      </a:cubicBezTo>
                      <a:cubicBezTo>
                        <a:pt x="9766" y="12924"/>
                        <a:pt x="9779" y="12903"/>
                        <a:pt x="9790" y="12882"/>
                      </a:cubicBezTo>
                      <a:cubicBezTo>
                        <a:pt x="9854" y="12773"/>
                        <a:pt x="9913" y="12662"/>
                        <a:pt x="9968" y="12549"/>
                      </a:cubicBezTo>
                      <a:cubicBezTo>
                        <a:pt x="10132" y="12210"/>
                        <a:pt x="10263" y="11853"/>
                        <a:pt x="10351" y="11479"/>
                      </a:cubicBezTo>
                      <a:cubicBezTo>
                        <a:pt x="10366" y="11421"/>
                        <a:pt x="10379" y="11362"/>
                        <a:pt x="10390" y="11302"/>
                      </a:cubicBezTo>
                      <a:cubicBezTo>
                        <a:pt x="10459" y="10964"/>
                        <a:pt x="10495" y="10613"/>
                        <a:pt x="10495" y="10253"/>
                      </a:cubicBezTo>
                      <a:lnTo>
                        <a:pt x="104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5"/>
                <p:cNvSpPr/>
                <p:nvPr/>
              </p:nvSpPr>
              <p:spPr>
                <a:xfrm>
                  <a:off x="3074425" y="2912325"/>
                  <a:ext cx="152250" cy="55200"/>
                </a:xfrm>
                <a:custGeom>
                  <a:rect b="b" l="l" r="r" t="t"/>
                  <a:pathLst>
                    <a:path extrusionOk="0" h="2208" w="6090">
                      <a:moveTo>
                        <a:pt x="0" y="0"/>
                      </a:moveTo>
                      <a:lnTo>
                        <a:pt x="0" y="1144"/>
                      </a:lnTo>
                      <a:cubicBezTo>
                        <a:pt x="1551" y="1827"/>
                        <a:pt x="3267" y="2208"/>
                        <a:pt x="5071" y="2208"/>
                      </a:cubicBezTo>
                      <a:cubicBezTo>
                        <a:pt x="5109" y="2208"/>
                        <a:pt x="5146" y="2208"/>
                        <a:pt x="5185" y="2204"/>
                      </a:cubicBezTo>
                      <a:cubicBezTo>
                        <a:pt x="5198" y="2205"/>
                        <a:pt x="5210" y="2206"/>
                        <a:pt x="5223" y="2206"/>
                      </a:cubicBezTo>
                      <a:cubicBezTo>
                        <a:pt x="5240" y="2206"/>
                        <a:pt x="5257" y="2204"/>
                        <a:pt x="5275" y="2200"/>
                      </a:cubicBezTo>
                      <a:cubicBezTo>
                        <a:pt x="5293" y="2201"/>
                        <a:pt x="5310" y="2202"/>
                        <a:pt x="5327" y="2202"/>
                      </a:cubicBezTo>
                      <a:cubicBezTo>
                        <a:pt x="5357" y="2202"/>
                        <a:pt x="5386" y="2200"/>
                        <a:pt x="5417" y="2196"/>
                      </a:cubicBezTo>
                      <a:cubicBezTo>
                        <a:pt x="5420" y="2198"/>
                        <a:pt x="5424" y="2199"/>
                        <a:pt x="5428" y="2199"/>
                      </a:cubicBezTo>
                      <a:cubicBezTo>
                        <a:pt x="5431" y="2199"/>
                        <a:pt x="5435" y="2198"/>
                        <a:pt x="5438" y="2196"/>
                      </a:cubicBezTo>
                      <a:cubicBezTo>
                        <a:pt x="5439" y="2197"/>
                        <a:pt x="5440" y="2198"/>
                        <a:pt x="5443" y="2198"/>
                      </a:cubicBezTo>
                      <a:cubicBezTo>
                        <a:pt x="5445" y="2198"/>
                        <a:pt x="5447" y="2197"/>
                        <a:pt x="5448" y="2196"/>
                      </a:cubicBezTo>
                      <a:cubicBezTo>
                        <a:pt x="5450" y="2198"/>
                        <a:pt x="5452" y="2199"/>
                        <a:pt x="5453" y="2199"/>
                      </a:cubicBezTo>
                      <a:cubicBezTo>
                        <a:pt x="5455" y="2199"/>
                        <a:pt x="5457" y="2198"/>
                        <a:pt x="5459" y="2196"/>
                      </a:cubicBezTo>
                      <a:cubicBezTo>
                        <a:pt x="5462" y="2198"/>
                        <a:pt x="5467" y="2199"/>
                        <a:pt x="5471" y="2199"/>
                      </a:cubicBezTo>
                      <a:cubicBezTo>
                        <a:pt x="5475" y="2199"/>
                        <a:pt x="5480" y="2198"/>
                        <a:pt x="5483" y="2196"/>
                      </a:cubicBezTo>
                      <a:cubicBezTo>
                        <a:pt x="5485" y="2198"/>
                        <a:pt x="5487" y="2199"/>
                        <a:pt x="5490" y="2199"/>
                      </a:cubicBezTo>
                      <a:cubicBezTo>
                        <a:pt x="5493" y="2199"/>
                        <a:pt x="5495" y="2198"/>
                        <a:pt x="5497" y="2196"/>
                      </a:cubicBezTo>
                      <a:cubicBezTo>
                        <a:pt x="5498" y="2198"/>
                        <a:pt x="5499" y="2198"/>
                        <a:pt x="5501" y="2198"/>
                      </a:cubicBezTo>
                      <a:cubicBezTo>
                        <a:pt x="5503" y="2198"/>
                        <a:pt x="5505" y="2196"/>
                        <a:pt x="5507" y="2196"/>
                      </a:cubicBezTo>
                      <a:lnTo>
                        <a:pt x="5514" y="2196"/>
                      </a:lnTo>
                      <a:cubicBezTo>
                        <a:pt x="5521" y="2196"/>
                        <a:pt x="5525" y="2196"/>
                        <a:pt x="5531" y="2192"/>
                      </a:cubicBezTo>
                      <a:cubicBezTo>
                        <a:pt x="5532" y="2194"/>
                        <a:pt x="5532" y="2195"/>
                        <a:pt x="5533" y="2195"/>
                      </a:cubicBezTo>
                      <a:cubicBezTo>
                        <a:pt x="5534" y="2195"/>
                        <a:pt x="5535" y="2194"/>
                        <a:pt x="5537" y="2192"/>
                      </a:cubicBezTo>
                      <a:cubicBezTo>
                        <a:pt x="5537" y="2192"/>
                        <a:pt x="5538" y="2194"/>
                        <a:pt x="5540" y="2194"/>
                      </a:cubicBezTo>
                      <a:cubicBezTo>
                        <a:pt x="5541" y="2194"/>
                        <a:pt x="5542" y="2194"/>
                        <a:pt x="5543" y="2192"/>
                      </a:cubicBezTo>
                      <a:cubicBezTo>
                        <a:pt x="5545" y="2194"/>
                        <a:pt x="5548" y="2195"/>
                        <a:pt x="5552" y="2195"/>
                      </a:cubicBezTo>
                      <a:cubicBezTo>
                        <a:pt x="5555" y="2195"/>
                        <a:pt x="5559" y="2194"/>
                        <a:pt x="5562" y="2192"/>
                      </a:cubicBezTo>
                      <a:cubicBezTo>
                        <a:pt x="5565" y="2194"/>
                        <a:pt x="5568" y="2195"/>
                        <a:pt x="5573" y="2195"/>
                      </a:cubicBezTo>
                      <a:cubicBezTo>
                        <a:pt x="5577" y="2195"/>
                        <a:pt x="5581" y="2194"/>
                        <a:pt x="5587" y="2192"/>
                      </a:cubicBezTo>
                      <a:lnTo>
                        <a:pt x="5603" y="2192"/>
                      </a:lnTo>
                      <a:cubicBezTo>
                        <a:pt x="5620" y="2192"/>
                        <a:pt x="5636" y="2192"/>
                        <a:pt x="5655" y="2188"/>
                      </a:cubicBezTo>
                      <a:lnTo>
                        <a:pt x="5659" y="2188"/>
                      </a:lnTo>
                      <a:cubicBezTo>
                        <a:pt x="5660" y="2187"/>
                        <a:pt x="5661" y="2187"/>
                        <a:pt x="5661" y="2187"/>
                      </a:cubicBezTo>
                      <a:cubicBezTo>
                        <a:pt x="5662" y="2187"/>
                        <a:pt x="5662" y="2188"/>
                        <a:pt x="5662" y="2188"/>
                      </a:cubicBezTo>
                      <a:cubicBezTo>
                        <a:pt x="5804" y="2181"/>
                        <a:pt x="5948" y="2170"/>
                        <a:pt x="6089" y="2160"/>
                      </a:cubicBezTo>
                      <a:cubicBezTo>
                        <a:pt x="6014" y="2154"/>
                        <a:pt x="5937" y="2146"/>
                        <a:pt x="5862" y="2145"/>
                      </a:cubicBezTo>
                      <a:cubicBezTo>
                        <a:pt x="5840" y="2142"/>
                        <a:pt x="5820" y="2142"/>
                        <a:pt x="5799" y="2138"/>
                      </a:cubicBezTo>
                      <a:cubicBezTo>
                        <a:pt x="5751" y="2135"/>
                        <a:pt x="5702" y="2128"/>
                        <a:pt x="5654" y="2121"/>
                      </a:cubicBezTo>
                      <a:lnTo>
                        <a:pt x="5650" y="2121"/>
                      </a:lnTo>
                      <a:cubicBezTo>
                        <a:pt x="5633" y="2121"/>
                        <a:pt x="5616" y="2118"/>
                        <a:pt x="5598" y="2118"/>
                      </a:cubicBezTo>
                      <a:cubicBezTo>
                        <a:pt x="5594" y="2118"/>
                        <a:pt x="5588" y="2114"/>
                        <a:pt x="5583" y="2114"/>
                      </a:cubicBezTo>
                      <a:lnTo>
                        <a:pt x="5571" y="2114"/>
                      </a:lnTo>
                      <a:cubicBezTo>
                        <a:pt x="5565" y="2114"/>
                        <a:pt x="5557" y="2110"/>
                        <a:pt x="5550" y="2110"/>
                      </a:cubicBezTo>
                      <a:lnTo>
                        <a:pt x="5546" y="2110"/>
                      </a:lnTo>
                      <a:cubicBezTo>
                        <a:pt x="5539" y="2110"/>
                        <a:pt x="5536" y="2110"/>
                        <a:pt x="5532" y="2105"/>
                      </a:cubicBezTo>
                      <a:lnTo>
                        <a:pt x="5515" y="2105"/>
                      </a:lnTo>
                      <a:cubicBezTo>
                        <a:pt x="5513" y="2105"/>
                        <a:pt x="5511" y="2104"/>
                        <a:pt x="5509" y="2104"/>
                      </a:cubicBezTo>
                      <a:cubicBezTo>
                        <a:pt x="5508" y="2104"/>
                        <a:pt x="5506" y="2104"/>
                        <a:pt x="5505" y="2105"/>
                      </a:cubicBezTo>
                      <a:cubicBezTo>
                        <a:pt x="5501" y="2102"/>
                        <a:pt x="5499" y="2102"/>
                        <a:pt x="5495" y="2102"/>
                      </a:cubicBezTo>
                      <a:lnTo>
                        <a:pt x="5491" y="2102"/>
                      </a:lnTo>
                      <a:cubicBezTo>
                        <a:pt x="5480" y="2102"/>
                        <a:pt x="5471" y="2098"/>
                        <a:pt x="5464" y="2098"/>
                      </a:cubicBezTo>
                      <a:cubicBezTo>
                        <a:pt x="5457" y="2098"/>
                        <a:pt x="5449" y="2094"/>
                        <a:pt x="5446" y="2094"/>
                      </a:cubicBezTo>
                      <a:cubicBezTo>
                        <a:pt x="5436" y="2094"/>
                        <a:pt x="5426" y="2090"/>
                        <a:pt x="5415" y="2090"/>
                      </a:cubicBezTo>
                      <a:lnTo>
                        <a:pt x="5411" y="2090"/>
                      </a:lnTo>
                      <a:cubicBezTo>
                        <a:pt x="5370" y="2084"/>
                        <a:pt x="5328" y="2080"/>
                        <a:pt x="5286" y="2073"/>
                      </a:cubicBezTo>
                      <a:cubicBezTo>
                        <a:pt x="5279" y="2069"/>
                        <a:pt x="5272" y="2069"/>
                        <a:pt x="5266" y="2069"/>
                      </a:cubicBezTo>
                      <a:cubicBezTo>
                        <a:pt x="3332" y="1783"/>
                        <a:pt x="1542" y="106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5"/>
                <p:cNvSpPr/>
                <p:nvPr/>
              </p:nvSpPr>
              <p:spPr>
                <a:xfrm>
                  <a:off x="3198150" y="2965550"/>
                  <a:ext cx="138650" cy="46475"/>
                </a:xfrm>
                <a:custGeom>
                  <a:rect b="b" l="l" r="r" t="t"/>
                  <a:pathLst>
                    <a:path extrusionOk="0" h="1859" w="5546">
                      <a:moveTo>
                        <a:pt x="1025" y="0"/>
                      </a:moveTo>
                      <a:cubicBezTo>
                        <a:pt x="985" y="0"/>
                        <a:pt x="948" y="0"/>
                        <a:pt x="909" y="3"/>
                      </a:cubicBezTo>
                      <a:cubicBezTo>
                        <a:pt x="899" y="3"/>
                        <a:pt x="889" y="2"/>
                        <a:pt x="879" y="2"/>
                      </a:cubicBezTo>
                      <a:cubicBezTo>
                        <a:pt x="861" y="2"/>
                        <a:pt x="844" y="4"/>
                        <a:pt x="825" y="7"/>
                      </a:cubicBezTo>
                      <a:cubicBezTo>
                        <a:pt x="808" y="7"/>
                        <a:pt x="789" y="6"/>
                        <a:pt x="771" y="6"/>
                      </a:cubicBezTo>
                      <a:cubicBezTo>
                        <a:pt x="739" y="6"/>
                        <a:pt x="707" y="8"/>
                        <a:pt x="676" y="12"/>
                      </a:cubicBezTo>
                      <a:cubicBezTo>
                        <a:pt x="672" y="9"/>
                        <a:pt x="668" y="8"/>
                        <a:pt x="663" y="8"/>
                      </a:cubicBezTo>
                      <a:cubicBezTo>
                        <a:pt x="659" y="8"/>
                        <a:pt x="655" y="9"/>
                        <a:pt x="651" y="12"/>
                      </a:cubicBezTo>
                      <a:cubicBezTo>
                        <a:pt x="650" y="11"/>
                        <a:pt x="648" y="8"/>
                        <a:pt x="646" y="8"/>
                      </a:cubicBezTo>
                      <a:cubicBezTo>
                        <a:pt x="644" y="8"/>
                        <a:pt x="643" y="11"/>
                        <a:pt x="641" y="12"/>
                      </a:cubicBezTo>
                      <a:cubicBezTo>
                        <a:pt x="640" y="9"/>
                        <a:pt x="639" y="8"/>
                        <a:pt x="638" y="8"/>
                      </a:cubicBezTo>
                      <a:cubicBezTo>
                        <a:pt x="638" y="8"/>
                        <a:pt x="637" y="9"/>
                        <a:pt x="634" y="12"/>
                      </a:cubicBezTo>
                      <a:cubicBezTo>
                        <a:pt x="631" y="9"/>
                        <a:pt x="627" y="8"/>
                        <a:pt x="622" y="8"/>
                      </a:cubicBezTo>
                      <a:cubicBezTo>
                        <a:pt x="618" y="8"/>
                        <a:pt x="613" y="9"/>
                        <a:pt x="610" y="12"/>
                      </a:cubicBezTo>
                      <a:cubicBezTo>
                        <a:pt x="606" y="9"/>
                        <a:pt x="603" y="8"/>
                        <a:pt x="601" y="8"/>
                      </a:cubicBezTo>
                      <a:cubicBezTo>
                        <a:pt x="598" y="8"/>
                        <a:pt x="595" y="9"/>
                        <a:pt x="592" y="12"/>
                      </a:cubicBezTo>
                      <a:lnTo>
                        <a:pt x="576" y="12"/>
                      </a:lnTo>
                      <a:cubicBezTo>
                        <a:pt x="568" y="12"/>
                        <a:pt x="565" y="12"/>
                        <a:pt x="558" y="16"/>
                      </a:cubicBezTo>
                      <a:lnTo>
                        <a:pt x="555" y="16"/>
                      </a:lnTo>
                      <a:cubicBezTo>
                        <a:pt x="553" y="14"/>
                        <a:pt x="551" y="13"/>
                        <a:pt x="549" y="13"/>
                      </a:cubicBezTo>
                      <a:cubicBezTo>
                        <a:pt x="548" y="13"/>
                        <a:pt x="546" y="14"/>
                        <a:pt x="545" y="16"/>
                      </a:cubicBezTo>
                      <a:cubicBezTo>
                        <a:pt x="543" y="14"/>
                        <a:pt x="540" y="13"/>
                        <a:pt x="536" y="13"/>
                      </a:cubicBezTo>
                      <a:cubicBezTo>
                        <a:pt x="533" y="13"/>
                        <a:pt x="529" y="14"/>
                        <a:pt x="526" y="16"/>
                      </a:cubicBezTo>
                      <a:cubicBezTo>
                        <a:pt x="523" y="14"/>
                        <a:pt x="519" y="13"/>
                        <a:pt x="515" y="13"/>
                      </a:cubicBezTo>
                      <a:cubicBezTo>
                        <a:pt x="511" y="13"/>
                        <a:pt x="506" y="14"/>
                        <a:pt x="501" y="16"/>
                      </a:cubicBezTo>
                      <a:lnTo>
                        <a:pt x="473" y="16"/>
                      </a:lnTo>
                      <a:cubicBezTo>
                        <a:pt x="462" y="17"/>
                        <a:pt x="449" y="17"/>
                        <a:pt x="436" y="19"/>
                      </a:cubicBezTo>
                      <a:lnTo>
                        <a:pt x="432" y="19"/>
                      </a:lnTo>
                      <a:cubicBezTo>
                        <a:pt x="290" y="27"/>
                        <a:pt x="143" y="37"/>
                        <a:pt x="1" y="48"/>
                      </a:cubicBezTo>
                      <a:cubicBezTo>
                        <a:pt x="77" y="54"/>
                        <a:pt x="155" y="62"/>
                        <a:pt x="231" y="68"/>
                      </a:cubicBezTo>
                      <a:cubicBezTo>
                        <a:pt x="256" y="70"/>
                        <a:pt x="276" y="70"/>
                        <a:pt x="300" y="75"/>
                      </a:cubicBezTo>
                      <a:cubicBezTo>
                        <a:pt x="345" y="79"/>
                        <a:pt x="395" y="86"/>
                        <a:pt x="439" y="93"/>
                      </a:cubicBezTo>
                      <a:lnTo>
                        <a:pt x="444" y="93"/>
                      </a:lnTo>
                      <a:cubicBezTo>
                        <a:pt x="462" y="93"/>
                        <a:pt x="476" y="96"/>
                        <a:pt x="493" y="96"/>
                      </a:cubicBezTo>
                      <a:cubicBezTo>
                        <a:pt x="500" y="96"/>
                        <a:pt x="504" y="100"/>
                        <a:pt x="511" y="100"/>
                      </a:cubicBezTo>
                      <a:lnTo>
                        <a:pt x="525" y="100"/>
                      </a:lnTo>
                      <a:cubicBezTo>
                        <a:pt x="531" y="100"/>
                        <a:pt x="535" y="104"/>
                        <a:pt x="542" y="104"/>
                      </a:cubicBezTo>
                      <a:lnTo>
                        <a:pt x="546" y="104"/>
                      </a:lnTo>
                      <a:cubicBezTo>
                        <a:pt x="552" y="104"/>
                        <a:pt x="558" y="104"/>
                        <a:pt x="562" y="109"/>
                      </a:cubicBezTo>
                      <a:lnTo>
                        <a:pt x="587" y="109"/>
                      </a:lnTo>
                      <a:cubicBezTo>
                        <a:pt x="591" y="113"/>
                        <a:pt x="593" y="113"/>
                        <a:pt x="597" y="113"/>
                      </a:cubicBezTo>
                      <a:lnTo>
                        <a:pt x="606" y="113"/>
                      </a:lnTo>
                      <a:cubicBezTo>
                        <a:pt x="616" y="113"/>
                        <a:pt x="623" y="116"/>
                        <a:pt x="629" y="116"/>
                      </a:cubicBezTo>
                      <a:cubicBezTo>
                        <a:pt x="637" y="116"/>
                        <a:pt x="640" y="116"/>
                        <a:pt x="647" y="120"/>
                      </a:cubicBezTo>
                      <a:cubicBezTo>
                        <a:pt x="657" y="120"/>
                        <a:pt x="671" y="124"/>
                        <a:pt x="681" y="124"/>
                      </a:cubicBezTo>
                      <a:cubicBezTo>
                        <a:pt x="722" y="131"/>
                        <a:pt x="761" y="135"/>
                        <a:pt x="803" y="142"/>
                      </a:cubicBezTo>
                      <a:cubicBezTo>
                        <a:pt x="810" y="142"/>
                        <a:pt x="820" y="146"/>
                        <a:pt x="826" y="146"/>
                      </a:cubicBezTo>
                      <a:cubicBezTo>
                        <a:pt x="2536" y="396"/>
                        <a:pt x="4133" y="992"/>
                        <a:pt x="5546" y="1859"/>
                      </a:cubicBezTo>
                      <a:lnTo>
                        <a:pt x="5546" y="845"/>
                      </a:lnTo>
                      <a:cubicBezTo>
                        <a:pt x="4143" y="305"/>
                        <a:pt x="2619" y="6"/>
                        <a:pt x="1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5"/>
                <p:cNvSpPr/>
                <p:nvPr/>
              </p:nvSpPr>
              <p:spPr>
                <a:xfrm>
                  <a:off x="3211425" y="2791800"/>
                  <a:ext cx="84900" cy="189025"/>
                </a:xfrm>
                <a:custGeom>
                  <a:rect b="b" l="l" r="r" t="t"/>
                  <a:pathLst>
                    <a:path extrusionOk="0" h="7561" w="3396">
                      <a:moveTo>
                        <a:pt x="1835" y="1"/>
                      </a:moveTo>
                      <a:cubicBezTo>
                        <a:pt x="671" y="1906"/>
                        <a:pt x="0" y="4144"/>
                        <a:pt x="0" y="6538"/>
                      </a:cubicBezTo>
                      <a:cubicBezTo>
                        <a:pt x="0" y="6580"/>
                        <a:pt x="0" y="6619"/>
                        <a:pt x="4" y="6660"/>
                      </a:cubicBezTo>
                      <a:cubicBezTo>
                        <a:pt x="0" y="6684"/>
                        <a:pt x="0" y="6705"/>
                        <a:pt x="4" y="6729"/>
                      </a:cubicBezTo>
                      <a:cubicBezTo>
                        <a:pt x="4" y="6782"/>
                        <a:pt x="4" y="6832"/>
                        <a:pt x="9" y="6883"/>
                      </a:cubicBezTo>
                      <a:lnTo>
                        <a:pt x="9" y="6949"/>
                      </a:lnTo>
                      <a:cubicBezTo>
                        <a:pt x="9" y="6955"/>
                        <a:pt x="9" y="6963"/>
                        <a:pt x="12" y="6970"/>
                      </a:cubicBezTo>
                      <a:lnTo>
                        <a:pt x="12" y="7055"/>
                      </a:lnTo>
                      <a:cubicBezTo>
                        <a:pt x="12" y="7055"/>
                        <a:pt x="16" y="7055"/>
                        <a:pt x="12" y="7060"/>
                      </a:cubicBezTo>
                      <a:cubicBezTo>
                        <a:pt x="16" y="7064"/>
                        <a:pt x="16" y="7068"/>
                        <a:pt x="12" y="7074"/>
                      </a:cubicBezTo>
                      <a:cubicBezTo>
                        <a:pt x="16" y="7078"/>
                        <a:pt x="16" y="7080"/>
                        <a:pt x="16" y="7084"/>
                      </a:cubicBezTo>
                      <a:lnTo>
                        <a:pt x="16" y="7115"/>
                      </a:lnTo>
                      <a:cubicBezTo>
                        <a:pt x="16" y="7119"/>
                        <a:pt x="20" y="7126"/>
                        <a:pt x="20" y="7130"/>
                      </a:cubicBezTo>
                      <a:cubicBezTo>
                        <a:pt x="26" y="7271"/>
                        <a:pt x="36" y="7419"/>
                        <a:pt x="47" y="7560"/>
                      </a:cubicBezTo>
                      <a:cubicBezTo>
                        <a:pt x="53" y="7481"/>
                        <a:pt x="61" y="7404"/>
                        <a:pt x="67" y="7324"/>
                      </a:cubicBezTo>
                      <a:cubicBezTo>
                        <a:pt x="70" y="7303"/>
                        <a:pt x="70" y="7283"/>
                        <a:pt x="74" y="7262"/>
                      </a:cubicBezTo>
                      <a:lnTo>
                        <a:pt x="74" y="7259"/>
                      </a:lnTo>
                      <a:cubicBezTo>
                        <a:pt x="78" y="7213"/>
                        <a:pt x="86" y="7168"/>
                        <a:pt x="92" y="7123"/>
                      </a:cubicBezTo>
                      <a:lnTo>
                        <a:pt x="92" y="7119"/>
                      </a:lnTo>
                      <a:cubicBezTo>
                        <a:pt x="92" y="7102"/>
                        <a:pt x="96" y="7085"/>
                        <a:pt x="96" y="7068"/>
                      </a:cubicBezTo>
                      <a:cubicBezTo>
                        <a:pt x="96" y="7060"/>
                        <a:pt x="99" y="7055"/>
                        <a:pt x="99" y="7049"/>
                      </a:cubicBezTo>
                      <a:cubicBezTo>
                        <a:pt x="103" y="7049"/>
                        <a:pt x="99" y="7045"/>
                        <a:pt x="99" y="7045"/>
                      </a:cubicBezTo>
                      <a:lnTo>
                        <a:pt x="99" y="7039"/>
                      </a:lnTo>
                      <a:cubicBezTo>
                        <a:pt x="99" y="7033"/>
                        <a:pt x="103" y="7025"/>
                        <a:pt x="103" y="7018"/>
                      </a:cubicBezTo>
                      <a:lnTo>
                        <a:pt x="103" y="7012"/>
                      </a:lnTo>
                      <a:cubicBezTo>
                        <a:pt x="103" y="7008"/>
                        <a:pt x="103" y="7006"/>
                        <a:pt x="108" y="7002"/>
                      </a:cubicBezTo>
                      <a:lnTo>
                        <a:pt x="108" y="6977"/>
                      </a:lnTo>
                      <a:lnTo>
                        <a:pt x="108" y="6973"/>
                      </a:lnTo>
                      <a:cubicBezTo>
                        <a:pt x="112" y="6971"/>
                        <a:pt x="112" y="6967"/>
                        <a:pt x="112" y="6967"/>
                      </a:cubicBezTo>
                      <a:lnTo>
                        <a:pt x="112" y="6961"/>
                      </a:lnTo>
                      <a:cubicBezTo>
                        <a:pt x="112" y="6950"/>
                        <a:pt x="115" y="6941"/>
                        <a:pt x="115" y="6934"/>
                      </a:cubicBezTo>
                      <a:cubicBezTo>
                        <a:pt x="115" y="6925"/>
                        <a:pt x="119" y="6921"/>
                        <a:pt x="119" y="6915"/>
                      </a:cubicBezTo>
                      <a:cubicBezTo>
                        <a:pt x="119" y="6905"/>
                        <a:pt x="123" y="6899"/>
                        <a:pt x="123" y="6888"/>
                      </a:cubicBezTo>
                      <a:lnTo>
                        <a:pt x="123" y="6884"/>
                      </a:lnTo>
                      <a:cubicBezTo>
                        <a:pt x="129" y="6842"/>
                        <a:pt x="133" y="6796"/>
                        <a:pt x="140" y="6755"/>
                      </a:cubicBezTo>
                      <a:cubicBezTo>
                        <a:pt x="140" y="6751"/>
                        <a:pt x="144" y="6745"/>
                        <a:pt x="144" y="6741"/>
                      </a:cubicBezTo>
                      <a:cubicBezTo>
                        <a:pt x="523" y="4152"/>
                        <a:pt x="1692" y="1822"/>
                        <a:pt x="3396" y="2"/>
                      </a:cubicBezTo>
                      <a:lnTo>
                        <a:pt x="33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5"/>
                <p:cNvSpPr/>
                <p:nvPr/>
              </p:nvSpPr>
              <p:spPr>
                <a:xfrm>
                  <a:off x="3121350" y="2952350"/>
                  <a:ext cx="92075" cy="214750"/>
                </a:xfrm>
                <a:custGeom>
                  <a:rect b="b" l="l" r="r" t="t"/>
                  <a:pathLst>
                    <a:path extrusionOk="0" h="8590" w="3683">
                      <a:moveTo>
                        <a:pt x="3636" y="1"/>
                      </a:moveTo>
                      <a:cubicBezTo>
                        <a:pt x="3629" y="80"/>
                        <a:pt x="3622" y="157"/>
                        <a:pt x="3615" y="236"/>
                      </a:cubicBezTo>
                      <a:cubicBezTo>
                        <a:pt x="3613" y="254"/>
                        <a:pt x="3613" y="270"/>
                        <a:pt x="3608" y="288"/>
                      </a:cubicBezTo>
                      <a:cubicBezTo>
                        <a:pt x="3606" y="337"/>
                        <a:pt x="3598" y="389"/>
                        <a:pt x="3592" y="437"/>
                      </a:cubicBezTo>
                      <a:cubicBezTo>
                        <a:pt x="3592" y="455"/>
                        <a:pt x="3592" y="472"/>
                        <a:pt x="3588" y="489"/>
                      </a:cubicBezTo>
                      <a:cubicBezTo>
                        <a:pt x="3588" y="497"/>
                        <a:pt x="3588" y="501"/>
                        <a:pt x="3584" y="508"/>
                      </a:cubicBezTo>
                      <a:lnTo>
                        <a:pt x="3584" y="522"/>
                      </a:lnTo>
                      <a:cubicBezTo>
                        <a:pt x="3584" y="528"/>
                        <a:pt x="3581" y="535"/>
                        <a:pt x="3581" y="543"/>
                      </a:cubicBezTo>
                      <a:lnTo>
                        <a:pt x="3581" y="546"/>
                      </a:lnTo>
                      <a:lnTo>
                        <a:pt x="3581" y="556"/>
                      </a:lnTo>
                      <a:cubicBezTo>
                        <a:pt x="3576" y="564"/>
                        <a:pt x="3576" y="568"/>
                        <a:pt x="3576" y="575"/>
                      </a:cubicBezTo>
                      <a:lnTo>
                        <a:pt x="3576" y="585"/>
                      </a:lnTo>
                      <a:cubicBezTo>
                        <a:pt x="3576" y="587"/>
                        <a:pt x="3572" y="589"/>
                        <a:pt x="3572" y="591"/>
                      </a:cubicBezTo>
                      <a:lnTo>
                        <a:pt x="3572" y="597"/>
                      </a:lnTo>
                      <a:lnTo>
                        <a:pt x="3572" y="601"/>
                      </a:lnTo>
                      <a:cubicBezTo>
                        <a:pt x="3572" y="610"/>
                        <a:pt x="3568" y="620"/>
                        <a:pt x="3568" y="626"/>
                      </a:cubicBezTo>
                      <a:cubicBezTo>
                        <a:pt x="3568" y="633"/>
                        <a:pt x="3568" y="638"/>
                        <a:pt x="3565" y="644"/>
                      </a:cubicBezTo>
                      <a:cubicBezTo>
                        <a:pt x="3565" y="654"/>
                        <a:pt x="3565" y="664"/>
                        <a:pt x="3561" y="675"/>
                      </a:cubicBezTo>
                      <a:lnTo>
                        <a:pt x="3561" y="679"/>
                      </a:lnTo>
                      <a:cubicBezTo>
                        <a:pt x="3555" y="721"/>
                        <a:pt x="3551" y="767"/>
                        <a:pt x="3544" y="808"/>
                      </a:cubicBezTo>
                      <a:cubicBezTo>
                        <a:pt x="3544" y="811"/>
                        <a:pt x="3544" y="818"/>
                        <a:pt x="3540" y="824"/>
                      </a:cubicBezTo>
                      <a:cubicBezTo>
                        <a:pt x="3139" y="3551"/>
                        <a:pt x="1860" y="5997"/>
                        <a:pt x="1" y="7857"/>
                      </a:cubicBezTo>
                      <a:cubicBezTo>
                        <a:pt x="84" y="7929"/>
                        <a:pt x="170" y="7996"/>
                        <a:pt x="259" y="8062"/>
                      </a:cubicBezTo>
                      <a:cubicBezTo>
                        <a:pt x="299" y="8092"/>
                        <a:pt x="341" y="8123"/>
                        <a:pt x="382" y="8151"/>
                      </a:cubicBezTo>
                      <a:cubicBezTo>
                        <a:pt x="546" y="8264"/>
                        <a:pt x="717" y="8370"/>
                        <a:pt x="893" y="8464"/>
                      </a:cubicBezTo>
                      <a:cubicBezTo>
                        <a:pt x="911" y="8475"/>
                        <a:pt x="928" y="8484"/>
                        <a:pt x="946" y="8492"/>
                      </a:cubicBezTo>
                      <a:cubicBezTo>
                        <a:pt x="1011" y="8526"/>
                        <a:pt x="1075" y="8558"/>
                        <a:pt x="1141" y="8589"/>
                      </a:cubicBezTo>
                      <a:cubicBezTo>
                        <a:pt x="2733" y="6483"/>
                        <a:pt x="3678" y="3863"/>
                        <a:pt x="3678" y="1020"/>
                      </a:cubicBezTo>
                      <a:cubicBezTo>
                        <a:pt x="3678" y="983"/>
                        <a:pt x="3678" y="941"/>
                        <a:pt x="3680" y="897"/>
                      </a:cubicBezTo>
                      <a:cubicBezTo>
                        <a:pt x="3683" y="871"/>
                        <a:pt x="3683" y="844"/>
                        <a:pt x="3680" y="818"/>
                      </a:cubicBezTo>
                      <a:lnTo>
                        <a:pt x="3680" y="814"/>
                      </a:lnTo>
                      <a:cubicBezTo>
                        <a:pt x="3680" y="767"/>
                        <a:pt x="3680" y="718"/>
                        <a:pt x="3675" y="673"/>
                      </a:cubicBezTo>
                      <a:lnTo>
                        <a:pt x="3675" y="652"/>
                      </a:lnTo>
                      <a:lnTo>
                        <a:pt x="3675" y="646"/>
                      </a:lnTo>
                      <a:lnTo>
                        <a:pt x="3675" y="639"/>
                      </a:lnTo>
                      <a:lnTo>
                        <a:pt x="3675" y="608"/>
                      </a:lnTo>
                      <a:cubicBezTo>
                        <a:pt x="3675" y="601"/>
                        <a:pt x="3675" y="594"/>
                        <a:pt x="3672" y="587"/>
                      </a:cubicBezTo>
                      <a:lnTo>
                        <a:pt x="3672" y="581"/>
                      </a:lnTo>
                      <a:lnTo>
                        <a:pt x="3672" y="575"/>
                      </a:lnTo>
                      <a:lnTo>
                        <a:pt x="3672" y="501"/>
                      </a:lnTo>
                      <a:cubicBezTo>
                        <a:pt x="3668" y="497"/>
                        <a:pt x="3672" y="497"/>
                        <a:pt x="3672" y="497"/>
                      </a:cubicBezTo>
                      <a:cubicBezTo>
                        <a:pt x="3668" y="489"/>
                        <a:pt x="3668" y="487"/>
                        <a:pt x="3672" y="483"/>
                      </a:cubicBezTo>
                      <a:cubicBezTo>
                        <a:pt x="3668" y="481"/>
                        <a:pt x="3668" y="477"/>
                        <a:pt x="3668" y="477"/>
                      </a:cubicBezTo>
                      <a:lnTo>
                        <a:pt x="3668" y="431"/>
                      </a:lnTo>
                      <a:lnTo>
                        <a:pt x="3664" y="431"/>
                      </a:lnTo>
                      <a:cubicBezTo>
                        <a:pt x="3657" y="286"/>
                        <a:pt x="3647" y="142"/>
                        <a:pt x="3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5"/>
                <p:cNvSpPr/>
                <p:nvPr/>
              </p:nvSpPr>
              <p:spPr>
                <a:xfrm>
                  <a:off x="3074375" y="2959275"/>
                  <a:ext cx="150200" cy="54575"/>
                </a:xfrm>
                <a:custGeom>
                  <a:rect b="b" l="l" r="r" t="t"/>
                  <a:pathLst>
                    <a:path extrusionOk="0" h="2183" w="6008">
                      <a:moveTo>
                        <a:pt x="6008" y="0"/>
                      </a:moveTo>
                      <a:cubicBezTo>
                        <a:pt x="5935" y="36"/>
                        <a:pt x="5859" y="71"/>
                        <a:pt x="5785" y="104"/>
                      </a:cubicBezTo>
                      <a:cubicBezTo>
                        <a:pt x="5768" y="110"/>
                        <a:pt x="5754" y="118"/>
                        <a:pt x="5739" y="124"/>
                      </a:cubicBezTo>
                      <a:cubicBezTo>
                        <a:pt x="5694" y="141"/>
                        <a:pt x="5649" y="162"/>
                        <a:pt x="5608" y="180"/>
                      </a:cubicBezTo>
                      <a:cubicBezTo>
                        <a:pt x="5608" y="184"/>
                        <a:pt x="5608" y="184"/>
                        <a:pt x="5604" y="184"/>
                      </a:cubicBezTo>
                      <a:cubicBezTo>
                        <a:pt x="5588" y="190"/>
                        <a:pt x="5573" y="197"/>
                        <a:pt x="5559" y="201"/>
                      </a:cubicBezTo>
                      <a:cubicBezTo>
                        <a:pt x="5551" y="204"/>
                        <a:pt x="5547" y="207"/>
                        <a:pt x="5544" y="207"/>
                      </a:cubicBezTo>
                      <a:cubicBezTo>
                        <a:pt x="5542" y="207"/>
                        <a:pt x="5538" y="211"/>
                        <a:pt x="5538" y="211"/>
                      </a:cubicBezTo>
                      <a:lnTo>
                        <a:pt x="5534" y="211"/>
                      </a:lnTo>
                      <a:lnTo>
                        <a:pt x="5534" y="215"/>
                      </a:lnTo>
                      <a:cubicBezTo>
                        <a:pt x="5528" y="215"/>
                        <a:pt x="5520" y="217"/>
                        <a:pt x="5513" y="221"/>
                      </a:cubicBezTo>
                      <a:cubicBezTo>
                        <a:pt x="5511" y="221"/>
                        <a:pt x="5507" y="225"/>
                        <a:pt x="5507" y="225"/>
                      </a:cubicBezTo>
                      <a:cubicBezTo>
                        <a:pt x="5500" y="225"/>
                        <a:pt x="5497" y="230"/>
                        <a:pt x="5493" y="230"/>
                      </a:cubicBezTo>
                      <a:cubicBezTo>
                        <a:pt x="5485" y="232"/>
                        <a:pt x="5482" y="236"/>
                        <a:pt x="5479" y="236"/>
                      </a:cubicBezTo>
                      <a:cubicBezTo>
                        <a:pt x="5479" y="240"/>
                        <a:pt x="5479" y="240"/>
                        <a:pt x="5475" y="240"/>
                      </a:cubicBezTo>
                      <a:lnTo>
                        <a:pt x="5471" y="240"/>
                      </a:lnTo>
                      <a:cubicBezTo>
                        <a:pt x="5468" y="240"/>
                        <a:pt x="5465" y="243"/>
                        <a:pt x="5465" y="243"/>
                      </a:cubicBezTo>
                      <a:cubicBezTo>
                        <a:pt x="5462" y="243"/>
                        <a:pt x="5457" y="243"/>
                        <a:pt x="5457" y="247"/>
                      </a:cubicBezTo>
                      <a:cubicBezTo>
                        <a:pt x="5448" y="251"/>
                        <a:pt x="5440" y="253"/>
                        <a:pt x="5434" y="257"/>
                      </a:cubicBezTo>
                      <a:cubicBezTo>
                        <a:pt x="5425" y="257"/>
                        <a:pt x="5423" y="260"/>
                        <a:pt x="5419" y="264"/>
                      </a:cubicBezTo>
                      <a:cubicBezTo>
                        <a:pt x="5409" y="268"/>
                        <a:pt x="5399" y="271"/>
                        <a:pt x="5388" y="274"/>
                      </a:cubicBezTo>
                      <a:lnTo>
                        <a:pt x="5384" y="274"/>
                      </a:lnTo>
                      <a:lnTo>
                        <a:pt x="5384" y="278"/>
                      </a:lnTo>
                      <a:cubicBezTo>
                        <a:pt x="5347" y="292"/>
                        <a:pt x="5308" y="305"/>
                        <a:pt x="5274" y="319"/>
                      </a:cubicBezTo>
                      <a:cubicBezTo>
                        <a:pt x="5267" y="323"/>
                        <a:pt x="5259" y="326"/>
                        <a:pt x="5253" y="330"/>
                      </a:cubicBezTo>
                      <a:cubicBezTo>
                        <a:pt x="3756" y="923"/>
                        <a:pt x="2195" y="1209"/>
                        <a:pt x="648" y="1209"/>
                      </a:cubicBezTo>
                      <a:cubicBezTo>
                        <a:pt x="432" y="1209"/>
                        <a:pt x="216" y="1204"/>
                        <a:pt x="0" y="1192"/>
                      </a:cubicBezTo>
                      <a:lnTo>
                        <a:pt x="0" y="2182"/>
                      </a:lnTo>
                      <a:cubicBezTo>
                        <a:pt x="1762" y="2025"/>
                        <a:pt x="3517" y="1490"/>
                        <a:pt x="5150" y="549"/>
                      </a:cubicBezTo>
                      <a:cubicBezTo>
                        <a:pt x="5188" y="525"/>
                        <a:pt x="5229" y="504"/>
                        <a:pt x="5269" y="475"/>
                      </a:cubicBezTo>
                      <a:cubicBezTo>
                        <a:pt x="5275" y="473"/>
                        <a:pt x="5281" y="470"/>
                        <a:pt x="5287" y="467"/>
                      </a:cubicBezTo>
                      <a:lnTo>
                        <a:pt x="5289" y="467"/>
                      </a:lnTo>
                      <a:cubicBezTo>
                        <a:pt x="5300" y="460"/>
                        <a:pt x="5310" y="453"/>
                        <a:pt x="5320" y="444"/>
                      </a:cubicBezTo>
                      <a:cubicBezTo>
                        <a:pt x="5362" y="424"/>
                        <a:pt x="5400" y="397"/>
                        <a:pt x="5441" y="369"/>
                      </a:cubicBezTo>
                      <a:cubicBezTo>
                        <a:pt x="5447" y="369"/>
                        <a:pt x="5455" y="365"/>
                        <a:pt x="5462" y="359"/>
                      </a:cubicBezTo>
                      <a:lnTo>
                        <a:pt x="5462" y="354"/>
                      </a:lnTo>
                      <a:lnTo>
                        <a:pt x="5466" y="354"/>
                      </a:lnTo>
                      <a:cubicBezTo>
                        <a:pt x="5468" y="354"/>
                        <a:pt x="5468" y="354"/>
                        <a:pt x="5472" y="350"/>
                      </a:cubicBezTo>
                      <a:cubicBezTo>
                        <a:pt x="5475" y="350"/>
                        <a:pt x="5475" y="350"/>
                        <a:pt x="5478" y="346"/>
                      </a:cubicBezTo>
                      <a:cubicBezTo>
                        <a:pt x="5486" y="343"/>
                        <a:pt x="5491" y="339"/>
                        <a:pt x="5497" y="333"/>
                      </a:cubicBezTo>
                      <a:cubicBezTo>
                        <a:pt x="5503" y="333"/>
                        <a:pt x="5507" y="329"/>
                        <a:pt x="5513" y="322"/>
                      </a:cubicBezTo>
                      <a:cubicBezTo>
                        <a:pt x="5517" y="322"/>
                        <a:pt x="5519" y="322"/>
                        <a:pt x="5524" y="318"/>
                      </a:cubicBezTo>
                      <a:cubicBezTo>
                        <a:pt x="5527" y="318"/>
                        <a:pt x="5527" y="315"/>
                        <a:pt x="5530" y="312"/>
                      </a:cubicBezTo>
                      <a:cubicBezTo>
                        <a:pt x="5534" y="312"/>
                        <a:pt x="5537" y="309"/>
                        <a:pt x="5540" y="305"/>
                      </a:cubicBezTo>
                      <a:lnTo>
                        <a:pt x="5544" y="305"/>
                      </a:lnTo>
                      <a:cubicBezTo>
                        <a:pt x="5547" y="305"/>
                        <a:pt x="5550" y="299"/>
                        <a:pt x="5550" y="299"/>
                      </a:cubicBezTo>
                      <a:cubicBezTo>
                        <a:pt x="5559" y="299"/>
                        <a:pt x="5565" y="292"/>
                        <a:pt x="5569" y="292"/>
                      </a:cubicBezTo>
                      <a:cubicBezTo>
                        <a:pt x="5575" y="284"/>
                        <a:pt x="5583" y="282"/>
                        <a:pt x="5590" y="278"/>
                      </a:cubicBezTo>
                      <a:lnTo>
                        <a:pt x="5590" y="274"/>
                      </a:lnTo>
                      <a:cubicBezTo>
                        <a:pt x="5597" y="274"/>
                        <a:pt x="5600" y="272"/>
                        <a:pt x="5604" y="268"/>
                      </a:cubicBezTo>
                      <a:cubicBezTo>
                        <a:pt x="5621" y="257"/>
                        <a:pt x="5635" y="251"/>
                        <a:pt x="5648" y="237"/>
                      </a:cubicBezTo>
                      <a:lnTo>
                        <a:pt x="5653" y="237"/>
                      </a:lnTo>
                      <a:cubicBezTo>
                        <a:pt x="5771" y="160"/>
                        <a:pt x="5889" y="81"/>
                        <a:pt x="6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5"/>
                <p:cNvSpPr/>
                <p:nvPr/>
              </p:nvSpPr>
              <p:spPr>
                <a:xfrm>
                  <a:off x="3200150" y="2920825"/>
                  <a:ext cx="136650" cy="53025"/>
                </a:xfrm>
                <a:custGeom>
                  <a:rect b="b" l="l" r="r" t="t"/>
                  <a:pathLst>
                    <a:path extrusionOk="0" h="2121" w="5466">
                      <a:moveTo>
                        <a:pt x="5466" y="1"/>
                      </a:moveTo>
                      <a:cubicBezTo>
                        <a:pt x="3891" y="212"/>
                        <a:pt x="2329" y="730"/>
                        <a:pt x="862" y="1569"/>
                      </a:cubicBezTo>
                      <a:cubicBezTo>
                        <a:pt x="824" y="1590"/>
                        <a:pt x="790" y="1615"/>
                        <a:pt x="751" y="1640"/>
                      </a:cubicBezTo>
                      <a:cubicBezTo>
                        <a:pt x="734" y="1646"/>
                        <a:pt x="712" y="1656"/>
                        <a:pt x="695" y="1675"/>
                      </a:cubicBezTo>
                      <a:cubicBezTo>
                        <a:pt x="652" y="1694"/>
                        <a:pt x="607" y="1723"/>
                        <a:pt x="566" y="1750"/>
                      </a:cubicBezTo>
                      <a:cubicBezTo>
                        <a:pt x="563" y="1750"/>
                        <a:pt x="555" y="1754"/>
                        <a:pt x="552" y="1760"/>
                      </a:cubicBezTo>
                      <a:cubicBezTo>
                        <a:pt x="551" y="1760"/>
                        <a:pt x="550" y="1760"/>
                        <a:pt x="549" y="1760"/>
                      </a:cubicBezTo>
                      <a:cubicBezTo>
                        <a:pt x="547" y="1760"/>
                        <a:pt x="544" y="1761"/>
                        <a:pt x="542" y="1764"/>
                      </a:cubicBezTo>
                      <a:lnTo>
                        <a:pt x="538" y="1769"/>
                      </a:lnTo>
                      <a:cubicBezTo>
                        <a:pt x="535" y="1769"/>
                        <a:pt x="535" y="1769"/>
                        <a:pt x="532" y="1773"/>
                      </a:cubicBezTo>
                      <a:cubicBezTo>
                        <a:pt x="525" y="1776"/>
                        <a:pt x="517" y="1780"/>
                        <a:pt x="511" y="1786"/>
                      </a:cubicBezTo>
                      <a:cubicBezTo>
                        <a:pt x="503" y="1786"/>
                        <a:pt x="499" y="1790"/>
                        <a:pt x="493" y="1796"/>
                      </a:cubicBezTo>
                      <a:cubicBezTo>
                        <a:pt x="490" y="1796"/>
                        <a:pt x="490" y="1796"/>
                        <a:pt x="486" y="1801"/>
                      </a:cubicBezTo>
                      <a:cubicBezTo>
                        <a:pt x="482" y="1801"/>
                        <a:pt x="480" y="1804"/>
                        <a:pt x="476" y="1807"/>
                      </a:cubicBezTo>
                      <a:lnTo>
                        <a:pt x="472" y="1807"/>
                      </a:lnTo>
                      <a:cubicBezTo>
                        <a:pt x="472" y="1807"/>
                        <a:pt x="468" y="1807"/>
                        <a:pt x="468" y="1811"/>
                      </a:cubicBezTo>
                      <a:cubicBezTo>
                        <a:pt x="466" y="1811"/>
                        <a:pt x="462" y="1817"/>
                        <a:pt x="462" y="1817"/>
                      </a:cubicBezTo>
                      <a:cubicBezTo>
                        <a:pt x="460" y="1817"/>
                        <a:pt x="455" y="1821"/>
                        <a:pt x="455" y="1821"/>
                      </a:cubicBezTo>
                      <a:cubicBezTo>
                        <a:pt x="447" y="1821"/>
                        <a:pt x="445" y="1824"/>
                        <a:pt x="441" y="1827"/>
                      </a:cubicBezTo>
                      <a:cubicBezTo>
                        <a:pt x="435" y="1832"/>
                        <a:pt x="426" y="1838"/>
                        <a:pt x="420" y="1842"/>
                      </a:cubicBezTo>
                      <a:cubicBezTo>
                        <a:pt x="416" y="1842"/>
                        <a:pt x="416" y="1846"/>
                        <a:pt x="416" y="1846"/>
                      </a:cubicBezTo>
                      <a:cubicBezTo>
                        <a:pt x="409" y="1846"/>
                        <a:pt x="406" y="1848"/>
                        <a:pt x="403" y="1852"/>
                      </a:cubicBezTo>
                      <a:cubicBezTo>
                        <a:pt x="389" y="1862"/>
                        <a:pt x="375" y="1871"/>
                        <a:pt x="361" y="1881"/>
                      </a:cubicBezTo>
                      <a:cubicBezTo>
                        <a:pt x="357" y="1881"/>
                        <a:pt x="357" y="1884"/>
                        <a:pt x="357" y="1884"/>
                      </a:cubicBezTo>
                      <a:cubicBezTo>
                        <a:pt x="236" y="1961"/>
                        <a:pt x="119" y="2041"/>
                        <a:pt x="0" y="2120"/>
                      </a:cubicBezTo>
                      <a:cubicBezTo>
                        <a:pt x="76" y="2083"/>
                        <a:pt x="156" y="2048"/>
                        <a:pt x="232" y="2013"/>
                      </a:cubicBezTo>
                      <a:cubicBezTo>
                        <a:pt x="239" y="2011"/>
                        <a:pt x="245" y="2007"/>
                        <a:pt x="251" y="2005"/>
                      </a:cubicBezTo>
                      <a:lnTo>
                        <a:pt x="253" y="2005"/>
                      </a:lnTo>
                      <a:cubicBezTo>
                        <a:pt x="259" y="2001"/>
                        <a:pt x="267" y="1998"/>
                        <a:pt x="274" y="1997"/>
                      </a:cubicBezTo>
                      <a:cubicBezTo>
                        <a:pt x="318" y="1976"/>
                        <a:pt x="361" y="1958"/>
                        <a:pt x="403" y="1941"/>
                      </a:cubicBezTo>
                      <a:lnTo>
                        <a:pt x="403" y="1938"/>
                      </a:lnTo>
                      <a:cubicBezTo>
                        <a:pt x="420" y="1931"/>
                        <a:pt x="437" y="1924"/>
                        <a:pt x="451" y="1920"/>
                      </a:cubicBezTo>
                      <a:cubicBezTo>
                        <a:pt x="455" y="1918"/>
                        <a:pt x="457" y="1918"/>
                        <a:pt x="462" y="1914"/>
                      </a:cubicBezTo>
                      <a:cubicBezTo>
                        <a:pt x="466" y="1914"/>
                        <a:pt x="468" y="1910"/>
                        <a:pt x="472" y="1910"/>
                      </a:cubicBezTo>
                      <a:cubicBezTo>
                        <a:pt x="474" y="1908"/>
                        <a:pt x="475" y="1908"/>
                        <a:pt x="476" y="1908"/>
                      </a:cubicBezTo>
                      <a:cubicBezTo>
                        <a:pt x="476" y="1908"/>
                        <a:pt x="476" y="1908"/>
                        <a:pt x="476" y="1910"/>
                      </a:cubicBezTo>
                      <a:cubicBezTo>
                        <a:pt x="482" y="1907"/>
                        <a:pt x="490" y="1904"/>
                        <a:pt x="497" y="1900"/>
                      </a:cubicBezTo>
                      <a:lnTo>
                        <a:pt x="504" y="1900"/>
                      </a:lnTo>
                      <a:cubicBezTo>
                        <a:pt x="508" y="1898"/>
                        <a:pt x="511" y="1893"/>
                        <a:pt x="514" y="1893"/>
                      </a:cubicBezTo>
                      <a:cubicBezTo>
                        <a:pt x="522" y="1891"/>
                        <a:pt x="529" y="1887"/>
                        <a:pt x="533" y="1887"/>
                      </a:cubicBezTo>
                      <a:cubicBezTo>
                        <a:pt x="533" y="1887"/>
                        <a:pt x="533" y="1883"/>
                        <a:pt x="537" y="1883"/>
                      </a:cubicBezTo>
                      <a:lnTo>
                        <a:pt x="547" y="1883"/>
                      </a:lnTo>
                      <a:lnTo>
                        <a:pt x="551" y="1879"/>
                      </a:lnTo>
                      <a:cubicBezTo>
                        <a:pt x="562" y="1873"/>
                        <a:pt x="573" y="1869"/>
                        <a:pt x="579" y="1869"/>
                      </a:cubicBezTo>
                      <a:cubicBezTo>
                        <a:pt x="587" y="1867"/>
                        <a:pt x="590" y="1862"/>
                        <a:pt x="594" y="1862"/>
                      </a:cubicBezTo>
                      <a:cubicBezTo>
                        <a:pt x="604" y="1855"/>
                        <a:pt x="614" y="1852"/>
                        <a:pt x="625" y="1848"/>
                      </a:cubicBezTo>
                      <a:lnTo>
                        <a:pt x="629" y="1848"/>
                      </a:lnTo>
                      <a:cubicBezTo>
                        <a:pt x="630" y="1847"/>
                        <a:pt x="630" y="1847"/>
                        <a:pt x="631" y="1847"/>
                      </a:cubicBezTo>
                      <a:cubicBezTo>
                        <a:pt x="632" y="1847"/>
                        <a:pt x="632" y="1848"/>
                        <a:pt x="632" y="1848"/>
                      </a:cubicBezTo>
                      <a:cubicBezTo>
                        <a:pt x="671" y="1832"/>
                        <a:pt x="708" y="1814"/>
                        <a:pt x="746" y="1804"/>
                      </a:cubicBezTo>
                      <a:cubicBezTo>
                        <a:pt x="754" y="1796"/>
                        <a:pt x="761" y="1793"/>
                        <a:pt x="768" y="1793"/>
                      </a:cubicBezTo>
                      <a:cubicBezTo>
                        <a:pt x="2265" y="1198"/>
                        <a:pt x="3829" y="913"/>
                        <a:pt x="5375" y="913"/>
                      </a:cubicBezTo>
                      <a:cubicBezTo>
                        <a:pt x="5405" y="913"/>
                        <a:pt x="5436" y="913"/>
                        <a:pt x="5466" y="913"/>
                      </a:cubicBezTo>
                      <a:lnTo>
                        <a:pt x="546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5"/>
                <p:cNvSpPr/>
                <p:nvPr/>
              </p:nvSpPr>
              <p:spPr>
                <a:xfrm>
                  <a:off x="3162475" y="2791825"/>
                  <a:ext cx="57350" cy="186975"/>
                </a:xfrm>
                <a:custGeom>
                  <a:rect b="b" l="l" r="r" t="t"/>
                  <a:pathLst>
                    <a:path extrusionOk="0" h="7479" w="2294">
                      <a:moveTo>
                        <a:pt x="65" y="1"/>
                      </a:moveTo>
                      <a:cubicBezTo>
                        <a:pt x="1" y="2243"/>
                        <a:pt x="538" y="4529"/>
                        <a:pt x="1743" y="6615"/>
                      </a:cubicBezTo>
                      <a:cubicBezTo>
                        <a:pt x="1760" y="6647"/>
                        <a:pt x="1778" y="6678"/>
                        <a:pt x="1798" y="6709"/>
                      </a:cubicBezTo>
                      <a:cubicBezTo>
                        <a:pt x="1813" y="6734"/>
                        <a:pt x="1827" y="6760"/>
                        <a:pt x="1848" y="6785"/>
                      </a:cubicBezTo>
                      <a:cubicBezTo>
                        <a:pt x="1870" y="6826"/>
                        <a:pt x="1892" y="6869"/>
                        <a:pt x="1921" y="6910"/>
                      </a:cubicBezTo>
                      <a:cubicBezTo>
                        <a:pt x="1925" y="6916"/>
                        <a:pt x="1928" y="6924"/>
                        <a:pt x="1936" y="6931"/>
                      </a:cubicBezTo>
                      <a:cubicBezTo>
                        <a:pt x="1936" y="6935"/>
                        <a:pt x="1936" y="6937"/>
                        <a:pt x="1942" y="6941"/>
                      </a:cubicBezTo>
                      <a:cubicBezTo>
                        <a:pt x="1939" y="6944"/>
                        <a:pt x="1942" y="6944"/>
                        <a:pt x="1946" y="6947"/>
                      </a:cubicBezTo>
                      <a:cubicBezTo>
                        <a:pt x="1949" y="6954"/>
                        <a:pt x="1952" y="6962"/>
                        <a:pt x="1956" y="6968"/>
                      </a:cubicBezTo>
                      <a:cubicBezTo>
                        <a:pt x="1959" y="6972"/>
                        <a:pt x="1962" y="6978"/>
                        <a:pt x="1967" y="6982"/>
                      </a:cubicBezTo>
                      <a:cubicBezTo>
                        <a:pt x="1967" y="6985"/>
                        <a:pt x="1967" y="6985"/>
                        <a:pt x="1970" y="6988"/>
                      </a:cubicBezTo>
                      <a:lnTo>
                        <a:pt x="1974" y="6993"/>
                      </a:lnTo>
                      <a:cubicBezTo>
                        <a:pt x="1974" y="6997"/>
                        <a:pt x="1977" y="7003"/>
                        <a:pt x="1980" y="7007"/>
                      </a:cubicBezTo>
                      <a:lnTo>
                        <a:pt x="1982" y="7008"/>
                      </a:lnTo>
                      <a:cubicBezTo>
                        <a:pt x="1984" y="7011"/>
                        <a:pt x="1984" y="7013"/>
                        <a:pt x="1984" y="7013"/>
                      </a:cubicBezTo>
                      <a:cubicBezTo>
                        <a:pt x="1987" y="7016"/>
                        <a:pt x="1987" y="7019"/>
                        <a:pt x="1990" y="7019"/>
                      </a:cubicBezTo>
                      <a:cubicBezTo>
                        <a:pt x="1994" y="7028"/>
                        <a:pt x="1997" y="7034"/>
                        <a:pt x="2001" y="7038"/>
                      </a:cubicBezTo>
                      <a:cubicBezTo>
                        <a:pt x="2005" y="7044"/>
                        <a:pt x="2008" y="7052"/>
                        <a:pt x="2011" y="7059"/>
                      </a:cubicBezTo>
                      <a:lnTo>
                        <a:pt x="2015" y="7059"/>
                      </a:lnTo>
                      <a:cubicBezTo>
                        <a:pt x="2018" y="7067"/>
                        <a:pt x="2018" y="7069"/>
                        <a:pt x="2021" y="7073"/>
                      </a:cubicBezTo>
                      <a:cubicBezTo>
                        <a:pt x="2021" y="7077"/>
                        <a:pt x="2025" y="7077"/>
                        <a:pt x="2025" y="7077"/>
                      </a:cubicBezTo>
                      <a:cubicBezTo>
                        <a:pt x="2036" y="7091"/>
                        <a:pt x="2044" y="7104"/>
                        <a:pt x="2054" y="7118"/>
                      </a:cubicBezTo>
                      <a:lnTo>
                        <a:pt x="2054" y="7122"/>
                      </a:lnTo>
                      <a:cubicBezTo>
                        <a:pt x="2133" y="7244"/>
                        <a:pt x="2213" y="7362"/>
                        <a:pt x="2294" y="7479"/>
                      </a:cubicBezTo>
                      <a:cubicBezTo>
                        <a:pt x="2262" y="7414"/>
                        <a:pt x="2231" y="7343"/>
                        <a:pt x="2200" y="7277"/>
                      </a:cubicBezTo>
                      <a:cubicBezTo>
                        <a:pt x="2189" y="7256"/>
                        <a:pt x="2181" y="7235"/>
                        <a:pt x="2171" y="7214"/>
                      </a:cubicBezTo>
                      <a:cubicBezTo>
                        <a:pt x="2149" y="7166"/>
                        <a:pt x="2129" y="7121"/>
                        <a:pt x="2108" y="7075"/>
                      </a:cubicBezTo>
                      <a:cubicBezTo>
                        <a:pt x="2102" y="7058"/>
                        <a:pt x="2093" y="7044"/>
                        <a:pt x="2087" y="7030"/>
                      </a:cubicBezTo>
                      <a:cubicBezTo>
                        <a:pt x="2087" y="7022"/>
                        <a:pt x="2085" y="7016"/>
                        <a:pt x="2081" y="7012"/>
                      </a:cubicBezTo>
                      <a:cubicBezTo>
                        <a:pt x="2081" y="7008"/>
                        <a:pt x="2081" y="7006"/>
                        <a:pt x="2077" y="7002"/>
                      </a:cubicBezTo>
                      <a:cubicBezTo>
                        <a:pt x="2073" y="6992"/>
                        <a:pt x="2071" y="6983"/>
                        <a:pt x="2067" y="6977"/>
                      </a:cubicBezTo>
                      <a:lnTo>
                        <a:pt x="2067" y="6973"/>
                      </a:lnTo>
                      <a:cubicBezTo>
                        <a:pt x="2062" y="6971"/>
                        <a:pt x="2062" y="6967"/>
                        <a:pt x="2062" y="6967"/>
                      </a:cubicBezTo>
                      <a:cubicBezTo>
                        <a:pt x="2060" y="6961"/>
                        <a:pt x="2056" y="6952"/>
                        <a:pt x="2056" y="6946"/>
                      </a:cubicBezTo>
                      <a:lnTo>
                        <a:pt x="2052" y="6946"/>
                      </a:lnTo>
                      <a:cubicBezTo>
                        <a:pt x="2052" y="6946"/>
                        <a:pt x="2051" y="6946"/>
                        <a:pt x="2051" y="6945"/>
                      </a:cubicBezTo>
                      <a:cubicBezTo>
                        <a:pt x="2051" y="6944"/>
                        <a:pt x="2051" y="6944"/>
                        <a:pt x="2052" y="6942"/>
                      </a:cubicBezTo>
                      <a:cubicBezTo>
                        <a:pt x="2052" y="6939"/>
                        <a:pt x="2049" y="6936"/>
                        <a:pt x="2049" y="6932"/>
                      </a:cubicBezTo>
                      <a:cubicBezTo>
                        <a:pt x="2049" y="6929"/>
                        <a:pt x="2045" y="6929"/>
                        <a:pt x="2045" y="6929"/>
                      </a:cubicBezTo>
                      <a:cubicBezTo>
                        <a:pt x="2041" y="6918"/>
                        <a:pt x="2039" y="6906"/>
                        <a:pt x="2035" y="6900"/>
                      </a:cubicBezTo>
                      <a:cubicBezTo>
                        <a:pt x="2032" y="6893"/>
                        <a:pt x="2032" y="6887"/>
                        <a:pt x="2028" y="6883"/>
                      </a:cubicBezTo>
                      <a:cubicBezTo>
                        <a:pt x="2024" y="6873"/>
                        <a:pt x="2021" y="6861"/>
                        <a:pt x="2018" y="6854"/>
                      </a:cubicBezTo>
                      <a:lnTo>
                        <a:pt x="2014" y="6854"/>
                      </a:lnTo>
                      <a:cubicBezTo>
                        <a:pt x="2000" y="6813"/>
                        <a:pt x="1983" y="6771"/>
                        <a:pt x="1964" y="6729"/>
                      </a:cubicBezTo>
                      <a:cubicBezTo>
                        <a:pt x="1962" y="6722"/>
                        <a:pt x="1962" y="6715"/>
                        <a:pt x="1958" y="6712"/>
                      </a:cubicBezTo>
                      <a:cubicBezTo>
                        <a:pt x="1094" y="4529"/>
                        <a:pt x="883" y="2209"/>
                        <a:pt x="12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5"/>
                <p:cNvSpPr/>
                <p:nvPr/>
              </p:nvSpPr>
              <p:spPr>
                <a:xfrm>
                  <a:off x="3205100" y="2954350"/>
                  <a:ext cx="61225" cy="224100"/>
                </a:xfrm>
                <a:custGeom>
                  <a:rect b="b" l="l" r="r" t="t"/>
                  <a:pathLst>
                    <a:path extrusionOk="0" h="8964" w="2449">
                      <a:moveTo>
                        <a:pt x="0" y="0"/>
                      </a:moveTo>
                      <a:lnTo>
                        <a:pt x="0" y="0"/>
                      </a:lnTo>
                      <a:cubicBezTo>
                        <a:pt x="31" y="69"/>
                        <a:pt x="67" y="136"/>
                        <a:pt x="94" y="206"/>
                      </a:cubicBezTo>
                      <a:cubicBezTo>
                        <a:pt x="105" y="227"/>
                        <a:pt x="115" y="248"/>
                        <a:pt x="125" y="269"/>
                      </a:cubicBezTo>
                      <a:cubicBezTo>
                        <a:pt x="144" y="314"/>
                        <a:pt x="165" y="358"/>
                        <a:pt x="185" y="404"/>
                      </a:cubicBezTo>
                      <a:cubicBezTo>
                        <a:pt x="191" y="422"/>
                        <a:pt x="200" y="439"/>
                        <a:pt x="206" y="453"/>
                      </a:cubicBezTo>
                      <a:cubicBezTo>
                        <a:pt x="206" y="461"/>
                        <a:pt x="210" y="464"/>
                        <a:pt x="210" y="467"/>
                      </a:cubicBezTo>
                      <a:lnTo>
                        <a:pt x="213" y="467"/>
                      </a:lnTo>
                      <a:lnTo>
                        <a:pt x="213" y="471"/>
                      </a:lnTo>
                      <a:cubicBezTo>
                        <a:pt x="213" y="474"/>
                        <a:pt x="217" y="478"/>
                        <a:pt x="217" y="478"/>
                      </a:cubicBezTo>
                      <a:cubicBezTo>
                        <a:pt x="220" y="485"/>
                        <a:pt x="220" y="492"/>
                        <a:pt x="223" y="496"/>
                      </a:cubicBezTo>
                      <a:cubicBezTo>
                        <a:pt x="223" y="498"/>
                        <a:pt x="227" y="502"/>
                        <a:pt x="227" y="502"/>
                      </a:cubicBezTo>
                      <a:cubicBezTo>
                        <a:pt x="227" y="506"/>
                        <a:pt x="232" y="508"/>
                        <a:pt x="232" y="512"/>
                      </a:cubicBezTo>
                      <a:cubicBezTo>
                        <a:pt x="236" y="523"/>
                        <a:pt x="238" y="531"/>
                        <a:pt x="242" y="537"/>
                      </a:cubicBezTo>
                      <a:cubicBezTo>
                        <a:pt x="242" y="541"/>
                        <a:pt x="246" y="543"/>
                        <a:pt x="246" y="547"/>
                      </a:cubicBezTo>
                      <a:cubicBezTo>
                        <a:pt x="246" y="551"/>
                        <a:pt x="250" y="551"/>
                        <a:pt x="250" y="551"/>
                      </a:cubicBezTo>
                      <a:cubicBezTo>
                        <a:pt x="253" y="562"/>
                        <a:pt x="257" y="572"/>
                        <a:pt x="260" y="579"/>
                      </a:cubicBezTo>
                      <a:cubicBezTo>
                        <a:pt x="263" y="588"/>
                        <a:pt x="263" y="590"/>
                        <a:pt x="267" y="594"/>
                      </a:cubicBezTo>
                      <a:cubicBezTo>
                        <a:pt x="269" y="600"/>
                        <a:pt x="269" y="608"/>
                        <a:pt x="273" y="614"/>
                      </a:cubicBezTo>
                      <a:cubicBezTo>
                        <a:pt x="276" y="618"/>
                        <a:pt x="276" y="621"/>
                        <a:pt x="279" y="625"/>
                      </a:cubicBezTo>
                      <a:cubicBezTo>
                        <a:pt x="294" y="664"/>
                        <a:pt x="307" y="701"/>
                        <a:pt x="324" y="739"/>
                      </a:cubicBezTo>
                      <a:lnTo>
                        <a:pt x="324" y="743"/>
                      </a:lnTo>
                      <a:cubicBezTo>
                        <a:pt x="325" y="749"/>
                        <a:pt x="329" y="754"/>
                        <a:pt x="331" y="757"/>
                      </a:cubicBezTo>
                      <a:lnTo>
                        <a:pt x="331" y="760"/>
                      </a:lnTo>
                      <a:cubicBezTo>
                        <a:pt x="1393" y="3440"/>
                        <a:pt x="1471" y="6327"/>
                        <a:pt x="685" y="8963"/>
                      </a:cubicBezTo>
                      <a:cubicBezTo>
                        <a:pt x="708" y="8959"/>
                        <a:pt x="734" y="8957"/>
                        <a:pt x="760" y="8953"/>
                      </a:cubicBezTo>
                      <a:cubicBezTo>
                        <a:pt x="853" y="8941"/>
                        <a:pt x="945" y="8925"/>
                        <a:pt x="1036" y="8906"/>
                      </a:cubicBezTo>
                      <a:cubicBezTo>
                        <a:pt x="1136" y="8886"/>
                        <a:pt x="1235" y="8864"/>
                        <a:pt x="1335" y="8838"/>
                      </a:cubicBezTo>
                      <a:cubicBezTo>
                        <a:pt x="1466" y="8804"/>
                        <a:pt x="1595" y="8766"/>
                        <a:pt x="1723" y="8722"/>
                      </a:cubicBezTo>
                      <a:cubicBezTo>
                        <a:pt x="1870" y="8672"/>
                        <a:pt x="2013" y="8615"/>
                        <a:pt x="2152" y="8554"/>
                      </a:cubicBezTo>
                      <a:cubicBezTo>
                        <a:pt x="2448" y="5975"/>
                        <a:pt x="1949" y="3282"/>
                        <a:pt x="550" y="861"/>
                      </a:cubicBezTo>
                      <a:cubicBezTo>
                        <a:pt x="534" y="830"/>
                        <a:pt x="515" y="799"/>
                        <a:pt x="495" y="770"/>
                      </a:cubicBezTo>
                      <a:cubicBezTo>
                        <a:pt x="480" y="743"/>
                        <a:pt x="467" y="719"/>
                        <a:pt x="446" y="695"/>
                      </a:cubicBezTo>
                      <a:cubicBezTo>
                        <a:pt x="426" y="652"/>
                        <a:pt x="401" y="607"/>
                        <a:pt x="370" y="566"/>
                      </a:cubicBezTo>
                      <a:cubicBezTo>
                        <a:pt x="370" y="559"/>
                        <a:pt x="366" y="551"/>
                        <a:pt x="360" y="545"/>
                      </a:cubicBezTo>
                      <a:lnTo>
                        <a:pt x="355" y="545"/>
                      </a:lnTo>
                      <a:cubicBezTo>
                        <a:pt x="360" y="545"/>
                        <a:pt x="355" y="541"/>
                        <a:pt x="355" y="541"/>
                      </a:cubicBezTo>
                      <a:cubicBezTo>
                        <a:pt x="355" y="541"/>
                        <a:pt x="359" y="540"/>
                        <a:pt x="355" y="538"/>
                      </a:cubicBezTo>
                      <a:lnTo>
                        <a:pt x="351" y="538"/>
                      </a:lnTo>
                      <a:cubicBezTo>
                        <a:pt x="354" y="536"/>
                        <a:pt x="351" y="536"/>
                        <a:pt x="348" y="532"/>
                      </a:cubicBezTo>
                      <a:cubicBezTo>
                        <a:pt x="348" y="526"/>
                        <a:pt x="340" y="514"/>
                        <a:pt x="334" y="507"/>
                      </a:cubicBezTo>
                      <a:cubicBezTo>
                        <a:pt x="334" y="504"/>
                        <a:pt x="330" y="497"/>
                        <a:pt x="323" y="494"/>
                      </a:cubicBezTo>
                      <a:cubicBezTo>
                        <a:pt x="325" y="491"/>
                        <a:pt x="323" y="491"/>
                        <a:pt x="319" y="486"/>
                      </a:cubicBezTo>
                      <a:lnTo>
                        <a:pt x="315" y="483"/>
                      </a:lnTo>
                      <a:cubicBezTo>
                        <a:pt x="315" y="479"/>
                        <a:pt x="313" y="473"/>
                        <a:pt x="309" y="469"/>
                      </a:cubicBezTo>
                      <a:cubicBezTo>
                        <a:pt x="309" y="466"/>
                        <a:pt x="309" y="463"/>
                        <a:pt x="305" y="463"/>
                      </a:cubicBezTo>
                      <a:cubicBezTo>
                        <a:pt x="305" y="460"/>
                        <a:pt x="299" y="455"/>
                        <a:pt x="299" y="455"/>
                      </a:cubicBezTo>
                      <a:cubicBezTo>
                        <a:pt x="299" y="449"/>
                        <a:pt x="296" y="443"/>
                        <a:pt x="292" y="439"/>
                      </a:cubicBezTo>
                      <a:cubicBezTo>
                        <a:pt x="288" y="432"/>
                        <a:pt x="284" y="424"/>
                        <a:pt x="278" y="421"/>
                      </a:cubicBezTo>
                      <a:cubicBezTo>
                        <a:pt x="278" y="417"/>
                        <a:pt x="274" y="417"/>
                        <a:pt x="274" y="417"/>
                      </a:cubicBezTo>
                      <a:cubicBezTo>
                        <a:pt x="274" y="413"/>
                        <a:pt x="274" y="411"/>
                        <a:pt x="270" y="407"/>
                      </a:cubicBezTo>
                      <a:cubicBezTo>
                        <a:pt x="270" y="404"/>
                        <a:pt x="264" y="401"/>
                        <a:pt x="264" y="401"/>
                      </a:cubicBezTo>
                      <a:cubicBezTo>
                        <a:pt x="257" y="387"/>
                        <a:pt x="247" y="373"/>
                        <a:pt x="237" y="359"/>
                      </a:cubicBezTo>
                      <a:lnTo>
                        <a:pt x="237" y="355"/>
                      </a:lnTo>
                      <a:cubicBezTo>
                        <a:pt x="160" y="233"/>
                        <a:pt x="81"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5"/>
                <p:cNvSpPr/>
                <p:nvPr/>
              </p:nvSpPr>
              <p:spPr>
                <a:xfrm>
                  <a:off x="3075950" y="2954175"/>
                  <a:ext cx="143450" cy="142575"/>
                </a:xfrm>
                <a:custGeom>
                  <a:rect b="b" l="l" r="r" t="t"/>
                  <a:pathLst>
                    <a:path extrusionOk="0" h="5703" w="5738">
                      <a:moveTo>
                        <a:pt x="5737" y="0"/>
                      </a:moveTo>
                      <a:cubicBezTo>
                        <a:pt x="5688" y="69"/>
                        <a:pt x="5639" y="139"/>
                        <a:pt x="5598" y="199"/>
                      </a:cubicBezTo>
                      <a:cubicBezTo>
                        <a:pt x="5587" y="213"/>
                        <a:pt x="5579" y="227"/>
                        <a:pt x="5569" y="241"/>
                      </a:cubicBezTo>
                      <a:cubicBezTo>
                        <a:pt x="5541" y="280"/>
                        <a:pt x="5514" y="317"/>
                        <a:pt x="5485" y="356"/>
                      </a:cubicBezTo>
                      <a:lnTo>
                        <a:pt x="5481" y="356"/>
                      </a:lnTo>
                      <a:cubicBezTo>
                        <a:pt x="5474" y="370"/>
                        <a:pt x="5464" y="380"/>
                        <a:pt x="5453" y="394"/>
                      </a:cubicBezTo>
                      <a:cubicBezTo>
                        <a:pt x="5449" y="401"/>
                        <a:pt x="5447" y="405"/>
                        <a:pt x="5443" y="411"/>
                      </a:cubicBezTo>
                      <a:lnTo>
                        <a:pt x="5437" y="415"/>
                      </a:lnTo>
                      <a:lnTo>
                        <a:pt x="5437" y="419"/>
                      </a:lnTo>
                      <a:lnTo>
                        <a:pt x="5433" y="419"/>
                      </a:lnTo>
                      <a:cubicBezTo>
                        <a:pt x="5433" y="426"/>
                        <a:pt x="5426" y="434"/>
                        <a:pt x="5422" y="437"/>
                      </a:cubicBezTo>
                      <a:cubicBezTo>
                        <a:pt x="5422" y="441"/>
                        <a:pt x="5422" y="441"/>
                        <a:pt x="5418" y="441"/>
                      </a:cubicBezTo>
                      <a:cubicBezTo>
                        <a:pt x="5418" y="445"/>
                        <a:pt x="5416" y="447"/>
                        <a:pt x="5412" y="451"/>
                      </a:cubicBezTo>
                      <a:cubicBezTo>
                        <a:pt x="5408" y="459"/>
                        <a:pt x="5404" y="466"/>
                        <a:pt x="5398" y="470"/>
                      </a:cubicBezTo>
                      <a:lnTo>
                        <a:pt x="5398" y="473"/>
                      </a:lnTo>
                      <a:lnTo>
                        <a:pt x="5393" y="473"/>
                      </a:lnTo>
                      <a:cubicBezTo>
                        <a:pt x="5393" y="476"/>
                        <a:pt x="5390" y="480"/>
                        <a:pt x="5390" y="480"/>
                      </a:cubicBezTo>
                      <a:cubicBezTo>
                        <a:pt x="5390" y="483"/>
                        <a:pt x="5386" y="483"/>
                        <a:pt x="5386" y="483"/>
                      </a:cubicBezTo>
                      <a:cubicBezTo>
                        <a:pt x="5379" y="493"/>
                        <a:pt x="5376" y="502"/>
                        <a:pt x="5366" y="508"/>
                      </a:cubicBezTo>
                      <a:cubicBezTo>
                        <a:pt x="5366" y="512"/>
                        <a:pt x="5362" y="514"/>
                        <a:pt x="5358" y="518"/>
                      </a:cubicBezTo>
                      <a:cubicBezTo>
                        <a:pt x="5352" y="528"/>
                        <a:pt x="5345" y="540"/>
                        <a:pt x="5338" y="547"/>
                      </a:cubicBezTo>
                      <a:lnTo>
                        <a:pt x="5338" y="550"/>
                      </a:lnTo>
                      <a:lnTo>
                        <a:pt x="5335" y="550"/>
                      </a:lnTo>
                      <a:cubicBezTo>
                        <a:pt x="5311" y="585"/>
                        <a:pt x="5286" y="616"/>
                        <a:pt x="5262" y="647"/>
                      </a:cubicBezTo>
                      <a:cubicBezTo>
                        <a:pt x="5258" y="651"/>
                        <a:pt x="5255" y="657"/>
                        <a:pt x="5252" y="662"/>
                      </a:cubicBezTo>
                      <a:cubicBezTo>
                        <a:pt x="3841" y="2441"/>
                        <a:pt x="2018" y="3757"/>
                        <a:pt x="0" y="4544"/>
                      </a:cubicBezTo>
                      <a:cubicBezTo>
                        <a:pt x="4" y="4574"/>
                        <a:pt x="10" y="4605"/>
                        <a:pt x="15" y="4635"/>
                      </a:cubicBezTo>
                      <a:cubicBezTo>
                        <a:pt x="27" y="4714"/>
                        <a:pt x="43" y="4795"/>
                        <a:pt x="59" y="4873"/>
                      </a:cubicBezTo>
                      <a:cubicBezTo>
                        <a:pt x="121" y="5160"/>
                        <a:pt x="207" y="5436"/>
                        <a:pt x="312" y="5703"/>
                      </a:cubicBezTo>
                      <a:cubicBezTo>
                        <a:pt x="2313" y="4637"/>
                        <a:pt x="4050" y="3015"/>
                        <a:pt x="5269" y="905"/>
                      </a:cubicBezTo>
                      <a:cubicBezTo>
                        <a:pt x="5289" y="868"/>
                        <a:pt x="5310" y="833"/>
                        <a:pt x="5331" y="795"/>
                      </a:cubicBezTo>
                      <a:cubicBezTo>
                        <a:pt x="5333" y="791"/>
                        <a:pt x="5336" y="786"/>
                        <a:pt x="5338" y="781"/>
                      </a:cubicBezTo>
                      <a:cubicBezTo>
                        <a:pt x="5346" y="767"/>
                        <a:pt x="5353" y="751"/>
                        <a:pt x="5361" y="736"/>
                      </a:cubicBezTo>
                      <a:cubicBezTo>
                        <a:pt x="5384" y="692"/>
                        <a:pt x="5409" y="646"/>
                        <a:pt x="5434" y="601"/>
                      </a:cubicBezTo>
                      <a:cubicBezTo>
                        <a:pt x="5436" y="597"/>
                        <a:pt x="5438" y="595"/>
                        <a:pt x="5440" y="590"/>
                      </a:cubicBezTo>
                      <a:cubicBezTo>
                        <a:pt x="5443" y="586"/>
                        <a:pt x="5443" y="583"/>
                        <a:pt x="5446" y="576"/>
                      </a:cubicBezTo>
                      <a:lnTo>
                        <a:pt x="5446" y="573"/>
                      </a:lnTo>
                      <a:lnTo>
                        <a:pt x="5453" y="566"/>
                      </a:lnTo>
                      <a:cubicBezTo>
                        <a:pt x="5456" y="559"/>
                        <a:pt x="5460" y="552"/>
                        <a:pt x="5464" y="545"/>
                      </a:cubicBezTo>
                      <a:cubicBezTo>
                        <a:pt x="5466" y="542"/>
                        <a:pt x="5470" y="534"/>
                        <a:pt x="5470" y="527"/>
                      </a:cubicBezTo>
                      <a:cubicBezTo>
                        <a:pt x="5472" y="523"/>
                        <a:pt x="5476" y="521"/>
                        <a:pt x="5476" y="517"/>
                      </a:cubicBezTo>
                      <a:cubicBezTo>
                        <a:pt x="5480" y="517"/>
                        <a:pt x="5480" y="514"/>
                        <a:pt x="5480" y="511"/>
                      </a:cubicBezTo>
                      <a:lnTo>
                        <a:pt x="5484" y="511"/>
                      </a:lnTo>
                      <a:lnTo>
                        <a:pt x="5484" y="504"/>
                      </a:lnTo>
                      <a:cubicBezTo>
                        <a:pt x="5487" y="504"/>
                        <a:pt x="5487" y="502"/>
                        <a:pt x="5487" y="498"/>
                      </a:cubicBezTo>
                      <a:cubicBezTo>
                        <a:pt x="5490" y="498"/>
                        <a:pt x="5490" y="495"/>
                        <a:pt x="5495" y="491"/>
                      </a:cubicBezTo>
                      <a:cubicBezTo>
                        <a:pt x="5495" y="487"/>
                        <a:pt x="5497" y="480"/>
                        <a:pt x="5501" y="473"/>
                      </a:cubicBezTo>
                      <a:cubicBezTo>
                        <a:pt x="5505" y="467"/>
                        <a:pt x="5508" y="459"/>
                        <a:pt x="5515" y="452"/>
                      </a:cubicBezTo>
                      <a:lnTo>
                        <a:pt x="5513" y="452"/>
                      </a:lnTo>
                      <a:lnTo>
                        <a:pt x="5513" y="451"/>
                      </a:lnTo>
                      <a:lnTo>
                        <a:pt x="5515" y="450"/>
                      </a:lnTo>
                      <a:cubicBezTo>
                        <a:pt x="5515" y="446"/>
                        <a:pt x="5517" y="442"/>
                        <a:pt x="5521" y="436"/>
                      </a:cubicBezTo>
                      <a:lnTo>
                        <a:pt x="5526" y="431"/>
                      </a:lnTo>
                      <a:cubicBezTo>
                        <a:pt x="5528" y="420"/>
                        <a:pt x="5536" y="408"/>
                        <a:pt x="5542" y="393"/>
                      </a:cubicBezTo>
                      <a:lnTo>
                        <a:pt x="5542" y="389"/>
                      </a:lnTo>
                      <a:cubicBezTo>
                        <a:pt x="5546" y="389"/>
                        <a:pt x="5546" y="389"/>
                        <a:pt x="5546" y="385"/>
                      </a:cubicBezTo>
                      <a:cubicBezTo>
                        <a:pt x="5612" y="256"/>
                        <a:pt x="5675" y="129"/>
                        <a:pt x="57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5"/>
                <p:cNvSpPr/>
                <p:nvPr/>
              </p:nvSpPr>
              <p:spPr>
                <a:xfrm>
                  <a:off x="3205550" y="2838800"/>
                  <a:ext cx="131250" cy="140225"/>
                </a:xfrm>
                <a:custGeom>
                  <a:rect b="b" l="l" r="r" t="t"/>
                  <a:pathLst>
                    <a:path extrusionOk="0" h="5609" w="5250">
                      <a:moveTo>
                        <a:pt x="5250" y="0"/>
                      </a:moveTo>
                      <a:cubicBezTo>
                        <a:pt x="3324" y="1067"/>
                        <a:pt x="1653" y="2654"/>
                        <a:pt x="474" y="4701"/>
                      </a:cubicBezTo>
                      <a:cubicBezTo>
                        <a:pt x="450" y="4740"/>
                        <a:pt x="429" y="4781"/>
                        <a:pt x="409" y="4819"/>
                      </a:cubicBezTo>
                      <a:cubicBezTo>
                        <a:pt x="398" y="4836"/>
                        <a:pt x="388" y="4855"/>
                        <a:pt x="378" y="4875"/>
                      </a:cubicBezTo>
                      <a:cubicBezTo>
                        <a:pt x="353" y="4917"/>
                        <a:pt x="328" y="4959"/>
                        <a:pt x="307" y="5004"/>
                      </a:cubicBezTo>
                      <a:cubicBezTo>
                        <a:pt x="303" y="5006"/>
                        <a:pt x="301" y="5014"/>
                        <a:pt x="297" y="5021"/>
                      </a:cubicBezTo>
                      <a:cubicBezTo>
                        <a:pt x="293" y="5025"/>
                        <a:pt x="293" y="5027"/>
                        <a:pt x="293" y="5031"/>
                      </a:cubicBezTo>
                      <a:cubicBezTo>
                        <a:pt x="293" y="5031"/>
                        <a:pt x="290" y="5031"/>
                        <a:pt x="290" y="5035"/>
                      </a:cubicBezTo>
                      <a:cubicBezTo>
                        <a:pt x="290" y="5035"/>
                        <a:pt x="286" y="5037"/>
                        <a:pt x="286" y="5041"/>
                      </a:cubicBezTo>
                      <a:cubicBezTo>
                        <a:pt x="282" y="5049"/>
                        <a:pt x="280" y="5056"/>
                        <a:pt x="276" y="5062"/>
                      </a:cubicBezTo>
                      <a:cubicBezTo>
                        <a:pt x="271" y="5065"/>
                        <a:pt x="269" y="5072"/>
                        <a:pt x="265" y="5079"/>
                      </a:cubicBezTo>
                      <a:cubicBezTo>
                        <a:pt x="261" y="5083"/>
                        <a:pt x="261" y="5086"/>
                        <a:pt x="261" y="5090"/>
                      </a:cubicBezTo>
                      <a:cubicBezTo>
                        <a:pt x="261" y="5090"/>
                        <a:pt x="257" y="5090"/>
                        <a:pt x="257" y="5093"/>
                      </a:cubicBezTo>
                      <a:cubicBezTo>
                        <a:pt x="255" y="5097"/>
                        <a:pt x="251" y="5105"/>
                        <a:pt x="251" y="5111"/>
                      </a:cubicBezTo>
                      <a:lnTo>
                        <a:pt x="247" y="5111"/>
                      </a:lnTo>
                      <a:cubicBezTo>
                        <a:pt x="247" y="5116"/>
                        <a:pt x="244" y="5118"/>
                        <a:pt x="244" y="5122"/>
                      </a:cubicBezTo>
                      <a:cubicBezTo>
                        <a:pt x="240" y="5126"/>
                        <a:pt x="236" y="5129"/>
                        <a:pt x="236" y="5136"/>
                      </a:cubicBezTo>
                      <a:cubicBezTo>
                        <a:pt x="229" y="5142"/>
                        <a:pt x="226" y="5150"/>
                        <a:pt x="223" y="5160"/>
                      </a:cubicBezTo>
                      <a:cubicBezTo>
                        <a:pt x="220" y="5164"/>
                        <a:pt x="220" y="5168"/>
                        <a:pt x="216" y="5174"/>
                      </a:cubicBezTo>
                      <a:lnTo>
                        <a:pt x="216" y="5179"/>
                      </a:lnTo>
                      <a:cubicBezTo>
                        <a:pt x="205" y="5191"/>
                        <a:pt x="198" y="5205"/>
                        <a:pt x="192" y="5220"/>
                      </a:cubicBezTo>
                      <a:lnTo>
                        <a:pt x="192" y="5224"/>
                      </a:lnTo>
                      <a:cubicBezTo>
                        <a:pt x="126" y="5353"/>
                        <a:pt x="63" y="5480"/>
                        <a:pt x="1" y="5609"/>
                      </a:cubicBezTo>
                      <a:cubicBezTo>
                        <a:pt x="45" y="5542"/>
                        <a:pt x="94" y="5477"/>
                        <a:pt x="142" y="5411"/>
                      </a:cubicBezTo>
                      <a:cubicBezTo>
                        <a:pt x="145" y="5407"/>
                        <a:pt x="148" y="5401"/>
                        <a:pt x="151" y="5397"/>
                      </a:cubicBezTo>
                      <a:cubicBezTo>
                        <a:pt x="156" y="5389"/>
                        <a:pt x="163" y="5379"/>
                        <a:pt x="169" y="5369"/>
                      </a:cubicBezTo>
                      <a:cubicBezTo>
                        <a:pt x="197" y="5330"/>
                        <a:pt x="225" y="5289"/>
                        <a:pt x="256" y="5251"/>
                      </a:cubicBezTo>
                      <a:lnTo>
                        <a:pt x="260" y="5247"/>
                      </a:lnTo>
                      <a:cubicBezTo>
                        <a:pt x="266" y="5232"/>
                        <a:pt x="277" y="5222"/>
                        <a:pt x="287" y="5208"/>
                      </a:cubicBezTo>
                      <a:cubicBezTo>
                        <a:pt x="291" y="5204"/>
                        <a:pt x="293" y="5198"/>
                        <a:pt x="297" y="5194"/>
                      </a:cubicBezTo>
                      <a:lnTo>
                        <a:pt x="301" y="5190"/>
                      </a:lnTo>
                      <a:cubicBezTo>
                        <a:pt x="301" y="5188"/>
                        <a:pt x="301" y="5188"/>
                        <a:pt x="305" y="5184"/>
                      </a:cubicBezTo>
                      <a:lnTo>
                        <a:pt x="309" y="5184"/>
                      </a:lnTo>
                      <a:cubicBezTo>
                        <a:pt x="309" y="5178"/>
                        <a:pt x="316" y="5173"/>
                        <a:pt x="319" y="5167"/>
                      </a:cubicBezTo>
                      <a:cubicBezTo>
                        <a:pt x="319" y="5167"/>
                        <a:pt x="319" y="5163"/>
                        <a:pt x="323" y="5163"/>
                      </a:cubicBezTo>
                      <a:cubicBezTo>
                        <a:pt x="323" y="5160"/>
                        <a:pt x="326" y="5160"/>
                        <a:pt x="329" y="5157"/>
                      </a:cubicBezTo>
                      <a:cubicBezTo>
                        <a:pt x="329" y="5149"/>
                        <a:pt x="336" y="5145"/>
                        <a:pt x="339" y="5138"/>
                      </a:cubicBezTo>
                      <a:cubicBezTo>
                        <a:pt x="339" y="5136"/>
                        <a:pt x="343" y="5136"/>
                        <a:pt x="347" y="5132"/>
                      </a:cubicBezTo>
                      <a:cubicBezTo>
                        <a:pt x="347" y="5129"/>
                        <a:pt x="347" y="5129"/>
                        <a:pt x="350" y="5126"/>
                      </a:cubicBezTo>
                      <a:cubicBezTo>
                        <a:pt x="350" y="5126"/>
                        <a:pt x="350" y="5122"/>
                        <a:pt x="354" y="5122"/>
                      </a:cubicBezTo>
                      <a:cubicBezTo>
                        <a:pt x="358" y="5116"/>
                        <a:pt x="365" y="5103"/>
                        <a:pt x="373" y="5097"/>
                      </a:cubicBezTo>
                      <a:lnTo>
                        <a:pt x="383" y="5087"/>
                      </a:lnTo>
                      <a:cubicBezTo>
                        <a:pt x="389" y="5076"/>
                        <a:pt x="397" y="5066"/>
                        <a:pt x="403" y="5056"/>
                      </a:cubicBezTo>
                      <a:lnTo>
                        <a:pt x="408" y="5056"/>
                      </a:lnTo>
                      <a:cubicBezTo>
                        <a:pt x="427" y="5025"/>
                        <a:pt x="455" y="4990"/>
                        <a:pt x="483" y="4959"/>
                      </a:cubicBezTo>
                      <a:cubicBezTo>
                        <a:pt x="483" y="4956"/>
                        <a:pt x="487" y="4948"/>
                        <a:pt x="493" y="4945"/>
                      </a:cubicBezTo>
                      <a:cubicBezTo>
                        <a:pt x="1783" y="3313"/>
                        <a:pt x="3427" y="2071"/>
                        <a:pt x="5250" y="1267"/>
                      </a:cubicBezTo>
                      <a:lnTo>
                        <a:pt x="525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5"/>
                <p:cNvSpPr/>
                <p:nvPr/>
              </p:nvSpPr>
              <p:spPr>
                <a:xfrm>
                  <a:off x="3074400" y="2791850"/>
                  <a:ext cx="150450" cy="181600"/>
                </a:xfrm>
                <a:custGeom>
                  <a:rect b="b" l="l" r="r" t="t"/>
                  <a:pathLst>
                    <a:path extrusionOk="0" h="7264" w="6018">
                      <a:moveTo>
                        <a:pt x="523" y="1"/>
                      </a:moveTo>
                      <a:cubicBezTo>
                        <a:pt x="343" y="129"/>
                        <a:pt x="170" y="264"/>
                        <a:pt x="0" y="406"/>
                      </a:cubicBezTo>
                      <a:lnTo>
                        <a:pt x="0" y="1203"/>
                      </a:lnTo>
                      <a:cubicBezTo>
                        <a:pt x="1049" y="3471"/>
                        <a:pt x="2786" y="5450"/>
                        <a:pt x="5115" y="6795"/>
                      </a:cubicBezTo>
                      <a:cubicBezTo>
                        <a:pt x="5147" y="6812"/>
                        <a:pt x="5178" y="6831"/>
                        <a:pt x="5209" y="6847"/>
                      </a:cubicBezTo>
                      <a:cubicBezTo>
                        <a:pt x="5216" y="6851"/>
                        <a:pt x="5222" y="6855"/>
                        <a:pt x="5227" y="6857"/>
                      </a:cubicBezTo>
                      <a:lnTo>
                        <a:pt x="5228" y="6857"/>
                      </a:lnTo>
                      <a:cubicBezTo>
                        <a:pt x="5247" y="6868"/>
                        <a:pt x="5266" y="6878"/>
                        <a:pt x="5286" y="6888"/>
                      </a:cubicBezTo>
                      <a:cubicBezTo>
                        <a:pt x="5332" y="6915"/>
                        <a:pt x="5377" y="6940"/>
                        <a:pt x="5422" y="6961"/>
                      </a:cubicBezTo>
                      <a:cubicBezTo>
                        <a:pt x="5423" y="6964"/>
                        <a:pt x="5426" y="6966"/>
                        <a:pt x="5429" y="6967"/>
                      </a:cubicBezTo>
                      <a:cubicBezTo>
                        <a:pt x="5430" y="6968"/>
                        <a:pt x="5431" y="6968"/>
                        <a:pt x="5433" y="6968"/>
                      </a:cubicBezTo>
                      <a:cubicBezTo>
                        <a:pt x="5435" y="6968"/>
                        <a:pt x="5437" y="6968"/>
                        <a:pt x="5439" y="6967"/>
                      </a:cubicBezTo>
                      <a:cubicBezTo>
                        <a:pt x="5439" y="6972"/>
                        <a:pt x="5439" y="6974"/>
                        <a:pt x="5440" y="6974"/>
                      </a:cubicBezTo>
                      <a:cubicBezTo>
                        <a:pt x="5440" y="6974"/>
                        <a:pt x="5441" y="6973"/>
                        <a:pt x="5443" y="6971"/>
                      </a:cubicBezTo>
                      <a:cubicBezTo>
                        <a:pt x="5443" y="6971"/>
                        <a:pt x="5444" y="6976"/>
                        <a:pt x="5447" y="6976"/>
                      </a:cubicBezTo>
                      <a:cubicBezTo>
                        <a:pt x="5448" y="6976"/>
                        <a:pt x="5448" y="6976"/>
                        <a:pt x="5449" y="6975"/>
                      </a:cubicBezTo>
                      <a:cubicBezTo>
                        <a:pt x="5449" y="6975"/>
                        <a:pt x="5451" y="6980"/>
                        <a:pt x="5453" y="6980"/>
                      </a:cubicBezTo>
                      <a:cubicBezTo>
                        <a:pt x="5454" y="6980"/>
                        <a:pt x="5455" y="6980"/>
                        <a:pt x="5455" y="6979"/>
                      </a:cubicBezTo>
                      <a:cubicBezTo>
                        <a:pt x="5462" y="6985"/>
                        <a:pt x="5470" y="6989"/>
                        <a:pt x="5476" y="6989"/>
                      </a:cubicBezTo>
                      <a:cubicBezTo>
                        <a:pt x="5480" y="6996"/>
                        <a:pt x="5484" y="7000"/>
                        <a:pt x="5491" y="7000"/>
                      </a:cubicBezTo>
                      <a:cubicBezTo>
                        <a:pt x="5491" y="7004"/>
                        <a:pt x="5493" y="7004"/>
                        <a:pt x="5497" y="7004"/>
                      </a:cubicBezTo>
                      <a:cubicBezTo>
                        <a:pt x="5497" y="7007"/>
                        <a:pt x="5500" y="7007"/>
                        <a:pt x="5504" y="7007"/>
                      </a:cubicBezTo>
                      <a:lnTo>
                        <a:pt x="5505" y="7009"/>
                      </a:lnTo>
                      <a:cubicBezTo>
                        <a:pt x="5507" y="7011"/>
                        <a:pt x="5511" y="7014"/>
                        <a:pt x="5514" y="7014"/>
                      </a:cubicBezTo>
                      <a:cubicBezTo>
                        <a:pt x="5517" y="7017"/>
                        <a:pt x="5520" y="7017"/>
                        <a:pt x="5525" y="7017"/>
                      </a:cubicBezTo>
                      <a:cubicBezTo>
                        <a:pt x="5525" y="7017"/>
                        <a:pt x="5527" y="7021"/>
                        <a:pt x="5531" y="7021"/>
                      </a:cubicBezTo>
                      <a:cubicBezTo>
                        <a:pt x="5534" y="7028"/>
                        <a:pt x="5542" y="7032"/>
                        <a:pt x="5548" y="7032"/>
                      </a:cubicBezTo>
                      <a:cubicBezTo>
                        <a:pt x="5556" y="7036"/>
                        <a:pt x="5563" y="7038"/>
                        <a:pt x="5569" y="7042"/>
                      </a:cubicBezTo>
                      <a:lnTo>
                        <a:pt x="5573" y="7042"/>
                      </a:lnTo>
                      <a:cubicBezTo>
                        <a:pt x="5577" y="7048"/>
                        <a:pt x="5579" y="7048"/>
                        <a:pt x="5583" y="7048"/>
                      </a:cubicBezTo>
                      <a:lnTo>
                        <a:pt x="5588" y="7048"/>
                      </a:lnTo>
                      <a:cubicBezTo>
                        <a:pt x="5602" y="7059"/>
                        <a:pt x="5615" y="7069"/>
                        <a:pt x="5633" y="7073"/>
                      </a:cubicBezTo>
                      <a:cubicBezTo>
                        <a:pt x="5762" y="7143"/>
                        <a:pt x="5889" y="7205"/>
                        <a:pt x="6018" y="7264"/>
                      </a:cubicBezTo>
                      <a:cubicBezTo>
                        <a:pt x="5955" y="7223"/>
                        <a:pt x="5896" y="7180"/>
                        <a:pt x="5839" y="7135"/>
                      </a:cubicBezTo>
                      <a:cubicBezTo>
                        <a:pt x="5819" y="7121"/>
                        <a:pt x="5800" y="7108"/>
                        <a:pt x="5780" y="7094"/>
                      </a:cubicBezTo>
                      <a:cubicBezTo>
                        <a:pt x="5742" y="7067"/>
                        <a:pt x="5701" y="7038"/>
                        <a:pt x="5662" y="7007"/>
                      </a:cubicBezTo>
                      <a:lnTo>
                        <a:pt x="5659" y="7007"/>
                      </a:lnTo>
                      <a:cubicBezTo>
                        <a:pt x="5644" y="6997"/>
                        <a:pt x="5634" y="6986"/>
                        <a:pt x="5620" y="6976"/>
                      </a:cubicBezTo>
                      <a:cubicBezTo>
                        <a:pt x="5615" y="6973"/>
                        <a:pt x="5609" y="6970"/>
                        <a:pt x="5605" y="6966"/>
                      </a:cubicBezTo>
                      <a:cubicBezTo>
                        <a:pt x="5604" y="6966"/>
                        <a:pt x="5602" y="6965"/>
                        <a:pt x="5600" y="6964"/>
                      </a:cubicBezTo>
                      <a:cubicBezTo>
                        <a:pt x="5598" y="6963"/>
                        <a:pt x="5597" y="6961"/>
                        <a:pt x="5595" y="6960"/>
                      </a:cubicBezTo>
                      <a:cubicBezTo>
                        <a:pt x="5592" y="6955"/>
                        <a:pt x="5584" y="6952"/>
                        <a:pt x="5581" y="6945"/>
                      </a:cubicBezTo>
                      <a:lnTo>
                        <a:pt x="5577" y="6945"/>
                      </a:lnTo>
                      <a:lnTo>
                        <a:pt x="5575" y="6944"/>
                      </a:lnTo>
                      <a:cubicBezTo>
                        <a:pt x="5573" y="6942"/>
                        <a:pt x="5569" y="6942"/>
                        <a:pt x="5567" y="6935"/>
                      </a:cubicBezTo>
                      <a:cubicBezTo>
                        <a:pt x="5559" y="6935"/>
                        <a:pt x="5556" y="6929"/>
                        <a:pt x="5548" y="6924"/>
                      </a:cubicBezTo>
                      <a:cubicBezTo>
                        <a:pt x="5548" y="6924"/>
                        <a:pt x="5544" y="6924"/>
                        <a:pt x="5544" y="6921"/>
                      </a:cubicBezTo>
                      <a:cubicBezTo>
                        <a:pt x="5541" y="6921"/>
                        <a:pt x="5538" y="6918"/>
                        <a:pt x="5534" y="6914"/>
                      </a:cubicBezTo>
                      <a:lnTo>
                        <a:pt x="5534" y="6911"/>
                      </a:lnTo>
                      <a:cubicBezTo>
                        <a:pt x="5527" y="6908"/>
                        <a:pt x="5516" y="6904"/>
                        <a:pt x="5510" y="6894"/>
                      </a:cubicBezTo>
                      <a:cubicBezTo>
                        <a:pt x="5504" y="6889"/>
                        <a:pt x="5500" y="6887"/>
                        <a:pt x="5493" y="6883"/>
                      </a:cubicBezTo>
                      <a:cubicBezTo>
                        <a:pt x="5482" y="6877"/>
                        <a:pt x="5476" y="6869"/>
                        <a:pt x="5466" y="6863"/>
                      </a:cubicBezTo>
                      <a:lnTo>
                        <a:pt x="5466" y="6858"/>
                      </a:lnTo>
                      <a:cubicBezTo>
                        <a:pt x="5434" y="6838"/>
                        <a:pt x="5403" y="6814"/>
                        <a:pt x="5372" y="6785"/>
                      </a:cubicBezTo>
                      <a:cubicBezTo>
                        <a:pt x="5366" y="6781"/>
                        <a:pt x="5362" y="6778"/>
                        <a:pt x="5355" y="6771"/>
                      </a:cubicBezTo>
                      <a:cubicBezTo>
                        <a:pt x="3140" y="5020"/>
                        <a:pt x="1640" y="2619"/>
                        <a:pt x="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5"/>
                <p:cNvSpPr/>
                <p:nvPr/>
              </p:nvSpPr>
              <p:spPr>
                <a:xfrm>
                  <a:off x="3199975" y="2959675"/>
                  <a:ext cx="133250" cy="155900"/>
                </a:xfrm>
                <a:custGeom>
                  <a:rect b="b" l="l" r="r" t="t"/>
                  <a:pathLst>
                    <a:path extrusionOk="0" h="6236" w="5330">
                      <a:moveTo>
                        <a:pt x="0" y="1"/>
                      </a:moveTo>
                      <a:lnTo>
                        <a:pt x="0" y="1"/>
                      </a:lnTo>
                      <a:cubicBezTo>
                        <a:pt x="64" y="42"/>
                        <a:pt x="126" y="88"/>
                        <a:pt x="185" y="133"/>
                      </a:cubicBezTo>
                      <a:cubicBezTo>
                        <a:pt x="190" y="135"/>
                        <a:pt x="197" y="138"/>
                        <a:pt x="201" y="142"/>
                      </a:cubicBezTo>
                      <a:cubicBezTo>
                        <a:pt x="201" y="143"/>
                        <a:pt x="203" y="143"/>
                        <a:pt x="203" y="143"/>
                      </a:cubicBezTo>
                      <a:cubicBezTo>
                        <a:pt x="216" y="153"/>
                        <a:pt x="229" y="161"/>
                        <a:pt x="241" y="171"/>
                      </a:cubicBezTo>
                      <a:cubicBezTo>
                        <a:pt x="282" y="199"/>
                        <a:pt x="320" y="231"/>
                        <a:pt x="361" y="258"/>
                      </a:cubicBezTo>
                      <a:lnTo>
                        <a:pt x="361" y="262"/>
                      </a:lnTo>
                      <a:cubicBezTo>
                        <a:pt x="376" y="269"/>
                        <a:pt x="386" y="280"/>
                        <a:pt x="400" y="290"/>
                      </a:cubicBezTo>
                      <a:cubicBezTo>
                        <a:pt x="405" y="294"/>
                        <a:pt x="411" y="297"/>
                        <a:pt x="415" y="300"/>
                      </a:cubicBezTo>
                      <a:cubicBezTo>
                        <a:pt x="416" y="300"/>
                        <a:pt x="417" y="302"/>
                        <a:pt x="420" y="303"/>
                      </a:cubicBezTo>
                      <a:cubicBezTo>
                        <a:pt x="422" y="304"/>
                        <a:pt x="423" y="305"/>
                        <a:pt x="425" y="307"/>
                      </a:cubicBezTo>
                      <a:lnTo>
                        <a:pt x="425" y="311"/>
                      </a:lnTo>
                      <a:cubicBezTo>
                        <a:pt x="431" y="311"/>
                        <a:pt x="439" y="319"/>
                        <a:pt x="446" y="325"/>
                      </a:cubicBezTo>
                      <a:cubicBezTo>
                        <a:pt x="449" y="325"/>
                        <a:pt x="452" y="328"/>
                        <a:pt x="456" y="331"/>
                      </a:cubicBezTo>
                      <a:cubicBezTo>
                        <a:pt x="463" y="335"/>
                        <a:pt x="467" y="338"/>
                        <a:pt x="470" y="342"/>
                      </a:cubicBezTo>
                      <a:cubicBezTo>
                        <a:pt x="474" y="342"/>
                        <a:pt x="474" y="342"/>
                        <a:pt x="474" y="346"/>
                      </a:cubicBezTo>
                      <a:cubicBezTo>
                        <a:pt x="478" y="346"/>
                        <a:pt x="481" y="349"/>
                        <a:pt x="484" y="352"/>
                      </a:cubicBezTo>
                      <a:lnTo>
                        <a:pt x="484" y="356"/>
                      </a:lnTo>
                      <a:cubicBezTo>
                        <a:pt x="486" y="354"/>
                        <a:pt x="487" y="353"/>
                        <a:pt x="488" y="353"/>
                      </a:cubicBezTo>
                      <a:cubicBezTo>
                        <a:pt x="488" y="353"/>
                        <a:pt x="488" y="354"/>
                        <a:pt x="488" y="356"/>
                      </a:cubicBezTo>
                      <a:cubicBezTo>
                        <a:pt x="499" y="360"/>
                        <a:pt x="507" y="367"/>
                        <a:pt x="513" y="375"/>
                      </a:cubicBezTo>
                      <a:cubicBezTo>
                        <a:pt x="520" y="378"/>
                        <a:pt x="523" y="381"/>
                        <a:pt x="527" y="385"/>
                      </a:cubicBezTo>
                      <a:cubicBezTo>
                        <a:pt x="538" y="391"/>
                        <a:pt x="549" y="398"/>
                        <a:pt x="555" y="405"/>
                      </a:cubicBezTo>
                      <a:lnTo>
                        <a:pt x="555" y="409"/>
                      </a:lnTo>
                      <a:cubicBezTo>
                        <a:pt x="589" y="429"/>
                        <a:pt x="621" y="457"/>
                        <a:pt x="652" y="485"/>
                      </a:cubicBezTo>
                      <a:cubicBezTo>
                        <a:pt x="658" y="489"/>
                        <a:pt x="667" y="493"/>
                        <a:pt x="673" y="499"/>
                      </a:cubicBezTo>
                      <a:cubicBezTo>
                        <a:pt x="2593" y="2017"/>
                        <a:pt x="3971" y="4025"/>
                        <a:pt x="4733" y="6235"/>
                      </a:cubicBezTo>
                      <a:cubicBezTo>
                        <a:pt x="4744" y="6214"/>
                        <a:pt x="4757" y="6194"/>
                        <a:pt x="4769" y="6173"/>
                      </a:cubicBezTo>
                      <a:cubicBezTo>
                        <a:pt x="4832" y="6063"/>
                        <a:pt x="4891" y="5952"/>
                        <a:pt x="4946" y="5839"/>
                      </a:cubicBezTo>
                      <a:cubicBezTo>
                        <a:pt x="5110" y="5500"/>
                        <a:pt x="5241" y="5143"/>
                        <a:pt x="5329" y="4770"/>
                      </a:cubicBezTo>
                      <a:cubicBezTo>
                        <a:pt x="4271" y="3048"/>
                        <a:pt x="2782" y="1557"/>
                        <a:pt x="906" y="473"/>
                      </a:cubicBezTo>
                      <a:cubicBezTo>
                        <a:pt x="874" y="455"/>
                        <a:pt x="843" y="437"/>
                        <a:pt x="812" y="421"/>
                      </a:cubicBezTo>
                      <a:cubicBezTo>
                        <a:pt x="783" y="402"/>
                        <a:pt x="755" y="390"/>
                        <a:pt x="729" y="376"/>
                      </a:cubicBezTo>
                      <a:cubicBezTo>
                        <a:pt x="685" y="347"/>
                        <a:pt x="644" y="327"/>
                        <a:pt x="600" y="305"/>
                      </a:cubicBezTo>
                      <a:cubicBezTo>
                        <a:pt x="592" y="299"/>
                        <a:pt x="585" y="295"/>
                        <a:pt x="579" y="295"/>
                      </a:cubicBezTo>
                      <a:cubicBezTo>
                        <a:pt x="579" y="295"/>
                        <a:pt x="576" y="289"/>
                        <a:pt x="572" y="289"/>
                      </a:cubicBezTo>
                      <a:cubicBezTo>
                        <a:pt x="572" y="289"/>
                        <a:pt x="570" y="285"/>
                        <a:pt x="566" y="285"/>
                      </a:cubicBezTo>
                      <a:cubicBezTo>
                        <a:pt x="559" y="282"/>
                        <a:pt x="551" y="279"/>
                        <a:pt x="545" y="274"/>
                      </a:cubicBezTo>
                      <a:cubicBezTo>
                        <a:pt x="541" y="272"/>
                        <a:pt x="538" y="268"/>
                        <a:pt x="530" y="268"/>
                      </a:cubicBezTo>
                      <a:cubicBezTo>
                        <a:pt x="527" y="266"/>
                        <a:pt x="524" y="262"/>
                        <a:pt x="520" y="262"/>
                      </a:cubicBezTo>
                      <a:cubicBezTo>
                        <a:pt x="520" y="262"/>
                        <a:pt x="518" y="258"/>
                        <a:pt x="514" y="258"/>
                      </a:cubicBezTo>
                      <a:cubicBezTo>
                        <a:pt x="510" y="256"/>
                        <a:pt x="508" y="256"/>
                        <a:pt x="504" y="252"/>
                      </a:cubicBezTo>
                      <a:cubicBezTo>
                        <a:pt x="504" y="252"/>
                        <a:pt x="502" y="252"/>
                        <a:pt x="497" y="248"/>
                      </a:cubicBezTo>
                      <a:cubicBezTo>
                        <a:pt x="493" y="248"/>
                        <a:pt x="491" y="243"/>
                        <a:pt x="487" y="243"/>
                      </a:cubicBezTo>
                      <a:cubicBezTo>
                        <a:pt x="484" y="240"/>
                        <a:pt x="477" y="237"/>
                        <a:pt x="470" y="233"/>
                      </a:cubicBezTo>
                      <a:cubicBezTo>
                        <a:pt x="468" y="230"/>
                        <a:pt x="459" y="227"/>
                        <a:pt x="453" y="223"/>
                      </a:cubicBezTo>
                      <a:lnTo>
                        <a:pt x="449" y="223"/>
                      </a:lnTo>
                      <a:cubicBezTo>
                        <a:pt x="446" y="221"/>
                        <a:pt x="442" y="221"/>
                        <a:pt x="436" y="217"/>
                      </a:cubicBezTo>
                      <a:cubicBezTo>
                        <a:pt x="421" y="210"/>
                        <a:pt x="407" y="199"/>
                        <a:pt x="390" y="192"/>
                      </a:cubicBezTo>
                      <a:lnTo>
                        <a:pt x="386" y="192"/>
                      </a:lnTo>
                      <a:cubicBezTo>
                        <a:pt x="257" y="127"/>
                        <a:pt x="129" y="65"/>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92" name="Google Shape;5092;p65"/>
            <p:cNvGrpSpPr/>
            <p:nvPr/>
          </p:nvGrpSpPr>
          <p:grpSpPr>
            <a:xfrm rot="-1155472">
              <a:off x="285960" y="4079022"/>
              <a:ext cx="980615" cy="618634"/>
              <a:chOff x="-1963525" y="3710875"/>
              <a:chExt cx="260450" cy="164313"/>
            </a:xfrm>
          </p:grpSpPr>
          <p:sp>
            <p:nvSpPr>
              <p:cNvPr id="5093" name="Google Shape;5093;p65"/>
              <p:cNvSpPr/>
              <p:nvPr/>
            </p:nvSpPr>
            <p:spPr>
              <a:xfrm>
                <a:off x="-1963525" y="3710875"/>
                <a:ext cx="260450" cy="164225"/>
              </a:xfrm>
              <a:custGeom>
                <a:rect b="b" l="l" r="r" t="t"/>
                <a:pathLst>
                  <a:path extrusionOk="0" h="6569" w="10418">
                    <a:moveTo>
                      <a:pt x="10075" y="0"/>
                    </a:moveTo>
                    <a:lnTo>
                      <a:pt x="365" y="1"/>
                    </a:lnTo>
                    <a:cubicBezTo>
                      <a:pt x="242" y="1"/>
                      <a:pt x="138" y="109"/>
                      <a:pt x="138" y="230"/>
                    </a:cubicBezTo>
                    <a:lnTo>
                      <a:pt x="138" y="739"/>
                    </a:lnTo>
                    <a:lnTo>
                      <a:pt x="138" y="3629"/>
                    </a:lnTo>
                    <a:lnTo>
                      <a:pt x="53" y="3629"/>
                    </a:lnTo>
                    <a:cubicBezTo>
                      <a:pt x="32" y="3656"/>
                      <a:pt x="28" y="3672"/>
                      <a:pt x="1" y="3695"/>
                    </a:cubicBezTo>
                    <a:lnTo>
                      <a:pt x="1" y="5827"/>
                    </a:lnTo>
                    <a:cubicBezTo>
                      <a:pt x="28" y="5849"/>
                      <a:pt x="33" y="5860"/>
                      <a:pt x="53" y="5883"/>
                    </a:cubicBezTo>
                    <a:lnTo>
                      <a:pt x="138" y="5883"/>
                    </a:lnTo>
                    <a:lnTo>
                      <a:pt x="138" y="6359"/>
                    </a:lnTo>
                    <a:cubicBezTo>
                      <a:pt x="138" y="6482"/>
                      <a:pt x="241" y="6569"/>
                      <a:pt x="365" y="6569"/>
                    </a:cubicBezTo>
                    <a:lnTo>
                      <a:pt x="10075" y="6567"/>
                    </a:lnTo>
                    <a:cubicBezTo>
                      <a:pt x="10197" y="6567"/>
                      <a:pt x="10282" y="6481"/>
                      <a:pt x="10282" y="6358"/>
                    </a:cubicBezTo>
                    <a:lnTo>
                      <a:pt x="10282" y="5881"/>
                    </a:lnTo>
                    <a:lnTo>
                      <a:pt x="10369" y="5881"/>
                    </a:lnTo>
                    <a:cubicBezTo>
                      <a:pt x="10391" y="5859"/>
                      <a:pt x="10391" y="5848"/>
                      <a:pt x="10418" y="5826"/>
                    </a:cubicBezTo>
                    <a:lnTo>
                      <a:pt x="10418" y="3693"/>
                    </a:lnTo>
                    <a:cubicBezTo>
                      <a:pt x="10391" y="3672"/>
                      <a:pt x="10391" y="3656"/>
                      <a:pt x="10369" y="3628"/>
                    </a:cubicBezTo>
                    <a:lnTo>
                      <a:pt x="10282" y="3628"/>
                    </a:lnTo>
                    <a:lnTo>
                      <a:pt x="10282" y="738"/>
                    </a:lnTo>
                    <a:lnTo>
                      <a:pt x="10282" y="229"/>
                    </a:lnTo>
                    <a:cubicBezTo>
                      <a:pt x="10282" y="107"/>
                      <a:pt x="10197" y="0"/>
                      <a:pt x="10075"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4" name="Google Shape;5094;p65"/>
              <p:cNvGrpSpPr/>
              <p:nvPr/>
            </p:nvGrpSpPr>
            <p:grpSpPr>
              <a:xfrm>
                <a:off x="-1963525" y="3710913"/>
                <a:ext cx="260450" cy="164275"/>
                <a:chOff x="-1963525" y="2442950"/>
                <a:chExt cx="260450" cy="164275"/>
              </a:xfrm>
            </p:grpSpPr>
            <p:sp>
              <p:nvSpPr>
                <p:cNvPr id="5095" name="Google Shape;5095;p65"/>
                <p:cNvSpPr/>
                <p:nvPr/>
              </p:nvSpPr>
              <p:spPr>
                <a:xfrm>
                  <a:off x="-1963525" y="2533650"/>
                  <a:ext cx="260450" cy="56425"/>
                </a:xfrm>
                <a:custGeom>
                  <a:rect b="b" l="l" r="r" t="t"/>
                  <a:pathLst>
                    <a:path extrusionOk="0" h="2257" w="10418">
                      <a:moveTo>
                        <a:pt x="10369" y="1"/>
                      </a:moveTo>
                      <a:lnTo>
                        <a:pt x="53" y="3"/>
                      </a:lnTo>
                      <a:cubicBezTo>
                        <a:pt x="33" y="31"/>
                        <a:pt x="28" y="47"/>
                        <a:pt x="1" y="69"/>
                      </a:cubicBezTo>
                      <a:lnTo>
                        <a:pt x="1" y="2202"/>
                      </a:lnTo>
                      <a:cubicBezTo>
                        <a:pt x="28" y="2224"/>
                        <a:pt x="32" y="2235"/>
                        <a:pt x="53" y="2257"/>
                      </a:cubicBezTo>
                      <a:lnTo>
                        <a:pt x="10369" y="2255"/>
                      </a:lnTo>
                      <a:cubicBezTo>
                        <a:pt x="10391" y="2233"/>
                        <a:pt x="10391" y="2221"/>
                        <a:pt x="10418" y="2199"/>
                      </a:cubicBezTo>
                      <a:lnTo>
                        <a:pt x="10418" y="67"/>
                      </a:lnTo>
                      <a:cubicBezTo>
                        <a:pt x="10391" y="44"/>
                        <a:pt x="10391" y="28"/>
                        <a:pt x="103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5"/>
                <p:cNvSpPr/>
                <p:nvPr/>
              </p:nvSpPr>
              <p:spPr>
                <a:xfrm>
                  <a:off x="-1960125" y="2442950"/>
                  <a:ext cx="253650" cy="164275"/>
                </a:xfrm>
                <a:custGeom>
                  <a:rect b="b" l="l" r="r" t="t"/>
                  <a:pathLst>
                    <a:path extrusionOk="0" h="6571" w="10146">
                      <a:moveTo>
                        <a:pt x="9937" y="0"/>
                      </a:moveTo>
                      <a:lnTo>
                        <a:pt x="227" y="1"/>
                      </a:lnTo>
                      <a:cubicBezTo>
                        <a:pt x="105" y="1"/>
                        <a:pt x="0" y="109"/>
                        <a:pt x="0" y="232"/>
                      </a:cubicBezTo>
                      <a:lnTo>
                        <a:pt x="0" y="739"/>
                      </a:lnTo>
                      <a:lnTo>
                        <a:pt x="2" y="6362"/>
                      </a:lnTo>
                      <a:cubicBezTo>
                        <a:pt x="2" y="6483"/>
                        <a:pt x="105" y="6570"/>
                        <a:pt x="229" y="6570"/>
                      </a:cubicBezTo>
                      <a:lnTo>
                        <a:pt x="9939" y="6569"/>
                      </a:lnTo>
                      <a:cubicBezTo>
                        <a:pt x="10061" y="6569"/>
                        <a:pt x="10146" y="6482"/>
                        <a:pt x="10146" y="6360"/>
                      </a:cubicBezTo>
                      <a:lnTo>
                        <a:pt x="10143" y="738"/>
                      </a:lnTo>
                      <a:lnTo>
                        <a:pt x="10143" y="230"/>
                      </a:lnTo>
                      <a:cubicBezTo>
                        <a:pt x="10143" y="108"/>
                        <a:pt x="10061" y="0"/>
                        <a:pt x="99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5"/>
                <p:cNvSpPr/>
                <p:nvPr/>
              </p:nvSpPr>
              <p:spPr>
                <a:xfrm>
                  <a:off x="-1953625" y="2448675"/>
                  <a:ext cx="11300" cy="11325"/>
                </a:xfrm>
                <a:custGeom>
                  <a:rect b="b" l="l" r="r" t="t"/>
                  <a:pathLst>
                    <a:path extrusionOk="0" h="453" w="452">
                      <a:moveTo>
                        <a:pt x="225" y="1"/>
                      </a:moveTo>
                      <a:cubicBezTo>
                        <a:pt x="100" y="1"/>
                        <a:pt x="0" y="102"/>
                        <a:pt x="0" y="227"/>
                      </a:cubicBezTo>
                      <a:cubicBezTo>
                        <a:pt x="0" y="351"/>
                        <a:pt x="100" y="453"/>
                        <a:pt x="225" y="453"/>
                      </a:cubicBezTo>
                      <a:cubicBezTo>
                        <a:pt x="351" y="453"/>
                        <a:pt x="451" y="351"/>
                        <a:pt x="451" y="227"/>
                      </a:cubicBezTo>
                      <a:cubicBezTo>
                        <a:pt x="451" y="102"/>
                        <a:pt x="350"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5"/>
                <p:cNvSpPr/>
                <p:nvPr/>
              </p:nvSpPr>
              <p:spPr>
                <a:xfrm>
                  <a:off x="-1724150" y="2448650"/>
                  <a:ext cx="11300" cy="11325"/>
                </a:xfrm>
                <a:custGeom>
                  <a:rect b="b" l="l" r="r" t="t"/>
                  <a:pathLst>
                    <a:path extrusionOk="0" h="453" w="452">
                      <a:moveTo>
                        <a:pt x="229" y="0"/>
                      </a:moveTo>
                      <a:cubicBezTo>
                        <a:pt x="228" y="0"/>
                        <a:pt x="227" y="0"/>
                        <a:pt x="227" y="0"/>
                      </a:cubicBezTo>
                      <a:cubicBezTo>
                        <a:pt x="101" y="0"/>
                        <a:pt x="1" y="102"/>
                        <a:pt x="1" y="226"/>
                      </a:cubicBezTo>
                      <a:cubicBezTo>
                        <a:pt x="1" y="351"/>
                        <a:pt x="101" y="452"/>
                        <a:pt x="227" y="452"/>
                      </a:cubicBezTo>
                      <a:cubicBezTo>
                        <a:pt x="352" y="452"/>
                        <a:pt x="452" y="351"/>
                        <a:pt x="452" y="226"/>
                      </a:cubicBezTo>
                      <a:cubicBezTo>
                        <a:pt x="452" y="102"/>
                        <a:pt x="353" y="0"/>
                        <a:pt x="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5"/>
                <p:cNvSpPr/>
                <p:nvPr/>
              </p:nvSpPr>
              <p:spPr>
                <a:xfrm>
                  <a:off x="-1953600" y="2590250"/>
                  <a:ext cx="11325" cy="11300"/>
                </a:xfrm>
                <a:custGeom>
                  <a:rect b="b" l="l" r="r" t="t"/>
                  <a:pathLst>
                    <a:path extrusionOk="0" h="452" w="453">
                      <a:moveTo>
                        <a:pt x="226" y="0"/>
                      </a:moveTo>
                      <a:cubicBezTo>
                        <a:pt x="100" y="0"/>
                        <a:pt x="0" y="100"/>
                        <a:pt x="0" y="225"/>
                      </a:cubicBezTo>
                      <a:cubicBezTo>
                        <a:pt x="0" y="351"/>
                        <a:pt x="100" y="451"/>
                        <a:pt x="226" y="451"/>
                      </a:cubicBezTo>
                      <a:cubicBezTo>
                        <a:pt x="351" y="451"/>
                        <a:pt x="452" y="351"/>
                        <a:pt x="452" y="225"/>
                      </a:cubicBezTo>
                      <a:cubicBezTo>
                        <a:pt x="452" y="100"/>
                        <a:pt x="350" y="0"/>
                        <a:pt x="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5"/>
                <p:cNvSpPr/>
                <p:nvPr/>
              </p:nvSpPr>
              <p:spPr>
                <a:xfrm>
                  <a:off x="-1724125" y="2590175"/>
                  <a:ext cx="11325" cy="11350"/>
                </a:xfrm>
                <a:custGeom>
                  <a:rect b="b" l="l" r="r" t="t"/>
                  <a:pathLst>
                    <a:path extrusionOk="0" h="454" w="453">
                      <a:moveTo>
                        <a:pt x="229" y="1"/>
                      </a:moveTo>
                      <a:cubicBezTo>
                        <a:pt x="228" y="1"/>
                        <a:pt x="227" y="1"/>
                        <a:pt x="227" y="1"/>
                      </a:cubicBezTo>
                      <a:cubicBezTo>
                        <a:pt x="101" y="1"/>
                        <a:pt x="1" y="102"/>
                        <a:pt x="1" y="227"/>
                      </a:cubicBezTo>
                      <a:cubicBezTo>
                        <a:pt x="1" y="352"/>
                        <a:pt x="101" y="453"/>
                        <a:pt x="227" y="453"/>
                      </a:cubicBezTo>
                      <a:cubicBezTo>
                        <a:pt x="352" y="453"/>
                        <a:pt x="453" y="352"/>
                        <a:pt x="453" y="227"/>
                      </a:cubicBezTo>
                      <a:cubicBezTo>
                        <a:pt x="453" y="103"/>
                        <a:pt x="352" y="1"/>
                        <a:pt x="2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5"/>
                <p:cNvSpPr/>
                <p:nvPr/>
              </p:nvSpPr>
              <p:spPr>
                <a:xfrm>
                  <a:off x="-1942900" y="2460125"/>
                  <a:ext cx="219250" cy="102425"/>
                </a:xfrm>
                <a:custGeom>
                  <a:rect b="b" l="l" r="r" t="t"/>
                  <a:pathLst>
                    <a:path extrusionOk="0" h="4097" w="8770">
                      <a:moveTo>
                        <a:pt x="8330" y="1"/>
                      </a:moveTo>
                      <a:lnTo>
                        <a:pt x="441" y="2"/>
                      </a:lnTo>
                      <a:cubicBezTo>
                        <a:pt x="270" y="174"/>
                        <a:pt x="166" y="270"/>
                        <a:pt x="0" y="442"/>
                      </a:cubicBezTo>
                      <a:lnTo>
                        <a:pt x="1" y="4018"/>
                      </a:lnTo>
                      <a:cubicBezTo>
                        <a:pt x="1" y="4062"/>
                        <a:pt x="39" y="4097"/>
                        <a:pt x="83" y="4097"/>
                      </a:cubicBezTo>
                      <a:lnTo>
                        <a:pt x="8692" y="4096"/>
                      </a:lnTo>
                      <a:cubicBezTo>
                        <a:pt x="8736" y="4096"/>
                        <a:pt x="8769" y="4061"/>
                        <a:pt x="8769" y="4016"/>
                      </a:cubicBezTo>
                      <a:lnTo>
                        <a:pt x="8768" y="440"/>
                      </a:lnTo>
                      <a:cubicBezTo>
                        <a:pt x="8603" y="269"/>
                        <a:pt x="8501" y="172"/>
                        <a:pt x="8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5"/>
                <p:cNvSpPr/>
                <p:nvPr/>
              </p:nvSpPr>
              <p:spPr>
                <a:xfrm>
                  <a:off x="-1912775" y="2568700"/>
                  <a:ext cx="159150" cy="38525"/>
                </a:xfrm>
                <a:custGeom>
                  <a:rect b="b" l="l" r="r" t="t"/>
                  <a:pathLst>
                    <a:path extrusionOk="0" h="1541" w="6366">
                      <a:moveTo>
                        <a:pt x="5940" y="0"/>
                      </a:moveTo>
                      <a:lnTo>
                        <a:pt x="425" y="1"/>
                      </a:lnTo>
                      <a:cubicBezTo>
                        <a:pt x="338" y="1"/>
                        <a:pt x="264" y="69"/>
                        <a:pt x="248" y="155"/>
                      </a:cubicBezTo>
                      <a:lnTo>
                        <a:pt x="1" y="1540"/>
                      </a:lnTo>
                      <a:lnTo>
                        <a:pt x="6365" y="1539"/>
                      </a:lnTo>
                      <a:lnTo>
                        <a:pt x="6116" y="153"/>
                      </a:lnTo>
                      <a:cubicBezTo>
                        <a:pt x="6101" y="68"/>
                        <a:pt x="6026" y="0"/>
                        <a:pt x="59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5"/>
                <p:cNvSpPr/>
                <p:nvPr/>
              </p:nvSpPr>
              <p:spPr>
                <a:xfrm>
                  <a:off x="-1895300" y="2591325"/>
                  <a:ext cx="12525" cy="12525"/>
                </a:xfrm>
                <a:custGeom>
                  <a:rect b="b" l="l" r="r" t="t"/>
                  <a:pathLst>
                    <a:path extrusionOk="0" h="501" w="501">
                      <a:moveTo>
                        <a:pt x="253" y="0"/>
                      </a:moveTo>
                      <a:cubicBezTo>
                        <a:pt x="252" y="0"/>
                        <a:pt x="252" y="0"/>
                        <a:pt x="251" y="0"/>
                      </a:cubicBezTo>
                      <a:cubicBezTo>
                        <a:pt x="113" y="0"/>
                        <a:pt x="0" y="113"/>
                        <a:pt x="0" y="251"/>
                      </a:cubicBezTo>
                      <a:cubicBezTo>
                        <a:pt x="0" y="388"/>
                        <a:pt x="113" y="501"/>
                        <a:pt x="251" y="501"/>
                      </a:cubicBezTo>
                      <a:cubicBezTo>
                        <a:pt x="388" y="501"/>
                        <a:pt x="501" y="388"/>
                        <a:pt x="501" y="251"/>
                      </a:cubicBezTo>
                      <a:cubicBezTo>
                        <a:pt x="501" y="113"/>
                        <a:pt x="389" y="0"/>
                        <a:pt x="2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5"/>
                <p:cNvSpPr/>
                <p:nvPr/>
              </p:nvSpPr>
              <p:spPr>
                <a:xfrm>
                  <a:off x="-1783650" y="2591300"/>
                  <a:ext cx="12550" cy="12525"/>
                </a:xfrm>
                <a:custGeom>
                  <a:rect b="b" l="l" r="r" t="t"/>
                  <a:pathLst>
                    <a:path extrusionOk="0" h="501" w="502">
                      <a:moveTo>
                        <a:pt x="251" y="0"/>
                      </a:moveTo>
                      <a:cubicBezTo>
                        <a:pt x="112" y="0"/>
                        <a:pt x="1" y="113"/>
                        <a:pt x="1" y="250"/>
                      </a:cubicBezTo>
                      <a:cubicBezTo>
                        <a:pt x="1" y="388"/>
                        <a:pt x="112" y="501"/>
                        <a:pt x="251" y="501"/>
                      </a:cubicBezTo>
                      <a:cubicBezTo>
                        <a:pt x="389" y="501"/>
                        <a:pt x="501" y="388"/>
                        <a:pt x="501" y="250"/>
                      </a:cubicBezTo>
                      <a:cubicBezTo>
                        <a:pt x="501" y="113"/>
                        <a:pt x="389" y="0"/>
                        <a:pt x="2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5"/>
                <p:cNvSpPr/>
                <p:nvPr/>
              </p:nvSpPr>
              <p:spPr>
                <a:xfrm>
                  <a:off x="-1869350" y="2588650"/>
                  <a:ext cx="9650" cy="9650"/>
                </a:xfrm>
                <a:custGeom>
                  <a:rect b="b" l="l" r="r" t="t"/>
                  <a:pathLst>
                    <a:path extrusionOk="0" h="386" w="386">
                      <a:moveTo>
                        <a:pt x="188" y="0"/>
                      </a:moveTo>
                      <a:cubicBezTo>
                        <a:pt x="85" y="0"/>
                        <a:pt x="1" y="85"/>
                        <a:pt x="1" y="188"/>
                      </a:cubicBezTo>
                      <a:lnTo>
                        <a:pt x="1" y="198"/>
                      </a:lnTo>
                      <a:cubicBezTo>
                        <a:pt x="1" y="301"/>
                        <a:pt x="85" y="385"/>
                        <a:pt x="188" y="385"/>
                      </a:cubicBezTo>
                      <a:lnTo>
                        <a:pt x="199" y="385"/>
                      </a:lnTo>
                      <a:cubicBezTo>
                        <a:pt x="302" y="385"/>
                        <a:pt x="386" y="301"/>
                        <a:pt x="386" y="198"/>
                      </a:cubicBezTo>
                      <a:lnTo>
                        <a:pt x="386" y="188"/>
                      </a:lnTo>
                      <a:cubicBezTo>
                        <a:pt x="386" y="85"/>
                        <a:pt x="302" y="0"/>
                        <a:pt x="1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5"/>
                <p:cNvSpPr/>
                <p:nvPr/>
              </p:nvSpPr>
              <p:spPr>
                <a:xfrm>
                  <a:off x="-1806800" y="2588650"/>
                  <a:ext cx="9650" cy="9650"/>
                </a:xfrm>
                <a:custGeom>
                  <a:rect b="b" l="l" r="r" t="t"/>
                  <a:pathLst>
                    <a:path extrusionOk="0" h="386" w="386">
                      <a:moveTo>
                        <a:pt x="187" y="0"/>
                      </a:moveTo>
                      <a:cubicBezTo>
                        <a:pt x="84" y="0"/>
                        <a:pt x="0" y="85"/>
                        <a:pt x="0" y="188"/>
                      </a:cubicBezTo>
                      <a:lnTo>
                        <a:pt x="0" y="198"/>
                      </a:lnTo>
                      <a:cubicBezTo>
                        <a:pt x="0" y="301"/>
                        <a:pt x="84" y="385"/>
                        <a:pt x="187" y="385"/>
                      </a:cubicBezTo>
                      <a:lnTo>
                        <a:pt x="197" y="385"/>
                      </a:lnTo>
                      <a:cubicBezTo>
                        <a:pt x="300" y="385"/>
                        <a:pt x="385" y="301"/>
                        <a:pt x="385" y="198"/>
                      </a:cubicBezTo>
                      <a:lnTo>
                        <a:pt x="385" y="188"/>
                      </a:lnTo>
                      <a:cubicBezTo>
                        <a:pt x="385" y="85"/>
                        <a:pt x="300" y="0"/>
                        <a:pt x="1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5"/>
                <p:cNvSpPr/>
                <p:nvPr/>
              </p:nvSpPr>
              <p:spPr>
                <a:xfrm>
                  <a:off x="-1905125" y="2464250"/>
                  <a:ext cx="144350" cy="22725"/>
                </a:xfrm>
                <a:custGeom>
                  <a:rect b="b" l="l" r="r" t="t"/>
                  <a:pathLst>
                    <a:path extrusionOk="0" h="909" w="5774">
                      <a:moveTo>
                        <a:pt x="5436" y="1"/>
                      </a:moveTo>
                      <a:lnTo>
                        <a:pt x="337" y="2"/>
                      </a:lnTo>
                      <a:cubicBezTo>
                        <a:pt x="151" y="2"/>
                        <a:pt x="0" y="154"/>
                        <a:pt x="0" y="339"/>
                      </a:cubicBezTo>
                      <a:lnTo>
                        <a:pt x="0" y="573"/>
                      </a:lnTo>
                      <a:cubicBezTo>
                        <a:pt x="0" y="758"/>
                        <a:pt x="151" y="909"/>
                        <a:pt x="337" y="909"/>
                      </a:cubicBezTo>
                      <a:lnTo>
                        <a:pt x="5436" y="908"/>
                      </a:lnTo>
                      <a:cubicBezTo>
                        <a:pt x="5622" y="908"/>
                        <a:pt x="5773" y="757"/>
                        <a:pt x="5773" y="572"/>
                      </a:cubicBezTo>
                      <a:lnTo>
                        <a:pt x="5773" y="337"/>
                      </a:lnTo>
                      <a:cubicBezTo>
                        <a:pt x="5773" y="151"/>
                        <a:pt x="5622" y="1"/>
                        <a:pt x="54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5"/>
                <p:cNvSpPr/>
                <p:nvPr/>
              </p:nvSpPr>
              <p:spPr>
                <a:xfrm>
                  <a:off x="-1941500" y="2483875"/>
                  <a:ext cx="218450" cy="77300"/>
                </a:xfrm>
                <a:custGeom>
                  <a:rect b="b" l="l" r="r" t="t"/>
                  <a:pathLst>
                    <a:path extrusionOk="0" h="3092" w="8738">
                      <a:moveTo>
                        <a:pt x="8737" y="0"/>
                      </a:moveTo>
                      <a:lnTo>
                        <a:pt x="0" y="2241"/>
                      </a:lnTo>
                      <a:lnTo>
                        <a:pt x="0" y="3092"/>
                      </a:lnTo>
                      <a:lnTo>
                        <a:pt x="8738" y="853"/>
                      </a:lnTo>
                      <a:lnTo>
                        <a:pt x="87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5"/>
                <p:cNvSpPr/>
                <p:nvPr/>
              </p:nvSpPr>
              <p:spPr>
                <a:xfrm>
                  <a:off x="-1900975" y="2470700"/>
                  <a:ext cx="135375" cy="1575"/>
                </a:xfrm>
                <a:custGeom>
                  <a:rect b="b" l="l" r="r" t="t"/>
                  <a:pathLst>
                    <a:path extrusionOk="0" h="63" w="5415">
                      <a:moveTo>
                        <a:pt x="0" y="1"/>
                      </a:moveTo>
                      <a:lnTo>
                        <a:pt x="0" y="63"/>
                      </a:lnTo>
                      <a:lnTo>
                        <a:pt x="5414" y="63"/>
                      </a:lnTo>
                      <a:lnTo>
                        <a:pt x="54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5"/>
                <p:cNvSpPr/>
                <p:nvPr/>
              </p:nvSpPr>
              <p:spPr>
                <a:xfrm>
                  <a:off x="-1900975" y="2478975"/>
                  <a:ext cx="135375" cy="1550"/>
                </a:xfrm>
                <a:custGeom>
                  <a:rect b="b" l="l" r="r" t="t"/>
                  <a:pathLst>
                    <a:path extrusionOk="0" h="62" w="5415">
                      <a:moveTo>
                        <a:pt x="0" y="0"/>
                      </a:moveTo>
                      <a:lnTo>
                        <a:pt x="0" y="62"/>
                      </a:lnTo>
                      <a:lnTo>
                        <a:pt x="5414" y="62"/>
                      </a:lnTo>
                      <a:lnTo>
                        <a:pt x="54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5"/>
                <p:cNvSpPr/>
                <p:nvPr/>
              </p:nvSpPr>
              <p:spPr>
                <a:xfrm>
                  <a:off x="-1910875" y="2493450"/>
                  <a:ext cx="155275" cy="44050"/>
                </a:xfrm>
                <a:custGeom>
                  <a:rect b="b" l="l" r="r" t="t"/>
                  <a:pathLst>
                    <a:path extrusionOk="0" h="1762" w="6211">
                      <a:moveTo>
                        <a:pt x="5330" y="0"/>
                      </a:moveTo>
                      <a:lnTo>
                        <a:pt x="880" y="2"/>
                      </a:lnTo>
                      <a:cubicBezTo>
                        <a:pt x="395" y="2"/>
                        <a:pt x="0" y="396"/>
                        <a:pt x="0" y="881"/>
                      </a:cubicBezTo>
                      <a:cubicBezTo>
                        <a:pt x="0" y="1366"/>
                        <a:pt x="395" y="1762"/>
                        <a:pt x="880" y="1762"/>
                      </a:cubicBezTo>
                      <a:lnTo>
                        <a:pt x="5330" y="1760"/>
                      </a:lnTo>
                      <a:cubicBezTo>
                        <a:pt x="5815" y="1760"/>
                        <a:pt x="6211" y="1365"/>
                        <a:pt x="6211" y="880"/>
                      </a:cubicBezTo>
                      <a:cubicBezTo>
                        <a:pt x="6211" y="395"/>
                        <a:pt x="5815" y="0"/>
                        <a:pt x="5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5"/>
                <p:cNvSpPr/>
                <p:nvPr/>
              </p:nvSpPr>
              <p:spPr>
                <a:xfrm>
                  <a:off x="-1907850" y="2496900"/>
                  <a:ext cx="148425" cy="37150"/>
                </a:xfrm>
                <a:custGeom>
                  <a:rect b="b" l="l" r="r" t="t"/>
                  <a:pathLst>
                    <a:path extrusionOk="0" h="1486" w="5937">
                      <a:moveTo>
                        <a:pt x="5196" y="0"/>
                      </a:moveTo>
                      <a:lnTo>
                        <a:pt x="742" y="1"/>
                      </a:lnTo>
                      <a:cubicBezTo>
                        <a:pt x="332" y="1"/>
                        <a:pt x="1" y="334"/>
                        <a:pt x="1" y="743"/>
                      </a:cubicBezTo>
                      <a:cubicBezTo>
                        <a:pt x="1" y="1154"/>
                        <a:pt x="332" y="1485"/>
                        <a:pt x="742" y="1485"/>
                      </a:cubicBezTo>
                      <a:lnTo>
                        <a:pt x="5196" y="1484"/>
                      </a:lnTo>
                      <a:cubicBezTo>
                        <a:pt x="5606" y="1484"/>
                        <a:pt x="5937" y="1152"/>
                        <a:pt x="5937" y="742"/>
                      </a:cubicBezTo>
                      <a:cubicBezTo>
                        <a:pt x="5937" y="334"/>
                        <a:pt x="5605" y="0"/>
                        <a:pt x="5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5"/>
                <p:cNvSpPr/>
                <p:nvPr/>
              </p:nvSpPr>
              <p:spPr>
                <a:xfrm>
                  <a:off x="-179827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5"/>
                <p:cNvSpPr/>
                <p:nvPr/>
              </p:nvSpPr>
              <p:spPr>
                <a:xfrm>
                  <a:off x="-179664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5"/>
                <p:cNvSpPr/>
                <p:nvPr/>
              </p:nvSpPr>
              <p:spPr>
                <a:xfrm>
                  <a:off x="-178585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5"/>
                <p:cNvSpPr/>
                <p:nvPr/>
              </p:nvSpPr>
              <p:spPr>
                <a:xfrm>
                  <a:off x="-191052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5"/>
                <p:cNvSpPr/>
                <p:nvPr/>
              </p:nvSpPr>
              <p:spPr>
                <a:xfrm>
                  <a:off x="-190889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5"/>
                <p:cNvSpPr/>
                <p:nvPr/>
              </p:nvSpPr>
              <p:spPr>
                <a:xfrm>
                  <a:off x="-189810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19" name="Google Shape;5119;p65"/>
            <p:cNvGrpSpPr/>
            <p:nvPr/>
          </p:nvGrpSpPr>
          <p:grpSpPr>
            <a:xfrm rot="1269901">
              <a:off x="7784185" y="317152"/>
              <a:ext cx="980614" cy="618549"/>
              <a:chOff x="-2470750" y="3433500"/>
              <a:chExt cx="260450" cy="164288"/>
            </a:xfrm>
          </p:grpSpPr>
          <p:sp>
            <p:nvSpPr>
              <p:cNvPr id="5120" name="Google Shape;5120;p65"/>
              <p:cNvSpPr/>
              <p:nvPr/>
            </p:nvSpPr>
            <p:spPr>
              <a:xfrm>
                <a:off x="-2470750" y="3433500"/>
                <a:ext cx="260450" cy="164200"/>
              </a:xfrm>
              <a:custGeom>
                <a:rect b="b" l="l" r="r" t="t"/>
                <a:pathLst>
                  <a:path extrusionOk="0" h="6568" w="10418">
                    <a:moveTo>
                      <a:pt x="365" y="1"/>
                    </a:moveTo>
                    <a:cubicBezTo>
                      <a:pt x="242" y="1"/>
                      <a:pt x="138" y="107"/>
                      <a:pt x="138" y="230"/>
                    </a:cubicBezTo>
                    <a:lnTo>
                      <a:pt x="138" y="739"/>
                    </a:lnTo>
                    <a:lnTo>
                      <a:pt x="138" y="3628"/>
                    </a:lnTo>
                    <a:lnTo>
                      <a:pt x="53" y="3628"/>
                    </a:lnTo>
                    <a:cubicBezTo>
                      <a:pt x="32" y="3655"/>
                      <a:pt x="28" y="3672"/>
                      <a:pt x="1" y="3693"/>
                    </a:cubicBezTo>
                    <a:lnTo>
                      <a:pt x="1" y="5827"/>
                    </a:lnTo>
                    <a:cubicBezTo>
                      <a:pt x="28" y="5848"/>
                      <a:pt x="33" y="5860"/>
                      <a:pt x="53" y="5881"/>
                    </a:cubicBezTo>
                    <a:lnTo>
                      <a:pt x="138" y="5881"/>
                    </a:lnTo>
                    <a:lnTo>
                      <a:pt x="138" y="6359"/>
                    </a:lnTo>
                    <a:cubicBezTo>
                      <a:pt x="138" y="6481"/>
                      <a:pt x="241" y="6567"/>
                      <a:pt x="365" y="6567"/>
                    </a:cubicBezTo>
                    <a:lnTo>
                      <a:pt x="10074" y="6567"/>
                    </a:lnTo>
                    <a:cubicBezTo>
                      <a:pt x="10197" y="6567"/>
                      <a:pt x="10281" y="6481"/>
                      <a:pt x="10281" y="6359"/>
                    </a:cubicBezTo>
                    <a:lnTo>
                      <a:pt x="10281" y="5881"/>
                    </a:lnTo>
                    <a:lnTo>
                      <a:pt x="10368" y="5881"/>
                    </a:lnTo>
                    <a:cubicBezTo>
                      <a:pt x="10391" y="5860"/>
                      <a:pt x="10391" y="5848"/>
                      <a:pt x="10418" y="5827"/>
                    </a:cubicBezTo>
                    <a:lnTo>
                      <a:pt x="10418" y="3693"/>
                    </a:lnTo>
                    <a:cubicBezTo>
                      <a:pt x="10391" y="3672"/>
                      <a:pt x="10389" y="3655"/>
                      <a:pt x="10368" y="3628"/>
                    </a:cubicBezTo>
                    <a:lnTo>
                      <a:pt x="10281" y="3628"/>
                    </a:lnTo>
                    <a:lnTo>
                      <a:pt x="10281" y="739"/>
                    </a:lnTo>
                    <a:lnTo>
                      <a:pt x="10281" y="230"/>
                    </a:lnTo>
                    <a:lnTo>
                      <a:pt x="10282" y="230"/>
                    </a:lnTo>
                    <a:cubicBezTo>
                      <a:pt x="10282" y="107"/>
                      <a:pt x="10197" y="1"/>
                      <a:pt x="10075"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1" name="Google Shape;5121;p65"/>
              <p:cNvGrpSpPr/>
              <p:nvPr/>
            </p:nvGrpSpPr>
            <p:grpSpPr>
              <a:xfrm>
                <a:off x="-2470750" y="3433513"/>
                <a:ext cx="260450" cy="164275"/>
                <a:chOff x="-1963525" y="2264375"/>
                <a:chExt cx="260450" cy="164275"/>
              </a:xfrm>
            </p:grpSpPr>
            <p:sp>
              <p:nvSpPr>
                <p:cNvPr id="5122" name="Google Shape;5122;p65"/>
                <p:cNvSpPr/>
                <p:nvPr/>
              </p:nvSpPr>
              <p:spPr>
                <a:xfrm>
                  <a:off x="-1963525" y="2355100"/>
                  <a:ext cx="260450" cy="56375"/>
                </a:xfrm>
                <a:custGeom>
                  <a:rect b="b" l="l" r="r" t="t"/>
                  <a:pathLst>
                    <a:path extrusionOk="0" h="2255" w="10418">
                      <a:moveTo>
                        <a:pt x="53" y="0"/>
                      </a:moveTo>
                      <a:cubicBezTo>
                        <a:pt x="33" y="27"/>
                        <a:pt x="28" y="44"/>
                        <a:pt x="1" y="66"/>
                      </a:cubicBezTo>
                      <a:lnTo>
                        <a:pt x="1" y="2199"/>
                      </a:lnTo>
                      <a:cubicBezTo>
                        <a:pt x="28" y="2220"/>
                        <a:pt x="32" y="2232"/>
                        <a:pt x="53" y="2254"/>
                      </a:cubicBezTo>
                      <a:lnTo>
                        <a:pt x="10369" y="2254"/>
                      </a:lnTo>
                      <a:cubicBezTo>
                        <a:pt x="10391" y="2232"/>
                        <a:pt x="10391" y="2220"/>
                        <a:pt x="10418" y="2199"/>
                      </a:cubicBezTo>
                      <a:lnTo>
                        <a:pt x="10418" y="66"/>
                      </a:lnTo>
                      <a:cubicBezTo>
                        <a:pt x="10391" y="44"/>
                        <a:pt x="10391" y="27"/>
                        <a:pt x="103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5"/>
                <p:cNvSpPr/>
                <p:nvPr/>
              </p:nvSpPr>
              <p:spPr>
                <a:xfrm>
                  <a:off x="-1960075" y="2264375"/>
                  <a:ext cx="253600" cy="164250"/>
                </a:xfrm>
                <a:custGeom>
                  <a:rect b="b" l="l" r="r" t="t"/>
                  <a:pathLst>
                    <a:path extrusionOk="0" h="6570" w="10144">
                      <a:moveTo>
                        <a:pt x="227" y="1"/>
                      </a:moveTo>
                      <a:cubicBezTo>
                        <a:pt x="104" y="1"/>
                        <a:pt x="0" y="107"/>
                        <a:pt x="0" y="230"/>
                      </a:cubicBezTo>
                      <a:lnTo>
                        <a:pt x="0" y="739"/>
                      </a:lnTo>
                      <a:lnTo>
                        <a:pt x="0" y="6360"/>
                      </a:lnTo>
                      <a:cubicBezTo>
                        <a:pt x="0" y="6483"/>
                        <a:pt x="103" y="6570"/>
                        <a:pt x="227" y="6570"/>
                      </a:cubicBezTo>
                      <a:lnTo>
                        <a:pt x="9937" y="6570"/>
                      </a:lnTo>
                      <a:cubicBezTo>
                        <a:pt x="10059" y="6570"/>
                        <a:pt x="10144" y="6483"/>
                        <a:pt x="10144" y="6360"/>
                      </a:cubicBezTo>
                      <a:lnTo>
                        <a:pt x="10144" y="739"/>
                      </a:lnTo>
                      <a:lnTo>
                        <a:pt x="10144" y="230"/>
                      </a:lnTo>
                      <a:cubicBezTo>
                        <a:pt x="10144" y="107"/>
                        <a:pt x="10059" y="1"/>
                        <a:pt x="99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5"/>
                <p:cNvSpPr/>
                <p:nvPr/>
              </p:nvSpPr>
              <p:spPr>
                <a:xfrm>
                  <a:off x="-1953625" y="2270100"/>
                  <a:ext cx="11300" cy="11275"/>
                </a:xfrm>
                <a:custGeom>
                  <a:rect b="b" l="l" r="r" t="t"/>
                  <a:pathLst>
                    <a:path extrusionOk="0" h="451" w="452">
                      <a:moveTo>
                        <a:pt x="225" y="0"/>
                      </a:moveTo>
                      <a:cubicBezTo>
                        <a:pt x="101" y="0"/>
                        <a:pt x="0" y="101"/>
                        <a:pt x="0" y="226"/>
                      </a:cubicBezTo>
                      <a:cubicBezTo>
                        <a:pt x="0" y="350"/>
                        <a:pt x="101" y="451"/>
                        <a:pt x="225" y="451"/>
                      </a:cubicBezTo>
                      <a:cubicBezTo>
                        <a:pt x="350" y="451"/>
                        <a:pt x="451" y="350"/>
                        <a:pt x="451" y="226"/>
                      </a:cubicBezTo>
                      <a:cubicBezTo>
                        <a:pt x="451" y="101"/>
                        <a:pt x="350" y="0"/>
                        <a:pt x="2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5"/>
                <p:cNvSpPr/>
                <p:nvPr/>
              </p:nvSpPr>
              <p:spPr>
                <a:xfrm>
                  <a:off x="-1724150" y="2270100"/>
                  <a:ext cx="11300" cy="11275"/>
                </a:xfrm>
                <a:custGeom>
                  <a:rect b="b" l="l" r="r" t="t"/>
                  <a:pathLst>
                    <a:path extrusionOk="0" h="451" w="452">
                      <a:moveTo>
                        <a:pt x="227" y="0"/>
                      </a:moveTo>
                      <a:cubicBezTo>
                        <a:pt x="102" y="0"/>
                        <a:pt x="1" y="101"/>
                        <a:pt x="1" y="226"/>
                      </a:cubicBezTo>
                      <a:cubicBezTo>
                        <a:pt x="1" y="350"/>
                        <a:pt x="102" y="451"/>
                        <a:pt x="227" y="451"/>
                      </a:cubicBezTo>
                      <a:cubicBezTo>
                        <a:pt x="351" y="451"/>
                        <a:pt x="452" y="350"/>
                        <a:pt x="452" y="226"/>
                      </a:cubicBezTo>
                      <a:cubicBezTo>
                        <a:pt x="452" y="101"/>
                        <a:pt x="351" y="0"/>
                        <a:pt x="2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5"/>
                <p:cNvSpPr/>
                <p:nvPr/>
              </p:nvSpPr>
              <p:spPr>
                <a:xfrm>
                  <a:off x="-1953600" y="2411625"/>
                  <a:ext cx="11325" cy="11325"/>
                </a:xfrm>
                <a:custGeom>
                  <a:rect b="b" l="l" r="r" t="t"/>
                  <a:pathLst>
                    <a:path extrusionOk="0" h="453" w="453">
                      <a:moveTo>
                        <a:pt x="226" y="1"/>
                      </a:moveTo>
                      <a:cubicBezTo>
                        <a:pt x="100" y="1"/>
                        <a:pt x="0" y="102"/>
                        <a:pt x="0" y="227"/>
                      </a:cubicBezTo>
                      <a:cubicBezTo>
                        <a:pt x="0" y="351"/>
                        <a:pt x="100" y="453"/>
                        <a:pt x="226" y="453"/>
                      </a:cubicBezTo>
                      <a:cubicBezTo>
                        <a:pt x="351" y="453"/>
                        <a:pt x="452" y="351"/>
                        <a:pt x="452" y="227"/>
                      </a:cubicBezTo>
                      <a:cubicBezTo>
                        <a:pt x="452" y="102"/>
                        <a:pt x="350"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5"/>
                <p:cNvSpPr/>
                <p:nvPr/>
              </p:nvSpPr>
              <p:spPr>
                <a:xfrm>
                  <a:off x="-1724125" y="2411625"/>
                  <a:ext cx="11325" cy="11325"/>
                </a:xfrm>
                <a:custGeom>
                  <a:rect b="b" l="l" r="r" t="t"/>
                  <a:pathLst>
                    <a:path extrusionOk="0" h="453" w="453">
                      <a:moveTo>
                        <a:pt x="227" y="1"/>
                      </a:moveTo>
                      <a:cubicBezTo>
                        <a:pt x="101" y="1"/>
                        <a:pt x="1" y="102"/>
                        <a:pt x="1" y="227"/>
                      </a:cubicBezTo>
                      <a:cubicBezTo>
                        <a:pt x="1" y="351"/>
                        <a:pt x="101" y="453"/>
                        <a:pt x="227" y="453"/>
                      </a:cubicBezTo>
                      <a:cubicBezTo>
                        <a:pt x="352" y="453"/>
                        <a:pt x="453" y="351"/>
                        <a:pt x="453" y="227"/>
                      </a:cubicBezTo>
                      <a:cubicBezTo>
                        <a:pt x="453" y="102"/>
                        <a:pt x="351" y="1"/>
                        <a:pt x="2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5"/>
                <p:cNvSpPr/>
                <p:nvPr/>
              </p:nvSpPr>
              <p:spPr>
                <a:xfrm>
                  <a:off x="-1942900" y="2281575"/>
                  <a:ext cx="219225" cy="102375"/>
                </a:xfrm>
                <a:custGeom>
                  <a:rect b="b" l="l" r="r" t="t"/>
                  <a:pathLst>
                    <a:path extrusionOk="0" h="4095" w="8769">
                      <a:moveTo>
                        <a:pt x="441" y="0"/>
                      </a:moveTo>
                      <a:cubicBezTo>
                        <a:pt x="270" y="172"/>
                        <a:pt x="166" y="269"/>
                        <a:pt x="0" y="440"/>
                      </a:cubicBezTo>
                      <a:lnTo>
                        <a:pt x="0" y="4016"/>
                      </a:lnTo>
                      <a:cubicBezTo>
                        <a:pt x="0" y="4059"/>
                        <a:pt x="38" y="4094"/>
                        <a:pt x="82" y="4094"/>
                      </a:cubicBezTo>
                      <a:lnTo>
                        <a:pt x="8691" y="4094"/>
                      </a:lnTo>
                      <a:cubicBezTo>
                        <a:pt x="8735" y="4094"/>
                        <a:pt x="8768" y="4060"/>
                        <a:pt x="8768" y="4016"/>
                      </a:cubicBezTo>
                      <a:lnTo>
                        <a:pt x="8768" y="440"/>
                      </a:lnTo>
                      <a:cubicBezTo>
                        <a:pt x="8603" y="269"/>
                        <a:pt x="8501" y="172"/>
                        <a:pt x="83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5"/>
                <p:cNvSpPr/>
                <p:nvPr/>
              </p:nvSpPr>
              <p:spPr>
                <a:xfrm>
                  <a:off x="-1912825" y="2390150"/>
                  <a:ext cx="159175" cy="38500"/>
                </a:xfrm>
                <a:custGeom>
                  <a:rect b="b" l="l" r="r" t="t"/>
                  <a:pathLst>
                    <a:path extrusionOk="0" h="1540" w="6367">
                      <a:moveTo>
                        <a:pt x="426" y="1"/>
                      </a:moveTo>
                      <a:cubicBezTo>
                        <a:pt x="339" y="1"/>
                        <a:pt x="264" y="69"/>
                        <a:pt x="248" y="154"/>
                      </a:cubicBezTo>
                      <a:lnTo>
                        <a:pt x="1" y="1540"/>
                      </a:lnTo>
                      <a:lnTo>
                        <a:pt x="6366" y="1540"/>
                      </a:lnTo>
                      <a:lnTo>
                        <a:pt x="6117" y="154"/>
                      </a:lnTo>
                      <a:cubicBezTo>
                        <a:pt x="6102" y="69"/>
                        <a:pt x="6027" y="1"/>
                        <a:pt x="59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5"/>
                <p:cNvSpPr/>
                <p:nvPr/>
              </p:nvSpPr>
              <p:spPr>
                <a:xfrm>
                  <a:off x="-1895300" y="2412725"/>
                  <a:ext cx="12525" cy="12525"/>
                </a:xfrm>
                <a:custGeom>
                  <a:rect b="b" l="l" r="r" t="t"/>
                  <a:pathLst>
                    <a:path extrusionOk="0" h="501" w="501">
                      <a:moveTo>
                        <a:pt x="251" y="1"/>
                      </a:moveTo>
                      <a:cubicBezTo>
                        <a:pt x="113" y="1"/>
                        <a:pt x="0" y="112"/>
                        <a:pt x="0" y="251"/>
                      </a:cubicBezTo>
                      <a:cubicBezTo>
                        <a:pt x="0" y="389"/>
                        <a:pt x="113" y="500"/>
                        <a:pt x="251" y="500"/>
                      </a:cubicBezTo>
                      <a:cubicBezTo>
                        <a:pt x="388" y="500"/>
                        <a:pt x="501" y="389"/>
                        <a:pt x="501" y="251"/>
                      </a:cubicBezTo>
                      <a:cubicBezTo>
                        <a:pt x="501" y="112"/>
                        <a:pt x="388" y="1"/>
                        <a:pt x="2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5"/>
                <p:cNvSpPr/>
                <p:nvPr/>
              </p:nvSpPr>
              <p:spPr>
                <a:xfrm>
                  <a:off x="-1783700" y="2412700"/>
                  <a:ext cx="12550" cy="12550"/>
                </a:xfrm>
                <a:custGeom>
                  <a:rect b="b" l="l" r="r" t="t"/>
                  <a:pathLst>
                    <a:path extrusionOk="0" h="502" w="502">
                      <a:moveTo>
                        <a:pt x="252" y="1"/>
                      </a:moveTo>
                      <a:cubicBezTo>
                        <a:pt x="113" y="1"/>
                        <a:pt x="1" y="113"/>
                        <a:pt x="1" y="252"/>
                      </a:cubicBezTo>
                      <a:cubicBezTo>
                        <a:pt x="1" y="390"/>
                        <a:pt x="113" y="501"/>
                        <a:pt x="252" y="501"/>
                      </a:cubicBezTo>
                      <a:cubicBezTo>
                        <a:pt x="390" y="501"/>
                        <a:pt x="501" y="390"/>
                        <a:pt x="501" y="252"/>
                      </a:cubicBezTo>
                      <a:cubicBezTo>
                        <a:pt x="501" y="113"/>
                        <a:pt x="390" y="1"/>
                        <a:pt x="2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5"/>
                <p:cNvSpPr/>
                <p:nvPr/>
              </p:nvSpPr>
              <p:spPr>
                <a:xfrm>
                  <a:off x="-1869375" y="2410075"/>
                  <a:ext cx="9675" cy="9650"/>
                </a:xfrm>
                <a:custGeom>
                  <a:rect b="b" l="l" r="r" t="t"/>
                  <a:pathLst>
                    <a:path extrusionOk="0" h="386" w="387">
                      <a:moveTo>
                        <a:pt x="187" y="1"/>
                      </a:moveTo>
                      <a:cubicBezTo>
                        <a:pt x="84" y="1"/>
                        <a:pt x="1" y="84"/>
                        <a:pt x="1" y="187"/>
                      </a:cubicBezTo>
                      <a:lnTo>
                        <a:pt x="1" y="198"/>
                      </a:lnTo>
                      <a:cubicBezTo>
                        <a:pt x="1" y="301"/>
                        <a:pt x="84" y="386"/>
                        <a:pt x="187" y="386"/>
                      </a:cubicBezTo>
                      <a:lnTo>
                        <a:pt x="198" y="386"/>
                      </a:lnTo>
                      <a:cubicBezTo>
                        <a:pt x="303" y="386"/>
                        <a:pt x="387" y="301"/>
                        <a:pt x="386" y="198"/>
                      </a:cubicBezTo>
                      <a:lnTo>
                        <a:pt x="386" y="187"/>
                      </a:lnTo>
                      <a:cubicBezTo>
                        <a:pt x="386" y="84"/>
                        <a:pt x="301" y="1"/>
                        <a:pt x="1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5"/>
                <p:cNvSpPr/>
                <p:nvPr/>
              </p:nvSpPr>
              <p:spPr>
                <a:xfrm>
                  <a:off x="-1806825" y="2410075"/>
                  <a:ext cx="9625" cy="9650"/>
                </a:xfrm>
                <a:custGeom>
                  <a:rect b="b" l="l" r="r" t="t"/>
                  <a:pathLst>
                    <a:path extrusionOk="0" h="386" w="385">
                      <a:moveTo>
                        <a:pt x="187" y="1"/>
                      </a:moveTo>
                      <a:cubicBezTo>
                        <a:pt x="84" y="1"/>
                        <a:pt x="0" y="84"/>
                        <a:pt x="0" y="187"/>
                      </a:cubicBezTo>
                      <a:lnTo>
                        <a:pt x="0" y="198"/>
                      </a:lnTo>
                      <a:cubicBezTo>
                        <a:pt x="0" y="301"/>
                        <a:pt x="84" y="386"/>
                        <a:pt x="187" y="386"/>
                      </a:cubicBezTo>
                      <a:lnTo>
                        <a:pt x="197" y="386"/>
                      </a:lnTo>
                      <a:cubicBezTo>
                        <a:pt x="300" y="386"/>
                        <a:pt x="384" y="301"/>
                        <a:pt x="384" y="198"/>
                      </a:cubicBezTo>
                      <a:lnTo>
                        <a:pt x="384" y="187"/>
                      </a:lnTo>
                      <a:cubicBezTo>
                        <a:pt x="384" y="84"/>
                        <a:pt x="300" y="1"/>
                        <a:pt x="1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5"/>
                <p:cNvSpPr/>
                <p:nvPr/>
              </p:nvSpPr>
              <p:spPr>
                <a:xfrm>
                  <a:off x="-1905100" y="2285700"/>
                  <a:ext cx="144350" cy="22700"/>
                </a:xfrm>
                <a:custGeom>
                  <a:rect b="b" l="l" r="r" t="t"/>
                  <a:pathLst>
                    <a:path extrusionOk="0" h="908" w="5774">
                      <a:moveTo>
                        <a:pt x="337" y="0"/>
                      </a:moveTo>
                      <a:cubicBezTo>
                        <a:pt x="151" y="0"/>
                        <a:pt x="0" y="151"/>
                        <a:pt x="0" y="337"/>
                      </a:cubicBezTo>
                      <a:lnTo>
                        <a:pt x="0" y="570"/>
                      </a:lnTo>
                      <a:cubicBezTo>
                        <a:pt x="0" y="756"/>
                        <a:pt x="151" y="908"/>
                        <a:pt x="337" y="908"/>
                      </a:cubicBezTo>
                      <a:lnTo>
                        <a:pt x="5437" y="908"/>
                      </a:lnTo>
                      <a:cubicBezTo>
                        <a:pt x="5623" y="908"/>
                        <a:pt x="5773" y="756"/>
                        <a:pt x="5773" y="570"/>
                      </a:cubicBezTo>
                      <a:lnTo>
                        <a:pt x="5773" y="337"/>
                      </a:lnTo>
                      <a:cubicBezTo>
                        <a:pt x="5773" y="151"/>
                        <a:pt x="5623" y="0"/>
                        <a:pt x="54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5"/>
                <p:cNvSpPr/>
                <p:nvPr/>
              </p:nvSpPr>
              <p:spPr>
                <a:xfrm>
                  <a:off x="-1941500" y="2361300"/>
                  <a:ext cx="216450" cy="21300"/>
                </a:xfrm>
                <a:custGeom>
                  <a:rect b="b" l="l" r="r" t="t"/>
                  <a:pathLst>
                    <a:path extrusionOk="0" h="852" w="8658">
                      <a:moveTo>
                        <a:pt x="0" y="0"/>
                      </a:moveTo>
                      <a:lnTo>
                        <a:pt x="0" y="852"/>
                      </a:lnTo>
                      <a:lnTo>
                        <a:pt x="8658" y="852"/>
                      </a:lnTo>
                      <a:lnTo>
                        <a:pt x="86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5"/>
                <p:cNvSpPr/>
                <p:nvPr/>
              </p:nvSpPr>
              <p:spPr>
                <a:xfrm>
                  <a:off x="-1941500" y="2353025"/>
                  <a:ext cx="216450" cy="4825"/>
                </a:xfrm>
                <a:custGeom>
                  <a:rect b="b" l="l" r="r" t="t"/>
                  <a:pathLst>
                    <a:path extrusionOk="0" h="193" w="8658">
                      <a:moveTo>
                        <a:pt x="0" y="1"/>
                      </a:moveTo>
                      <a:lnTo>
                        <a:pt x="0" y="193"/>
                      </a:lnTo>
                      <a:lnTo>
                        <a:pt x="8658" y="193"/>
                      </a:lnTo>
                      <a:lnTo>
                        <a:pt x="8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5"/>
                <p:cNvSpPr/>
                <p:nvPr/>
              </p:nvSpPr>
              <p:spPr>
                <a:xfrm>
                  <a:off x="-1941500" y="2345475"/>
                  <a:ext cx="216450" cy="2775"/>
                </a:xfrm>
                <a:custGeom>
                  <a:rect b="b" l="l" r="r" t="t"/>
                  <a:pathLst>
                    <a:path extrusionOk="0" h="111" w="8658">
                      <a:moveTo>
                        <a:pt x="0" y="1"/>
                      </a:moveTo>
                      <a:lnTo>
                        <a:pt x="0" y="111"/>
                      </a:lnTo>
                      <a:lnTo>
                        <a:pt x="8658" y="111"/>
                      </a:lnTo>
                      <a:lnTo>
                        <a:pt x="8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5"/>
                <p:cNvSpPr/>
                <p:nvPr/>
              </p:nvSpPr>
              <p:spPr>
                <a:xfrm>
                  <a:off x="-1900975" y="2292925"/>
                  <a:ext cx="135425" cy="25"/>
                </a:xfrm>
                <a:custGeom>
                  <a:rect b="b" l="l" r="r" t="t"/>
                  <a:pathLst>
                    <a:path extrusionOk="0" fill="none" h="1" w="5417">
                      <a:moveTo>
                        <a:pt x="0" y="0"/>
                      </a:moveTo>
                      <a:lnTo>
                        <a:pt x="5416" y="0"/>
                      </a:lnTo>
                    </a:path>
                  </a:pathLst>
                </a:custGeom>
                <a:solidFill>
                  <a:schemeClr val="dk1"/>
                </a:solidFill>
                <a:ln cap="flat" cmpd="sng" w="1550">
                  <a:solidFill>
                    <a:srgbClr val="3A3A3C"/>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5"/>
                <p:cNvSpPr/>
                <p:nvPr/>
              </p:nvSpPr>
              <p:spPr>
                <a:xfrm>
                  <a:off x="-1900975" y="2301150"/>
                  <a:ext cx="135425" cy="25"/>
                </a:xfrm>
                <a:custGeom>
                  <a:rect b="b" l="l" r="r" t="t"/>
                  <a:pathLst>
                    <a:path extrusionOk="0" fill="none" h="1" w="5417">
                      <a:moveTo>
                        <a:pt x="0" y="1"/>
                      </a:moveTo>
                      <a:lnTo>
                        <a:pt x="5416" y="1"/>
                      </a:lnTo>
                    </a:path>
                  </a:pathLst>
                </a:custGeom>
                <a:solidFill>
                  <a:schemeClr val="dk1"/>
                </a:solidFill>
                <a:ln cap="flat" cmpd="sng" w="1550">
                  <a:solidFill>
                    <a:srgbClr val="3A3A3C"/>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5"/>
                <p:cNvSpPr/>
                <p:nvPr/>
              </p:nvSpPr>
              <p:spPr>
                <a:xfrm>
                  <a:off x="-1910875" y="2314875"/>
                  <a:ext cx="155275" cy="44025"/>
                </a:xfrm>
                <a:custGeom>
                  <a:rect b="b" l="l" r="r" t="t"/>
                  <a:pathLst>
                    <a:path extrusionOk="0" h="1761" w="6211">
                      <a:moveTo>
                        <a:pt x="880" y="1"/>
                      </a:moveTo>
                      <a:cubicBezTo>
                        <a:pt x="395" y="1"/>
                        <a:pt x="0" y="396"/>
                        <a:pt x="0" y="881"/>
                      </a:cubicBezTo>
                      <a:cubicBezTo>
                        <a:pt x="0" y="1366"/>
                        <a:pt x="395" y="1760"/>
                        <a:pt x="880" y="1760"/>
                      </a:cubicBezTo>
                      <a:lnTo>
                        <a:pt x="5330" y="1760"/>
                      </a:lnTo>
                      <a:cubicBezTo>
                        <a:pt x="5815" y="1760"/>
                        <a:pt x="6211" y="1366"/>
                        <a:pt x="6211" y="881"/>
                      </a:cubicBezTo>
                      <a:cubicBezTo>
                        <a:pt x="6211" y="396"/>
                        <a:pt x="5815" y="1"/>
                        <a:pt x="53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5"/>
                <p:cNvSpPr/>
                <p:nvPr/>
              </p:nvSpPr>
              <p:spPr>
                <a:xfrm>
                  <a:off x="-1906425" y="2318263"/>
                  <a:ext cx="148425" cy="37100"/>
                </a:xfrm>
                <a:custGeom>
                  <a:rect b="b" l="l" r="r" t="t"/>
                  <a:pathLst>
                    <a:path extrusionOk="0" h="1484" w="5937">
                      <a:moveTo>
                        <a:pt x="742" y="1"/>
                      </a:moveTo>
                      <a:cubicBezTo>
                        <a:pt x="333" y="1"/>
                        <a:pt x="1" y="332"/>
                        <a:pt x="1" y="743"/>
                      </a:cubicBezTo>
                      <a:cubicBezTo>
                        <a:pt x="1" y="1152"/>
                        <a:pt x="332" y="1484"/>
                        <a:pt x="742" y="1484"/>
                      </a:cubicBezTo>
                      <a:lnTo>
                        <a:pt x="5196" y="1484"/>
                      </a:lnTo>
                      <a:cubicBezTo>
                        <a:pt x="5605" y="1484"/>
                        <a:pt x="5937" y="1153"/>
                        <a:pt x="5937" y="743"/>
                      </a:cubicBezTo>
                      <a:cubicBezTo>
                        <a:pt x="5937" y="333"/>
                        <a:pt x="5606" y="1"/>
                        <a:pt x="5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5"/>
                <p:cNvSpPr/>
                <p:nvPr/>
              </p:nvSpPr>
              <p:spPr>
                <a:xfrm>
                  <a:off x="-1801225" y="2313350"/>
                  <a:ext cx="46925" cy="46925"/>
                </a:xfrm>
                <a:custGeom>
                  <a:rect b="b" l="l" r="r" t="t"/>
                  <a:pathLst>
                    <a:path extrusionOk="0" h="1877" w="1877">
                      <a:moveTo>
                        <a:pt x="938" y="1"/>
                      </a:moveTo>
                      <a:cubicBezTo>
                        <a:pt x="420" y="1"/>
                        <a:pt x="0" y="421"/>
                        <a:pt x="0" y="939"/>
                      </a:cubicBezTo>
                      <a:cubicBezTo>
                        <a:pt x="0" y="1457"/>
                        <a:pt x="420" y="1877"/>
                        <a:pt x="938" y="1877"/>
                      </a:cubicBezTo>
                      <a:cubicBezTo>
                        <a:pt x="1456" y="1877"/>
                        <a:pt x="1876" y="1457"/>
                        <a:pt x="1876" y="939"/>
                      </a:cubicBezTo>
                      <a:cubicBezTo>
                        <a:pt x="1876" y="421"/>
                        <a:pt x="1456" y="1"/>
                        <a:pt x="9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5"/>
                <p:cNvSpPr/>
                <p:nvPr/>
              </p:nvSpPr>
              <p:spPr>
                <a:xfrm>
                  <a:off x="-1801175" y="2315500"/>
                  <a:ext cx="46825" cy="42650"/>
                </a:xfrm>
                <a:custGeom>
                  <a:rect b="b" l="l" r="r" t="t"/>
                  <a:pathLst>
                    <a:path extrusionOk="0" h="1706" w="1873">
                      <a:moveTo>
                        <a:pt x="936" y="0"/>
                      </a:moveTo>
                      <a:cubicBezTo>
                        <a:pt x="718" y="0"/>
                        <a:pt x="500" y="83"/>
                        <a:pt x="333" y="250"/>
                      </a:cubicBezTo>
                      <a:cubicBezTo>
                        <a:pt x="0" y="583"/>
                        <a:pt x="0" y="1123"/>
                        <a:pt x="333" y="1456"/>
                      </a:cubicBezTo>
                      <a:cubicBezTo>
                        <a:pt x="500" y="1623"/>
                        <a:pt x="718" y="1706"/>
                        <a:pt x="936" y="1706"/>
                      </a:cubicBezTo>
                      <a:cubicBezTo>
                        <a:pt x="1154" y="1706"/>
                        <a:pt x="1372" y="1623"/>
                        <a:pt x="1539" y="1456"/>
                      </a:cubicBezTo>
                      <a:cubicBezTo>
                        <a:pt x="1872" y="1123"/>
                        <a:pt x="1872" y="583"/>
                        <a:pt x="1539" y="250"/>
                      </a:cubicBezTo>
                      <a:cubicBezTo>
                        <a:pt x="1372" y="83"/>
                        <a:pt x="1154" y="0"/>
                        <a:pt x="9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5"/>
                <p:cNvSpPr/>
                <p:nvPr/>
              </p:nvSpPr>
              <p:spPr>
                <a:xfrm>
                  <a:off x="-1904800" y="2322800"/>
                  <a:ext cx="30825" cy="28075"/>
                </a:xfrm>
                <a:custGeom>
                  <a:rect b="b" l="l" r="r" t="t"/>
                  <a:pathLst>
                    <a:path extrusionOk="0" h="1123" w="1233">
                      <a:moveTo>
                        <a:pt x="617" y="0"/>
                      </a:moveTo>
                      <a:cubicBezTo>
                        <a:pt x="473" y="0"/>
                        <a:pt x="329" y="55"/>
                        <a:pt x="219" y="164"/>
                      </a:cubicBezTo>
                      <a:cubicBezTo>
                        <a:pt x="1" y="383"/>
                        <a:pt x="1" y="739"/>
                        <a:pt x="219" y="958"/>
                      </a:cubicBezTo>
                      <a:cubicBezTo>
                        <a:pt x="329" y="1067"/>
                        <a:pt x="473" y="1122"/>
                        <a:pt x="617" y="1122"/>
                      </a:cubicBezTo>
                      <a:cubicBezTo>
                        <a:pt x="760" y="1122"/>
                        <a:pt x="904" y="1067"/>
                        <a:pt x="1013" y="958"/>
                      </a:cubicBezTo>
                      <a:cubicBezTo>
                        <a:pt x="1233" y="739"/>
                        <a:pt x="1233" y="383"/>
                        <a:pt x="1013" y="164"/>
                      </a:cubicBezTo>
                      <a:cubicBezTo>
                        <a:pt x="904" y="55"/>
                        <a:pt x="760" y="0"/>
                        <a:pt x="6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5"/>
                <p:cNvSpPr/>
                <p:nvPr/>
              </p:nvSpPr>
              <p:spPr>
                <a:xfrm>
                  <a:off x="-1793500" y="2322875"/>
                  <a:ext cx="31325" cy="28100"/>
                </a:xfrm>
                <a:custGeom>
                  <a:rect b="b" l="l" r="r" t="t"/>
                  <a:pathLst>
                    <a:path extrusionOk="0" h="1124" w="1253">
                      <a:moveTo>
                        <a:pt x="627" y="1"/>
                      </a:moveTo>
                      <a:cubicBezTo>
                        <a:pt x="471" y="1"/>
                        <a:pt x="316" y="65"/>
                        <a:pt x="205" y="191"/>
                      </a:cubicBezTo>
                      <a:cubicBezTo>
                        <a:pt x="1" y="425"/>
                        <a:pt x="23" y="779"/>
                        <a:pt x="257" y="984"/>
                      </a:cubicBezTo>
                      <a:cubicBezTo>
                        <a:pt x="363" y="1077"/>
                        <a:pt x="495" y="1123"/>
                        <a:pt x="626" y="1123"/>
                      </a:cubicBezTo>
                      <a:cubicBezTo>
                        <a:pt x="782" y="1123"/>
                        <a:pt x="937" y="1058"/>
                        <a:pt x="1048" y="932"/>
                      </a:cubicBezTo>
                      <a:cubicBezTo>
                        <a:pt x="1252" y="699"/>
                        <a:pt x="1230" y="345"/>
                        <a:pt x="997" y="140"/>
                      </a:cubicBezTo>
                      <a:cubicBezTo>
                        <a:pt x="890" y="46"/>
                        <a:pt x="759" y="1"/>
                        <a:pt x="6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5"/>
                <p:cNvSpPr/>
                <p:nvPr/>
              </p:nvSpPr>
              <p:spPr>
                <a:xfrm>
                  <a:off x="-1912187" y="2313350"/>
                  <a:ext cx="46925" cy="46925"/>
                </a:xfrm>
                <a:custGeom>
                  <a:rect b="b" l="l" r="r" t="t"/>
                  <a:pathLst>
                    <a:path extrusionOk="0" h="1877" w="1877">
                      <a:moveTo>
                        <a:pt x="938" y="1"/>
                      </a:moveTo>
                      <a:cubicBezTo>
                        <a:pt x="420" y="1"/>
                        <a:pt x="0" y="421"/>
                        <a:pt x="0" y="939"/>
                      </a:cubicBezTo>
                      <a:cubicBezTo>
                        <a:pt x="0" y="1457"/>
                        <a:pt x="420" y="1877"/>
                        <a:pt x="938" y="1877"/>
                      </a:cubicBezTo>
                      <a:cubicBezTo>
                        <a:pt x="1456" y="1877"/>
                        <a:pt x="1876" y="1457"/>
                        <a:pt x="1876" y="939"/>
                      </a:cubicBezTo>
                      <a:cubicBezTo>
                        <a:pt x="1876" y="421"/>
                        <a:pt x="1456" y="1"/>
                        <a:pt x="9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5"/>
                <p:cNvSpPr/>
                <p:nvPr/>
              </p:nvSpPr>
              <p:spPr>
                <a:xfrm>
                  <a:off x="-1912800" y="2315500"/>
                  <a:ext cx="46825" cy="42650"/>
                </a:xfrm>
                <a:custGeom>
                  <a:rect b="b" l="l" r="r" t="t"/>
                  <a:pathLst>
                    <a:path extrusionOk="0" h="1706" w="1873">
                      <a:moveTo>
                        <a:pt x="937" y="1"/>
                      </a:moveTo>
                      <a:cubicBezTo>
                        <a:pt x="718" y="1"/>
                        <a:pt x="500" y="84"/>
                        <a:pt x="334" y="250"/>
                      </a:cubicBezTo>
                      <a:cubicBezTo>
                        <a:pt x="1" y="583"/>
                        <a:pt x="1" y="1123"/>
                        <a:pt x="334" y="1456"/>
                      </a:cubicBezTo>
                      <a:cubicBezTo>
                        <a:pt x="500" y="1623"/>
                        <a:pt x="718" y="1706"/>
                        <a:pt x="937" y="1706"/>
                      </a:cubicBezTo>
                      <a:cubicBezTo>
                        <a:pt x="1155" y="1706"/>
                        <a:pt x="1373" y="1623"/>
                        <a:pt x="1539" y="1456"/>
                      </a:cubicBezTo>
                      <a:cubicBezTo>
                        <a:pt x="1873" y="1123"/>
                        <a:pt x="1873" y="583"/>
                        <a:pt x="1539" y="250"/>
                      </a:cubicBezTo>
                      <a:cubicBezTo>
                        <a:pt x="1373" y="84"/>
                        <a:pt x="1155" y="1"/>
                        <a:pt x="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5"/>
                <p:cNvSpPr/>
                <p:nvPr/>
              </p:nvSpPr>
              <p:spPr>
                <a:xfrm>
                  <a:off x="-1899975" y="2326200"/>
                  <a:ext cx="21225" cy="21225"/>
                </a:xfrm>
                <a:custGeom>
                  <a:rect b="b" l="l" r="r" t="t"/>
                  <a:pathLst>
                    <a:path extrusionOk="0" h="849" w="849">
                      <a:moveTo>
                        <a:pt x="425" y="1"/>
                      </a:moveTo>
                      <a:cubicBezTo>
                        <a:pt x="191" y="1"/>
                        <a:pt x="1" y="191"/>
                        <a:pt x="1" y="425"/>
                      </a:cubicBezTo>
                      <a:cubicBezTo>
                        <a:pt x="1" y="659"/>
                        <a:pt x="191" y="849"/>
                        <a:pt x="425" y="849"/>
                      </a:cubicBezTo>
                      <a:cubicBezTo>
                        <a:pt x="659" y="849"/>
                        <a:pt x="849" y="659"/>
                        <a:pt x="849" y="425"/>
                      </a:cubicBezTo>
                      <a:cubicBezTo>
                        <a:pt x="849" y="191"/>
                        <a:pt x="659" y="1"/>
                        <a:pt x="4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49" name="Google Shape;5149;p65"/>
            <p:cNvGrpSpPr/>
            <p:nvPr/>
          </p:nvGrpSpPr>
          <p:grpSpPr>
            <a:xfrm>
              <a:off x="265324" y="3831483"/>
              <a:ext cx="185799" cy="185799"/>
              <a:chOff x="5035425" y="2779450"/>
              <a:chExt cx="94800" cy="94800"/>
            </a:xfrm>
          </p:grpSpPr>
          <p:sp>
            <p:nvSpPr>
              <p:cNvPr id="5150" name="Google Shape;5150;p65"/>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5"/>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2" name="Google Shape;5152;p65"/>
            <p:cNvGrpSpPr/>
            <p:nvPr/>
          </p:nvGrpSpPr>
          <p:grpSpPr>
            <a:xfrm>
              <a:off x="7322635" y="49052"/>
              <a:ext cx="490325" cy="490451"/>
              <a:chOff x="5038846" y="235350"/>
              <a:chExt cx="158691" cy="158738"/>
            </a:xfrm>
          </p:grpSpPr>
          <p:sp>
            <p:nvSpPr>
              <p:cNvPr id="5153" name="Google Shape;5153;p65"/>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5"/>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5155" name="Shape 5155"/>
        <p:cNvGrpSpPr/>
        <p:nvPr/>
      </p:nvGrpSpPr>
      <p:grpSpPr>
        <a:xfrm>
          <a:off x="0" y="0"/>
          <a:ext cx="0" cy="0"/>
          <a:chOff x="0" y="0"/>
          <a:chExt cx="0" cy="0"/>
        </a:xfrm>
      </p:grpSpPr>
      <p:sp>
        <p:nvSpPr>
          <p:cNvPr id="5156" name="Google Shape;5156;p66"/>
          <p:cNvSpPr txBox="1"/>
          <p:nvPr>
            <p:ph type="title"/>
          </p:nvPr>
        </p:nvSpPr>
        <p:spPr>
          <a:xfrm>
            <a:off x="2347950" y="780325"/>
            <a:ext cx="4448100" cy="9846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sz="6000"/>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5157" name="Google Shape;5157;p66"/>
          <p:cNvSpPr txBox="1"/>
          <p:nvPr>
            <p:ph idx="1" type="subTitle"/>
          </p:nvPr>
        </p:nvSpPr>
        <p:spPr>
          <a:xfrm>
            <a:off x="2347950" y="1653425"/>
            <a:ext cx="4448100" cy="105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158" name="Google Shape;5158;p66"/>
          <p:cNvSpPr txBox="1"/>
          <p:nvPr/>
        </p:nvSpPr>
        <p:spPr>
          <a:xfrm>
            <a:off x="1860400" y="3611950"/>
            <a:ext cx="54231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Work Sans"/>
                <a:ea typeface="Work Sans"/>
                <a:cs typeface="Work Sans"/>
                <a:sym typeface="Work Sans"/>
              </a:rPr>
              <a:t>CREDITS:</a:t>
            </a:r>
            <a:r>
              <a:rPr lang="en" sz="1200">
                <a:solidFill>
                  <a:schemeClr val="dk1"/>
                </a:solidFill>
                <a:latin typeface="Work Sans"/>
                <a:ea typeface="Work Sans"/>
                <a:cs typeface="Work Sans"/>
                <a:sym typeface="Work Sans"/>
              </a:rPr>
              <a:t> This presentation template was created by </a:t>
            </a:r>
            <a:r>
              <a:rPr b="1" lang="en" sz="1200" u="sng">
                <a:solidFill>
                  <a:schemeClr val="hlink"/>
                </a:solidFill>
                <a:latin typeface="Work Sans"/>
                <a:ea typeface="Work Sans"/>
                <a:cs typeface="Work Sans"/>
                <a:sym typeface="Work Sans"/>
                <a:hlinkClick r:id="rId2"/>
              </a:rPr>
              <a:t>Slidesgo</a:t>
            </a:r>
            <a:r>
              <a:rPr lang="en" sz="1200">
                <a:solidFill>
                  <a:schemeClr val="dk1"/>
                </a:solidFill>
                <a:latin typeface="Work Sans"/>
                <a:ea typeface="Work Sans"/>
                <a:cs typeface="Work Sans"/>
                <a:sym typeface="Work Sans"/>
              </a:rPr>
              <a:t>, and includes icons by </a:t>
            </a:r>
            <a:r>
              <a:rPr b="1" lang="en" sz="1200" u="sng">
                <a:solidFill>
                  <a:schemeClr val="dk1"/>
                </a:solidFill>
                <a:latin typeface="Work Sans"/>
                <a:ea typeface="Work Sans"/>
                <a:cs typeface="Work Sans"/>
                <a:sym typeface="Work Sans"/>
                <a:hlinkClick r:id="rId3">
                  <a:extLst>
                    <a:ext uri="{A12FA001-AC4F-418D-AE19-62706E023703}">
                      <ahyp:hlinkClr val="tx"/>
                    </a:ext>
                  </a:extLst>
                </a:hlinkClick>
              </a:rPr>
              <a:t>Flaticon</a:t>
            </a:r>
            <a:r>
              <a:rPr lang="en" sz="1200">
                <a:solidFill>
                  <a:schemeClr val="dk1"/>
                </a:solidFill>
                <a:latin typeface="Work Sans"/>
                <a:ea typeface="Work Sans"/>
                <a:cs typeface="Work Sans"/>
                <a:sym typeface="Work Sans"/>
              </a:rPr>
              <a:t>, and infographics &amp; images by </a:t>
            </a:r>
            <a:r>
              <a:rPr b="1" lang="en" sz="1200" u="sng">
                <a:solidFill>
                  <a:schemeClr val="dk1"/>
                </a:solidFill>
                <a:latin typeface="Work Sans"/>
                <a:ea typeface="Work Sans"/>
                <a:cs typeface="Work Sans"/>
                <a:sym typeface="Work Sans"/>
                <a:hlinkClick r:id="rId4">
                  <a:extLst>
                    <a:ext uri="{A12FA001-AC4F-418D-AE19-62706E023703}">
                      <ahyp:hlinkClr val="tx"/>
                    </a:ext>
                  </a:extLst>
                </a:hlinkClick>
              </a:rPr>
              <a:t>Freepik</a:t>
            </a:r>
            <a:r>
              <a:rPr lang="en" sz="1200" u="sng">
                <a:solidFill>
                  <a:schemeClr val="dk1"/>
                </a:solidFill>
                <a:latin typeface="Work Sans"/>
                <a:ea typeface="Work Sans"/>
                <a:cs typeface="Work Sans"/>
                <a:sym typeface="Work Sans"/>
              </a:rPr>
              <a:t> </a:t>
            </a:r>
            <a:endParaRPr b="1" sz="1200" u="sng">
              <a:solidFill>
                <a:schemeClr val="dk1"/>
              </a:solidFill>
              <a:latin typeface="Work Sans"/>
              <a:ea typeface="Work Sans"/>
              <a:cs typeface="Work Sans"/>
              <a:sym typeface="Work Sans"/>
            </a:endParaRPr>
          </a:p>
        </p:txBody>
      </p:sp>
      <p:grpSp>
        <p:nvGrpSpPr>
          <p:cNvPr id="5159" name="Google Shape;5159;p66"/>
          <p:cNvGrpSpPr/>
          <p:nvPr/>
        </p:nvGrpSpPr>
        <p:grpSpPr>
          <a:xfrm>
            <a:off x="7804009" y="-87211"/>
            <a:ext cx="1006636" cy="1487284"/>
            <a:chOff x="3074375" y="2791788"/>
            <a:chExt cx="262425" cy="387738"/>
          </a:xfrm>
        </p:grpSpPr>
        <p:sp>
          <p:nvSpPr>
            <p:cNvPr id="5160" name="Google Shape;5160;p66"/>
            <p:cNvSpPr/>
            <p:nvPr/>
          </p:nvSpPr>
          <p:spPr>
            <a:xfrm>
              <a:off x="3074396" y="2791788"/>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1" name="Google Shape;5161;p66"/>
            <p:cNvGrpSpPr/>
            <p:nvPr/>
          </p:nvGrpSpPr>
          <p:grpSpPr>
            <a:xfrm>
              <a:off x="3074375" y="2791800"/>
              <a:ext cx="262425" cy="387725"/>
              <a:chOff x="3074375" y="2791800"/>
              <a:chExt cx="262425" cy="387725"/>
            </a:xfrm>
          </p:grpSpPr>
          <p:sp>
            <p:nvSpPr>
              <p:cNvPr id="5162" name="Google Shape;5162;p66"/>
              <p:cNvSpPr/>
              <p:nvPr/>
            </p:nvSpPr>
            <p:spPr>
              <a:xfrm>
                <a:off x="3074425" y="2791925"/>
                <a:ext cx="262375" cy="387600"/>
              </a:xfrm>
              <a:custGeom>
                <a:rect b="b" l="l" r="r" t="t"/>
                <a:pathLst>
                  <a:path extrusionOk="0" h="15504" w="10495">
                    <a:moveTo>
                      <a:pt x="0" y="1"/>
                    </a:moveTo>
                    <a:lnTo>
                      <a:pt x="0" y="10256"/>
                    </a:lnTo>
                    <a:cubicBezTo>
                      <a:pt x="0" y="10416"/>
                      <a:pt x="9" y="10575"/>
                      <a:pt x="22" y="10733"/>
                    </a:cubicBezTo>
                    <a:cubicBezTo>
                      <a:pt x="31" y="10834"/>
                      <a:pt x="44" y="10937"/>
                      <a:pt x="59" y="11038"/>
                    </a:cubicBezTo>
                    <a:cubicBezTo>
                      <a:pt x="62" y="11068"/>
                      <a:pt x="67" y="11099"/>
                      <a:pt x="73" y="11128"/>
                    </a:cubicBezTo>
                    <a:cubicBezTo>
                      <a:pt x="86" y="11208"/>
                      <a:pt x="102" y="11288"/>
                      <a:pt x="118" y="11367"/>
                    </a:cubicBezTo>
                    <a:cubicBezTo>
                      <a:pt x="180" y="11653"/>
                      <a:pt x="266" y="11930"/>
                      <a:pt x="371" y="12196"/>
                    </a:cubicBezTo>
                    <a:cubicBezTo>
                      <a:pt x="479" y="12468"/>
                      <a:pt x="609" y="12730"/>
                      <a:pt x="760" y="12977"/>
                    </a:cubicBezTo>
                    <a:cubicBezTo>
                      <a:pt x="865" y="13148"/>
                      <a:pt x="977" y="13311"/>
                      <a:pt x="1099" y="13468"/>
                    </a:cubicBezTo>
                    <a:cubicBezTo>
                      <a:pt x="1209" y="13609"/>
                      <a:pt x="1325" y="13744"/>
                      <a:pt x="1449" y="13873"/>
                    </a:cubicBezTo>
                    <a:cubicBezTo>
                      <a:pt x="1473" y="13898"/>
                      <a:pt x="1496" y="13923"/>
                      <a:pt x="1520" y="13947"/>
                    </a:cubicBezTo>
                    <a:lnTo>
                      <a:pt x="1538" y="13965"/>
                    </a:lnTo>
                    <a:cubicBezTo>
                      <a:pt x="1646" y="14074"/>
                      <a:pt x="1761" y="14177"/>
                      <a:pt x="1879" y="14278"/>
                    </a:cubicBezTo>
                    <a:cubicBezTo>
                      <a:pt x="1962" y="14348"/>
                      <a:pt x="2048" y="14415"/>
                      <a:pt x="2137" y="14481"/>
                    </a:cubicBezTo>
                    <a:cubicBezTo>
                      <a:pt x="2177" y="14511"/>
                      <a:pt x="2219" y="14542"/>
                      <a:pt x="2260" y="14570"/>
                    </a:cubicBezTo>
                    <a:cubicBezTo>
                      <a:pt x="2425" y="14683"/>
                      <a:pt x="2595" y="14789"/>
                      <a:pt x="2771" y="14883"/>
                    </a:cubicBezTo>
                    <a:cubicBezTo>
                      <a:pt x="2790" y="14894"/>
                      <a:pt x="2806" y="14903"/>
                      <a:pt x="2825" y="14912"/>
                    </a:cubicBezTo>
                    <a:cubicBezTo>
                      <a:pt x="2889" y="14945"/>
                      <a:pt x="2954" y="14977"/>
                      <a:pt x="3019" y="15008"/>
                    </a:cubicBezTo>
                    <a:cubicBezTo>
                      <a:pt x="3179" y="15084"/>
                      <a:pt x="3344" y="15151"/>
                      <a:pt x="3512" y="15209"/>
                    </a:cubicBezTo>
                    <a:cubicBezTo>
                      <a:pt x="3550" y="15223"/>
                      <a:pt x="3589" y="15235"/>
                      <a:pt x="3627" y="15249"/>
                    </a:cubicBezTo>
                    <a:cubicBezTo>
                      <a:pt x="3774" y="15296"/>
                      <a:pt x="3922" y="15337"/>
                      <a:pt x="4075" y="15372"/>
                    </a:cubicBezTo>
                    <a:cubicBezTo>
                      <a:pt x="4117" y="15382"/>
                      <a:pt x="4158" y="15392"/>
                      <a:pt x="4201" y="15399"/>
                    </a:cubicBezTo>
                    <a:cubicBezTo>
                      <a:pt x="4426" y="15446"/>
                      <a:pt x="4655" y="15477"/>
                      <a:pt x="4889" y="15492"/>
                    </a:cubicBezTo>
                    <a:cubicBezTo>
                      <a:pt x="5008" y="15500"/>
                      <a:pt x="5127" y="15504"/>
                      <a:pt x="5248" y="15504"/>
                    </a:cubicBezTo>
                    <a:cubicBezTo>
                      <a:pt x="5358" y="15504"/>
                      <a:pt x="5468" y="15500"/>
                      <a:pt x="5576" y="15493"/>
                    </a:cubicBezTo>
                    <a:cubicBezTo>
                      <a:pt x="5690" y="15486"/>
                      <a:pt x="5801" y="15476"/>
                      <a:pt x="5913" y="15461"/>
                    </a:cubicBezTo>
                    <a:cubicBezTo>
                      <a:pt x="5937" y="15457"/>
                      <a:pt x="5963" y="15455"/>
                      <a:pt x="5989" y="15451"/>
                    </a:cubicBezTo>
                    <a:cubicBezTo>
                      <a:pt x="6082" y="15439"/>
                      <a:pt x="6174" y="15423"/>
                      <a:pt x="6264" y="15404"/>
                    </a:cubicBezTo>
                    <a:cubicBezTo>
                      <a:pt x="6365" y="15384"/>
                      <a:pt x="6464" y="15362"/>
                      <a:pt x="6563" y="15336"/>
                    </a:cubicBezTo>
                    <a:cubicBezTo>
                      <a:pt x="6695" y="15302"/>
                      <a:pt x="6824" y="15264"/>
                      <a:pt x="6951" y="15220"/>
                    </a:cubicBezTo>
                    <a:cubicBezTo>
                      <a:pt x="7098" y="15170"/>
                      <a:pt x="7242" y="15113"/>
                      <a:pt x="7381" y="15052"/>
                    </a:cubicBezTo>
                    <a:cubicBezTo>
                      <a:pt x="7452" y="15019"/>
                      <a:pt x="7526" y="14985"/>
                      <a:pt x="7596" y="14949"/>
                    </a:cubicBezTo>
                    <a:cubicBezTo>
                      <a:pt x="7610" y="14941"/>
                      <a:pt x="7625" y="14935"/>
                      <a:pt x="7639" y="14928"/>
                    </a:cubicBezTo>
                    <a:cubicBezTo>
                      <a:pt x="7715" y="14887"/>
                      <a:pt x="7791" y="14847"/>
                      <a:pt x="7866" y="14804"/>
                    </a:cubicBezTo>
                    <a:cubicBezTo>
                      <a:pt x="8024" y="14712"/>
                      <a:pt x="8178" y="14611"/>
                      <a:pt x="8326" y="14505"/>
                    </a:cubicBezTo>
                    <a:cubicBezTo>
                      <a:pt x="8519" y="14365"/>
                      <a:pt x="8702" y="14213"/>
                      <a:pt x="8873" y="14048"/>
                    </a:cubicBezTo>
                    <a:cubicBezTo>
                      <a:pt x="8921" y="14002"/>
                      <a:pt x="8967" y="13956"/>
                      <a:pt x="9014" y="13908"/>
                    </a:cubicBezTo>
                    <a:cubicBezTo>
                      <a:pt x="9052" y="13868"/>
                      <a:pt x="9091" y="13827"/>
                      <a:pt x="9128" y="13785"/>
                    </a:cubicBezTo>
                    <a:cubicBezTo>
                      <a:pt x="9343" y="13551"/>
                      <a:pt x="9535" y="13298"/>
                      <a:pt x="9702" y="13029"/>
                    </a:cubicBezTo>
                    <a:cubicBezTo>
                      <a:pt x="9721" y="13000"/>
                      <a:pt x="9737" y="12973"/>
                      <a:pt x="9754" y="12944"/>
                    </a:cubicBezTo>
                    <a:cubicBezTo>
                      <a:pt x="9766" y="12924"/>
                      <a:pt x="9779" y="12903"/>
                      <a:pt x="9790" y="12882"/>
                    </a:cubicBezTo>
                    <a:cubicBezTo>
                      <a:pt x="9854" y="12773"/>
                      <a:pt x="9913" y="12662"/>
                      <a:pt x="9968" y="12549"/>
                    </a:cubicBezTo>
                    <a:cubicBezTo>
                      <a:pt x="10132" y="12210"/>
                      <a:pt x="10263" y="11853"/>
                      <a:pt x="10351" y="11479"/>
                    </a:cubicBezTo>
                    <a:cubicBezTo>
                      <a:pt x="10366" y="11421"/>
                      <a:pt x="10379" y="11362"/>
                      <a:pt x="10390" y="11302"/>
                    </a:cubicBezTo>
                    <a:cubicBezTo>
                      <a:pt x="10459" y="10964"/>
                      <a:pt x="10495" y="10613"/>
                      <a:pt x="10495" y="10253"/>
                    </a:cubicBezTo>
                    <a:lnTo>
                      <a:pt x="104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6"/>
              <p:cNvSpPr/>
              <p:nvPr/>
            </p:nvSpPr>
            <p:spPr>
              <a:xfrm>
                <a:off x="3074425" y="2912325"/>
                <a:ext cx="152250" cy="55200"/>
              </a:xfrm>
              <a:custGeom>
                <a:rect b="b" l="l" r="r" t="t"/>
                <a:pathLst>
                  <a:path extrusionOk="0" h="2208" w="6090">
                    <a:moveTo>
                      <a:pt x="0" y="0"/>
                    </a:moveTo>
                    <a:lnTo>
                      <a:pt x="0" y="1144"/>
                    </a:lnTo>
                    <a:cubicBezTo>
                      <a:pt x="1551" y="1827"/>
                      <a:pt x="3267" y="2208"/>
                      <a:pt x="5071" y="2208"/>
                    </a:cubicBezTo>
                    <a:cubicBezTo>
                      <a:pt x="5109" y="2208"/>
                      <a:pt x="5146" y="2208"/>
                      <a:pt x="5185" y="2204"/>
                    </a:cubicBezTo>
                    <a:cubicBezTo>
                      <a:pt x="5198" y="2205"/>
                      <a:pt x="5210" y="2206"/>
                      <a:pt x="5223" y="2206"/>
                    </a:cubicBezTo>
                    <a:cubicBezTo>
                      <a:pt x="5240" y="2206"/>
                      <a:pt x="5257" y="2204"/>
                      <a:pt x="5275" y="2200"/>
                    </a:cubicBezTo>
                    <a:cubicBezTo>
                      <a:pt x="5293" y="2201"/>
                      <a:pt x="5310" y="2202"/>
                      <a:pt x="5327" y="2202"/>
                    </a:cubicBezTo>
                    <a:cubicBezTo>
                      <a:pt x="5357" y="2202"/>
                      <a:pt x="5386" y="2200"/>
                      <a:pt x="5417" y="2196"/>
                    </a:cubicBezTo>
                    <a:cubicBezTo>
                      <a:pt x="5420" y="2198"/>
                      <a:pt x="5424" y="2199"/>
                      <a:pt x="5428" y="2199"/>
                    </a:cubicBezTo>
                    <a:cubicBezTo>
                      <a:pt x="5431" y="2199"/>
                      <a:pt x="5435" y="2198"/>
                      <a:pt x="5438" y="2196"/>
                    </a:cubicBezTo>
                    <a:cubicBezTo>
                      <a:pt x="5439" y="2197"/>
                      <a:pt x="5440" y="2198"/>
                      <a:pt x="5443" y="2198"/>
                    </a:cubicBezTo>
                    <a:cubicBezTo>
                      <a:pt x="5445" y="2198"/>
                      <a:pt x="5447" y="2197"/>
                      <a:pt x="5448" y="2196"/>
                    </a:cubicBezTo>
                    <a:cubicBezTo>
                      <a:pt x="5450" y="2198"/>
                      <a:pt x="5452" y="2199"/>
                      <a:pt x="5453" y="2199"/>
                    </a:cubicBezTo>
                    <a:cubicBezTo>
                      <a:pt x="5455" y="2199"/>
                      <a:pt x="5457" y="2198"/>
                      <a:pt x="5459" y="2196"/>
                    </a:cubicBezTo>
                    <a:cubicBezTo>
                      <a:pt x="5462" y="2198"/>
                      <a:pt x="5467" y="2199"/>
                      <a:pt x="5471" y="2199"/>
                    </a:cubicBezTo>
                    <a:cubicBezTo>
                      <a:pt x="5475" y="2199"/>
                      <a:pt x="5480" y="2198"/>
                      <a:pt x="5483" y="2196"/>
                    </a:cubicBezTo>
                    <a:cubicBezTo>
                      <a:pt x="5485" y="2198"/>
                      <a:pt x="5487" y="2199"/>
                      <a:pt x="5490" y="2199"/>
                    </a:cubicBezTo>
                    <a:cubicBezTo>
                      <a:pt x="5493" y="2199"/>
                      <a:pt x="5495" y="2198"/>
                      <a:pt x="5497" y="2196"/>
                    </a:cubicBezTo>
                    <a:cubicBezTo>
                      <a:pt x="5498" y="2198"/>
                      <a:pt x="5499" y="2198"/>
                      <a:pt x="5501" y="2198"/>
                    </a:cubicBezTo>
                    <a:cubicBezTo>
                      <a:pt x="5503" y="2198"/>
                      <a:pt x="5505" y="2196"/>
                      <a:pt x="5507" y="2196"/>
                    </a:cubicBezTo>
                    <a:lnTo>
                      <a:pt x="5514" y="2196"/>
                    </a:lnTo>
                    <a:cubicBezTo>
                      <a:pt x="5521" y="2196"/>
                      <a:pt x="5525" y="2196"/>
                      <a:pt x="5531" y="2192"/>
                    </a:cubicBezTo>
                    <a:cubicBezTo>
                      <a:pt x="5532" y="2194"/>
                      <a:pt x="5532" y="2195"/>
                      <a:pt x="5533" y="2195"/>
                    </a:cubicBezTo>
                    <a:cubicBezTo>
                      <a:pt x="5534" y="2195"/>
                      <a:pt x="5535" y="2194"/>
                      <a:pt x="5537" y="2192"/>
                    </a:cubicBezTo>
                    <a:cubicBezTo>
                      <a:pt x="5537" y="2192"/>
                      <a:pt x="5538" y="2194"/>
                      <a:pt x="5540" y="2194"/>
                    </a:cubicBezTo>
                    <a:cubicBezTo>
                      <a:pt x="5541" y="2194"/>
                      <a:pt x="5542" y="2194"/>
                      <a:pt x="5543" y="2192"/>
                    </a:cubicBezTo>
                    <a:cubicBezTo>
                      <a:pt x="5545" y="2194"/>
                      <a:pt x="5548" y="2195"/>
                      <a:pt x="5552" y="2195"/>
                    </a:cubicBezTo>
                    <a:cubicBezTo>
                      <a:pt x="5555" y="2195"/>
                      <a:pt x="5559" y="2194"/>
                      <a:pt x="5562" y="2192"/>
                    </a:cubicBezTo>
                    <a:cubicBezTo>
                      <a:pt x="5565" y="2194"/>
                      <a:pt x="5568" y="2195"/>
                      <a:pt x="5573" y="2195"/>
                    </a:cubicBezTo>
                    <a:cubicBezTo>
                      <a:pt x="5577" y="2195"/>
                      <a:pt x="5581" y="2194"/>
                      <a:pt x="5587" y="2192"/>
                    </a:cubicBezTo>
                    <a:lnTo>
                      <a:pt x="5603" y="2192"/>
                    </a:lnTo>
                    <a:cubicBezTo>
                      <a:pt x="5620" y="2192"/>
                      <a:pt x="5636" y="2192"/>
                      <a:pt x="5655" y="2188"/>
                    </a:cubicBezTo>
                    <a:lnTo>
                      <a:pt x="5659" y="2188"/>
                    </a:lnTo>
                    <a:cubicBezTo>
                      <a:pt x="5660" y="2187"/>
                      <a:pt x="5661" y="2187"/>
                      <a:pt x="5661" y="2187"/>
                    </a:cubicBezTo>
                    <a:cubicBezTo>
                      <a:pt x="5662" y="2187"/>
                      <a:pt x="5662" y="2188"/>
                      <a:pt x="5662" y="2188"/>
                    </a:cubicBezTo>
                    <a:cubicBezTo>
                      <a:pt x="5804" y="2181"/>
                      <a:pt x="5948" y="2170"/>
                      <a:pt x="6089" y="2160"/>
                    </a:cubicBezTo>
                    <a:cubicBezTo>
                      <a:pt x="6014" y="2154"/>
                      <a:pt x="5937" y="2146"/>
                      <a:pt x="5862" y="2145"/>
                    </a:cubicBezTo>
                    <a:cubicBezTo>
                      <a:pt x="5840" y="2142"/>
                      <a:pt x="5820" y="2142"/>
                      <a:pt x="5799" y="2138"/>
                    </a:cubicBezTo>
                    <a:cubicBezTo>
                      <a:pt x="5751" y="2135"/>
                      <a:pt x="5702" y="2128"/>
                      <a:pt x="5654" y="2121"/>
                    </a:cubicBezTo>
                    <a:lnTo>
                      <a:pt x="5650" y="2121"/>
                    </a:lnTo>
                    <a:cubicBezTo>
                      <a:pt x="5633" y="2121"/>
                      <a:pt x="5616" y="2118"/>
                      <a:pt x="5598" y="2118"/>
                    </a:cubicBezTo>
                    <a:cubicBezTo>
                      <a:pt x="5594" y="2118"/>
                      <a:pt x="5588" y="2114"/>
                      <a:pt x="5583" y="2114"/>
                    </a:cubicBezTo>
                    <a:lnTo>
                      <a:pt x="5571" y="2114"/>
                    </a:lnTo>
                    <a:cubicBezTo>
                      <a:pt x="5565" y="2114"/>
                      <a:pt x="5557" y="2110"/>
                      <a:pt x="5550" y="2110"/>
                    </a:cubicBezTo>
                    <a:lnTo>
                      <a:pt x="5546" y="2110"/>
                    </a:lnTo>
                    <a:cubicBezTo>
                      <a:pt x="5539" y="2110"/>
                      <a:pt x="5536" y="2110"/>
                      <a:pt x="5532" y="2105"/>
                    </a:cubicBezTo>
                    <a:lnTo>
                      <a:pt x="5515" y="2105"/>
                    </a:lnTo>
                    <a:cubicBezTo>
                      <a:pt x="5513" y="2105"/>
                      <a:pt x="5511" y="2104"/>
                      <a:pt x="5509" y="2104"/>
                    </a:cubicBezTo>
                    <a:cubicBezTo>
                      <a:pt x="5508" y="2104"/>
                      <a:pt x="5506" y="2104"/>
                      <a:pt x="5505" y="2105"/>
                    </a:cubicBezTo>
                    <a:cubicBezTo>
                      <a:pt x="5501" y="2102"/>
                      <a:pt x="5499" y="2102"/>
                      <a:pt x="5495" y="2102"/>
                    </a:cubicBezTo>
                    <a:lnTo>
                      <a:pt x="5491" y="2102"/>
                    </a:lnTo>
                    <a:cubicBezTo>
                      <a:pt x="5480" y="2102"/>
                      <a:pt x="5471" y="2098"/>
                      <a:pt x="5464" y="2098"/>
                    </a:cubicBezTo>
                    <a:cubicBezTo>
                      <a:pt x="5457" y="2098"/>
                      <a:pt x="5449" y="2094"/>
                      <a:pt x="5446" y="2094"/>
                    </a:cubicBezTo>
                    <a:cubicBezTo>
                      <a:pt x="5436" y="2094"/>
                      <a:pt x="5426" y="2090"/>
                      <a:pt x="5415" y="2090"/>
                    </a:cubicBezTo>
                    <a:lnTo>
                      <a:pt x="5411" y="2090"/>
                    </a:lnTo>
                    <a:cubicBezTo>
                      <a:pt x="5370" y="2084"/>
                      <a:pt x="5328" y="2080"/>
                      <a:pt x="5286" y="2073"/>
                    </a:cubicBezTo>
                    <a:cubicBezTo>
                      <a:pt x="5279" y="2069"/>
                      <a:pt x="5272" y="2069"/>
                      <a:pt x="5266" y="2069"/>
                    </a:cubicBezTo>
                    <a:cubicBezTo>
                      <a:pt x="3332" y="1783"/>
                      <a:pt x="1542" y="106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6"/>
              <p:cNvSpPr/>
              <p:nvPr/>
            </p:nvSpPr>
            <p:spPr>
              <a:xfrm>
                <a:off x="3198150" y="2965550"/>
                <a:ext cx="138650" cy="46475"/>
              </a:xfrm>
              <a:custGeom>
                <a:rect b="b" l="l" r="r" t="t"/>
                <a:pathLst>
                  <a:path extrusionOk="0" h="1859" w="5546">
                    <a:moveTo>
                      <a:pt x="1025" y="0"/>
                    </a:moveTo>
                    <a:cubicBezTo>
                      <a:pt x="985" y="0"/>
                      <a:pt x="948" y="0"/>
                      <a:pt x="909" y="3"/>
                    </a:cubicBezTo>
                    <a:cubicBezTo>
                      <a:pt x="899" y="3"/>
                      <a:pt x="889" y="2"/>
                      <a:pt x="879" y="2"/>
                    </a:cubicBezTo>
                    <a:cubicBezTo>
                      <a:pt x="861" y="2"/>
                      <a:pt x="844" y="4"/>
                      <a:pt x="825" y="7"/>
                    </a:cubicBezTo>
                    <a:cubicBezTo>
                      <a:pt x="808" y="7"/>
                      <a:pt x="789" y="6"/>
                      <a:pt x="771" y="6"/>
                    </a:cubicBezTo>
                    <a:cubicBezTo>
                      <a:pt x="739" y="6"/>
                      <a:pt x="707" y="8"/>
                      <a:pt x="676" y="12"/>
                    </a:cubicBezTo>
                    <a:cubicBezTo>
                      <a:pt x="672" y="9"/>
                      <a:pt x="668" y="8"/>
                      <a:pt x="663" y="8"/>
                    </a:cubicBezTo>
                    <a:cubicBezTo>
                      <a:pt x="659" y="8"/>
                      <a:pt x="655" y="9"/>
                      <a:pt x="651" y="12"/>
                    </a:cubicBezTo>
                    <a:cubicBezTo>
                      <a:pt x="650" y="11"/>
                      <a:pt x="648" y="8"/>
                      <a:pt x="646" y="8"/>
                    </a:cubicBezTo>
                    <a:cubicBezTo>
                      <a:pt x="644" y="8"/>
                      <a:pt x="643" y="11"/>
                      <a:pt x="641" y="12"/>
                    </a:cubicBezTo>
                    <a:cubicBezTo>
                      <a:pt x="640" y="9"/>
                      <a:pt x="639" y="8"/>
                      <a:pt x="638" y="8"/>
                    </a:cubicBezTo>
                    <a:cubicBezTo>
                      <a:pt x="638" y="8"/>
                      <a:pt x="637" y="9"/>
                      <a:pt x="634" y="12"/>
                    </a:cubicBezTo>
                    <a:cubicBezTo>
                      <a:pt x="631" y="9"/>
                      <a:pt x="627" y="8"/>
                      <a:pt x="622" y="8"/>
                    </a:cubicBezTo>
                    <a:cubicBezTo>
                      <a:pt x="618" y="8"/>
                      <a:pt x="613" y="9"/>
                      <a:pt x="610" y="12"/>
                    </a:cubicBezTo>
                    <a:cubicBezTo>
                      <a:pt x="606" y="9"/>
                      <a:pt x="603" y="8"/>
                      <a:pt x="601" y="8"/>
                    </a:cubicBezTo>
                    <a:cubicBezTo>
                      <a:pt x="598" y="8"/>
                      <a:pt x="595" y="9"/>
                      <a:pt x="592" y="12"/>
                    </a:cubicBezTo>
                    <a:lnTo>
                      <a:pt x="576" y="12"/>
                    </a:lnTo>
                    <a:cubicBezTo>
                      <a:pt x="568" y="12"/>
                      <a:pt x="565" y="12"/>
                      <a:pt x="558" y="16"/>
                    </a:cubicBezTo>
                    <a:lnTo>
                      <a:pt x="555" y="16"/>
                    </a:lnTo>
                    <a:cubicBezTo>
                      <a:pt x="553" y="14"/>
                      <a:pt x="551" y="13"/>
                      <a:pt x="549" y="13"/>
                    </a:cubicBezTo>
                    <a:cubicBezTo>
                      <a:pt x="548" y="13"/>
                      <a:pt x="546" y="14"/>
                      <a:pt x="545" y="16"/>
                    </a:cubicBezTo>
                    <a:cubicBezTo>
                      <a:pt x="543" y="14"/>
                      <a:pt x="540" y="13"/>
                      <a:pt x="536" y="13"/>
                    </a:cubicBezTo>
                    <a:cubicBezTo>
                      <a:pt x="533" y="13"/>
                      <a:pt x="529" y="14"/>
                      <a:pt x="526" y="16"/>
                    </a:cubicBezTo>
                    <a:cubicBezTo>
                      <a:pt x="523" y="14"/>
                      <a:pt x="519" y="13"/>
                      <a:pt x="515" y="13"/>
                    </a:cubicBezTo>
                    <a:cubicBezTo>
                      <a:pt x="511" y="13"/>
                      <a:pt x="506" y="14"/>
                      <a:pt x="501" y="16"/>
                    </a:cubicBezTo>
                    <a:lnTo>
                      <a:pt x="473" y="16"/>
                    </a:lnTo>
                    <a:cubicBezTo>
                      <a:pt x="462" y="17"/>
                      <a:pt x="449" y="17"/>
                      <a:pt x="436" y="19"/>
                    </a:cubicBezTo>
                    <a:lnTo>
                      <a:pt x="432" y="19"/>
                    </a:lnTo>
                    <a:cubicBezTo>
                      <a:pt x="290" y="27"/>
                      <a:pt x="143" y="37"/>
                      <a:pt x="1" y="48"/>
                    </a:cubicBezTo>
                    <a:cubicBezTo>
                      <a:pt x="77" y="54"/>
                      <a:pt x="155" y="62"/>
                      <a:pt x="231" y="68"/>
                    </a:cubicBezTo>
                    <a:cubicBezTo>
                      <a:pt x="256" y="70"/>
                      <a:pt x="276" y="70"/>
                      <a:pt x="300" y="75"/>
                    </a:cubicBezTo>
                    <a:cubicBezTo>
                      <a:pt x="345" y="79"/>
                      <a:pt x="395" y="86"/>
                      <a:pt x="439" y="93"/>
                    </a:cubicBezTo>
                    <a:lnTo>
                      <a:pt x="444" y="93"/>
                    </a:lnTo>
                    <a:cubicBezTo>
                      <a:pt x="462" y="93"/>
                      <a:pt x="476" y="96"/>
                      <a:pt x="493" y="96"/>
                    </a:cubicBezTo>
                    <a:cubicBezTo>
                      <a:pt x="500" y="96"/>
                      <a:pt x="504" y="100"/>
                      <a:pt x="511" y="100"/>
                    </a:cubicBezTo>
                    <a:lnTo>
                      <a:pt x="525" y="100"/>
                    </a:lnTo>
                    <a:cubicBezTo>
                      <a:pt x="531" y="100"/>
                      <a:pt x="535" y="104"/>
                      <a:pt x="542" y="104"/>
                    </a:cubicBezTo>
                    <a:lnTo>
                      <a:pt x="546" y="104"/>
                    </a:lnTo>
                    <a:cubicBezTo>
                      <a:pt x="552" y="104"/>
                      <a:pt x="558" y="104"/>
                      <a:pt x="562" y="109"/>
                    </a:cubicBezTo>
                    <a:lnTo>
                      <a:pt x="587" y="109"/>
                    </a:lnTo>
                    <a:cubicBezTo>
                      <a:pt x="591" y="113"/>
                      <a:pt x="593" y="113"/>
                      <a:pt x="597" y="113"/>
                    </a:cubicBezTo>
                    <a:lnTo>
                      <a:pt x="606" y="113"/>
                    </a:lnTo>
                    <a:cubicBezTo>
                      <a:pt x="616" y="113"/>
                      <a:pt x="623" y="116"/>
                      <a:pt x="629" y="116"/>
                    </a:cubicBezTo>
                    <a:cubicBezTo>
                      <a:pt x="637" y="116"/>
                      <a:pt x="640" y="116"/>
                      <a:pt x="647" y="120"/>
                    </a:cubicBezTo>
                    <a:cubicBezTo>
                      <a:pt x="657" y="120"/>
                      <a:pt x="671" y="124"/>
                      <a:pt x="681" y="124"/>
                    </a:cubicBezTo>
                    <a:cubicBezTo>
                      <a:pt x="722" y="131"/>
                      <a:pt x="761" y="135"/>
                      <a:pt x="803" y="142"/>
                    </a:cubicBezTo>
                    <a:cubicBezTo>
                      <a:pt x="810" y="142"/>
                      <a:pt x="820" y="146"/>
                      <a:pt x="826" y="146"/>
                    </a:cubicBezTo>
                    <a:cubicBezTo>
                      <a:pt x="2536" y="396"/>
                      <a:pt x="4133" y="992"/>
                      <a:pt x="5546" y="1859"/>
                    </a:cubicBezTo>
                    <a:lnTo>
                      <a:pt x="5546" y="845"/>
                    </a:lnTo>
                    <a:cubicBezTo>
                      <a:pt x="4143" y="305"/>
                      <a:pt x="2619" y="6"/>
                      <a:pt x="1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6"/>
              <p:cNvSpPr/>
              <p:nvPr/>
            </p:nvSpPr>
            <p:spPr>
              <a:xfrm>
                <a:off x="3211425" y="2791800"/>
                <a:ext cx="84900" cy="189025"/>
              </a:xfrm>
              <a:custGeom>
                <a:rect b="b" l="l" r="r" t="t"/>
                <a:pathLst>
                  <a:path extrusionOk="0" h="7561" w="3396">
                    <a:moveTo>
                      <a:pt x="1835" y="1"/>
                    </a:moveTo>
                    <a:cubicBezTo>
                      <a:pt x="671" y="1906"/>
                      <a:pt x="0" y="4144"/>
                      <a:pt x="0" y="6538"/>
                    </a:cubicBezTo>
                    <a:cubicBezTo>
                      <a:pt x="0" y="6580"/>
                      <a:pt x="0" y="6619"/>
                      <a:pt x="4" y="6660"/>
                    </a:cubicBezTo>
                    <a:cubicBezTo>
                      <a:pt x="0" y="6684"/>
                      <a:pt x="0" y="6705"/>
                      <a:pt x="4" y="6729"/>
                    </a:cubicBezTo>
                    <a:cubicBezTo>
                      <a:pt x="4" y="6782"/>
                      <a:pt x="4" y="6832"/>
                      <a:pt x="9" y="6883"/>
                    </a:cubicBezTo>
                    <a:lnTo>
                      <a:pt x="9" y="6949"/>
                    </a:lnTo>
                    <a:cubicBezTo>
                      <a:pt x="9" y="6955"/>
                      <a:pt x="9" y="6963"/>
                      <a:pt x="12" y="6970"/>
                    </a:cubicBezTo>
                    <a:lnTo>
                      <a:pt x="12" y="7055"/>
                    </a:lnTo>
                    <a:cubicBezTo>
                      <a:pt x="12" y="7055"/>
                      <a:pt x="16" y="7055"/>
                      <a:pt x="12" y="7060"/>
                    </a:cubicBezTo>
                    <a:cubicBezTo>
                      <a:pt x="16" y="7064"/>
                      <a:pt x="16" y="7068"/>
                      <a:pt x="12" y="7074"/>
                    </a:cubicBezTo>
                    <a:cubicBezTo>
                      <a:pt x="16" y="7078"/>
                      <a:pt x="16" y="7080"/>
                      <a:pt x="16" y="7084"/>
                    </a:cubicBezTo>
                    <a:lnTo>
                      <a:pt x="16" y="7115"/>
                    </a:lnTo>
                    <a:cubicBezTo>
                      <a:pt x="16" y="7119"/>
                      <a:pt x="20" y="7126"/>
                      <a:pt x="20" y="7130"/>
                    </a:cubicBezTo>
                    <a:cubicBezTo>
                      <a:pt x="26" y="7271"/>
                      <a:pt x="36" y="7419"/>
                      <a:pt x="47" y="7560"/>
                    </a:cubicBezTo>
                    <a:cubicBezTo>
                      <a:pt x="53" y="7481"/>
                      <a:pt x="61" y="7404"/>
                      <a:pt x="67" y="7324"/>
                    </a:cubicBezTo>
                    <a:cubicBezTo>
                      <a:pt x="70" y="7303"/>
                      <a:pt x="70" y="7283"/>
                      <a:pt x="74" y="7262"/>
                    </a:cubicBezTo>
                    <a:lnTo>
                      <a:pt x="74" y="7259"/>
                    </a:lnTo>
                    <a:cubicBezTo>
                      <a:pt x="78" y="7213"/>
                      <a:pt x="86" y="7168"/>
                      <a:pt x="92" y="7123"/>
                    </a:cubicBezTo>
                    <a:lnTo>
                      <a:pt x="92" y="7119"/>
                    </a:lnTo>
                    <a:cubicBezTo>
                      <a:pt x="92" y="7102"/>
                      <a:pt x="96" y="7085"/>
                      <a:pt x="96" y="7068"/>
                    </a:cubicBezTo>
                    <a:cubicBezTo>
                      <a:pt x="96" y="7060"/>
                      <a:pt x="99" y="7055"/>
                      <a:pt x="99" y="7049"/>
                    </a:cubicBezTo>
                    <a:cubicBezTo>
                      <a:pt x="103" y="7049"/>
                      <a:pt x="99" y="7045"/>
                      <a:pt x="99" y="7045"/>
                    </a:cubicBezTo>
                    <a:lnTo>
                      <a:pt x="99" y="7039"/>
                    </a:lnTo>
                    <a:cubicBezTo>
                      <a:pt x="99" y="7033"/>
                      <a:pt x="103" y="7025"/>
                      <a:pt x="103" y="7018"/>
                    </a:cubicBezTo>
                    <a:lnTo>
                      <a:pt x="103" y="7012"/>
                    </a:lnTo>
                    <a:cubicBezTo>
                      <a:pt x="103" y="7008"/>
                      <a:pt x="103" y="7006"/>
                      <a:pt x="108" y="7002"/>
                    </a:cubicBezTo>
                    <a:lnTo>
                      <a:pt x="108" y="6977"/>
                    </a:lnTo>
                    <a:lnTo>
                      <a:pt x="108" y="6973"/>
                    </a:lnTo>
                    <a:cubicBezTo>
                      <a:pt x="112" y="6971"/>
                      <a:pt x="112" y="6967"/>
                      <a:pt x="112" y="6967"/>
                    </a:cubicBezTo>
                    <a:lnTo>
                      <a:pt x="112" y="6961"/>
                    </a:lnTo>
                    <a:cubicBezTo>
                      <a:pt x="112" y="6950"/>
                      <a:pt x="115" y="6941"/>
                      <a:pt x="115" y="6934"/>
                    </a:cubicBezTo>
                    <a:cubicBezTo>
                      <a:pt x="115" y="6925"/>
                      <a:pt x="119" y="6921"/>
                      <a:pt x="119" y="6915"/>
                    </a:cubicBezTo>
                    <a:cubicBezTo>
                      <a:pt x="119" y="6905"/>
                      <a:pt x="123" y="6899"/>
                      <a:pt x="123" y="6888"/>
                    </a:cubicBezTo>
                    <a:lnTo>
                      <a:pt x="123" y="6884"/>
                    </a:lnTo>
                    <a:cubicBezTo>
                      <a:pt x="129" y="6842"/>
                      <a:pt x="133" y="6796"/>
                      <a:pt x="140" y="6755"/>
                    </a:cubicBezTo>
                    <a:cubicBezTo>
                      <a:pt x="140" y="6751"/>
                      <a:pt x="144" y="6745"/>
                      <a:pt x="144" y="6741"/>
                    </a:cubicBezTo>
                    <a:cubicBezTo>
                      <a:pt x="523" y="4152"/>
                      <a:pt x="1692" y="1822"/>
                      <a:pt x="3396" y="2"/>
                    </a:cubicBezTo>
                    <a:lnTo>
                      <a:pt x="33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6"/>
              <p:cNvSpPr/>
              <p:nvPr/>
            </p:nvSpPr>
            <p:spPr>
              <a:xfrm>
                <a:off x="3121350" y="2952350"/>
                <a:ext cx="92075" cy="214750"/>
              </a:xfrm>
              <a:custGeom>
                <a:rect b="b" l="l" r="r" t="t"/>
                <a:pathLst>
                  <a:path extrusionOk="0" h="8590" w="3683">
                    <a:moveTo>
                      <a:pt x="3636" y="1"/>
                    </a:moveTo>
                    <a:cubicBezTo>
                      <a:pt x="3629" y="80"/>
                      <a:pt x="3622" y="157"/>
                      <a:pt x="3615" y="236"/>
                    </a:cubicBezTo>
                    <a:cubicBezTo>
                      <a:pt x="3613" y="254"/>
                      <a:pt x="3613" y="270"/>
                      <a:pt x="3608" y="288"/>
                    </a:cubicBezTo>
                    <a:cubicBezTo>
                      <a:pt x="3606" y="337"/>
                      <a:pt x="3598" y="389"/>
                      <a:pt x="3592" y="437"/>
                    </a:cubicBezTo>
                    <a:cubicBezTo>
                      <a:pt x="3592" y="455"/>
                      <a:pt x="3592" y="472"/>
                      <a:pt x="3588" y="489"/>
                    </a:cubicBezTo>
                    <a:cubicBezTo>
                      <a:pt x="3588" y="497"/>
                      <a:pt x="3588" y="501"/>
                      <a:pt x="3584" y="508"/>
                    </a:cubicBezTo>
                    <a:lnTo>
                      <a:pt x="3584" y="522"/>
                    </a:lnTo>
                    <a:cubicBezTo>
                      <a:pt x="3584" y="528"/>
                      <a:pt x="3581" y="535"/>
                      <a:pt x="3581" y="543"/>
                    </a:cubicBezTo>
                    <a:lnTo>
                      <a:pt x="3581" y="546"/>
                    </a:lnTo>
                    <a:lnTo>
                      <a:pt x="3581" y="556"/>
                    </a:lnTo>
                    <a:cubicBezTo>
                      <a:pt x="3576" y="564"/>
                      <a:pt x="3576" y="568"/>
                      <a:pt x="3576" y="575"/>
                    </a:cubicBezTo>
                    <a:lnTo>
                      <a:pt x="3576" y="585"/>
                    </a:lnTo>
                    <a:cubicBezTo>
                      <a:pt x="3576" y="587"/>
                      <a:pt x="3572" y="589"/>
                      <a:pt x="3572" y="591"/>
                    </a:cubicBezTo>
                    <a:lnTo>
                      <a:pt x="3572" y="597"/>
                    </a:lnTo>
                    <a:lnTo>
                      <a:pt x="3572" y="601"/>
                    </a:lnTo>
                    <a:cubicBezTo>
                      <a:pt x="3572" y="610"/>
                      <a:pt x="3568" y="620"/>
                      <a:pt x="3568" y="626"/>
                    </a:cubicBezTo>
                    <a:cubicBezTo>
                      <a:pt x="3568" y="633"/>
                      <a:pt x="3568" y="638"/>
                      <a:pt x="3565" y="644"/>
                    </a:cubicBezTo>
                    <a:cubicBezTo>
                      <a:pt x="3565" y="654"/>
                      <a:pt x="3565" y="664"/>
                      <a:pt x="3561" y="675"/>
                    </a:cubicBezTo>
                    <a:lnTo>
                      <a:pt x="3561" y="679"/>
                    </a:lnTo>
                    <a:cubicBezTo>
                      <a:pt x="3555" y="721"/>
                      <a:pt x="3551" y="767"/>
                      <a:pt x="3544" y="808"/>
                    </a:cubicBezTo>
                    <a:cubicBezTo>
                      <a:pt x="3544" y="811"/>
                      <a:pt x="3544" y="818"/>
                      <a:pt x="3540" y="824"/>
                    </a:cubicBezTo>
                    <a:cubicBezTo>
                      <a:pt x="3139" y="3551"/>
                      <a:pt x="1860" y="5997"/>
                      <a:pt x="1" y="7857"/>
                    </a:cubicBezTo>
                    <a:cubicBezTo>
                      <a:pt x="84" y="7929"/>
                      <a:pt x="170" y="7996"/>
                      <a:pt x="259" y="8062"/>
                    </a:cubicBezTo>
                    <a:cubicBezTo>
                      <a:pt x="299" y="8092"/>
                      <a:pt x="341" y="8123"/>
                      <a:pt x="382" y="8151"/>
                    </a:cubicBezTo>
                    <a:cubicBezTo>
                      <a:pt x="546" y="8264"/>
                      <a:pt x="717" y="8370"/>
                      <a:pt x="893" y="8464"/>
                    </a:cubicBezTo>
                    <a:cubicBezTo>
                      <a:pt x="911" y="8475"/>
                      <a:pt x="928" y="8484"/>
                      <a:pt x="946" y="8492"/>
                    </a:cubicBezTo>
                    <a:cubicBezTo>
                      <a:pt x="1011" y="8526"/>
                      <a:pt x="1075" y="8558"/>
                      <a:pt x="1141" y="8589"/>
                    </a:cubicBezTo>
                    <a:cubicBezTo>
                      <a:pt x="2733" y="6483"/>
                      <a:pt x="3678" y="3863"/>
                      <a:pt x="3678" y="1020"/>
                    </a:cubicBezTo>
                    <a:cubicBezTo>
                      <a:pt x="3678" y="983"/>
                      <a:pt x="3678" y="941"/>
                      <a:pt x="3680" y="897"/>
                    </a:cubicBezTo>
                    <a:cubicBezTo>
                      <a:pt x="3683" y="871"/>
                      <a:pt x="3683" y="844"/>
                      <a:pt x="3680" y="818"/>
                    </a:cubicBezTo>
                    <a:lnTo>
                      <a:pt x="3680" y="814"/>
                    </a:lnTo>
                    <a:cubicBezTo>
                      <a:pt x="3680" y="767"/>
                      <a:pt x="3680" y="718"/>
                      <a:pt x="3675" y="673"/>
                    </a:cubicBezTo>
                    <a:lnTo>
                      <a:pt x="3675" y="652"/>
                    </a:lnTo>
                    <a:lnTo>
                      <a:pt x="3675" y="646"/>
                    </a:lnTo>
                    <a:lnTo>
                      <a:pt x="3675" y="639"/>
                    </a:lnTo>
                    <a:lnTo>
                      <a:pt x="3675" y="608"/>
                    </a:lnTo>
                    <a:cubicBezTo>
                      <a:pt x="3675" y="601"/>
                      <a:pt x="3675" y="594"/>
                      <a:pt x="3672" y="587"/>
                    </a:cubicBezTo>
                    <a:lnTo>
                      <a:pt x="3672" y="581"/>
                    </a:lnTo>
                    <a:lnTo>
                      <a:pt x="3672" y="575"/>
                    </a:lnTo>
                    <a:lnTo>
                      <a:pt x="3672" y="501"/>
                    </a:lnTo>
                    <a:cubicBezTo>
                      <a:pt x="3668" y="497"/>
                      <a:pt x="3672" y="497"/>
                      <a:pt x="3672" y="497"/>
                    </a:cubicBezTo>
                    <a:cubicBezTo>
                      <a:pt x="3668" y="489"/>
                      <a:pt x="3668" y="487"/>
                      <a:pt x="3672" y="483"/>
                    </a:cubicBezTo>
                    <a:cubicBezTo>
                      <a:pt x="3668" y="481"/>
                      <a:pt x="3668" y="477"/>
                      <a:pt x="3668" y="477"/>
                    </a:cubicBezTo>
                    <a:lnTo>
                      <a:pt x="3668" y="431"/>
                    </a:lnTo>
                    <a:lnTo>
                      <a:pt x="3664" y="431"/>
                    </a:lnTo>
                    <a:cubicBezTo>
                      <a:pt x="3657" y="286"/>
                      <a:pt x="3647" y="142"/>
                      <a:pt x="3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6"/>
              <p:cNvSpPr/>
              <p:nvPr/>
            </p:nvSpPr>
            <p:spPr>
              <a:xfrm>
                <a:off x="3074375" y="2959275"/>
                <a:ext cx="150200" cy="54575"/>
              </a:xfrm>
              <a:custGeom>
                <a:rect b="b" l="l" r="r" t="t"/>
                <a:pathLst>
                  <a:path extrusionOk="0" h="2183" w="6008">
                    <a:moveTo>
                      <a:pt x="6008" y="0"/>
                    </a:moveTo>
                    <a:cubicBezTo>
                      <a:pt x="5935" y="36"/>
                      <a:pt x="5859" y="71"/>
                      <a:pt x="5785" y="104"/>
                    </a:cubicBezTo>
                    <a:cubicBezTo>
                      <a:pt x="5768" y="110"/>
                      <a:pt x="5754" y="118"/>
                      <a:pt x="5739" y="124"/>
                    </a:cubicBezTo>
                    <a:cubicBezTo>
                      <a:pt x="5694" y="141"/>
                      <a:pt x="5649" y="162"/>
                      <a:pt x="5608" y="180"/>
                    </a:cubicBezTo>
                    <a:cubicBezTo>
                      <a:pt x="5608" y="184"/>
                      <a:pt x="5608" y="184"/>
                      <a:pt x="5604" y="184"/>
                    </a:cubicBezTo>
                    <a:cubicBezTo>
                      <a:pt x="5588" y="190"/>
                      <a:pt x="5573" y="197"/>
                      <a:pt x="5559" y="201"/>
                    </a:cubicBezTo>
                    <a:cubicBezTo>
                      <a:pt x="5551" y="204"/>
                      <a:pt x="5547" y="207"/>
                      <a:pt x="5544" y="207"/>
                    </a:cubicBezTo>
                    <a:cubicBezTo>
                      <a:pt x="5542" y="207"/>
                      <a:pt x="5538" y="211"/>
                      <a:pt x="5538" y="211"/>
                    </a:cubicBezTo>
                    <a:lnTo>
                      <a:pt x="5534" y="211"/>
                    </a:lnTo>
                    <a:lnTo>
                      <a:pt x="5534" y="215"/>
                    </a:lnTo>
                    <a:cubicBezTo>
                      <a:pt x="5528" y="215"/>
                      <a:pt x="5520" y="217"/>
                      <a:pt x="5513" y="221"/>
                    </a:cubicBezTo>
                    <a:cubicBezTo>
                      <a:pt x="5511" y="221"/>
                      <a:pt x="5507" y="225"/>
                      <a:pt x="5507" y="225"/>
                    </a:cubicBezTo>
                    <a:cubicBezTo>
                      <a:pt x="5500" y="225"/>
                      <a:pt x="5497" y="230"/>
                      <a:pt x="5493" y="230"/>
                    </a:cubicBezTo>
                    <a:cubicBezTo>
                      <a:pt x="5485" y="232"/>
                      <a:pt x="5482" y="236"/>
                      <a:pt x="5479" y="236"/>
                    </a:cubicBezTo>
                    <a:cubicBezTo>
                      <a:pt x="5479" y="240"/>
                      <a:pt x="5479" y="240"/>
                      <a:pt x="5475" y="240"/>
                    </a:cubicBezTo>
                    <a:lnTo>
                      <a:pt x="5471" y="240"/>
                    </a:lnTo>
                    <a:cubicBezTo>
                      <a:pt x="5468" y="240"/>
                      <a:pt x="5465" y="243"/>
                      <a:pt x="5465" y="243"/>
                    </a:cubicBezTo>
                    <a:cubicBezTo>
                      <a:pt x="5462" y="243"/>
                      <a:pt x="5457" y="243"/>
                      <a:pt x="5457" y="247"/>
                    </a:cubicBezTo>
                    <a:cubicBezTo>
                      <a:pt x="5448" y="251"/>
                      <a:pt x="5440" y="253"/>
                      <a:pt x="5434" y="257"/>
                    </a:cubicBezTo>
                    <a:cubicBezTo>
                      <a:pt x="5425" y="257"/>
                      <a:pt x="5423" y="260"/>
                      <a:pt x="5419" y="264"/>
                    </a:cubicBezTo>
                    <a:cubicBezTo>
                      <a:pt x="5409" y="268"/>
                      <a:pt x="5399" y="271"/>
                      <a:pt x="5388" y="274"/>
                    </a:cubicBezTo>
                    <a:lnTo>
                      <a:pt x="5384" y="274"/>
                    </a:lnTo>
                    <a:lnTo>
                      <a:pt x="5384" y="278"/>
                    </a:lnTo>
                    <a:cubicBezTo>
                      <a:pt x="5347" y="292"/>
                      <a:pt x="5308" y="305"/>
                      <a:pt x="5274" y="319"/>
                    </a:cubicBezTo>
                    <a:cubicBezTo>
                      <a:pt x="5267" y="323"/>
                      <a:pt x="5259" y="326"/>
                      <a:pt x="5253" y="330"/>
                    </a:cubicBezTo>
                    <a:cubicBezTo>
                      <a:pt x="3756" y="923"/>
                      <a:pt x="2195" y="1209"/>
                      <a:pt x="648" y="1209"/>
                    </a:cubicBezTo>
                    <a:cubicBezTo>
                      <a:pt x="432" y="1209"/>
                      <a:pt x="216" y="1204"/>
                      <a:pt x="0" y="1192"/>
                    </a:cubicBezTo>
                    <a:lnTo>
                      <a:pt x="0" y="2182"/>
                    </a:lnTo>
                    <a:cubicBezTo>
                      <a:pt x="1762" y="2025"/>
                      <a:pt x="3517" y="1490"/>
                      <a:pt x="5150" y="549"/>
                    </a:cubicBezTo>
                    <a:cubicBezTo>
                      <a:pt x="5188" y="525"/>
                      <a:pt x="5229" y="504"/>
                      <a:pt x="5269" y="475"/>
                    </a:cubicBezTo>
                    <a:cubicBezTo>
                      <a:pt x="5275" y="473"/>
                      <a:pt x="5281" y="470"/>
                      <a:pt x="5287" y="467"/>
                    </a:cubicBezTo>
                    <a:lnTo>
                      <a:pt x="5289" y="467"/>
                    </a:lnTo>
                    <a:cubicBezTo>
                      <a:pt x="5300" y="460"/>
                      <a:pt x="5310" y="453"/>
                      <a:pt x="5320" y="444"/>
                    </a:cubicBezTo>
                    <a:cubicBezTo>
                      <a:pt x="5362" y="424"/>
                      <a:pt x="5400" y="397"/>
                      <a:pt x="5441" y="369"/>
                    </a:cubicBezTo>
                    <a:cubicBezTo>
                      <a:pt x="5447" y="369"/>
                      <a:pt x="5455" y="365"/>
                      <a:pt x="5462" y="359"/>
                    </a:cubicBezTo>
                    <a:lnTo>
                      <a:pt x="5462" y="354"/>
                    </a:lnTo>
                    <a:lnTo>
                      <a:pt x="5466" y="354"/>
                    </a:lnTo>
                    <a:cubicBezTo>
                      <a:pt x="5468" y="354"/>
                      <a:pt x="5468" y="354"/>
                      <a:pt x="5472" y="350"/>
                    </a:cubicBezTo>
                    <a:cubicBezTo>
                      <a:pt x="5475" y="350"/>
                      <a:pt x="5475" y="350"/>
                      <a:pt x="5478" y="346"/>
                    </a:cubicBezTo>
                    <a:cubicBezTo>
                      <a:pt x="5486" y="343"/>
                      <a:pt x="5491" y="339"/>
                      <a:pt x="5497" y="333"/>
                    </a:cubicBezTo>
                    <a:cubicBezTo>
                      <a:pt x="5503" y="333"/>
                      <a:pt x="5507" y="329"/>
                      <a:pt x="5513" y="322"/>
                    </a:cubicBezTo>
                    <a:cubicBezTo>
                      <a:pt x="5517" y="322"/>
                      <a:pt x="5519" y="322"/>
                      <a:pt x="5524" y="318"/>
                    </a:cubicBezTo>
                    <a:cubicBezTo>
                      <a:pt x="5527" y="318"/>
                      <a:pt x="5527" y="315"/>
                      <a:pt x="5530" y="312"/>
                    </a:cubicBezTo>
                    <a:cubicBezTo>
                      <a:pt x="5534" y="312"/>
                      <a:pt x="5537" y="309"/>
                      <a:pt x="5540" y="305"/>
                    </a:cubicBezTo>
                    <a:lnTo>
                      <a:pt x="5544" y="305"/>
                    </a:lnTo>
                    <a:cubicBezTo>
                      <a:pt x="5547" y="305"/>
                      <a:pt x="5550" y="299"/>
                      <a:pt x="5550" y="299"/>
                    </a:cubicBezTo>
                    <a:cubicBezTo>
                      <a:pt x="5559" y="299"/>
                      <a:pt x="5565" y="292"/>
                      <a:pt x="5569" y="292"/>
                    </a:cubicBezTo>
                    <a:cubicBezTo>
                      <a:pt x="5575" y="284"/>
                      <a:pt x="5583" y="282"/>
                      <a:pt x="5590" y="278"/>
                    </a:cubicBezTo>
                    <a:lnTo>
                      <a:pt x="5590" y="274"/>
                    </a:lnTo>
                    <a:cubicBezTo>
                      <a:pt x="5597" y="274"/>
                      <a:pt x="5600" y="272"/>
                      <a:pt x="5604" y="268"/>
                    </a:cubicBezTo>
                    <a:cubicBezTo>
                      <a:pt x="5621" y="257"/>
                      <a:pt x="5635" y="251"/>
                      <a:pt x="5648" y="237"/>
                    </a:cubicBezTo>
                    <a:lnTo>
                      <a:pt x="5653" y="237"/>
                    </a:lnTo>
                    <a:cubicBezTo>
                      <a:pt x="5771" y="160"/>
                      <a:pt x="5889" y="81"/>
                      <a:pt x="6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6"/>
              <p:cNvSpPr/>
              <p:nvPr/>
            </p:nvSpPr>
            <p:spPr>
              <a:xfrm>
                <a:off x="3200150" y="2920825"/>
                <a:ext cx="136650" cy="53025"/>
              </a:xfrm>
              <a:custGeom>
                <a:rect b="b" l="l" r="r" t="t"/>
                <a:pathLst>
                  <a:path extrusionOk="0" h="2121" w="5466">
                    <a:moveTo>
                      <a:pt x="5466" y="1"/>
                    </a:moveTo>
                    <a:cubicBezTo>
                      <a:pt x="3891" y="212"/>
                      <a:pt x="2329" y="730"/>
                      <a:pt x="862" y="1569"/>
                    </a:cubicBezTo>
                    <a:cubicBezTo>
                      <a:pt x="824" y="1590"/>
                      <a:pt x="790" y="1615"/>
                      <a:pt x="751" y="1640"/>
                    </a:cubicBezTo>
                    <a:cubicBezTo>
                      <a:pt x="734" y="1646"/>
                      <a:pt x="712" y="1656"/>
                      <a:pt x="695" y="1675"/>
                    </a:cubicBezTo>
                    <a:cubicBezTo>
                      <a:pt x="652" y="1694"/>
                      <a:pt x="607" y="1723"/>
                      <a:pt x="566" y="1750"/>
                    </a:cubicBezTo>
                    <a:cubicBezTo>
                      <a:pt x="563" y="1750"/>
                      <a:pt x="555" y="1754"/>
                      <a:pt x="552" y="1760"/>
                    </a:cubicBezTo>
                    <a:cubicBezTo>
                      <a:pt x="551" y="1760"/>
                      <a:pt x="550" y="1760"/>
                      <a:pt x="549" y="1760"/>
                    </a:cubicBezTo>
                    <a:cubicBezTo>
                      <a:pt x="547" y="1760"/>
                      <a:pt x="544" y="1761"/>
                      <a:pt x="542" y="1764"/>
                    </a:cubicBezTo>
                    <a:lnTo>
                      <a:pt x="538" y="1769"/>
                    </a:lnTo>
                    <a:cubicBezTo>
                      <a:pt x="535" y="1769"/>
                      <a:pt x="535" y="1769"/>
                      <a:pt x="532" y="1773"/>
                    </a:cubicBezTo>
                    <a:cubicBezTo>
                      <a:pt x="525" y="1776"/>
                      <a:pt x="517" y="1780"/>
                      <a:pt x="511" y="1786"/>
                    </a:cubicBezTo>
                    <a:cubicBezTo>
                      <a:pt x="503" y="1786"/>
                      <a:pt x="499" y="1790"/>
                      <a:pt x="493" y="1796"/>
                    </a:cubicBezTo>
                    <a:cubicBezTo>
                      <a:pt x="490" y="1796"/>
                      <a:pt x="490" y="1796"/>
                      <a:pt x="486" y="1801"/>
                    </a:cubicBezTo>
                    <a:cubicBezTo>
                      <a:pt x="482" y="1801"/>
                      <a:pt x="480" y="1804"/>
                      <a:pt x="476" y="1807"/>
                    </a:cubicBezTo>
                    <a:lnTo>
                      <a:pt x="472" y="1807"/>
                    </a:lnTo>
                    <a:cubicBezTo>
                      <a:pt x="472" y="1807"/>
                      <a:pt x="468" y="1807"/>
                      <a:pt x="468" y="1811"/>
                    </a:cubicBezTo>
                    <a:cubicBezTo>
                      <a:pt x="466" y="1811"/>
                      <a:pt x="462" y="1817"/>
                      <a:pt x="462" y="1817"/>
                    </a:cubicBezTo>
                    <a:cubicBezTo>
                      <a:pt x="460" y="1817"/>
                      <a:pt x="455" y="1821"/>
                      <a:pt x="455" y="1821"/>
                    </a:cubicBezTo>
                    <a:cubicBezTo>
                      <a:pt x="447" y="1821"/>
                      <a:pt x="445" y="1824"/>
                      <a:pt x="441" y="1827"/>
                    </a:cubicBezTo>
                    <a:cubicBezTo>
                      <a:pt x="435" y="1832"/>
                      <a:pt x="426" y="1838"/>
                      <a:pt x="420" y="1842"/>
                    </a:cubicBezTo>
                    <a:cubicBezTo>
                      <a:pt x="416" y="1842"/>
                      <a:pt x="416" y="1846"/>
                      <a:pt x="416" y="1846"/>
                    </a:cubicBezTo>
                    <a:cubicBezTo>
                      <a:pt x="409" y="1846"/>
                      <a:pt x="406" y="1848"/>
                      <a:pt x="403" y="1852"/>
                    </a:cubicBezTo>
                    <a:cubicBezTo>
                      <a:pt x="389" y="1862"/>
                      <a:pt x="375" y="1871"/>
                      <a:pt x="361" y="1881"/>
                    </a:cubicBezTo>
                    <a:cubicBezTo>
                      <a:pt x="357" y="1881"/>
                      <a:pt x="357" y="1884"/>
                      <a:pt x="357" y="1884"/>
                    </a:cubicBezTo>
                    <a:cubicBezTo>
                      <a:pt x="236" y="1961"/>
                      <a:pt x="119" y="2041"/>
                      <a:pt x="0" y="2120"/>
                    </a:cubicBezTo>
                    <a:cubicBezTo>
                      <a:pt x="76" y="2083"/>
                      <a:pt x="156" y="2048"/>
                      <a:pt x="232" y="2013"/>
                    </a:cubicBezTo>
                    <a:cubicBezTo>
                      <a:pt x="239" y="2011"/>
                      <a:pt x="245" y="2007"/>
                      <a:pt x="251" y="2005"/>
                    </a:cubicBezTo>
                    <a:lnTo>
                      <a:pt x="253" y="2005"/>
                    </a:lnTo>
                    <a:cubicBezTo>
                      <a:pt x="259" y="2001"/>
                      <a:pt x="267" y="1998"/>
                      <a:pt x="274" y="1997"/>
                    </a:cubicBezTo>
                    <a:cubicBezTo>
                      <a:pt x="318" y="1976"/>
                      <a:pt x="361" y="1958"/>
                      <a:pt x="403" y="1941"/>
                    </a:cubicBezTo>
                    <a:lnTo>
                      <a:pt x="403" y="1938"/>
                    </a:lnTo>
                    <a:cubicBezTo>
                      <a:pt x="420" y="1931"/>
                      <a:pt x="437" y="1924"/>
                      <a:pt x="451" y="1920"/>
                    </a:cubicBezTo>
                    <a:cubicBezTo>
                      <a:pt x="455" y="1918"/>
                      <a:pt x="457" y="1918"/>
                      <a:pt x="462" y="1914"/>
                    </a:cubicBezTo>
                    <a:cubicBezTo>
                      <a:pt x="466" y="1914"/>
                      <a:pt x="468" y="1910"/>
                      <a:pt x="472" y="1910"/>
                    </a:cubicBezTo>
                    <a:cubicBezTo>
                      <a:pt x="474" y="1908"/>
                      <a:pt x="475" y="1908"/>
                      <a:pt x="476" y="1908"/>
                    </a:cubicBezTo>
                    <a:cubicBezTo>
                      <a:pt x="476" y="1908"/>
                      <a:pt x="476" y="1908"/>
                      <a:pt x="476" y="1910"/>
                    </a:cubicBezTo>
                    <a:cubicBezTo>
                      <a:pt x="482" y="1907"/>
                      <a:pt x="490" y="1904"/>
                      <a:pt x="497" y="1900"/>
                    </a:cubicBezTo>
                    <a:lnTo>
                      <a:pt x="504" y="1900"/>
                    </a:lnTo>
                    <a:cubicBezTo>
                      <a:pt x="508" y="1898"/>
                      <a:pt x="511" y="1893"/>
                      <a:pt x="514" y="1893"/>
                    </a:cubicBezTo>
                    <a:cubicBezTo>
                      <a:pt x="522" y="1891"/>
                      <a:pt x="529" y="1887"/>
                      <a:pt x="533" y="1887"/>
                    </a:cubicBezTo>
                    <a:cubicBezTo>
                      <a:pt x="533" y="1887"/>
                      <a:pt x="533" y="1883"/>
                      <a:pt x="537" y="1883"/>
                    </a:cubicBezTo>
                    <a:lnTo>
                      <a:pt x="547" y="1883"/>
                    </a:lnTo>
                    <a:lnTo>
                      <a:pt x="551" y="1879"/>
                    </a:lnTo>
                    <a:cubicBezTo>
                      <a:pt x="562" y="1873"/>
                      <a:pt x="573" y="1869"/>
                      <a:pt x="579" y="1869"/>
                    </a:cubicBezTo>
                    <a:cubicBezTo>
                      <a:pt x="587" y="1867"/>
                      <a:pt x="590" y="1862"/>
                      <a:pt x="594" y="1862"/>
                    </a:cubicBezTo>
                    <a:cubicBezTo>
                      <a:pt x="604" y="1855"/>
                      <a:pt x="614" y="1852"/>
                      <a:pt x="625" y="1848"/>
                    </a:cubicBezTo>
                    <a:lnTo>
                      <a:pt x="629" y="1848"/>
                    </a:lnTo>
                    <a:cubicBezTo>
                      <a:pt x="630" y="1847"/>
                      <a:pt x="630" y="1847"/>
                      <a:pt x="631" y="1847"/>
                    </a:cubicBezTo>
                    <a:cubicBezTo>
                      <a:pt x="632" y="1847"/>
                      <a:pt x="632" y="1848"/>
                      <a:pt x="632" y="1848"/>
                    </a:cubicBezTo>
                    <a:cubicBezTo>
                      <a:pt x="671" y="1832"/>
                      <a:pt x="708" y="1814"/>
                      <a:pt x="746" y="1804"/>
                    </a:cubicBezTo>
                    <a:cubicBezTo>
                      <a:pt x="754" y="1796"/>
                      <a:pt x="761" y="1793"/>
                      <a:pt x="768" y="1793"/>
                    </a:cubicBezTo>
                    <a:cubicBezTo>
                      <a:pt x="2265" y="1198"/>
                      <a:pt x="3829" y="913"/>
                      <a:pt x="5375" y="913"/>
                    </a:cubicBezTo>
                    <a:cubicBezTo>
                      <a:pt x="5405" y="913"/>
                      <a:pt x="5436" y="913"/>
                      <a:pt x="5466" y="913"/>
                    </a:cubicBezTo>
                    <a:lnTo>
                      <a:pt x="546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6"/>
              <p:cNvSpPr/>
              <p:nvPr/>
            </p:nvSpPr>
            <p:spPr>
              <a:xfrm>
                <a:off x="3162475" y="2791825"/>
                <a:ext cx="57350" cy="186975"/>
              </a:xfrm>
              <a:custGeom>
                <a:rect b="b" l="l" r="r" t="t"/>
                <a:pathLst>
                  <a:path extrusionOk="0" h="7479" w="2294">
                    <a:moveTo>
                      <a:pt x="65" y="1"/>
                    </a:moveTo>
                    <a:cubicBezTo>
                      <a:pt x="1" y="2243"/>
                      <a:pt x="538" y="4529"/>
                      <a:pt x="1743" y="6615"/>
                    </a:cubicBezTo>
                    <a:cubicBezTo>
                      <a:pt x="1760" y="6647"/>
                      <a:pt x="1778" y="6678"/>
                      <a:pt x="1798" y="6709"/>
                    </a:cubicBezTo>
                    <a:cubicBezTo>
                      <a:pt x="1813" y="6734"/>
                      <a:pt x="1827" y="6760"/>
                      <a:pt x="1848" y="6785"/>
                    </a:cubicBezTo>
                    <a:cubicBezTo>
                      <a:pt x="1870" y="6826"/>
                      <a:pt x="1892" y="6869"/>
                      <a:pt x="1921" y="6910"/>
                    </a:cubicBezTo>
                    <a:cubicBezTo>
                      <a:pt x="1925" y="6916"/>
                      <a:pt x="1928" y="6924"/>
                      <a:pt x="1936" y="6931"/>
                    </a:cubicBezTo>
                    <a:cubicBezTo>
                      <a:pt x="1936" y="6935"/>
                      <a:pt x="1936" y="6937"/>
                      <a:pt x="1942" y="6941"/>
                    </a:cubicBezTo>
                    <a:cubicBezTo>
                      <a:pt x="1939" y="6944"/>
                      <a:pt x="1942" y="6944"/>
                      <a:pt x="1946" y="6947"/>
                    </a:cubicBezTo>
                    <a:cubicBezTo>
                      <a:pt x="1949" y="6954"/>
                      <a:pt x="1952" y="6962"/>
                      <a:pt x="1956" y="6968"/>
                    </a:cubicBezTo>
                    <a:cubicBezTo>
                      <a:pt x="1959" y="6972"/>
                      <a:pt x="1962" y="6978"/>
                      <a:pt x="1967" y="6982"/>
                    </a:cubicBezTo>
                    <a:cubicBezTo>
                      <a:pt x="1967" y="6985"/>
                      <a:pt x="1967" y="6985"/>
                      <a:pt x="1970" y="6988"/>
                    </a:cubicBezTo>
                    <a:lnTo>
                      <a:pt x="1974" y="6993"/>
                    </a:lnTo>
                    <a:cubicBezTo>
                      <a:pt x="1974" y="6997"/>
                      <a:pt x="1977" y="7003"/>
                      <a:pt x="1980" y="7007"/>
                    </a:cubicBezTo>
                    <a:lnTo>
                      <a:pt x="1982" y="7008"/>
                    </a:lnTo>
                    <a:cubicBezTo>
                      <a:pt x="1984" y="7011"/>
                      <a:pt x="1984" y="7013"/>
                      <a:pt x="1984" y="7013"/>
                    </a:cubicBezTo>
                    <a:cubicBezTo>
                      <a:pt x="1987" y="7016"/>
                      <a:pt x="1987" y="7019"/>
                      <a:pt x="1990" y="7019"/>
                    </a:cubicBezTo>
                    <a:cubicBezTo>
                      <a:pt x="1994" y="7028"/>
                      <a:pt x="1997" y="7034"/>
                      <a:pt x="2001" y="7038"/>
                    </a:cubicBezTo>
                    <a:cubicBezTo>
                      <a:pt x="2005" y="7044"/>
                      <a:pt x="2008" y="7052"/>
                      <a:pt x="2011" y="7059"/>
                    </a:cubicBezTo>
                    <a:lnTo>
                      <a:pt x="2015" y="7059"/>
                    </a:lnTo>
                    <a:cubicBezTo>
                      <a:pt x="2018" y="7067"/>
                      <a:pt x="2018" y="7069"/>
                      <a:pt x="2021" y="7073"/>
                    </a:cubicBezTo>
                    <a:cubicBezTo>
                      <a:pt x="2021" y="7077"/>
                      <a:pt x="2025" y="7077"/>
                      <a:pt x="2025" y="7077"/>
                    </a:cubicBezTo>
                    <a:cubicBezTo>
                      <a:pt x="2036" y="7091"/>
                      <a:pt x="2044" y="7104"/>
                      <a:pt x="2054" y="7118"/>
                    </a:cubicBezTo>
                    <a:lnTo>
                      <a:pt x="2054" y="7122"/>
                    </a:lnTo>
                    <a:cubicBezTo>
                      <a:pt x="2133" y="7244"/>
                      <a:pt x="2213" y="7362"/>
                      <a:pt x="2294" y="7479"/>
                    </a:cubicBezTo>
                    <a:cubicBezTo>
                      <a:pt x="2262" y="7414"/>
                      <a:pt x="2231" y="7343"/>
                      <a:pt x="2200" y="7277"/>
                    </a:cubicBezTo>
                    <a:cubicBezTo>
                      <a:pt x="2189" y="7256"/>
                      <a:pt x="2181" y="7235"/>
                      <a:pt x="2171" y="7214"/>
                    </a:cubicBezTo>
                    <a:cubicBezTo>
                      <a:pt x="2149" y="7166"/>
                      <a:pt x="2129" y="7121"/>
                      <a:pt x="2108" y="7075"/>
                    </a:cubicBezTo>
                    <a:cubicBezTo>
                      <a:pt x="2102" y="7058"/>
                      <a:pt x="2093" y="7044"/>
                      <a:pt x="2087" y="7030"/>
                    </a:cubicBezTo>
                    <a:cubicBezTo>
                      <a:pt x="2087" y="7022"/>
                      <a:pt x="2085" y="7016"/>
                      <a:pt x="2081" y="7012"/>
                    </a:cubicBezTo>
                    <a:cubicBezTo>
                      <a:pt x="2081" y="7008"/>
                      <a:pt x="2081" y="7006"/>
                      <a:pt x="2077" y="7002"/>
                    </a:cubicBezTo>
                    <a:cubicBezTo>
                      <a:pt x="2073" y="6992"/>
                      <a:pt x="2071" y="6983"/>
                      <a:pt x="2067" y="6977"/>
                    </a:cubicBezTo>
                    <a:lnTo>
                      <a:pt x="2067" y="6973"/>
                    </a:lnTo>
                    <a:cubicBezTo>
                      <a:pt x="2062" y="6971"/>
                      <a:pt x="2062" y="6967"/>
                      <a:pt x="2062" y="6967"/>
                    </a:cubicBezTo>
                    <a:cubicBezTo>
                      <a:pt x="2060" y="6961"/>
                      <a:pt x="2056" y="6952"/>
                      <a:pt x="2056" y="6946"/>
                    </a:cubicBezTo>
                    <a:lnTo>
                      <a:pt x="2052" y="6946"/>
                    </a:lnTo>
                    <a:cubicBezTo>
                      <a:pt x="2052" y="6946"/>
                      <a:pt x="2051" y="6946"/>
                      <a:pt x="2051" y="6945"/>
                    </a:cubicBezTo>
                    <a:cubicBezTo>
                      <a:pt x="2051" y="6944"/>
                      <a:pt x="2051" y="6944"/>
                      <a:pt x="2052" y="6942"/>
                    </a:cubicBezTo>
                    <a:cubicBezTo>
                      <a:pt x="2052" y="6939"/>
                      <a:pt x="2049" y="6936"/>
                      <a:pt x="2049" y="6932"/>
                    </a:cubicBezTo>
                    <a:cubicBezTo>
                      <a:pt x="2049" y="6929"/>
                      <a:pt x="2045" y="6929"/>
                      <a:pt x="2045" y="6929"/>
                    </a:cubicBezTo>
                    <a:cubicBezTo>
                      <a:pt x="2041" y="6918"/>
                      <a:pt x="2039" y="6906"/>
                      <a:pt x="2035" y="6900"/>
                    </a:cubicBezTo>
                    <a:cubicBezTo>
                      <a:pt x="2032" y="6893"/>
                      <a:pt x="2032" y="6887"/>
                      <a:pt x="2028" y="6883"/>
                    </a:cubicBezTo>
                    <a:cubicBezTo>
                      <a:pt x="2024" y="6873"/>
                      <a:pt x="2021" y="6861"/>
                      <a:pt x="2018" y="6854"/>
                    </a:cubicBezTo>
                    <a:lnTo>
                      <a:pt x="2014" y="6854"/>
                    </a:lnTo>
                    <a:cubicBezTo>
                      <a:pt x="2000" y="6813"/>
                      <a:pt x="1983" y="6771"/>
                      <a:pt x="1964" y="6729"/>
                    </a:cubicBezTo>
                    <a:cubicBezTo>
                      <a:pt x="1962" y="6722"/>
                      <a:pt x="1962" y="6715"/>
                      <a:pt x="1958" y="6712"/>
                    </a:cubicBezTo>
                    <a:cubicBezTo>
                      <a:pt x="1094" y="4529"/>
                      <a:pt x="883" y="2209"/>
                      <a:pt x="12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6"/>
              <p:cNvSpPr/>
              <p:nvPr/>
            </p:nvSpPr>
            <p:spPr>
              <a:xfrm>
                <a:off x="3205100" y="2954350"/>
                <a:ext cx="61225" cy="224100"/>
              </a:xfrm>
              <a:custGeom>
                <a:rect b="b" l="l" r="r" t="t"/>
                <a:pathLst>
                  <a:path extrusionOk="0" h="8964" w="2449">
                    <a:moveTo>
                      <a:pt x="0" y="0"/>
                    </a:moveTo>
                    <a:lnTo>
                      <a:pt x="0" y="0"/>
                    </a:lnTo>
                    <a:cubicBezTo>
                      <a:pt x="31" y="69"/>
                      <a:pt x="67" y="136"/>
                      <a:pt x="94" y="206"/>
                    </a:cubicBezTo>
                    <a:cubicBezTo>
                      <a:pt x="105" y="227"/>
                      <a:pt x="115" y="248"/>
                      <a:pt x="125" y="269"/>
                    </a:cubicBezTo>
                    <a:cubicBezTo>
                      <a:pt x="144" y="314"/>
                      <a:pt x="165" y="358"/>
                      <a:pt x="185" y="404"/>
                    </a:cubicBezTo>
                    <a:cubicBezTo>
                      <a:pt x="191" y="422"/>
                      <a:pt x="200" y="439"/>
                      <a:pt x="206" y="453"/>
                    </a:cubicBezTo>
                    <a:cubicBezTo>
                      <a:pt x="206" y="461"/>
                      <a:pt x="210" y="464"/>
                      <a:pt x="210" y="467"/>
                    </a:cubicBezTo>
                    <a:lnTo>
                      <a:pt x="213" y="467"/>
                    </a:lnTo>
                    <a:lnTo>
                      <a:pt x="213" y="471"/>
                    </a:lnTo>
                    <a:cubicBezTo>
                      <a:pt x="213" y="474"/>
                      <a:pt x="217" y="478"/>
                      <a:pt x="217" y="478"/>
                    </a:cubicBezTo>
                    <a:cubicBezTo>
                      <a:pt x="220" y="485"/>
                      <a:pt x="220" y="492"/>
                      <a:pt x="223" y="496"/>
                    </a:cubicBezTo>
                    <a:cubicBezTo>
                      <a:pt x="223" y="498"/>
                      <a:pt x="227" y="502"/>
                      <a:pt x="227" y="502"/>
                    </a:cubicBezTo>
                    <a:cubicBezTo>
                      <a:pt x="227" y="506"/>
                      <a:pt x="232" y="508"/>
                      <a:pt x="232" y="512"/>
                    </a:cubicBezTo>
                    <a:cubicBezTo>
                      <a:pt x="236" y="523"/>
                      <a:pt x="238" y="531"/>
                      <a:pt x="242" y="537"/>
                    </a:cubicBezTo>
                    <a:cubicBezTo>
                      <a:pt x="242" y="541"/>
                      <a:pt x="246" y="543"/>
                      <a:pt x="246" y="547"/>
                    </a:cubicBezTo>
                    <a:cubicBezTo>
                      <a:pt x="246" y="551"/>
                      <a:pt x="250" y="551"/>
                      <a:pt x="250" y="551"/>
                    </a:cubicBezTo>
                    <a:cubicBezTo>
                      <a:pt x="253" y="562"/>
                      <a:pt x="257" y="572"/>
                      <a:pt x="260" y="579"/>
                    </a:cubicBezTo>
                    <a:cubicBezTo>
                      <a:pt x="263" y="588"/>
                      <a:pt x="263" y="590"/>
                      <a:pt x="267" y="594"/>
                    </a:cubicBezTo>
                    <a:cubicBezTo>
                      <a:pt x="269" y="600"/>
                      <a:pt x="269" y="608"/>
                      <a:pt x="273" y="614"/>
                    </a:cubicBezTo>
                    <a:cubicBezTo>
                      <a:pt x="276" y="618"/>
                      <a:pt x="276" y="621"/>
                      <a:pt x="279" y="625"/>
                    </a:cubicBezTo>
                    <a:cubicBezTo>
                      <a:pt x="294" y="664"/>
                      <a:pt x="307" y="701"/>
                      <a:pt x="324" y="739"/>
                    </a:cubicBezTo>
                    <a:lnTo>
                      <a:pt x="324" y="743"/>
                    </a:lnTo>
                    <a:cubicBezTo>
                      <a:pt x="325" y="749"/>
                      <a:pt x="329" y="754"/>
                      <a:pt x="331" y="757"/>
                    </a:cubicBezTo>
                    <a:lnTo>
                      <a:pt x="331" y="760"/>
                    </a:lnTo>
                    <a:cubicBezTo>
                      <a:pt x="1393" y="3440"/>
                      <a:pt x="1471" y="6327"/>
                      <a:pt x="685" y="8963"/>
                    </a:cubicBezTo>
                    <a:cubicBezTo>
                      <a:pt x="708" y="8959"/>
                      <a:pt x="734" y="8957"/>
                      <a:pt x="760" y="8953"/>
                    </a:cubicBezTo>
                    <a:cubicBezTo>
                      <a:pt x="853" y="8941"/>
                      <a:pt x="945" y="8925"/>
                      <a:pt x="1036" y="8906"/>
                    </a:cubicBezTo>
                    <a:cubicBezTo>
                      <a:pt x="1136" y="8886"/>
                      <a:pt x="1235" y="8864"/>
                      <a:pt x="1335" y="8838"/>
                    </a:cubicBezTo>
                    <a:cubicBezTo>
                      <a:pt x="1466" y="8804"/>
                      <a:pt x="1595" y="8766"/>
                      <a:pt x="1723" y="8722"/>
                    </a:cubicBezTo>
                    <a:cubicBezTo>
                      <a:pt x="1870" y="8672"/>
                      <a:pt x="2013" y="8615"/>
                      <a:pt x="2152" y="8554"/>
                    </a:cubicBezTo>
                    <a:cubicBezTo>
                      <a:pt x="2448" y="5975"/>
                      <a:pt x="1949" y="3282"/>
                      <a:pt x="550" y="861"/>
                    </a:cubicBezTo>
                    <a:cubicBezTo>
                      <a:pt x="534" y="830"/>
                      <a:pt x="515" y="799"/>
                      <a:pt x="495" y="770"/>
                    </a:cubicBezTo>
                    <a:cubicBezTo>
                      <a:pt x="480" y="743"/>
                      <a:pt x="467" y="719"/>
                      <a:pt x="446" y="695"/>
                    </a:cubicBezTo>
                    <a:cubicBezTo>
                      <a:pt x="426" y="652"/>
                      <a:pt x="401" y="607"/>
                      <a:pt x="370" y="566"/>
                    </a:cubicBezTo>
                    <a:cubicBezTo>
                      <a:pt x="370" y="559"/>
                      <a:pt x="366" y="551"/>
                      <a:pt x="360" y="545"/>
                    </a:cubicBezTo>
                    <a:lnTo>
                      <a:pt x="355" y="545"/>
                    </a:lnTo>
                    <a:cubicBezTo>
                      <a:pt x="360" y="545"/>
                      <a:pt x="355" y="541"/>
                      <a:pt x="355" y="541"/>
                    </a:cubicBezTo>
                    <a:cubicBezTo>
                      <a:pt x="355" y="541"/>
                      <a:pt x="359" y="540"/>
                      <a:pt x="355" y="538"/>
                    </a:cubicBezTo>
                    <a:lnTo>
                      <a:pt x="351" y="538"/>
                    </a:lnTo>
                    <a:cubicBezTo>
                      <a:pt x="354" y="536"/>
                      <a:pt x="351" y="536"/>
                      <a:pt x="348" y="532"/>
                    </a:cubicBezTo>
                    <a:cubicBezTo>
                      <a:pt x="348" y="526"/>
                      <a:pt x="340" y="514"/>
                      <a:pt x="334" y="507"/>
                    </a:cubicBezTo>
                    <a:cubicBezTo>
                      <a:pt x="334" y="504"/>
                      <a:pt x="330" y="497"/>
                      <a:pt x="323" y="494"/>
                    </a:cubicBezTo>
                    <a:cubicBezTo>
                      <a:pt x="325" y="491"/>
                      <a:pt x="323" y="491"/>
                      <a:pt x="319" y="486"/>
                    </a:cubicBezTo>
                    <a:lnTo>
                      <a:pt x="315" y="483"/>
                    </a:lnTo>
                    <a:cubicBezTo>
                      <a:pt x="315" y="479"/>
                      <a:pt x="313" y="473"/>
                      <a:pt x="309" y="469"/>
                    </a:cubicBezTo>
                    <a:cubicBezTo>
                      <a:pt x="309" y="466"/>
                      <a:pt x="309" y="463"/>
                      <a:pt x="305" y="463"/>
                    </a:cubicBezTo>
                    <a:cubicBezTo>
                      <a:pt x="305" y="460"/>
                      <a:pt x="299" y="455"/>
                      <a:pt x="299" y="455"/>
                    </a:cubicBezTo>
                    <a:cubicBezTo>
                      <a:pt x="299" y="449"/>
                      <a:pt x="296" y="443"/>
                      <a:pt x="292" y="439"/>
                    </a:cubicBezTo>
                    <a:cubicBezTo>
                      <a:pt x="288" y="432"/>
                      <a:pt x="284" y="424"/>
                      <a:pt x="278" y="421"/>
                    </a:cubicBezTo>
                    <a:cubicBezTo>
                      <a:pt x="278" y="417"/>
                      <a:pt x="274" y="417"/>
                      <a:pt x="274" y="417"/>
                    </a:cubicBezTo>
                    <a:cubicBezTo>
                      <a:pt x="274" y="413"/>
                      <a:pt x="274" y="411"/>
                      <a:pt x="270" y="407"/>
                    </a:cubicBezTo>
                    <a:cubicBezTo>
                      <a:pt x="270" y="404"/>
                      <a:pt x="264" y="401"/>
                      <a:pt x="264" y="401"/>
                    </a:cubicBezTo>
                    <a:cubicBezTo>
                      <a:pt x="257" y="387"/>
                      <a:pt x="247" y="373"/>
                      <a:pt x="237" y="359"/>
                    </a:cubicBezTo>
                    <a:lnTo>
                      <a:pt x="237" y="355"/>
                    </a:lnTo>
                    <a:cubicBezTo>
                      <a:pt x="160" y="233"/>
                      <a:pt x="81"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6"/>
              <p:cNvSpPr/>
              <p:nvPr/>
            </p:nvSpPr>
            <p:spPr>
              <a:xfrm>
                <a:off x="3075950" y="2954175"/>
                <a:ext cx="143450" cy="142575"/>
              </a:xfrm>
              <a:custGeom>
                <a:rect b="b" l="l" r="r" t="t"/>
                <a:pathLst>
                  <a:path extrusionOk="0" h="5703" w="5738">
                    <a:moveTo>
                      <a:pt x="5737" y="0"/>
                    </a:moveTo>
                    <a:cubicBezTo>
                      <a:pt x="5688" y="69"/>
                      <a:pt x="5639" y="139"/>
                      <a:pt x="5598" y="199"/>
                    </a:cubicBezTo>
                    <a:cubicBezTo>
                      <a:pt x="5587" y="213"/>
                      <a:pt x="5579" y="227"/>
                      <a:pt x="5569" y="241"/>
                    </a:cubicBezTo>
                    <a:cubicBezTo>
                      <a:pt x="5541" y="280"/>
                      <a:pt x="5514" y="317"/>
                      <a:pt x="5485" y="356"/>
                    </a:cubicBezTo>
                    <a:lnTo>
                      <a:pt x="5481" y="356"/>
                    </a:lnTo>
                    <a:cubicBezTo>
                      <a:pt x="5474" y="370"/>
                      <a:pt x="5464" y="380"/>
                      <a:pt x="5453" y="394"/>
                    </a:cubicBezTo>
                    <a:cubicBezTo>
                      <a:pt x="5449" y="401"/>
                      <a:pt x="5447" y="405"/>
                      <a:pt x="5443" y="411"/>
                    </a:cubicBezTo>
                    <a:lnTo>
                      <a:pt x="5437" y="415"/>
                    </a:lnTo>
                    <a:lnTo>
                      <a:pt x="5437" y="419"/>
                    </a:lnTo>
                    <a:lnTo>
                      <a:pt x="5433" y="419"/>
                    </a:lnTo>
                    <a:cubicBezTo>
                      <a:pt x="5433" y="426"/>
                      <a:pt x="5426" y="434"/>
                      <a:pt x="5422" y="437"/>
                    </a:cubicBezTo>
                    <a:cubicBezTo>
                      <a:pt x="5422" y="441"/>
                      <a:pt x="5422" y="441"/>
                      <a:pt x="5418" y="441"/>
                    </a:cubicBezTo>
                    <a:cubicBezTo>
                      <a:pt x="5418" y="445"/>
                      <a:pt x="5416" y="447"/>
                      <a:pt x="5412" y="451"/>
                    </a:cubicBezTo>
                    <a:cubicBezTo>
                      <a:pt x="5408" y="459"/>
                      <a:pt x="5404" y="466"/>
                      <a:pt x="5398" y="470"/>
                    </a:cubicBezTo>
                    <a:lnTo>
                      <a:pt x="5398" y="473"/>
                    </a:lnTo>
                    <a:lnTo>
                      <a:pt x="5393" y="473"/>
                    </a:lnTo>
                    <a:cubicBezTo>
                      <a:pt x="5393" y="476"/>
                      <a:pt x="5390" y="480"/>
                      <a:pt x="5390" y="480"/>
                    </a:cubicBezTo>
                    <a:cubicBezTo>
                      <a:pt x="5390" y="483"/>
                      <a:pt x="5386" y="483"/>
                      <a:pt x="5386" y="483"/>
                    </a:cubicBezTo>
                    <a:cubicBezTo>
                      <a:pt x="5379" y="493"/>
                      <a:pt x="5376" y="502"/>
                      <a:pt x="5366" y="508"/>
                    </a:cubicBezTo>
                    <a:cubicBezTo>
                      <a:pt x="5366" y="512"/>
                      <a:pt x="5362" y="514"/>
                      <a:pt x="5358" y="518"/>
                    </a:cubicBezTo>
                    <a:cubicBezTo>
                      <a:pt x="5352" y="528"/>
                      <a:pt x="5345" y="540"/>
                      <a:pt x="5338" y="547"/>
                    </a:cubicBezTo>
                    <a:lnTo>
                      <a:pt x="5338" y="550"/>
                    </a:lnTo>
                    <a:lnTo>
                      <a:pt x="5335" y="550"/>
                    </a:lnTo>
                    <a:cubicBezTo>
                      <a:pt x="5311" y="585"/>
                      <a:pt x="5286" y="616"/>
                      <a:pt x="5262" y="647"/>
                    </a:cubicBezTo>
                    <a:cubicBezTo>
                      <a:pt x="5258" y="651"/>
                      <a:pt x="5255" y="657"/>
                      <a:pt x="5252" y="662"/>
                    </a:cubicBezTo>
                    <a:cubicBezTo>
                      <a:pt x="3841" y="2441"/>
                      <a:pt x="2018" y="3757"/>
                      <a:pt x="0" y="4544"/>
                    </a:cubicBezTo>
                    <a:cubicBezTo>
                      <a:pt x="4" y="4574"/>
                      <a:pt x="10" y="4605"/>
                      <a:pt x="15" y="4635"/>
                    </a:cubicBezTo>
                    <a:cubicBezTo>
                      <a:pt x="27" y="4714"/>
                      <a:pt x="43" y="4795"/>
                      <a:pt x="59" y="4873"/>
                    </a:cubicBezTo>
                    <a:cubicBezTo>
                      <a:pt x="121" y="5160"/>
                      <a:pt x="207" y="5436"/>
                      <a:pt x="312" y="5703"/>
                    </a:cubicBezTo>
                    <a:cubicBezTo>
                      <a:pt x="2313" y="4637"/>
                      <a:pt x="4050" y="3015"/>
                      <a:pt x="5269" y="905"/>
                    </a:cubicBezTo>
                    <a:cubicBezTo>
                      <a:pt x="5289" y="868"/>
                      <a:pt x="5310" y="833"/>
                      <a:pt x="5331" y="795"/>
                    </a:cubicBezTo>
                    <a:cubicBezTo>
                      <a:pt x="5333" y="791"/>
                      <a:pt x="5336" y="786"/>
                      <a:pt x="5338" y="781"/>
                    </a:cubicBezTo>
                    <a:cubicBezTo>
                      <a:pt x="5346" y="767"/>
                      <a:pt x="5353" y="751"/>
                      <a:pt x="5361" y="736"/>
                    </a:cubicBezTo>
                    <a:cubicBezTo>
                      <a:pt x="5384" y="692"/>
                      <a:pt x="5409" y="646"/>
                      <a:pt x="5434" y="601"/>
                    </a:cubicBezTo>
                    <a:cubicBezTo>
                      <a:pt x="5436" y="597"/>
                      <a:pt x="5438" y="595"/>
                      <a:pt x="5440" y="590"/>
                    </a:cubicBezTo>
                    <a:cubicBezTo>
                      <a:pt x="5443" y="586"/>
                      <a:pt x="5443" y="583"/>
                      <a:pt x="5446" y="576"/>
                    </a:cubicBezTo>
                    <a:lnTo>
                      <a:pt x="5446" y="573"/>
                    </a:lnTo>
                    <a:lnTo>
                      <a:pt x="5453" y="566"/>
                    </a:lnTo>
                    <a:cubicBezTo>
                      <a:pt x="5456" y="559"/>
                      <a:pt x="5460" y="552"/>
                      <a:pt x="5464" y="545"/>
                    </a:cubicBezTo>
                    <a:cubicBezTo>
                      <a:pt x="5466" y="542"/>
                      <a:pt x="5470" y="534"/>
                      <a:pt x="5470" y="527"/>
                    </a:cubicBezTo>
                    <a:cubicBezTo>
                      <a:pt x="5472" y="523"/>
                      <a:pt x="5476" y="521"/>
                      <a:pt x="5476" y="517"/>
                    </a:cubicBezTo>
                    <a:cubicBezTo>
                      <a:pt x="5480" y="517"/>
                      <a:pt x="5480" y="514"/>
                      <a:pt x="5480" y="511"/>
                    </a:cubicBezTo>
                    <a:lnTo>
                      <a:pt x="5484" y="511"/>
                    </a:lnTo>
                    <a:lnTo>
                      <a:pt x="5484" y="504"/>
                    </a:lnTo>
                    <a:cubicBezTo>
                      <a:pt x="5487" y="504"/>
                      <a:pt x="5487" y="502"/>
                      <a:pt x="5487" y="498"/>
                    </a:cubicBezTo>
                    <a:cubicBezTo>
                      <a:pt x="5490" y="498"/>
                      <a:pt x="5490" y="495"/>
                      <a:pt x="5495" y="491"/>
                    </a:cubicBezTo>
                    <a:cubicBezTo>
                      <a:pt x="5495" y="487"/>
                      <a:pt x="5497" y="480"/>
                      <a:pt x="5501" y="473"/>
                    </a:cubicBezTo>
                    <a:cubicBezTo>
                      <a:pt x="5505" y="467"/>
                      <a:pt x="5508" y="459"/>
                      <a:pt x="5515" y="452"/>
                    </a:cubicBezTo>
                    <a:lnTo>
                      <a:pt x="5513" y="452"/>
                    </a:lnTo>
                    <a:lnTo>
                      <a:pt x="5513" y="451"/>
                    </a:lnTo>
                    <a:lnTo>
                      <a:pt x="5515" y="450"/>
                    </a:lnTo>
                    <a:cubicBezTo>
                      <a:pt x="5515" y="446"/>
                      <a:pt x="5517" y="442"/>
                      <a:pt x="5521" y="436"/>
                    </a:cubicBezTo>
                    <a:lnTo>
                      <a:pt x="5526" y="431"/>
                    </a:lnTo>
                    <a:cubicBezTo>
                      <a:pt x="5528" y="420"/>
                      <a:pt x="5536" y="408"/>
                      <a:pt x="5542" y="393"/>
                    </a:cubicBezTo>
                    <a:lnTo>
                      <a:pt x="5542" y="389"/>
                    </a:lnTo>
                    <a:cubicBezTo>
                      <a:pt x="5546" y="389"/>
                      <a:pt x="5546" y="389"/>
                      <a:pt x="5546" y="385"/>
                    </a:cubicBezTo>
                    <a:cubicBezTo>
                      <a:pt x="5612" y="256"/>
                      <a:pt x="5675" y="129"/>
                      <a:pt x="57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6"/>
              <p:cNvSpPr/>
              <p:nvPr/>
            </p:nvSpPr>
            <p:spPr>
              <a:xfrm>
                <a:off x="3205550" y="2838800"/>
                <a:ext cx="131250" cy="140225"/>
              </a:xfrm>
              <a:custGeom>
                <a:rect b="b" l="l" r="r" t="t"/>
                <a:pathLst>
                  <a:path extrusionOk="0" h="5609" w="5250">
                    <a:moveTo>
                      <a:pt x="5250" y="0"/>
                    </a:moveTo>
                    <a:cubicBezTo>
                      <a:pt x="3324" y="1067"/>
                      <a:pt x="1653" y="2654"/>
                      <a:pt x="474" y="4701"/>
                    </a:cubicBezTo>
                    <a:cubicBezTo>
                      <a:pt x="450" y="4740"/>
                      <a:pt x="429" y="4781"/>
                      <a:pt x="409" y="4819"/>
                    </a:cubicBezTo>
                    <a:cubicBezTo>
                      <a:pt x="398" y="4836"/>
                      <a:pt x="388" y="4855"/>
                      <a:pt x="378" y="4875"/>
                    </a:cubicBezTo>
                    <a:cubicBezTo>
                      <a:pt x="353" y="4917"/>
                      <a:pt x="328" y="4959"/>
                      <a:pt x="307" y="5004"/>
                    </a:cubicBezTo>
                    <a:cubicBezTo>
                      <a:pt x="303" y="5006"/>
                      <a:pt x="301" y="5014"/>
                      <a:pt x="297" y="5021"/>
                    </a:cubicBezTo>
                    <a:cubicBezTo>
                      <a:pt x="293" y="5025"/>
                      <a:pt x="293" y="5027"/>
                      <a:pt x="293" y="5031"/>
                    </a:cubicBezTo>
                    <a:cubicBezTo>
                      <a:pt x="293" y="5031"/>
                      <a:pt x="290" y="5031"/>
                      <a:pt x="290" y="5035"/>
                    </a:cubicBezTo>
                    <a:cubicBezTo>
                      <a:pt x="290" y="5035"/>
                      <a:pt x="286" y="5037"/>
                      <a:pt x="286" y="5041"/>
                    </a:cubicBezTo>
                    <a:cubicBezTo>
                      <a:pt x="282" y="5049"/>
                      <a:pt x="280" y="5056"/>
                      <a:pt x="276" y="5062"/>
                    </a:cubicBezTo>
                    <a:cubicBezTo>
                      <a:pt x="271" y="5065"/>
                      <a:pt x="269" y="5072"/>
                      <a:pt x="265" y="5079"/>
                    </a:cubicBezTo>
                    <a:cubicBezTo>
                      <a:pt x="261" y="5083"/>
                      <a:pt x="261" y="5086"/>
                      <a:pt x="261" y="5090"/>
                    </a:cubicBezTo>
                    <a:cubicBezTo>
                      <a:pt x="261" y="5090"/>
                      <a:pt x="257" y="5090"/>
                      <a:pt x="257" y="5093"/>
                    </a:cubicBezTo>
                    <a:cubicBezTo>
                      <a:pt x="255" y="5097"/>
                      <a:pt x="251" y="5105"/>
                      <a:pt x="251" y="5111"/>
                    </a:cubicBezTo>
                    <a:lnTo>
                      <a:pt x="247" y="5111"/>
                    </a:lnTo>
                    <a:cubicBezTo>
                      <a:pt x="247" y="5116"/>
                      <a:pt x="244" y="5118"/>
                      <a:pt x="244" y="5122"/>
                    </a:cubicBezTo>
                    <a:cubicBezTo>
                      <a:pt x="240" y="5126"/>
                      <a:pt x="236" y="5129"/>
                      <a:pt x="236" y="5136"/>
                    </a:cubicBezTo>
                    <a:cubicBezTo>
                      <a:pt x="229" y="5142"/>
                      <a:pt x="226" y="5150"/>
                      <a:pt x="223" y="5160"/>
                    </a:cubicBezTo>
                    <a:cubicBezTo>
                      <a:pt x="220" y="5164"/>
                      <a:pt x="220" y="5168"/>
                      <a:pt x="216" y="5174"/>
                    </a:cubicBezTo>
                    <a:lnTo>
                      <a:pt x="216" y="5179"/>
                    </a:lnTo>
                    <a:cubicBezTo>
                      <a:pt x="205" y="5191"/>
                      <a:pt x="198" y="5205"/>
                      <a:pt x="192" y="5220"/>
                    </a:cubicBezTo>
                    <a:lnTo>
                      <a:pt x="192" y="5224"/>
                    </a:lnTo>
                    <a:cubicBezTo>
                      <a:pt x="126" y="5353"/>
                      <a:pt x="63" y="5480"/>
                      <a:pt x="1" y="5609"/>
                    </a:cubicBezTo>
                    <a:cubicBezTo>
                      <a:pt x="45" y="5542"/>
                      <a:pt x="94" y="5477"/>
                      <a:pt x="142" y="5411"/>
                    </a:cubicBezTo>
                    <a:cubicBezTo>
                      <a:pt x="145" y="5407"/>
                      <a:pt x="148" y="5401"/>
                      <a:pt x="151" y="5397"/>
                    </a:cubicBezTo>
                    <a:cubicBezTo>
                      <a:pt x="156" y="5389"/>
                      <a:pt x="163" y="5379"/>
                      <a:pt x="169" y="5369"/>
                    </a:cubicBezTo>
                    <a:cubicBezTo>
                      <a:pt x="197" y="5330"/>
                      <a:pt x="225" y="5289"/>
                      <a:pt x="256" y="5251"/>
                    </a:cubicBezTo>
                    <a:lnTo>
                      <a:pt x="260" y="5247"/>
                    </a:lnTo>
                    <a:cubicBezTo>
                      <a:pt x="266" y="5232"/>
                      <a:pt x="277" y="5222"/>
                      <a:pt x="287" y="5208"/>
                    </a:cubicBezTo>
                    <a:cubicBezTo>
                      <a:pt x="291" y="5204"/>
                      <a:pt x="293" y="5198"/>
                      <a:pt x="297" y="5194"/>
                    </a:cubicBezTo>
                    <a:lnTo>
                      <a:pt x="301" y="5190"/>
                    </a:lnTo>
                    <a:cubicBezTo>
                      <a:pt x="301" y="5188"/>
                      <a:pt x="301" y="5188"/>
                      <a:pt x="305" y="5184"/>
                    </a:cubicBezTo>
                    <a:lnTo>
                      <a:pt x="309" y="5184"/>
                    </a:lnTo>
                    <a:cubicBezTo>
                      <a:pt x="309" y="5178"/>
                      <a:pt x="316" y="5173"/>
                      <a:pt x="319" y="5167"/>
                    </a:cubicBezTo>
                    <a:cubicBezTo>
                      <a:pt x="319" y="5167"/>
                      <a:pt x="319" y="5163"/>
                      <a:pt x="323" y="5163"/>
                    </a:cubicBezTo>
                    <a:cubicBezTo>
                      <a:pt x="323" y="5160"/>
                      <a:pt x="326" y="5160"/>
                      <a:pt x="329" y="5157"/>
                    </a:cubicBezTo>
                    <a:cubicBezTo>
                      <a:pt x="329" y="5149"/>
                      <a:pt x="336" y="5145"/>
                      <a:pt x="339" y="5138"/>
                    </a:cubicBezTo>
                    <a:cubicBezTo>
                      <a:pt x="339" y="5136"/>
                      <a:pt x="343" y="5136"/>
                      <a:pt x="347" y="5132"/>
                    </a:cubicBezTo>
                    <a:cubicBezTo>
                      <a:pt x="347" y="5129"/>
                      <a:pt x="347" y="5129"/>
                      <a:pt x="350" y="5126"/>
                    </a:cubicBezTo>
                    <a:cubicBezTo>
                      <a:pt x="350" y="5126"/>
                      <a:pt x="350" y="5122"/>
                      <a:pt x="354" y="5122"/>
                    </a:cubicBezTo>
                    <a:cubicBezTo>
                      <a:pt x="358" y="5116"/>
                      <a:pt x="365" y="5103"/>
                      <a:pt x="373" y="5097"/>
                    </a:cubicBezTo>
                    <a:lnTo>
                      <a:pt x="383" y="5087"/>
                    </a:lnTo>
                    <a:cubicBezTo>
                      <a:pt x="389" y="5076"/>
                      <a:pt x="397" y="5066"/>
                      <a:pt x="403" y="5056"/>
                    </a:cubicBezTo>
                    <a:lnTo>
                      <a:pt x="408" y="5056"/>
                    </a:lnTo>
                    <a:cubicBezTo>
                      <a:pt x="427" y="5025"/>
                      <a:pt x="455" y="4990"/>
                      <a:pt x="483" y="4959"/>
                    </a:cubicBezTo>
                    <a:cubicBezTo>
                      <a:pt x="483" y="4956"/>
                      <a:pt x="487" y="4948"/>
                      <a:pt x="493" y="4945"/>
                    </a:cubicBezTo>
                    <a:cubicBezTo>
                      <a:pt x="1783" y="3313"/>
                      <a:pt x="3427" y="2071"/>
                      <a:pt x="5250" y="1267"/>
                    </a:cubicBezTo>
                    <a:lnTo>
                      <a:pt x="525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6"/>
              <p:cNvSpPr/>
              <p:nvPr/>
            </p:nvSpPr>
            <p:spPr>
              <a:xfrm>
                <a:off x="3074400" y="2791850"/>
                <a:ext cx="150450" cy="181600"/>
              </a:xfrm>
              <a:custGeom>
                <a:rect b="b" l="l" r="r" t="t"/>
                <a:pathLst>
                  <a:path extrusionOk="0" h="7264" w="6018">
                    <a:moveTo>
                      <a:pt x="523" y="1"/>
                    </a:moveTo>
                    <a:cubicBezTo>
                      <a:pt x="343" y="129"/>
                      <a:pt x="170" y="264"/>
                      <a:pt x="0" y="406"/>
                    </a:cubicBezTo>
                    <a:lnTo>
                      <a:pt x="0" y="1203"/>
                    </a:lnTo>
                    <a:cubicBezTo>
                      <a:pt x="1049" y="3471"/>
                      <a:pt x="2786" y="5450"/>
                      <a:pt x="5115" y="6795"/>
                    </a:cubicBezTo>
                    <a:cubicBezTo>
                      <a:pt x="5147" y="6812"/>
                      <a:pt x="5178" y="6831"/>
                      <a:pt x="5209" y="6847"/>
                    </a:cubicBezTo>
                    <a:cubicBezTo>
                      <a:pt x="5216" y="6851"/>
                      <a:pt x="5222" y="6855"/>
                      <a:pt x="5227" y="6857"/>
                    </a:cubicBezTo>
                    <a:lnTo>
                      <a:pt x="5228" y="6857"/>
                    </a:lnTo>
                    <a:cubicBezTo>
                      <a:pt x="5247" y="6868"/>
                      <a:pt x="5266" y="6878"/>
                      <a:pt x="5286" y="6888"/>
                    </a:cubicBezTo>
                    <a:cubicBezTo>
                      <a:pt x="5332" y="6915"/>
                      <a:pt x="5377" y="6940"/>
                      <a:pt x="5422" y="6961"/>
                    </a:cubicBezTo>
                    <a:cubicBezTo>
                      <a:pt x="5423" y="6964"/>
                      <a:pt x="5426" y="6966"/>
                      <a:pt x="5429" y="6967"/>
                    </a:cubicBezTo>
                    <a:cubicBezTo>
                      <a:pt x="5430" y="6968"/>
                      <a:pt x="5431" y="6968"/>
                      <a:pt x="5433" y="6968"/>
                    </a:cubicBezTo>
                    <a:cubicBezTo>
                      <a:pt x="5435" y="6968"/>
                      <a:pt x="5437" y="6968"/>
                      <a:pt x="5439" y="6967"/>
                    </a:cubicBezTo>
                    <a:cubicBezTo>
                      <a:pt x="5439" y="6972"/>
                      <a:pt x="5439" y="6974"/>
                      <a:pt x="5440" y="6974"/>
                    </a:cubicBezTo>
                    <a:cubicBezTo>
                      <a:pt x="5440" y="6974"/>
                      <a:pt x="5441" y="6973"/>
                      <a:pt x="5443" y="6971"/>
                    </a:cubicBezTo>
                    <a:cubicBezTo>
                      <a:pt x="5443" y="6971"/>
                      <a:pt x="5444" y="6976"/>
                      <a:pt x="5447" y="6976"/>
                    </a:cubicBezTo>
                    <a:cubicBezTo>
                      <a:pt x="5448" y="6976"/>
                      <a:pt x="5448" y="6976"/>
                      <a:pt x="5449" y="6975"/>
                    </a:cubicBezTo>
                    <a:cubicBezTo>
                      <a:pt x="5449" y="6975"/>
                      <a:pt x="5451" y="6980"/>
                      <a:pt x="5453" y="6980"/>
                    </a:cubicBezTo>
                    <a:cubicBezTo>
                      <a:pt x="5454" y="6980"/>
                      <a:pt x="5455" y="6980"/>
                      <a:pt x="5455" y="6979"/>
                    </a:cubicBezTo>
                    <a:cubicBezTo>
                      <a:pt x="5462" y="6985"/>
                      <a:pt x="5470" y="6989"/>
                      <a:pt x="5476" y="6989"/>
                    </a:cubicBezTo>
                    <a:cubicBezTo>
                      <a:pt x="5480" y="6996"/>
                      <a:pt x="5484" y="7000"/>
                      <a:pt x="5491" y="7000"/>
                    </a:cubicBezTo>
                    <a:cubicBezTo>
                      <a:pt x="5491" y="7004"/>
                      <a:pt x="5493" y="7004"/>
                      <a:pt x="5497" y="7004"/>
                    </a:cubicBezTo>
                    <a:cubicBezTo>
                      <a:pt x="5497" y="7007"/>
                      <a:pt x="5500" y="7007"/>
                      <a:pt x="5504" y="7007"/>
                    </a:cubicBezTo>
                    <a:lnTo>
                      <a:pt x="5505" y="7009"/>
                    </a:lnTo>
                    <a:cubicBezTo>
                      <a:pt x="5507" y="7011"/>
                      <a:pt x="5511" y="7014"/>
                      <a:pt x="5514" y="7014"/>
                    </a:cubicBezTo>
                    <a:cubicBezTo>
                      <a:pt x="5517" y="7017"/>
                      <a:pt x="5520" y="7017"/>
                      <a:pt x="5525" y="7017"/>
                    </a:cubicBezTo>
                    <a:cubicBezTo>
                      <a:pt x="5525" y="7017"/>
                      <a:pt x="5527" y="7021"/>
                      <a:pt x="5531" y="7021"/>
                    </a:cubicBezTo>
                    <a:cubicBezTo>
                      <a:pt x="5534" y="7028"/>
                      <a:pt x="5542" y="7032"/>
                      <a:pt x="5548" y="7032"/>
                    </a:cubicBezTo>
                    <a:cubicBezTo>
                      <a:pt x="5556" y="7036"/>
                      <a:pt x="5563" y="7038"/>
                      <a:pt x="5569" y="7042"/>
                    </a:cubicBezTo>
                    <a:lnTo>
                      <a:pt x="5573" y="7042"/>
                    </a:lnTo>
                    <a:cubicBezTo>
                      <a:pt x="5577" y="7048"/>
                      <a:pt x="5579" y="7048"/>
                      <a:pt x="5583" y="7048"/>
                    </a:cubicBezTo>
                    <a:lnTo>
                      <a:pt x="5588" y="7048"/>
                    </a:lnTo>
                    <a:cubicBezTo>
                      <a:pt x="5602" y="7059"/>
                      <a:pt x="5615" y="7069"/>
                      <a:pt x="5633" y="7073"/>
                    </a:cubicBezTo>
                    <a:cubicBezTo>
                      <a:pt x="5762" y="7143"/>
                      <a:pt x="5889" y="7205"/>
                      <a:pt x="6018" y="7264"/>
                    </a:cubicBezTo>
                    <a:cubicBezTo>
                      <a:pt x="5955" y="7223"/>
                      <a:pt x="5896" y="7180"/>
                      <a:pt x="5839" y="7135"/>
                    </a:cubicBezTo>
                    <a:cubicBezTo>
                      <a:pt x="5819" y="7121"/>
                      <a:pt x="5800" y="7108"/>
                      <a:pt x="5780" y="7094"/>
                    </a:cubicBezTo>
                    <a:cubicBezTo>
                      <a:pt x="5742" y="7067"/>
                      <a:pt x="5701" y="7038"/>
                      <a:pt x="5662" y="7007"/>
                    </a:cubicBezTo>
                    <a:lnTo>
                      <a:pt x="5659" y="7007"/>
                    </a:lnTo>
                    <a:cubicBezTo>
                      <a:pt x="5644" y="6997"/>
                      <a:pt x="5634" y="6986"/>
                      <a:pt x="5620" y="6976"/>
                    </a:cubicBezTo>
                    <a:cubicBezTo>
                      <a:pt x="5615" y="6973"/>
                      <a:pt x="5609" y="6970"/>
                      <a:pt x="5605" y="6966"/>
                    </a:cubicBezTo>
                    <a:cubicBezTo>
                      <a:pt x="5604" y="6966"/>
                      <a:pt x="5602" y="6965"/>
                      <a:pt x="5600" y="6964"/>
                    </a:cubicBezTo>
                    <a:cubicBezTo>
                      <a:pt x="5598" y="6963"/>
                      <a:pt x="5597" y="6961"/>
                      <a:pt x="5595" y="6960"/>
                    </a:cubicBezTo>
                    <a:cubicBezTo>
                      <a:pt x="5592" y="6955"/>
                      <a:pt x="5584" y="6952"/>
                      <a:pt x="5581" y="6945"/>
                    </a:cubicBezTo>
                    <a:lnTo>
                      <a:pt x="5577" y="6945"/>
                    </a:lnTo>
                    <a:lnTo>
                      <a:pt x="5575" y="6944"/>
                    </a:lnTo>
                    <a:cubicBezTo>
                      <a:pt x="5573" y="6942"/>
                      <a:pt x="5569" y="6942"/>
                      <a:pt x="5567" y="6935"/>
                    </a:cubicBezTo>
                    <a:cubicBezTo>
                      <a:pt x="5559" y="6935"/>
                      <a:pt x="5556" y="6929"/>
                      <a:pt x="5548" y="6924"/>
                    </a:cubicBezTo>
                    <a:cubicBezTo>
                      <a:pt x="5548" y="6924"/>
                      <a:pt x="5544" y="6924"/>
                      <a:pt x="5544" y="6921"/>
                    </a:cubicBezTo>
                    <a:cubicBezTo>
                      <a:pt x="5541" y="6921"/>
                      <a:pt x="5538" y="6918"/>
                      <a:pt x="5534" y="6914"/>
                    </a:cubicBezTo>
                    <a:lnTo>
                      <a:pt x="5534" y="6911"/>
                    </a:lnTo>
                    <a:cubicBezTo>
                      <a:pt x="5527" y="6908"/>
                      <a:pt x="5516" y="6904"/>
                      <a:pt x="5510" y="6894"/>
                    </a:cubicBezTo>
                    <a:cubicBezTo>
                      <a:pt x="5504" y="6889"/>
                      <a:pt x="5500" y="6887"/>
                      <a:pt x="5493" y="6883"/>
                    </a:cubicBezTo>
                    <a:cubicBezTo>
                      <a:pt x="5482" y="6877"/>
                      <a:pt x="5476" y="6869"/>
                      <a:pt x="5466" y="6863"/>
                    </a:cubicBezTo>
                    <a:lnTo>
                      <a:pt x="5466" y="6858"/>
                    </a:lnTo>
                    <a:cubicBezTo>
                      <a:pt x="5434" y="6838"/>
                      <a:pt x="5403" y="6814"/>
                      <a:pt x="5372" y="6785"/>
                    </a:cubicBezTo>
                    <a:cubicBezTo>
                      <a:pt x="5366" y="6781"/>
                      <a:pt x="5362" y="6778"/>
                      <a:pt x="5355" y="6771"/>
                    </a:cubicBezTo>
                    <a:cubicBezTo>
                      <a:pt x="3140" y="5020"/>
                      <a:pt x="1640" y="2619"/>
                      <a:pt x="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6"/>
              <p:cNvSpPr/>
              <p:nvPr/>
            </p:nvSpPr>
            <p:spPr>
              <a:xfrm>
                <a:off x="3199975" y="2959675"/>
                <a:ext cx="133250" cy="155900"/>
              </a:xfrm>
              <a:custGeom>
                <a:rect b="b" l="l" r="r" t="t"/>
                <a:pathLst>
                  <a:path extrusionOk="0" h="6236" w="5330">
                    <a:moveTo>
                      <a:pt x="0" y="1"/>
                    </a:moveTo>
                    <a:lnTo>
                      <a:pt x="0" y="1"/>
                    </a:lnTo>
                    <a:cubicBezTo>
                      <a:pt x="64" y="42"/>
                      <a:pt x="126" y="88"/>
                      <a:pt x="185" y="133"/>
                    </a:cubicBezTo>
                    <a:cubicBezTo>
                      <a:pt x="190" y="135"/>
                      <a:pt x="197" y="138"/>
                      <a:pt x="201" y="142"/>
                    </a:cubicBezTo>
                    <a:cubicBezTo>
                      <a:pt x="201" y="143"/>
                      <a:pt x="203" y="143"/>
                      <a:pt x="203" y="143"/>
                    </a:cubicBezTo>
                    <a:cubicBezTo>
                      <a:pt x="216" y="153"/>
                      <a:pt x="229" y="161"/>
                      <a:pt x="241" y="171"/>
                    </a:cubicBezTo>
                    <a:cubicBezTo>
                      <a:pt x="282" y="199"/>
                      <a:pt x="320" y="231"/>
                      <a:pt x="361" y="258"/>
                    </a:cubicBezTo>
                    <a:lnTo>
                      <a:pt x="361" y="262"/>
                    </a:lnTo>
                    <a:cubicBezTo>
                      <a:pt x="376" y="269"/>
                      <a:pt x="386" y="280"/>
                      <a:pt x="400" y="290"/>
                    </a:cubicBezTo>
                    <a:cubicBezTo>
                      <a:pt x="405" y="294"/>
                      <a:pt x="411" y="297"/>
                      <a:pt x="415" y="300"/>
                    </a:cubicBezTo>
                    <a:cubicBezTo>
                      <a:pt x="416" y="300"/>
                      <a:pt x="417" y="302"/>
                      <a:pt x="420" y="303"/>
                    </a:cubicBezTo>
                    <a:cubicBezTo>
                      <a:pt x="422" y="304"/>
                      <a:pt x="423" y="305"/>
                      <a:pt x="425" y="307"/>
                    </a:cubicBezTo>
                    <a:lnTo>
                      <a:pt x="425" y="311"/>
                    </a:lnTo>
                    <a:cubicBezTo>
                      <a:pt x="431" y="311"/>
                      <a:pt x="439" y="319"/>
                      <a:pt x="446" y="325"/>
                    </a:cubicBezTo>
                    <a:cubicBezTo>
                      <a:pt x="449" y="325"/>
                      <a:pt x="452" y="328"/>
                      <a:pt x="456" y="331"/>
                    </a:cubicBezTo>
                    <a:cubicBezTo>
                      <a:pt x="463" y="335"/>
                      <a:pt x="467" y="338"/>
                      <a:pt x="470" y="342"/>
                    </a:cubicBezTo>
                    <a:cubicBezTo>
                      <a:pt x="474" y="342"/>
                      <a:pt x="474" y="342"/>
                      <a:pt x="474" y="346"/>
                    </a:cubicBezTo>
                    <a:cubicBezTo>
                      <a:pt x="478" y="346"/>
                      <a:pt x="481" y="349"/>
                      <a:pt x="484" y="352"/>
                    </a:cubicBezTo>
                    <a:lnTo>
                      <a:pt x="484" y="356"/>
                    </a:lnTo>
                    <a:cubicBezTo>
                      <a:pt x="486" y="354"/>
                      <a:pt x="487" y="353"/>
                      <a:pt x="488" y="353"/>
                    </a:cubicBezTo>
                    <a:cubicBezTo>
                      <a:pt x="488" y="353"/>
                      <a:pt x="488" y="354"/>
                      <a:pt x="488" y="356"/>
                    </a:cubicBezTo>
                    <a:cubicBezTo>
                      <a:pt x="499" y="360"/>
                      <a:pt x="507" y="367"/>
                      <a:pt x="513" y="375"/>
                    </a:cubicBezTo>
                    <a:cubicBezTo>
                      <a:pt x="520" y="378"/>
                      <a:pt x="523" y="381"/>
                      <a:pt x="527" y="385"/>
                    </a:cubicBezTo>
                    <a:cubicBezTo>
                      <a:pt x="538" y="391"/>
                      <a:pt x="549" y="398"/>
                      <a:pt x="555" y="405"/>
                    </a:cubicBezTo>
                    <a:lnTo>
                      <a:pt x="555" y="409"/>
                    </a:lnTo>
                    <a:cubicBezTo>
                      <a:pt x="589" y="429"/>
                      <a:pt x="621" y="457"/>
                      <a:pt x="652" y="485"/>
                    </a:cubicBezTo>
                    <a:cubicBezTo>
                      <a:pt x="658" y="489"/>
                      <a:pt x="667" y="493"/>
                      <a:pt x="673" y="499"/>
                    </a:cubicBezTo>
                    <a:cubicBezTo>
                      <a:pt x="2593" y="2017"/>
                      <a:pt x="3971" y="4025"/>
                      <a:pt x="4733" y="6235"/>
                    </a:cubicBezTo>
                    <a:cubicBezTo>
                      <a:pt x="4744" y="6214"/>
                      <a:pt x="4757" y="6194"/>
                      <a:pt x="4769" y="6173"/>
                    </a:cubicBezTo>
                    <a:cubicBezTo>
                      <a:pt x="4832" y="6063"/>
                      <a:pt x="4891" y="5952"/>
                      <a:pt x="4946" y="5839"/>
                    </a:cubicBezTo>
                    <a:cubicBezTo>
                      <a:pt x="5110" y="5500"/>
                      <a:pt x="5241" y="5143"/>
                      <a:pt x="5329" y="4770"/>
                    </a:cubicBezTo>
                    <a:cubicBezTo>
                      <a:pt x="4271" y="3048"/>
                      <a:pt x="2782" y="1557"/>
                      <a:pt x="906" y="473"/>
                    </a:cubicBezTo>
                    <a:cubicBezTo>
                      <a:pt x="874" y="455"/>
                      <a:pt x="843" y="437"/>
                      <a:pt x="812" y="421"/>
                    </a:cubicBezTo>
                    <a:cubicBezTo>
                      <a:pt x="783" y="402"/>
                      <a:pt x="755" y="390"/>
                      <a:pt x="729" y="376"/>
                    </a:cubicBezTo>
                    <a:cubicBezTo>
                      <a:pt x="685" y="347"/>
                      <a:pt x="644" y="327"/>
                      <a:pt x="600" y="305"/>
                    </a:cubicBezTo>
                    <a:cubicBezTo>
                      <a:pt x="592" y="299"/>
                      <a:pt x="585" y="295"/>
                      <a:pt x="579" y="295"/>
                    </a:cubicBezTo>
                    <a:cubicBezTo>
                      <a:pt x="579" y="295"/>
                      <a:pt x="576" y="289"/>
                      <a:pt x="572" y="289"/>
                    </a:cubicBezTo>
                    <a:cubicBezTo>
                      <a:pt x="572" y="289"/>
                      <a:pt x="570" y="285"/>
                      <a:pt x="566" y="285"/>
                    </a:cubicBezTo>
                    <a:cubicBezTo>
                      <a:pt x="559" y="282"/>
                      <a:pt x="551" y="279"/>
                      <a:pt x="545" y="274"/>
                    </a:cubicBezTo>
                    <a:cubicBezTo>
                      <a:pt x="541" y="272"/>
                      <a:pt x="538" y="268"/>
                      <a:pt x="530" y="268"/>
                    </a:cubicBezTo>
                    <a:cubicBezTo>
                      <a:pt x="527" y="266"/>
                      <a:pt x="524" y="262"/>
                      <a:pt x="520" y="262"/>
                    </a:cubicBezTo>
                    <a:cubicBezTo>
                      <a:pt x="520" y="262"/>
                      <a:pt x="518" y="258"/>
                      <a:pt x="514" y="258"/>
                    </a:cubicBezTo>
                    <a:cubicBezTo>
                      <a:pt x="510" y="256"/>
                      <a:pt x="508" y="256"/>
                      <a:pt x="504" y="252"/>
                    </a:cubicBezTo>
                    <a:cubicBezTo>
                      <a:pt x="504" y="252"/>
                      <a:pt x="502" y="252"/>
                      <a:pt x="497" y="248"/>
                    </a:cubicBezTo>
                    <a:cubicBezTo>
                      <a:pt x="493" y="248"/>
                      <a:pt x="491" y="243"/>
                      <a:pt x="487" y="243"/>
                    </a:cubicBezTo>
                    <a:cubicBezTo>
                      <a:pt x="484" y="240"/>
                      <a:pt x="477" y="237"/>
                      <a:pt x="470" y="233"/>
                    </a:cubicBezTo>
                    <a:cubicBezTo>
                      <a:pt x="468" y="230"/>
                      <a:pt x="459" y="227"/>
                      <a:pt x="453" y="223"/>
                    </a:cubicBezTo>
                    <a:lnTo>
                      <a:pt x="449" y="223"/>
                    </a:lnTo>
                    <a:cubicBezTo>
                      <a:pt x="446" y="221"/>
                      <a:pt x="442" y="221"/>
                      <a:pt x="436" y="217"/>
                    </a:cubicBezTo>
                    <a:cubicBezTo>
                      <a:pt x="421" y="210"/>
                      <a:pt x="407" y="199"/>
                      <a:pt x="390" y="192"/>
                    </a:cubicBezTo>
                    <a:lnTo>
                      <a:pt x="386" y="192"/>
                    </a:lnTo>
                    <a:cubicBezTo>
                      <a:pt x="257" y="127"/>
                      <a:pt x="129" y="65"/>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75" name="Google Shape;5175;p66"/>
          <p:cNvGrpSpPr/>
          <p:nvPr/>
        </p:nvGrpSpPr>
        <p:grpSpPr>
          <a:xfrm>
            <a:off x="272480" y="3199878"/>
            <a:ext cx="215033" cy="215222"/>
            <a:chOff x="5062659" y="967188"/>
            <a:chExt cx="109716" cy="109813"/>
          </a:xfrm>
        </p:grpSpPr>
        <p:sp>
          <p:nvSpPr>
            <p:cNvPr id="5176" name="Google Shape;5176;p66"/>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6"/>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6"/>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9" name="Google Shape;5179;p66"/>
          <p:cNvGrpSpPr/>
          <p:nvPr/>
        </p:nvGrpSpPr>
        <p:grpSpPr>
          <a:xfrm>
            <a:off x="7315631" y="222543"/>
            <a:ext cx="666705" cy="633930"/>
            <a:chOff x="5164484" y="526738"/>
            <a:chExt cx="133266" cy="126713"/>
          </a:xfrm>
        </p:grpSpPr>
        <p:sp>
          <p:nvSpPr>
            <p:cNvPr id="5180" name="Google Shape;5180;p66"/>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6"/>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5182" name="Shape 5182"/>
        <p:cNvGrpSpPr/>
        <p:nvPr/>
      </p:nvGrpSpPr>
      <p:grpSpPr>
        <a:xfrm>
          <a:off x="0" y="0"/>
          <a:ext cx="0" cy="0"/>
          <a:chOff x="0" y="0"/>
          <a:chExt cx="0" cy="0"/>
        </a:xfrm>
      </p:grpSpPr>
      <p:grpSp>
        <p:nvGrpSpPr>
          <p:cNvPr id="5183" name="Google Shape;5183;p67"/>
          <p:cNvGrpSpPr/>
          <p:nvPr/>
        </p:nvGrpSpPr>
        <p:grpSpPr>
          <a:xfrm>
            <a:off x="1578790" y="4630035"/>
            <a:ext cx="261189" cy="248344"/>
            <a:chOff x="5164484" y="526738"/>
            <a:chExt cx="133266" cy="126713"/>
          </a:xfrm>
        </p:grpSpPr>
        <p:sp>
          <p:nvSpPr>
            <p:cNvPr id="5184" name="Google Shape;5184;p67"/>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7"/>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6" name="Google Shape;5186;p67"/>
          <p:cNvGrpSpPr/>
          <p:nvPr/>
        </p:nvGrpSpPr>
        <p:grpSpPr>
          <a:xfrm rot="-1791851">
            <a:off x="8070935" y="3368813"/>
            <a:ext cx="1045336" cy="904864"/>
            <a:chOff x="3725309" y="381575"/>
            <a:chExt cx="533375" cy="461700"/>
          </a:xfrm>
        </p:grpSpPr>
        <p:sp>
          <p:nvSpPr>
            <p:cNvPr id="5187" name="Google Shape;5187;p67"/>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7"/>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7"/>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7"/>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7"/>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7"/>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7"/>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7"/>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7"/>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7"/>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7"/>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7"/>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7"/>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7"/>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7"/>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2" name="Google Shape;5202;p67"/>
          <p:cNvGrpSpPr/>
          <p:nvPr/>
        </p:nvGrpSpPr>
        <p:grpSpPr>
          <a:xfrm>
            <a:off x="1236392" y="129390"/>
            <a:ext cx="769783" cy="770069"/>
            <a:chOff x="3515584" y="2040188"/>
            <a:chExt cx="392766" cy="392913"/>
          </a:xfrm>
        </p:grpSpPr>
        <p:sp>
          <p:nvSpPr>
            <p:cNvPr id="5203" name="Google Shape;5203;p67"/>
            <p:cNvSpPr/>
            <p:nvPr/>
          </p:nvSpPr>
          <p:spPr>
            <a:xfrm>
              <a:off x="3515584" y="2040188"/>
              <a:ext cx="391425" cy="391425"/>
            </a:xfrm>
            <a:custGeom>
              <a:rect b="b" l="l" r="r" t="t"/>
              <a:pathLst>
                <a:path extrusionOk="0" h="15657" w="15657">
                  <a:moveTo>
                    <a:pt x="5300" y="1"/>
                  </a:moveTo>
                  <a:cubicBezTo>
                    <a:pt x="4809" y="1"/>
                    <a:pt x="4329" y="67"/>
                    <a:pt x="3876" y="196"/>
                  </a:cubicBezTo>
                  <a:cubicBezTo>
                    <a:pt x="2751" y="507"/>
                    <a:pt x="1777" y="1182"/>
                    <a:pt x="1088" y="2086"/>
                  </a:cubicBezTo>
                  <a:cubicBezTo>
                    <a:pt x="725" y="2559"/>
                    <a:pt x="439" y="3098"/>
                    <a:pt x="255" y="3679"/>
                  </a:cubicBezTo>
                  <a:cubicBezTo>
                    <a:pt x="114" y="4117"/>
                    <a:pt x="28" y="4581"/>
                    <a:pt x="6" y="5059"/>
                  </a:cubicBezTo>
                  <a:lnTo>
                    <a:pt x="0" y="5059"/>
                  </a:lnTo>
                  <a:lnTo>
                    <a:pt x="0" y="6981"/>
                  </a:lnTo>
                  <a:lnTo>
                    <a:pt x="0" y="8286"/>
                  </a:lnTo>
                  <a:lnTo>
                    <a:pt x="0" y="10507"/>
                  </a:lnTo>
                  <a:lnTo>
                    <a:pt x="0" y="11688"/>
                  </a:lnTo>
                  <a:lnTo>
                    <a:pt x="0" y="14310"/>
                  </a:lnTo>
                  <a:lnTo>
                    <a:pt x="0" y="15656"/>
                  </a:lnTo>
                  <a:lnTo>
                    <a:pt x="10599" y="15656"/>
                  </a:lnTo>
                  <a:lnTo>
                    <a:pt x="10599" y="15650"/>
                  </a:lnTo>
                  <a:cubicBezTo>
                    <a:pt x="10860" y="15637"/>
                    <a:pt x="11116" y="15609"/>
                    <a:pt x="11368" y="15558"/>
                  </a:cubicBezTo>
                  <a:cubicBezTo>
                    <a:pt x="11843" y="15466"/>
                    <a:pt x="12297" y="15309"/>
                    <a:pt x="12719" y="15098"/>
                  </a:cubicBezTo>
                  <a:cubicBezTo>
                    <a:pt x="13267" y="14823"/>
                    <a:pt x="13763" y="14458"/>
                    <a:pt x="14182" y="14019"/>
                  </a:cubicBezTo>
                  <a:cubicBezTo>
                    <a:pt x="14459" y="13733"/>
                    <a:pt x="14702" y="13415"/>
                    <a:pt x="14907" y="13071"/>
                  </a:cubicBezTo>
                  <a:cubicBezTo>
                    <a:pt x="15182" y="12617"/>
                    <a:pt x="15386" y="12120"/>
                    <a:pt x="15512" y="11590"/>
                  </a:cubicBezTo>
                  <a:cubicBezTo>
                    <a:pt x="15606" y="11193"/>
                    <a:pt x="15657" y="10780"/>
                    <a:pt x="15657" y="10355"/>
                  </a:cubicBezTo>
                  <a:cubicBezTo>
                    <a:pt x="15657" y="9610"/>
                    <a:pt x="15502" y="8902"/>
                    <a:pt x="15224" y="8262"/>
                  </a:cubicBezTo>
                  <a:cubicBezTo>
                    <a:pt x="14989" y="7710"/>
                    <a:pt x="14657" y="7202"/>
                    <a:pt x="14254" y="6767"/>
                  </a:cubicBezTo>
                  <a:cubicBezTo>
                    <a:pt x="13473" y="5919"/>
                    <a:pt x="12417" y="5326"/>
                    <a:pt x="11229" y="5131"/>
                  </a:cubicBezTo>
                  <a:cubicBezTo>
                    <a:pt x="11022" y="5094"/>
                    <a:pt x="10810" y="5072"/>
                    <a:pt x="10593" y="5062"/>
                  </a:cubicBezTo>
                  <a:cubicBezTo>
                    <a:pt x="10579" y="4787"/>
                    <a:pt x="10548" y="4520"/>
                    <a:pt x="10494" y="4258"/>
                  </a:cubicBezTo>
                  <a:cubicBezTo>
                    <a:pt x="10317" y="3379"/>
                    <a:pt x="9924" y="2575"/>
                    <a:pt x="9370" y="1910"/>
                  </a:cubicBezTo>
                  <a:cubicBezTo>
                    <a:pt x="9243" y="1759"/>
                    <a:pt x="9107" y="1614"/>
                    <a:pt x="8965" y="1476"/>
                  </a:cubicBezTo>
                  <a:cubicBezTo>
                    <a:pt x="8764" y="1280"/>
                    <a:pt x="8544" y="1100"/>
                    <a:pt x="8310" y="943"/>
                  </a:cubicBezTo>
                  <a:cubicBezTo>
                    <a:pt x="7500" y="378"/>
                    <a:pt x="6523" y="35"/>
                    <a:pt x="5471" y="4"/>
                  </a:cubicBezTo>
                  <a:cubicBezTo>
                    <a:pt x="5414" y="1"/>
                    <a:pt x="5357" y="1"/>
                    <a:pt x="530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7"/>
            <p:cNvSpPr/>
            <p:nvPr/>
          </p:nvSpPr>
          <p:spPr>
            <a:xfrm>
              <a:off x="3516900" y="2041650"/>
              <a:ext cx="391450" cy="391450"/>
            </a:xfrm>
            <a:custGeom>
              <a:rect b="b" l="l" r="r" t="t"/>
              <a:pathLst>
                <a:path extrusionOk="0" h="15658" w="15658">
                  <a:moveTo>
                    <a:pt x="5301" y="1"/>
                  </a:moveTo>
                  <a:cubicBezTo>
                    <a:pt x="4810" y="1"/>
                    <a:pt x="4331" y="67"/>
                    <a:pt x="3877" y="196"/>
                  </a:cubicBezTo>
                  <a:cubicBezTo>
                    <a:pt x="2752" y="507"/>
                    <a:pt x="1779" y="1182"/>
                    <a:pt x="1088" y="2086"/>
                  </a:cubicBezTo>
                  <a:cubicBezTo>
                    <a:pt x="726" y="2560"/>
                    <a:pt x="439" y="3098"/>
                    <a:pt x="257" y="3679"/>
                  </a:cubicBezTo>
                  <a:cubicBezTo>
                    <a:pt x="114" y="4116"/>
                    <a:pt x="29" y="4581"/>
                    <a:pt x="7" y="5059"/>
                  </a:cubicBezTo>
                  <a:lnTo>
                    <a:pt x="1" y="5059"/>
                  </a:lnTo>
                  <a:lnTo>
                    <a:pt x="1" y="15657"/>
                  </a:lnTo>
                  <a:lnTo>
                    <a:pt x="10599" y="15657"/>
                  </a:lnTo>
                  <a:lnTo>
                    <a:pt x="10599" y="15651"/>
                  </a:lnTo>
                  <a:cubicBezTo>
                    <a:pt x="10861" y="15639"/>
                    <a:pt x="11116" y="15610"/>
                    <a:pt x="11368" y="15559"/>
                  </a:cubicBezTo>
                  <a:cubicBezTo>
                    <a:pt x="11845" y="15468"/>
                    <a:pt x="12299" y="15310"/>
                    <a:pt x="12720" y="15099"/>
                  </a:cubicBezTo>
                  <a:cubicBezTo>
                    <a:pt x="13268" y="14824"/>
                    <a:pt x="13763" y="14459"/>
                    <a:pt x="14183" y="14020"/>
                  </a:cubicBezTo>
                  <a:cubicBezTo>
                    <a:pt x="14460" y="13735"/>
                    <a:pt x="14703" y="13416"/>
                    <a:pt x="14908" y="13072"/>
                  </a:cubicBezTo>
                  <a:cubicBezTo>
                    <a:pt x="15181" y="12618"/>
                    <a:pt x="15387" y="12120"/>
                    <a:pt x="15512" y="11591"/>
                  </a:cubicBezTo>
                  <a:cubicBezTo>
                    <a:pt x="15607" y="11194"/>
                    <a:pt x="15658" y="10781"/>
                    <a:pt x="15658" y="10356"/>
                  </a:cubicBezTo>
                  <a:cubicBezTo>
                    <a:pt x="15658" y="9612"/>
                    <a:pt x="15503" y="8902"/>
                    <a:pt x="15227" y="8265"/>
                  </a:cubicBezTo>
                  <a:cubicBezTo>
                    <a:pt x="14989" y="7710"/>
                    <a:pt x="14659" y="7202"/>
                    <a:pt x="14256" y="6766"/>
                  </a:cubicBezTo>
                  <a:cubicBezTo>
                    <a:pt x="13474" y="5919"/>
                    <a:pt x="12419" y="5326"/>
                    <a:pt x="11230" y="5131"/>
                  </a:cubicBezTo>
                  <a:cubicBezTo>
                    <a:pt x="11021" y="5093"/>
                    <a:pt x="10811" y="5071"/>
                    <a:pt x="10593" y="5062"/>
                  </a:cubicBezTo>
                  <a:cubicBezTo>
                    <a:pt x="10580" y="4787"/>
                    <a:pt x="10549" y="4520"/>
                    <a:pt x="10495" y="4258"/>
                  </a:cubicBezTo>
                  <a:cubicBezTo>
                    <a:pt x="10318" y="3379"/>
                    <a:pt x="9924" y="2576"/>
                    <a:pt x="9370" y="1910"/>
                  </a:cubicBezTo>
                  <a:cubicBezTo>
                    <a:pt x="9243" y="1759"/>
                    <a:pt x="9108" y="1615"/>
                    <a:pt x="8967" y="1475"/>
                  </a:cubicBezTo>
                  <a:cubicBezTo>
                    <a:pt x="8765" y="1279"/>
                    <a:pt x="8544" y="1100"/>
                    <a:pt x="8311" y="943"/>
                  </a:cubicBezTo>
                  <a:cubicBezTo>
                    <a:pt x="7501" y="378"/>
                    <a:pt x="6524" y="35"/>
                    <a:pt x="5471" y="4"/>
                  </a:cubicBezTo>
                  <a:cubicBezTo>
                    <a:pt x="5414" y="1"/>
                    <a:pt x="5358" y="1"/>
                    <a:pt x="53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7"/>
            <p:cNvSpPr/>
            <p:nvPr/>
          </p:nvSpPr>
          <p:spPr>
            <a:xfrm>
              <a:off x="3516825" y="2216025"/>
              <a:ext cx="179500" cy="59125"/>
            </a:xfrm>
            <a:custGeom>
              <a:rect b="b" l="l" r="r" t="t"/>
              <a:pathLst>
                <a:path extrusionOk="0" h="2365" w="7180">
                  <a:moveTo>
                    <a:pt x="0" y="1"/>
                  </a:moveTo>
                  <a:lnTo>
                    <a:pt x="0" y="1304"/>
                  </a:lnTo>
                  <a:cubicBezTo>
                    <a:pt x="1815" y="1993"/>
                    <a:pt x="3779" y="2364"/>
                    <a:pt x="5831" y="2364"/>
                  </a:cubicBezTo>
                  <a:cubicBezTo>
                    <a:pt x="5896" y="2364"/>
                    <a:pt x="5960" y="2364"/>
                    <a:pt x="6025" y="2361"/>
                  </a:cubicBezTo>
                  <a:lnTo>
                    <a:pt x="6080" y="2361"/>
                  </a:lnTo>
                  <a:cubicBezTo>
                    <a:pt x="6146" y="2361"/>
                    <a:pt x="6215" y="2359"/>
                    <a:pt x="6285" y="2359"/>
                  </a:cubicBezTo>
                  <a:cubicBezTo>
                    <a:pt x="6292" y="2356"/>
                    <a:pt x="6302" y="2356"/>
                    <a:pt x="6311" y="2356"/>
                  </a:cubicBezTo>
                  <a:lnTo>
                    <a:pt x="6374" y="2356"/>
                  </a:lnTo>
                  <a:cubicBezTo>
                    <a:pt x="6380" y="2354"/>
                    <a:pt x="6386" y="2354"/>
                    <a:pt x="6396" y="2354"/>
                  </a:cubicBezTo>
                  <a:lnTo>
                    <a:pt x="6450" y="2354"/>
                  </a:lnTo>
                  <a:cubicBezTo>
                    <a:pt x="6452" y="2352"/>
                    <a:pt x="6454" y="2352"/>
                    <a:pt x="6455" y="2352"/>
                  </a:cubicBezTo>
                  <a:cubicBezTo>
                    <a:pt x="6457" y="2352"/>
                    <a:pt x="6460" y="2352"/>
                    <a:pt x="6463" y="2354"/>
                  </a:cubicBezTo>
                  <a:cubicBezTo>
                    <a:pt x="6469" y="2351"/>
                    <a:pt x="6479" y="2351"/>
                    <a:pt x="6489" y="2351"/>
                  </a:cubicBezTo>
                  <a:lnTo>
                    <a:pt x="6518" y="2351"/>
                  </a:lnTo>
                  <a:cubicBezTo>
                    <a:pt x="6518" y="2350"/>
                    <a:pt x="6518" y="2349"/>
                    <a:pt x="6519" y="2349"/>
                  </a:cubicBezTo>
                  <a:cubicBezTo>
                    <a:pt x="6521" y="2349"/>
                    <a:pt x="6522" y="2350"/>
                    <a:pt x="6524" y="2351"/>
                  </a:cubicBezTo>
                  <a:cubicBezTo>
                    <a:pt x="6530" y="2349"/>
                    <a:pt x="6536" y="2349"/>
                    <a:pt x="6543" y="2349"/>
                  </a:cubicBezTo>
                  <a:lnTo>
                    <a:pt x="6559" y="2349"/>
                  </a:lnTo>
                  <a:cubicBezTo>
                    <a:pt x="6574" y="2349"/>
                    <a:pt x="6590" y="2346"/>
                    <a:pt x="6608" y="2346"/>
                  </a:cubicBezTo>
                  <a:lnTo>
                    <a:pt x="6618" y="2346"/>
                  </a:lnTo>
                  <a:cubicBezTo>
                    <a:pt x="6803" y="2337"/>
                    <a:pt x="6993" y="2324"/>
                    <a:pt x="7179" y="2309"/>
                  </a:cubicBezTo>
                  <a:cubicBezTo>
                    <a:pt x="7076" y="2299"/>
                    <a:pt x="6968" y="2289"/>
                    <a:pt x="6861" y="2269"/>
                  </a:cubicBezTo>
                  <a:cubicBezTo>
                    <a:pt x="6835" y="2269"/>
                    <a:pt x="6814" y="2266"/>
                    <a:pt x="6792" y="2263"/>
                  </a:cubicBezTo>
                  <a:cubicBezTo>
                    <a:pt x="6726" y="2259"/>
                    <a:pt x="6663" y="2251"/>
                    <a:pt x="6600" y="2244"/>
                  </a:cubicBezTo>
                  <a:lnTo>
                    <a:pt x="6597" y="2244"/>
                  </a:lnTo>
                  <a:lnTo>
                    <a:pt x="6531" y="2235"/>
                  </a:lnTo>
                  <a:cubicBezTo>
                    <a:pt x="6523" y="2235"/>
                    <a:pt x="6515" y="2235"/>
                    <a:pt x="6509" y="2232"/>
                  </a:cubicBezTo>
                  <a:lnTo>
                    <a:pt x="6494" y="2232"/>
                  </a:lnTo>
                  <a:cubicBezTo>
                    <a:pt x="6484" y="2232"/>
                    <a:pt x="6478" y="2230"/>
                    <a:pt x="6472" y="2230"/>
                  </a:cubicBezTo>
                  <a:lnTo>
                    <a:pt x="6459" y="2230"/>
                  </a:lnTo>
                  <a:cubicBezTo>
                    <a:pt x="6453" y="2227"/>
                    <a:pt x="6446" y="2227"/>
                    <a:pt x="6440" y="2227"/>
                  </a:cubicBezTo>
                  <a:cubicBezTo>
                    <a:pt x="6431" y="2225"/>
                    <a:pt x="6421" y="2225"/>
                    <a:pt x="6411" y="2225"/>
                  </a:cubicBezTo>
                  <a:lnTo>
                    <a:pt x="6409" y="2225"/>
                  </a:lnTo>
                  <a:cubicBezTo>
                    <a:pt x="6402" y="2222"/>
                    <a:pt x="6397" y="2222"/>
                    <a:pt x="6394" y="2222"/>
                  </a:cubicBezTo>
                  <a:lnTo>
                    <a:pt x="6386" y="2222"/>
                  </a:lnTo>
                  <a:cubicBezTo>
                    <a:pt x="6374" y="2218"/>
                    <a:pt x="6361" y="2218"/>
                    <a:pt x="6352" y="2216"/>
                  </a:cubicBezTo>
                  <a:cubicBezTo>
                    <a:pt x="6342" y="2216"/>
                    <a:pt x="6333" y="2216"/>
                    <a:pt x="6327" y="2213"/>
                  </a:cubicBezTo>
                  <a:cubicBezTo>
                    <a:pt x="6314" y="2213"/>
                    <a:pt x="6304" y="2210"/>
                    <a:pt x="6296" y="2210"/>
                  </a:cubicBezTo>
                  <a:cubicBezTo>
                    <a:pt x="6288" y="2210"/>
                    <a:pt x="6285" y="2207"/>
                    <a:pt x="6282" y="2207"/>
                  </a:cubicBezTo>
                  <a:cubicBezTo>
                    <a:pt x="6225" y="2201"/>
                    <a:pt x="6169" y="2191"/>
                    <a:pt x="6112" y="2182"/>
                  </a:cubicBezTo>
                  <a:lnTo>
                    <a:pt x="6092" y="2182"/>
                  </a:lnTo>
                  <a:cubicBezTo>
                    <a:pt x="3889" y="1857"/>
                    <a:pt x="1830" y="110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7"/>
            <p:cNvSpPr/>
            <p:nvPr/>
          </p:nvSpPr>
          <p:spPr>
            <a:xfrm>
              <a:off x="3658900" y="2273150"/>
              <a:ext cx="245825" cy="95275"/>
            </a:xfrm>
            <a:custGeom>
              <a:rect b="b" l="l" r="r" t="t"/>
              <a:pathLst>
                <a:path extrusionOk="0" h="3811" w="9833">
                  <a:moveTo>
                    <a:pt x="1390" y="1"/>
                  </a:moveTo>
                  <a:cubicBezTo>
                    <a:pt x="1375" y="1"/>
                    <a:pt x="1360" y="1"/>
                    <a:pt x="1345" y="1"/>
                  </a:cubicBezTo>
                  <a:lnTo>
                    <a:pt x="1181" y="1"/>
                  </a:lnTo>
                  <a:cubicBezTo>
                    <a:pt x="1152" y="1"/>
                    <a:pt x="1125" y="3"/>
                    <a:pt x="1096" y="3"/>
                  </a:cubicBezTo>
                  <a:cubicBezTo>
                    <a:pt x="1031" y="3"/>
                    <a:pt x="965" y="6"/>
                    <a:pt x="894" y="6"/>
                  </a:cubicBezTo>
                  <a:cubicBezTo>
                    <a:pt x="886" y="6"/>
                    <a:pt x="876" y="6"/>
                    <a:pt x="867" y="8"/>
                  </a:cubicBezTo>
                  <a:lnTo>
                    <a:pt x="807" y="8"/>
                  </a:lnTo>
                  <a:cubicBezTo>
                    <a:pt x="800" y="8"/>
                    <a:pt x="790" y="8"/>
                    <a:pt x="781" y="11"/>
                  </a:cubicBezTo>
                  <a:cubicBezTo>
                    <a:pt x="780" y="10"/>
                    <a:pt x="779" y="10"/>
                    <a:pt x="778" y="10"/>
                  </a:cubicBezTo>
                  <a:cubicBezTo>
                    <a:pt x="775" y="10"/>
                    <a:pt x="770" y="11"/>
                    <a:pt x="765" y="11"/>
                  </a:cubicBezTo>
                  <a:cubicBezTo>
                    <a:pt x="764" y="12"/>
                    <a:pt x="763" y="12"/>
                    <a:pt x="762" y="12"/>
                  </a:cubicBezTo>
                  <a:cubicBezTo>
                    <a:pt x="761" y="12"/>
                    <a:pt x="759" y="11"/>
                    <a:pt x="759" y="11"/>
                  </a:cubicBezTo>
                  <a:lnTo>
                    <a:pt x="716" y="11"/>
                  </a:lnTo>
                  <a:cubicBezTo>
                    <a:pt x="709" y="11"/>
                    <a:pt x="698" y="11"/>
                    <a:pt x="690" y="13"/>
                  </a:cubicBezTo>
                  <a:lnTo>
                    <a:pt x="655" y="13"/>
                  </a:lnTo>
                  <a:cubicBezTo>
                    <a:pt x="649" y="13"/>
                    <a:pt x="642" y="13"/>
                    <a:pt x="635" y="16"/>
                  </a:cubicBezTo>
                  <a:lnTo>
                    <a:pt x="630" y="16"/>
                  </a:lnTo>
                  <a:cubicBezTo>
                    <a:pt x="613" y="16"/>
                    <a:pt x="593" y="16"/>
                    <a:pt x="571" y="18"/>
                  </a:cubicBezTo>
                  <a:lnTo>
                    <a:pt x="568" y="18"/>
                  </a:lnTo>
                  <a:cubicBezTo>
                    <a:pt x="378" y="25"/>
                    <a:pt x="191" y="38"/>
                    <a:pt x="1" y="53"/>
                  </a:cubicBezTo>
                  <a:cubicBezTo>
                    <a:pt x="118" y="63"/>
                    <a:pt x="234" y="71"/>
                    <a:pt x="347" y="84"/>
                  </a:cubicBezTo>
                  <a:cubicBezTo>
                    <a:pt x="363" y="89"/>
                    <a:pt x="378" y="89"/>
                    <a:pt x="392" y="91"/>
                  </a:cubicBezTo>
                  <a:lnTo>
                    <a:pt x="582" y="110"/>
                  </a:lnTo>
                  <a:cubicBezTo>
                    <a:pt x="582" y="110"/>
                    <a:pt x="584" y="110"/>
                    <a:pt x="584" y="112"/>
                  </a:cubicBezTo>
                  <a:cubicBezTo>
                    <a:pt x="605" y="112"/>
                    <a:pt x="628" y="116"/>
                    <a:pt x="650" y="120"/>
                  </a:cubicBezTo>
                  <a:cubicBezTo>
                    <a:pt x="656" y="120"/>
                    <a:pt x="665" y="120"/>
                    <a:pt x="671" y="122"/>
                  </a:cubicBezTo>
                  <a:lnTo>
                    <a:pt x="685" y="122"/>
                  </a:lnTo>
                  <a:cubicBezTo>
                    <a:pt x="691" y="122"/>
                    <a:pt x="701" y="125"/>
                    <a:pt x="711" y="125"/>
                  </a:cubicBezTo>
                  <a:lnTo>
                    <a:pt x="719" y="125"/>
                  </a:lnTo>
                  <a:cubicBezTo>
                    <a:pt x="726" y="127"/>
                    <a:pt x="732" y="127"/>
                    <a:pt x="742" y="127"/>
                  </a:cubicBezTo>
                  <a:cubicBezTo>
                    <a:pt x="748" y="130"/>
                    <a:pt x="758" y="130"/>
                    <a:pt x="767" y="130"/>
                  </a:cubicBezTo>
                  <a:lnTo>
                    <a:pt x="774" y="130"/>
                  </a:lnTo>
                  <a:cubicBezTo>
                    <a:pt x="778" y="132"/>
                    <a:pt x="780" y="132"/>
                    <a:pt x="786" y="132"/>
                  </a:cubicBezTo>
                  <a:lnTo>
                    <a:pt x="795" y="132"/>
                  </a:lnTo>
                  <a:cubicBezTo>
                    <a:pt x="805" y="136"/>
                    <a:pt x="817" y="136"/>
                    <a:pt x="830" y="138"/>
                  </a:cubicBezTo>
                  <a:cubicBezTo>
                    <a:pt x="837" y="138"/>
                    <a:pt x="843" y="138"/>
                    <a:pt x="852" y="141"/>
                  </a:cubicBezTo>
                  <a:cubicBezTo>
                    <a:pt x="861" y="141"/>
                    <a:pt x="874" y="143"/>
                    <a:pt x="887" y="143"/>
                  </a:cubicBezTo>
                  <a:cubicBezTo>
                    <a:pt x="889" y="146"/>
                    <a:pt x="893" y="146"/>
                    <a:pt x="896" y="146"/>
                  </a:cubicBezTo>
                  <a:cubicBezTo>
                    <a:pt x="953" y="153"/>
                    <a:pt x="1012" y="163"/>
                    <a:pt x="1069" y="172"/>
                  </a:cubicBezTo>
                  <a:cubicBezTo>
                    <a:pt x="1075" y="172"/>
                    <a:pt x="1084" y="172"/>
                    <a:pt x="1090" y="174"/>
                  </a:cubicBezTo>
                  <a:cubicBezTo>
                    <a:pt x="4157" y="625"/>
                    <a:pt x="6952" y="1920"/>
                    <a:pt x="9228" y="3811"/>
                  </a:cubicBezTo>
                  <a:cubicBezTo>
                    <a:pt x="9501" y="3357"/>
                    <a:pt x="9707" y="2859"/>
                    <a:pt x="9832" y="2330"/>
                  </a:cubicBezTo>
                  <a:cubicBezTo>
                    <a:pt x="7361" y="854"/>
                    <a:pt x="4474" y="1"/>
                    <a:pt x="13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7"/>
            <p:cNvSpPr/>
            <p:nvPr/>
          </p:nvSpPr>
          <p:spPr>
            <a:xfrm>
              <a:off x="3676675" y="2065100"/>
              <a:ext cx="74500" cy="227675"/>
            </a:xfrm>
            <a:custGeom>
              <a:rect b="b" l="l" r="r" t="t"/>
              <a:pathLst>
                <a:path extrusionOk="0" h="9107" w="2980">
                  <a:moveTo>
                    <a:pt x="1930" y="1"/>
                  </a:moveTo>
                  <a:cubicBezTo>
                    <a:pt x="697" y="2318"/>
                    <a:pt x="1" y="4955"/>
                    <a:pt x="1" y="7759"/>
                  </a:cubicBezTo>
                  <a:cubicBezTo>
                    <a:pt x="1" y="7825"/>
                    <a:pt x="1" y="7888"/>
                    <a:pt x="3" y="7954"/>
                  </a:cubicBezTo>
                  <a:lnTo>
                    <a:pt x="3" y="8009"/>
                  </a:lnTo>
                  <a:cubicBezTo>
                    <a:pt x="3" y="8074"/>
                    <a:pt x="6" y="8140"/>
                    <a:pt x="6" y="8210"/>
                  </a:cubicBezTo>
                  <a:cubicBezTo>
                    <a:pt x="8" y="8219"/>
                    <a:pt x="8" y="8229"/>
                    <a:pt x="8" y="8238"/>
                  </a:cubicBezTo>
                  <a:lnTo>
                    <a:pt x="8" y="8254"/>
                  </a:lnTo>
                  <a:lnTo>
                    <a:pt x="8" y="8260"/>
                  </a:lnTo>
                  <a:lnTo>
                    <a:pt x="8" y="8298"/>
                  </a:lnTo>
                  <a:cubicBezTo>
                    <a:pt x="11" y="8304"/>
                    <a:pt x="11" y="8315"/>
                    <a:pt x="11" y="8324"/>
                  </a:cubicBezTo>
                  <a:lnTo>
                    <a:pt x="11" y="8373"/>
                  </a:lnTo>
                  <a:cubicBezTo>
                    <a:pt x="13" y="8376"/>
                    <a:pt x="13" y="8383"/>
                    <a:pt x="11" y="8389"/>
                  </a:cubicBezTo>
                  <a:cubicBezTo>
                    <a:pt x="13" y="8396"/>
                    <a:pt x="13" y="8406"/>
                    <a:pt x="13" y="8415"/>
                  </a:cubicBezTo>
                  <a:lnTo>
                    <a:pt x="13" y="8440"/>
                  </a:lnTo>
                  <a:lnTo>
                    <a:pt x="13" y="8448"/>
                  </a:lnTo>
                  <a:cubicBezTo>
                    <a:pt x="16" y="8454"/>
                    <a:pt x="16" y="8460"/>
                    <a:pt x="16" y="8469"/>
                  </a:cubicBezTo>
                  <a:lnTo>
                    <a:pt x="16" y="8482"/>
                  </a:lnTo>
                  <a:cubicBezTo>
                    <a:pt x="16" y="8499"/>
                    <a:pt x="18" y="8517"/>
                    <a:pt x="18" y="8536"/>
                  </a:cubicBezTo>
                  <a:lnTo>
                    <a:pt x="18" y="8543"/>
                  </a:lnTo>
                  <a:cubicBezTo>
                    <a:pt x="28" y="8732"/>
                    <a:pt x="41" y="8917"/>
                    <a:pt x="56" y="9106"/>
                  </a:cubicBezTo>
                  <a:cubicBezTo>
                    <a:pt x="65" y="9000"/>
                    <a:pt x="74" y="8897"/>
                    <a:pt x="87" y="8791"/>
                  </a:cubicBezTo>
                  <a:cubicBezTo>
                    <a:pt x="87" y="8766"/>
                    <a:pt x="90" y="8744"/>
                    <a:pt x="94" y="8722"/>
                  </a:cubicBezTo>
                  <a:cubicBezTo>
                    <a:pt x="98" y="8656"/>
                    <a:pt x="106" y="8593"/>
                    <a:pt x="113" y="8530"/>
                  </a:cubicBezTo>
                  <a:lnTo>
                    <a:pt x="113" y="8527"/>
                  </a:lnTo>
                  <a:cubicBezTo>
                    <a:pt x="115" y="8505"/>
                    <a:pt x="119" y="8480"/>
                    <a:pt x="121" y="8458"/>
                  </a:cubicBezTo>
                  <a:cubicBezTo>
                    <a:pt x="121" y="8451"/>
                    <a:pt x="121" y="8443"/>
                    <a:pt x="125" y="8435"/>
                  </a:cubicBezTo>
                  <a:lnTo>
                    <a:pt x="125" y="8429"/>
                  </a:lnTo>
                  <a:lnTo>
                    <a:pt x="125" y="8423"/>
                  </a:lnTo>
                  <a:cubicBezTo>
                    <a:pt x="125" y="8417"/>
                    <a:pt x="127" y="8406"/>
                    <a:pt x="127" y="8397"/>
                  </a:cubicBezTo>
                  <a:lnTo>
                    <a:pt x="127" y="8388"/>
                  </a:lnTo>
                  <a:cubicBezTo>
                    <a:pt x="130" y="8382"/>
                    <a:pt x="130" y="8375"/>
                    <a:pt x="130" y="8366"/>
                  </a:cubicBezTo>
                  <a:cubicBezTo>
                    <a:pt x="132" y="8360"/>
                    <a:pt x="132" y="8350"/>
                    <a:pt x="132" y="8340"/>
                  </a:cubicBezTo>
                  <a:lnTo>
                    <a:pt x="132" y="8337"/>
                  </a:lnTo>
                  <a:cubicBezTo>
                    <a:pt x="135" y="8335"/>
                    <a:pt x="135" y="8329"/>
                    <a:pt x="135" y="8322"/>
                  </a:cubicBezTo>
                  <a:lnTo>
                    <a:pt x="135" y="8314"/>
                  </a:lnTo>
                  <a:cubicBezTo>
                    <a:pt x="139" y="8304"/>
                    <a:pt x="139" y="8291"/>
                    <a:pt x="141" y="8278"/>
                  </a:cubicBezTo>
                  <a:cubicBezTo>
                    <a:pt x="141" y="8272"/>
                    <a:pt x="141" y="8265"/>
                    <a:pt x="144" y="8259"/>
                  </a:cubicBezTo>
                  <a:cubicBezTo>
                    <a:pt x="144" y="8247"/>
                    <a:pt x="146" y="8235"/>
                    <a:pt x="146" y="8222"/>
                  </a:cubicBezTo>
                  <a:cubicBezTo>
                    <a:pt x="146" y="8220"/>
                    <a:pt x="149" y="8216"/>
                    <a:pt x="149" y="8212"/>
                  </a:cubicBezTo>
                  <a:cubicBezTo>
                    <a:pt x="156" y="8156"/>
                    <a:pt x="166" y="8097"/>
                    <a:pt x="175" y="8040"/>
                  </a:cubicBezTo>
                  <a:cubicBezTo>
                    <a:pt x="175" y="8034"/>
                    <a:pt x="175" y="8025"/>
                    <a:pt x="177" y="8018"/>
                  </a:cubicBezTo>
                  <a:cubicBezTo>
                    <a:pt x="559" y="5424"/>
                    <a:pt x="1543" y="3026"/>
                    <a:pt x="2979" y="971"/>
                  </a:cubicBezTo>
                  <a:cubicBezTo>
                    <a:pt x="2853" y="820"/>
                    <a:pt x="2717" y="674"/>
                    <a:pt x="2585" y="533"/>
                  </a:cubicBezTo>
                  <a:cubicBezTo>
                    <a:pt x="2384" y="337"/>
                    <a:pt x="2163" y="158"/>
                    <a:pt x="1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7"/>
            <p:cNvSpPr/>
            <p:nvPr/>
          </p:nvSpPr>
          <p:spPr>
            <a:xfrm>
              <a:off x="3620675" y="2255375"/>
              <a:ext cx="58100" cy="177700"/>
            </a:xfrm>
            <a:custGeom>
              <a:rect b="b" l="l" r="r" t="t"/>
              <a:pathLst>
                <a:path extrusionOk="0" h="7108" w="2324">
                  <a:moveTo>
                    <a:pt x="2261" y="1"/>
                  </a:moveTo>
                  <a:cubicBezTo>
                    <a:pt x="2252" y="118"/>
                    <a:pt x="2243" y="234"/>
                    <a:pt x="2230" y="348"/>
                  </a:cubicBezTo>
                  <a:cubicBezTo>
                    <a:pt x="2226" y="363"/>
                    <a:pt x="2226" y="376"/>
                    <a:pt x="2223" y="392"/>
                  </a:cubicBezTo>
                  <a:cubicBezTo>
                    <a:pt x="2217" y="455"/>
                    <a:pt x="2211" y="518"/>
                    <a:pt x="2205" y="578"/>
                  </a:cubicBezTo>
                  <a:cubicBezTo>
                    <a:pt x="2205" y="580"/>
                    <a:pt x="2201" y="580"/>
                    <a:pt x="2201" y="580"/>
                  </a:cubicBezTo>
                  <a:cubicBezTo>
                    <a:pt x="2201" y="601"/>
                    <a:pt x="2197" y="624"/>
                    <a:pt x="2195" y="646"/>
                  </a:cubicBezTo>
                  <a:cubicBezTo>
                    <a:pt x="2195" y="655"/>
                    <a:pt x="2195" y="661"/>
                    <a:pt x="2192" y="667"/>
                  </a:cubicBezTo>
                  <a:lnTo>
                    <a:pt x="2192" y="681"/>
                  </a:lnTo>
                  <a:lnTo>
                    <a:pt x="2192" y="683"/>
                  </a:lnTo>
                  <a:cubicBezTo>
                    <a:pt x="2192" y="692"/>
                    <a:pt x="2190" y="698"/>
                    <a:pt x="2190" y="705"/>
                  </a:cubicBezTo>
                  <a:lnTo>
                    <a:pt x="2190" y="718"/>
                  </a:lnTo>
                  <a:cubicBezTo>
                    <a:pt x="2188" y="724"/>
                    <a:pt x="2188" y="730"/>
                    <a:pt x="2188" y="738"/>
                  </a:cubicBezTo>
                  <a:cubicBezTo>
                    <a:pt x="2185" y="746"/>
                    <a:pt x="2185" y="756"/>
                    <a:pt x="2185" y="765"/>
                  </a:cubicBezTo>
                  <a:lnTo>
                    <a:pt x="2185" y="769"/>
                  </a:lnTo>
                  <a:cubicBezTo>
                    <a:pt x="2183" y="775"/>
                    <a:pt x="2183" y="780"/>
                    <a:pt x="2183" y="784"/>
                  </a:cubicBezTo>
                  <a:lnTo>
                    <a:pt x="2183" y="790"/>
                  </a:lnTo>
                  <a:cubicBezTo>
                    <a:pt x="2179" y="803"/>
                    <a:pt x="2179" y="816"/>
                    <a:pt x="2176" y="825"/>
                  </a:cubicBezTo>
                  <a:cubicBezTo>
                    <a:pt x="2176" y="836"/>
                    <a:pt x="2174" y="844"/>
                    <a:pt x="2174" y="851"/>
                  </a:cubicBezTo>
                  <a:cubicBezTo>
                    <a:pt x="2174" y="863"/>
                    <a:pt x="2171" y="873"/>
                    <a:pt x="2171" y="882"/>
                  </a:cubicBezTo>
                  <a:cubicBezTo>
                    <a:pt x="2168" y="888"/>
                    <a:pt x="2165" y="892"/>
                    <a:pt x="2168" y="894"/>
                  </a:cubicBezTo>
                  <a:cubicBezTo>
                    <a:pt x="2162" y="951"/>
                    <a:pt x="2152" y="1008"/>
                    <a:pt x="2143" y="1065"/>
                  </a:cubicBezTo>
                  <a:lnTo>
                    <a:pt x="2143" y="1084"/>
                  </a:lnTo>
                  <a:cubicBezTo>
                    <a:pt x="1822" y="3259"/>
                    <a:pt x="1081" y="5295"/>
                    <a:pt x="0" y="7107"/>
                  </a:cubicBezTo>
                  <a:lnTo>
                    <a:pt x="1292" y="7107"/>
                  </a:lnTo>
                  <a:cubicBezTo>
                    <a:pt x="1961" y="5315"/>
                    <a:pt x="2323" y="3372"/>
                    <a:pt x="2323" y="1347"/>
                  </a:cubicBezTo>
                  <a:lnTo>
                    <a:pt x="2323" y="1182"/>
                  </a:lnTo>
                  <a:cubicBezTo>
                    <a:pt x="2323" y="1154"/>
                    <a:pt x="2319" y="1126"/>
                    <a:pt x="2311" y="1097"/>
                  </a:cubicBezTo>
                  <a:cubicBezTo>
                    <a:pt x="2311" y="1032"/>
                    <a:pt x="2309" y="962"/>
                    <a:pt x="2309" y="892"/>
                  </a:cubicBezTo>
                  <a:cubicBezTo>
                    <a:pt x="2309" y="885"/>
                    <a:pt x="2309" y="875"/>
                    <a:pt x="2306" y="867"/>
                  </a:cubicBezTo>
                  <a:lnTo>
                    <a:pt x="2306" y="803"/>
                  </a:lnTo>
                  <a:cubicBezTo>
                    <a:pt x="2306" y="796"/>
                    <a:pt x="2306" y="790"/>
                    <a:pt x="2304" y="781"/>
                  </a:cubicBezTo>
                  <a:cubicBezTo>
                    <a:pt x="2306" y="779"/>
                    <a:pt x="2304" y="772"/>
                    <a:pt x="2304" y="765"/>
                  </a:cubicBezTo>
                  <a:lnTo>
                    <a:pt x="2304" y="759"/>
                  </a:lnTo>
                  <a:lnTo>
                    <a:pt x="2304" y="715"/>
                  </a:lnTo>
                  <a:cubicBezTo>
                    <a:pt x="2304" y="709"/>
                    <a:pt x="2304" y="703"/>
                    <a:pt x="2301" y="693"/>
                  </a:cubicBezTo>
                  <a:lnTo>
                    <a:pt x="2301" y="652"/>
                  </a:lnTo>
                  <a:cubicBezTo>
                    <a:pt x="2301" y="650"/>
                    <a:pt x="2301" y="643"/>
                    <a:pt x="2299" y="636"/>
                  </a:cubicBezTo>
                  <a:lnTo>
                    <a:pt x="2301" y="634"/>
                  </a:lnTo>
                  <a:cubicBezTo>
                    <a:pt x="2301" y="630"/>
                    <a:pt x="2301" y="627"/>
                    <a:pt x="2299" y="627"/>
                  </a:cubicBezTo>
                  <a:cubicBezTo>
                    <a:pt x="2299" y="609"/>
                    <a:pt x="2299" y="590"/>
                    <a:pt x="2295" y="570"/>
                  </a:cubicBezTo>
                  <a:lnTo>
                    <a:pt x="2295" y="568"/>
                  </a:lnTo>
                  <a:cubicBezTo>
                    <a:pt x="2289" y="378"/>
                    <a:pt x="2277" y="191"/>
                    <a:pt x="2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7"/>
            <p:cNvSpPr/>
            <p:nvPr/>
          </p:nvSpPr>
          <p:spPr>
            <a:xfrm>
              <a:off x="3516850" y="2264450"/>
              <a:ext cx="176775" cy="69400"/>
            </a:xfrm>
            <a:custGeom>
              <a:rect b="b" l="l" r="r" t="t"/>
              <a:pathLst>
                <a:path extrusionOk="0" h="2776" w="7071">
                  <a:moveTo>
                    <a:pt x="7071" y="0"/>
                  </a:moveTo>
                  <a:cubicBezTo>
                    <a:pt x="6981" y="44"/>
                    <a:pt x="6889" y="86"/>
                    <a:pt x="6788" y="128"/>
                  </a:cubicBezTo>
                  <a:cubicBezTo>
                    <a:pt x="6766" y="140"/>
                    <a:pt x="6741" y="154"/>
                    <a:pt x="6716" y="163"/>
                  </a:cubicBezTo>
                  <a:cubicBezTo>
                    <a:pt x="6659" y="189"/>
                    <a:pt x="6599" y="217"/>
                    <a:pt x="6539" y="238"/>
                  </a:cubicBezTo>
                  <a:cubicBezTo>
                    <a:pt x="6539" y="238"/>
                    <a:pt x="6539" y="242"/>
                    <a:pt x="6536" y="242"/>
                  </a:cubicBezTo>
                  <a:cubicBezTo>
                    <a:pt x="6518" y="252"/>
                    <a:pt x="6496" y="261"/>
                    <a:pt x="6473" y="267"/>
                  </a:cubicBezTo>
                  <a:cubicBezTo>
                    <a:pt x="6469" y="272"/>
                    <a:pt x="6464" y="275"/>
                    <a:pt x="6460" y="275"/>
                  </a:cubicBezTo>
                  <a:cubicBezTo>
                    <a:pt x="6458" y="275"/>
                    <a:pt x="6456" y="274"/>
                    <a:pt x="6455" y="273"/>
                  </a:cubicBezTo>
                  <a:lnTo>
                    <a:pt x="6452" y="277"/>
                  </a:lnTo>
                  <a:cubicBezTo>
                    <a:pt x="6447" y="279"/>
                    <a:pt x="6447" y="279"/>
                    <a:pt x="6445" y="279"/>
                  </a:cubicBezTo>
                  <a:cubicBezTo>
                    <a:pt x="6445" y="279"/>
                    <a:pt x="6445" y="281"/>
                    <a:pt x="6442" y="281"/>
                  </a:cubicBezTo>
                  <a:lnTo>
                    <a:pt x="6440" y="281"/>
                  </a:lnTo>
                  <a:cubicBezTo>
                    <a:pt x="6431" y="288"/>
                    <a:pt x="6418" y="291"/>
                    <a:pt x="6409" y="294"/>
                  </a:cubicBezTo>
                  <a:lnTo>
                    <a:pt x="6406" y="294"/>
                  </a:lnTo>
                  <a:cubicBezTo>
                    <a:pt x="6400" y="300"/>
                    <a:pt x="6398" y="300"/>
                    <a:pt x="6391" y="303"/>
                  </a:cubicBezTo>
                  <a:cubicBezTo>
                    <a:pt x="6384" y="305"/>
                    <a:pt x="6375" y="310"/>
                    <a:pt x="6369" y="312"/>
                  </a:cubicBezTo>
                  <a:lnTo>
                    <a:pt x="6367" y="312"/>
                  </a:lnTo>
                  <a:cubicBezTo>
                    <a:pt x="6360" y="316"/>
                    <a:pt x="6353" y="319"/>
                    <a:pt x="6347" y="319"/>
                  </a:cubicBezTo>
                  <a:lnTo>
                    <a:pt x="6347" y="321"/>
                  </a:lnTo>
                  <a:cubicBezTo>
                    <a:pt x="6334" y="327"/>
                    <a:pt x="6318" y="334"/>
                    <a:pt x="6306" y="336"/>
                  </a:cubicBezTo>
                  <a:cubicBezTo>
                    <a:pt x="6300" y="340"/>
                    <a:pt x="6293" y="343"/>
                    <a:pt x="6286" y="346"/>
                  </a:cubicBezTo>
                  <a:cubicBezTo>
                    <a:pt x="6275" y="352"/>
                    <a:pt x="6262" y="355"/>
                    <a:pt x="6249" y="361"/>
                  </a:cubicBezTo>
                  <a:lnTo>
                    <a:pt x="6246" y="361"/>
                  </a:lnTo>
                  <a:cubicBezTo>
                    <a:pt x="6191" y="386"/>
                    <a:pt x="6135" y="408"/>
                    <a:pt x="6080" y="427"/>
                  </a:cubicBezTo>
                  <a:cubicBezTo>
                    <a:pt x="6078" y="430"/>
                    <a:pt x="6074" y="433"/>
                    <a:pt x="6071" y="433"/>
                  </a:cubicBezTo>
                  <a:cubicBezTo>
                    <a:pt x="4098" y="1218"/>
                    <a:pt x="2040" y="1593"/>
                    <a:pt x="1" y="1593"/>
                  </a:cubicBezTo>
                  <a:lnTo>
                    <a:pt x="1" y="2775"/>
                  </a:lnTo>
                  <a:cubicBezTo>
                    <a:pt x="2034" y="2488"/>
                    <a:pt x="4048" y="1810"/>
                    <a:pt x="5936" y="719"/>
                  </a:cubicBezTo>
                  <a:cubicBezTo>
                    <a:pt x="5980" y="696"/>
                    <a:pt x="6027" y="667"/>
                    <a:pt x="6071" y="641"/>
                  </a:cubicBezTo>
                  <a:cubicBezTo>
                    <a:pt x="6100" y="624"/>
                    <a:pt x="6125" y="609"/>
                    <a:pt x="6153" y="593"/>
                  </a:cubicBezTo>
                  <a:cubicBezTo>
                    <a:pt x="6210" y="558"/>
                    <a:pt x="6270" y="523"/>
                    <a:pt x="6327" y="486"/>
                  </a:cubicBezTo>
                  <a:cubicBezTo>
                    <a:pt x="6333" y="484"/>
                    <a:pt x="6336" y="480"/>
                    <a:pt x="6342" y="477"/>
                  </a:cubicBezTo>
                  <a:cubicBezTo>
                    <a:pt x="6351" y="474"/>
                    <a:pt x="6358" y="466"/>
                    <a:pt x="6364" y="464"/>
                  </a:cubicBezTo>
                  <a:cubicBezTo>
                    <a:pt x="6370" y="461"/>
                    <a:pt x="6374" y="458"/>
                    <a:pt x="6377" y="455"/>
                  </a:cubicBezTo>
                  <a:cubicBezTo>
                    <a:pt x="6385" y="451"/>
                    <a:pt x="6393" y="445"/>
                    <a:pt x="6399" y="443"/>
                  </a:cubicBezTo>
                  <a:cubicBezTo>
                    <a:pt x="6405" y="436"/>
                    <a:pt x="6411" y="432"/>
                    <a:pt x="6418" y="429"/>
                  </a:cubicBezTo>
                  <a:cubicBezTo>
                    <a:pt x="6425" y="427"/>
                    <a:pt x="6429" y="423"/>
                    <a:pt x="6431" y="420"/>
                  </a:cubicBezTo>
                  <a:cubicBezTo>
                    <a:pt x="6434" y="420"/>
                    <a:pt x="6437" y="418"/>
                    <a:pt x="6440" y="418"/>
                  </a:cubicBezTo>
                  <a:cubicBezTo>
                    <a:pt x="6446" y="412"/>
                    <a:pt x="6453" y="408"/>
                    <a:pt x="6456" y="405"/>
                  </a:cubicBezTo>
                  <a:cubicBezTo>
                    <a:pt x="6460" y="405"/>
                    <a:pt x="6462" y="405"/>
                    <a:pt x="6462" y="402"/>
                  </a:cubicBezTo>
                  <a:cubicBezTo>
                    <a:pt x="6468" y="398"/>
                    <a:pt x="6472" y="396"/>
                    <a:pt x="6475" y="396"/>
                  </a:cubicBezTo>
                  <a:cubicBezTo>
                    <a:pt x="6483" y="389"/>
                    <a:pt x="6491" y="387"/>
                    <a:pt x="6497" y="381"/>
                  </a:cubicBezTo>
                  <a:cubicBezTo>
                    <a:pt x="6507" y="374"/>
                    <a:pt x="6517" y="372"/>
                    <a:pt x="6523" y="365"/>
                  </a:cubicBezTo>
                  <a:cubicBezTo>
                    <a:pt x="6529" y="361"/>
                    <a:pt x="6535" y="355"/>
                    <a:pt x="6542" y="352"/>
                  </a:cubicBezTo>
                  <a:cubicBezTo>
                    <a:pt x="6545" y="352"/>
                    <a:pt x="6549" y="350"/>
                    <a:pt x="6549" y="350"/>
                  </a:cubicBezTo>
                  <a:cubicBezTo>
                    <a:pt x="6568" y="336"/>
                    <a:pt x="6584" y="328"/>
                    <a:pt x="6599" y="315"/>
                  </a:cubicBezTo>
                  <a:lnTo>
                    <a:pt x="6601" y="315"/>
                  </a:lnTo>
                  <a:cubicBezTo>
                    <a:pt x="6759" y="212"/>
                    <a:pt x="6916" y="107"/>
                    <a:pt x="7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7"/>
            <p:cNvSpPr/>
            <p:nvPr/>
          </p:nvSpPr>
          <p:spPr>
            <a:xfrm>
              <a:off x="3661625" y="2210750"/>
              <a:ext cx="235925" cy="72900"/>
            </a:xfrm>
            <a:custGeom>
              <a:rect b="b" l="l" r="r" t="t"/>
              <a:pathLst>
                <a:path extrusionOk="0" h="2916" w="9437">
                  <a:moveTo>
                    <a:pt x="8465" y="0"/>
                  </a:moveTo>
                  <a:cubicBezTo>
                    <a:pt x="5963" y="138"/>
                    <a:pt x="3451" y="850"/>
                    <a:pt x="1131" y="2193"/>
                  </a:cubicBezTo>
                  <a:cubicBezTo>
                    <a:pt x="1088" y="2218"/>
                    <a:pt x="1046" y="2244"/>
                    <a:pt x="1002" y="2272"/>
                  </a:cubicBezTo>
                  <a:cubicBezTo>
                    <a:pt x="970" y="2287"/>
                    <a:pt x="941" y="2307"/>
                    <a:pt x="911" y="2329"/>
                  </a:cubicBezTo>
                  <a:cubicBezTo>
                    <a:pt x="856" y="2358"/>
                    <a:pt x="801" y="2392"/>
                    <a:pt x="744" y="2433"/>
                  </a:cubicBezTo>
                  <a:cubicBezTo>
                    <a:pt x="743" y="2432"/>
                    <a:pt x="741" y="2432"/>
                    <a:pt x="740" y="2432"/>
                  </a:cubicBezTo>
                  <a:cubicBezTo>
                    <a:pt x="734" y="2432"/>
                    <a:pt x="727" y="2437"/>
                    <a:pt x="722" y="2442"/>
                  </a:cubicBezTo>
                  <a:lnTo>
                    <a:pt x="720" y="2444"/>
                  </a:lnTo>
                  <a:cubicBezTo>
                    <a:pt x="719" y="2443"/>
                    <a:pt x="718" y="2443"/>
                    <a:pt x="717" y="2443"/>
                  </a:cubicBezTo>
                  <a:cubicBezTo>
                    <a:pt x="715" y="2443"/>
                    <a:pt x="713" y="2445"/>
                    <a:pt x="713" y="2447"/>
                  </a:cubicBezTo>
                  <a:lnTo>
                    <a:pt x="711" y="2447"/>
                  </a:lnTo>
                  <a:cubicBezTo>
                    <a:pt x="711" y="2447"/>
                    <a:pt x="711" y="2451"/>
                    <a:pt x="708" y="2453"/>
                  </a:cubicBezTo>
                  <a:cubicBezTo>
                    <a:pt x="707" y="2452"/>
                    <a:pt x="707" y="2452"/>
                    <a:pt x="706" y="2452"/>
                  </a:cubicBezTo>
                  <a:cubicBezTo>
                    <a:pt x="704" y="2452"/>
                    <a:pt x="701" y="2454"/>
                    <a:pt x="700" y="2457"/>
                  </a:cubicBezTo>
                  <a:cubicBezTo>
                    <a:pt x="690" y="2460"/>
                    <a:pt x="680" y="2467"/>
                    <a:pt x="671" y="2475"/>
                  </a:cubicBezTo>
                  <a:cubicBezTo>
                    <a:pt x="665" y="2475"/>
                    <a:pt x="658" y="2482"/>
                    <a:pt x="651" y="2489"/>
                  </a:cubicBezTo>
                  <a:cubicBezTo>
                    <a:pt x="651" y="2487"/>
                    <a:pt x="650" y="2487"/>
                    <a:pt x="649" y="2487"/>
                  </a:cubicBezTo>
                  <a:cubicBezTo>
                    <a:pt x="647" y="2487"/>
                    <a:pt x="644" y="2489"/>
                    <a:pt x="643" y="2491"/>
                  </a:cubicBezTo>
                  <a:cubicBezTo>
                    <a:pt x="640" y="2491"/>
                    <a:pt x="636" y="2495"/>
                    <a:pt x="634" y="2498"/>
                  </a:cubicBezTo>
                  <a:cubicBezTo>
                    <a:pt x="627" y="2501"/>
                    <a:pt x="620" y="2504"/>
                    <a:pt x="614" y="2510"/>
                  </a:cubicBezTo>
                  <a:cubicBezTo>
                    <a:pt x="610" y="2510"/>
                    <a:pt x="608" y="2510"/>
                    <a:pt x="608" y="2513"/>
                  </a:cubicBezTo>
                  <a:cubicBezTo>
                    <a:pt x="602" y="2513"/>
                    <a:pt x="598" y="2516"/>
                    <a:pt x="594" y="2520"/>
                  </a:cubicBezTo>
                  <a:cubicBezTo>
                    <a:pt x="588" y="2524"/>
                    <a:pt x="582" y="2530"/>
                    <a:pt x="576" y="2532"/>
                  </a:cubicBezTo>
                  <a:cubicBezTo>
                    <a:pt x="566" y="2539"/>
                    <a:pt x="558" y="2541"/>
                    <a:pt x="550" y="2547"/>
                  </a:cubicBezTo>
                  <a:lnTo>
                    <a:pt x="550" y="2550"/>
                  </a:lnTo>
                  <a:lnTo>
                    <a:pt x="547" y="2550"/>
                  </a:lnTo>
                  <a:cubicBezTo>
                    <a:pt x="541" y="2553"/>
                    <a:pt x="538" y="2557"/>
                    <a:pt x="532" y="2560"/>
                  </a:cubicBezTo>
                  <a:cubicBezTo>
                    <a:pt x="529" y="2560"/>
                    <a:pt x="525" y="2563"/>
                    <a:pt x="522" y="2566"/>
                  </a:cubicBezTo>
                  <a:cubicBezTo>
                    <a:pt x="506" y="2575"/>
                    <a:pt x="490" y="2586"/>
                    <a:pt x="475" y="2601"/>
                  </a:cubicBezTo>
                  <a:cubicBezTo>
                    <a:pt x="475" y="2598"/>
                    <a:pt x="473" y="2598"/>
                    <a:pt x="473" y="2598"/>
                  </a:cubicBezTo>
                  <a:cubicBezTo>
                    <a:pt x="473" y="2601"/>
                    <a:pt x="470" y="2601"/>
                    <a:pt x="470" y="2601"/>
                  </a:cubicBezTo>
                  <a:cubicBezTo>
                    <a:pt x="309" y="2704"/>
                    <a:pt x="155" y="2808"/>
                    <a:pt x="0" y="2916"/>
                  </a:cubicBezTo>
                  <a:cubicBezTo>
                    <a:pt x="94" y="2871"/>
                    <a:pt x="190" y="2828"/>
                    <a:pt x="284" y="2787"/>
                  </a:cubicBezTo>
                  <a:cubicBezTo>
                    <a:pt x="305" y="2774"/>
                    <a:pt x="328" y="2764"/>
                    <a:pt x="354" y="2756"/>
                  </a:cubicBezTo>
                  <a:cubicBezTo>
                    <a:pt x="411" y="2727"/>
                    <a:pt x="471" y="2701"/>
                    <a:pt x="530" y="2679"/>
                  </a:cubicBezTo>
                  <a:lnTo>
                    <a:pt x="533" y="2676"/>
                  </a:lnTo>
                  <a:cubicBezTo>
                    <a:pt x="551" y="2666"/>
                    <a:pt x="571" y="2658"/>
                    <a:pt x="592" y="2651"/>
                  </a:cubicBezTo>
                  <a:cubicBezTo>
                    <a:pt x="599" y="2644"/>
                    <a:pt x="608" y="2642"/>
                    <a:pt x="614" y="2642"/>
                  </a:cubicBezTo>
                  <a:cubicBezTo>
                    <a:pt x="618" y="2639"/>
                    <a:pt x="618" y="2639"/>
                    <a:pt x="620" y="2639"/>
                  </a:cubicBezTo>
                  <a:cubicBezTo>
                    <a:pt x="623" y="2637"/>
                    <a:pt x="627" y="2637"/>
                    <a:pt x="630" y="2637"/>
                  </a:cubicBezTo>
                  <a:cubicBezTo>
                    <a:pt x="639" y="2630"/>
                    <a:pt x="651" y="2624"/>
                    <a:pt x="661" y="2624"/>
                  </a:cubicBezTo>
                  <a:lnTo>
                    <a:pt x="664" y="2622"/>
                  </a:lnTo>
                  <a:cubicBezTo>
                    <a:pt x="667" y="2618"/>
                    <a:pt x="674" y="2614"/>
                    <a:pt x="676" y="2614"/>
                  </a:cubicBezTo>
                  <a:cubicBezTo>
                    <a:pt x="682" y="2612"/>
                    <a:pt x="691" y="2608"/>
                    <a:pt x="698" y="2606"/>
                  </a:cubicBezTo>
                  <a:cubicBezTo>
                    <a:pt x="701" y="2603"/>
                    <a:pt x="705" y="2603"/>
                    <a:pt x="707" y="2603"/>
                  </a:cubicBezTo>
                  <a:cubicBezTo>
                    <a:pt x="711" y="2599"/>
                    <a:pt x="717" y="2597"/>
                    <a:pt x="720" y="2597"/>
                  </a:cubicBezTo>
                  <a:lnTo>
                    <a:pt x="722" y="2597"/>
                  </a:lnTo>
                  <a:cubicBezTo>
                    <a:pt x="734" y="2591"/>
                    <a:pt x="747" y="2584"/>
                    <a:pt x="760" y="2581"/>
                  </a:cubicBezTo>
                  <a:cubicBezTo>
                    <a:pt x="770" y="2575"/>
                    <a:pt x="779" y="2571"/>
                    <a:pt x="785" y="2568"/>
                  </a:cubicBezTo>
                  <a:cubicBezTo>
                    <a:pt x="798" y="2565"/>
                    <a:pt x="808" y="2558"/>
                    <a:pt x="816" y="2556"/>
                  </a:cubicBezTo>
                  <a:cubicBezTo>
                    <a:pt x="820" y="2556"/>
                    <a:pt x="824" y="2554"/>
                    <a:pt x="824" y="2554"/>
                  </a:cubicBezTo>
                  <a:cubicBezTo>
                    <a:pt x="880" y="2531"/>
                    <a:pt x="933" y="2509"/>
                    <a:pt x="987" y="2490"/>
                  </a:cubicBezTo>
                  <a:cubicBezTo>
                    <a:pt x="994" y="2488"/>
                    <a:pt x="996" y="2483"/>
                    <a:pt x="1002" y="2481"/>
                  </a:cubicBezTo>
                  <a:cubicBezTo>
                    <a:pt x="2970" y="1701"/>
                    <a:pt x="5022" y="1325"/>
                    <a:pt x="7053" y="1325"/>
                  </a:cubicBezTo>
                  <a:cubicBezTo>
                    <a:pt x="7853" y="1325"/>
                    <a:pt x="8650" y="1383"/>
                    <a:pt x="9437" y="1498"/>
                  </a:cubicBezTo>
                  <a:cubicBezTo>
                    <a:pt x="9200" y="944"/>
                    <a:pt x="8870" y="436"/>
                    <a:pt x="84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7"/>
            <p:cNvSpPr/>
            <p:nvPr/>
          </p:nvSpPr>
          <p:spPr>
            <a:xfrm>
              <a:off x="3612275" y="2041600"/>
              <a:ext cx="74925" cy="248375"/>
            </a:xfrm>
            <a:custGeom>
              <a:rect b="b" l="l" r="r" t="t"/>
              <a:pathLst>
                <a:path extrusionOk="0" h="9935" w="2997">
                  <a:moveTo>
                    <a:pt x="1487" y="1"/>
                  </a:moveTo>
                  <a:cubicBezTo>
                    <a:pt x="995" y="1"/>
                    <a:pt x="517" y="66"/>
                    <a:pt x="63" y="195"/>
                  </a:cubicBezTo>
                  <a:cubicBezTo>
                    <a:pt x="1" y="3117"/>
                    <a:pt x="709" y="6092"/>
                    <a:pt x="2278" y="8806"/>
                  </a:cubicBezTo>
                  <a:cubicBezTo>
                    <a:pt x="2304" y="8850"/>
                    <a:pt x="2329" y="8893"/>
                    <a:pt x="2355" y="8935"/>
                  </a:cubicBezTo>
                  <a:cubicBezTo>
                    <a:pt x="2371" y="8964"/>
                    <a:pt x="2387" y="8991"/>
                    <a:pt x="2402" y="9017"/>
                  </a:cubicBezTo>
                  <a:cubicBezTo>
                    <a:pt x="2442" y="9078"/>
                    <a:pt x="2476" y="9137"/>
                    <a:pt x="2514" y="9194"/>
                  </a:cubicBezTo>
                  <a:cubicBezTo>
                    <a:pt x="2516" y="9201"/>
                    <a:pt x="2520" y="9207"/>
                    <a:pt x="2522" y="9209"/>
                  </a:cubicBezTo>
                  <a:cubicBezTo>
                    <a:pt x="2526" y="9218"/>
                    <a:pt x="2532" y="9225"/>
                    <a:pt x="2535" y="9232"/>
                  </a:cubicBezTo>
                  <a:lnTo>
                    <a:pt x="2535" y="9234"/>
                  </a:lnTo>
                  <a:cubicBezTo>
                    <a:pt x="2540" y="9237"/>
                    <a:pt x="2542" y="9240"/>
                    <a:pt x="2542" y="9243"/>
                  </a:cubicBezTo>
                  <a:cubicBezTo>
                    <a:pt x="2548" y="9254"/>
                    <a:pt x="2555" y="9263"/>
                    <a:pt x="2557" y="9269"/>
                  </a:cubicBezTo>
                  <a:cubicBezTo>
                    <a:pt x="2563" y="9275"/>
                    <a:pt x="2567" y="9281"/>
                    <a:pt x="2571" y="9289"/>
                  </a:cubicBezTo>
                  <a:cubicBezTo>
                    <a:pt x="2573" y="9295"/>
                    <a:pt x="2577" y="9299"/>
                    <a:pt x="2579" y="9301"/>
                  </a:cubicBezTo>
                  <a:cubicBezTo>
                    <a:pt x="2579" y="9305"/>
                    <a:pt x="2582" y="9307"/>
                    <a:pt x="2582" y="9307"/>
                  </a:cubicBezTo>
                  <a:cubicBezTo>
                    <a:pt x="2584" y="9314"/>
                    <a:pt x="2588" y="9321"/>
                    <a:pt x="2591" y="9323"/>
                  </a:cubicBezTo>
                  <a:cubicBezTo>
                    <a:pt x="2594" y="9326"/>
                    <a:pt x="2593" y="9328"/>
                    <a:pt x="2597" y="9332"/>
                  </a:cubicBezTo>
                  <a:cubicBezTo>
                    <a:pt x="2601" y="9336"/>
                    <a:pt x="2604" y="9342"/>
                    <a:pt x="2604" y="9345"/>
                  </a:cubicBezTo>
                  <a:cubicBezTo>
                    <a:pt x="2610" y="9352"/>
                    <a:pt x="2613" y="9358"/>
                    <a:pt x="2619" y="9364"/>
                  </a:cubicBezTo>
                  <a:cubicBezTo>
                    <a:pt x="2623" y="9374"/>
                    <a:pt x="2629" y="9382"/>
                    <a:pt x="2632" y="9390"/>
                  </a:cubicBezTo>
                  <a:cubicBezTo>
                    <a:pt x="2635" y="9390"/>
                    <a:pt x="2635" y="9393"/>
                    <a:pt x="2635" y="9393"/>
                  </a:cubicBezTo>
                  <a:cubicBezTo>
                    <a:pt x="2639" y="9399"/>
                    <a:pt x="2645" y="9405"/>
                    <a:pt x="2648" y="9412"/>
                  </a:cubicBezTo>
                  <a:cubicBezTo>
                    <a:pt x="2648" y="9416"/>
                    <a:pt x="2650" y="9416"/>
                    <a:pt x="2650" y="9419"/>
                  </a:cubicBezTo>
                  <a:cubicBezTo>
                    <a:pt x="2659" y="9434"/>
                    <a:pt x="2669" y="9450"/>
                    <a:pt x="2681" y="9462"/>
                  </a:cubicBezTo>
                  <a:cubicBezTo>
                    <a:pt x="2681" y="9466"/>
                    <a:pt x="2684" y="9469"/>
                    <a:pt x="2684" y="9469"/>
                  </a:cubicBezTo>
                  <a:lnTo>
                    <a:pt x="2684" y="9471"/>
                  </a:lnTo>
                  <a:cubicBezTo>
                    <a:pt x="2788" y="9632"/>
                    <a:pt x="2891" y="9786"/>
                    <a:pt x="2997" y="9935"/>
                  </a:cubicBezTo>
                  <a:cubicBezTo>
                    <a:pt x="2949" y="9837"/>
                    <a:pt x="2906" y="9739"/>
                    <a:pt x="2862" y="9637"/>
                  </a:cubicBezTo>
                  <a:cubicBezTo>
                    <a:pt x="2851" y="9620"/>
                    <a:pt x="2842" y="9600"/>
                    <a:pt x="2836" y="9579"/>
                  </a:cubicBezTo>
                  <a:cubicBezTo>
                    <a:pt x="2808" y="9522"/>
                    <a:pt x="2783" y="9465"/>
                    <a:pt x="2757" y="9405"/>
                  </a:cubicBezTo>
                  <a:lnTo>
                    <a:pt x="2757" y="9403"/>
                  </a:lnTo>
                  <a:cubicBezTo>
                    <a:pt x="2747" y="9385"/>
                    <a:pt x="2738" y="9365"/>
                    <a:pt x="2732" y="9343"/>
                  </a:cubicBezTo>
                  <a:cubicBezTo>
                    <a:pt x="2725" y="9337"/>
                    <a:pt x="2722" y="9328"/>
                    <a:pt x="2722" y="9322"/>
                  </a:cubicBezTo>
                  <a:cubicBezTo>
                    <a:pt x="2718" y="9319"/>
                    <a:pt x="2716" y="9315"/>
                    <a:pt x="2716" y="9312"/>
                  </a:cubicBezTo>
                  <a:lnTo>
                    <a:pt x="2716" y="9310"/>
                  </a:lnTo>
                  <a:cubicBezTo>
                    <a:pt x="2710" y="9301"/>
                    <a:pt x="2706" y="9288"/>
                    <a:pt x="2703" y="9279"/>
                  </a:cubicBezTo>
                  <a:lnTo>
                    <a:pt x="2703" y="9276"/>
                  </a:lnTo>
                  <a:cubicBezTo>
                    <a:pt x="2696" y="9270"/>
                    <a:pt x="2696" y="9268"/>
                    <a:pt x="2694" y="9261"/>
                  </a:cubicBezTo>
                  <a:cubicBezTo>
                    <a:pt x="2691" y="9250"/>
                    <a:pt x="2687" y="9244"/>
                    <a:pt x="2685" y="9235"/>
                  </a:cubicBezTo>
                  <a:cubicBezTo>
                    <a:pt x="2682" y="9235"/>
                    <a:pt x="2682" y="9235"/>
                    <a:pt x="2682" y="9233"/>
                  </a:cubicBezTo>
                  <a:cubicBezTo>
                    <a:pt x="2680" y="9229"/>
                    <a:pt x="2680" y="9223"/>
                    <a:pt x="2680" y="9219"/>
                  </a:cubicBezTo>
                  <a:cubicBezTo>
                    <a:pt x="2677" y="9216"/>
                    <a:pt x="2677" y="9216"/>
                    <a:pt x="2677" y="9213"/>
                  </a:cubicBezTo>
                  <a:cubicBezTo>
                    <a:pt x="2671" y="9202"/>
                    <a:pt x="2664" y="9189"/>
                    <a:pt x="2661" y="9176"/>
                  </a:cubicBezTo>
                  <a:cubicBezTo>
                    <a:pt x="2659" y="9167"/>
                    <a:pt x="2655" y="9161"/>
                    <a:pt x="2653" y="9154"/>
                  </a:cubicBezTo>
                  <a:cubicBezTo>
                    <a:pt x="2646" y="9141"/>
                    <a:pt x="2644" y="9129"/>
                    <a:pt x="2638" y="9119"/>
                  </a:cubicBezTo>
                  <a:lnTo>
                    <a:pt x="2638" y="9116"/>
                  </a:lnTo>
                  <a:cubicBezTo>
                    <a:pt x="2613" y="9062"/>
                    <a:pt x="2591" y="9005"/>
                    <a:pt x="2572" y="8950"/>
                  </a:cubicBezTo>
                  <a:cubicBezTo>
                    <a:pt x="2567" y="8948"/>
                    <a:pt x="2565" y="8944"/>
                    <a:pt x="2565" y="8941"/>
                  </a:cubicBezTo>
                  <a:cubicBezTo>
                    <a:pt x="1415" y="6035"/>
                    <a:pt x="1137" y="2940"/>
                    <a:pt x="1657" y="3"/>
                  </a:cubicBezTo>
                  <a:cubicBezTo>
                    <a:pt x="1600" y="1"/>
                    <a:pt x="1544" y="1"/>
                    <a:pt x="14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7"/>
            <p:cNvSpPr/>
            <p:nvPr/>
          </p:nvSpPr>
          <p:spPr>
            <a:xfrm>
              <a:off x="3668025" y="2258075"/>
              <a:ext cx="69200" cy="175000"/>
            </a:xfrm>
            <a:custGeom>
              <a:rect b="b" l="l" r="r" t="t"/>
              <a:pathLst>
                <a:path extrusionOk="0" h="7000" w="2768">
                  <a:moveTo>
                    <a:pt x="1" y="0"/>
                  </a:moveTo>
                  <a:lnTo>
                    <a:pt x="1" y="0"/>
                  </a:lnTo>
                  <a:cubicBezTo>
                    <a:pt x="44" y="91"/>
                    <a:pt x="86" y="183"/>
                    <a:pt x="127" y="277"/>
                  </a:cubicBezTo>
                  <a:cubicBezTo>
                    <a:pt x="139" y="299"/>
                    <a:pt x="150" y="321"/>
                    <a:pt x="158" y="347"/>
                  </a:cubicBezTo>
                  <a:cubicBezTo>
                    <a:pt x="187" y="404"/>
                    <a:pt x="212" y="465"/>
                    <a:pt x="237" y="523"/>
                  </a:cubicBezTo>
                  <a:cubicBezTo>
                    <a:pt x="237" y="523"/>
                    <a:pt x="239" y="527"/>
                    <a:pt x="239" y="530"/>
                  </a:cubicBezTo>
                  <a:cubicBezTo>
                    <a:pt x="250" y="549"/>
                    <a:pt x="259" y="571"/>
                    <a:pt x="265" y="594"/>
                  </a:cubicBezTo>
                  <a:cubicBezTo>
                    <a:pt x="271" y="600"/>
                    <a:pt x="274" y="609"/>
                    <a:pt x="274" y="615"/>
                  </a:cubicBezTo>
                  <a:lnTo>
                    <a:pt x="277" y="617"/>
                  </a:lnTo>
                  <a:cubicBezTo>
                    <a:pt x="280" y="620"/>
                    <a:pt x="280" y="624"/>
                    <a:pt x="280" y="627"/>
                  </a:cubicBezTo>
                  <a:cubicBezTo>
                    <a:pt x="286" y="640"/>
                    <a:pt x="290" y="648"/>
                    <a:pt x="292" y="662"/>
                  </a:cubicBezTo>
                  <a:lnTo>
                    <a:pt x="295" y="662"/>
                  </a:lnTo>
                  <a:cubicBezTo>
                    <a:pt x="299" y="668"/>
                    <a:pt x="299" y="671"/>
                    <a:pt x="301" y="677"/>
                  </a:cubicBezTo>
                  <a:cubicBezTo>
                    <a:pt x="305" y="683"/>
                    <a:pt x="307" y="689"/>
                    <a:pt x="307" y="697"/>
                  </a:cubicBezTo>
                  <a:cubicBezTo>
                    <a:pt x="312" y="699"/>
                    <a:pt x="315" y="703"/>
                    <a:pt x="315" y="705"/>
                  </a:cubicBezTo>
                  <a:cubicBezTo>
                    <a:pt x="318" y="712"/>
                    <a:pt x="318" y="714"/>
                    <a:pt x="321" y="720"/>
                  </a:cubicBezTo>
                  <a:cubicBezTo>
                    <a:pt x="327" y="734"/>
                    <a:pt x="333" y="749"/>
                    <a:pt x="336" y="762"/>
                  </a:cubicBezTo>
                  <a:cubicBezTo>
                    <a:pt x="338" y="769"/>
                    <a:pt x="343" y="777"/>
                    <a:pt x="346" y="784"/>
                  </a:cubicBezTo>
                  <a:cubicBezTo>
                    <a:pt x="352" y="797"/>
                    <a:pt x="354" y="810"/>
                    <a:pt x="360" y="818"/>
                  </a:cubicBezTo>
                  <a:lnTo>
                    <a:pt x="360" y="826"/>
                  </a:lnTo>
                  <a:cubicBezTo>
                    <a:pt x="385" y="882"/>
                    <a:pt x="408" y="935"/>
                    <a:pt x="426" y="989"/>
                  </a:cubicBezTo>
                  <a:cubicBezTo>
                    <a:pt x="429" y="996"/>
                    <a:pt x="433" y="998"/>
                    <a:pt x="435" y="1004"/>
                  </a:cubicBezTo>
                  <a:cubicBezTo>
                    <a:pt x="1208" y="2953"/>
                    <a:pt x="1584" y="4986"/>
                    <a:pt x="1592" y="6999"/>
                  </a:cubicBezTo>
                  <a:lnTo>
                    <a:pt x="2768" y="6999"/>
                  </a:lnTo>
                  <a:cubicBezTo>
                    <a:pt x="2474" y="4988"/>
                    <a:pt x="1799" y="3000"/>
                    <a:pt x="725" y="1133"/>
                  </a:cubicBezTo>
                  <a:cubicBezTo>
                    <a:pt x="698" y="1084"/>
                    <a:pt x="669" y="1035"/>
                    <a:pt x="638" y="986"/>
                  </a:cubicBezTo>
                  <a:cubicBezTo>
                    <a:pt x="625" y="961"/>
                    <a:pt x="610" y="939"/>
                    <a:pt x="596" y="913"/>
                  </a:cubicBezTo>
                  <a:cubicBezTo>
                    <a:pt x="562" y="857"/>
                    <a:pt x="527" y="800"/>
                    <a:pt x="489" y="743"/>
                  </a:cubicBezTo>
                  <a:cubicBezTo>
                    <a:pt x="486" y="736"/>
                    <a:pt x="483" y="730"/>
                    <a:pt x="477" y="724"/>
                  </a:cubicBezTo>
                  <a:cubicBezTo>
                    <a:pt x="477" y="717"/>
                    <a:pt x="473" y="713"/>
                    <a:pt x="471" y="710"/>
                  </a:cubicBezTo>
                  <a:cubicBezTo>
                    <a:pt x="471" y="707"/>
                    <a:pt x="471" y="704"/>
                    <a:pt x="467" y="704"/>
                  </a:cubicBezTo>
                  <a:cubicBezTo>
                    <a:pt x="467" y="702"/>
                    <a:pt x="463" y="698"/>
                    <a:pt x="461" y="695"/>
                  </a:cubicBezTo>
                  <a:cubicBezTo>
                    <a:pt x="459" y="684"/>
                    <a:pt x="452" y="676"/>
                    <a:pt x="446" y="669"/>
                  </a:cubicBezTo>
                  <a:cubicBezTo>
                    <a:pt x="442" y="663"/>
                    <a:pt x="440" y="656"/>
                    <a:pt x="433" y="650"/>
                  </a:cubicBezTo>
                  <a:cubicBezTo>
                    <a:pt x="433" y="643"/>
                    <a:pt x="429" y="640"/>
                    <a:pt x="426" y="637"/>
                  </a:cubicBezTo>
                  <a:cubicBezTo>
                    <a:pt x="423" y="635"/>
                    <a:pt x="423" y="631"/>
                    <a:pt x="420" y="628"/>
                  </a:cubicBezTo>
                  <a:cubicBezTo>
                    <a:pt x="416" y="621"/>
                    <a:pt x="410" y="615"/>
                    <a:pt x="408" y="609"/>
                  </a:cubicBezTo>
                  <a:cubicBezTo>
                    <a:pt x="405" y="609"/>
                    <a:pt x="405" y="606"/>
                    <a:pt x="405" y="606"/>
                  </a:cubicBezTo>
                  <a:cubicBezTo>
                    <a:pt x="405" y="604"/>
                    <a:pt x="400" y="600"/>
                    <a:pt x="398" y="597"/>
                  </a:cubicBezTo>
                  <a:cubicBezTo>
                    <a:pt x="394" y="588"/>
                    <a:pt x="392" y="581"/>
                    <a:pt x="385" y="575"/>
                  </a:cubicBezTo>
                  <a:cubicBezTo>
                    <a:pt x="379" y="566"/>
                    <a:pt x="373" y="555"/>
                    <a:pt x="366" y="547"/>
                  </a:cubicBezTo>
                  <a:cubicBezTo>
                    <a:pt x="363" y="540"/>
                    <a:pt x="359" y="534"/>
                    <a:pt x="357" y="532"/>
                  </a:cubicBezTo>
                  <a:cubicBezTo>
                    <a:pt x="357" y="528"/>
                    <a:pt x="353" y="524"/>
                    <a:pt x="351" y="522"/>
                  </a:cubicBezTo>
                  <a:cubicBezTo>
                    <a:pt x="342" y="503"/>
                    <a:pt x="331" y="487"/>
                    <a:pt x="316" y="472"/>
                  </a:cubicBezTo>
                  <a:lnTo>
                    <a:pt x="316" y="470"/>
                  </a:lnTo>
                  <a:cubicBezTo>
                    <a:pt x="313" y="470"/>
                    <a:pt x="313" y="470"/>
                    <a:pt x="313" y="467"/>
                  </a:cubicBezTo>
                  <a:cubicBezTo>
                    <a:pt x="213" y="308"/>
                    <a:pt x="108" y="15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7"/>
            <p:cNvSpPr/>
            <p:nvPr/>
          </p:nvSpPr>
          <p:spPr>
            <a:xfrm>
              <a:off x="3516850" y="2257675"/>
              <a:ext cx="169850" cy="175375"/>
            </a:xfrm>
            <a:custGeom>
              <a:rect b="b" l="l" r="r" t="t"/>
              <a:pathLst>
                <a:path extrusionOk="0" h="7015" w="6794">
                  <a:moveTo>
                    <a:pt x="6793" y="1"/>
                  </a:moveTo>
                  <a:lnTo>
                    <a:pt x="6793" y="1"/>
                  </a:lnTo>
                  <a:cubicBezTo>
                    <a:pt x="6734" y="88"/>
                    <a:pt x="6674" y="173"/>
                    <a:pt x="6602" y="257"/>
                  </a:cubicBezTo>
                  <a:cubicBezTo>
                    <a:pt x="6593" y="276"/>
                    <a:pt x="6577" y="294"/>
                    <a:pt x="6565" y="313"/>
                  </a:cubicBezTo>
                  <a:cubicBezTo>
                    <a:pt x="6528" y="368"/>
                    <a:pt x="6487" y="421"/>
                    <a:pt x="6448" y="474"/>
                  </a:cubicBezTo>
                  <a:lnTo>
                    <a:pt x="6448" y="477"/>
                  </a:lnTo>
                  <a:cubicBezTo>
                    <a:pt x="6437" y="494"/>
                    <a:pt x="6425" y="509"/>
                    <a:pt x="6411" y="525"/>
                  </a:cubicBezTo>
                  <a:cubicBezTo>
                    <a:pt x="6405" y="534"/>
                    <a:pt x="6399" y="540"/>
                    <a:pt x="6396" y="547"/>
                  </a:cubicBezTo>
                  <a:cubicBezTo>
                    <a:pt x="6392" y="551"/>
                    <a:pt x="6392" y="554"/>
                    <a:pt x="6390" y="554"/>
                  </a:cubicBezTo>
                  <a:cubicBezTo>
                    <a:pt x="6390" y="557"/>
                    <a:pt x="6383" y="560"/>
                    <a:pt x="6383" y="560"/>
                  </a:cubicBezTo>
                  <a:cubicBezTo>
                    <a:pt x="6380" y="569"/>
                    <a:pt x="6374" y="575"/>
                    <a:pt x="6368" y="582"/>
                  </a:cubicBezTo>
                  <a:lnTo>
                    <a:pt x="6365" y="582"/>
                  </a:lnTo>
                  <a:lnTo>
                    <a:pt x="6365" y="585"/>
                  </a:lnTo>
                  <a:cubicBezTo>
                    <a:pt x="6361" y="591"/>
                    <a:pt x="6359" y="597"/>
                    <a:pt x="6352" y="600"/>
                  </a:cubicBezTo>
                  <a:cubicBezTo>
                    <a:pt x="6352" y="606"/>
                    <a:pt x="6349" y="611"/>
                    <a:pt x="6343" y="613"/>
                  </a:cubicBezTo>
                  <a:cubicBezTo>
                    <a:pt x="6343" y="619"/>
                    <a:pt x="6341" y="623"/>
                    <a:pt x="6334" y="626"/>
                  </a:cubicBezTo>
                  <a:cubicBezTo>
                    <a:pt x="6334" y="632"/>
                    <a:pt x="6332" y="636"/>
                    <a:pt x="6326" y="638"/>
                  </a:cubicBezTo>
                  <a:cubicBezTo>
                    <a:pt x="6326" y="642"/>
                    <a:pt x="6323" y="642"/>
                    <a:pt x="6323" y="642"/>
                  </a:cubicBezTo>
                  <a:cubicBezTo>
                    <a:pt x="6316" y="650"/>
                    <a:pt x="6310" y="660"/>
                    <a:pt x="6301" y="669"/>
                  </a:cubicBezTo>
                  <a:cubicBezTo>
                    <a:pt x="6298" y="680"/>
                    <a:pt x="6292" y="689"/>
                    <a:pt x="6285" y="695"/>
                  </a:cubicBezTo>
                  <a:cubicBezTo>
                    <a:pt x="6275" y="704"/>
                    <a:pt x="6269" y="715"/>
                    <a:pt x="6260" y="724"/>
                  </a:cubicBezTo>
                  <a:cubicBezTo>
                    <a:pt x="6260" y="726"/>
                    <a:pt x="6256" y="726"/>
                    <a:pt x="6256" y="726"/>
                  </a:cubicBezTo>
                  <a:cubicBezTo>
                    <a:pt x="6224" y="774"/>
                    <a:pt x="6187" y="822"/>
                    <a:pt x="6152" y="865"/>
                  </a:cubicBezTo>
                  <a:cubicBezTo>
                    <a:pt x="6148" y="872"/>
                    <a:pt x="6142" y="875"/>
                    <a:pt x="6140" y="881"/>
                  </a:cubicBezTo>
                  <a:cubicBezTo>
                    <a:pt x="4469" y="2992"/>
                    <a:pt x="2348" y="4606"/>
                    <a:pt x="1" y="5668"/>
                  </a:cubicBezTo>
                  <a:lnTo>
                    <a:pt x="1" y="7014"/>
                  </a:lnTo>
                  <a:lnTo>
                    <a:pt x="518" y="7014"/>
                  </a:lnTo>
                  <a:cubicBezTo>
                    <a:pt x="2787" y="5621"/>
                    <a:pt x="4750" y="3660"/>
                    <a:pt x="6172" y="1192"/>
                  </a:cubicBezTo>
                  <a:cubicBezTo>
                    <a:pt x="6200" y="1144"/>
                    <a:pt x="6225" y="1098"/>
                    <a:pt x="6254" y="1050"/>
                  </a:cubicBezTo>
                  <a:cubicBezTo>
                    <a:pt x="6267" y="1025"/>
                    <a:pt x="6282" y="1000"/>
                    <a:pt x="6296" y="972"/>
                  </a:cubicBezTo>
                  <a:cubicBezTo>
                    <a:pt x="6331" y="915"/>
                    <a:pt x="6362" y="858"/>
                    <a:pt x="6390" y="798"/>
                  </a:cubicBezTo>
                  <a:cubicBezTo>
                    <a:pt x="6394" y="792"/>
                    <a:pt x="6396" y="786"/>
                    <a:pt x="6403" y="779"/>
                  </a:cubicBezTo>
                  <a:cubicBezTo>
                    <a:pt x="6403" y="777"/>
                    <a:pt x="6406" y="771"/>
                    <a:pt x="6409" y="763"/>
                  </a:cubicBezTo>
                  <a:cubicBezTo>
                    <a:pt x="6413" y="763"/>
                    <a:pt x="6413" y="760"/>
                    <a:pt x="6415" y="757"/>
                  </a:cubicBezTo>
                  <a:cubicBezTo>
                    <a:pt x="6415" y="755"/>
                    <a:pt x="6420" y="748"/>
                    <a:pt x="6422" y="742"/>
                  </a:cubicBezTo>
                  <a:cubicBezTo>
                    <a:pt x="6426" y="735"/>
                    <a:pt x="6429" y="729"/>
                    <a:pt x="6435" y="720"/>
                  </a:cubicBezTo>
                  <a:cubicBezTo>
                    <a:pt x="6437" y="714"/>
                    <a:pt x="6441" y="707"/>
                    <a:pt x="6444" y="698"/>
                  </a:cubicBezTo>
                  <a:cubicBezTo>
                    <a:pt x="6447" y="695"/>
                    <a:pt x="6447" y="691"/>
                    <a:pt x="6450" y="689"/>
                  </a:cubicBezTo>
                  <a:cubicBezTo>
                    <a:pt x="6455" y="685"/>
                    <a:pt x="6455" y="683"/>
                    <a:pt x="6457" y="676"/>
                  </a:cubicBezTo>
                  <a:cubicBezTo>
                    <a:pt x="6461" y="673"/>
                    <a:pt x="6461" y="669"/>
                    <a:pt x="6463" y="667"/>
                  </a:cubicBezTo>
                  <a:cubicBezTo>
                    <a:pt x="6463" y="663"/>
                    <a:pt x="6467" y="657"/>
                    <a:pt x="6470" y="654"/>
                  </a:cubicBezTo>
                  <a:cubicBezTo>
                    <a:pt x="6470" y="650"/>
                    <a:pt x="6473" y="644"/>
                    <a:pt x="6476" y="642"/>
                  </a:cubicBezTo>
                  <a:cubicBezTo>
                    <a:pt x="6480" y="634"/>
                    <a:pt x="6482" y="626"/>
                    <a:pt x="6489" y="619"/>
                  </a:cubicBezTo>
                  <a:cubicBezTo>
                    <a:pt x="6493" y="611"/>
                    <a:pt x="6499" y="600"/>
                    <a:pt x="6502" y="591"/>
                  </a:cubicBezTo>
                  <a:cubicBezTo>
                    <a:pt x="6504" y="585"/>
                    <a:pt x="6508" y="578"/>
                    <a:pt x="6511" y="571"/>
                  </a:cubicBezTo>
                  <a:lnTo>
                    <a:pt x="6511" y="569"/>
                  </a:lnTo>
                  <a:lnTo>
                    <a:pt x="6513" y="566"/>
                  </a:lnTo>
                  <a:cubicBezTo>
                    <a:pt x="6524" y="550"/>
                    <a:pt x="6530" y="534"/>
                    <a:pt x="6539" y="519"/>
                  </a:cubicBezTo>
                  <a:cubicBezTo>
                    <a:pt x="6539" y="517"/>
                    <a:pt x="6542" y="513"/>
                    <a:pt x="6542" y="509"/>
                  </a:cubicBezTo>
                  <a:cubicBezTo>
                    <a:pt x="6544" y="509"/>
                    <a:pt x="6544" y="507"/>
                    <a:pt x="6544" y="507"/>
                  </a:cubicBezTo>
                  <a:cubicBezTo>
                    <a:pt x="6630" y="341"/>
                    <a:pt x="6711" y="171"/>
                    <a:pt x="67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7"/>
            <p:cNvSpPr/>
            <p:nvPr/>
          </p:nvSpPr>
          <p:spPr>
            <a:xfrm>
              <a:off x="3668550" y="2147925"/>
              <a:ext cx="129075" cy="142450"/>
            </a:xfrm>
            <a:custGeom>
              <a:rect b="b" l="l" r="r" t="t"/>
              <a:pathLst>
                <a:path extrusionOk="0" h="5698" w="5163">
                  <a:moveTo>
                    <a:pt x="4428" y="1"/>
                  </a:moveTo>
                  <a:cubicBezTo>
                    <a:pt x="2938" y="1223"/>
                    <a:pt x="1643" y="2732"/>
                    <a:pt x="621" y="4501"/>
                  </a:cubicBezTo>
                  <a:cubicBezTo>
                    <a:pt x="593" y="4549"/>
                    <a:pt x="567" y="4595"/>
                    <a:pt x="538" y="4642"/>
                  </a:cubicBezTo>
                  <a:cubicBezTo>
                    <a:pt x="526" y="4667"/>
                    <a:pt x="510" y="4696"/>
                    <a:pt x="497" y="4722"/>
                  </a:cubicBezTo>
                  <a:cubicBezTo>
                    <a:pt x="462" y="4783"/>
                    <a:pt x="430" y="4839"/>
                    <a:pt x="399" y="4898"/>
                  </a:cubicBezTo>
                  <a:cubicBezTo>
                    <a:pt x="395" y="4905"/>
                    <a:pt x="389" y="4914"/>
                    <a:pt x="387" y="4920"/>
                  </a:cubicBezTo>
                  <a:cubicBezTo>
                    <a:pt x="382" y="4924"/>
                    <a:pt x="382" y="4930"/>
                    <a:pt x="379" y="4933"/>
                  </a:cubicBezTo>
                  <a:cubicBezTo>
                    <a:pt x="379" y="4933"/>
                    <a:pt x="379" y="4936"/>
                    <a:pt x="377" y="4936"/>
                  </a:cubicBezTo>
                  <a:cubicBezTo>
                    <a:pt x="377" y="4942"/>
                    <a:pt x="373" y="4945"/>
                    <a:pt x="371" y="4951"/>
                  </a:cubicBezTo>
                  <a:cubicBezTo>
                    <a:pt x="364" y="4961"/>
                    <a:pt x="361" y="4968"/>
                    <a:pt x="358" y="4977"/>
                  </a:cubicBezTo>
                  <a:cubicBezTo>
                    <a:pt x="352" y="4983"/>
                    <a:pt x="348" y="4990"/>
                    <a:pt x="348" y="4996"/>
                  </a:cubicBezTo>
                  <a:cubicBezTo>
                    <a:pt x="346" y="5003"/>
                    <a:pt x="342" y="5007"/>
                    <a:pt x="340" y="5009"/>
                  </a:cubicBezTo>
                  <a:cubicBezTo>
                    <a:pt x="336" y="5016"/>
                    <a:pt x="336" y="5019"/>
                    <a:pt x="333" y="5022"/>
                  </a:cubicBezTo>
                  <a:cubicBezTo>
                    <a:pt x="330" y="5028"/>
                    <a:pt x="330" y="5033"/>
                    <a:pt x="327" y="5035"/>
                  </a:cubicBezTo>
                  <a:cubicBezTo>
                    <a:pt x="325" y="5038"/>
                    <a:pt x="325" y="5042"/>
                    <a:pt x="325" y="5044"/>
                  </a:cubicBezTo>
                  <a:cubicBezTo>
                    <a:pt x="321" y="5047"/>
                    <a:pt x="317" y="5050"/>
                    <a:pt x="317" y="5053"/>
                  </a:cubicBezTo>
                  <a:cubicBezTo>
                    <a:pt x="311" y="5063"/>
                    <a:pt x="307" y="5073"/>
                    <a:pt x="305" y="5079"/>
                  </a:cubicBezTo>
                  <a:cubicBezTo>
                    <a:pt x="299" y="5089"/>
                    <a:pt x="295" y="5099"/>
                    <a:pt x="292" y="5105"/>
                  </a:cubicBezTo>
                  <a:lnTo>
                    <a:pt x="290" y="5107"/>
                  </a:lnTo>
                  <a:cubicBezTo>
                    <a:pt x="285" y="5114"/>
                    <a:pt x="283" y="5120"/>
                    <a:pt x="283" y="5122"/>
                  </a:cubicBezTo>
                  <a:cubicBezTo>
                    <a:pt x="280" y="5130"/>
                    <a:pt x="276" y="5133"/>
                    <a:pt x="274" y="5136"/>
                  </a:cubicBezTo>
                  <a:cubicBezTo>
                    <a:pt x="268" y="5151"/>
                    <a:pt x="261" y="5164"/>
                    <a:pt x="255" y="5177"/>
                  </a:cubicBezTo>
                  <a:cubicBezTo>
                    <a:pt x="252" y="5183"/>
                    <a:pt x="249" y="5187"/>
                    <a:pt x="252" y="5189"/>
                  </a:cubicBezTo>
                  <a:lnTo>
                    <a:pt x="249" y="5192"/>
                  </a:lnTo>
                  <a:cubicBezTo>
                    <a:pt x="162" y="5360"/>
                    <a:pt x="79" y="5527"/>
                    <a:pt x="1" y="5697"/>
                  </a:cubicBezTo>
                  <a:cubicBezTo>
                    <a:pt x="59" y="5609"/>
                    <a:pt x="120" y="5524"/>
                    <a:pt x="186" y="5439"/>
                  </a:cubicBezTo>
                  <a:cubicBezTo>
                    <a:pt x="197" y="5416"/>
                    <a:pt x="212" y="5399"/>
                    <a:pt x="228" y="5379"/>
                  </a:cubicBezTo>
                  <a:cubicBezTo>
                    <a:pt x="263" y="5329"/>
                    <a:pt x="301" y="5279"/>
                    <a:pt x="338" y="5229"/>
                  </a:cubicBezTo>
                  <a:lnTo>
                    <a:pt x="338" y="5222"/>
                  </a:lnTo>
                  <a:cubicBezTo>
                    <a:pt x="354" y="5203"/>
                    <a:pt x="367" y="5191"/>
                    <a:pt x="379" y="5172"/>
                  </a:cubicBezTo>
                  <a:cubicBezTo>
                    <a:pt x="382" y="5166"/>
                    <a:pt x="389" y="5163"/>
                    <a:pt x="395" y="5156"/>
                  </a:cubicBezTo>
                  <a:cubicBezTo>
                    <a:pt x="395" y="5153"/>
                    <a:pt x="395" y="5150"/>
                    <a:pt x="398" y="5147"/>
                  </a:cubicBezTo>
                  <a:lnTo>
                    <a:pt x="407" y="5138"/>
                  </a:lnTo>
                  <a:cubicBezTo>
                    <a:pt x="410" y="5132"/>
                    <a:pt x="418" y="5125"/>
                    <a:pt x="420" y="5119"/>
                  </a:cubicBezTo>
                  <a:cubicBezTo>
                    <a:pt x="424" y="5115"/>
                    <a:pt x="424" y="5112"/>
                    <a:pt x="426" y="5112"/>
                  </a:cubicBezTo>
                  <a:cubicBezTo>
                    <a:pt x="429" y="5106"/>
                    <a:pt x="433" y="5102"/>
                    <a:pt x="435" y="5100"/>
                  </a:cubicBezTo>
                  <a:cubicBezTo>
                    <a:pt x="439" y="5093"/>
                    <a:pt x="441" y="5086"/>
                    <a:pt x="449" y="5084"/>
                  </a:cubicBezTo>
                  <a:cubicBezTo>
                    <a:pt x="449" y="5081"/>
                    <a:pt x="452" y="5078"/>
                    <a:pt x="455" y="5075"/>
                  </a:cubicBezTo>
                  <a:cubicBezTo>
                    <a:pt x="459" y="5069"/>
                    <a:pt x="461" y="5065"/>
                    <a:pt x="467" y="5062"/>
                  </a:cubicBezTo>
                  <a:lnTo>
                    <a:pt x="467" y="5059"/>
                  </a:lnTo>
                  <a:cubicBezTo>
                    <a:pt x="474" y="5048"/>
                    <a:pt x="485" y="5038"/>
                    <a:pt x="493" y="5028"/>
                  </a:cubicBezTo>
                  <a:cubicBezTo>
                    <a:pt x="496" y="5020"/>
                    <a:pt x="502" y="5013"/>
                    <a:pt x="508" y="5007"/>
                  </a:cubicBezTo>
                  <a:cubicBezTo>
                    <a:pt x="516" y="4995"/>
                    <a:pt x="524" y="4985"/>
                    <a:pt x="531" y="4976"/>
                  </a:cubicBezTo>
                  <a:lnTo>
                    <a:pt x="533" y="4976"/>
                  </a:lnTo>
                  <a:cubicBezTo>
                    <a:pt x="564" y="4930"/>
                    <a:pt x="599" y="4887"/>
                    <a:pt x="634" y="4843"/>
                  </a:cubicBezTo>
                  <a:cubicBezTo>
                    <a:pt x="640" y="4836"/>
                    <a:pt x="645" y="4827"/>
                    <a:pt x="653" y="4821"/>
                  </a:cubicBezTo>
                  <a:cubicBezTo>
                    <a:pt x="1929" y="3211"/>
                    <a:pt x="3464" y="1888"/>
                    <a:pt x="5163" y="879"/>
                  </a:cubicBezTo>
                  <a:cubicBezTo>
                    <a:pt x="4955" y="841"/>
                    <a:pt x="4744" y="818"/>
                    <a:pt x="4526" y="804"/>
                  </a:cubicBezTo>
                  <a:cubicBezTo>
                    <a:pt x="4513" y="529"/>
                    <a:pt x="4482" y="263"/>
                    <a:pt x="44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7"/>
            <p:cNvSpPr/>
            <p:nvPr/>
          </p:nvSpPr>
          <p:spPr>
            <a:xfrm>
              <a:off x="3523325" y="2093775"/>
              <a:ext cx="170775" cy="189275"/>
            </a:xfrm>
            <a:custGeom>
              <a:rect b="b" l="l" r="r" t="t"/>
              <a:pathLst>
                <a:path extrusionOk="0" h="7571" w="6831">
                  <a:moveTo>
                    <a:pt x="832" y="0"/>
                  </a:moveTo>
                  <a:cubicBezTo>
                    <a:pt x="470" y="474"/>
                    <a:pt x="184" y="1012"/>
                    <a:pt x="1" y="1593"/>
                  </a:cubicBezTo>
                  <a:cubicBezTo>
                    <a:pt x="1377" y="3736"/>
                    <a:pt x="3275" y="5593"/>
                    <a:pt x="5635" y="6954"/>
                  </a:cubicBezTo>
                  <a:cubicBezTo>
                    <a:pt x="5683" y="6982"/>
                    <a:pt x="5729" y="7008"/>
                    <a:pt x="5778" y="7037"/>
                  </a:cubicBezTo>
                  <a:cubicBezTo>
                    <a:pt x="5801" y="7049"/>
                    <a:pt x="5827" y="7064"/>
                    <a:pt x="5856" y="7078"/>
                  </a:cubicBezTo>
                  <a:cubicBezTo>
                    <a:pt x="5913" y="7112"/>
                    <a:pt x="5974" y="7145"/>
                    <a:pt x="6033" y="7176"/>
                  </a:cubicBezTo>
                  <a:cubicBezTo>
                    <a:pt x="6039" y="7179"/>
                    <a:pt x="6046" y="7186"/>
                    <a:pt x="6054" y="7188"/>
                  </a:cubicBezTo>
                  <a:lnTo>
                    <a:pt x="6057" y="7188"/>
                  </a:lnTo>
                  <a:cubicBezTo>
                    <a:pt x="6061" y="7191"/>
                    <a:pt x="6061" y="7191"/>
                    <a:pt x="6064" y="7191"/>
                  </a:cubicBezTo>
                  <a:cubicBezTo>
                    <a:pt x="6064" y="7194"/>
                    <a:pt x="6068" y="7194"/>
                    <a:pt x="6070" y="7198"/>
                  </a:cubicBezTo>
                  <a:cubicBezTo>
                    <a:pt x="6073" y="7198"/>
                    <a:pt x="6079" y="7202"/>
                    <a:pt x="6085" y="7204"/>
                  </a:cubicBezTo>
                  <a:cubicBezTo>
                    <a:pt x="6092" y="7208"/>
                    <a:pt x="6099" y="7214"/>
                    <a:pt x="6108" y="7217"/>
                  </a:cubicBezTo>
                  <a:cubicBezTo>
                    <a:pt x="6114" y="7219"/>
                    <a:pt x="6120" y="7223"/>
                    <a:pt x="6130" y="7225"/>
                  </a:cubicBezTo>
                  <a:cubicBezTo>
                    <a:pt x="6132" y="7229"/>
                    <a:pt x="6136" y="7233"/>
                    <a:pt x="6139" y="7233"/>
                  </a:cubicBezTo>
                  <a:cubicBezTo>
                    <a:pt x="6141" y="7236"/>
                    <a:pt x="6145" y="7236"/>
                    <a:pt x="6147" y="7239"/>
                  </a:cubicBezTo>
                  <a:cubicBezTo>
                    <a:pt x="6154" y="7241"/>
                    <a:pt x="6161" y="7245"/>
                    <a:pt x="6167" y="7248"/>
                  </a:cubicBezTo>
                  <a:cubicBezTo>
                    <a:pt x="6171" y="7248"/>
                    <a:pt x="6171" y="7250"/>
                    <a:pt x="6173" y="7250"/>
                  </a:cubicBezTo>
                  <a:cubicBezTo>
                    <a:pt x="6177" y="7254"/>
                    <a:pt x="6183" y="7254"/>
                    <a:pt x="6186" y="7256"/>
                  </a:cubicBezTo>
                  <a:cubicBezTo>
                    <a:pt x="6193" y="7260"/>
                    <a:pt x="6202" y="7267"/>
                    <a:pt x="6208" y="7270"/>
                  </a:cubicBezTo>
                  <a:cubicBezTo>
                    <a:pt x="6217" y="7274"/>
                    <a:pt x="6228" y="7280"/>
                    <a:pt x="6237" y="7282"/>
                  </a:cubicBezTo>
                  <a:lnTo>
                    <a:pt x="6239" y="7285"/>
                  </a:lnTo>
                  <a:cubicBezTo>
                    <a:pt x="6245" y="7289"/>
                    <a:pt x="6248" y="7291"/>
                    <a:pt x="6254" y="7291"/>
                  </a:cubicBezTo>
                  <a:lnTo>
                    <a:pt x="6261" y="7298"/>
                  </a:lnTo>
                  <a:cubicBezTo>
                    <a:pt x="6278" y="7305"/>
                    <a:pt x="6294" y="7313"/>
                    <a:pt x="6309" y="7320"/>
                  </a:cubicBezTo>
                  <a:cubicBezTo>
                    <a:pt x="6311" y="7322"/>
                    <a:pt x="6315" y="7322"/>
                    <a:pt x="6317" y="7322"/>
                  </a:cubicBezTo>
                  <a:lnTo>
                    <a:pt x="6317" y="7325"/>
                  </a:lnTo>
                  <a:cubicBezTo>
                    <a:pt x="6488" y="7410"/>
                    <a:pt x="6658" y="7496"/>
                    <a:pt x="6830" y="7570"/>
                  </a:cubicBezTo>
                  <a:cubicBezTo>
                    <a:pt x="6742" y="7511"/>
                    <a:pt x="6657" y="7450"/>
                    <a:pt x="6572" y="7384"/>
                  </a:cubicBezTo>
                  <a:cubicBezTo>
                    <a:pt x="6553" y="7375"/>
                    <a:pt x="6534" y="7360"/>
                    <a:pt x="6516" y="7347"/>
                  </a:cubicBezTo>
                  <a:cubicBezTo>
                    <a:pt x="6461" y="7310"/>
                    <a:pt x="6410" y="7271"/>
                    <a:pt x="6361" y="7234"/>
                  </a:cubicBezTo>
                  <a:lnTo>
                    <a:pt x="6358" y="7231"/>
                  </a:lnTo>
                  <a:cubicBezTo>
                    <a:pt x="6338" y="7219"/>
                    <a:pt x="6319" y="7207"/>
                    <a:pt x="6304" y="7193"/>
                  </a:cubicBezTo>
                  <a:cubicBezTo>
                    <a:pt x="6297" y="7187"/>
                    <a:pt x="6291" y="7184"/>
                    <a:pt x="6284" y="7178"/>
                  </a:cubicBezTo>
                  <a:cubicBezTo>
                    <a:pt x="6280" y="7178"/>
                    <a:pt x="6278" y="7176"/>
                    <a:pt x="6278" y="7176"/>
                  </a:cubicBezTo>
                  <a:lnTo>
                    <a:pt x="6269" y="7167"/>
                  </a:lnTo>
                  <a:cubicBezTo>
                    <a:pt x="6260" y="7163"/>
                    <a:pt x="6253" y="7157"/>
                    <a:pt x="6247" y="7151"/>
                  </a:cubicBezTo>
                  <a:cubicBezTo>
                    <a:pt x="6244" y="7151"/>
                    <a:pt x="6244" y="7151"/>
                    <a:pt x="6244" y="7148"/>
                  </a:cubicBezTo>
                  <a:cubicBezTo>
                    <a:pt x="6238" y="7146"/>
                    <a:pt x="6234" y="7142"/>
                    <a:pt x="6232" y="7140"/>
                  </a:cubicBezTo>
                  <a:cubicBezTo>
                    <a:pt x="6224" y="7136"/>
                    <a:pt x="6218" y="7132"/>
                    <a:pt x="6216" y="7126"/>
                  </a:cubicBezTo>
                  <a:cubicBezTo>
                    <a:pt x="6209" y="7126"/>
                    <a:pt x="6206" y="7124"/>
                    <a:pt x="6203" y="7117"/>
                  </a:cubicBezTo>
                  <a:cubicBezTo>
                    <a:pt x="6197" y="7117"/>
                    <a:pt x="6193" y="7115"/>
                    <a:pt x="6190" y="7109"/>
                  </a:cubicBezTo>
                  <a:lnTo>
                    <a:pt x="6187" y="7109"/>
                  </a:lnTo>
                  <a:cubicBezTo>
                    <a:pt x="6178" y="7098"/>
                    <a:pt x="6168" y="7091"/>
                    <a:pt x="6159" y="7083"/>
                  </a:cubicBezTo>
                  <a:cubicBezTo>
                    <a:pt x="6149" y="7080"/>
                    <a:pt x="6140" y="7074"/>
                    <a:pt x="6134" y="7067"/>
                  </a:cubicBezTo>
                  <a:cubicBezTo>
                    <a:pt x="6124" y="7057"/>
                    <a:pt x="6114" y="7050"/>
                    <a:pt x="6105" y="7042"/>
                  </a:cubicBezTo>
                  <a:lnTo>
                    <a:pt x="6103" y="7042"/>
                  </a:lnTo>
                  <a:cubicBezTo>
                    <a:pt x="6100" y="7042"/>
                    <a:pt x="6100" y="7042"/>
                    <a:pt x="6100" y="7039"/>
                  </a:cubicBezTo>
                  <a:cubicBezTo>
                    <a:pt x="6052" y="7003"/>
                    <a:pt x="6005" y="6969"/>
                    <a:pt x="5960" y="6931"/>
                  </a:cubicBezTo>
                  <a:cubicBezTo>
                    <a:pt x="5954" y="6928"/>
                    <a:pt x="5951" y="6921"/>
                    <a:pt x="5945" y="6919"/>
                  </a:cubicBezTo>
                  <a:cubicBezTo>
                    <a:pt x="3603" y="5062"/>
                    <a:pt x="1873" y="2658"/>
                    <a:pt x="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7"/>
            <p:cNvSpPr/>
            <p:nvPr/>
          </p:nvSpPr>
          <p:spPr>
            <a:xfrm>
              <a:off x="3661325" y="2264975"/>
              <a:ext cx="173575" cy="165675"/>
            </a:xfrm>
            <a:custGeom>
              <a:rect b="b" l="l" r="r" t="t"/>
              <a:pathLst>
                <a:path extrusionOk="0" h="6627" w="6943">
                  <a:moveTo>
                    <a:pt x="1" y="1"/>
                  </a:moveTo>
                  <a:cubicBezTo>
                    <a:pt x="88" y="61"/>
                    <a:pt x="173" y="121"/>
                    <a:pt x="259" y="186"/>
                  </a:cubicBezTo>
                  <a:cubicBezTo>
                    <a:pt x="280" y="197"/>
                    <a:pt x="299" y="212"/>
                    <a:pt x="317" y="228"/>
                  </a:cubicBezTo>
                  <a:cubicBezTo>
                    <a:pt x="372" y="263"/>
                    <a:pt x="423" y="300"/>
                    <a:pt x="472" y="341"/>
                  </a:cubicBezTo>
                  <a:lnTo>
                    <a:pt x="475" y="341"/>
                  </a:lnTo>
                  <a:cubicBezTo>
                    <a:pt x="491" y="354"/>
                    <a:pt x="510" y="366"/>
                    <a:pt x="526" y="379"/>
                  </a:cubicBezTo>
                  <a:cubicBezTo>
                    <a:pt x="532" y="386"/>
                    <a:pt x="538" y="388"/>
                    <a:pt x="545" y="395"/>
                  </a:cubicBezTo>
                  <a:cubicBezTo>
                    <a:pt x="548" y="395"/>
                    <a:pt x="552" y="398"/>
                    <a:pt x="554" y="401"/>
                  </a:cubicBezTo>
                  <a:cubicBezTo>
                    <a:pt x="558" y="401"/>
                    <a:pt x="560" y="407"/>
                    <a:pt x="560" y="407"/>
                  </a:cubicBezTo>
                  <a:cubicBezTo>
                    <a:pt x="567" y="411"/>
                    <a:pt x="573" y="413"/>
                    <a:pt x="575" y="421"/>
                  </a:cubicBezTo>
                  <a:cubicBezTo>
                    <a:pt x="579" y="421"/>
                    <a:pt x="583" y="424"/>
                    <a:pt x="585" y="427"/>
                  </a:cubicBezTo>
                  <a:cubicBezTo>
                    <a:pt x="591" y="429"/>
                    <a:pt x="598" y="433"/>
                    <a:pt x="600" y="436"/>
                  </a:cubicBezTo>
                  <a:cubicBezTo>
                    <a:pt x="606" y="439"/>
                    <a:pt x="611" y="442"/>
                    <a:pt x="614" y="449"/>
                  </a:cubicBezTo>
                  <a:cubicBezTo>
                    <a:pt x="616" y="449"/>
                    <a:pt x="620" y="453"/>
                    <a:pt x="622" y="455"/>
                  </a:cubicBezTo>
                  <a:cubicBezTo>
                    <a:pt x="629" y="459"/>
                    <a:pt x="635" y="462"/>
                    <a:pt x="637" y="468"/>
                  </a:cubicBezTo>
                  <a:cubicBezTo>
                    <a:pt x="641" y="468"/>
                    <a:pt x="641" y="470"/>
                    <a:pt x="641" y="470"/>
                  </a:cubicBezTo>
                  <a:cubicBezTo>
                    <a:pt x="650" y="477"/>
                    <a:pt x="660" y="484"/>
                    <a:pt x="668" y="493"/>
                  </a:cubicBezTo>
                  <a:cubicBezTo>
                    <a:pt x="678" y="495"/>
                    <a:pt x="684" y="501"/>
                    <a:pt x="691" y="508"/>
                  </a:cubicBezTo>
                  <a:cubicBezTo>
                    <a:pt x="699" y="515"/>
                    <a:pt x="710" y="521"/>
                    <a:pt x="719" y="527"/>
                  </a:cubicBezTo>
                  <a:cubicBezTo>
                    <a:pt x="719" y="531"/>
                    <a:pt x="722" y="534"/>
                    <a:pt x="722" y="534"/>
                  </a:cubicBezTo>
                  <a:cubicBezTo>
                    <a:pt x="770" y="566"/>
                    <a:pt x="813" y="603"/>
                    <a:pt x="861" y="638"/>
                  </a:cubicBezTo>
                  <a:cubicBezTo>
                    <a:pt x="868" y="645"/>
                    <a:pt x="870" y="649"/>
                    <a:pt x="877" y="651"/>
                  </a:cubicBezTo>
                  <a:cubicBezTo>
                    <a:pt x="2938" y="2283"/>
                    <a:pt x="4530" y="4344"/>
                    <a:pt x="5591" y="6626"/>
                  </a:cubicBezTo>
                  <a:cubicBezTo>
                    <a:pt x="6068" y="6535"/>
                    <a:pt x="6522" y="6377"/>
                    <a:pt x="6943" y="6166"/>
                  </a:cubicBezTo>
                  <a:cubicBezTo>
                    <a:pt x="5557" y="3943"/>
                    <a:pt x="3619" y="2021"/>
                    <a:pt x="1197" y="622"/>
                  </a:cubicBezTo>
                  <a:cubicBezTo>
                    <a:pt x="1148" y="593"/>
                    <a:pt x="1102" y="567"/>
                    <a:pt x="1054" y="539"/>
                  </a:cubicBezTo>
                  <a:cubicBezTo>
                    <a:pt x="1030" y="526"/>
                    <a:pt x="1002" y="510"/>
                    <a:pt x="976" y="498"/>
                  </a:cubicBezTo>
                  <a:cubicBezTo>
                    <a:pt x="919" y="463"/>
                    <a:pt x="859" y="431"/>
                    <a:pt x="803" y="400"/>
                  </a:cubicBezTo>
                  <a:cubicBezTo>
                    <a:pt x="796" y="400"/>
                    <a:pt x="790" y="397"/>
                    <a:pt x="784" y="391"/>
                  </a:cubicBezTo>
                  <a:cubicBezTo>
                    <a:pt x="777" y="388"/>
                    <a:pt x="768" y="385"/>
                    <a:pt x="761" y="381"/>
                  </a:cubicBezTo>
                  <a:lnTo>
                    <a:pt x="761" y="379"/>
                  </a:lnTo>
                  <a:cubicBezTo>
                    <a:pt x="755" y="379"/>
                    <a:pt x="753" y="375"/>
                    <a:pt x="746" y="372"/>
                  </a:cubicBezTo>
                  <a:cubicBezTo>
                    <a:pt x="740" y="369"/>
                    <a:pt x="730" y="366"/>
                    <a:pt x="724" y="360"/>
                  </a:cubicBezTo>
                  <a:cubicBezTo>
                    <a:pt x="718" y="357"/>
                    <a:pt x="709" y="354"/>
                    <a:pt x="702" y="351"/>
                  </a:cubicBezTo>
                  <a:cubicBezTo>
                    <a:pt x="696" y="348"/>
                    <a:pt x="692" y="344"/>
                    <a:pt x="689" y="341"/>
                  </a:cubicBezTo>
                  <a:cubicBezTo>
                    <a:pt x="683" y="341"/>
                    <a:pt x="679" y="338"/>
                    <a:pt x="677" y="335"/>
                  </a:cubicBezTo>
                  <a:cubicBezTo>
                    <a:pt x="674" y="335"/>
                    <a:pt x="674" y="333"/>
                    <a:pt x="674" y="333"/>
                  </a:cubicBezTo>
                  <a:cubicBezTo>
                    <a:pt x="673" y="334"/>
                    <a:pt x="671" y="334"/>
                    <a:pt x="671" y="334"/>
                  </a:cubicBezTo>
                  <a:cubicBezTo>
                    <a:pt x="669" y="334"/>
                    <a:pt x="667" y="333"/>
                    <a:pt x="667" y="333"/>
                  </a:cubicBezTo>
                  <a:cubicBezTo>
                    <a:pt x="665" y="329"/>
                    <a:pt x="661" y="329"/>
                    <a:pt x="658" y="326"/>
                  </a:cubicBezTo>
                  <a:cubicBezTo>
                    <a:pt x="652" y="326"/>
                    <a:pt x="648" y="323"/>
                    <a:pt x="646" y="320"/>
                  </a:cubicBezTo>
                  <a:cubicBezTo>
                    <a:pt x="635" y="315"/>
                    <a:pt x="626" y="309"/>
                    <a:pt x="620" y="307"/>
                  </a:cubicBezTo>
                  <a:cubicBezTo>
                    <a:pt x="610" y="303"/>
                    <a:pt x="600" y="297"/>
                    <a:pt x="594" y="294"/>
                  </a:cubicBezTo>
                  <a:lnTo>
                    <a:pt x="594" y="292"/>
                  </a:lnTo>
                  <a:cubicBezTo>
                    <a:pt x="588" y="292"/>
                    <a:pt x="581" y="288"/>
                    <a:pt x="574" y="284"/>
                  </a:cubicBezTo>
                  <a:cubicBezTo>
                    <a:pt x="568" y="282"/>
                    <a:pt x="564" y="278"/>
                    <a:pt x="562" y="276"/>
                  </a:cubicBezTo>
                  <a:cubicBezTo>
                    <a:pt x="547" y="269"/>
                    <a:pt x="533" y="263"/>
                    <a:pt x="521" y="257"/>
                  </a:cubicBezTo>
                  <a:cubicBezTo>
                    <a:pt x="514" y="254"/>
                    <a:pt x="507" y="250"/>
                    <a:pt x="505" y="247"/>
                  </a:cubicBezTo>
                  <a:cubicBezTo>
                    <a:pt x="337" y="165"/>
                    <a:pt x="171" y="8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7" name="Google Shape;5217;p67"/>
          <p:cNvGrpSpPr/>
          <p:nvPr/>
        </p:nvGrpSpPr>
        <p:grpSpPr>
          <a:xfrm>
            <a:off x="8823999" y="1306408"/>
            <a:ext cx="185799" cy="185799"/>
            <a:chOff x="5035425" y="2779450"/>
            <a:chExt cx="94800" cy="94800"/>
          </a:xfrm>
        </p:grpSpPr>
        <p:sp>
          <p:nvSpPr>
            <p:cNvPr id="5218" name="Google Shape;5218;p67"/>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7"/>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0" name="Google Shape;5220;p67"/>
          <p:cNvGrpSpPr/>
          <p:nvPr/>
        </p:nvGrpSpPr>
        <p:grpSpPr>
          <a:xfrm>
            <a:off x="7712565" y="4089733"/>
            <a:ext cx="1190679" cy="959251"/>
            <a:chOff x="-1208112" y="2710525"/>
            <a:chExt cx="531150" cy="427913"/>
          </a:xfrm>
        </p:grpSpPr>
        <p:sp>
          <p:nvSpPr>
            <p:cNvPr id="5221" name="Google Shape;5221;p67"/>
            <p:cNvSpPr/>
            <p:nvPr/>
          </p:nvSpPr>
          <p:spPr>
            <a:xfrm>
              <a:off x="-1208087" y="2710525"/>
              <a:ext cx="531125" cy="427850"/>
            </a:xfrm>
            <a:custGeom>
              <a:rect b="b" l="l" r="r" t="t"/>
              <a:pathLst>
                <a:path extrusionOk="0" h="17114" w="21245">
                  <a:moveTo>
                    <a:pt x="16464" y="1"/>
                  </a:moveTo>
                  <a:cubicBezTo>
                    <a:pt x="16305" y="1"/>
                    <a:pt x="16145" y="26"/>
                    <a:pt x="15987" y="80"/>
                  </a:cubicBezTo>
                  <a:lnTo>
                    <a:pt x="1181" y="5168"/>
                  </a:lnTo>
                  <a:cubicBezTo>
                    <a:pt x="412" y="5433"/>
                    <a:pt x="0" y="6277"/>
                    <a:pt x="264" y="7043"/>
                  </a:cubicBezTo>
                  <a:lnTo>
                    <a:pt x="3381" y="16117"/>
                  </a:lnTo>
                  <a:cubicBezTo>
                    <a:pt x="3592" y="16728"/>
                    <a:pt x="4168" y="17114"/>
                    <a:pt x="4782" y="17114"/>
                  </a:cubicBezTo>
                  <a:cubicBezTo>
                    <a:pt x="4940" y="17114"/>
                    <a:pt x="5101" y="17088"/>
                    <a:pt x="5258" y="17034"/>
                  </a:cubicBezTo>
                  <a:lnTo>
                    <a:pt x="7426" y="16290"/>
                  </a:lnTo>
                  <a:lnTo>
                    <a:pt x="16069" y="13320"/>
                  </a:lnTo>
                  <a:lnTo>
                    <a:pt x="16622" y="13130"/>
                  </a:lnTo>
                  <a:lnTo>
                    <a:pt x="17896" y="12692"/>
                  </a:lnTo>
                  <a:lnTo>
                    <a:pt x="20065" y="11947"/>
                  </a:lnTo>
                  <a:cubicBezTo>
                    <a:pt x="20832" y="11682"/>
                    <a:pt x="21245" y="10837"/>
                    <a:pt x="20981" y="10069"/>
                  </a:cubicBezTo>
                  <a:lnTo>
                    <a:pt x="17863" y="996"/>
                  </a:lnTo>
                  <a:cubicBezTo>
                    <a:pt x="17654" y="386"/>
                    <a:pt x="17077" y="1"/>
                    <a:pt x="16464"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22" name="Google Shape;5222;p67"/>
            <p:cNvGrpSpPr/>
            <p:nvPr/>
          </p:nvGrpSpPr>
          <p:grpSpPr>
            <a:xfrm>
              <a:off x="-1208112" y="2710563"/>
              <a:ext cx="531150" cy="427875"/>
              <a:chOff x="-1651000" y="1758875"/>
              <a:chExt cx="531150" cy="427875"/>
            </a:xfrm>
          </p:grpSpPr>
          <p:sp>
            <p:nvSpPr>
              <p:cNvPr id="5223" name="Google Shape;5223;p67"/>
              <p:cNvSpPr/>
              <p:nvPr/>
            </p:nvSpPr>
            <p:spPr>
              <a:xfrm>
                <a:off x="-1651000" y="1758875"/>
                <a:ext cx="531150" cy="427875"/>
              </a:xfrm>
              <a:custGeom>
                <a:rect b="b" l="l" r="r" t="t"/>
                <a:pathLst>
                  <a:path extrusionOk="0" h="17115" w="21246">
                    <a:moveTo>
                      <a:pt x="16465" y="1"/>
                    </a:moveTo>
                    <a:cubicBezTo>
                      <a:pt x="16306" y="1"/>
                      <a:pt x="16145" y="26"/>
                      <a:pt x="15987" y="81"/>
                    </a:cubicBezTo>
                    <a:lnTo>
                      <a:pt x="1181" y="5168"/>
                    </a:lnTo>
                    <a:cubicBezTo>
                      <a:pt x="413" y="5433"/>
                      <a:pt x="0" y="6277"/>
                      <a:pt x="264" y="7043"/>
                    </a:cubicBezTo>
                    <a:lnTo>
                      <a:pt x="3381" y="16117"/>
                    </a:lnTo>
                    <a:cubicBezTo>
                      <a:pt x="3591" y="16728"/>
                      <a:pt x="4168" y="17114"/>
                      <a:pt x="4781" y="17114"/>
                    </a:cubicBezTo>
                    <a:cubicBezTo>
                      <a:pt x="4940" y="17114"/>
                      <a:pt x="5101" y="17088"/>
                      <a:pt x="5258" y="17034"/>
                    </a:cubicBezTo>
                    <a:lnTo>
                      <a:pt x="20064" y="11946"/>
                    </a:lnTo>
                    <a:cubicBezTo>
                      <a:pt x="20833" y="11682"/>
                      <a:pt x="21246" y="10838"/>
                      <a:pt x="20982" y="10069"/>
                    </a:cubicBezTo>
                    <a:lnTo>
                      <a:pt x="17864" y="996"/>
                    </a:lnTo>
                    <a:cubicBezTo>
                      <a:pt x="17655" y="386"/>
                      <a:pt x="17079" y="1"/>
                      <a:pt x="16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7"/>
              <p:cNvSpPr/>
              <p:nvPr/>
            </p:nvSpPr>
            <p:spPr>
              <a:xfrm>
                <a:off x="-1627375" y="1911950"/>
                <a:ext cx="20650" cy="19975"/>
              </a:xfrm>
              <a:custGeom>
                <a:rect b="b" l="l" r="r" t="t"/>
                <a:pathLst>
                  <a:path extrusionOk="0" h="799" w="826">
                    <a:moveTo>
                      <a:pt x="413" y="1"/>
                    </a:moveTo>
                    <a:cubicBezTo>
                      <a:pt x="370" y="1"/>
                      <a:pt x="326" y="8"/>
                      <a:pt x="283" y="23"/>
                    </a:cubicBezTo>
                    <a:cubicBezTo>
                      <a:pt x="182" y="58"/>
                      <a:pt x="101" y="130"/>
                      <a:pt x="54" y="225"/>
                    </a:cubicBezTo>
                    <a:cubicBezTo>
                      <a:pt x="7" y="321"/>
                      <a:pt x="1" y="429"/>
                      <a:pt x="36" y="529"/>
                    </a:cubicBezTo>
                    <a:cubicBezTo>
                      <a:pt x="91" y="690"/>
                      <a:pt x="242" y="799"/>
                      <a:pt x="412" y="799"/>
                    </a:cubicBezTo>
                    <a:cubicBezTo>
                      <a:pt x="456" y="799"/>
                      <a:pt x="500" y="791"/>
                      <a:pt x="542" y="777"/>
                    </a:cubicBezTo>
                    <a:cubicBezTo>
                      <a:pt x="644" y="742"/>
                      <a:pt x="724" y="670"/>
                      <a:pt x="771" y="575"/>
                    </a:cubicBezTo>
                    <a:cubicBezTo>
                      <a:pt x="819" y="479"/>
                      <a:pt x="825" y="370"/>
                      <a:pt x="790" y="270"/>
                    </a:cubicBezTo>
                    <a:cubicBezTo>
                      <a:pt x="734" y="109"/>
                      <a:pt x="584"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7"/>
              <p:cNvSpPr/>
              <p:nvPr/>
            </p:nvSpPr>
            <p:spPr>
              <a:xfrm>
                <a:off x="-1243900" y="1780175"/>
                <a:ext cx="21500" cy="20000"/>
              </a:xfrm>
              <a:custGeom>
                <a:rect b="b" l="l" r="r" t="t"/>
                <a:pathLst>
                  <a:path extrusionOk="0" h="800" w="860">
                    <a:moveTo>
                      <a:pt x="413" y="0"/>
                    </a:moveTo>
                    <a:cubicBezTo>
                      <a:pt x="369" y="0"/>
                      <a:pt x="325" y="9"/>
                      <a:pt x="282" y="22"/>
                    </a:cubicBezTo>
                    <a:cubicBezTo>
                      <a:pt x="182" y="57"/>
                      <a:pt x="100" y="129"/>
                      <a:pt x="54" y="225"/>
                    </a:cubicBezTo>
                    <a:cubicBezTo>
                      <a:pt x="6" y="320"/>
                      <a:pt x="0" y="429"/>
                      <a:pt x="34" y="530"/>
                    </a:cubicBezTo>
                    <a:cubicBezTo>
                      <a:pt x="90" y="691"/>
                      <a:pt x="243" y="799"/>
                      <a:pt x="413" y="799"/>
                    </a:cubicBezTo>
                    <a:cubicBezTo>
                      <a:pt x="456" y="799"/>
                      <a:pt x="501" y="791"/>
                      <a:pt x="542" y="778"/>
                    </a:cubicBezTo>
                    <a:cubicBezTo>
                      <a:pt x="749" y="706"/>
                      <a:pt x="860" y="478"/>
                      <a:pt x="790" y="270"/>
                    </a:cubicBezTo>
                    <a:cubicBezTo>
                      <a:pt x="735" y="109"/>
                      <a:pt x="583" y="0"/>
                      <a:pt x="4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7"/>
              <p:cNvSpPr/>
              <p:nvPr/>
            </p:nvSpPr>
            <p:spPr>
              <a:xfrm>
                <a:off x="-1547425" y="2147300"/>
                <a:ext cx="22450" cy="20000"/>
              </a:xfrm>
              <a:custGeom>
                <a:rect b="b" l="l" r="r" t="t"/>
                <a:pathLst>
                  <a:path extrusionOk="0" h="800" w="898">
                    <a:moveTo>
                      <a:pt x="450" y="1"/>
                    </a:moveTo>
                    <a:cubicBezTo>
                      <a:pt x="405" y="1"/>
                      <a:pt x="362" y="9"/>
                      <a:pt x="320" y="22"/>
                    </a:cubicBezTo>
                    <a:cubicBezTo>
                      <a:pt x="111" y="94"/>
                      <a:pt x="1" y="322"/>
                      <a:pt x="72" y="530"/>
                    </a:cubicBezTo>
                    <a:cubicBezTo>
                      <a:pt x="127" y="691"/>
                      <a:pt x="279" y="800"/>
                      <a:pt x="450" y="800"/>
                    </a:cubicBezTo>
                    <a:cubicBezTo>
                      <a:pt x="493" y="800"/>
                      <a:pt x="537" y="791"/>
                      <a:pt x="579" y="778"/>
                    </a:cubicBezTo>
                    <a:cubicBezTo>
                      <a:pt x="786" y="707"/>
                      <a:pt x="898" y="479"/>
                      <a:pt x="826" y="270"/>
                    </a:cubicBezTo>
                    <a:cubicBezTo>
                      <a:pt x="772" y="109"/>
                      <a:pt x="620" y="1"/>
                      <a:pt x="4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7"/>
              <p:cNvSpPr/>
              <p:nvPr/>
            </p:nvSpPr>
            <p:spPr>
              <a:xfrm>
                <a:off x="-1163000" y="2015550"/>
                <a:ext cx="21550" cy="19975"/>
              </a:xfrm>
              <a:custGeom>
                <a:rect b="b" l="l" r="r" t="t"/>
                <a:pathLst>
                  <a:path extrusionOk="0" h="799" w="862">
                    <a:moveTo>
                      <a:pt x="413" y="0"/>
                    </a:moveTo>
                    <a:cubicBezTo>
                      <a:pt x="369" y="0"/>
                      <a:pt x="326" y="8"/>
                      <a:pt x="283" y="22"/>
                    </a:cubicBezTo>
                    <a:cubicBezTo>
                      <a:pt x="182" y="57"/>
                      <a:pt x="101" y="129"/>
                      <a:pt x="54" y="224"/>
                    </a:cubicBezTo>
                    <a:cubicBezTo>
                      <a:pt x="7" y="320"/>
                      <a:pt x="0" y="429"/>
                      <a:pt x="35" y="529"/>
                    </a:cubicBezTo>
                    <a:cubicBezTo>
                      <a:pt x="89" y="690"/>
                      <a:pt x="241" y="798"/>
                      <a:pt x="412" y="798"/>
                    </a:cubicBezTo>
                    <a:cubicBezTo>
                      <a:pt x="456" y="798"/>
                      <a:pt x="500" y="791"/>
                      <a:pt x="542" y="776"/>
                    </a:cubicBezTo>
                    <a:cubicBezTo>
                      <a:pt x="750" y="705"/>
                      <a:pt x="861" y="477"/>
                      <a:pt x="790" y="270"/>
                    </a:cubicBezTo>
                    <a:cubicBezTo>
                      <a:pt x="735" y="109"/>
                      <a:pt x="584" y="0"/>
                      <a:pt x="4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7"/>
              <p:cNvSpPr/>
              <p:nvPr/>
            </p:nvSpPr>
            <p:spPr>
              <a:xfrm>
                <a:off x="-1550125" y="1984975"/>
                <a:ext cx="386425" cy="140200"/>
              </a:xfrm>
              <a:custGeom>
                <a:rect b="b" l="l" r="r" t="t"/>
                <a:pathLst>
                  <a:path extrusionOk="0" h="5608" w="15457">
                    <a:moveTo>
                      <a:pt x="15341" y="0"/>
                    </a:moveTo>
                    <a:lnTo>
                      <a:pt x="0" y="5273"/>
                    </a:lnTo>
                    <a:lnTo>
                      <a:pt x="115" y="5607"/>
                    </a:lnTo>
                    <a:lnTo>
                      <a:pt x="15457" y="335"/>
                    </a:lnTo>
                    <a:lnTo>
                      <a:pt x="153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7"/>
              <p:cNvSpPr/>
              <p:nvPr/>
            </p:nvSpPr>
            <p:spPr>
              <a:xfrm>
                <a:off x="-1604400" y="1802800"/>
                <a:ext cx="437850" cy="314175"/>
              </a:xfrm>
              <a:custGeom>
                <a:rect b="b" l="l" r="r" t="t"/>
                <a:pathLst>
                  <a:path extrusionOk="0" h="12567" w="17514">
                    <a:moveTo>
                      <a:pt x="13353" y="1"/>
                    </a:moveTo>
                    <a:lnTo>
                      <a:pt x="8687" y="1604"/>
                    </a:lnTo>
                    <a:lnTo>
                      <a:pt x="8187" y="1776"/>
                    </a:lnTo>
                    <a:lnTo>
                      <a:pt x="7581" y="1984"/>
                    </a:lnTo>
                    <a:lnTo>
                      <a:pt x="6742" y="2273"/>
                    </a:lnTo>
                    <a:lnTo>
                      <a:pt x="6136" y="2480"/>
                    </a:lnTo>
                    <a:lnTo>
                      <a:pt x="5636" y="2652"/>
                    </a:lnTo>
                    <a:lnTo>
                      <a:pt x="969" y="4255"/>
                    </a:lnTo>
                    <a:cubicBezTo>
                      <a:pt x="1250" y="5072"/>
                      <a:pt x="814" y="5963"/>
                      <a:pt x="1" y="6242"/>
                    </a:cubicBezTo>
                    <a:lnTo>
                      <a:pt x="0" y="6243"/>
                    </a:lnTo>
                    <a:lnTo>
                      <a:pt x="2171" y="12566"/>
                    </a:lnTo>
                    <a:lnTo>
                      <a:pt x="8317" y="10454"/>
                    </a:lnTo>
                    <a:lnTo>
                      <a:pt x="8817" y="10282"/>
                    </a:lnTo>
                    <a:lnTo>
                      <a:pt x="9422" y="10075"/>
                    </a:lnTo>
                    <a:lnTo>
                      <a:pt x="10262" y="9786"/>
                    </a:lnTo>
                    <a:lnTo>
                      <a:pt x="10867" y="9578"/>
                    </a:lnTo>
                    <a:lnTo>
                      <a:pt x="11368" y="9406"/>
                    </a:lnTo>
                    <a:lnTo>
                      <a:pt x="17513" y="7295"/>
                    </a:lnTo>
                    <a:lnTo>
                      <a:pt x="15340" y="973"/>
                    </a:lnTo>
                    <a:cubicBezTo>
                      <a:pt x="15173" y="1030"/>
                      <a:pt x="15003" y="1057"/>
                      <a:pt x="14835" y="1057"/>
                    </a:cubicBezTo>
                    <a:cubicBezTo>
                      <a:pt x="14185" y="1057"/>
                      <a:pt x="13576" y="648"/>
                      <a:pt x="133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7"/>
              <p:cNvSpPr/>
              <p:nvPr/>
            </p:nvSpPr>
            <p:spPr>
              <a:xfrm>
                <a:off x="-1463475" y="1842900"/>
                <a:ext cx="143275" cy="221250"/>
              </a:xfrm>
              <a:custGeom>
                <a:rect b="b" l="l" r="r" t="t"/>
                <a:pathLst>
                  <a:path extrusionOk="0" h="8850" w="5731">
                    <a:moveTo>
                      <a:pt x="3051" y="0"/>
                    </a:moveTo>
                    <a:lnTo>
                      <a:pt x="2551" y="174"/>
                    </a:lnTo>
                    <a:lnTo>
                      <a:pt x="1946" y="380"/>
                    </a:lnTo>
                    <a:lnTo>
                      <a:pt x="1106" y="669"/>
                    </a:lnTo>
                    <a:lnTo>
                      <a:pt x="501" y="876"/>
                    </a:lnTo>
                    <a:lnTo>
                      <a:pt x="1" y="1048"/>
                    </a:lnTo>
                    <a:lnTo>
                      <a:pt x="2681" y="8850"/>
                    </a:lnTo>
                    <a:lnTo>
                      <a:pt x="3180" y="8678"/>
                    </a:lnTo>
                    <a:lnTo>
                      <a:pt x="3785" y="8471"/>
                    </a:lnTo>
                    <a:lnTo>
                      <a:pt x="4626" y="8182"/>
                    </a:lnTo>
                    <a:lnTo>
                      <a:pt x="5231" y="7974"/>
                    </a:lnTo>
                    <a:lnTo>
                      <a:pt x="5731" y="7802"/>
                    </a:lnTo>
                    <a:lnTo>
                      <a:pt x="30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7"/>
              <p:cNvSpPr/>
              <p:nvPr/>
            </p:nvSpPr>
            <p:spPr>
              <a:xfrm>
                <a:off x="-1450950" y="1847225"/>
                <a:ext cx="118275" cy="212650"/>
              </a:xfrm>
              <a:custGeom>
                <a:rect b="b" l="l" r="r" t="t"/>
                <a:pathLst>
                  <a:path extrusionOk="0" h="8506" w="4731">
                    <a:moveTo>
                      <a:pt x="2050" y="1"/>
                    </a:moveTo>
                    <a:lnTo>
                      <a:pt x="1445" y="207"/>
                    </a:lnTo>
                    <a:lnTo>
                      <a:pt x="605" y="496"/>
                    </a:lnTo>
                    <a:lnTo>
                      <a:pt x="0" y="703"/>
                    </a:lnTo>
                    <a:lnTo>
                      <a:pt x="2679" y="8505"/>
                    </a:lnTo>
                    <a:lnTo>
                      <a:pt x="3284" y="8298"/>
                    </a:lnTo>
                    <a:lnTo>
                      <a:pt x="4125" y="8009"/>
                    </a:lnTo>
                    <a:lnTo>
                      <a:pt x="4730" y="7801"/>
                    </a:lnTo>
                    <a:lnTo>
                      <a:pt x="20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7"/>
              <p:cNvSpPr/>
              <p:nvPr/>
            </p:nvSpPr>
            <p:spPr>
              <a:xfrm>
                <a:off x="-1435800" y="1852475"/>
                <a:ext cx="88125" cy="202250"/>
              </a:xfrm>
              <a:custGeom>
                <a:rect b="b" l="l" r="r" t="t"/>
                <a:pathLst>
                  <a:path extrusionOk="0" h="8090" w="3525">
                    <a:moveTo>
                      <a:pt x="840" y="0"/>
                    </a:moveTo>
                    <a:lnTo>
                      <a:pt x="0" y="289"/>
                    </a:lnTo>
                    <a:lnTo>
                      <a:pt x="2684" y="8090"/>
                    </a:lnTo>
                    <a:lnTo>
                      <a:pt x="3524" y="7801"/>
                    </a:lnTo>
                    <a:lnTo>
                      <a:pt x="84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7"/>
              <p:cNvSpPr/>
              <p:nvPr/>
            </p:nvSpPr>
            <p:spPr>
              <a:xfrm>
                <a:off x="-1465375" y="2039125"/>
                <a:ext cx="261800" cy="127000"/>
              </a:xfrm>
              <a:custGeom>
                <a:rect b="b" l="l" r="r" t="t"/>
                <a:pathLst>
                  <a:path extrusionOk="0" h="5080" w="10472">
                    <a:moveTo>
                      <a:pt x="8573" y="1"/>
                    </a:moveTo>
                    <a:cubicBezTo>
                      <a:pt x="8454" y="1"/>
                      <a:pt x="8334" y="20"/>
                      <a:pt x="8217" y="60"/>
                    </a:cubicBezTo>
                    <a:lnTo>
                      <a:pt x="905" y="2573"/>
                    </a:lnTo>
                    <a:cubicBezTo>
                      <a:pt x="502" y="2712"/>
                      <a:pt x="218" y="3068"/>
                      <a:pt x="172" y="3491"/>
                    </a:cubicBezTo>
                    <a:lnTo>
                      <a:pt x="1" y="5079"/>
                    </a:lnTo>
                    <a:lnTo>
                      <a:pt x="1" y="5079"/>
                    </a:lnTo>
                    <a:lnTo>
                      <a:pt x="10471" y="1480"/>
                    </a:lnTo>
                    <a:lnTo>
                      <a:pt x="9358" y="334"/>
                    </a:lnTo>
                    <a:cubicBezTo>
                      <a:pt x="9149" y="117"/>
                      <a:pt x="8864" y="1"/>
                      <a:pt x="8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7"/>
              <p:cNvSpPr/>
              <p:nvPr/>
            </p:nvSpPr>
            <p:spPr>
              <a:xfrm>
                <a:off x="-1437200" y="2136150"/>
                <a:ext cx="19575" cy="18825"/>
              </a:xfrm>
              <a:custGeom>
                <a:rect b="b" l="l" r="r" t="t"/>
                <a:pathLst>
                  <a:path extrusionOk="0" h="753" w="783">
                    <a:moveTo>
                      <a:pt x="365" y="1"/>
                    </a:moveTo>
                    <a:cubicBezTo>
                      <a:pt x="330" y="1"/>
                      <a:pt x="295" y="7"/>
                      <a:pt x="261" y="18"/>
                    </a:cubicBezTo>
                    <a:cubicBezTo>
                      <a:pt x="91" y="76"/>
                      <a:pt x="0" y="261"/>
                      <a:pt x="59" y="430"/>
                    </a:cubicBezTo>
                    <a:lnTo>
                      <a:pt x="170" y="752"/>
                    </a:lnTo>
                    <a:lnTo>
                      <a:pt x="783" y="543"/>
                    </a:lnTo>
                    <a:lnTo>
                      <a:pt x="671" y="220"/>
                    </a:lnTo>
                    <a:cubicBezTo>
                      <a:pt x="625" y="85"/>
                      <a:pt x="499" y="1"/>
                      <a:pt x="3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7"/>
              <p:cNvSpPr/>
              <p:nvPr/>
            </p:nvSpPr>
            <p:spPr>
              <a:xfrm>
                <a:off x="-1254975" y="2073575"/>
                <a:ext cx="19550" cy="18800"/>
              </a:xfrm>
              <a:custGeom>
                <a:rect b="b" l="l" r="r" t="t"/>
                <a:pathLst>
                  <a:path extrusionOk="0" h="752" w="782">
                    <a:moveTo>
                      <a:pt x="365" y="0"/>
                    </a:moveTo>
                    <a:cubicBezTo>
                      <a:pt x="330" y="0"/>
                      <a:pt x="294" y="6"/>
                      <a:pt x="259" y="18"/>
                    </a:cubicBezTo>
                    <a:cubicBezTo>
                      <a:pt x="90" y="76"/>
                      <a:pt x="0" y="260"/>
                      <a:pt x="58" y="430"/>
                    </a:cubicBezTo>
                    <a:lnTo>
                      <a:pt x="170" y="752"/>
                    </a:lnTo>
                    <a:lnTo>
                      <a:pt x="782" y="541"/>
                    </a:lnTo>
                    <a:lnTo>
                      <a:pt x="671" y="219"/>
                    </a:lnTo>
                    <a:cubicBezTo>
                      <a:pt x="625" y="85"/>
                      <a:pt x="499" y="0"/>
                      <a:pt x="3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7"/>
              <p:cNvSpPr/>
              <p:nvPr/>
            </p:nvSpPr>
            <p:spPr>
              <a:xfrm>
                <a:off x="-1538675" y="1874725"/>
                <a:ext cx="295375" cy="162550"/>
              </a:xfrm>
              <a:custGeom>
                <a:rect b="b" l="l" r="r" t="t"/>
                <a:pathLst>
                  <a:path extrusionOk="0" h="6502" w="11815">
                    <a:moveTo>
                      <a:pt x="10085" y="0"/>
                    </a:moveTo>
                    <a:cubicBezTo>
                      <a:pt x="9955" y="0"/>
                      <a:pt x="9824" y="21"/>
                      <a:pt x="9694" y="66"/>
                    </a:cubicBezTo>
                    <a:lnTo>
                      <a:pt x="962" y="3066"/>
                    </a:lnTo>
                    <a:cubicBezTo>
                      <a:pt x="334" y="3281"/>
                      <a:pt x="1" y="3965"/>
                      <a:pt x="217" y="4593"/>
                    </a:cubicBezTo>
                    <a:lnTo>
                      <a:pt x="594" y="5690"/>
                    </a:lnTo>
                    <a:cubicBezTo>
                      <a:pt x="764" y="6188"/>
                      <a:pt x="1230" y="6501"/>
                      <a:pt x="1729" y="6501"/>
                    </a:cubicBezTo>
                    <a:cubicBezTo>
                      <a:pt x="1859" y="6501"/>
                      <a:pt x="1992" y="6480"/>
                      <a:pt x="2121" y="6435"/>
                    </a:cubicBezTo>
                    <a:lnTo>
                      <a:pt x="10853" y="3435"/>
                    </a:lnTo>
                    <a:cubicBezTo>
                      <a:pt x="11482" y="3220"/>
                      <a:pt x="11815" y="2535"/>
                      <a:pt x="11598" y="1908"/>
                    </a:cubicBezTo>
                    <a:lnTo>
                      <a:pt x="11222" y="811"/>
                    </a:lnTo>
                    <a:cubicBezTo>
                      <a:pt x="11051" y="313"/>
                      <a:pt x="10585" y="0"/>
                      <a:pt x="100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7"/>
              <p:cNvSpPr/>
              <p:nvPr/>
            </p:nvSpPr>
            <p:spPr>
              <a:xfrm>
                <a:off x="-1440250" y="1938275"/>
                <a:ext cx="66350" cy="46475"/>
              </a:xfrm>
              <a:custGeom>
                <a:rect b="b" l="l" r="r" t="t"/>
                <a:pathLst>
                  <a:path extrusionOk="0" h="1859" w="2654">
                    <a:moveTo>
                      <a:pt x="1786" y="1"/>
                    </a:moveTo>
                    <a:cubicBezTo>
                      <a:pt x="1704" y="1"/>
                      <a:pt x="1619" y="14"/>
                      <a:pt x="1536" y="43"/>
                    </a:cubicBezTo>
                    <a:lnTo>
                      <a:pt x="617" y="359"/>
                    </a:lnTo>
                    <a:cubicBezTo>
                      <a:pt x="214" y="497"/>
                      <a:pt x="1" y="936"/>
                      <a:pt x="138" y="1338"/>
                    </a:cubicBezTo>
                    <a:cubicBezTo>
                      <a:pt x="248" y="1658"/>
                      <a:pt x="547" y="1858"/>
                      <a:pt x="868" y="1858"/>
                    </a:cubicBezTo>
                    <a:cubicBezTo>
                      <a:pt x="951" y="1858"/>
                      <a:pt x="1035" y="1845"/>
                      <a:pt x="1117" y="1817"/>
                    </a:cubicBezTo>
                    <a:lnTo>
                      <a:pt x="2037" y="1500"/>
                    </a:lnTo>
                    <a:cubicBezTo>
                      <a:pt x="2439" y="1363"/>
                      <a:pt x="2654" y="924"/>
                      <a:pt x="2516" y="522"/>
                    </a:cubicBezTo>
                    <a:cubicBezTo>
                      <a:pt x="2406" y="202"/>
                      <a:pt x="2107" y="1"/>
                      <a:pt x="1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7"/>
              <p:cNvSpPr/>
              <p:nvPr/>
            </p:nvSpPr>
            <p:spPr>
              <a:xfrm>
                <a:off x="-1365625" y="1924225"/>
                <a:ext cx="25500" cy="37300"/>
              </a:xfrm>
              <a:custGeom>
                <a:rect b="b" l="l" r="r" t="t"/>
                <a:pathLst>
                  <a:path extrusionOk="0" h="1492" w="1020">
                    <a:moveTo>
                      <a:pt x="365" y="0"/>
                    </a:moveTo>
                    <a:cubicBezTo>
                      <a:pt x="330" y="0"/>
                      <a:pt x="294" y="6"/>
                      <a:pt x="259" y="18"/>
                    </a:cubicBezTo>
                    <a:cubicBezTo>
                      <a:pt x="91" y="75"/>
                      <a:pt x="0" y="260"/>
                      <a:pt x="58" y="429"/>
                    </a:cubicBezTo>
                    <a:lnTo>
                      <a:pt x="349" y="1273"/>
                    </a:lnTo>
                    <a:cubicBezTo>
                      <a:pt x="395" y="1407"/>
                      <a:pt x="521" y="1491"/>
                      <a:pt x="655" y="1491"/>
                    </a:cubicBezTo>
                    <a:cubicBezTo>
                      <a:pt x="690" y="1491"/>
                      <a:pt x="725" y="1486"/>
                      <a:pt x="760" y="1474"/>
                    </a:cubicBezTo>
                    <a:cubicBezTo>
                      <a:pt x="929" y="1416"/>
                      <a:pt x="1020" y="1231"/>
                      <a:pt x="961" y="1063"/>
                    </a:cubicBezTo>
                    <a:lnTo>
                      <a:pt x="671" y="219"/>
                    </a:lnTo>
                    <a:cubicBezTo>
                      <a:pt x="625" y="84"/>
                      <a:pt x="500"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7"/>
              <p:cNvSpPr/>
              <p:nvPr/>
            </p:nvSpPr>
            <p:spPr>
              <a:xfrm>
                <a:off x="-1523650" y="1955000"/>
                <a:ext cx="73850" cy="67300"/>
              </a:xfrm>
              <a:custGeom>
                <a:rect b="b" l="l" r="r" t="t"/>
                <a:pathLst>
                  <a:path extrusionOk="0" h="2692" w="2954">
                    <a:moveTo>
                      <a:pt x="1477" y="1"/>
                    </a:moveTo>
                    <a:cubicBezTo>
                      <a:pt x="1133" y="1"/>
                      <a:pt x="788" y="132"/>
                      <a:pt x="526" y="394"/>
                    </a:cubicBezTo>
                    <a:cubicBezTo>
                      <a:pt x="0" y="921"/>
                      <a:pt x="0" y="1772"/>
                      <a:pt x="526" y="2297"/>
                    </a:cubicBezTo>
                    <a:cubicBezTo>
                      <a:pt x="788" y="2560"/>
                      <a:pt x="1133" y="2691"/>
                      <a:pt x="1477" y="2691"/>
                    </a:cubicBezTo>
                    <a:cubicBezTo>
                      <a:pt x="1821" y="2691"/>
                      <a:pt x="2166" y="2560"/>
                      <a:pt x="2429" y="2297"/>
                    </a:cubicBezTo>
                    <a:cubicBezTo>
                      <a:pt x="2954" y="1772"/>
                      <a:pt x="2954" y="921"/>
                      <a:pt x="2429" y="394"/>
                    </a:cubicBezTo>
                    <a:cubicBezTo>
                      <a:pt x="2166" y="132"/>
                      <a:pt x="1821" y="1"/>
                      <a:pt x="1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7"/>
              <p:cNvSpPr/>
              <p:nvPr/>
            </p:nvSpPr>
            <p:spPr>
              <a:xfrm>
                <a:off x="-1518675" y="1959550"/>
                <a:ext cx="63900" cy="58225"/>
              </a:xfrm>
              <a:custGeom>
                <a:rect b="b" l="l" r="r" t="t"/>
                <a:pathLst>
                  <a:path extrusionOk="0" h="2329" w="2556">
                    <a:moveTo>
                      <a:pt x="1278" y="1"/>
                    </a:moveTo>
                    <a:cubicBezTo>
                      <a:pt x="980" y="1"/>
                      <a:pt x="683" y="114"/>
                      <a:pt x="456" y="341"/>
                    </a:cubicBezTo>
                    <a:cubicBezTo>
                      <a:pt x="0" y="796"/>
                      <a:pt x="0" y="1532"/>
                      <a:pt x="456" y="1988"/>
                    </a:cubicBezTo>
                    <a:cubicBezTo>
                      <a:pt x="683" y="2215"/>
                      <a:pt x="980" y="2328"/>
                      <a:pt x="1278" y="2328"/>
                    </a:cubicBezTo>
                    <a:cubicBezTo>
                      <a:pt x="1576" y="2328"/>
                      <a:pt x="1874" y="2215"/>
                      <a:pt x="2101" y="1988"/>
                    </a:cubicBezTo>
                    <a:cubicBezTo>
                      <a:pt x="2556" y="1532"/>
                      <a:pt x="2556"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7"/>
              <p:cNvSpPr/>
              <p:nvPr/>
            </p:nvSpPr>
            <p:spPr>
              <a:xfrm>
                <a:off x="-1499175" y="1976525"/>
                <a:ext cx="26100" cy="24225"/>
              </a:xfrm>
              <a:custGeom>
                <a:rect b="b" l="l" r="r" t="t"/>
                <a:pathLst>
                  <a:path extrusionOk="0" h="969" w="1044">
                    <a:moveTo>
                      <a:pt x="501" y="1"/>
                    </a:moveTo>
                    <a:cubicBezTo>
                      <a:pt x="449" y="1"/>
                      <a:pt x="395" y="10"/>
                      <a:pt x="343" y="29"/>
                    </a:cubicBezTo>
                    <a:cubicBezTo>
                      <a:pt x="221" y="71"/>
                      <a:pt x="123" y="158"/>
                      <a:pt x="67" y="273"/>
                    </a:cubicBezTo>
                    <a:cubicBezTo>
                      <a:pt x="10" y="390"/>
                      <a:pt x="1" y="520"/>
                      <a:pt x="43" y="643"/>
                    </a:cubicBezTo>
                    <a:cubicBezTo>
                      <a:pt x="110" y="837"/>
                      <a:pt x="294" y="969"/>
                      <a:pt x="500" y="969"/>
                    </a:cubicBezTo>
                    <a:cubicBezTo>
                      <a:pt x="553" y="969"/>
                      <a:pt x="605" y="960"/>
                      <a:pt x="657" y="942"/>
                    </a:cubicBezTo>
                    <a:cubicBezTo>
                      <a:pt x="910" y="855"/>
                      <a:pt x="1044" y="579"/>
                      <a:pt x="957" y="327"/>
                    </a:cubicBezTo>
                    <a:cubicBezTo>
                      <a:pt x="890" y="133"/>
                      <a:pt x="708" y="1"/>
                      <a:pt x="5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7"/>
              <p:cNvSpPr/>
              <p:nvPr/>
            </p:nvSpPr>
            <p:spPr>
              <a:xfrm>
                <a:off x="-1333200" y="1889600"/>
                <a:ext cx="73850" cy="67300"/>
              </a:xfrm>
              <a:custGeom>
                <a:rect b="b" l="l" r="r" t="t"/>
                <a:pathLst>
                  <a:path extrusionOk="0" h="2692" w="2954">
                    <a:moveTo>
                      <a:pt x="1477" y="0"/>
                    </a:moveTo>
                    <a:cubicBezTo>
                      <a:pt x="1133" y="0"/>
                      <a:pt x="788" y="132"/>
                      <a:pt x="526" y="394"/>
                    </a:cubicBezTo>
                    <a:cubicBezTo>
                      <a:pt x="0" y="920"/>
                      <a:pt x="0" y="1771"/>
                      <a:pt x="526" y="2296"/>
                    </a:cubicBezTo>
                    <a:cubicBezTo>
                      <a:pt x="788" y="2559"/>
                      <a:pt x="1133" y="2691"/>
                      <a:pt x="1477" y="2691"/>
                    </a:cubicBezTo>
                    <a:cubicBezTo>
                      <a:pt x="1821" y="2691"/>
                      <a:pt x="2166" y="2559"/>
                      <a:pt x="2429" y="2296"/>
                    </a:cubicBezTo>
                    <a:cubicBezTo>
                      <a:pt x="2954" y="1771"/>
                      <a:pt x="2954" y="920"/>
                      <a:pt x="2429" y="394"/>
                    </a:cubicBezTo>
                    <a:cubicBezTo>
                      <a:pt x="2166" y="132"/>
                      <a:pt x="1821" y="0"/>
                      <a:pt x="14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7"/>
              <p:cNvSpPr/>
              <p:nvPr/>
            </p:nvSpPr>
            <p:spPr>
              <a:xfrm>
                <a:off x="-1328225" y="1894125"/>
                <a:ext cx="63875" cy="58200"/>
              </a:xfrm>
              <a:custGeom>
                <a:rect b="b" l="l" r="r" t="t"/>
                <a:pathLst>
                  <a:path extrusionOk="0" h="2328" w="2555">
                    <a:moveTo>
                      <a:pt x="1278" y="1"/>
                    </a:moveTo>
                    <a:cubicBezTo>
                      <a:pt x="980" y="1"/>
                      <a:pt x="682" y="114"/>
                      <a:pt x="455" y="341"/>
                    </a:cubicBezTo>
                    <a:cubicBezTo>
                      <a:pt x="1" y="796"/>
                      <a:pt x="1" y="1533"/>
                      <a:pt x="455" y="1987"/>
                    </a:cubicBezTo>
                    <a:cubicBezTo>
                      <a:pt x="682" y="2214"/>
                      <a:pt x="980" y="2328"/>
                      <a:pt x="1278" y="2328"/>
                    </a:cubicBezTo>
                    <a:cubicBezTo>
                      <a:pt x="1576" y="2328"/>
                      <a:pt x="1874" y="2214"/>
                      <a:pt x="2101" y="1987"/>
                    </a:cubicBezTo>
                    <a:cubicBezTo>
                      <a:pt x="2555" y="1533"/>
                      <a:pt x="2555"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7"/>
              <p:cNvSpPr/>
              <p:nvPr/>
            </p:nvSpPr>
            <p:spPr>
              <a:xfrm>
                <a:off x="-1309825" y="1911100"/>
                <a:ext cx="27250" cy="24225"/>
              </a:xfrm>
              <a:custGeom>
                <a:rect b="b" l="l" r="r" t="t"/>
                <a:pathLst>
                  <a:path extrusionOk="0" h="969" w="1090">
                    <a:moveTo>
                      <a:pt x="544" y="1"/>
                    </a:moveTo>
                    <a:cubicBezTo>
                      <a:pt x="492" y="1"/>
                      <a:pt x="439" y="10"/>
                      <a:pt x="387" y="28"/>
                    </a:cubicBezTo>
                    <a:cubicBezTo>
                      <a:pt x="135" y="114"/>
                      <a:pt x="0" y="391"/>
                      <a:pt x="86" y="642"/>
                    </a:cubicBezTo>
                    <a:cubicBezTo>
                      <a:pt x="153" y="837"/>
                      <a:pt x="337" y="969"/>
                      <a:pt x="543" y="969"/>
                    </a:cubicBezTo>
                    <a:cubicBezTo>
                      <a:pt x="597" y="969"/>
                      <a:pt x="651" y="960"/>
                      <a:pt x="702" y="941"/>
                    </a:cubicBezTo>
                    <a:cubicBezTo>
                      <a:pt x="955" y="854"/>
                      <a:pt x="1089" y="579"/>
                      <a:pt x="1002" y="327"/>
                    </a:cubicBezTo>
                    <a:cubicBezTo>
                      <a:pt x="935" y="132"/>
                      <a:pt x="751" y="1"/>
                      <a:pt x="5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7"/>
              <p:cNvSpPr/>
              <p:nvPr/>
            </p:nvSpPr>
            <p:spPr>
              <a:xfrm>
                <a:off x="-1508450" y="1967225"/>
                <a:ext cx="275125" cy="94550"/>
              </a:xfrm>
              <a:custGeom>
                <a:rect b="b" l="l" r="r" t="t"/>
                <a:pathLst>
                  <a:path extrusionOk="0" fill="none" h="3782" w="11005">
                    <a:moveTo>
                      <a:pt x="0" y="3782"/>
                    </a:moveTo>
                    <a:lnTo>
                      <a:pt x="11004" y="0"/>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7"/>
              <p:cNvSpPr/>
              <p:nvPr/>
            </p:nvSpPr>
            <p:spPr>
              <a:xfrm>
                <a:off x="-1504425" y="1979000"/>
                <a:ext cx="275175" cy="94550"/>
              </a:xfrm>
              <a:custGeom>
                <a:rect b="b" l="l" r="r" t="t"/>
                <a:pathLst>
                  <a:path extrusionOk="0" fill="none" h="3782" w="11007">
                    <a:moveTo>
                      <a:pt x="0" y="3781"/>
                    </a:moveTo>
                    <a:lnTo>
                      <a:pt x="11006" y="0"/>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7"/>
              <p:cNvSpPr/>
              <p:nvPr/>
            </p:nvSpPr>
            <p:spPr>
              <a:xfrm>
                <a:off x="-1500375" y="1990775"/>
                <a:ext cx="275200" cy="94550"/>
              </a:xfrm>
              <a:custGeom>
                <a:rect b="b" l="l" r="r" t="t"/>
                <a:pathLst>
                  <a:path extrusionOk="0" fill="none" h="3782" w="11008">
                    <a:moveTo>
                      <a:pt x="0" y="3782"/>
                    </a:moveTo>
                    <a:lnTo>
                      <a:pt x="11007" y="1"/>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48" name="Google Shape;5248;p67"/>
          <p:cNvGrpSpPr/>
          <p:nvPr/>
        </p:nvGrpSpPr>
        <p:grpSpPr>
          <a:xfrm rot="-2018233">
            <a:off x="93536" y="320709"/>
            <a:ext cx="1128892" cy="678984"/>
            <a:chOff x="-3197125" y="3291375"/>
            <a:chExt cx="286625" cy="172388"/>
          </a:xfrm>
        </p:grpSpPr>
        <p:sp>
          <p:nvSpPr>
            <p:cNvPr id="5249" name="Google Shape;5249;p67"/>
            <p:cNvSpPr/>
            <p:nvPr/>
          </p:nvSpPr>
          <p:spPr>
            <a:xfrm>
              <a:off x="-3197125" y="3291375"/>
              <a:ext cx="286625" cy="172300"/>
            </a:xfrm>
            <a:custGeom>
              <a:rect b="b" l="l" r="r" t="t"/>
              <a:pathLst>
                <a:path extrusionOk="0" h="6892" w="11465">
                  <a:moveTo>
                    <a:pt x="317" y="0"/>
                  </a:moveTo>
                  <a:cubicBezTo>
                    <a:pt x="140" y="0"/>
                    <a:pt x="0" y="141"/>
                    <a:pt x="0" y="316"/>
                  </a:cubicBezTo>
                  <a:lnTo>
                    <a:pt x="0" y="6576"/>
                  </a:lnTo>
                  <a:cubicBezTo>
                    <a:pt x="0" y="6751"/>
                    <a:pt x="143" y="6892"/>
                    <a:pt x="317" y="6892"/>
                  </a:cubicBezTo>
                  <a:lnTo>
                    <a:pt x="11149" y="6892"/>
                  </a:lnTo>
                  <a:cubicBezTo>
                    <a:pt x="11324" y="6892"/>
                    <a:pt x="11465" y="6750"/>
                    <a:pt x="11465" y="6576"/>
                  </a:cubicBezTo>
                  <a:lnTo>
                    <a:pt x="11465" y="316"/>
                  </a:lnTo>
                  <a:cubicBezTo>
                    <a:pt x="11465" y="140"/>
                    <a:pt x="11323" y="0"/>
                    <a:pt x="11149"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0" name="Google Shape;5250;p67"/>
            <p:cNvGrpSpPr/>
            <p:nvPr/>
          </p:nvGrpSpPr>
          <p:grpSpPr>
            <a:xfrm>
              <a:off x="-3197125" y="3291438"/>
              <a:ext cx="286625" cy="172325"/>
              <a:chOff x="-3197125" y="2023475"/>
              <a:chExt cx="286625" cy="172325"/>
            </a:xfrm>
          </p:grpSpPr>
          <p:sp>
            <p:nvSpPr>
              <p:cNvPr id="5251" name="Google Shape;5251;p67"/>
              <p:cNvSpPr/>
              <p:nvPr/>
            </p:nvSpPr>
            <p:spPr>
              <a:xfrm>
                <a:off x="-3197125" y="2023475"/>
                <a:ext cx="286625" cy="172325"/>
              </a:xfrm>
              <a:custGeom>
                <a:rect b="b" l="l" r="r" t="t"/>
                <a:pathLst>
                  <a:path extrusionOk="0" h="6893" w="11465">
                    <a:moveTo>
                      <a:pt x="317" y="0"/>
                    </a:moveTo>
                    <a:cubicBezTo>
                      <a:pt x="143" y="0"/>
                      <a:pt x="0" y="141"/>
                      <a:pt x="0" y="316"/>
                    </a:cubicBezTo>
                    <a:lnTo>
                      <a:pt x="0" y="6577"/>
                    </a:lnTo>
                    <a:cubicBezTo>
                      <a:pt x="0" y="6750"/>
                      <a:pt x="140" y="6893"/>
                      <a:pt x="317" y="6893"/>
                    </a:cubicBezTo>
                    <a:lnTo>
                      <a:pt x="11148" y="6893"/>
                    </a:lnTo>
                    <a:cubicBezTo>
                      <a:pt x="11323" y="6893"/>
                      <a:pt x="11465" y="6750"/>
                      <a:pt x="11465" y="6577"/>
                    </a:cubicBezTo>
                    <a:lnTo>
                      <a:pt x="11465" y="316"/>
                    </a:lnTo>
                    <a:cubicBezTo>
                      <a:pt x="11465" y="143"/>
                      <a:pt x="11324" y="0"/>
                      <a:pt x="111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7"/>
              <p:cNvSpPr/>
              <p:nvPr/>
            </p:nvSpPr>
            <p:spPr>
              <a:xfrm>
                <a:off x="-3167550" y="2038925"/>
                <a:ext cx="227450" cy="103050"/>
              </a:xfrm>
              <a:custGeom>
                <a:rect b="b" l="l" r="r" t="t"/>
                <a:pathLst>
                  <a:path extrusionOk="0" h="4122" w="9098">
                    <a:moveTo>
                      <a:pt x="1" y="0"/>
                    </a:moveTo>
                    <a:lnTo>
                      <a:pt x="1" y="4121"/>
                    </a:lnTo>
                    <a:lnTo>
                      <a:pt x="9098" y="4121"/>
                    </a:lnTo>
                    <a:lnTo>
                      <a:pt x="909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7"/>
              <p:cNvSpPr/>
              <p:nvPr/>
            </p:nvSpPr>
            <p:spPr>
              <a:xfrm>
                <a:off x="-3121150" y="2085075"/>
                <a:ext cx="134650" cy="33600"/>
              </a:xfrm>
              <a:custGeom>
                <a:rect b="b" l="l" r="r" t="t"/>
                <a:pathLst>
                  <a:path extrusionOk="0" h="1344" w="5386">
                    <a:moveTo>
                      <a:pt x="0" y="1"/>
                    </a:moveTo>
                    <a:lnTo>
                      <a:pt x="0" y="1343"/>
                    </a:lnTo>
                    <a:lnTo>
                      <a:pt x="5385" y="1343"/>
                    </a:lnTo>
                    <a:lnTo>
                      <a:pt x="53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7"/>
              <p:cNvSpPr/>
              <p:nvPr/>
            </p:nvSpPr>
            <p:spPr>
              <a:xfrm>
                <a:off x="-3121150" y="2085025"/>
                <a:ext cx="65625" cy="33650"/>
              </a:xfrm>
              <a:custGeom>
                <a:rect b="b" l="l" r="r" t="t"/>
                <a:pathLst>
                  <a:path extrusionOk="0" h="1346" w="2625">
                    <a:moveTo>
                      <a:pt x="0" y="1"/>
                    </a:moveTo>
                    <a:lnTo>
                      <a:pt x="0" y="1345"/>
                    </a:lnTo>
                    <a:lnTo>
                      <a:pt x="2534" y="1345"/>
                    </a:lnTo>
                    <a:cubicBezTo>
                      <a:pt x="2591" y="1131"/>
                      <a:pt x="2625" y="907"/>
                      <a:pt x="2625" y="673"/>
                    </a:cubicBezTo>
                    <a:cubicBezTo>
                      <a:pt x="2625" y="441"/>
                      <a:pt x="2591" y="216"/>
                      <a:pt x="25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7"/>
              <p:cNvSpPr/>
              <p:nvPr/>
            </p:nvSpPr>
            <p:spPr>
              <a:xfrm>
                <a:off x="-3034350" y="2085075"/>
                <a:ext cx="47850" cy="33625"/>
              </a:xfrm>
              <a:custGeom>
                <a:rect b="b" l="l" r="r" t="t"/>
                <a:pathLst>
                  <a:path extrusionOk="0" h="1345" w="1914">
                    <a:moveTo>
                      <a:pt x="149" y="1"/>
                    </a:moveTo>
                    <a:cubicBezTo>
                      <a:pt x="55" y="226"/>
                      <a:pt x="1" y="475"/>
                      <a:pt x="1" y="735"/>
                    </a:cubicBezTo>
                    <a:cubicBezTo>
                      <a:pt x="1" y="948"/>
                      <a:pt x="37" y="1152"/>
                      <a:pt x="102" y="1344"/>
                    </a:cubicBezTo>
                    <a:lnTo>
                      <a:pt x="1913" y="1344"/>
                    </a:lnTo>
                    <a:lnTo>
                      <a:pt x="19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7"/>
              <p:cNvSpPr/>
              <p:nvPr/>
            </p:nvSpPr>
            <p:spPr>
              <a:xfrm>
                <a:off x="-3143075" y="2078800"/>
                <a:ext cx="46125" cy="46075"/>
              </a:xfrm>
              <a:custGeom>
                <a:rect b="b" l="l" r="r" t="t"/>
                <a:pathLst>
                  <a:path extrusionOk="0" h="1843" w="1845">
                    <a:moveTo>
                      <a:pt x="922" y="1"/>
                    </a:moveTo>
                    <a:cubicBezTo>
                      <a:pt x="412" y="1"/>
                      <a:pt x="0" y="414"/>
                      <a:pt x="0" y="922"/>
                    </a:cubicBezTo>
                    <a:cubicBezTo>
                      <a:pt x="0" y="1431"/>
                      <a:pt x="413" y="1843"/>
                      <a:pt x="922" y="1843"/>
                    </a:cubicBezTo>
                    <a:cubicBezTo>
                      <a:pt x="1432" y="1843"/>
                      <a:pt x="1842" y="1430"/>
                      <a:pt x="1842" y="922"/>
                    </a:cubicBezTo>
                    <a:cubicBezTo>
                      <a:pt x="1844" y="414"/>
                      <a:pt x="1432" y="1"/>
                      <a:pt x="9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7"/>
              <p:cNvSpPr/>
              <p:nvPr/>
            </p:nvSpPr>
            <p:spPr>
              <a:xfrm>
                <a:off x="-3141550" y="2081975"/>
                <a:ext cx="42975" cy="39975"/>
              </a:xfrm>
              <a:custGeom>
                <a:rect b="b" l="l" r="r" t="t"/>
                <a:pathLst>
                  <a:path extrusionOk="0" h="1599" w="1719">
                    <a:moveTo>
                      <a:pt x="859" y="1"/>
                    </a:moveTo>
                    <a:cubicBezTo>
                      <a:pt x="817" y="1"/>
                      <a:pt x="774" y="4"/>
                      <a:pt x="731" y="11"/>
                    </a:cubicBezTo>
                    <a:cubicBezTo>
                      <a:pt x="296" y="82"/>
                      <a:pt x="0" y="493"/>
                      <a:pt x="71" y="928"/>
                    </a:cubicBezTo>
                    <a:cubicBezTo>
                      <a:pt x="135" y="1320"/>
                      <a:pt x="474" y="1599"/>
                      <a:pt x="858" y="1599"/>
                    </a:cubicBezTo>
                    <a:cubicBezTo>
                      <a:pt x="901" y="1599"/>
                      <a:pt x="944" y="1595"/>
                      <a:pt x="988" y="1588"/>
                    </a:cubicBezTo>
                    <a:cubicBezTo>
                      <a:pt x="1423" y="1517"/>
                      <a:pt x="1718" y="1106"/>
                      <a:pt x="1647" y="672"/>
                    </a:cubicBezTo>
                    <a:cubicBezTo>
                      <a:pt x="1584" y="279"/>
                      <a:pt x="1244" y="1"/>
                      <a:pt x="8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7"/>
              <p:cNvSpPr/>
              <p:nvPr/>
            </p:nvSpPr>
            <p:spPr>
              <a:xfrm>
                <a:off x="-3010650" y="2078800"/>
                <a:ext cx="46075" cy="46075"/>
              </a:xfrm>
              <a:custGeom>
                <a:rect b="b" l="l" r="r" t="t"/>
                <a:pathLst>
                  <a:path extrusionOk="0" h="1843" w="1843">
                    <a:moveTo>
                      <a:pt x="921" y="1"/>
                    </a:moveTo>
                    <a:cubicBezTo>
                      <a:pt x="412" y="1"/>
                      <a:pt x="0" y="414"/>
                      <a:pt x="0" y="922"/>
                    </a:cubicBezTo>
                    <a:cubicBezTo>
                      <a:pt x="0" y="1431"/>
                      <a:pt x="413" y="1843"/>
                      <a:pt x="921" y="1843"/>
                    </a:cubicBezTo>
                    <a:cubicBezTo>
                      <a:pt x="1431" y="1843"/>
                      <a:pt x="1842" y="1430"/>
                      <a:pt x="1842" y="922"/>
                    </a:cubicBezTo>
                    <a:cubicBezTo>
                      <a:pt x="1842" y="414"/>
                      <a:pt x="1430" y="1"/>
                      <a:pt x="9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7"/>
              <p:cNvSpPr/>
              <p:nvPr/>
            </p:nvSpPr>
            <p:spPr>
              <a:xfrm>
                <a:off x="-3009300" y="2081900"/>
                <a:ext cx="43125" cy="39950"/>
              </a:xfrm>
              <a:custGeom>
                <a:rect b="b" l="l" r="r" t="t"/>
                <a:pathLst>
                  <a:path extrusionOk="0" h="1598" w="1725">
                    <a:moveTo>
                      <a:pt x="864" y="1"/>
                    </a:moveTo>
                    <a:cubicBezTo>
                      <a:pt x="819" y="1"/>
                      <a:pt x="772" y="5"/>
                      <a:pt x="726" y="13"/>
                    </a:cubicBezTo>
                    <a:cubicBezTo>
                      <a:pt x="291" y="88"/>
                      <a:pt x="0" y="501"/>
                      <a:pt x="75" y="936"/>
                    </a:cubicBezTo>
                    <a:cubicBezTo>
                      <a:pt x="144" y="1324"/>
                      <a:pt x="481" y="1598"/>
                      <a:pt x="862" y="1598"/>
                    </a:cubicBezTo>
                    <a:cubicBezTo>
                      <a:pt x="907" y="1598"/>
                      <a:pt x="953" y="1594"/>
                      <a:pt x="999" y="1586"/>
                    </a:cubicBezTo>
                    <a:cubicBezTo>
                      <a:pt x="1433" y="1510"/>
                      <a:pt x="1724" y="1097"/>
                      <a:pt x="1649" y="662"/>
                    </a:cubicBezTo>
                    <a:cubicBezTo>
                      <a:pt x="1582" y="274"/>
                      <a:pt x="1245" y="1"/>
                      <a:pt x="8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7"/>
              <p:cNvSpPr/>
              <p:nvPr/>
            </p:nvSpPr>
            <p:spPr>
              <a:xfrm>
                <a:off x="-3021825" y="2160325"/>
                <a:ext cx="7775" cy="7775"/>
              </a:xfrm>
              <a:custGeom>
                <a:rect b="b" l="l" r="r" t="t"/>
                <a:pathLst>
                  <a:path extrusionOk="0" h="311" w="311">
                    <a:moveTo>
                      <a:pt x="155" y="1"/>
                    </a:moveTo>
                    <a:cubicBezTo>
                      <a:pt x="70" y="1"/>
                      <a:pt x="1" y="70"/>
                      <a:pt x="1" y="156"/>
                    </a:cubicBezTo>
                    <a:cubicBezTo>
                      <a:pt x="1" y="241"/>
                      <a:pt x="70" y="311"/>
                      <a:pt x="155" y="311"/>
                    </a:cubicBezTo>
                    <a:cubicBezTo>
                      <a:pt x="241" y="311"/>
                      <a:pt x="310" y="241"/>
                      <a:pt x="310" y="156"/>
                    </a:cubicBezTo>
                    <a:cubicBezTo>
                      <a:pt x="310" y="70"/>
                      <a:pt x="241"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7"/>
              <p:cNvSpPr/>
              <p:nvPr/>
            </p:nvSpPr>
            <p:spPr>
              <a:xfrm>
                <a:off x="-2924825" y="2171975"/>
                <a:ext cx="7775" cy="7750"/>
              </a:xfrm>
              <a:custGeom>
                <a:rect b="b" l="l" r="r" t="t"/>
                <a:pathLst>
                  <a:path extrusionOk="0" h="310" w="311">
                    <a:moveTo>
                      <a:pt x="156" y="0"/>
                    </a:moveTo>
                    <a:cubicBezTo>
                      <a:pt x="70" y="0"/>
                      <a:pt x="1" y="69"/>
                      <a:pt x="1" y="155"/>
                    </a:cubicBezTo>
                    <a:cubicBezTo>
                      <a:pt x="1" y="241"/>
                      <a:pt x="70" y="310"/>
                      <a:pt x="156" y="310"/>
                    </a:cubicBezTo>
                    <a:cubicBezTo>
                      <a:pt x="241" y="310"/>
                      <a:pt x="310" y="241"/>
                      <a:pt x="310" y="155"/>
                    </a:cubicBezTo>
                    <a:cubicBezTo>
                      <a:pt x="310" y="69"/>
                      <a:pt x="241" y="0"/>
                      <a:pt x="1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7"/>
              <p:cNvSpPr/>
              <p:nvPr/>
            </p:nvSpPr>
            <p:spPr>
              <a:xfrm>
                <a:off x="-3190600" y="2171975"/>
                <a:ext cx="7750" cy="7750"/>
              </a:xfrm>
              <a:custGeom>
                <a:rect b="b" l="l" r="r" t="t"/>
                <a:pathLst>
                  <a:path extrusionOk="0" h="310" w="310">
                    <a:moveTo>
                      <a:pt x="155" y="0"/>
                    </a:moveTo>
                    <a:cubicBezTo>
                      <a:pt x="69" y="0"/>
                      <a:pt x="0" y="69"/>
                      <a:pt x="0" y="155"/>
                    </a:cubicBezTo>
                    <a:cubicBezTo>
                      <a:pt x="0" y="241"/>
                      <a:pt x="69" y="310"/>
                      <a:pt x="155" y="310"/>
                    </a:cubicBezTo>
                    <a:cubicBezTo>
                      <a:pt x="241" y="310"/>
                      <a:pt x="310" y="241"/>
                      <a:pt x="310" y="155"/>
                    </a:cubicBezTo>
                    <a:cubicBezTo>
                      <a:pt x="310" y="69"/>
                      <a:pt x="241" y="0"/>
                      <a:pt x="1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7"/>
              <p:cNvSpPr/>
              <p:nvPr/>
            </p:nvSpPr>
            <p:spPr>
              <a:xfrm>
                <a:off x="-2924825" y="2030250"/>
                <a:ext cx="7775" cy="7775"/>
              </a:xfrm>
              <a:custGeom>
                <a:rect b="b" l="l" r="r" t="t"/>
                <a:pathLst>
                  <a:path extrusionOk="0" h="311" w="311">
                    <a:moveTo>
                      <a:pt x="156" y="1"/>
                    </a:moveTo>
                    <a:cubicBezTo>
                      <a:pt x="71" y="1"/>
                      <a:pt x="1" y="70"/>
                      <a:pt x="1" y="155"/>
                    </a:cubicBezTo>
                    <a:cubicBezTo>
                      <a:pt x="1" y="240"/>
                      <a:pt x="71" y="310"/>
                      <a:pt x="156" y="310"/>
                    </a:cubicBezTo>
                    <a:cubicBezTo>
                      <a:pt x="241" y="310"/>
                      <a:pt x="310" y="240"/>
                      <a:pt x="310" y="155"/>
                    </a:cubicBezTo>
                    <a:cubicBezTo>
                      <a:pt x="310" y="70"/>
                      <a:pt x="241" y="1"/>
                      <a:pt x="1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7"/>
              <p:cNvSpPr/>
              <p:nvPr/>
            </p:nvSpPr>
            <p:spPr>
              <a:xfrm>
                <a:off x="-3190575" y="2030250"/>
                <a:ext cx="7750" cy="7775"/>
              </a:xfrm>
              <a:custGeom>
                <a:rect b="b" l="l" r="r" t="t"/>
                <a:pathLst>
                  <a:path extrusionOk="0" h="311" w="310">
                    <a:moveTo>
                      <a:pt x="155" y="1"/>
                    </a:moveTo>
                    <a:cubicBezTo>
                      <a:pt x="70" y="1"/>
                      <a:pt x="0" y="70"/>
                      <a:pt x="0" y="155"/>
                    </a:cubicBezTo>
                    <a:cubicBezTo>
                      <a:pt x="0" y="240"/>
                      <a:pt x="70" y="310"/>
                      <a:pt x="155" y="310"/>
                    </a:cubicBezTo>
                    <a:cubicBezTo>
                      <a:pt x="241" y="310"/>
                      <a:pt x="310" y="240"/>
                      <a:pt x="310" y="155"/>
                    </a:cubicBezTo>
                    <a:cubicBezTo>
                      <a:pt x="310" y="70"/>
                      <a:pt x="240"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7"/>
              <p:cNvSpPr/>
              <p:nvPr/>
            </p:nvSpPr>
            <p:spPr>
              <a:xfrm>
                <a:off x="-3093600" y="2160325"/>
                <a:ext cx="7775" cy="7775"/>
              </a:xfrm>
              <a:custGeom>
                <a:rect b="b" l="l" r="r" t="t"/>
                <a:pathLst>
                  <a:path extrusionOk="0" h="311" w="311">
                    <a:moveTo>
                      <a:pt x="155" y="1"/>
                    </a:moveTo>
                    <a:cubicBezTo>
                      <a:pt x="70" y="1"/>
                      <a:pt x="1" y="70"/>
                      <a:pt x="1" y="156"/>
                    </a:cubicBezTo>
                    <a:cubicBezTo>
                      <a:pt x="1" y="241"/>
                      <a:pt x="70" y="311"/>
                      <a:pt x="155" y="311"/>
                    </a:cubicBezTo>
                    <a:cubicBezTo>
                      <a:pt x="240" y="311"/>
                      <a:pt x="310" y="241"/>
                      <a:pt x="310" y="156"/>
                    </a:cubicBezTo>
                    <a:cubicBezTo>
                      <a:pt x="310" y="71"/>
                      <a:pt x="240"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7"/>
              <p:cNvSpPr/>
              <p:nvPr/>
            </p:nvSpPr>
            <p:spPr>
              <a:xfrm>
                <a:off x="-3134000" y="2047750"/>
                <a:ext cx="160400" cy="6850"/>
              </a:xfrm>
              <a:custGeom>
                <a:rect b="b" l="l" r="r" t="t"/>
                <a:pathLst>
                  <a:path extrusionOk="0" h="274" w="6416">
                    <a:moveTo>
                      <a:pt x="0" y="0"/>
                    </a:moveTo>
                    <a:lnTo>
                      <a:pt x="0" y="274"/>
                    </a:lnTo>
                    <a:lnTo>
                      <a:pt x="6415" y="274"/>
                    </a:lnTo>
                    <a:lnTo>
                      <a:pt x="64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7"/>
              <p:cNvSpPr/>
              <p:nvPr/>
            </p:nvSpPr>
            <p:spPr>
              <a:xfrm>
                <a:off x="-3134000" y="2060000"/>
                <a:ext cx="160400" cy="6850"/>
              </a:xfrm>
              <a:custGeom>
                <a:rect b="b" l="l" r="r" t="t"/>
                <a:pathLst>
                  <a:path extrusionOk="0" h="274" w="6416">
                    <a:moveTo>
                      <a:pt x="0" y="0"/>
                    </a:moveTo>
                    <a:lnTo>
                      <a:pt x="0" y="274"/>
                    </a:lnTo>
                    <a:lnTo>
                      <a:pt x="6415" y="274"/>
                    </a:lnTo>
                    <a:lnTo>
                      <a:pt x="64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7"/>
              <p:cNvSpPr/>
              <p:nvPr/>
            </p:nvSpPr>
            <p:spPr>
              <a:xfrm>
                <a:off x="-3139125" y="2082838"/>
                <a:ext cx="38075" cy="38000"/>
              </a:xfrm>
              <a:custGeom>
                <a:rect b="b" l="l" r="r" t="t"/>
                <a:pathLst>
                  <a:path extrusionOk="0" h="1520" w="1523">
                    <a:moveTo>
                      <a:pt x="762" y="1"/>
                    </a:moveTo>
                    <a:cubicBezTo>
                      <a:pt x="732" y="1"/>
                      <a:pt x="702" y="3"/>
                      <a:pt x="672" y="7"/>
                    </a:cubicBezTo>
                    <a:cubicBezTo>
                      <a:pt x="645" y="11"/>
                      <a:pt x="626" y="35"/>
                      <a:pt x="629" y="63"/>
                    </a:cubicBezTo>
                    <a:cubicBezTo>
                      <a:pt x="629" y="82"/>
                      <a:pt x="625" y="101"/>
                      <a:pt x="618" y="121"/>
                    </a:cubicBezTo>
                    <a:cubicBezTo>
                      <a:pt x="592" y="183"/>
                      <a:pt x="532" y="220"/>
                      <a:pt x="469" y="220"/>
                    </a:cubicBezTo>
                    <a:cubicBezTo>
                      <a:pt x="448" y="220"/>
                      <a:pt x="428" y="216"/>
                      <a:pt x="408" y="208"/>
                    </a:cubicBezTo>
                    <a:cubicBezTo>
                      <a:pt x="388" y="200"/>
                      <a:pt x="373" y="189"/>
                      <a:pt x="358" y="174"/>
                    </a:cubicBezTo>
                    <a:cubicBezTo>
                      <a:pt x="347" y="163"/>
                      <a:pt x="332" y="157"/>
                      <a:pt x="317" y="157"/>
                    </a:cubicBezTo>
                    <a:cubicBezTo>
                      <a:pt x="307" y="157"/>
                      <a:pt x="296" y="160"/>
                      <a:pt x="287" y="167"/>
                    </a:cubicBezTo>
                    <a:cubicBezTo>
                      <a:pt x="243" y="203"/>
                      <a:pt x="199" y="245"/>
                      <a:pt x="163" y="291"/>
                    </a:cubicBezTo>
                    <a:cubicBezTo>
                      <a:pt x="147" y="312"/>
                      <a:pt x="152" y="343"/>
                      <a:pt x="171" y="360"/>
                    </a:cubicBezTo>
                    <a:cubicBezTo>
                      <a:pt x="215" y="405"/>
                      <a:pt x="232" y="472"/>
                      <a:pt x="206" y="532"/>
                    </a:cubicBezTo>
                    <a:cubicBezTo>
                      <a:pt x="181" y="594"/>
                      <a:pt x="122" y="628"/>
                      <a:pt x="60" y="628"/>
                    </a:cubicBezTo>
                    <a:cubicBezTo>
                      <a:pt x="33" y="628"/>
                      <a:pt x="8" y="647"/>
                      <a:pt x="6" y="674"/>
                    </a:cubicBezTo>
                    <a:cubicBezTo>
                      <a:pt x="0" y="734"/>
                      <a:pt x="0" y="792"/>
                      <a:pt x="7" y="849"/>
                    </a:cubicBezTo>
                    <a:cubicBezTo>
                      <a:pt x="11" y="875"/>
                      <a:pt x="35" y="894"/>
                      <a:pt x="61" y="894"/>
                    </a:cubicBezTo>
                    <a:cubicBezTo>
                      <a:pt x="62" y="894"/>
                      <a:pt x="62" y="894"/>
                      <a:pt x="63" y="894"/>
                    </a:cubicBezTo>
                    <a:cubicBezTo>
                      <a:pt x="83" y="894"/>
                      <a:pt x="102" y="896"/>
                      <a:pt x="121" y="904"/>
                    </a:cubicBezTo>
                    <a:cubicBezTo>
                      <a:pt x="203" y="937"/>
                      <a:pt x="243" y="1031"/>
                      <a:pt x="209" y="1114"/>
                    </a:cubicBezTo>
                    <a:cubicBezTo>
                      <a:pt x="201" y="1133"/>
                      <a:pt x="190" y="1149"/>
                      <a:pt x="175" y="1163"/>
                    </a:cubicBezTo>
                    <a:cubicBezTo>
                      <a:pt x="156" y="1183"/>
                      <a:pt x="151" y="1212"/>
                      <a:pt x="167" y="1234"/>
                    </a:cubicBezTo>
                    <a:cubicBezTo>
                      <a:pt x="203" y="1279"/>
                      <a:pt x="245" y="1322"/>
                      <a:pt x="291" y="1358"/>
                    </a:cubicBezTo>
                    <a:cubicBezTo>
                      <a:pt x="300" y="1365"/>
                      <a:pt x="310" y="1368"/>
                      <a:pt x="320" y="1368"/>
                    </a:cubicBezTo>
                    <a:cubicBezTo>
                      <a:pt x="335" y="1368"/>
                      <a:pt x="350" y="1361"/>
                      <a:pt x="361" y="1350"/>
                    </a:cubicBezTo>
                    <a:cubicBezTo>
                      <a:pt x="391" y="1320"/>
                      <a:pt x="431" y="1303"/>
                      <a:pt x="474" y="1303"/>
                    </a:cubicBezTo>
                    <a:cubicBezTo>
                      <a:pt x="493" y="1303"/>
                      <a:pt x="513" y="1307"/>
                      <a:pt x="533" y="1315"/>
                    </a:cubicBezTo>
                    <a:cubicBezTo>
                      <a:pt x="594" y="1341"/>
                      <a:pt x="630" y="1399"/>
                      <a:pt x="630" y="1461"/>
                    </a:cubicBezTo>
                    <a:cubicBezTo>
                      <a:pt x="630" y="1488"/>
                      <a:pt x="647" y="1513"/>
                      <a:pt x="674" y="1515"/>
                    </a:cubicBezTo>
                    <a:cubicBezTo>
                      <a:pt x="703" y="1518"/>
                      <a:pt x="731" y="1519"/>
                      <a:pt x="759" y="1519"/>
                    </a:cubicBezTo>
                    <a:cubicBezTo>
                      <a:pt x="790" y="1519"/>
                      <a:pt x="820" y="1518"/>
                      <a:pt x="850" y="1514"/>
                    </a:cubicBezTo>
                    <a:cubicBezTo>
                      <a:pt x="877" y="1510"/>
                      <a:pt x="895" y="1485"/>
                      <a:pt x="894" y="1458"/>
                    </a:cubicBezTo>
                    <a:cubicBezTo>
                      <a:pt x="894" y="1439"/>
                      <a:pt x="896" y="1420"/>
                      <a:pt x="904" y="1400"/>
                    </a:cubicBezTo>
                    <a:cubicBezTo>
                      <a:pt x="930" y="1338"/>
                      <a:pt x="990" y="1300"/>
                      <a:pt x="1053" y="1300"/>
                    </a:cubicBezTo>
                    <a:cubicBezTo>
                      <a:pt x="1074" y="1300"/>
                      <a:pt x="1094" y="1304"/>
                      <a:pt x="1115" y="1313"/>
                    </a:cubicBezTo>
                    <a:cubicBezTo>
                      <a:pt x="1134" y="1320"/>
                      <a:pt x="1149" y="1332"/>
                      <a:pt x="1163" y="1346"/>
                    </a:cubicBezTo>
                    <a:cubicBezTo>
                      <a:pt x="1175" y="1357"/>
                      <a:pt x="1190" y="1364"/>
                      <a:pt x="1205" y="1364"/>
                    </a:cubicBezTo>
                    <a:cubicBezTo>
                      <a:pt x="1215" y="1364"/>
                      <a:pt x="1225" y="1361"/>
                      <a:pt x="1234" y="1354"/>
                    </a:cubicBezTo>
                    <a:cubicBezTo>
                      <a:pt x="1280" y="1318"/>
                      <a:pt x="1322" y="1277"/>
                      <a:pt x="1358" y="1230"/>
                    </a:cubicBezTo>
                    <a:cubicBezTo>
                      <a:pt x="1375" y="1209"/>
                      <a:pt x="1369" y="1179"/>
                      <a:pt x="1351" y="1160"/>
                    </a:cubicBezTo>
                    <a:cubicBezTo>
                      <a:pt x="1307" y="1117"/>
                      <a:pt x="1290" y="1050"/>
                      <a:pt x="1316" y="989"/>
                    </a:cubicBezTo>
                    <a:cubicBezTo>
                      <a:pt x="1342" y="928"/>
                      <a:pt x="1399" y="892"/>
                      <a:pt x="1461" y="892"/>
                    </a:cubicBezTo>
                    <a:cubicBezTo>
                      <a:pt x="1488" y="892"/>
                      <a:pt x="1513" y="874"/>
                      <a:pt x="1516" y="847"/>
                    </a:cubicBezTo>
                    <a:cubicBezTo>
                      <a:pt x="1522" y="787"/>
                      <a:pt x="1522" y="730"/>
                      <a:pt x="1514" y="672"/>
                    </a:cubicBezTo>
                    <a:cubicBezTo>
                      <a:pt x="1510" y="645"/>
                      <a:pt x="1487" y="627"/>
                      <a:pt x="1461" y="627"/>
                    </a:cubicBezTo>
                    <a:cubicBezTo>
                      <a:pt x="1460" y="627"/>
                      <a:pt x="1459" y="627"/>
                      <a:pt x="1458" y="627"/>
                    </a:cubicBezTo>
                    <a:cubicBezTo>
                      <a:pt x="1440" y="627"/>
                      <a:pt x="1420" y="625"/>
                      <a:pt x="1400" y="617"/>
                    </a:cubicBezTo>
                    <a:cubicBezTo>
                      <a:pt x="1318" y="584"/>
                      <a:pt x="1280" y="489"/>
                      <a:pt x="1313" y="407"/>
                    </a:cubicBezTo>
                    <a:cubicBezTo>
                      <a:pt x="1321" y="388"/>
                      <a:pt x="1332" y="373"/>
                      <a:pt x="1347" y="358"/>
                    </a:cubicBezTo>
                    <a:cubicBezTo>
                      <a:pt x="1366" y="338"/>
                      <a:pt x="1371" y="309"/>
                      <a:pt x="1354" y="287"/>
                    </a:cubicBezTo>
                    <a:cubicBezTo>
                      <a:pt x="1318" y="241"/>
                      <a:pt x="1277" y="199"/>
                      <a:pt x="1230" y="163"/>
                    </a:cubicBezTo>
                    <a:cubicBezTo>
                      <a:pt x="1222" y="156"/>
                      <a:pt x="1212" y="153"/>
                      <a:pt x="1201" y="153"/>
                    </a:cubicBezTo>
                    <a:cubicBezTo>
                      <a:pt x="1186" y="153"/>
                      <a:pt x="1171" y="160"/>
                      <a:pt x="1161" y="171"/>
                    </a:cubicBezTo>
                    <a:cubicBezTo>
                      <a:pt x="1131" y="201"/>
                      <a:pt x="1091" y="218"/>
                      <a:pt x="1049" y="218"/>
                    </a:cubicBezTo>
                    <a:cubicBezTo>
                      <a:pt x="1029" y="218"/>
                      <a:pt x="1009" y="214"/>
                      <a:pt x="990" y="205"/>
                    </a:cubicBezTo>
                    <a:cubicBezTo>
                      <a:pt x="928" y="180"/>
                      <a:pt x="893" y="122"/>
                      <a:pt x="893" y="60"/>
                    </a:cubicBezTo>
                    <a:cubicBezTo>
                      <a:pt x="893" y="33"/>
                      <a:pt x="874" y="8"/>
                      <a:pt x="847" y="6"/>
                    </a:cubicBezTo>
                    <a:cubicBezTo>
                      <a:pt x="818" y="3"/>
                      <a:pt x="790" y="1"/>
                      <a:pt x="7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7"/>
              <p:cNvSpPr/>
              <p:nvPr/>
            </p:nvSpPr>
            <p:spPr>
              <a:xfrm>
                <a:off x="-3006750" y="2082838"/>
                <a:ext cx="38075" cy="38000"/>
              </a:xfrm>
              <a:custGeom>
                <a:rect b="b" l="l" r="r" t="t"/>
                <a:pathLst>
                  <a:path extrusionOk="0" h="1520" w="1523">
                    <a:moveTo>
                      <a:pt x="763" y="1"/>
                    </a:moveTo>
                    <a:cubicBezTo>
                      <a:pt x="733" y="1"/>
                      <a:pt x="702" y="3"/>
                      <a:pt x="672" y="7"/>
                    </a:cubicBezTo>
                    <a:cubicBezTo>
                      <a:pt x="645" y="11"/>
                      <a:pt x="628" y="35"/>
                      <a:pt x="629" y="63"/>
                    </a:cubicBezTo>
                    <a:cubicBezTo>
                      <a:pt x="629" y="82"/>
                      <a:pt x="626" y="101"/>
                      <a:pt x="618" y="121"/>
                    </a:cubicBezTo>
                    <a:cubicBezTo>
                      <a:pt x="593" y="183"/>
                      <a:pt x="533" y="220"/>
                      <a:pt x="469" y="220"/>
                    </a:cubicBezTo>
                    <a:cubicBezTo>
                      <a:pt x="449" y="220"/>
                      <a:pt x="428" y="216"/>
                      <a:pt x="408" y="208"/>
                    </a:cubicBezTo>
                    <a:cubicBezTo>
                      <a:pt x="388" y="200"/>
                      <a:pt x="373" y="189"/>
                      <a:pt x="359" y="174"/>
                    </a:cubicBezTo>
                    <a:cubicBezTo>
                      <a:pt x="348" y="163"/>
                      <a:pt x="333" y="157"/>
                      <a:pt x="318" y="157"/>
                    </a:cubicBezTo>
                    <a:cubicBezTo>
                      <a:pt x="307" y="157"/>
                      <a:pt x="297" y="160"/>
                      <a:pt x="288" y="167"/>
                    </a:cubicBezTo>
                    <a:cubicBezTo>
                      <a:pt x="243" y="203"/>
                      <a:pt x="200" y="245"/>
                      <a:pt x="164" y="291"/>
                    </a:cubicBezTo>
                    <a:cubicBezTo>
                      <a:pt x="147" y="312"/>
                      <a:pt x="153" y="343"/>
                      <a:pt x="172" y="360"/>
                    </a:cubicBezTo>
                    <a:cubicBezTo>
                      <a:pt x="216" y="405"/>
                      <a:pt x="232" y="472"/>
                      <a:pt x="207" y="532"/>
                    </a:cubicBezTo>
                    <a:cubicBezTo>
                      <a:pt x="181" y="594"/>
                      <a:pt x="123" y="628"/>
                      <a:pt x="61" y="628"/>
                    </a:cubicBezTo>
                    <a:cubicBezTo>
                      <a:pt x="33" y="628"/>
                      <a:pt x="9" y="647"/>
                      <a:pt x="6" y="674"/>
                    </a:cubicBezTo>
                    <a:cubicBezTo>
                      <a:pt x="0" y="734"/>
                      <a:pt x="0" y="792"/>
                      <a:pt x="8" y="849"/>
                    </a:cubicBezTo>
                    <a:cubicBezTo>
                      <a:pt x="11" y="875"/>
                      <a:pt x="35" y="894"/>
                      <a:pt x="61" y="894"/>
                    </a:cubicBezTo>
                    <a:cubicBezTo>
                      <a:pt x="62" y="894"/>
                      <a:pt x="62" y="894"/>
                      <a:pt x="63" y="894"/>
                    </a:cubicBezTo>
                    <a:cubicBezTo>
                      <a:pt x="83" y="894"/>
                      <a:pt x="102" y="896"/>
                      <a:pt x="122" y="904"/>
                    </a:cubicBezTo>
                    <a:cubicBezTo>
                      <a:pt x="205" y="937"/>
                      <a:pt x="243" y="1031"/>
                      <a:pt x="210" y="1114"/>
                    </a:cubicBezTo>
                    <a:cubicBezTo>
                      <a:pt x="201" y="1133"/>
                      <a:pt x="190" y="1149"/>
                      <a:pt x="176" y="1163"/>
                    </a:cubicBezTo>
                    <a:cubicBezTo>
                      <a:pt x="156" y="1183"/>
                      <a:pt x="151" y="1212"/>
                      <a:pt x="167" y="1234"/>
                    </a:cubicBezTo>
                    <a:cubicBezTo>
                      <a:pt x="205" y="1279"/>
                      <a:pt x="245" y="1322"/>
                      <a:pt x="292" y="1358"/>
                    </a:cubicBezTo>
                    <a:cubicBezTo>
                      <a:pt x="301" y="1365"/>
                      <a:pt x="311" y="1368"/>
                      <a:pt x="321" y="1368"/>
                    </a:cubicBezTo>
                    <a:cubicBezTo>
                      <a:pt x="336" y="1368"/>
                      <a:pt x="351" y="1361"/>
                      <a:pt x="361" y="1350"/>
                    </a:cubicBezTo>
                    <a:cubicBezTo>
                      <a:pt x="391" y="1320"/>
                      <a:pt x="432" y="1303"/>
                      <a:pt x="474" y="1303"/>
                    </a:cubicBezTo>
                    <a:cubicBezTo>
                      <a:pt x="494" y="1303"/>
                      <a:pt x="514" y="1307"/>
                      <a:pt x="533" y="1315"/>
                    </a:cubicBezTo>
                    <a:cubicBezTo>
                      <a:pt x="595" y="1341"/>
                      <a:pt x="630" y="1399"/>
                      <a:pt x="630" y="1461"/>
                    </a:cubicBezTo>
                    <a:cubicBezTo>
                      <a:pt x="630" y="1488"/>
                      <a:pt x="647" y="1513"/>
                      <a:pt x="675" y="1515"/>
                    </a:cubicBezTo>
                    <a:cubicBezTo>
                      <a:pt x="703" y="1518"/>
                      <a:pt x="732" y="1519"/>
                      <a:pt x="760" y="1519"/>
                    </a:cubicBezTo>
                    <a:cubicBezTo>
                      <a:pt x="790" y="1519"/>
                      <a:pt x="821" y="1518"/>
                      <a:pt x="851" y="1514"/>
                    </a:cubicBezTo>
                    <a:cubicBezTo>
                      <a:pt x="877" y="1510"/>
                      <a:pt x="896" y="1485"/>
                      <a:pt x="894" y="1458"/>
                    </a:cubicBezTo>
                    <a:cubicBezTo>
                      <a:pt x="894" y="1439"/>
                      <a:pt x="897" y="1420"/>
                      <a:pt x="904" y="1400"/>
                    </a:cubicBezTo>
                    <a:cubicBezTo>
                      <a:pt x="930" y="1338"/>
                      <a:pt x="990" y="1300"/>
                      <a:pt x="1053" y="1300"/>
                    </a:cubicBezTo>
                    <a:cubicBezTo>
                      <a:pt x="1074" y="1300"/>
                      <a:pt x="1095" y="1304"/>
                      <a:pt x="1115" y="1313"/>
                    </a:cubicBezTo>
                    <a:cubicBezTo>
                      <a:pt x="1134" y="1320"/>
                      <a:pt x="1150" y="1332"/>
                      <a:pt x="1164" y="1346"/>
                    </a:cubicBezTo>
                    <a:cubicBezTo>
                      <a:pt x="1175" y="1357"/>
                      <a:pt x="1190" y="1364"/>
                      <a:pt x="1205" y="1364"/>
                    </a:cubicBezTo>
                    <a:cubicBezTo>
                      <a:pt x="1215" y="1364"/>
                      <a:pt x="1226" y="1361"/>
                      <a:pt x="1234" y="1354"/>
                    </a:cubicBezTo>
                    <a:cubicBezTo>
                      <a:pt x="1280" y="1318"/>
                      <a:pt x="1322" y="1277"/>
                      <a:pt x="1358" y="1230"/>
                    </a:cubicBezTo>
                    <a:cubicBezTo>
                      <a:pt x="1376" y="1209"/>
                      <a:pt x="1371" y="1179"/>
                      <a:pt x="1351" y="1160"/>
                    </a:cubicBezTo>
                    <a:cubicBezTo>
                      <a:pt x="1307" y="1117"/>
                      <a:pt x="1290" y="1050"/>
                      <a:pt x="1316" y="989"/>
                    </a:cubicBezTo>
                    <a:cubicBezTo>
                      <a:pt x="1342" y="928"/>
                      <a:pt x="1400" y="892"/>
                      <a:pt x="1461" y="892"/>
                    </a:cubicBezTo>
                    <a:cubicBezTo>
                      <a:pt x="1489" y="892"/>
                      <a:pt x="1513" y="874"/>
                      <a:pt x="1516" y="847"/>
                    </a:cubicBezTo>
                    <a:cubicBezTo>
                      <a:pt x="1522" y="787"/>
                      <a:pt x="1522" y="730"/>
                      <a:pt x="1515" y="672"/>
                    </a:cubicBezTo>
                    <a:cubicBezTo>
                      <a:pt x="1511" y="645"/>
                      <a:pt x="1488" y="627"/>
                      <a:pt x="1462" y="627"/>
                    </a:cubicBezTo>
                    <a:cubicBezTo>
                      <a:pt x="1461" y="627"/>
                      <a:pt x="1460" y="627"/>
                      <a:pt x="1459" y="627"/>
                    </a:cubicBezTo>
                    <a:cubicBezTo>
                      <a:pt x="1440" y="627"/>
                      <a:pt x="1420" y="625"/>
                      <a:pt x="1402" y="617"/>
                    </a:cubicBezTo>
                    <a:cubicBezTo>
                      <a:pt x="1319" y="584"/>
                      <a:pt x="1280" y="489"/>
                      <a:pt x="1314" y="407"/>
                    </a:cubicBezTo>
                    <a:cubicBezTo>
                      <a:pt x="1321" y="388"/>
                      <a:pt x="1333" y="373"/>
                      <a:pt x="1347" y="358"/>
                    </a:cubicBezTo>
                    <a:cubicBezTo>
                      <a:pt x="1367" y="338"/>
                      <a:pt x="1372" y="309"/>
                      <a:pt x="1355" y="287"/>
                    </a:cubicBezTo>
                    <a:cubicBezTo>
                      <a:pt x="1319" y="241"/>
                      <a:pt x="1278" y="199"/>
                      <a:pt x="1231" y="163"/>
                    </a:cubicBezTo>
                    <a:cubicBezTo>
                      <a:pt x="1223" y="156"/>
                      <a:pt x="1213" y="153"/>
                      <a:pt x="1202" y="153"/>
                    </a:cubicBezTo>
                    <a:cubicBezTo>
                      <a:pt x="1187" y="153"/>
                      <a:pt x="1172" y="160"/>
                      <a:pt x="1161" y="171"/>
                    </a:cubicBezTo>
                    <a:cubicBezTo>
                      <a:pt x="1132" y="201"/>
                      <a:pt x="1092" y="218"/>
                      <a:pt x="1050" y="218"/>
                    </a:cubicBezTo>
                    <a:cubicBezTo>
                      <a:pt x="1030" y="218"/>
                      <a:pt x="1010" y="214"/>
                      <a:pt x="990" y="205"/>
                    </a:cubicBezTo>
                    <a:cubicBezTo>
                      <a:pt x="928" y="180"/>
                      <a:pt x="893" y="122"/>
                      <a:pt x="893" y="60"/>
                    </a:cubicBezTo>
                    <a:cubicBezTo>
                      <a:pt x="893" y="33"/>
                      <a:pt x="875" y="8"/>
                      <a:pt x="847" y="6"/>
                    </a:cubicBezTo>
                    <a:cubicBezTo>
                      <a:pt x="819" y="3"/>
                      <a:pt x="791" y="1"/>
                      <a:pt x="7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70" name="Google Shape;5270;p67"/>
          <p:cNvGrpSpPr/>
          <p:nvPr/>
        </p:nvGrpSpPr>
        <p:grpSpPr>
          <a:xfrm flipH="1" rot="1721786">
            <a:off x="333474" y="4017342"/>
            <a:ext cx="1076419" cy="679076"/>
            <a:chOff x="-1963525" y="3710875"/>
            <a:chExt cx="260450" cy="164313"/>
          </a:xfrm>
        </p:grpSpPr>
        <p:sp>
          <p:nvSpPr>
            <p:cNvPr id="5271" name="Google Shape;5271;p67"/>
            <p:cNvSpPr/>
            <p:nvPr/>
          </p:nvSpPr>
          <p:spPr>
            <a:xfrm>
              <a:off x="-1963525" y="3710875"/>
              <a:ext cx="260450" cy="164225"/>
            </a:xfrm>
            <a:custGeom>
              <a:rect b="b" l="l" r="r" t="t"/>
              <a:pathLst>
                <a:path extrusionOk="0" h="6569" w="10418">
                  <a:moveTo>
                    <a:pt x="10075" y="0"/>
                  </a:moveTo>
                  <a:lnTo>
                    <a:pt x="365" y="1"/>
                  </a:lnTo>
                  <a:cubicBezTo>
                    <a:pt x="242" y="1"/>
                    <a:pt x="138" y="109"/>
                    <a:pt x="138" y="230"/>
                  </a:cubicBezTo>
                  <a:lnTo>
                    <a:pt x="138" y="739"/>
                  </a:lnTo>
                  <a:lnTo>
                    <a:pt x="138" y="3629"/>
                  </a:lnTo>
                  <a:lnTo>
                    <a:pt x="53" y="3629"/>
                  </a:lnTo>
                  <a:cubicBezTo>
                    <a:pt x="32" y="3656"/>
                    <a:pt x="28" y="3672"/>
                    <a:pt x="1" y="3695"/>
                  </a:cubicBezTo>
                  <a:lnTo>
                    <a:pt x="1" y="5827"/>
                  </a:lnTo>
                  <a:cubicBezTo>
                    <a:pt x="28" y="5849"/>
                    <a:pt x="33" y="5860"/>
                    <a:pt x="53" y="5883"/>
                  </a:cubicBezTo>
                  <a:lnTo>
                    <a:pt x="138" y="5883"/>
                  </a:lnTo>
                  <a:lnTo>
                    <a:pt x="138" y="6359"/>
                  </a:lnTo>
                  <a:cubicBezTo>
                    <a:pt x="138" y="6482"/>
                    <a:pt x="241" y="6569"/>
                    <a:pt x="365" y="6569"/>
                  </a:cubicBezTo>
                  <a:lnTo>
                    <a:pt x="10075" y="6567"/>
                  </a:lnTo>
                  <a:cubicBezTo>
                    <a:pt x="10197" y="6567"/>
                    <a:pt x="10282" y="6481"/>
                    <a:pt x="10282" y="6358"/>
                  </a:cubicBezTo>
                  <a:lnTo>
                    <a:pt x="10282" y="5881"/>
                  </a:lnTo>
                  <a:lnTo>
                    <a:pt x="10369" y="5881"/>
                  </a:lnTo>
                  <a:cubicBezTo>
                    <a:pt x="10391" y="5859"/>
                    <a:pt x="10391" y="5848"/>
                    <a:pt x="10418" y="5826"/>
                  </a:cubicBezTo>
                  <a:lnTo>
                    <a:pt x="10418" y="3693"/>
                  </a:lnTo>
                  <a:cubicBezTo>
                    <a:pt x="10391" y="3672"/>
                    <a:pt x="10391" y="3656"/>
                    <a:pt x="10369" y="3628"/>
                  </a:cubicBezTo>
                  <a:lnTo>
                    <a:pt x="10282" y="3628"/>
                  </a:lnTo>
                  <a:lnTo>
                    <a:pt x="10282" y="738"/>
                  </a:lnTo>
                  <a:lnTo>
                    <a:pt x="10282" y="229"/>
                  </a:lnTo>
                  <a:cubicBezTo>
                    <a:pt x="10282" y="107"/>
                    <a:pt x="10197" y="0"/>
                    <a:pt x="10075"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2" name="Google Shape;5272;p67"/>
            <p:cNvGrpSpPr/>
            <p:nvPr/>
          </p:nvGrpSpPr>
          <p:grpSpPr>
            <a:xfrm>
              <a:off x="-1963525" y="3710913"/>
              <a:ext cx="260450" cy="164275"/>
              <a:chOff x="-1963525" y="2442950"/>
              <a:chExt cx="260450" cy="164275"/>
            </a:xfrm>
          </p:grpSpPr>
          <p:sp>
            <p:nvSpPr>
              <p:cNvPr id="5273" name="Google Shape;5273;p67"/>
              <p:cNvSpPr/>
              <p:nvPr/>
            </p:nvSpPr>
            <p:spPr>
              <a:xfrm>
                <a:off x="-1963525" y="2533650"/>
                <a:ext cx="260450" cy="56425"/>
              </a:xfrm>
              <a:custGeom>
                <a:rect b="b" l="l" r="r" t="t"/>
                <a:pathLst>
                  <a:path extrusionOk="0" h="2257" w="10418">
                    <a:moveTo>
                      <a:pt x="10369" y="1"/>
                    </a:moveTo>
                    <a:lnTo>
                      <a:pt x="53" y="3"/>
                    </a:lnTo>
                    <a:cubicBezTo>
                      <a:pt x="33" y="31"/>
                      <a:pt x="28" y="47"/>
                      <a:pt x="1" y="69"/>
                    </a:cubicBezTo>
                    <a:lnTo>
                      <a:pt x="1" y="2202"/>
                    </a:lnTo>
                    <a:cubicBezTo>
                      <a:pt x="28" y="2224"/>
                      <a:pt x="32" y="2235"/>
                      <a:pt x="53" y="2257"/>
                    </a:cubicBezTo>
                    <a:lnTo>
                      <a:pt x="10369" y="2255"/>
                    </a:lnTo>
                    <a:cubicBezTo>
                      <a:pt x="10391" y="2233"/>
                      <a:pt x="10391" y="2221"/>
                      <a:pt x="10418" y="2199"/>
                    </a:cubicBezTo>
                    <a:lnTo>
                      <a:pt x="10418" y="67"/>
                    </a:lnTo>
                    <a:cubicBezTo>
                      <a:pt x="10391" y="44"/>
                      <a:pt x="10391" y="28"/>
                      <a:pt x="103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7"/>
              <p:cNvSpPr/>
              <p:nvPr/>
            </p:nvSpPr>
            <p:spPr>
              <a:xfrm>
                <a:off x="-1960125" y="2442950"/>
                <a:ext cx="253650" cy="164275"/>
              </a:xfrm>
              <a:custGeom>
                <a:rect b="b" l="l" r="r" t="t"/>
                <a:pathLst>
                  <a:path extrusionOk="0" h="6571" w="10146">
                    <a:moveTo>
                      <a:pt x="9937" y="0"/>
                    </a:moveTo>
                    <a:lnTo>
                      <a:pt x="227" y="1"/>
                    </a:lnTo>
                    <a:cubicBezTo>
                      <a:pt x="105" y="1"/>
                      <a:pt x="0" y="109"/>
                      <a:pt x="0" y="232"/>
                    </a:cubicBezTo>
                    <a:lnTo>
                      <a:pt x="0" y="739"/>
                    </a:lnTo>
                    <a:lnTo>
                      <a:pt x="2" y="6362"/>
                    </a:lnTo>
                    <a:cubicBezTo>
                      <a:pt x="2" y="6483"/>
                      <a:pt x="105" y="6570"/>
                      <a:pt x="229" y="6570"/>
                    </a:cubicBezTo>
                    <a:lnTo>
                      <a:pt x="9939" y="6569"/>
                    </a:lnTo>
                    <a:cubicBezTo>
                      <a:pt x="10061" y="6569"/>
                      <a:pt x="10146" y="6482"/>
                      <a:pt x="10146" y="6360"/>
                    </a:cubicBezTo>
                    <a:lnTo>
                      <a:pt x="10143" y="738"/>
                    </a:lnTo>
                    <a:lnTo>
                      <a:pt x="10143" y="230"/>
                    </a:lnTo>
                    <a:cubicBezTo>
                      <a:pt x="10143" y="108"/>
                      <a:pt x="10061" y="0"/>
                      <a:pt x="99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7"/>
              <p:cNvSpPr/>
              <p:nvPr/>
            </p:nvSpPr>
            <p:spPr>
              <a:xfrm>
                <a:off x="-1953625" y="2448675"/>
                <a:ext cx="11300" cy="11325"/>
              </a:xfrm>
              <a:custGeom>
                <a:rect b="b" l="l" r="r" t="t"/>
                <a:pathLst>
                  <a:path extrusionOk="0" h="453" w="452">
                    <a:moveTo>
                      <a:pt x="225" y="1"/>
                    </a:moveTo>
                    <a:cubicBezTo>
                      <a:pt x="100" y="1"/>
                      <a:pt x="0" y="102"/>
                      <a:pt x="0" y="227"/>
                    </a:cubicBezTo>
                    <a:cubicBezTo>
                      <a:pt x="0" y="351"/>
                      <a:pt x="100" y="453"/>
                      <a:pt x="225" y="453"/>
                    </a:cubicBezTo>
                    <a:cubicBezTo>
                      <a:pt x="351" y="453"/>
                      <a:pt x="451" y="351"/>
                      <a:pt x="451" y="227"/>
                    </a:cubicBezTo>
                    <a:cubicBezTo>
                      <a:pt x="451" y="102"/>
                      <a:pt x="350"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7"/>
              <p:cNvSpPr/>
              <p:nvPr/>
            </p:nvSpPr>
            <p:spPr>
              <a:xfrm>
                <a:off x="-1724150" y="2448650"/>
                <a:ext cx="11300" cy="11325"/>
              </a:xfrm>
              <a:custGeom>
                <a:rect b="b" l="l" r="r" t="t"/>
                <a:pathLst>
                  <a:path extrusionOk="0" h="453" w="452">
                    <a:moveTo>
                      <a:pt x="229" y="0"/>
                    </a:moveTo>
                    <a:cubicBezTo>
                      <a:pt x="228" y="0"/>
                      <a:pt x="227" y="0"/>
                      <a:pt x="227" y="0"/>
                    </a:cubicBezTo>
                    <a:cubicBezTo>
                      <a:pt x="101" y="0"/>
                      <a:pt x="1" y="102"/>
                      <a:pt x="1" y="226"/>
                    </a:cubicBezTo>
                    <a:cubicBezTo>
                      <a:pt x="1" y="351"/>
                      <a:pt x="101" y="452"/>
                      <a:pt x="227" y="452"/>
                    </a:cubicBezTo>
                    <a:cubicBezTo>
                      <a:pt x="352" y="452"/>
                      <a:pt x="452" y="351"/>
                      <a:pt x="452" y="226"/>
                    </a:cubicBezTo>
                    <a:cubicBezTo>
                      <a:pt x="452" y="102"/>
                      <a:pt x="353" y="0"/>
                      <a:pt x="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7"/>
              <p:cNvSpPr/>
              <p:nvPr/>
            </p:nvSpPr>
            <p:spPr>
              <a:xfrm>
                <a:off x="-1953600" y="2590250"/>
                <a:ext cx="11325" cy="11300"/>
              </a:xfrm>
              <a:custGeom>
                <a:rect b="b" l="l" r="r" t="t"/>
                <a:pathLst>
                  <a:path extrusionOk="0" h="452" w="453">
                    <a:moveTo>
                      <a:pt x="226" y="0"/>
                    </a:moveTo>
                    <a:cubicBezTo>
                      <a:pt x="100" y="0"/>
                      <a:pt x="0" y="100"/>
                      <a:pt x="0" y="225"/>
                    </a:cubicBezTo>
                    <a:cubicBezTo>
                      <a:pt x="0" y="351"/>
                      <a:pt x="100" y="451"/>
                      <a:pt x="226" y="451"/>
                    </a:cubicBezTo>
                    <a:cubicBezTo>
                      <a:pt x="351" y="451"/>
                      <a:pt x="452" y="351"/>
                      <a:pt x="452" y="225"/>
                    </a:cubicBezTo>
                    <a:cubicBezTo>
                      <a:pt x="452" y="100"/>
                      <a:pt x="350" y="0"/>
                      <a:pt x="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7"/>
              <p:cNvSpPr/>
              <p:nvPr/>
            </p:nvSpPr>
            <p:spPr>
              <a:xfrm>
                <a:off x="-1724125" y="2590175"/>
                <a:ext cx="11325" cy="11350"/>
              </a:xfrm>
              <a:custGeom>
                <a:rect b="b" l="l" r="r" t="t"/>
                <a:pathLst>
                  <a:path extrusionOk="0" h="454" w="453">
                    <a:moveTo>
                      <a:pt x="229" y="1"/>
                    </a:moveTo>
                    <a:cubicBezTo>
                      <a:pt x="228" y="1"/>
                      <a:pt x="227" y="1"/>
                      <a:pt x="227" y="1"/>
                    </a:cubicBezTo>
                    <a:cubicBezTo>
                      <a:pt x="101" y="1"/>
                      <a:pt x="1" y="102"/>
                      <a:pt x="1" y="227"/>
                    </a:cubicBezTo>
                    <a:cubicBezTo>
                      <a:pt x="1" y="352"/>
                      <a:pt x="101" y="453"/>
                      <a:pt x="227" y="453"/>
                    </a:cubicBezTo>
                    <a:cubicBezTo>
                      <a:pt x="352" y="453"/>
                      <a:pt x="453" y="352"/>
                      <a:pt x="453" y="227"/>
                    </a:cubicBezTo>
                    <a:cubicBezTo>
                      <a:pt x="453" y="103"/>
                      <a:pt x="352" y="1"/>
                      <a:pt x="2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7"/>
              <p:cNvSpPr/>
              <p:nvPr/>
            </p:nvSpPr>
            <p:spPr>
              <a:xfrm>
                <a:off x="-1942900" y="2460125"/>
                <a:ext cx="219250" cy="102425"/>
              </a:xfrm>
              <a:custGeom>
                <a:rect b="b" l="l" r="r" t="t"/>
                <a:pathLst>
                  <a:path extrusionOk="0" h="4097" w="8770">
                    <a:moveTo>
                      <a:pt x="8330" y="1"/>
                    </a:moveTo>
                    <a:lnTo>
                      <a:pt x="441" y="2"/>
                    </a:lnTo>
                    <a:cubicBezTo>
                      <a:pt x="270" y="174"/>
                      <a:pt x="166" y="270"/>
                      <a:pt x="0" y="442"/>
                    </a:cubicBezTo>
                    <a:lnTo>
                      <a:pt x="1" y="4018"/>
                    </a:lnTo>
                    <a:cubicBezTo>
                      <a:pt x="1" y="4062"/>
                      <a:pt x="39" y="4097"/>
                      <a:pt x="83" y="4097"/>
                    </a:cubicBezTo>
                    <a:lnTo>
                      <a:pt x="8692" y="4096"/>
                    </a:lnTo>
                    <a:cubicBezTo>
                      <a:pt x="8736" y="4096"/>
                      <a:pt x="8769" y="4061"/>
                      <a:pt x="8769" y="4016"/>
                    </a:cubicBezTo>
                    <a:lnTo>
                      <a:pt x="8768" y="440"/>
                    </a:lnTo>
                    <a:cubicBezTo>
                      <a:pt x="8603" y="269"/>
                      <a:pt x="8501" y="172"/>
                      <a:pt x="8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7"/>
              <p:cNvSpPr/>
              <p:nvPr/>
            </p:nvSpPr>
            <p:spPr>
              <a:xfrm>
                <a:off x="-1912775" y="2568700"/>
                <a:ext cx="159150" cy="38525"/>
              </a:xfrm>
              <a:custGeom>
                <a:rect b="b" l="l" r="r" t="t"/>
                <a:pathLst>
                  <a:path extrusionOk="0" h="1541" w="6366">
                    <a:moveTo>
                      <a:pt x="5940" y="0"/>
                    </a:moveTo>
                    <a:lnTo>
                      <a:pt x="425" y="1"/>
                    </a:lnTo>
                    <a:cubicBezTo>
                      <a:pt x="338" y="1"/>
                      <a:pt x="264" y="69"/>
                      <a:pt x="248" y="155"/>
                    </a:cubicBezTo>
                    <a:lnTo>
                      <a:pt x="1" y="1540"/>
                    </a:lnTo>
                    <a:lnTo>
                      <a:pt x="6365" y="1539"/>
                    </a:lnTo>
                    <a:lnTo>
                      <a:pt x="6116" y="153"/>
                    </a:lnTo>
                    <a:cubicBezTo>
                      <a:pt x="6101" y="68"/>
                      <a:pt x="6026" y="0"/>
                      <a:pt x="59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7"/>
              <p:cNvSpPr/>
              <p:nvPr/>
            </p:nvSpPr>
            <p:spPr>
              <a:xfrm>
                <a:off x="-1895300" y="2591325"/>
                <a:ext cx="12525" cy="12525"/>
              </a:xfrm>
              <a:custGeom>
                <a:rect b="b" l="l" r="r" t="t"/>
                <a:pathLst>
                  <a:path extrusionOk="0" h="501" w="501">
                    <a:moveTo>
                      <a:pt x="253" y="0"/>
                    </a:moveTo>
                    <a:cubicBezTo>
                      <a:pt x="252" y="0"/>
                      <a:pt x="252" y="0"/>
                      <a:pt x="251" y="0"/>
                    </a:cubicBezTo>
                    <a:cubicBezTo>
                      <a:pt x="113" y="0"/>
                      <a:pt x="0" y="113"/>
                      <a:pt x="0" y="251"/>
                    </a:cubicBezTo>
                    <a:cubicBezTo>
                      <a:pt x="0" y="388"/>
                      <a:pt x="113" y="501"/>
                      <a:pt x="251" y="501"/>
                    </a:cubicBezTo>
                    <a:cubicBezTo>
                      <a:pt x="388" y="501"/>
                      <a:pt x="501" y="388"/>
                      <a:pt x="501" y="251"/>
                    </a:cubicBezTo>
                    <a:cubicBezTo>
                      <a:pt x="501" y="113"/>
                      <a:pt x="389" y="0"/>
                      <a:pt x="2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7"/>
              <p:cNvSpPr/>
              <p:nvPr/>
            </p:nvSpPr>
            <p:spPr>
              <a:xfrm>
                <a:off x="-1783650" y="2591300"/>
                <a:ext cx="12550" cy="12525"/>
              </a:xfrm>
              <a:custGeom>
                <a:rect b="b" l="l" r="r" t="t"/>
                <a:pathLst>
                  <a:path extrusionOk="0" h="501" w="502">
                    <a:moveTo>
                      <a:pt x="251" y="0"/>
                    </a:moveTo>
                    <a:cubicBezTo>
                      <a:pt x="112" y="0"/>
                      <a:pt x="1" y="113"/>
                      <a:pt x="1" y="250"/>
                    </a:cubicBezTo>
                    <a:cubicBezTo>
                      <a:pt x="1" y="388"/>
                      <a:pt x="112" y="501"/>
                      <a:pt x="251" y="501"/>
                    </a:cubicBezTo>
                    <a:cubicBezTo>
                      <a:pt x="389" y="501"/>
                      <a:pt x="501" y="388"/>
                      <a:pt x="501" y="250"/>
                    </a:cubicBezTo>
                    <a:cubicBezTo>
                      <a:pt x="501" y="113"/>
                      <a:pt x="389" y="0"/>
                      <a:pt x="2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7"/>
              <p:cNvSpPr/>
              <p:nvPr/>
            </p:nvSpPr>
            <p:spPr>
              <a:xfrm>
                <a:off x="-1869350" y="2588650"/>
                <a:ext cx="9650" cy="9650"/>
              </a:xfrm>
              <a:custGeom>
                <a:rect b="b" l="l" r="r" t="t"/>
                <a:pathLst>
                  <a:path extrusionOk="0" h="386" w="386">
                    <a:moveTo>
                      <a:pt x="188" y="0"/>
                    </a:moveTo>
                    <a:cubicBezTo>
                      <a:pt x="85" y="0"/>
                      <a:pt x="1" y="85"/>
                      <a:pt x="1" y="188"/>
                    </a:cubicBezTo>
                    <a:lnTo>
                      <a:pt x="1" y="198"/>
                    </a:lnTo>
                    <a:cubicBezTo>
                      <a:pt x="1" y="301"/>
                      <a:pt x="85" y="385"/>
                      <a:pt x="188" y="385"/>
                    </a:cubicBezTo>
                    <a:lnTo>
                      <a:pt x="199" y="385"/>
                    </a:lnTo>
                    <a:cubicBezTo>
                      <a:pt x="302" y="385"/>
                      <a:pt x="386" y="301"/>
                      <a:pt x="386" y="198"/>
                    </a:cubicBezTo>
                    <a:lnTo>
                      <a:pt x="386" y="188"/>
                    </a:lnTo>
                    <a:cubicBezTo>
                      <a:pt x="386" y="85"/>
                      <a:pt x="302" y="0"/>
                      <a:pt x="1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7"/>
              <p:cNvSpPr/>
              <p:nvPr/>
            </p:nvSpPr>
            <p:spPr>
              <a:xfrm>
                <a:off x="-1806800" y="2588650"/>
                <a:ext cx="9650" cy="9650"/>
              </a:xfrm>
              <a:custGeom>
                <a:rect b="b" l="l" r="r" t="t"/>
                <a:pathLst>
                  <a:path extrusionOk="0" h="386" w="386">
                    <a:moveTo>
                      <a:pt x="187" y="0"/>
                    </a:moveTo>
                    <a:cubicBezTo>
                      <a:pt x="84" y="0"/>
                      <a:pt x="0" y="85"/>
                      <a:pt x="0" y="188"/>
                    </a:cubicBezTo>
                    <a:lnTo>
                      <a:pt x="0" y="198"/>
                    </a:lnTo>
                    <a:cubicBezTo>
                      <a:pt x="0" y="301"/>
                      <a:pt x="84" y="385"/>
                      <a:pt x="187" y="385"/>
                    </a:cubicBezTo>
                    <a:lnTo>
                      <a:pt x="197" y="385"/>
                    </a:lnTo>
                    <a:cubicBezTo>
                      <a:pt x="300" y="385"/>
                      <a:pt x="385" y="301"/>
                      <a:pt x="385" y="198"/>
                    </a:cubicBezTo>
                    <a:lnTo>
                      <a:pt x="385" y="188"/>
                    </a:lnTo>
                    <a:cubicBezTo>
                      <a:pt x="385" y="85"/>
                      <a:pt x="300" y="0"/>
                      <a:pt x="1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7"/>
              <p:cNvSpPr/>
              <p:nvPr/>
            </p:nvSpPr>
            <p:spPr>
              <a:xfrm>
                <a:off x="-1905125" y="2464250"/>
                <a:ext cx="144350" cy="22725"/>
              </a:xfrm>
              <a:custGeom>
                <a:rect b="b" l="l" r="r" t="t"/>
                <a:pathLst>
                  <a:path extrusionOk="0" h="909" w="5774">
                    <a:moveTo>
                      <a:pt x="5436" y="1"/>
                    </a:moveTo>
                    <a:lnTo>
                      <a:pt x="337" y="2"/>
                    </a:lnTo>
                    <a:cubicBezTo>
                      <a:pt x="151" y="2"/>
                      <a:pt x="0" y="154"/>
                      <a:pt x="0" y="339"/>
                    </a:cubicBezTo>
                    <a:lnTo>
                      <a:pt x="0" y="573"/>
                    </a:lnTo>
                    <a:cubicBezTo>
                      <a:pt x="0" y="758"/>
                      <a:pt x="151" y="909"/>
                      <a:pt x="337" y="909"/>
                    </a:cubicBezTo>
                    <a:lnTo>
                      <a:pt x="5436" y="908"/>
                    </a:lnTo>
                    <a:cubicBezTo>
                      <a:pt x="5622" y="908"/>
                      <a:pt x="5773" y="757"/>
                      <a:pt x="5773" y="572"/>
                    </a:cubicBezTo>
                    <a:lnTo>
                      <a:pt x="5773" y="337"/>
                    </a:lnTo>
                    <a:cubicBezTo>
                      <a:pt x="5773" y="151"/>
                      <a:pt x="5622" y="1"/>
                      <a:pt x="54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7"/>
              <p:cNvSpPr/>
              <p:nvPr/>
            </p:nvSpPr>
            <p:spPr>
              <a:xfrm>
                <a:off x="-1941500" y="2483875"/>
                <a:ext cx="218450" cy="77300"/>
              </a:xfrm>
              <a:custGeom>
                <a:rect b="b" l="l" r="r" t="t"/>
                <a:pathLst>
                  <a:path extrusionOk="0" h="3092" w="8738">
                    <a:moveTo>
                      <a:pt x="8737" y="0"/>
                    </a:moveTo>
                    <a:lnTo>
                      <a:pt x="0" y="2241"/>
                    </a:lnTo>
                    <a:lnTo>
                      <a:pt x="0" y="3092"/>
                    </a:lnTo>
                    <a:lnTo>
                      <a:pt x="8738" y="853"/>
                    </a:lnTo>
                    <a:lnTo>
                      <a:pt x="87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7"/>
              <p:cNvSpPr/>
              <p:nvPr/>
            </p:nvSpPr>
            <p:spPr>
              <a:xfrm>
                <a:off x="-1900975" y="2470700"/>
                <a:ext cx="135375" cy="1575"/>
              </a:xfrm>
              <a:custGeom>
                <a:rect b="b" l="l" r="r" t="t"/>
                <a:pathLst>
                  <a:path extrusionOk="0" h="63" w="5415">
                    <a:moveTo>
                      <a:pt x="0" y="1"/>
                    </a:moveTo>
                    <a:lnTo>
                      <a:pt x="0" y="63"/>
                    </a:lnTo>
                    <a:lnTo>
                      <a:pt x="5414" y="63"/>
                    </a:lnTo>
                    <a:lnTo>
                      <a:pt x="54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7"/>
              <p:cNvSpPr/>
              <p:nvPr/>
            </p:nvSpPr>
            <p:spPr>
              <a:xfrm>
                <a:off x="-1900975" y="2478975"/>
                <a:ext cx="135375" cy="1550"/>
              </a:xfrm>
              <a:custGeom>
                <a:rect b="b" l="l" r="r" t="t"/>
                <a:pathLst>
                  <a:path extrusionOk="0" h="62" w="5415">
                    <a:moveTo>
                      <a:pt x="0" y="0"/>
                    </a:moveTo>
                    <a:lnTo>
                      <a:pt x="0" y="62"/>
                    </a:lnTo>
                    <a:lnTo>
                      <a:pt x="5414" y="62"/>
                    </a:lnTo>
                    <a:lnTo>
                      <a:pt x="54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7"/>
              <p:cNvSpPr/>
              <p:nvPr/>
            </p:nvSpPr>
            <p:spPr>
              <a:xfrm>
                <a:off x="-1910875" y="2493450"/>
                <a:ext cx="155275" cy="44050"/>
              </a:xfrm>
              <a:custGeom>
                <a:rect b="b" l="l" r="r" t="t"/>
                <a:pathLst>
                  <a:path extrusionOk="0" h="1762" w="6211">
                    <a:moveTo>
                      <a:pt x="5330" y="0"/>
                    </a:moveTo>
                    <a:lnTo>
                      <a:pt x="880" y="2"/>
                    </a:lnTo>
                    <a:cubicBezTo>
                      <a:pt x="395" y="2"/>
                      <a:pt x="0" y="396"/>
                      <a:pt x="0" y="881"/>
                    </a:cubicBezTo>
                    <a:cubicBezTo>
                      <a:pt x="0" y="1366"/>
                      <a:pt x="395" y="1762"/>
                      <a:pt x="880" y="1762"/>
                    </a:cubicBezTo>
                    <a:lnTo>
                      <a:pt x="5330" y="1760"/>
                    </a:lnTo>
                    <a:cubicBezTo>
                      <a:pt x="5815" y="1760"/>
                      <a:pt x="6211" y="1365"/>
                      <a:pt x="6211" y="880"/>
                    </a:cubicBezTo>
                    <a:cubicBezTo>
                      <a:pt x="6211" y="395"/>
                      <a:pt x="5815" y="0"/>
                      <a:pt x="5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7"/>
              <p:cNvSpPr/>
              <p:nvPr/>
            </p:nvSpPr>
            <p:spPr>
              <a:xfrm>
                <a:off x="-1907850" y="2496900"/>
                <a:ext cx="148425" cy="37150"/>
              </a:xfrm>
              <a:custGeom>
                <a:rect b="b" l="l" r="r" t="t"/>
                <a:pathLst>
                  <a:path extrusionOk="0" h="1486" w="5937">
                    <a:moveTo>
                      <a:pt x="5196" y="0"/>
                    </a:moveTo>
                    <a:lnTo>
                      <a:pt x="742" y="1"/>
                    </a:lnTo>
                    <a:cubicBezTo>
                      <a:pt x="332" y="1"/>
                      <a:pt x="1" y="334"/>
                      <a:pt x="1" y="743"/>
                    </a:cubicBezTo>
                    <a:cubicBezTo>
                      <a:pt x="1" y="1154"/>
                      <a:pt x="332" y="1485"/>
                      <a:pt x="742" y="1485"/>
                    </a:cubicBezTo>
                    <a:lnTo>
                      <a:pt x="5196" y="1484"/>
                    </a:lnTo>
                    <a:cubicBezTo>
                      <a:pt x="5606" y="1484"/>
                      <a:pt x="5937" y="1152"/>
                      <a:pt x="5937" y="742"/>
                    </a:cubicBezTo>
                    <a:cubicBezTo>
                      <a:pt x="5937" y="334"/>
                      <a:pt x="5605" y="0"/>
                      <a:pt x="5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7"/>
              <p:cNvSpPr/>
              <p:nvPr/>
            </p:nvSpPr>
            <p:spPr>
              <a:xfrm>
                <a:off x="-179827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7"/>
              <p:cNvSpPr/>
              <p:nvPr/>
            </p:nvSpPr>
            <p:spPr>
              <a:xfrm>
                <a:off x="-179664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7"/>
              <p:cNvSpPr/>
              <p:nvPr/>
            </p:nvSpPr>
            <p:spPr>
              <a:xfrm>
                <a:off x="-178585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7"/>
              <p:cNvSpPr/>
              <p:nvPr/>
            </p:nvSpPr>
            <p:spPr>
              <a:xfrm>
                <a:off x="-191052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7"/>
              <p:cNvSpPr/>
              <p:nvPr/>
            </p:nvSpPr>
            <p:spPr>
              <a:xfrm>
                <a:off x="-190889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7"/>
              <p:cNvSpPr/>
              <p:nvPr/>
            </p:nvSpPr>
            <p:spPr>
              <a:xfrm>
                <a:off x="-189810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97" name="Google Shape;5297;p67"/>
          <p:cNvGrpSpPr/>
          <p:nvPr/>
        </p:nvGrpSpPr>
        <p:grpSpPr>
          <a:xfrm rot="1457234">
            <a:off x="7892570" y="320716"/>
            <a:ext cx="1076409" cy="678966"/>
            <a:chOff x="-2470750" y="3433500"/>
            <a:chExt cx="260450" cy="164288"/>
          </a:xfrm>
        </p:grpSpPr>
        <p:sp>
          <p:nvSpPr>
            <p:cNvPr id="5298" name="Google Shape;5298;p67"/>
            <p:cNvSpPr/>
            <p:nvPr/>
          </p:nvSpPr>
          <p:spPr>
            <a:xfrm>
              <a:off x="-2470750" y="3433500"/>
              <a:ext cx="260450" cy="164200"/>
            </a:xfrm>
            <a:custGeom>
              <a:rect b="b" l="l" r="r" t="t"/>
              <a:pathLst>
                <a:path extrusionOk="0" h="6568" w="10418">
                  <a:moveTo>
                    <a:pt x="365" y="1"/>
                  </a:moveTo>
                  <a:cubicBezTo>
                    <a:pt x="242" y="1"/>
                    <a:pt x="138" y="107"/>
                    <a:pt x="138" y="230"/>
                  </a:cubicBezTo>
                  <a:lnTo>
                    <a:pt x="138" y="739"/>
                  </a:lnTo>
                  <a:lnTo>
                    <a:pt x="138" y="3628"/>
                  </a:lnTo>
                  <a:lnTo>
                    <a:pt x="53" y="3628"/>
                  </a:lnTo>
                  <a:cubicBezTo>
                    <a:pt x="32" y="3655"/>
                    <a:pt x="28" y="3672"/>
                    <a:pt x="1" y="3693"/>
                  </a:cubicBezTo>
                  <a:lnTo>
                    <a:pt x="1" y="5827"/>
                  </a:lnTo>
                  <a:cubicBezTo>
                    <a:pt x="28" y="5848"/>
                    <a:pt x="33" y="5860"/>
                    <a:pt x="53" y="5881"/>
                  </a:cubicBezTo>
                  <a:lnTo>
                    <a:pt x="138" y="5881"/>
                  </a:lnTo>
                  <a:lnTo>
                    <a:pt x="138" y="6359"/>
                  </a:lnTo>
                  <a:cubicBezTo>
                    <a:pt x="138" y="6481"/>
                    <a:pt x="241" y="6567"/>
                    <a:pt x="365" y="6567"/>
                  </a:cubicBezTo>
                  <a:lnTo>
                    <a:pt x="10074" y="6567"/>
                  </a:lnTo>
                  <a:cubicBezTo>
                    <a:pt x="10197" y="6567"/>
                    <a:pt x="10281" y="6481"/>
                    <a:pt x="10281" y="6359"/>
                  </a:cubicBezTo>
                  <a:lnTo>
                    <a:pt x="10281" y="5881"/>
                  </a:lnTo>
                  <a:lnTo>
                    <a:pt x="10368" y="5881"/>
                  </a:lnTo>
                  <a:cubicBezTo>
                    <a:pt x="10391" y="5860"/>
                    <a:pt x="10391" y="5848"/>
                    <a:pt x="10418" y="5827"/>
                  </a:cubicBezTo>
                  <a:lnTo>
                    <a:pt x="10418" y="3693"/>
                  </a:lnTo>
                  <a:cubicBezTo>
                    <a:pt x="10391" y="3672"/>
                    <a:pt x="10389" y="3655"/>
                    <a:pt x="10368" y="3628"/>
                  </a:cubicBezTo>
                  <a:lnTo>
                    <a:pt x="10281" y="3628"/>
                  </a:lnTo>
                  <a:lnTo>
                    <a:pt x="10281" y="739"/>
                  </a:lnTo>
                  <a:lnTo>
                    <a:pt x="10281" y="230"/>
                  </a:lnTo>
                  <a:lnTo>
                    <a:pt x="10282" y="230"/>
                  </a:lnTo>
                  <a:cubicBezTo>
                    <a:pt x="10282" y="107"/>
                    <a:pt x="10197" y="1"/>
                    <a:pt x="10075"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9" name="Google Shape;5299;p67"/>
            <p:cNvGrpSpPr/>
            <p:nvPr/>
          </p:nvGrpSpPr>
          <p:grpSpPr>
            <a:xfrm>
              <a:off x="-2470750" y="3433513"/>
              <a:ext cx="260450" cy="164275"/>
              <a:chOff x="-1963525" y="2264375"/>
              <a:chExt cx="260450" cy="164275"/>
            </a:xfrm>
          </p:grpSpPr>
          <p:sp>
            <p:nvSpPr>
              <p:cNvPr id="5300" name="Google Shape;5300;p67"/>
              <p:cNvSpPr/>
              <p:nvPr/>
            </p:nvSpPr>
            <p:spPr>
              <a:xfrm>
                <a:off x="-1963525" y="2355100"/>
                <a:ext cx="260450" cy="56375"/>
              </a:xfrm>
              <a:custGeom>
                <a:rect b="b" l="l" r="r" t="t"/>
                <a:pathLst>
                  <a:path extrusionOk="0" h="2255" w="10418">
                    <a:moveTo>
                      <a:pt x="53" y="0"/>
                    </a:moveTo>
                    <a:cubicBezTo>
                      <a:pt x="33" y="27"/>
                      <a:pt x="28" y="44"/>
                      <a:pt x="1" y="66"/>
                    </a:cubicBezTo>
                    <a:lnTo>
                      <a:pt x="1" y="2199"/>
                    </a:lnTo>
                    <a:cubicBezTo>
                      <a:pt x="28" y="2220"/>
                      <a:pt x="32" y="2232"/>
                      <a:pt x="53" y="2254"/>
                    </a:cubicBezTo>
                    <a:lnTo>
                      <a:pt x="10369" y="2254"/>
                    </a:lnTo>
                    <a:cubicBezTo>
                      <a:pt x="10391" y="2232"/>
                      <a:pt x="10391" y="2220"/>
                      <a:pt x="10418" y="2199"/>
                    </a:cubicBezTo>
                    <a:lnTo>
                      <a:pt x="10418" y="66"/>
                    </a:lnTo>
                    <a:cubicBezTo>
                      <a:pt x="10391" y="44"/>
                      <a:pt x="10391" y="27"/>
                      <a:pt x="103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7"/>
              <p:cNvSpPr/>
              <p:nvPr/>
            </p:nvSpPr>
            <p:spPr>
              <a:xfrm>
                <a:off x="-1960075" y="2264375"/>
                <a:ext cx="253600" cy="164250"/>
              </a:xfrm>
              <a:custGeom>
                <a:rect b="b" l="l" r="r" t="t"/>
                <a:pathLst>
                  <a:path extrusionOk="0" h="6570" w="10144">
                    <a:moveTo>
                      <a:pt x="227" y="1"/>
                    </a:moveTo>
                    <a:cubicBezTo>
                      <a:pt x="104" y="1"/>
                      <a:pt x="0" y="107"/>
                      <a:pt x="0" y="230"/>
                    </a:cubicBezTo>
                    <a:lnTo>
                      <a:pt x="0" y="739"/>
                    </a:lnTo>
                    <a:lnTo>
                      <a:pt x="0" y="6360"/>
                    </a:lnTo>
                    <a:cubicBezTo>
                      <a:pt x="0" y="6483"/>
                      <a:pt x="103" y="6570"/>
                      <a:pt x="227" y="6570"/>
                    </a:cubicBezTo>
                    <a:lnTo>
                      <a:pt x="9937" y="6570"/>
                    </a:lnTo>
                    <a:cubicBezTo>
                      <a:pt x="10059" y="6570"/>
                      <a:pt x="10144" y="6483"/>
                      <a:pt x="10144" y="6360"/>
                    </a:cubicBezTo>
                    <a:lnTo>
                      <a:pt x="10144" y="739"/>
                    </a:lnTo>
                    <a:lnTo>
                      <a:pt x="10144" y="230"/>
                    </a:lnTo>
                    <a:cubicBezTo>
                      <a:pt x="10144" y="107"/>
                      <a:pt x="10059" y="1"/>
                      <a:pt x="99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7"/>
              <p:cNvSpPr/>
              <p:nvPr/>
            </p:nvSpPr>
            <p:spPr>
              <a:xfrm>
                <a:off x="-1953625" y="2270100"/>
                <a:ext cx="11300" cy="11275"/>
              </a:xfrm>
              <a:custGeom>
                <a:rect b="b" l="l" r="r" t="t"/>
                <a:pathLst>
                  <a:path extrusionOk="0" h="451" w="452">
                    <a:moveTo>
                      <a:pt x="225" y="0"/>
                    </a:moveTo>
                    <a:cubicBezTo>
                      <a:pt x="101" y="0"/>
                      <a:pt x="0" y="101"/>
                      <a:pt x="0" y="226"/>
                    </a:cubicBezTo>
                    <a:cubicBezTo>
                      <a:pt x="0" y="350"/>
                      <a:pt x="101" y="451"/>
                      <a:pt x="225" y="451"/>
                    </a:cubicBezTo>
                    <a:cubicBezTo>
                      <a:pt x="350" y="451"/>
                      <a:pt x="451" y="350"/>
                      <a:pt x="451" y="226"/>
                    </a:cubicBezTo>
                    <a:cubicBezTo>
                      <a:pt x="451" y="101"/>
                      <a:pt x="350" y="0"/>
                      <a:pt x="2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7"/>
              <p:cNvSpPr/>
              <p:nvPr/>
            </p:nvSpPr>
            <p:spPr>
              <a:xfrm>
                <a:off x="-1724150" y="2270100"/>
                <a:ext cx="11300" cy="11275"/>
              </a:xfrm>
              <a:custGeom>
                <a:rect b="b" l="l" r="r" t="t"/>
                <a:pathLst>
                  <a:path extrusionOk="0" h="451" w="452">
                    <a:moveTo>
                      <a:pt x="227" y="0"/>
                    </a:moveTo>
                    <a:cubicBezTo>
                      <a:pt x="102" y="0"/>
                      <a:pt x="1" y="101"/>
                      <a:pt x="1" y="226"/>
                    </a:cubicBezTo>
                    <a:cubicBezTo>
                      <a:pt x="1" y="350"/>
                      <a:pt x="102" y="451"/>
                      <a:pt x="227" y="451"/>
                    </a:cubicBezTo>
                    <a:cubicBezTo>
                      <a:pt x="351" y="451"/>
                      <a:pt x="452" y="350"/>
                      <a:pt x="452" y="226"/>
                    </a:cubicBezTo>
                    <a:cubicBezTo>
                      <a:pt x="452" y="101"/>
                      <a:pt x="351" y="0"/>
                      <a:pt x="2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7"/>
              <p:cNvSpPr/>
              <p:nvPr/>
            </p:nvSpPr>
            <p:spPr>
              <a:xfrm>
                <a:off x="-1953600" y="2411625"/>
                <a:ext cx="11325" cy="11325"/>
              </a:xfrm>
              <a:custGeom>
                <a:rect b="b" l="l" r="r" t="t"/>
                <a:pathLst>
                  <a:path extrusionOk="0" h="453" w="453">
                    <a:moveTo>
                      <a:pt x="226" y="1"/>
                    </a:moveTo>
                    <a:cubicBezTo>
                      <a:pt x="100" y="1"/>
                      <a:pt x="0" y="102"/>
                      <a:pt x="0" y="227"/>
                    </a:cubicBezTo>
                    <a:cubicBezTo>
                      <a:pt x="0" y="351"/>
                      <a:pt x="100" y="453"/>
                      <a:pt x="226" y="453"/>
                    </a:cubicBezTo>
                    <a:cubicBezTo>
                      <a:pt x="351" y="453"/>
                      <a:pt x="452" y="351"/>
                      <a:pt x="452" y="227"/>
                    </a:cubicBezTo>
                    <a:cubicBezTo>
                      <a:pt x="452" y="102"/>
                      <a:pt x="350"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7"/>
              <p:cNvSpPr/>
              <p:nvPr/>
            </p:nvSpPr>
            <p:spPr>
              <a:xfrm>
                <a:off x="-1724125" y="2411625"/>
                <a:ext cx="11325" cy="11325"/>
              </a:xfrm>
              <a:custGeom>
                <a:rect b="b" l="l" r="r" t="t"/>
                <a:pathLst>
                  <a:path extrusionOk="0" h="453" w="453">
                    <a:moveTo>
                      <a:pt x="227" y="1"/>
                    </a:moveTo>
                    <a:cubicBezTo>
                      <a:pt x="101" y="1"/>
                      <a:pt x="1" y="102"/>
                      <a:pt x="1" y="227"/>
                    </a:cubicBezTo>
                    <a:cubicBezTo>
                      <a:pt x="1" y="351"/>
                      <a:pt x="101" y="453"/>
                      <a:pt x="227" y="453"/>
                    </a:cubicBezTo>
                    <a:cubicBezTo>
                      <a:pt x="352" y="453"/>
                      <a:pt x="453" y="351"/>
                      <a:pt x="453" y="227"/>
                    </a:cubicBezTo>
                    <a:cubicBezTo>
                      <a:pt x="453" y="102"/>
                      <a:pt x="351" y="1"/>
                      <a:pt x="2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7"/>
              <p:cNvSpPr/>
              <p:nvPr/>
            </p:nvSpPr>
            <p:spPr>
              <a:xfrm>
                <a:off x="-1942900" y="2281575"/>
                <a:ext cx="219225" cy="102375"/>
              </a:xfrm>
              <a:custGeom>
                <a:rect b="b" l="l" r="r" t="t"/>
                <a:pathLst>
                  <a:path extrusionOk="0" h="4095" w="8769">
                    <a:moveTo>
                      <a:pt x="441" y="0"/>
                    </a:moveTo>
                    <a:cubicBezTo>
                      <a:pt x="270" y="172"/>
                      <a:pt x="166" y="269"/>
                      <a:pt x="0" y="440"/>
                    </a:cubicBezTo>
                    <a:lnTo>
                      <a:pt x="0" y="4016"/>
                    </a:lnTo>
                    <a:cubicBezTo>
                      <a:pt x="0" y="4059"/>
                      <a:pt x="38" y="4094"/>
                      <a:pt x="82" y="4094"/>
                    </a:cubicBezTo>
                    <a:lnTo>
                      <a:pt x="8691" y="4094"/>
                    </a:lnTo>
                    <a:cubicBezTo>
                      <a:pt x="8735" y="4094"/>
                      <a:pt x="8768" y="4060"/>
                      <a:pt x="8768" y="4016"/>
                    </a:cubicBezTo>
                    <a:lnTo>
                      <a:pt x="8768" y="440"/>
                    </a:lnTo>
                    <a:cubicBezTo>
                      <a:pt x="8603" y="269"/>
                      <a:pt x="8501" y="172"/>
                      <a:pt x="83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7"/>
              <p:cNvSpPr/>
              <p:nvPr/>
            </p:nvSpPr>
            <p:spPr>
              <a:xfrm>
                <a:off x="-1912825" y="2390150"/>
                <a:ext cx="159175" cy="38500"/>
              </a:xfrm>
              <a:custGeom>
                <a:rect b="b" l="l" r="r" t="t"/>
                <a:pathLst>
                  <a:path extrusionOk="0" h="1540" w="6367">
                    <a:moveTo>
                      <a:pt x="426" y="1"/>
                    </a:moveTo>
                    <a:cubicBezTo>
                      <a:pt x="339" y="1"/>
                      <a:pt x="264" y="69"/>
                      <a:pt x="248" y="154"/>
                    </a:cubicBezTo>
                    <a:lnTo>
                      <a:pt x="1" y="1540"/>
                    </a:lnTo>
                    <a:lnTo>
                      <a:pt x="6366" y="1540"/>
                    </a:lnTo>
                    <a:lnTo>
                      <a:pt x="6117" y="154"/>
                    </a:lnTo>
                    <a:cubicBezTo>
                      <a:pt x="6102" y="69"/>
                      <a:pt x="6027" y="1"/>
                      <a:pt x="59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7"/>
              <p:cNvSpPr/>
              <p:nvPr/>
            </p:nvSpPr>
            <p:spPr>
              <a:xfrm>
                <a:off x="-1895300" y="2412725"/>
                <a:ext cx="12525" cy="12525"/>
              </a:xfrm>
              <a:custGeom>
                <a:rect b="b" l="l" r="r" t="t"/>
                <a:pathLst>
                  <a:path extrusionOk="0" h="501" w="501">
                    <a:moveTo>
                      <a:pt x="251" y="1"/>
                    </a:moveTo>
                    <a:cubicBezTo>
                      <a:pt x="113" y="1"/>
                      <a:pt x="0" y="112"/>
                      <a:pt x="0" y="251"/>
                    </a:cubicBezTo>
                    <a:cubicBezTo>
                      <a:pt x="0" y="389"/>
                      <a:pt x="113" y="500"/>
                      <a:pt x="251" y="500"/>
                    </a:cubicBezTo>
                    <a:cubicBezTo>
                      <a:pt x="388" y="500"/>
                      <a:pt x="501" y="389"/>
                      <a:pt x="501" y="251"/>
                    </a:cubicBezTo>
                    <a:cubicBezTo>
                      <a:pt x="501" y="112"/>
                      <a:pt x="388" y="1"/>
                      <a:pt x="2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7"/>
              <p:cNvSpPr/>
              <p:nvPr/>
            </p:nvSpPr>
            <p:spPr>
              <a:xfrm>
                <a:off x="-1783700" y="2412700"/>
                <a:ext cx="12550" cy="12550"/>
              </a:xfrm>
              <a:custGeom>
                <a:rect b="b" l="l" r="r" t="t"/>
                <a:pathLst>
                  <a:path extrusionOk="0" h="502" w="502">
                    <a:moveTo>
                      <a:pt x="252" y="1"/>
                    </a:moveTo>
                    <a:cubicBezTo>
                      <a:pt x="113" y="1"/>
                      <a:pt x="1" y="113"/>
                      <a:pt x="1" y="252"/>
                    </a:cubicBezTo>
                    <a:cubicBezTo>
                      <a:pt x="1" y="390"/>
                      <a:pt x="113" y="501"/>
                      <a:pt x="252" y="501"/>
                    </a:cubicBezTo>
                    <a:cubicBezTo>
                      <a:pt x="390" y="501"/>
                      <a:pt x="501" y="390"/>
                      <a:pt x="501" y="252"/>
                    </a:cubicBezTo>
                    <a:cubicBezTo>
                      <a:pt x="501" y="113"/>
                      <a:pt x="390" y="1"/>
                      <a:pt x="2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7"/>
              <p:cNvSpPr/>
              <p:nvPr/>
            </p:nvSpPr>
            <p:spPr>
              <a:xfrm>
                <a:off x="-1869375" y="2410075"/>
                <a:ext cx="9675" cy="9650"/>
              </a:xfrm>
              <a:custGeom>
                <a:rect b="b" l="l" r="r" t="t"/>
                <a:pathLst>
                  <a:path extrusionOk="0" h="386" w="387">
                    <a:moveTo>
                      <a:pt x="187" y="1"/>
                    </a:moveTo>
                    <a:cubicBezTo>
                      <a:pt x="84" y="1"/>
                      <a:pt x="1" y="84"/>
                      <a:pt x="1" y="187"/>
                    </a:cubicBezTo>
                    <a:lnTo>
                      <a:pt x="1" y="198"/>
                    </a:lnTo>
                    <a:cubicBezTo>
                      <a:pt x="1" y="301"/>
                      <a:pt x="84" y="386"/>
                      <a:pt x="187" y="386"/>
                    </a:cubicBezTo>
                    <a:lnTo>
                      <a:pt x="198" y="386"/>
                    </a:lnTo>
                    <a:cubicBezTo>
                      <a:pt x="303" y="386"/>
                      <a:pt x="387" y="301"/>
                      <a:pt x="386" y="198"/>
                    </a:cubicBezTo>
                    <a:lnTo>
                      <a:pt x="386" y="187"/>
                    </a:lnTo>
                    <a:cubicBezTo>
                      <a:pt x="386" y="84"/>
                      <a:pt x="301" y="1"/>
                      <a:pt x="1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7"/>
              <p:cNvSpPr/>
              <p:nvPr/>
            </p:nvSpPr>
            <p:spPr>
              <a:xfrm>
                <a:off x="-1806825" y="2410075"/>
                <a:ext cx="9625" cy="9650"/>
              </a:xfrm>
              <a:custGeom>
                <a:rect b="b" l="l" r="r" t="t"/>
                <a:pathLst>
                  <a:path extrusionOk="0" h="386" w="385">
                    <a:moveTo>
                      <a:pt x="187" y="1"/>
                    </a:moveTo>
                    <a:cubicBezTo>
                      <a:pt x="84" y="1"/>
                      <a:pt x="0" y="84"/>
                      <a:pt x="0" y="187"/>
                    </a:cubicBezTo>
                    <a:lnTo>
                      <a:pt x="0" y="198"/>
                    </a:lnTo>
                    <a:cubicBezTo>
                      <a:pt x="0" y="301"/>
                      <a:pt x="84" y="386"/>
                      <a:pt x="187" y="386"/>
                    </a:cubicBezTo>
                    <a:lnTo>
                      <a:pt x="197" y="386"/>
                    </a:lnTo>
                    <a:cubicBezTo>
                      <a:pt x="300" y="386"/>
                      <a:pt x="384" y="301"/>
                      <a:pt x="384" y="198"/>
                    </a:cubicBezTo>
                    <a:lnTo>
                      <a:pt x="384" y="187"/>
                    </a:lnTo>
                    <a:cubicBezTo>
                      <a:pt x="384" y="84"/>
                      <a:pt x="300" y="1"/>
                      <a:pt x="1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7"/>
              <p:cNvSpPr/>
              <p:nvPr/>
            </p:nvSpPr>
            <p:spPr>
              <a:xfrm>
                <a:off x="-1905100" y="2285700"/>
                <a:ext cx="144350" cy="22700"/>
              </a:xfrm>
              <a:custGeom>
                <a:rect b="b" l="l" r="r" t="t"/>
                <a:pathLst>
                  <a:path extrusionOk="0" h="908" w="5774">
                    <a:moveTo>
                      <a:pt x="337" y="0"/>
                    </a:moveTo>
                    <a:cubicBezTo>
                      <a:pt x="151" y="0"/>
                      <a:pt x="0" y="151"/>
                      <a:pt x="0" y="337"/>
                    </a:cubicBezTo>
                    <a:lnTo>
                      <a:pt x="0" y="570"/>
                    </a:lnTo>
                    <a:cubicBezTo>
                      <a:pt x="0" y="756"/>
                      <a:pt x="151" y="908"/>
                      <a:pt x="337" y="908"/>
                    </a:cubicBezTo>
                    <a:lnTo>
                      <a:pt x="5437" y="908"/>
                    </a:lnTo>
                    <a:cubicBezTo>
                      <a:pt x="5623" y="908"/>
                      <a:pt x="5773" y="756"/>
                      <a:pt x="5773" y="570"/>
                    </a:cubicBezTo>
                    <a:lnTo>
                      <a:pt x="5773" y="337"/>
                    </a:lnTo>
                    <a:cubicBezTo>
                      <a:pt x="5773" y="151"/>
                      <a:pt x="5623" y="0"/>
                      <a:pt x="54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7"/>
              <p:cNvSpPr/>
              <p:nvPr/>
            </p:nvSpPr>
            <p:spPr>
              <a:xfrm>
                <a:off x="-1941500" y="2361300"/>
                <a:ext cx="216450" cy="21300"/>
              </a:xfrm>
              <a:custGeom>
                <a:rect b="b" l="l" r="r" t="t"/>
                <a:pathLst>
                  <a:path extrusionOk="0" h="852" w="8658">
                    <a:moveTo>
                      <a:pt x="0" y="0"/>
                    </a:moveTo>
                    <a:lnTo>
                      <a:pt x="0" y="852"/>
                    </a:lnTo>
                    <a:lnTo>
                      <a:pt x="8658" y="852"/>
                    </a:lnTo>
                    <a:lnTo>
                      <a:pt x="86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7"/>
              <p:cNvSpPr/>
              <p:nvPr/>
            </p:nvSpPr>
            <p:spPr>
              <a:xfrm>
                <a:off x="-1941500" y="2353025"/>
                <a:ext cx="216450" cy="4825"/>
              </a:xfrm>
              <a:custGeom>
                <a:rect b="b" l="l" r="r" t="t"/>
                <a:pathLst>
                  <a:path extrusionOk="0" h="193" w="8658">
                    <a:moveTo>
                      <a:pt x="0" y="1"/>
                    </a:moveTo>
                    <a:lnTo>
                      <a:pt x="0" y="193"/>
                    </a:lnTo>
                    <a:lnTo>
                      <a:pt x="8658" y="193"/>
                    </a:lnTo>
                    <a:lnTo>
                      <a:pt x="8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7"/>
              <p:cNvSpPr/>
              <p:nvPr/>
            </p:nvSpPr>
            <p:spPr>
              <a:xfrm>
                <a:off x="-1941500" y="2345475"/>
                <a:ext cx="216450" cy="2775"/>
              </a:xfrm>
              <a:custGeom>
                <a:rect b="b" l="l" r="r" t="t"/>
                <a:pathLst>
                  <a:path extrusionOk="0" h="111" w="8658">
                    <a:moveTo>
                      <a:pt x="0" y="1"/>
                    </a:moveTo>
                    <a:lnTo>
                      <a:pt x="0" y="111"/>
                    </a:lnTo>
                    <a:lnTo>
                      <a:pt x="8658" y="111"/>
                    </a:lnTo>
                    <a:lnTo>
                      <a:pt x="8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7"/>
              <p:cNvSpPr/>
              <p:nvPr/>
            </p:nvSpPr>
            <p:spPr>
              <a:xfrm>
                <a:off x="-1900975" y="2292925"/>
                <a:ext cx="135425" cy="25"/>
              </a:xfrm>
              <a:custGeom>
                <a:rect b="b" l="l" r="r" t="t"/>
                <a:pathLst>
                  <a:path extrusionOk="0" fill="none" h="1" w="5417">
                    <a:moveTo>
                      <a:pt x="0" y="0"/>
                    </a:moveTo>
                    <a:lnTo>
                      <a:pt x="5416" y="0"/>
                    </a:lnTo>
                  </a:path>
                </a:pathLst>
              </a:custGeom>
              <a:solidFill>
                <a:schemeClr val="dk1"/>
              </a:solidFill>
              <a:ln cap="flat" cmpd="sng" w="1550">
                <a:solidFill>
                  <a:srgbClr val="3A3A3C"/>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7"/>
              <p:cNvSpPr/>
              <p:nvPr/>
            </p:nvSpPr>
            <p:spPr>
              <a:xfrm>
                <a:off x="-1900975" y="2301150"/>
                <a:ext cx="135425" cy="25"/>
              </a:xfrm>
              <a:custGeom>
                <a:rect b="b" l="l" r="r" t="t"/>
                <a:pathLst>
                  <a:path extrusionOk="0" fill="none" h="1" w="5417">
                    <a:moveTo>
                      <a:pt x="0" y="1"/>
                    </a:moveTo>
                    <a:lnTo>
                      <a:pt x="5416" y="1"/>
                    </a:lnTo>
                  </a:path>
                </a:pathLst>
              </a:custGeom>
              <a:solidFill>
                <a:schemeClr val="dk1"/>
              </a:solidFill>
              <a:ln cap="flat" cmpd="sng" w="1550">
                <a:solidFill>
                  <a:srgbClr val="3A3A3C"/>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7"/>
              <p:cNvSpPr/>
              <p:nvPr/>
            </p:nvSpPr>
            <p:spPr>
              <a:xfrm>
                <a:off x="-1910875" y="2314875"/>
                <a:ext cx="155275" cy="44025"/>
              </a:xfrm>
              <a:custGeom>
                <a:rect b="b" l="l" r="r" t="t"/>
                <a:pathLst>
                  <a:path extrusionOk="0" h="1761" w="6211">
                    <a:moveTo>
                      <a:pt x="880" y="1"/>
                    </a:moveTo>
                    <a:cubicBezTo>
                      <a:pt x="395" y="1"/>
                      <a:pt x="0" y="396"/>
                      <a:pt x="0" y="881"/>
                    </a:cubicBezTo>
                    <a:cubicBezTo>
                      <a:pt x="0" y="1366"/>
                      <a:pt x="395" y="1760"/>
                      <a:pt x="880" y="1760"/>
                    </a:cubicBezTo>
                    <a:lnTo>
                      <a:pt x="5330" y="1760"/>
                    </a:lnTo>
                    <a:cubicBezTo>
                      <a:pt x="5815" y="1760"/>
                      <a:pt x="6211" y="1366"/>
                      <a:pt x="6211" y="881"/>
                    </a:cubicBezTo>
                    <a:cubicBezTo>
                      <a:pt x="6211" y="396"/>
                      <a:pt x="5815" y="1"/>
                      <a:pt x="53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7"/>
              <p:cNvSpPr/>
              <p:nvPr/>
            </p:nvSpPr>
            <p:spPr>
              <a:xfrm>
                <a:off x="-1906425" y="2318263"/>
                <a:ext cx="148425" cy="37100"/>
              </a:xfrm>
              <a:custGeom>
                <a:rect b="b" l="l" r="r" t="t"/>
                <a:pathLst>
                  <a:path extrusionOk="0" h="1484" w="5937">
                    <a:moveTo>
                      <a:pt x="742" y="1"/>
                    </a:moveTo>
                    <a:cubicBezTo>
                      <a:pt x="333" y="1"/>
                      <a:pt x="1" y="332"/>
                      <a:pt x="1" y="743"/>
                    </a:cubicBezTo>
                    <a:cubicBezTo>
                      <a:pt x="1" y="1152"/>
                      <a:pt x="332" y="1484"/>
                      <a:pt x="742" y="1484"/>
                    </a:cubicBezTo>
                    <a:lnTo>
                      <a:pt x="5196" y="1484"/>
                    </a:lnTo>
                    <a:cubicBezTo>
                      <a:pt x="5605" y="1484"/>
                      <a:pt x="5937" y="1153"/>
                      <a:pt x="5937" y="743"/>
                    </a:cubicBezTo>
                    <a:cubicBezTo>
                      <a:pt x="5937" y="333"/>
                      <a:pt x="5606" y="1"/>
                      <a:pt x="5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7"/>
              <p:cNvSpPr/>
              <p:nvPr/>
            </p:nvSpPr>
            <p:spPr>
              <a:xfrm>
                <a:off x="-1801225" y="2313350"/>
                <a:ext cx="46925" cy="46925"/>
              </a:xfrm>
              <a:custGeom>
                <a:rect b="b" l="l" r="r" t="t"/>
                <a:pathLst>
                  <a:path extrusionOk="0" h="1877" w="1877">
                    <a:moveTo>
                      <a:pt x="938" y="1"/>
                    </a:moveTo>
                    <a:cubicBezTo>
                      <a:pt x="420" y="1"/>
                      <a:pt x="0" y="421"/>
                      <a:pt x="0" y="939"/>
                    </a:cubicBezTo>
                    <a:cubicBezTo>
                      <a:pt x="0" y="1457"/>
                      <a:pt x="420" y="1877"/>
                      <a:pt x="938" y="1877"/>
                    </a:cubicBezTo>
                    <a:cubicBezTo>
                      <a:pt x="1456" y="1877"/>
                      <a:pt x="1876" y="1457"/>
                      <a:pt x="1876" y="939"/>
                    </a:cubicBezTo>
                    <a:cubicBezTo>
                      <a:pt x="1876" y="421"/>
                      <a:pt x="1456" y="1"/>
                      <a:pt x="9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7"/>
              <p:cNvSpPr/>
              <p:nvPr/>
            </p:nvSpPr>
            <p:spPr>
              <a:xfrm>
                <a:off x="-1801175" y="2315500"/>
                <a:ext cx="46825" cy="42650"/>
              </a:xfrm>
              <a:custGeom>
                <a:rect b="b" l="l" r="r" t="t"/>
                <a:pathLst>
                  <a:path extrusionOk="0" h="1706" w="1873">
                    <a:moveTo>
                      <a:pt x="936" y="0"/>
                    </a:moveTo>
                    <a:cubicBezTo>
                      <a:pt x="718" y="0"/>
                      <a:pt x="500" y="83"/>
                      <a:pt x="333" y="250"/>
                    </a:cubicBezTo>
                    <a:cubicBezTo>
                      <a:pt x="0" y="583"/>
                      <a:pt x="0" y="1123"/>
                      <a:pt x="333" y="1456"/>
                    </a:cubicBezTo>
                    <a:cubicBezTo>
                      <a:pt x="500" y="1623"/>
                      <a:pt x="718" y="1706"/>
                      <a:pt x="936" y="1706"/>
                    </a:cubicBezTo>
                    <a:cubicBezTo>
                      <a:pt x="1154" y="1706"/>
                      <a:pt x="1372" y="1623"/>
                      <a:pt x="1539" y="1456"/>
                    </a:cubicBezTo>
                    <a:cubicBezTo>
                      <a:pt x="1872" y="1123"/>
                      <a:pt x="1872" y="583"/>
                      <a:pt x="1539" y="250"/>
                    </a:cubicBezTo>
                    <a:cubicBezTo>
                      <a:pt x="1372" y="83"/>
                      <a:pt x="1154" y="0"/>
                      <a:pt x="9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7"/>
              <p:cNvSpPr/>
              <p:nvPr/>
            </p:nvSpPr>
            <p:spPr>
              <a:xfrm>
                <a:off x="-1904800" y="2322800"/>
                <a:ext cx="30825" cy="28075"/>
              </a:xfrm>
              <a:custGeom>
                <a:rect b="b" l="l" r="r" t="t"/>
                <a:pathLst>
                  <a:path extrusionOk="0" h="1123" w="1233">
                    <a:moveTo>
                      <a:pt x="617" y="0"/>
                    </a:moveTo>
                    <a:cubicBezTo>
                      <a:pt x="473" y="0"/>
                      <a:pt x="329" y="55"/>
                      <a:pt x="219" y="164"/>
                    </a:cubicBezTo>
                    <a:cubicBezTo>
                      <a:pt x="1" y="383"/>
                      <a:pt x="1" y="739"/>
                      <a:pt x="219" y="958"/>
                    </a:cubicBezTo>
                    <a:cubicBezTo>
                      <a:pt x="329" y="1067"/>
                      <a:pt x="473" y="1122"/>
                      <a:pt x="617" y="1122"/>
                    </a:cubicBezTo>
                    <a:cubicBezTo>
                      <a:pt x="760" y="1122"/>
                      <a:pt x="904" y="1067"/>
                      <a:pt x="1013" y="958"/>
                    </a:cubicBezTo>
                    <a:cubicBezTo>
                      <a:pt x="1233" y="739"/>
                      <a:pt x="1233" y="383"/>
                      <a:pt x="1013" y="164"/>
                    </a:cubicBezTo>
                    <a:cubicBezTo>
                      <a:pt x="904" y="55"/>
                      <a:pt x="760" y="0"/>
                      <a:pt x="6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7"/>
              <p:cNvSpPr/>
              <p:nvPr/>
            </p:nvSpPr>
            <p:spPr>
              <a:xfrm>
                <a:off x="-1793500" y="2322875"/>
                <a:ext cx="31325" cy="28100"/>
              </a:xfrm>
              <a:custGeom>
                <a:rect b="b" l="l" r="r" t="t"/>
                <a:pathLst>
                  <a:path extrusionOk="0" h="1124" w="1253">
                    <a:moveTo>
                      <a:pt x="627" y="1"/>
                    </a:moveTo>
                    <a:cubicBezTo>
                      <a:pt x="471" y="1"/>
                      <a:pt x="316" y="65"/>
                      <a:pt x="205" y="191"/>
                    </a:cubicBezTo>
                    <a:cubicBezTo>
                      <a:pt x="1" y="425"/>
                      <a:pt x="23" y="779"/>
                      <a:pt x="257" y="984"/>
                    </a:cubicBezTo>
                    <a:cubicBezTo>
                      <a:pt x="363" y="1077"/>
                      <a:pt x="495" y="1123"/>
                      <a:pt x="626" y="1123"/>
                    </a:cubicBezTo>
                    <a:cubicBezTo>
                      <a:pt x="782" y="1123"/>
                      <a:pt x="937" y="1058"/>
                      <a:pt x="1048" y="932"/>
                    </a:cubicBezTo>
                    <a:cubicBezTo>
                      <a:pt x="1252" y="699"/>
                      <a:pt x="1230" y="345"/>
                      <a:pt x="997" y="140"/>
                    </a:cubicBezTo>
                    <a:cubicBezTo>
                      <a:pt x="890" y="46"/>
                      <a:pt x="759" y="1"/>
                      <a:pt x="6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7"/>
              <p:cNvSpPr/>
              <p:nvPr/>
            </p:nvSpPr>
            <p:spPr>
              <a:xfrm>
                <a:off x="-1912187" y="2313350"/>
                <a:ext cx="46925" cy="46925"/>
              </a:xfrm>
              <a:custGeom>
                <a:rect b="b" l="l" r="r" t="t"/>
                <a:pathLst>
                  <a:path extrusionOk="0" h="1877" w="1877">
                    <a:moveTo>
                      <a:pt x="938" y="1"/>
                    </a:moveTo>
                    <a:cubicBezTo>
                      <a:pt x="420" y="1"/>
                      <a:pt x="0" y="421"/>
                      <a:pt x="0" y="939"/>
                    </a:cubicBezTo>
                    <a:cubicBezTo>
                      <a:pt x="0" y="1457"/>
                      <a:pt x="420" y="1877"/>
                      <a:pt x="938" y="1877"/>
                    </a:cubicBezTo>
                    <a:cubicBezTo>
                      <a:pt x="1456" y="1877"/>
                      <a:pt x="1876" y="1457"/>
                      <a:pt x="1876" y="939"/>
                    </a:cubicBezTo>
                    <a:cubicBezTo>
                      <a:pt x="1876" y="421"/>
                      <a:pt x="1456" y="1"/>
                      <a:pt x="9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7"/>
              <p:cNvSpPr/>
              <p:nvPr/>
            </p:nvSpPr>
            <p:spPr>
              <a:xfrm>
                <a:off x="-1912800" y="2315500"/>
                <a:ext cx="46825" cy="42650"/>
              </a:xfrm>
              <a:custGeom>
                <a:rect b="b" l="l" r="r" t="t"/>
                <a:pathLst>
                  <a:path extrusionOk="0" h="1706" w="1873">
                    <a:moveTo>
                      <a:pt x="937" y="1"/>
                    </a:moveTo>
                    <a:cubicBezTo>
                      <a:pt x="718" y="1"/>
                      <a:pt x="500" y="84"/>
                      <a:pt x="334" y="250"/>
                    </a:cubicBezTo>
                    <a:cubicBezTo>
                      <a:pt x="1" y="583"/>
                      <a:pt x="1" y="1123"/>
                      <a:pt x="334" y="1456"/>
                    </a:cubicBezTo>
                    <a:cubicBezTo>
                      <a:pt x="500" y="1623"/>
                      <a:pt x="718" y="1706"/>
                      <a:pt x="937" y="1706"/>
                    </a:cubicBezTo>
                    <a:cubicBezTo>
                      <a:pt x="1155" y="1706"/>
                      <a:pt x="1373" y="1623"/>
                      <a:pt x="1539" y="1456"/>
                    </a:cubicBezTo>
                    <a:cubicBezTo>
                      <a:pt x="1873" y="1123"/>
                      <a:pt x="1873" y="583"/>
                      <a:pt x="1539" y="250"/>
                    </a:cubicBezTo>
                    <a:cubicBezTo>
                      <a:pt x="1373" y="84"/>
                      <a:pt x="1155" y="1"/>
                      <a:pt x="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7"/>
              <p:cNvSpPr/>
              <p:nvPr/>
            </p:nvSpPr>
            <p:spPr>
              <a:xfrm>
                <a:off x="-1899975" y="2326200"/>
                <a:ext cx="21225" cy="21225"/>
              </a:xfrm>
              <a:custGeom>
                <a:rect b="b" l="l" r="r" t="t"/>
                <a:pathLst>
                  <a:path extrusionOk="0" h="849" w="849">
                    <a:moveTo>
                      <a:pt x="425" y="1"/>
                    </a:moveTo>
                    <a:cubicBezTo>
                      <a:pt x="191" y="1"/>
                      <a:pt x="1" y="191"/>
                      <a:pt x="1" y="425"/>
                    </a:cubicBezTo>
                    <a:cubicBezTo>
                      <a:pt x="1" y="659"/>
                      <a:pt x="191" y="849"/>
                      <a:pt x="425" y="849"/>
                    </a:cubicBezTo>
                    <a:cubicBezTo>
                      <a:pt x="659" y="849"/>
                      <a:pt x="849" y="659"/>
                      <a:pt x="849" y="425"/>
                    </a:cubicBezTo>
                    <a:cubicBezTo>
                      <a:pt x="849" y="191"/>
                      <a:pt x="659" y="1"/>
                      <a:pt x="4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27" name="Google Shape;5327;p67"/>
          <p:cNvGrpSpPr/>
          <p:nvPr/>
        </p:nvGrpSpPr>
        <p:grpSpPr>
          <a:xfrm>
            <a:off x="8761391" y="64895"/>
            <a:ext cx="311019" cy="311110"/>
            <a:chOff x="5038846" y="235350"/>
            <a:chExt cx="158691" cy="158738"/>
          </a:xfrm>
        </p:grpSpPr>
        <p:sp>
          <p:nvSpPr>
            <p:cNvPr id="5328" name="Google Shape;5328;p67"/>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7"/>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0" name="Google Shape;5330;p67"/>
          <p:cNvGrpSpPr/>
          <p:nvPr/>
        </p:nvGrpSpPr>
        <p:grpSpPr>
          <a:xfrm>
            <a:off x="236541" y="3489520"/>
            <a:ext cx="311019" cy="311110"/>
            <a:chOff x="5038846" y="235350"/>
            <a:chExt cx="158691" cy="158738"/>
          </a:xfrm>
        </p:grpSpPr>
        <p:sp>
          <p:nvSpPr>
            <p:cNvPr id="5331" name="Google Shape;5331;p67"/>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7"/>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5333" name="Shape 5333"/>
        <p:cNvGrpSpPr/>
        <p:nvPr/>
      </p:nvGrpSpPr>
      <p:grpSpPr>
        <a:xfrm>
          <a:off x="0" y="0"/>
          <a:ext cx="0" cy="0"/>
          <a:chOff x="0" y="0"/>
          <a:chExt cx="0" cy="0"/>
        </a:xfrm>
      </p:grpSpPr>
      <p:grpSp>
        <p:nvGrpSpPr>
          <p:cNvPr id="5334" name="Google Shape;5334;p68"/>
          <p:cNvGrpSpPr/>
          <p:nvPr/>
        </p:nvGrpSpPr>
        <p:grpSpPr>
          <a:xfrm rot="466311">
            <a:off x="230813" y="3302416"/>
            <a:ext cx="337184" cy="1085941"/>
            <a:chOff x="-507662" y="283925"/>
            <a:chExt cx="249300" cy="802900"/>
          </a:xfrm>
        </p:grpSpPr>
        <p:sp>
          <p:nvSpPr>
            <p:cNvPr id="5335" name="Google Shape;5335;p68"/>
            <p:cNvSpPr/>
            <p:nvPr/>
          </p:nvSpPr>
          <p:spPr>
            <a:xfrm>
              <a:off x="-507662" y="283925"/>
              <a:ext cx="249300" cy="802900"/>
            </a:xfrm>
            <a:custGeom>
              <a:rect b="b" l="l" r="r" t="t"/>
              <a:pathLst>
                <a:path extrusionOk="0" h="32116" w="9972">
                  <a:moveTo>
                    <a:pt x="4820" y="1"/>
                  </a:moveTo>
                  <a:cubicBezTo>
                    <a:pt x="1333" y="1"/>
                    <a:pt x="220" y="2879"/>
                    <a:pt x="127" y="5466"/>
                  </a:cubicBezTo>
                  <a:cubicBezTo>
                    <a:pt x="45" y="5448"/>
                    <a:pt x="1" y="5439"/>
                    <a:pt x="1" y="5439"/>
                  </a:cubicBezTo>
                  <a:lnTo>
                    <a:pt x="0" y="6146"/>
                  </a:lnTo>
                  <a:cubicBezTo>
                    <a:pt x="0" y="6146"/>
                    <a:pt x="45" y="6157"/>
                    <a:pt x="135" y="6178"/>
                  </a:cubicBezTo>
                  <a:cubicBezTo>
                    <a:pt x="212" y="7236"/>
                    <a:pt x="628" y="8201"/>
                    <a:pt x="1276" y="8965"/>
                  </a:cubicBezTo>
                  <a:cubicBezTo>
                    <a:pt x="1273" y="8964"/>
                    <a:pt x="1272" y="8964"/>
                    <a:pt x="1272" y="8964"/>
                  </a:cubicBezTo>
                  <a:lnTo>
                    <a:pt x="1272" y="8964"/>
                  </a:lnTo>
                  <a:lnTo>
                    <a:pt x="1972" y="9757"/>
                  </a:lnTo>
                  <a:cubicBezTo>
                    <a:pt x="1985" y="9759"/>
                    <a:pt x="1998" y="9763"/>
                    <a:pt x="2013" y="9765"/>
                  </a:cubicBezTo>
                  <a:lnTo>
                    <a:pt x="1987" y="9765"/>
                  </a:lnTo>
                  <a:lnTo>
                    <a:pt x="2989" y="31481"/>
                  </a:lnTo>
                  <a:cubicBezTo>
                    <a:pt x="2989" y="31481"/>
                    <a:pt x="3673" y="32115"/>
                    <a:pt x="5032" y="32116"/>
                  </a:cubicBezTo>
                  <a:cubicBezTo>
                    <a:pt x="5034" y="32116"/>
                    <a:pt x="5035" y="32116"/>
                    <a:pt x="5036" y="32116"/>
                  </a:cubicBezTo>
                  <a:cubicBezTo>
                    <a:pt x="6471" y="32116"/>
                    <a:pt x="7092" y="31486"/>
                    <a:pt x="7092" y="31486"/>
                  </a:cubicBezTo>
                  <a:lnTo>
                    <a:pt x="8145" y="9772"/>
                  </a:lnTo>
                  <a:lnTo>
                    <a:pt x="8084" y="9772"/>
                  </a:lnTo>
                  <a:cubicBezTo>
                    <a:pt x="8114" y="9762"/>
                    <a:pt x="8129" y="9755"/>
                    <a:pt x="8129" y="9755"/>
                  </a:cubicBezTo>
                  <a:lnTo>
                    <a:pt x="8643" y="9035"/>
                  </a:lnTo>
                  <a:cubicBezTo>
                    <a:pt x="9322" y="8263"/>
                    <a:pt x="9763" y="7276"/>
                    <a:pt x="9844" y="6187"/>
                  </a:cubicBezTo>
                  <a:cubicBezTo>
                    <a:pt x="9928" y="6168"/>
                    <a:pt x="9971" y="6157"/>
                    <a:pt x="9971" y="6157"/>
                  </a:cubicBezTo>
                  <a:lnTo>
                    <a:pt x="9972" y="5450"/>
                  </a:lnTo>
                  <a:lnTo>
                    <a:pt x="9972" y="5450"/>
                  </a:lnTo>
                  <a:cubicBezTo>
                    <a:pt x="9972" y="5450"/>
                    <a:pt x="9930" y="5461"/>
                    <a:pt x="9851" y="5480"/>
                  </a:cubicBezTo>
                  <a:cubicBezTo>
                    <a:pt x="9738" y="2878"/>
                    <a:pt x="8299" y="43"/>
                    <a:pt x="4902" y="1"/>
                  </a:cubicBezTo>
                  <a:cubicBezTo>
                    <a:pt x="4875" y="1"/>
                    <a:pt x="4848" y="1"/>
                    <a:pt x="482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6" name="Google Shape;5336;p68"/>
            <p:cNvGrpSpPr/>
            <p:nvPr/>
          </p:nvGrpSpPr>
          <p:grpSpPr>
            <a:xfrm>
              <a:off x="-507662" y="283950"/>
              <a:ext cx="249300" cy="802850"/>
              <a:chOff x="-4628300" y="394775"/>
              <a:chExt cx="249300" cy="802850"/>
            </a:xfrm>
          </p:grpSpPr>
          <p:sp>
            <p:nvSpPr>
              <p:cNvPr id="5337" name="Google Shape;5337;p68"/>
              <p:cNvSpPr/>
              <p:nvPr/>
            </p:nvSpPr>
            <p:spPr>
              <a:xfrm>
                <a:off x="-4625325" y="394775"/>
                <a:ext cx="243575" cy="267125"/>
              </a:xfrm>
              <a:custGeom>
                <a:rect b="b" l="l" r="r" t="t"/>
                <a:pathLst>
                  <a:path extrusionOk="0" h="10685" w="9743">
                    <a:moveTo>
                      <a:pt x="4703" y="1"/>
                    </a:moveTo>
                    <a:cubicBezTo>
                      <a:pt x="1059" y="1"/>
                      <a:pt x="5" y="3143"/>
                      <a:pt x="2" y="5811"/>
                    </a:cubicBezTo>
                    <a:cubicBezTo>
                      <a:pt x="0" y="8499"/>
                      <a:pt x="2178" y="10682"/>
                      <a:pt x="4866" y="10685"/>
                    </a:cubicBezTo>
                    <a:cubicBezTo>
                      <a:pt x="4868" y="10685"/>
                      <a:pt x="4870" y="10685"/>
                      <a:pt x="4872" y="10685"/>
                    </a:cubicBezTo>
                    <a:cubicBezTo>
                      <a:pt x="7557" y="10685"/>
                      <a:pt x="9737" y="8508"/>
                      <a:pt x="9739" y="5822"/>
                    </a:cubicBezTo>
                    <a:cubicBezTo>
                      <a:pt x="9742" y="3133"/>
                      <a:pt x="8329" y="45"/>
                      <a:pt x="4783" y="1"/>
                    </a:cubicBezTo>
                    <a:cubicBezTo>
                      <a:pt x="4757" y="1"/>
                      <a:pt x="4730" y="1"/>
                      <a:pt x="4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8"/>
              <p:cNvSpPr/>
              <p:nvPr/>
            </p:nvSpPr>
            <p:spPr>
              <a:xfrm>
                <a:off x="-4578650" y="638800"/>
                <a:ext cx="153925" cy="558825"/>
              </a:xfrm>
              <a:custGeom>
                <a:rect b="b" l="l" r="r" t="t"/>
                <a:pathLst>
                  <a:path extrusionOk="0" h="22353" w="6157">
                    <a:moveTo>
                      <a:pt x="0" y="1"/>
                    </a:moveTo>
                    <a:lnTo>
                      <a:pt x="1002" y="21718"/>
                    </a:lnTo>
                    <a:cubicBezTo>
                      <a:pt x="1002" y="21718"/>
                      <a:pt x="1685" y="22352"/>
                      <a:pt x="3045" y="22353"/>
                    </a:cubicBezTo>
                    <a:cubicBezTo>
                      <a:pt x="3049" y="22353"/>
                      <a:pt x="3052" y="22353"/>
                      <a:pt x="3056" y="22353"/>
                    </a:cubicBezTo>
                    <a:cubicBezTo>
                      <a:pt x="4485" y="22353"/>
                      <a:pt x="5105" y="21723"/>
                      <a:pt x="5105" y="21723"/>
                    </a:cubicBezTo>
                    <a:lnTo>
                      <a:pt x="6157" y="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8"/>
              <p:cNvSpPr/>
              <p:nvPr/>
            </p:nvSpPr>
            <p:spPr>
              <a:xfrm>
                <a:off x="-4596525" y="618825"/>
                <a:ext cx="184925" cy="29825"/>
              </a:xfrm>
              <a:custGeom>
                <a:rect b="b" l="l" r="r" t="t"/>
                <a:pathLst>
                  <a:path extrusionOk="0" h="1193" w="7397">
                    <a:moveTo>
                      <a:pt x="1" y="0"/>
                    </a:moveTo>
                    <a:lnTo>
                      <a:pt x="701" y="793"/>
                    </a:lnTo>
                    <a:cubicBezTo>
                      <a:pt x="1992" y="1092"/>
                      <a:pt x="3106" y="1192"/>
                      <a:pt x="4019" y="1192"/>
                    </a:cubicBezTo>
                    <a:cubicBezTo>
                      <a:pt x="5843" y="1192"/>
                      <a:pt x="6857" y="793"/>
                      <a:pt x="6857" y="793"/>
                    </a:cubicBezTo>
                    <a:lnTo>
                      <a:pt x="7396" y="38"/>
                    </a:lnTo>
                    <a:lnTo>
                      <a:pt x="7396" y="38"/>
                    </a:lnTo>
                    <a:cubicBezTo>
                      <a:pt x="5867" y="370"/>
                      <a:pt x="4550" y="482"/>
                      <a:pt x="3469" y="482"/>
                    </a:cubicBezTo>
                    <a:cubicBezTo>
                      <a:pt x="1227" y="482"/>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8"/>
              <p:cNvSpPr/>
              <p:nvPr/>
            </p:nvSpPr>
            <p:spPr>
              <a:xfrm>
                <a:off x="-4628300" y="530675"/>
                <a:ext cx="249300" cy="29925"/>
              </a:xfrm>
              <a:custGeom>
                <a:rect b="b" l="l" r="r" t="t"/>
                <a:pathLst>
                  <a:path extrusionOk="0" h="1197" w="9972">
                    <a:moveTo>
                      <a:pt x="1" y="1"/>
                    </a:moveTo>
                    <a:lnTo>
                      <a:pt x="0" y="708"/>
                    </a:lnTo>
                    <a:cubicBezTo>
                      <a:pt x="0" y="708"/>
                      <a:pt x="1837" y="1193"/>
                      <a:pt x="4994" y="1197"/>
                    </a:cubicBezTo>
                    <a:cubicBezTo>
                      <a:pt x="5001" y="1197"/>
                      <a:pt x="5007" y="1197"/>
                      <a:pt x="5014" y="1197"/>
                    </a:cubicBezTo>
                    <a:cubicBezTo>
                      <a:pt x="8066" y="1197"/>
                      <a:pt x="9971" y="719"/>
                      <a:pt x="9971" y="719"/>
                    </a:cubicBezTo>
                    <a:lnTo>
                      <a:pt x="9972" y="12"/>
                    </a:lnTo>
                    <a:lnTo>
                      <a:pt x="9972" y="12"/>
                    </a:lnTo>
                    <a:cubicBezTo>
                      <a:pt x="9971" y="12"/>
                      <a:pt x="8240" y="490"/>
                      <a:pt x="5054" y="490"/>
                    </a:cubicBezTo>
                    <a:cubicBezTo>
                      <a:pt x="5040" y="490"/>
                      <a:pt x="5027" y="490"/>
                      <a:pt x="5013" y="490"/>
                    </a:cubicBezTo>
                    <a:cubicBezTo>
                      <a:pt x="2056" y="48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8"/>
              <p:cNvSpPr/>
              <p:nvPr/>
            </p:nvSpPr>
            <p:spPr>
              <a:xfrm>
                <a:off x="-4517700" y="824050"/>
                <a:ext cx="33375" cy="120300"/>
              </a:xfrm>
              <a:custGeom>
                <a:rect b="b" l="l" r="r" t="t"/>
                <a:pathLst>
                  <a:path extrusionOk="0" h="4812" w="1335">
                    <a:moveTo>
                      <a:pt x="630" y="0"/>
                    </a:moveTo>
                    <a:cubicBezTo>
                      <a:pt x="283" y="0"/>
                      <a:pt x="1" y="285"/>
                      <a:pt x="8" y="632"/>
                    </a:cubicBezTo>
                    <a:lnTo>
                      <a:pt x="76" y="4201"/>
                    </a:lnTo>
                    <a:cubicBezTo>
                      <a:pt x="82" y="4515"/>
                      <a:pt x="321" y="4776"/>
                      <a:pt x="633" y="4808"/>
                    </a:cubicBezTo>
                    <a:cubicBezTo>
                      <a:pt x="655" y="4810"/>
                      <a:pt x="677" y="4811"/>
                      <a:pt x="699" y="4811"/>
                    </a:cubicBezTo>
                    <a:cubicBezTo>
                      <a:pt x="1037" y="4811"/>
                      <a:pt x="1319" y="4538"/>
                      <a:pt x="1319" y="4193"/>
                    </a:cubicBezTo>
                    <a:lnTo>
                      <a:pt x="1334" y="627"/>
                    </a:lnTo>
                    <a:cubicBezTo>
                      <a:pt x="1335" y="292"/>
                      <a:pt x="1069" y="15"/>
                      <a:pt x="733" y="4"/>
                    </a:cubicBezTo>
                    <a:lnTo>
                      <a:pt x="651" y="1"/>
                    </a:lnTo>
                    <a:cubicBezTo>
                      <a:pt x="644" y="0"/>
                      <a:pt x="637"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8"/>
              <p:cNvSpPr/>
              <p:nvPr/>
            </p:nvSpPr>
            <p:spPr>
              <a:xfrm>
                <a:off x="-4512225" y="910675"/>
                <a:ext cx="23325" cy="18250"/>
              </a:xfrm>
              <a:custGeom>
                <a:rect b="b" l="l" r="r" t="t"/>
                <a:pathLst>
                  <a:path extrusionOk="0" h="730" w="933">
                    <a:moveTo>
                      <a:pt x="0" y="0"/>
                    </a:moveTo>
                    <a:lnTo>
                      <a:pt x="28" y="693"/>
                    </a:lnTo>
                    <a:lnTo>
                      <a:pt x="922" y="730"/>
                    </a:lnTo>
                    <a:lnTo>
                      <a:pt x="932"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43" name="Google Shape;5343;p68"/>
          <p:cNvGrpSpPr/>
          <p:nvPr/>
        </p:nvGrpSpPr>
        <p:grpSpPr>
          <a:xfrm rot="-626127">
            <a:off x="8261696" y="267916"/>
            <a:ext cx="597565" cy="732253"/>
            <a:chOff x="-476487" y="1228650"/>
            <a:chExt cx="263475" cy="322875"/>
          </a:xfrm>
        </p:grpSpPr>
        <p:sp>
          <p:nvSpPr>
            <p:cNvPr id="5344" name="Google Shape;5344;p68"/>
            <p:cNvSpPr/>
            <p:nvPr/>
          </p:nvSpPr>
          <p:spPr>
            <a:xfrm>
              <a:off x="-476487" y="1228650"/>
              <a:ext cx="263475" cy="322875"/>
            </a:xfrm>
            <a:custGeom>
              <a:rect b="b" l="l" r="r" t="t"/>
              <a:pathLst>
                <a:path extrusionOk="0" h="12915" w="10539">
                  <a:moveTo>
                    <a:pt x="1124" y="0"/>
                  </a:moveTo>
                  <a:lnTo>
                    <a:pt x="1" y="12848"/>
                  </a:lnTo>
                  <a:lnTo>
                    <a:pt x="8339" y="12900"/>
                  </a:lnTo>
                  <a:lnTo>
                    <a:pt x="10538" y="12915"/>
                  </a:lnTo>
                  <a:lnTo>
                    <a:pt x="10124" y="222"/>
                  </a:lnTo>
                  <a:lnTo>
                    <a:pt x="8471" y="182"/>
                  </a:lnTo>
                  <a:lnTo>
                    <a:pt x="1124"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5" name="Google Shape;5345;p68"/>
            <p:cNvGrpSpPr/>
            <p:nvPr/>
          </p:nvGrpSpPr>
          <p:grpSpPr>
            <a:xfrm>
              <a:off x="-476487" y="1228650"/>
              <a:ext cx="263475" cy="322875"/>
              <a:chOff x="-4190125" y="677000"/>
              <a:chExt cx="263475" cy="322875"/>
            </a:xfrm>
          </p:grpSpPr>
          <p:sp>
            <p:nvSpPr>
              <p:cNvPr id="5346" name="Google Shape;5346;p68"/>
              <p:cNvSpPr/>
              <p:nvPr/>
            </p:nvSpPr>
            <p:spPr>
              <a:xfrm>
                <a:off x="-4190125" y="677000"/>
                <a:ext cx="263475" cy="322875"/>
              </a:xfrm>
              <a:custGeom>
                <a:rect b="b" l="l" r="r" t="t"/>
                <a:pathLst>
                  <a:path extrusionOk="0" h="12915" w="10539">
                    <a:moveTo>
                      <a:pt x="1124" y="0"/>
                    </a:moveTo>
                    <a:lnTo>
                      <a:pt x="1" y="12848"/>
                    </a:lnTo>
                    <a:lnTo>
                      <a:pt x="8339" y="12900"/>
                    </a:lnTo>
                    <a:lnTo>
                      <a:pt x="10538" y="12915"/>
                    </a:lnTo>
                    <a:lnTo>
                      <a:pt x="10124" y="222"/>
                    </a:lnTo>
                    <a:lnTo>
                      <a:pt x="8471" y="183"/>
                    </a:lnTo>
                    <a:lnTo>
                      <a:pt x="11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8"/>
              <p:cNvSpPr/>
              <p:nvPr/>
            </p:nvSpPr>
            <p:spPr>
              <a:xfrm>
                <a:off x="-3981650" y="681550"/>
                <a:ext cx="55000" cy="318325"/>
              </a:xfrm>
              <a:custGeom>
                <a:rect b="b" l="l" r="r" t="t"/>
                <a:pathLst>
                  <a:path extrusionOk="0" h="12733" w="2200">
                    <a:moveTo>
                      <a:pt x="132" y="1"/>
                    </a:moveTo>
                    <a:lnTo>
                      <a:pt x="0" y="12718"/>
                    </a:lnTo>
                    <a:lnTo>
                      <a:pt x="2199" y="12733"/>
                    </a:lnTo>
                    <a:lnTo>
                      <a:pt x="1785" y="40"/>
                    </a:lnTo>
                    <a:lnTo>
                      <a:pt x="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8"/>
              <p:cNvSpPr/>
              <p:nvPr/>
            </p:nvSpPr>
            <p:spPr>
              <a:xfrm>
                <a:off x="-4130225" y="705650"/>
                <a:ext cx="97075" cy="90600"/>
              </a:xfrm>
              <a:custGeom>
                <a:rect b="b" l="l" r="r" t="t"/>
                <a:pathLst>
                  <a:path extrusionOk="0" h="3624" w="3883">
                    <a:moveTo>
                      <a:pt x="1944" y="1"/>
                    </a:moveTo>
                    <a:cubicBezTo>
                      <a:pt x="1853" y="1"/>
                      <a:pt x="1761" y="7"/>
                      <a:pt x="1669" y="21"/>
                    </a:cubicBezTo>
                    <a:cubicBezTo>
                      <a:pt x="679" y="172"/>
                      <a:pt x="0" y="1096"/>
                      <a:pt x="151" y="2084"/>
                    </a:cubicBezTo>
                    <a:cubicBezTo>
                      <a:pt x="287" y="2982"/>
                      <a:pt x="1060" y="3623"/>
                      <a:pt x="1940" y="3623"/>
                    </a:cubicBezTo>
                    <a:cubicBezTo>
                      <a:pt x="2030" y="3623"/>
                      <a:pt x="2122" y="3617"/>
                      <a:pt x="2215" y="3603"/>
                    </a:cubicBezTo>
                    <a:cubicBezTo>
                      <a:pt x="3203" y="3452"/>
                      <a:pt x="3882" y="2527"/>
                      <a:pt x="3732" y="1539"/>
                    </a:cubicBezTo>
                    <a:cubicBezTo>
                      <a:pt x="3595" y="642"/>
                      <a:pt x="2823" y="1"/>
                      <a:pt x="1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8"/>
              <p:cNvSpPr/>
              <p:nvPr/>
            </p:nvSpPr>
            <p:spPr>
              <a:xfrm>
                <a:off x="-4100850" y="732800"/>
                <a:ext cx="38350" cy="36275"/>
              </a:xfrm>
              <a:custGeom>
                <a:rect b="b" l="l" r="r" t="t"/>
                <a:pathLst>
                  <a:path extrusionOk="0" h="1451" w="1534">
                    <a:moveTo>
                      <a:pt x="765" y="1"/>
                    </a:moveTo>
                    <a:cubicBezTo>
                      <a:pt x="402" y="1"/>
                      <a:pt x="90" y="272"/>
                      <a:pt x="47" y="641"/>
                    </a:cubicBezTo>
                    <a:cubicBezTo>
                      <a:pt x="1" y="1039"/>
                      <a:pt x="285" y="1399"/>
                      <a:pt x="683" y="1445"/>
                    </a:cubicBezTo>
                    <a:cubicBezTo>
                      <a:pt x="711" y="1449"/>
                      <a:pt x="740" y="1450"/>
                      <a:pt x="768" y="1450"/>
                    </a:cubicBezTo>
                    <a:cubicBezTo>
                      <a:pt x="1130" y="1450"/>
                      <a:pt x="1443" y="1178"/>
                      <a:pt x="1487" y="810"/>
                    </a:cubicBezTo>
                    <a:cubicBezTo>
                      <a:pt x="1533" y="412"/>
                      <a:pt x="1247" y="52"/>
                      <a:pt x="850" y="6"/>
                    </a:cubicBezTo>
                    <a:cubicBezTo>
                      <a:pt x="821" y="2"/>
                      <a:pt x="793"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8"/>
              <p:cNvSpPr/>
              <p:nvPr/>
            </p:nvSpPr>
            <p:spPr>
              <a:xfrm>
                <a:off x="-4155525" y="827725"/>
                <a:ext cx="133525" cy="126375"/>
              </a:xfrm>
              <a:custGeom>
                <a:rect b="b" l="l" r="r" t="t"/>
                <a:pathLst>
                  <a:path extrusionOk="0" h="5055" w="5341">
                    <a:moveTo>
                      <a:pt x="2668" y="1"/>
                    </a:moveTo>
                    <a:cubicBezTo>
                      <a:pt x="1402" y="1"/>
                      <a:pt x="309" y="950"/>
                      <a:pt x="161" y="2237"/>
                    </a:cubicBezTo>
                    <a:cubicBezTo>
                      <a:pt x="1" y="3623"/>
                      <a:pt x="993" y="4875"/>
                      <a:pt x="2379" y="5037"/>
                    </a:cubicBezTo>
                    <a:cubicBezTo>
                      <a:pt x="2478" y="5049"/>
                      <a:pt x="2575" y="5054"/>
                      <a:pt x="2672" y="5054"/>
                    </a:cubicBezTo>
                    <a:cubicBezTo>
                      <a:pt x="3937" y="5054"/>
                      <a:pt x="5030" y="4105"/>
                      <a:pt x="5179" y="2819"/>
                    </a:cubicBezTo>
                    <a:cubicBezTo>
                      <a:pt x="5340" y="1433"/>
                      <a:pt x="4346" y="179"/>
                      <a:pt x="2960" y="18"/>
                    </a:cubicBezTo>
                    <a:cubicBezTo>
                      <a:pt x="2862" y="6"/>
                      <a:pt x="2764" y="1"/>
                      <a:pt x="2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8"/>
              <p:cNvSpPr/>
              <p:nvPr/>
            </p:nvSpPr>
            <p:spPr>
              <a:xfrm>
                <a:off x="-4116600" y="864625"/>
                <a:ext cx="55600" cy="52625"/>
              </a:xfrm>
              <a:custGeom>
                <a:rect b="b" l="l" r="r" t="t"/>
                <a:pathLst>
                  <a:path extrusionOk="0" h="2105" w="2224">
                    <a:moveTo>
                      <a:pt x="1111" y="0"/>
                    </a:moveTo>
                    <a:cubicBezTo>
                      <a:pt x="584" y="0"/>
                      <a:pt x="130" y="394"/>
                      <a:pt x="68" y="931"/>
                    </a:cubicBezTo>
                    <a:cubicBezTo>
                      <a:pt x="1" y="1508"/>
                      <a:pt x="415" y="2030"/>
                      <a:pt x="991" y="2097"/>
                    </a:cubicBezTo>
                    <a:cubicBezTo>
                      <a:pt x="1032" y="2102"/>
                      <a:pt x="1073" y="2104"/>
                      <a:pt x="1113" y="2104"/>
                    </a:cubicBezTo>
                    <a:cubicBezTo>
                      <a:pt x="1640" y="2104"/>
                      <a:pt x="2095" y="1709"/>
                      <a:pt x="2158" y="1173"/>
                    </a:cubicBezTo>
                    <a:cubicBezTo>
                      <a:pt x="2224" y="596"/>
                      <a:pt x="1810" y="74"/>
                      <a:pt x="1234" y="7"/>
                    </a:cubicBezTo>
                    <a:cubicBezTo>
                      <a:pt x="1193" y="2"/>
                      <a:pt x="1152"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8"/>
              <p:cNvSpPr/>
              <p:nvPr/>
            </p:nvSpPr>
            <p:spPr>
              <a:xfrm>
                <a:off x="-3999000" y="687450"/>
                <a:ext cx="11200" cy="10600"/>
              </a:xfrm>
              <a:custGeom>
                <a:rect b="b" l="l" r="r" t="t"/>
                <a:pathLst>
                  <a:path extrusionOk="0" h="424" w="448">
                    <a:moveTo>
                      <a:pt x="224" y="1"/>
                    </a:moveTo>
                    <a:cubicBezTo>
                      <a:pt x="118" y="1"/>
                      <a:pt x="26" y="80"/>
                      <a:pt x="14" y="188"/>
                    </a:cubicBezTo>
                    <a:cubicBezTo>
                      <a:pt x="1" y="304"/>
                      <a:pt x="83" y="408"/>
                      <a:pt x="200" y="422"/>
                    </a:cubicBezTo>
                    <a:cubicBezTo>
                      <a:pt x="208" y="423"/>
                      <a:pt x="216" y="424"/>
                      <a:pt x="225" y="424"/>
                    </a:cubicBezTo>
                    <a:cubicBezTo>
                      <a:pt x="330" y="424"/>
                      <a:pt x="422" y="345"/>
                      <a:pt x="434" y="237"/>
                    </a:cubicBezTo>
                    <a:cubicBezTo>
                      <a:pt x="448" y="121"/>
                      <a:pt x="365" y="16"/>
                      <a:pt x="248" y="2"/>
                    </a:cubicBezTo>
                    <a:cubicBezTo>
                      <a:pt x="240" y="1"/>
                      <a:pt x="232"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8"/>
              <p:cNvSpPr/>
              <p:nvPr/>
            </p:nvSpPr>
            <p:spPr>
              <a:xfrm>
                <a:off x="-4158425" y="683025"/>
                <a:ext cx="11175" cy="10625"/>
              </a:xfrm>
              <a:custGeom>
                <a:rect b="b" l="l" r="r" t="t"/>
                <a:pathLst>
                  <a:path extrusionOk="0" h="425" w="447">
                    <a:moveTo>
                      <a:pt x="225" y="1"/>
                    </a:moveTo>
                    <a:cubicBezTo>
                      <a:pt x="119" y="1"/>
                      <a:pt x="27" y="80"/>
                      <a:pt x="14" y="188"/>
                    </a:cubicBezTo>
                    <a:cubicBezTo>
                      <a:pt x="0" y="304"/>
                      <a:pt x="83" y="408"/>
                      <a:pt x="199" y="423"/>
                    </a:cubicBezTo>
                    <a:cubicBezTo>
                      <a:pt x="207" y="424"/>
                      <a:pt x="215" y="424"/>
                      <a:pt x="222" y="424"/>
                    </a:cubicBezTo>
                    <a:cubicBezTo>
                      <a:pt x="328" y="424"/>
                      <a:pt x="421" y="345"/>
                      <a:pt x="434" y="237"/>
                    </a:cubicBezTo>
                    <a:cubicBezTo>
                      <a:pt x="447" y="120"/>
                      <a:pt x="364" y="16"/>
                      <a:pt x="248" y="2"/>
                    </a:cubicBezTo>
                    <a:cubicBezTo>
                      <a:pt x="240" y="1"/>
                      <a:pt x="232"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8"/>
              <p:cNvSpPr/>
              <p:nvPr/>
            </p:nvSpPr>
            <p:spPr>
              <a:xfrm>
                <a:off x="-4183975" y="979075"/>
                <a:ext cx="11200" cy="10625"/>
              </a:xfrm>
              <a:custGeom>
                <a:rect b="b" l="l" r="r" t="t"/>
                <a:pathLst>
                  <a:path extrusionOk="0" h="425" w="448">
                    <a:moveTo>
                      <a:pt x="225" y="1"/>
                    </a:moveTo>
                    <a:cubicBezTo>
                      <a:pt x="118" y="1"/>
                      <a:pt x="25" y="80"/>
                      <a:pt x="14" y="188"/>
                    </a:cubicBezTo>
                    <a:cubicBezTo>
                      <a:pt x="0" y="304"/>
                      <a:pt x="83" y="409"/>
                      <a:pt x="200" y="423"/>
                    </a:cubicBezTo>
                    <a:cubicBezTo>
                      <a:pt x="207" y="424"/>
                      <a:pt x="215" y="424"/>
                      <a:pt x="223" y="424"/>
                    </a:cubicBezTo>
                    <a:cubicBezTo>
                      <a:pt x="329" y="424"/>
                      <a:pt x="421" y="345"/>
                      <a:pt x="434" y="237"/>
                    </a:cubicBezTo>
                    <a:cubicBezTo>
                      <a:pt x="447" y="121"/>
                      <a:pt x="365" y="16"/>
                      <a:pt x="248" y="2"/>
                    </a:cubicBezTo>
                    <a:cubicBezTo>
                      <a:pt x="240" y="1"/>
                      <a:pt x="233"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8"/>
              <p:cNvSpPr/>
              <p:nvPr/>
            </p:nvSpPr>
            <p:spPr>
              <a:xfrm>
                <a:off x="-4000300" y="980975"/>
                <a:ext cx="11200" cy="10600"/>
              </a:xfrm>
              <a:custGeom>
                <a:rect b="b" l="l" r="r" t="t"/>
                <a:pathLst>
                  <a:path extrusionOk="0" h="424" w="448">
                    <a:moveTo>
                      <a:pt x="222" y="1"/>
                    </a:moveTo>
                    <a:cubicBezTo>
                      <a:pt x="115" y="1"/>
                      <a:pt x="25" y="81"/>
                      <a:pt x="14" y="188"/>
                    </a:cubicBezTo>
                    <a:cubicBezTo>
                      <a:pt x="0" y="305"/>
                      <a:pt x="83" y="409"/>
                      <a:pt x="199" y="422"/>
                    </a:cubicBezTo>
                    <a:cubicBezTo>
                      <a:pt x="208" y="423"/>
                      <a:pt x="216" y="424"/>
                      <a:pt x="224" y="424"/>
                    </a:cubicBezTo>
                    <a:cubicBezTo>
                      <a:pt x="329" y="424"/>
                      <a:pt x="420" y="345"/>
                      <a:pt x="434" y="237"/>
                    </a:cubicBezTo>
                    <a:cubicBezTo>
                      <a:pt x="447" y="121"/>
                      <a:pt x="363" y="17"/>
                      <a:pt x="248" y="2"/>
                    </a:cubicBezTo>
                    <a:cubicBezTo>
                      <a:pt x="239" y="1"/>
                      <a:pt x="230" y="1"/>
                      <a:pt x="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56" name="Google Shape;5356;p68"/>
          <p:cNvGrpSpPr/>
          <p:nvPr/>
        </p:nvGrpSpPr>
        <p:grpSpPr>
          <a:xfrm rot="1058670">
            <a:off x="8318232" y="4217702"/>
            <a:ext cx="659915" cy="714593"/>
            <a:chOff x="-2686850" y="3696525"/>
            <a:chExt cx="332050" cy="359563"/>
          </a:xfrm>
        </p:grpSpPr>
        <p:sp>
          <p:nvSpPr>
            <p:cNvPr id="5357" name="Google Shape;5357;p68"/>
            <p:cNvSpPr/>
            <p:nvPr/>
          </p:nvSpPr>
          <p:spPr>
            <a:xfrm>
              <a:off x="-2686850" y="3696525"/>
              <a:ext cx="332050" cy="359525"/>
            </a:xfrm>
            <a:custGeom>
              <a:rect b="b" l="l" r="r" t="t"/>
              <a:pathLst>
                <a:path extrusionOk="0" h="14381" w="13282">
                  <a:moveTo>
                    <a:pt x="12504" y="10802"/>
                  </a:moveTo>
                  <a:lnTo>
                    <a:pt x="12497" y="10829"/>
                  </a:lnTo>
                  <a:lnTo>
                    <a:pt x="12497" y="10806"/>
                  </a:lnTo>
                  <a:lnTo>
                    <a:pt x="12504" y="10802"/>
                  </a:lnTo>
                  <a:close/>
                  <a:moveTo>
                    <a:pt x="6678" y="1"/>
                  </a:moveTo>
                  <a:cubicBezTo>
                    <a:pt x="4442" y="1"/>
                    <a:pt x="2280" y="1136"/>
                    <a:pt x="1036" y="2962"/>
                  </a:cubicBezTo>
                  <a:cubicBezTo>
                    <a:pt x="902" y="3158"/>
                    <a:pt x="912" y="3410"/>
                    <a:pt x="1042" y="3594"/>
                  </a:cubicBezTo>
                  <a:cubicBezTo>
                    <a:pt x="505" y="4550"/>
                    <a:pt x="247" y="5625"/>
                    <a:pt x="300" y="6729"/>
                  </a:cubicBezTo>
                  <a:cubicBezTo>
                    <a:pt x="352" y="7770"/>
                    <a:pt x="675" y="10117"/>
                    <a:pt x="739" y="10573"/>
                  </a:cubicBezTo>
                  <a:lnTo>
                    <a:pt x="739" y="10663"/>
                  </a:lnTo>
                  <a:lnTo>
                    <a:pt x="256" y="8957"/>
                  </a:lnTo>
                  <a:cubicBezTo>
                    <a:pt x="241" y="8903"/>
                    <a:pt x="192" y="8868"/>
                    <a:pt x="138" y="8868"/>
                  </a:cubicBezTo>
                  <a:cubicBezTo>
                    <a:pt x="126" y="8868"/>
                    <a:pt x="115" y="8869"/>
                    <a:pt x="103" y="8873"/>
                  </a:cubicBezTo>
                  <a:cubicBezTo>
                    <a:pt x="37" y="8890"/>
                    <a:pt x="0" y="8958"/>
                    <a:pt x="19" y="9024"/>
                  </a:cubicBezTo>
                  <a:lnTo>
                    <a:pt x="738" y="11566"/>
                  </a:lnTo>
                  <a:lnTo>
                    <a:pt x="738" y="12528"/>
                  </a:lnTo>
                  <a:lnTo>
                    <a:pt x="738" y="13556"/>
                  </a:lnTo>
                  <a:lnTo>
                    <a:pt x="738" y="13808"/>
                  </a:lnTo>
                  <a:lnTo>
                    <a:pt x="1665" y="13808"/>
                  </a:lnTo>
                  <a:lnTo>
                    <a:pt x="1665" y="14373"/>
                  </a:lnTo>
                  <a:lnTo>
                    <a:pt x="1947" y="14373"/>
                  </a:lnTo>
                  <a:lnTo>
                    <a:pt x="1947" y="14380"/>
                  </a:lnTo>
                  <a:lnTo>
                    <a:pt x="2635" y="14380"/>
                  </a:lnTo>
                  <a:lnTo>
                    <a:pt x="2635" y="14369"/>
                  </a:lnTo>
                  <a:cubicBezTo>
                    <a:pt x="3018" y="14307"/>
                    <a:pt x="3314" y="13987"/>
                    <a:pt x="3411" y="13555"/>
                  </a:cubicBezTo>
                  <a:cubicBezTo>
                    <a:pt x="3433" y="13457"/>
                    <a:pt x="3446" y="13353"/>
                    <a:pt x="3446" y="13245"/>
                  </a:cubicBezTo>
                  <a:lnTo>
                    <a:pt x="3446" y="12527"/>
                  </a:lnTo>
                  <a:lnTo>
                    <a:pt x="3446" y="11097"/>
                  </a:lnTo>
                  <a:cubicBezTo>
                    <a:pt x="3446" y="10515"/>
                    <a:pt x="3105" y="10039"/>
                    <a:pt x="2635" y="9961"/>
                  </a:cubicBezTo>
                  <a:lnTo>
                    <a:pt x="2635" y="9948"/>
                  </a:lnTo>
                  <a:lnTo>
                    <a:pt x="1985" y="9948"/>
                  </a:lnTo>
                  <a:lnTo>
                    <a:pt x="1985" y="9942"/>
                  </a:lnTo>
                  <a:lnTo>
                    <a:pt x="1665" y="9942"/>
                  </a:lnTo>
                  <a:lnTo>
                    <a:pt x="1665" y="10506"/>
                  </a:lnTo>
                  <a:lnTo>
                    <a:pt x="1165" y="10506"/>
                  </a:lnTo>
                  <a:cubicBezTo>
                    <a:pt x="1100" y="10047"/>
                    <a:pt x="780" y="7711"/>
                    <a:pt x="731" y="6704"/>
                  </a:cubicBezTo>
                  <a:cubicBezTo>
                    <a:pt x="680" y="5690"/>
                    <a:pt x="918" y="4700"/>
                    <a:pt x="1409" y="3819"/>
                  </a:cubicBezTo>
                  <a:cubicBezTo>
                    <a:pt x="1438" y="3823"/>
                    <a:pt x="1466" y="3825"/>
                    <a:pt x="1494" y="3825"/>
                  </a:cubicBezTo>
                  <a:cubicBezTo>
                    <a:pt x="1671" y="3825"/>
                    <a:pt x="1845" y="3741"/>
                    <a:pt x="1952" y="3583"/>
                  </a:cubicBezTo>
                  <a:cubicBezTo>
                    <a:pt x="2992" y="2056"/>
                    <a:pt x="4803" y="1106"/>
                    <a:pt x="6678" y="1106"/>
                  </a:cubicBezTo>
                  <a:cubicBezTo>
                    <a:pt x="8431" y="1106"/>
                    <a:pt x="10117" y="1922"/>
                    <a:pt x="11187" y="3286"/>
                  </a:cubicBezTo>
                  <a:cubicBezTo>
                    <a:pt x="11297" y="3426"/>
                    <a:pt x="11458" y="3497"/>
                    <a:pt x="11621" y="3497"/>
                  </a:cubicBezTo>
                  <a:cubicBezTo>
                    <a:pt x="11663" y="3497"/>
                    <a:pt x="11704" y="3493"/>
                    <a:pt x="11744" y="3484"/>
                  </a:cubicBezTo>
                  <a:cubicBezTo>
                    <a:pt x="12373" y="4446"/>
                    <a:pt x="12682" y="5559"/>
                    <a:pt x="12626" y="6704"/>
                  </a:cubicBezTo>
                  <a:cubicBezTo>
                    <a:pt x="12576" y="7711"/>
                    <a:pt x="12255" y="10047"/>
                    <a:pt x="12191" y="10506"/>
                  </a:cubicBezTo>
                  <a:lnTo>
                    <a:pt x="11569" y="10506"/>
                  </a:lnTo>
                  <a:lnTo>
                    <a:pt x="11569" y="9942"/>
                  </a:lnTo>
                  <a:lnTo>
                    <a:pt x="11249" y="9942"/>
                  </a:lnTo>
                  <a:lnTo>
                    <a:pt x="11249" y="9948"/>
                  </a:lnTo>
                  <a:lnTo>
                    <a:pt x="10602" y="9948"/>
                  </a:lnTo>
                  <a:lnTo>
                    <a:pt x="10602" y="9961"/>
                  </a:lnTo>
                  <a:cubicBezTo>
                    <a:pt x="10130" y="10039"/>
                    <a:pt x="9790" y="10515"/>
                    <a:pt x="9790" y="11097"/>
                  </a:cubicBezTo>
                  <a:lnTo>
                    <a:pt x="9790" y="12526"/>
                  </a:lnTo>
                  <a:lnTo>
                    <a:pt x="9790" y="13244"/>
                  </a:lnTo>
                  <a:cubicBezTo>
                    <a:pt x="9790" y="13353"/>
                    <a:pt x="9803" y="13456"/>
                    <a:pt x="9825" y="13554"/>
                  </a:cubicBezTo>
                  <a:cubicBezTo>
                    <a:pt x="9922" y="13984"/>
                    <a:pt x="10218" y="14306"/>
                    <a:pt x="10602" y="14368"/>
                  </a:cubicBezTo>
                  <a:lnTo>
                    <a:pt x="10602" y="14379"/>
                  </a:lnTo>
                  <a:lnTo>
                    <a:pt x="11289" y="14379"/>
                  </a:lnTo>
                  <a:lnTo>
                    <a:pt x="11289" y="14371"/>
                  </a:lnTo>
                  <a:lnTo>
                    <a:pt x="11572" y="14371"/>
                  </a:lnTo>
                  <a:lnTo>
                    <a:pt x="11572" y="13807"/>
                  </a:lnTo>
                  <a:lnTo>
                    <a:pt x="12498" y="13807"/>
                  </a:lnTo>
                  <a:lnTo>
                    <a:pt x="12498" y="13555"/>
                  </a:lnTo>
                  <a:lnTo>
                    <a:pt x="12498" y="12527"/>
                  </a:lnTo>
                  <a:lnTo>
                    <a:pt x="12498" y="11733"/>
                  </a:lnTo>
                  <a:lnTo>
                    <a:pt x="13265" y="9024"/>
                  </a:lnTo>
                  <a:cubicBezTo>
                    <a:pt x="13282" y="8957"/>
                    <a:pt x="13245" y="8889"/>
                    <a:pt x="13179" y="8871"/>
                  </a:cubicBezTo>
                  <a:cubicBezTo>
                    <a:pt x="13168" y="8868"/>
                    <a:pt x="13157" y="8866"/>
                    <a:pt x="13146" y="8866"/>
                  </a:cubicBezTo>
                  <a:cubicBezTo>
                    <a:pt x="13092" y="8866"/>
                    <a:pt x="13042" y="8901"/>
                    <a:pt x="13027" y="8956"/>
                  </a:cubicBezTo>
                  <a:lnTo>
                    <a:pt x="12664" y="10236"/>
                  </a:lnTo>
                  <a:cubicBezTo>
                    <a:pt x="12775" y="9420"/>
                    <a:pt x="13013" y="7608"/>
                    <a:pt x="13056" y="6728"/>
                  </a:cubicBezTo>
                  <a:cubicBezTo>
                    <a:pt x="13118" y="5484"/>
                    <a:pt x="12780" y="4275"/>
                    <a:pt x="12095" y="3234"/>
                  </a:cubicBezTo>
                  <a:cubicBezTo>
                    <a:pt x="12211" y="3042"/>
                    <a:pt x="12205" y="2791"/>
                    <a:pt x="12058" y="2604"/>
                  </a:cubicBezTo>
                  <a:cubicBezTo>
                    <a:pt x="10778" y="974"/>
                    <a:pt x="8767" y="1"/>
                    <a:pt x="6678"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8" name="Google Shape;5358;p68"/>
            <p:cNvGrpSpPr/>
            <p:nvPr/>
          </p:nvGrpSpPr>
          <p:grpSpPr>
            <a:xfrm>
              <a:off x="-2686850" y="3696563"/>
              <a:ext cx="332050" cy="359525"/>
              <a:chOff x="-2348725" y="2237525"/>
              <a:chExt cx="332050" cy="359525"/>
            </a:xfrm>
          </p:grpSpPr>
          <p:sp>
            <p:nvSpPr>
              <p:cNvPr id="5359" name="Google Shape;5359;p68"/>
              <p:cNvSpPr/>
              <p:nvPr/>
            </p:nvSpPr>
            <p:spPr>
              <a:xfrm>
                <a:off x="-2343200" y="2245975"/>
                <a:ext cx="322925" cy="262375"/>
              </a:xfrm>
              <a:custGeom>
                <a:rect b="b" l="l" r="r" t="t"/>
                <a:pathLst>
                  <a:path extrusionOk="0" h="10495" w="12917">
                    <a:moveTo>
                      <a:pt x="6459" y="0"/>
                    </a:moveTo>
                    <a:cubicBezTo>
                      <a:pt x="4680" y="0"/>
                      <a:pt x="2959" y="736"/>
                      <a:pt x="1736" y="2022"/>
                    </a:cubicBezTo>
                    <a:cubicBezTo>
                      <a:pt x="588" y="3226"/>
                      <a:pt x="0" y="4778"/>
                      <a:pt x="79" y="6389"/>
                    </a:cubicBezTo>
                    <a:cubicBezTo>
                      <a:pt x="135" y="7520"/>
                      <a:pt x="513" y="10195"/>
                      <a:pt x="528" y="10309"/>
                    </a:cubicBezTo>
                    <a:cubicBezTo>
                      <a:pt x="544" y="10417"/>
                      <a:pt x="636" y="10494"/>
                      <a:pt x="742" y="10494"/>
                    </a:cubicBezTo>
                    <a:cubicBezTo>
                      <a:pt x="752" y="10494"/>
                      <a:pt x="761" y="10494"/>
                      <a:pt x="773" y="10491"/>
                    </a:cubicBezTo>
                    <a:cubicBezTo>
                      <a:pt x="890" y="10475"/>
                      <a:pt x="972" y="10365"/>
                      <a:pt x="956" y="10248"/>
                    </a:cubicBezTo>
                    <a:cubicBezTo>
                      <a:pt x="952" y="10221"/>
                      <a:pt x="567" y="7479"/>
                      <a:pt x="511" y="6368"/>
                    </a:cubicBezTo>
                    <a:cubicBezTo>
                      <a:pt x="438" y="4875"/>
                      <a:pt x="982" y="3437"/>
                      <a:pt x="2049" y="2318"/>
                    </a:cubicBezTo>
                    <a:cubicBezTo>
                      <a:pt x="3190" y="1119"/>
                      <a:pt x="4798" y="430"/>
                      <a:pt x="6459" y="430"/>
                    </a:cubicBezTo>
                    <a:cubicBezTo>
                      <a:pt x="8120" y="430"/>
                      <a:pt x="9728" y="1119"/>
                      <a:pt x="10869" y="2318"/>
                    </a:cubicBezTo>
                    <a:cubicBezTo>
                      <a:pt x="11935" y="3437"/>
                      <a:pt x="12481" y="4875"/>
                      <a:pt x="12407" y="6368"/>
                    </a:cubicBezTo>
                    <a:cubicBezTo>
                      <a:pt x="12353" y="7479"/>
                      <a:pt x="11966" y="10221"/>
                      <a:pt x="11962" y="10248"/>
                    </a:cubicBezTo>
                    <a:cubicBezTo>
                      <a:pt x="11945" y="10367"/>
                      <a:pt x="12028" y="10475"/>
                      <a:pt x="12146" y="10491"/>
                    </a:cubicBezTo>
                    <a:cubicBezTo>
                      <a:pt x="12156" y="10493"/>
                      <a:pt x="12166" y="10493"/>
                      <a:pt x="12176" y="10493"/>
                    </a:cubicBezTo>
                    <a:cubicBezTo>
                      <a:pt x="12282" y="10493"/>
                      <a:pt x="12374" y="10415"/>
                      <a:pt x="12389" y="10309"/>
                    </a:cubicBezTo>
                    <a:cubicBezTo>
                      <a:pt x="12405" y="10195"/>
                      <a:pt x="12782" y="7520"/>
                      <a:pt x="12838" y="6389"/>
                    </a:cubicBezTo>
                    <a:cubicBezTo>
                      <a:pt x="12916" y="4778"/>
                      <a:pt x="12328" y="3226"/>
                      <a:pt x="11182" y="2022"/>
                    </a:cubicBezTo>
                    <a:cubicBezTo>
                      <a:pt x="9959" y="737"/>
                      <a:pt x="8237"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8"/>
              <p:cNvSpPr/>
              <p:nvPr/>
            </p:nvSpPr>
            <p:spPr>
              <a:xfrm>
                <a:off x="-2327125" y="2237525"/>
                <a:ext cx="284600" cy="95700"/>
              </a:xfrm>
              <a:custGeom>
                <a:rect b="b" l="l" r="r" t="t"/>
                <a:pathLst>
                  <a:path extrusionOk="0" h="3828" w="11384">
                    <a:moveTo>
                      <a:pt x="5815" y="1"/>
                    </a:moveTo>
                    <a:cubicBezTo>
                      <a:pt x="3578" y="1"/>
                      <a:pt x="1417" y="1136"/>
                      <a:pt x="173" y="2964"/>
                    </a:cubicBezTo>
                    <a:cubicBezTo>
                      <a:pt x="1" y="3216"/>
                      <a:pt x="66" y="3560"/>
                      <a:pt x="319" y="3732"/>
                    </a:cubicBezTo>
                    <a:cubicBezTo>
                      <a:pt x="415" y="3796"/>
                      <a:pt x="523" y="3827"/>
                      <a:pt x="630" y="3827"/>
                    </a:cubicBezTo>
                    <a:cubicBezTo>
                      <a:pt x="807" y="3827"/>
                      <a:pt x="981" y="3743"/>
                      <a:pt x="1088" y="3585"/>
                    </a:cubicBezTo>
                    <a:cubicBezTo>
                      <a:pt x="2128" y="2057"/>
                      <a:pt x="3939" y="1108"/>
                      <a:pt x="5814" y="1108"/>
                    </a:cubicBezTo>
                    <a:cubicBezTo>
                      <a:pt x="7567" y="1108"/>
                      <a:pt x="9251" y="1923"/>
                      <a:pt x="10323" y="3289"/>
                    </a:cubicBezTo>
                    <a:cubicBezTo>
                      <a:pt x="10433" y="3428"/>
                      <a:pt x="10595" y="3500"/>
                      <a:pt x="10760" y="3500"/>
                    </a:cubicBezTo>
                    <a:cubicBezTo>
                      <a:pt x="10879" y="3500"/>
                      <a:pt x="11000" y="3462"/>
                      <a:pt x="11101" y="3382"/>
                    </a:cubicBezTo>
                    <a:cubicBezTo>
                      <a:pt x="11343" y="3193"/>
                      <a:pt x="11384" y="2845"/>
                      <a:pt x="11195" y="2604"/>
                    </a:cubicBezTo>
                    <a:cubicBezTo>
                      <a:pt x="9915" y="974"/>
                      <a:pt x="7904" y="1"/>
                      <a:pt x="58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8"/>
              <p:cNvSpPr/>
              <p:nvPr/>
            </p:nvSpPr>
            <p:spPr>
              <a:xfrm>
                <a:off x="-2083125" y="2486225"/>
                <a:ext cx="4050" cy="450"/>
              </a:xfrm>
              <a:custGeom>
                <a:rect b="b" l="l" r="r" t="t"/>
                <a:pathLst>
                  <a:path extrusionOk="0" h="18" w="162">
                    <a:moveTo>
                      <a:pt x="1" y="0"/>
                    </a:moveTo>
                    <a:lnTo>
                      <a:pt x="1" y="18"/>
                    </a:lnTo>
                    <a:cubicBezTo>
                      <a:pt x="53" y="7"/>
                      <a:pt x="107" y="0"/>
                      <a:pt x="162" y="0"/>
                    </a:cubicBezTo>
                    <a:close/>
                  </a:path>
                </a:pathLst>
              </a:custGeom>
              <a:solidFill>
                <a:srgbClr val="E61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8"/>
              <p:cNvSpPr/>
              <p:nvPr/>
            </p:nvSpPr>
            <p:spPr>
              <a:xfrm>
                <a:off x="-2330250" y="2550650"/>
                <a:ext cx="23150" cy="32050"/>
              </a:xfrm>
              <a:custGeom>
                <a:rect b="b" l="l" r="r" t="t"/>
                <a:pathLst>
                  <a:path extrusionOk="0" h="1282" w="926">
                    <a:moveTo>
                      <a:pt x="0" y="1"/>
                    </a:moveTo>
                    <a:lnTo>
                      <a:pt x="0" y="1030"/>
                    </a:lnTo>
                    <a:lnTo>
                      <a:pt x="0"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8"/>
              <p:cNvSpPr/>
              <p:nvPr/>
            </p:nvSpPr>
            <p:spPr>
              <a:xfrm>
                <a:off x="-2307125" y="2550650"/>
                <a:ext cx="7075" cy="46200"/>
              </a:xfrm>
              <a:custGeom>
                <a:rect b="b" l="l" r="r" t="t"/>
                <a:pathLst>
                  <a:path extrusionOk="0" h="1848" w="283">
                    <a:moveTo>
                      <a:pt x="1" y="1"/>
                    </a:moveTo>
                    <a:lnTo>
                      <a:pt x="1" y="1030"/>
                    </a:lnTo>
                    <a:lnTo>
                      <a:pt x="1" y="1282"/>
                    </a:lnTo>
                    <a:lnTo>
                      <a:pt x="1" y="1847"/>
                    </a:lnTo>
                    <a:lnTo>
                      <a:pt x="283" y="1847"/>
                    </a:lnTo>
                    <a:lnTo>
                      <a:pt x="283" y="1030"/>
                    </a:lnTo>
                    <a:lnTo>
                      <a:pt x="283" y="1"/>
                    </a:lnTo>
                    <a:close/>
                  </a:path>
                </a:pathLst>
              </a:custGeom>
              <a:solidFill>
                <a:srgbClr val="B20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8"/>
              <p:cNvSpPr/>
              <p:nvPr/>
            </p:nvSpPr>
            <p:spPr>
              <a:xfrm>
                <a:off x="-2282875" y="2486550"/>
                <a:ext cx="20300" cy="110225"/>
              </a:xfrm>
              <a:custGeom>
                <a:rect b="b" l="l" r="r" t="t"/>
                <a:pathLst>
                  <a:path extrusionOk="0" h="4409" w="812">
                    <a:moveTo>
                      <a:pt x="1" y="0"/>
                    </a:moveTo>
                    <a:lnTo>
                      <a:pt x="1" y="2566"/>
                    </a:lnTo>
                    <a:lnTo>
                      <a:pt x="1" y="3594"/>
                    </a:lnTo>
                    <a:lnTo>
                      <a:pt x="1" y="4408"/>
                    </a:lnTo>
                    <a:cubicBezTo>
                      <a:pt x="384" y="4346"/>
                      <a:pt x="680" y="4026"/>
                      <a:pt x="777" y="3594"/>
                    </a:cubicBezTo>
                    <a:cubicBezTo>
                      <a:pt x="799" y="3496"/>
                      <a:pt x="812" y="3392"/>
                      <a:pt x="812" y="3284"/>
                    </a:cubicBezTo>
                    <a:lnTo>
                      <a:pt x="812" y="2566"/>
                    </a:lnTo>
                    <a:lnTo>
                      <a:pt x="812" y="1137"/>
                    </a:lnTo>
                    <a:cubicBezTo>
                      <a:pt x="812" y="554"/>
                      <a:pt x="471" y="7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8"/>
              <p:cNvSpPr/>
              <p:nvPr/>
            </p:nvSpPr>
            <p:spPr>
              <a:xfrm>
                <a:off x="-2330250" y="2500225"/>
                <a:ext cx="23150" cy="82475"/>
              </a:xfrm>
              <a:custGeom>
                <a:rect b="b" l="l" r="r" t="t"/>
                <a:pathLst>
                  <a:path extrusionOk="0" h="3299" w="926">
                    <a:moveTo>
                      <a:pt x="0" y="0"/>
                    </a:moveTo>
                    <a:lnTo>
                      <a:pt x="0" y="2018"/>
                    </a:lnTo>
                    <a:lnTo>
                      <a:pt x="0" y="3047"/>
                    </a:lnTo>
                    <a:lnTo>
                      <a:pt x="0"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8"/>
              <p:cNvSpPr/>
              <p:nvPr/>
            </p:nvSpPr>
            <p:spPr>
              <a:xfrm>
                <a:off x="-2307125" y="2486050"/>
                <a:ext cx="8025" cy="110800"/>
              </a:xfrm>
              <a:custGeom>
                <a:rect b="b" l="l" r="r" t="t"/>
                <a:pathLst>
                  <a:path extrusionOk="0" h="4432" w="321">
                    <a:moveTo>
                      <a:pt x="1" y="1"/>
                    </a:moveTo>
                    <a:lnTo>
                      <a:pt x="1" y="567"/>
                    </a:lnTo>
                    <a:lnTo>
                      <a:pt x="1" y="2585"/>
                    </a:lnTo>
                    <a:lnTo>
                      <a:pt x="1" y="3614"/>
                    </a:lnTo>
                    <a:lnTo>
                      <a:pt x="1" y="3866"/>
                    </a:lnTo>
                    <a:lnTo>
                      <a:pt x="1" y="4431"/>
                    </a:lnTo>
                    <a:lnTo>
                      <a:pt x="283" y="4431"/>
                    </a:lnTo>
                    <a:lnTo>
                      <a:pt x="283" y="3614"/>
                    </a:lnTo>
                    <a:lnTo>
                      <a:pt x="283" y="2585"/>
                    </a:lnTo>
                    <a:lnTo>
                      <a:pt x="283" y="7"/>
                    </a:lnTo>
                    <a:lnTo>
                      <a:pt x="321" y="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8"/>
              <p:cNvSpPr/>
              <p:nvPr/>
            </p:nvSpPr>
            <p:spPr>
              <a:xfrm>
                <a:off x="-2300075" y="2486225"/>
                <a:ext cx="17225" cy="110825"/>
              </a:xfrm>
              <a:custGeom>
                <a:rect b="b" l="l" r="r" t="t"/>
                <a:pathLst>
                  <a:path extrusionOk="0" h="4433" w="689">
                    <a:moveTo>
                      <a:pt x="1" y="0"/>
                    </a:moveTo>
                    <a:lnTo>
                      <a:pt x="1" y="2578"/>
                    </a:lnTo>
                    <a:lnTo>
                      <a:pt x="1" y="3607"/>
                    </a:lnTo>
                    <a:lnTo>
                      <a:pt x="1" y="4424"/>
                    </a:lnTo>
                    <a:lnTo>
                      <a:pt x="1" y="4432"/>
                    </a:lnTo>
                    <a:lnTo>
                      <a:pt x="689" y="4432"/>
                    </a:lnTo>
                    <a:lnTo>
                      <a:pt x="689" y="4420"/>
                    </a:lnTo>
                    <a:lnTo>
                      <a:pt x="689" y="3607"/>
                    </a:lnTo>
                    <a:lnTo>
                      <a:pt x="689" y="2578"/>
                    </a:lnTo>
                    <a:lnTo>
                      <a:pt x="689" y="13"/>
                    </a:lnTo>
                    <a:lnTo>
                      <a:pt x="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8"/>
              <p:cNvSpPr/>
              <p:nvPr/>
            </p:nvSpPr>
            <p:spPr>
              <a:xfrm>
                <a:off x="-2059450" y="2550650"/>
                <a:ext cx="23150" cy="32050"/>
              </a:xfrm>
              <a:custGeom>
                <a:rect b="b" l="l" r="r" t="t"/>
                <a:pathLst>
                  <a:path extrusionOk="0" h="1282" w="926">
                    <a:moveTo>
                      <a:pt x="1" y="1"/>
                    </a:moveTo>
                    <a:lnTo>
                      <a:pt x="1" y="1030"/>
                    </a:lnTo>
                    <a:lnTo>
                      <a:pt x="1"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8"/>
              <p:cNvSpPr/>
              <p:nvPr/>
            </p:nvSpPr>
            <p:spPr>
              <a:xfrm>
                <a:off x="-2104000" y="2486525"/>
                <a:ext cx="20325" cy="110225"/>
              </a:xfrm>
              <a:custGeom>
                <a:rect b="b" l="l" r="r" t="t"/>
                <a:pathLst>
                  <a:path extrusionOk="0" h="4409" w="813">
                    <a:moveTo>
                      <a:pt x="813" y="0"/>
                    </a:moveTo>
                    <a:cubicBezTo>
                      <a:pt x="341" y="79"/>
                      <a:pt x="1" y="555"/>
                      <a:pt x="1" y="1137"/>
                    </a:cubicBezTo>
                    <a:lnTo>
                      <a:pt x="1" y="2566"/>
                    </a:lnTo>
                    <a:lnTo>
                      <a:pt x="1" y="3284"/>
                    </a:lnTo>
                    <a:cubicBezTo>
                      <a:pt x="1" y="3393"/>
                      <a:pt x="14" y="3496"/>
                      <a:pt x="36" y="3594"/>
                    </a:cubicBezTo>
                    <a:cubicBezTo>
                      <a:pt x="133" y="4024"/>
                      <a:pt x="429" y="4346"/>
                      <a:pt x="813" y="4408"/>
                    </a:cubicBezTo>
                    <a:lnTo>
                      <a:pt x="813" y="3594"/>
                    </a:lnTo>
                    <a:lnTo>
                      <a:pt x="813" y="2566"/>
                    </a:lnTo>
                    <a:lnTo>
                      <a:pt x="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8"/>
              <p:cNvSpPr/>
              <p:nvPr/>
            </p:nvSpPr>
            <p:spPr>
              <a:xfrm>
                <a:off x="-2059450" y="2500225"/>
                <a:ext cx="23150" cy="82475"/>
              </a:xfrm>
              <a:custGeom>
                <a:rect b="b" l="l" r="r" t="t"/>
                <a:pathLst>
                  <a:path extrusionOk="0" h="3299" w="926">
                    <a:moveTo>
                      <a:pt x="1" y="0"/>
                    </a:moveTo>
                    <a:lnTo>
                      <a:pt x="1" y="2018"/>
                    </a:lnTo>
                    <a:lnTo>
                      <a:pt x="1" y="3047"/>
                    </a:lnTo>
                    <a:lnTo>
                      <a:pt x="1"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8"/>
              <p:cNvSpPr/>
              <p:nvPr/>
            </p:nvSpPr>
            <p:spPr>
              <a:xfrm>
                <a:off x="-2067450" y="2486050"/>
                <a:ext cx="8025" cy="110800"/>
              </a:xfrm>
              <a:custGeom>
                <a:rect b="b" l="l" r="r" t="t"/>
                <a:pathLst>
                  <a:path extrusionOk="0" h="4432" w="321">
                    <a:moveTo>
                      <a:pt x="1" y="1"/>
                    </a:moveTo>
                    <a:lnTo>
                      <a:pt x="1" y="7"/>
                    </a:lnTo>
                    <a:lnTo>
                      <a:pt x="37" y="7"/>
                    </a:lnTo>
                    <a:lnTo>
                      <a:pt x="37" y="2585"/>
                    </a:lnTo>
                    <a:lnTo>
                      <a:pt x="37" y="3614"/>
                    </a:lnTo>
                    <a:lnTo>
                      <a:pt x="37" y="4431"/>
                    </a:lnTo>
                    <a:lnTo>
                      <a:pt x="321" y="4431"/>
                    </a:lnTo>
                    <a:lnTo>
                      <a:pt x="321" y="3866"/>
                    </a:lnTo>
                    <a:lnTo>
                      <a:pt x="321" y="3614"/>
                    </a:lnTo>
                    <a:lnTo>
                      <a:pt x="321" y="2585"/>
                    </a:lnTo>
                    <a:lnTo>
                      <a:pt x="321" y="56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8"/>
              <p:cNvSpPr/>
              <p:nvPr/>
            </p:nvSpPr>
            <p:spPr>
              <a:xfrm>
                <a:off x="-2083700" y="2486225"/>
                <a:ext cx="17200" cy="110825"/>
              </a:xfrm>
              <a:custGeom>
                <a:rect b="b" l="l" r="r" t="t"/>
                <a:pathLst>
                  <a:path extrusionOk="0" h="4433" w="688">
                    <a:moveTo>
                      <a:pt x="1" y="0"/>
                    </a:moveTo>
                    <a:lnTo>
                      <a:pt x="1" y="13"/>
                    </a:lnTo>
                    <a:lnTo>
                      <a:pt x="1" y="2578"/>
                    </a:lnTo>
                    <a:lnTo>
                      <a:pt x="1" y="3607"/>
                    </a:lnTo>
                    <a:lnTo>
                      <a:pt x="1" y="4420"/>
                    </a:lnTo>
                    <a:lnTo>
                      <a:pt x="1" y="4432"/>
                    </a:lnTo>
                    <a:lnTo>
                      <a:pt x="687" y="4432"/>
                    </a:lnTo>
                    <a:lnTo>
                      <a:pt x="687" y="4424"/>
                    </a:lnTo>
                    <a:lnTo>
                      <a:pt x="687" y="3607"/>
                    </a:lnTo>
                    <a:lnTo>
                      <a:pt x="687" y="2578"/>
                    </a:lnTo>
                    <a:lnTo>
                      <a:pt x="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8"/>
              <p:cNvSpPr/>
              <p:nvPr/>
            </p:nvSpPr>
            <p:spPr>
              <a:xfrm>
                <a:off x="-2047700" y="2459150"/>
                <a:ext cx="31025" cy="91650"/>
              </a:xfrm>
              <a:custGeom>
                <a:rect b="b" l="l" r="r" t="t"/>
                <a:pathLst>
                  <a:path extrusionOk="0" h="3666" w="1241">
                    <a:moveTo>
                      <a:pt x="1105" y="0"/>
                    </a:moveTo>
                    <a:cubicBezTo>
                      <a:pt x="1050" y="0"/>
                      <a:pt x="1001" y="35"/>
                      <a:pt x="986" y="90"/>
                    </a:cubicBezTo>
                    <a:lnTo>
                      <a:pt x="18" y="3507"/>
                    </a:lnTo>
                    <a:cubicBezTo>
                      <a:pt x="0" y="3573"/>
                      <a:pt x="38" y="3641"/>
                      <a:pt x="104" y="3660"/>
                    </a:cubicBezTo>
                    <a:cubicBezTo>
                      <a:pt x="115" y="3663"/>
                      <a:pt x="125" y="3665"/>
                      <a:pt x="137" y="3665"/>
                    </a:cubicBezTo>
                    <a:cubicBezTo>
                      <a:pt x="191" y="3665"/>
                      <a:pt x="240" y="3629"/>
                      <a:pt x="255" y="3574"/>
                    </a:cubicBezTo>
                    <a:lnTo>
                      <a:pt x="1223" y="157"/>
                    </a:lnTo>
                    <a:cubicBezTo>
                      <a:pt x="1241" y="91"/>
                      <a:pt x="1204" y="23"/>
                      <a:pt x="1138" y="5"/>
                    </a:cubicBezTo>
                    <a:cubicBezTo>
                      <a:pt x="1127" y="2"/>
                      <a:pt x="1116" y="0"/>
                      <a:pt x="1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8"/>
              <p:cNvSpPr/>
              <p:nvPr/>
            </p:nvSpPr>
            <p:spPr>
              <a:xfrm>
                <a:off x="-2348725" y="2459175"/>
                <a:ext cx="31050" cy="91625"/>
              </a:xfrm>
              <a:custGeom>
                <a:rect b="b" l="l" r="r" t="t"/>
                <a:pathLst>
                  <a:path extrusionOk="0" h="3665" w="1242">
                    <a:moveTo>
                      <a:pt x="138" y="1"/>
                    </a:moveTo>
                    <a:cubicBezTo>
                      <a:pt x="126" y="1"/>
                      <a:pt x="115" y="2"/>
                      <a:pt x="103" y="6"/>
                    </a:cubicBezTo>
                    <a:cubicBezTo>
                      <a:pt x="37" y="24"/>
                      <a:pt x="0" y="91"/>
                      <a:pt x="19" y="157"/>
                    </a:cubicBezTo>
                    <a:lnTo>
                      <a:pt x="986" y="3574"/>
                    </a:lnTo>
                    <a:cubicBezTo>
                      <a:pt x="1001" y="3629"/>
                      <a:pt x="1051" y="3664"/>
                      <a:pt x="1104" y="3664"/>
                    </a:cubicBezTo>
                    <a:cubicBezTo>
                      <a:pt x="1116" y="3664"/>
                      <a:pt x="1128" y="3661"/>
                      <a:pt x="1138" y="3660"/>
                    </a:cubicBezTo>
                    <a:cubicBezTo>
                      <a:pt x="1203" y="3640"/>
                      <a:pt x="1242" y="3573"/>
                      <a:pt x="1223" y="3507"/>
                    </a:cubicBezTo>
                    <a:lnTo>
                      <a:pt x="256" y="90"/>
                    </a:lnTo>
                    <a:cubicBezTo>
                      <a:pt x="240" y="36"/>
                      <a:pt x="191" y="1"/>
                      <a:pt x="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75" name="Google Shape;5375;p68"/>
          <p:cNvGrpSpPr/>
          <p:nvPr/>
        </p:nvGrpSpPr>
        <p:grpSpPr>
          <a:xfrm>
            <a:off x="195042" y="149213"/>
            <a:ext cx="655260" cy="780572"/>
            <a:chOff x="-2294600" y="1951375"/>
            <a:chExt cx="438125" cy="521913"/>
          </a:xfrm>
        </p:grpSpPr>
        <p:sp>
          <p:nvSpPr>
            <p:cNvPr id="5376" name="Google Shape;5376;p68"/>
            <p:cNvSpPr/>
            <p:nvPr/>
          </p:nvSpPr>
          <p:spPr>
            <a:xfrm>
              <a:off x="-2294600" y="1951375"/>
              <a:ext cx="438100" cy="521900"/>
            </a:xfrm>
            <a:custGeom>
              <a:rect b="b" l="l" r="r" t="t"/>
              <a:pathLst>
                <a:path extrusionOk="0" h="20876" w="17524">
                  <a:moveTo>
                    <a:pt x="5361" y="0"/>
                  </a:moveTo>
                  <a:lnTo>
                    <a:pt x="0" y="13683"/>
                  </a:lnTo>
                  <a:lnTo>
                    <a:pt x="965" y="16487"/>
                  </a:lnTo>
                  <a:lnTo>
                    <a:pt x="12161" y="20875"/>
                  </a:lnTo>
                  <a:lnTo>
                    <a:pt x="17524" y="7192"/>
                  </a:lnTo>
                  <a:lnTo>
                    <a:pt x="16559" y="4387"/>
                  </a:lnTo>
                  <a:lnTo>
                    <a:pt x="5361"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7" name="Google Shape;5377;p68"/>
            <p:cNvGrpSpPr/>
            <p:nvPr/>
          </p:nvGrpSpPr>
          <p:grpSpPr>
            <a:xfrm>
              <a:off x="-2294575" y="1951463"/>
              <a:ext cx="438100" cy="521825"/>
              <a:chOff x="-2294575" y="1951463"/>
              <a:chExt cx="438100" cy="521825"/>
            </a:xfrm>
          </p:grpSpPr>
          <p:sp>
            <p:nvSpPr>
              <p:cNvPr id="5378" name="Google Shape;5378;p68"/>
              <p:cNvSpPr/>
              <p:nvPr/>
            </p:nvSpPr>
            <p:spPr>
              <a:xfrm>
                <a:off x="-2294550" y="1951463"/>
                <a:ext cx="413950" cy="451750"/>
              </a:xfrm>
              <a:custGeom>
                <a:rect b="b" l="l" r="r" t="t"/>
                <a:pathLst>
                  <a:path extrusionOk="0" h="18070" w="16558">
                    <a:moveTo>
                      <a:pt x="5361" y="0"/>
                    </a:moveTo>
                    <a:lnTo>
                      <a:pt x="0" y="13684"/>
                    </a:lnTo>
                    <a:lnTo>
                      <a:pt x="11196" y="18070"/>
                    </a:lnTo>
                    <a:lnTo>
                      <a:pt x="16558" y="4387"/>
                    </a:lnTo>
                    <a:lnTo>
                      <a:pt x="53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8"/>
              <p:cNvSpPr/>
              <p:nvPr/>
            </p:nvSpPr>
            <p:spPr>
              <a:xfrm>
                <a:off x="-1933525" y="2073913"/>
                <a:ext cx="20450" cy="14275"/>
              </a:xfrm>
              <a:custGeom>
                <a:rect b="b" l="l" r="r" t="t"/>
                <a:pathLst>
                  <a:path extrusionOk="0" h="571" w="818">
                    <a:moveTo>
                      <a:pt x="0" y="0"/>
                    </a:moveTo>
                    <a:lnTo>
                      <a:pt x="0" y="159"/>
                    </a:lnTo>
                    <a:lnTo>
                      <a:pt x="2" y="159"/>
                    </a:lnTo>
                    <a:cubicBezTo>
                      <a:pt x="2" y="322"/>
                      <a:pt x="99" y="477"/>
                      <a:pt x="261" y="542"/>
                    </a:cubicBezTo>
                    <a:cubicBezTo>
                      <a:pt x="310" y="561"/>
                      <a:pt x="361" y="570"/>
                      <a:pt x="411" y="570"/>
                    </a:cubicBezTo>
                    <a:cubicBezTo>
                      <a:pt x="576" y="570"/>
                      <a:pt x="731" y="471"/>
                      <a:pt x="795" y="310"/>
                    </a:cubicBezTo>
                    <a:cubicBezTo>
                      <a:pt x="812" y="259"/>
                      <a:pt x="817" y="209"/>
                      <a:pt x="817" y="159"/>
                    </a:cubicBezTo>
                    <a:lnTo>
                      <a:pt x="817" y="0"/>
                    </a:lnTo>
                    <a:close/>
                  </a:path>
                </a:pathLst>
              </a:custGeom>
              <a:solidFill>
                <a:srgbClr val="11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8"/>
              <p:cNvSpPr/>
              <p:nvPr/>
            </p:nvSpPr>
            <p:spPr>
              <a:xfrm>
                <a:off x="-1934925" y="2064938"/>
                <a:ext cx="23300" cy="20575"/>
              </a:xfrm>
              <a:custGeom>
                <a:rect b="b" l="l" r="r" t="t"/>
                <a:pathLst>
                  <a:path extrusionOk="0" h="823" w="932">
                    <a:moveTo>
                      <a:pt x="466" y="0"/>
                    </a:moveTo>
                    <a:cubicBezTo>
                      <a:pt x="302" y="0"/>
                      <a:pt x="147" y="99"/>
                      <a:pt x="84" y="261"/>
                    </a:cubicBezTo>
                    <a:cubicBezTo>
                      <a:pt x="0" y="473"/>
                      <a:pt x="105" y="711"/>
                      <a:pt x="316" y="794"/>
                    </a:cubicBezTo>
                    <a:cubicBezTo>
                      <a:pt x="366" y="813"/>
                      <a:pt x="417" y="823"/>
                      <a:pt x="467" y="823"/>
                    </a:cubicBezTo>
                    <a:cubicBezTo>
                      <a:pt x="631" y="823"/>
                      <a:pt x="785" y="723"/>
                      <a:pt x="849" y="561"/>
                    </a:cubicBezTo>
                    <a:cubicBezTo>
                      <a:pt x="931" y="351"/>
                      <a:pt x="828" y="113"/>
                      <a:pt x="616" y="29"/>
                    </a:cubicBezTo>
                    <a:cubicBezTo>
                      <a:pt x="567" y="9"/>
                      <a:pt x="516" y="0"/>
                      <a:pt x="4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8"/>
              <p:cNvSpPr/>
              <p:nvPr/>
            </p:nvSpPr>
            <p:spPr>
              <a:xfrm>
                <a:off x="-2100450" y="2284813"/>
                <a:ext cx="39275" cy="38750"/>
              </a:xfrm>
              <a:custGeom>
                <a:rect b="b" l="l" r="r" t="t"/>
                <a:pathLst>
                  <a:path extrusionOk="0" h="1550" w="1571">
                    <a:moveTo>
                      <a:pt x="1488" y="944"/>
                    </a:moveTo>
                    <a:cubicBezTo>
                      <a:pt x="1482" y="967"/>
                      <a:pt x="1474" y="988"/>
                      <a:pt x="1465" y="1012"/>
                    </a:cubicBezTo>
                    <a:cubicBezTo>
                      <a:pt x="1474" y="988"/>
                      <a:pt x="1482" y="966"/>
                      <a:pt x="1488" y="944"/>
                    </a:cubicBezTo>
                    <a:close/>
                    <a:moveTo>
                      <a:pt x="379" y="1369"/>
                    </a:moveTo>
                    <a:cubicBezTo>
                      <a:pt x="383" y="1370"/>
                      <a:pt x="387" y="1373"/>
                      <a:pt x="390" y="1375"/>
                    </a:cubicBezTo>
                    <a:cubicBezTo>
                      <a:pt x="387" y="1373"/>
                      <a:pt x="383" y="1372"/>
                      <a:pt x="379" y="1369"/>
                    </a:cubicBezTo>
                    <a:close/>
                    <a:moveTo>
                      <a:pt x="439" y="1403"/>
                    </a:moveTo>
                    <a:cubicBezTo>
                      <a:pt x="459" y="1413"/>
                      <a:pt x="480" y="1422"/>
                      <a:pt x="502" y="1431"/>
                    </a:cubicBezTo>
                    <a:cubicBezTo>
                      <a:pt x="479" y="1422"/>
                      <a:pt x="459" y="1413"/>
                      <a:pt x="439" y="1403"/>
                    </a:cubicBezTo>
                    <a:close/>
                    <a:moveTo>
                      <a:pt x="775" y="1"/>
                    </a:moveTo>
                    <a:cubicBezTo>
                      <a:pt x="480" y="1"/>
                      <a:pt x="199" y="179"/>
                      <a:pt x="85" y="471"/>
                    </a:cubicBezTo>
                    <a:cubicBezTo>
                      <a:pt x="0" y="688"/>
                      <a:pt x="24" y="919"/>
                      <a:pt x="130" y="1107"/>
                    </a:cubicBezTo>
                    <a:cubicBezTo>
                      <a:pt x="206" y="1279"/>
                      <a:pt x="346" y="1424"/>
                      <a:pt x="534" y="1498"/>
                    </a:cubicBezTo>
                    <a:cubicBezTo>
                      <a:pt x="622" y="1533"/>
                      <a:pt x="714" y="1550"/>
                      <a:pt x="804" y="1550"/>
                    </a:cubicBezTo>
                    <a:cubicBezTo>
                      <a:pt x="1100" y="1550"/>
                      <a:pt x="1380" y="1371"/>
                      <a:pt x="1494" y="1079"/>
                    </a:cubicBezTo>
                    <a:cubicBezTo>
                      <a:pt x="1571" y="883"/>
                      <a:pt x="1555" y="677"/>
                      <a:pt x="1476" y="501"/>
                    </a:cubicBezTo>
                    <a:cubicBezTo>
                      <a:pt x="1407" y="302"/>
                      <a:pt x="1256" y="135"/>
                      <a:pt x="1045" y="52"/>
                    </a:cubicBezTo>
                    <a:cubicBezTo>
                      <a:pt x="957" y="17"/>
                      <a:pt x="865" y="1"/>
                      <a:pt x="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8"/>
              <p:cNvSpPr/>
              <p:nvPr/>
            </p:nvSpPr>
            <p:spPr>
              <a:xfrm>
                <a:off x="-2193050" y="2258163"/>
                <a:ext cx="13675" cy="12050"/>
              </a:xfrm>
              <a:custGeom>
                <a:rect b="b" l="l" r="r" t="t"/>
                <a:pathLst>
                  <a:path extrusionOk="0" h="482" w="547">
                    <a:moveTo>
                      <a:pt x="273" y="0"/>
                    </a:moveTo>
                    <a:cubicBezTo>
                      <a:pt x="177" y="0"/>
                      <a:pt x="86" y="58"/>
                      <a:pt x="48" y="153"/>
                    </a:cubicBezTo>
                    <a:cubicBezTo>
                      <a:pt x="0" y="277"/>
                      <a:pt x="61" y="417"/>
                      <a:pt x="185" y="465"/>
                    </a:cubicBezTo>
                    <a:cubicBezTo>
                      <a:pt x="214" y="476"/>
                      <a:pt x="243" y="482"/>
                      <a:pt x="272" y="482"/>
                    </a:cubicBezTo>
                    <a:cubicBezTo>
                      <a:pt x="368" y="482"/>
                      <a:pt x="459" y="424"/>
                      <a:pt x="497" y="329"/>
                    </a:cubicBezTo>
                    <a:cubicBezTo>
                      <a:pt x="546" y="205"/>
                      <a:pt x="485" y="66"/>
                      <a:pt x="359" y="16"/>
                    </a:cubicBezTo>
                    <a:cubicBezTo>
                      <a:pt x="331" y="5"/>
                      <a:pt x="302"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8"/>
              <p:cNvSpPr/>
              <p:nvPr/>
            </p:nvSpPr>
            <p:spPr>
              <a:xfrm>
                <a:off x="-2031325" y="2321538"/>
                <a:ext cx="13650" cy="12050"/>
              </a:xfrm>
              <a:custGeom>
                <a:rect b="b" l="l" r="r" t="t"/>
                <a:pathLst>
                  <a:path extrusionOk="0" h="482" w="546">
                    <a:moveTo>
                      <a:pt x="272" y="0"/>
                    </a:moveTo>
                    <a:cubicBezTo>
                      <a:pt x="176" y="0"/>
                      <a:pt x="85" y="58"/>
                      <a:pt x="48" y="153"/>
                    </a:cubicBezTo>
                    <a:cubicBezTo>
                      <a:pt x="1" y="277"/>
                      <a:pt x="61" y="416"/>
                      <a:pt x="184" y="466"/>
                    </a:cubicBezTo>
                    <a:cubicBezTo>
                      <a:pt x="213" y="477"/>
                      <a:pt x="242" y="482"/>
                      <a:pt x="271" y="482"/>
                    </a:cubicBezTo>
                    <a:cubicBezTo>
                      <a:pt x="368" y="482"/>
                      <a:pt x="459" y="424"/>
                      <a:pt x="497" y="328"/>
                    </a:cubicBezTo>
                    <a:cubicBezTo>
                      <a:pt x="546" y="205"/>
                      <a:pt x="486" y="65"/>
                      <a:pt x="360" y="17"/>
                    </a:cubicBezTo>
                    <a:cubicBezTo>
                      <a:pt x="331" y="6"/>
                      <a:pt x="301"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8"/>
              <p:cNvSpPr/>
              <p:nvPr/>
            </p:nvSpPr>
            <p:spPr>
              <a:xfrm>
                <a:off x="-2294575" y="2061113"/>
                <a:ext cx="438100" cy="412175"/>
              </a:xfrm>
              <a:custGeom>
                <a:rect b="b" l="l" r="r" t="t"/>
                <a:pathLst>
                  <a:path extrusionOk="0" h="16487" w="17524">
                    <a:moveTo>
                      <a:pt x="16558" y="0"/>
                    </a:moveTo>
                    <a:lnTo>
                      <a:pt x="11197" y="13682"/>
                    </a:lnTo>
                    <a:lnTo>
                      <a:pt x="0" y="9296"/>
                    </a:lnTo>
                    <a:lnTo>
                      <a:pt x="965" y="12098"/>
                    </a:lnTo>
                    <a:lnTo>
                      <a:pt x="12162" y="16486"/>
                    </a:lnTo>
                    <a:lnTo>
                      <a:pt x="17524" y="2803"/>
                    </a:lnTo>
                    <a:lnTo>
                      <a:pt x="165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8"/>
              <p:cNvSpPr/>
              <p:nvPr/>
            </p:nvSpPr>
            <p:spPr>
              <a:xfrm>
                <a:off x="-2087625" y="2056038"/>
                <a:ext cx="184150" cy="187625"/>
              </a:xfrm>
              <a:custGeom>
                <a:rect b="b" l="l" r="r" t="t"/>
                <a:pathLst>
                  <a:path extrusionOk="0" h="7505" w="7366">
                    <a:moveTo>
                      <a:pt x="6207" y="0"/>
                    </a:moveTo>
                    <a:lnTo>
                      <a:pt x="5783" y="1083"/>
                    </a:lnTo>
                    <a:lnTo>
                      <a:pt x="5783" y="1189"/>
                    </a:lnTo>
                    <a:lnTo>
                      <a:pt x="5979" y="1266"/>
                    </a:lnTo>
                    <a:lnTo>
                      <a:pt x="1434" y="6904"/>
                    </a:lnTo>
                    <a:lnTo>
                      <a:pt x="713" y="6108"/>
                    </a:lnTo>
                    <a:lnTo>
                      <a:pt x="29" y="6546"/>
                    </a:lnTo>
                    <a:lnTo>
                      <a:pt x="1" y="6634"/>
                    </a:lnTo>
                    <a:lnTo>
                      <a:pt x="1004" y="7439"/>
                    </a:lnTo>
                    <a:lnTo>
                      <a:pt x="1057" y="7373"/>
                    </a:lnTo>
                    <a:lnTo>
                      <a:pt x="1435" y="6906"/>
                    </a:lnTo>
                    <a:lnTo>
                      <a:pt x="1058" y="7374"/>
                    </a:lnTo>
                    <a:lnTo>
                      <a:pt x="1004" y="7441"/>
                    </a:lnTo>
                    <a:cubicBezTo>
                      <a:pt x="1012" y="7449"/>
                      <a:pt x="1023" y="7455"/>
                      <a:pt x="1032" y="7461"/>
                    </a:cubicBezTo>
                    <a:lnTo>
                      <a:pt x="1040" y="7466"/>
                    </a:lnTo>
                    <a:cubicBezTo>
                      <a:pt x="1048" y="7471"/>
                      <a:pt x="1057" y="7475"/>
                      <a:pt x="1066" y="7479"/>
                    </a:cubicBezTo>
                    <a:cubicBezTo>
                      <a:pt x="1067" y="7480"/>
                      <a:pt x="1069" y="7480"/>
                      <a:pt x="1071" y="7481"/>
                    </a:cubicBezTo>
                    <a:cubicBezTo>
                      <a:pt x="1107" y="7497"/>
                      <a:pt x="1145" y="7504"/>
                      <a:pt x="1183" y="7504"/>
                    </a:cubicBezTo>
                    <a:cubicBezTo>
                      <a:pt x="1266" y="7504"/>
                      <a:pt x="1348" y="7468"/>
                      <a:pt x="1404" y="7397"/>
                    </a:cubicBezTo>
                    <a:lnTo>
                      <a:pt x="6259" y="1375"/>
                    </a:lnTo>
                    <a:lnTo>
                      <a:pt x="6941" y="1641"/>
                    </a:lnTo>
                    <a:lnTo>
                      <a:pt x="7365" y="559"/>
                    </a:lnTo>
                    <a:lnTo>
                      <a:pt x="7365" y="453"/>
                    </a:lnTo>
                    <a:lnTo>
                      <a:pt x="62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8"/>
              <p:cNvSpPr/>
              <p:nvPr/>
            </p:nvSpPr>
            <p:spPr>
              <a:xfrm>
                <a:off x="-2153650" y="2264638"/>
                <a:ext cx="39300" cy="38750"/>
              </a:xfrm>
              <a:custGeom>
                <a:rect b="b" l="l" r="r" t="t"/>
                <a:pathLst>
                  <a:path extrusionOk="0" h="1550" w="1572">
                    <a:moveTo>
                      <a:pt x="1505" y="876"/>
                    </a:moveTo>
                    <a:lnTo>
                      <a:pt x="1505" y="876"/>
                    </a:lnTo>
                    <a:cubicBezTo>
                      <a:pt x="1504" y="880"/>
                      <a:pt x="1504" y="884"/>
                      <a:pt x="1502" y="887"/>
                    </a:cubicBezTo>
                    <a:cubicBezTo>
                      <a:pt x="1502" y="882"/>
                      <a:pt x="1504" y="880"/>
                      <a:pt x="1505" y="876"/>
                    </a:cubicBezTo>
                    <a:close/>
                    <a:moveTo>
                      <a:pt x="380" y="1370"/>
                    </a:moveTo>
                    <a:lnTo>
                      <a:pt x="380" y="1370"/>
                    </a:lnTo>
                    <a:cubicBezTo>
                      <a:pt x="384" y="1371"/>
                      <a:pt x="387" y="1374"/>
                      <a:pt x="391" y="1376"/>
                    </a:cubicBezTo>
                    <a:cubicBezTo>
                      <a:pt x="387" y="1374"/>
                      <a:pt x="383" y="1372"/>
                      <a:pt x="380" y="1370"/>
                    </a:cubicBezTo>
                    <a:close/>
                    <a:moveTo>
                      <a:pt x="777" y="0"/>
                    </a:moveTo>
                    <a:cubicBezTo>
                      <a:pt x="481" y="0"/>
                      <a:pt x="201" y="179"/>
                      <a:pt x="86" y="471"/>
                    </a:cubicBezTo>
                    <a:cubicBezTo>
                      <a:pt x="0" y="688"/>
                      <a:pt x="25" y="918"/>
                      <a:pt x="131" y="1107"/>
                    </a:cubicBezTo>
                    <a:cubicBezTo>
                      <a:pt x="206" y="1278"/>
                      <a:pt x="346" y="1423"/>
                      <a:pt x="535" y="1498"/>
                    </a:cubicBezTo>
                    <a:cubicBezTo>
                      <a:pt x="623" y="1533"/>
                      <a:pt x="715" y="1550"/>
                      <a:pt x="804" y="1550"/>
                    </a:cubicBezTo>
                    <a:cubicBezTo>
                      <a:pt x="1101" y="1550"/>
                      <a:pt x="1381" y="1370"/>
                      <a:pt x="1495" y="1078"/>
                    </a:cubicBezTo>
                    <a:cubicBezTo>
                      <a:pt x="1572" y="884"/>
                      <a:pt x="1556" y="678"/>
                      <a:pt x="1476" y="500"/>
                    </a:cubicBezTo>
                    <a:cubicBezTo>
                      <a:pt x="1408" y="302"/>
                      <a:pt x="1257" y="134"/>
                      <a:pt x="1046" y="51"/>
                    </a:cubicBezTo>
                    <a:cubicBezTo>
                      <a:pt x="958" y="17"/>
                      <a:pt x="86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8"/>
              <p:cNvSpPr/>
              <p:nvPr/>
            </p:nvSpPr>
            <p:spPr>
              <a:xfrm>
                <a:off x="-2259050" y="2223338"/>
                <a:ext cx="39325" cy="38775"/>
              </a:xfrm>
              <a:custGeom>
                <a:rect b="b" l="l" r="r" t="t"/>
                <a:pathLst>
                  <a:path extrusionOk="0" h="1551" w="1573">
                    <a:moveTo>
                      <a:pt x="1505" y="877"/>
                    </a:moveTo>
                    <a:cubicBezTo>
                      <a:pt x="1505" y="881"/>
                      <a:pt x="1503" y="885"/>
                      <a:pt x="1502" y="887"/>
                    </a:cubicBezTo>
                    <a:cubicBezTo>
                      <a:pt x="1504" y="883"/>
                      <a:pt x="1505" y="879"/>
                      <a:pt x="1505" y="877"/>
                    </a:cubicBezTo>
                    <a:close/>
                    <a:moveTo>
                      <a:pt x="439" y="1404"/>
                    </a:moveTo>
                    <a:cubicBezTo>
                      <a:pt x="460" y="1413"/>
                      <a:pt x="482" y="1424"/>
                      <a:pt x="504" y="1433"/>
                    </a:cubicBezTo>
                    <a:cubicBezTo>
                      <a:pt x="482" y="1424"/>
                      <a:pt x="460" y="1414"/>
                      <a:pt x="439" y="1404"/>
                    </a:cubicBezTo>
                    <a:close/>
                    <a:moveTo>
                      <a:pt x="777" y="1"/>
                    </a:moveTo>
                    <a:cubicBezTo>
                      <a:pt x="481" y="1"/>
                      <a:pt x="201" y="180"/>
                      <a:pt x="86" y="472"/>
                    </a:cubicBezTo>
                    <a:cubicBezTo>
                      <a:pt x="0" y="689"/>
                      <a:pt x="25" y="919"/>
                      <a:pt x="131" y="1108"/>
                    </a:cubicBezTo>
                    <a:cubicBezTo>
                      <a:pt x="207" y="1279"/>
                      <a:pt x="346" y="1424"/>
                      <a:pt x="535" y="1499"/>
                    </a:cubicBezTo>
                    <a:cubicBezTo>
                      <a:pt x="624" y="1534"/>
                      <a:pt x="715" y="1550"/>
                      <a:pt x="805" y="1550"/>
                    </a:cubicBezTo>
                    <a:cubicBezTo>
                      <a:pt x="1101" y="1550"/>
                      <a:pt x="1381" y="1371"/>
                      <a:pt x="1496" y="1079"/>
                    </a:cubicBezTo>
                    <a:cubicBezTo>
                      <a:pt x="1572" y="883"/>
                      <a:pt x="1558" y="679"/>
                      <a:pt x="1476" y="501"/>
                    </a:cubicBezTo>
                    <a:cubicBezTo>
                      <a:pt x="1408" y="303"/>
                      <a:pt x="1257" y="135"/>
                      <a:pt x="1047" y="52"/>
                    </a:cubicBezTo>
                    <a:cubicBezTo>
                      <a:pt x="958" y="17"/>
                      <a:pt x="867"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8"/>
              <p:cNvSpPr/>
              <p:nvPr/>
            </p:nvSpPr>
            <p:spPr>
              <a:xfrm>
                <a:off x="-2252275" y="2229838"/>
                <a:ext cx="24300" cy="23125"/>
              </a:xfrm>
              <a:custGeom>
                <a:rect b="b" l="l" r="r" t="t"/>
                <a:pathLst>
                  <a:path extrusionOk="0" h="925" w="972">
                    <a:moveTo>
                      <a:pt x="468" y="1"/>
                    </a:moveTo>
                    <a:cubicBezTo>
                      <a:pt x="236" y="1"/>
                      <a:pt x="40" y="178"/>
                      <a:pt x="18" y="414"/>
                    </a:cubicBezTo>
                    <a:cubicBezTo>
                      <a:pt x="1" y="611"/>
                      <a:pt x="111" y="788"/>
                      <a:pt x="279" y="866"/>
                    </a:cubicBezTo>
                    <a:lnTo>
                      <a:pt x="279" y="869"/>
                    </a:lnTo>
                    <a:cubicBezTo>
                      <a:pt x="333" y="896"/>
                      <a:pt x="393" y="916"/>
                      <a:pt x="456" y="922"/>
                    </a:cubicBezTo>
                    <a:cubicBezTo>
                      <a:pt x="473" y="924"/>
                      <a:pt x="490" y="925"/>
                      <a:pt x="506" y="925"/>
                    </a:cubicBezTo>
                    <a:cubicBezTo>
                      <a:pt x="743" y="925"/>
                      <a:pt x="941" y="751"/>
                      <a:pt x="957" y="516"/>
                    </a:cubicBezTo>
                    <a:cubicBezTo>
                      <a:pt x="972" y="329"/>
                      <a:pt x="870" y="158"/>
                      <a:pt x="714" y="71"/>
                    </a:cubicBezTo>
                    <a:cubicBezTo>
                      <a:pt x="655" y="34"/>
                      <a:pt x="586" y="9"/>
                      <a:pt x="512" y="3"/>
                    </a:cubicBezTo>
                    <a:cubicBezTo>
                      <a:pt x="497" y="1"/>
                      <a:pt x="483"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8"/>
              <p:cNvSpPr/>
              <p:nvPr/>
            </p:nvSpPr>
            <p:spPr>
              <a:xfrm>
                <a:off x="-1975575" y="2193263"/>
                <a:ext cx="23375" cy="52875"/>
              </a:xfrm>
              <a:custGeom>
                <a:rect b="b" l="l" r="r" t="t"/>
                <a:pathLst>
                  <a:path extrusionOk="0" h="2115" w="935">
                    <a:moveTo>
                      <a:pt x="683" y="0"/>
                    </a:moveTo>
                    <a:lnTo>
                      <a:pt x="1" y="1743"/>
                    </a:lnTo>
                    <a:lnTo>
                      <a:pt x="1" y="2022"/>
                    </a:lnTo>
                    <a:lnTo>
                      <a:pt x="251" y="2115"/>
                    </a:lnTo>
                    <a:lnTo>
                      <a:pt x="935" y="372"/>
                    </a:lnTo>
                    <a:lnTo>
                      <a:pt x="935" y="93"/>
                    </a:lnTo>
                    <a:lnTo>
                      <a:pt x="6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8"/>
              <p:cNvSpPr/>
              <p:nvPr/>
            </p:nvSpPr>
            <p:spPr>
              <a:xfrm>
                <a:off x="-2167200" y="1989363"/>
                <a:ext cx="134500" cy="203875"/>
              </a:xfrm>
              <a:custGeom>
                <a:rect b="b" l="l" r="r" t="t"/>
                <a:pathLst>
                  <a:path extrusionOk="0" h="8155" w="5380">
                    <a:moveTo>
                      <a:pt x="2881" y="0"/>
                    </a:moveTo>
                    <a:cubicBezTo>
                      <a:pt x="1808" y="0"/>
                      <a:pt x="775" y="428"/>
                      <a:pt x="15" y="1179"/>
                    </a:cubicBezTo>
                    <a:cubicBezTo>
                      <a:pt x="0" y="1485"/>
                      <a:pt x="155" y="1740"/>
                      <a:pt x="660" y="1803"/>
                    </a:cubicBezTo>
                    <a:cubicBezTo>
                      <a:pt x="2133" y="1988"/>
                      <a:pt x="3800" y="2316"/>
                      <a:pt x="2089" y="4028"/>
                    </a:cubicBezTo>
                    <a:cubicBezTo>
                      <a:pt x="595" y="5525"/>
                      <a:pt x="2520" y="5619"/>
                      <a:pt x="3030" y="5619"/>
                    </a:cubicBezTo>
                    <a:cubicBezTo>
                      <a:pt x="3104" y="5619"/>
                      <a:pt x="3148" y="5618"/>
                      <a:pt x="3148" y="5618"/>
                    </a:cubicBezTo>
                    <a:lnTo>
                      <a:pt x="3148" y="5618"/>
                    </a:lnTo>
                    <a:cubicBezTo>
                      <a:pt x="3148" y="5618"/>
                      <a:pt x="4018" y="6541"/>
                      <a:pt x="2706" y="6726"/>
                    </a:cubicBezTo>
                    <a:cubicBezTo>
                      <a:pt x="1948" y="6831"/>
                      <a:pt x="1688" y="7465"/>
                      <a:pt x="1857" y="8022"/>
                    </a:cubicBezTo>
                    <a:cubicBezTo>
                      <a:pt x="2198" y="8112"/>
                      <a:pt x="2542" y="8155"/>
                      <a:pt x="2883" y="8155"/>
                    </a:cubicBezTo>
                    <a:cubicBezTo>
                      <a:pt x="3587" y="8155"/>
                      <a:pt x="4275" y="7970"/>
                      <a:pt x="4881" y="7630"/>
                    </a:cubicBezTo>
                    <a:cubicBezTo>
                      <a:pt x="4438" y="7437"/>
                      <a:pt x="4058" y="7138"/>
                      <a:pt x="4365" y="6727"/>
                    </a:cubicBezTo>
                    <a:cubicBezTo>
                      <a:pt x="4934" y="5963"/>
                      <a:pt x="5380" y="4346"/>
                      <a:pt x="4348" y="4346"/>
                    </a:cubicBezTo>
                    <a:cubicBezTo>
                      <a:pt x="4298" y="4346"/>
                      <a:pt x="4244" y="4350"/>
                      <a:pt x="4187" y="4357"/>
                    </a:cubicBezTo>
                    <a:cubicBezTo>
                      <a:pt x="4143" y="4363"/>
                      <a:pt x="4102" y="4366"/>
                      <a:pt x="4064" y="4366"/>
                    </a:cubicBezTo>
                    <a:cubicBezTo>
                      <a:pt x="3007" y="4366"/>
                      <a:pt x="3753" y="2192"/>
                      <a:pt x="2957" y="1834"/>
                    </a:cubicBezTo>
                    <a:cubicBezTo>
                      <a:pt x="2333" y="1556"/>
                      <a:pt x="2444" y="467"/>
                      <a:pt x="3109" y="7"/>
                    </a:cubicBezTo>
                    <a:cubicBezTo>
                      <a:pt x="3033" y="2"/>
                      <a:pt x="2957" y="0"/>
                      <a:pt x="2881"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8"/>
              <p:cNvSpPr/>
              <p:nvPr/>
            </p:nvSpPr>
            <p:spPr>
              <a:xfrm>
                <a:off x="-2197600" y="1989338"/>
                <a:ext cx="205850" cy="207900"/>
              </a:xfrm>
              <a:custGeom>
                <a:rect b="b" l="l" r="r" t="t"/>
                <a:pathLst>
                  <a:path extrusionOk="0" h="8316" w="8234">
                    <a:moveTo>
                      <a:pt x="8150" y="4500"/>
                    </a:moveTo>
                    <a:cubicBezTo>
                      <a:pt x="8150" y="4505"/>
                      <a:pt x="8150" y="4512"/>
                      <a:pt x="8149" y="4517"/>
                    </a:cubicBezTo>
                    <a:cubicBezTo>
                      <a:pt x="8149" y="4511"/>
                      <a:pt x="8150" y="4505"/>
                      <a:pt x="8150" y="4500"/>
                    </a:cubicBezTo>
                    <a:close/>
                    <a:moveTo>
                      <a:pt x="8136" y="4636"/>
                    </a:moveTo>
                    <a:cubicBezTo>
                      <a:pt x="8136" y="4637"/>
                      <a:pt x="8135" y="4638"/>
                      <a:pt x="8135" y="4639"/>
                    </a:cubicBezTo>
                    <a:lnTo>
                      <a:pt x="8135" y="4639"/>
                    </a:lnTo>
                    <a:cubicBezTo>
                      <a:pt x="8135" y="4638"/>
                      <a:pt x="8136" y="4637"/>
                      <a:pt x="8136" y="4636"/>
                    </a:cubicBezTo>
                    <a:close/>
                    <a:moveTo>
                      <a:pt x="1080" y="6817"/>
                    </a:moveTo>
                    <a:lnTo>
                      <a:pt x="1080" y="6817"/>
                    </a:lnTo>
                    <a:cubicBezTo>
                      <a:pt x="1081" y="6819"/>
                      <a:pt x="1082" y="6820"/>
                      <a:pt x="1084" y="6822"/>
                    </a:cubicBezTo>
                    <a:cubicBezTo>
                      <a:pt x="1082" y="6821"/>
                      <a:pt x="1081" y="6820"/>
                      <a:pt x="1080" y="6817"/>
                    </a:cubicBezTo>
                    <a:close/>
                    <a:moveTo>
                      <a:pt x="1469" y="7194"/>
                    </a:moveTo>
                    <a:cubicBezTo>
                      <a:pt x="1490" y="7212"/>
                      <a:pt x="1510" y="7229"/>
                      <a:pt x="1531" y="7246"/>
                    </a:cubicBezTo>
                    <a:cubicBezTo>
                      <a:pt x="1509" y="7229"/>
                      <a:pt x="1489" y="7212"/>
                      <a:pt x="1469" y="7194"/>
                    </a:cubicBezTo>
                    <a:close/>
                    <a:moveTo>
                      <a:pt x="1595" y="7297"/>
                    </a:moveTo>
                    <a:lnTo>
                      <a:pt x="1595" y="7297"/>
                    </a:lnTo>
                    <a:cubicBezTo>
                      <a:pt x="1623" y="7318"/>
                      <a:pt x="1651" y="7340"/>
                      <a:pt x="1680" y="7362"/>
                    </a:cubicBezTo>
                    <a:cubicBezTo>
                      <a:pt x="1650" y="7341"/>
                      <a:pt x="1622" y="7319"/>
                      <a:pt x="1595" y="7297"/>
                    </a:cubicBezTo>
                    <a:close/>
                    <a:moveTo>
                      <a:pt x="5632" y="7855"/>
                    </a:moveTo>
                    <a:cubicBezTo>
                      <a:pt x="5566" y="7883"/>
                      <a:pt x="5501" y="7908"/>
                      <a:pt x="5435" y="7930"/>
                    </a:cubicBezTo>
                    <a:cubicBezTo>
                      <a:pt x="5501" y="7906"/>
                      <a:pt x="5566" y="7883"/>
                      <a:pt x="5632" y="7855"/>
                    </a:cubicBezTo>
                    <a:close/>
                    <a:moveTo>
                      <a:pt x="5233" y="7993"/>
                    </a:moveTo>
                    <a:cubicBezTo>
                      <a:pt x="5132" y="8024"/>
                      <a:pt x="5029" y="8049"/>
                      <a:pt x="4925" y="8071"/>
                    </a:cubicBezTo>
                    <a:cubicBezTo>
                      <a:pt x="5028" y="8049"/>
                      <a:pt x="5132" y="8023"/>
                      <a:pt x="5233" y="7993"/>
                    </a:cubicBezTo>
                    <a:close/>
                    <a:moveTo>
                      <a:pt x="4822" y="8091"/>
                    </a:moveTo>
                    <a:cubicBezTo>
                      <a:pt x="4753" y="8105"/>
                      <a:pt x="4683" y="8115"/>
                      <a:pt x="4612" y="8123"/>
                    </a:cubicBezTo>
                    <a:cubicBezTo>
                      <a:pt x="4682" y="8115"/>
                      <a:pt x="4752" y="8105"/>
                      <a:pt x="4822" y="8091"/>
                    </a:cubicBezTo>
                    <a:close/>
                    <a:moveTo>
                      <a:pt x="4097" y="1"/>
                    </a:moveTo>
                    <a:cubicBezTo>
                      <a:pt x="2386" y="1"/>
                      <a:pt x="774" y="1086"/>
                      <a:pt x="212" y="2841"/>
                    </a:cubicBezTo>
                    <a:cubicBezTo>
                      <a:pt x="71" y="3280"/>
                      <a:pt x="11" y="3729"/>
                      <a:pt x="22" y="4170"/>
                    </a:cubicBezTo>
                    <a:cubicBezTo>
                      <a:pt x="1" y="5736"/>
                      <a:pt x="890" y="7240"/>
                      <a:pt x="2366" y="7929"/>
                    </a:cubicBezTo>
                    <a:cubicBezTo>
                      <a:pt x="2930" y="8192"/>
                      <a:pt x="3518" y="8316"/>
                      <a:pt x="4096" y="8316"/>
                    </a:cubicBezTo>
                    <a:cubicBezTo>
                      <a:pt x="5807" y="8316"/>
                      <a:pt x="7419" y="7231"/>
                      <a:pt x="7981" y="5475"/>
                    </a:cubicBezTo>
                    <a:cubicBezTo>
                      <a:pt x="8110" y="5073"/>
                      <a:pt x="8169" y="4663"/>
                      <a:pt x="8169" y="4256"/>
                    </a:cubicBezTo>
                    <a:cubicBezTo>
                      <a:pt x="8234" y="2650"/>
                      <a:pt x="7336" y="1091"/>
                      <a:pt x="5827" y="387"/>
                    </a:cubicBezTo>
                    <a:cubicBezTo>
                      <a:pt x="5264" y="124"/>
                      <a:pt x="4675" y="1"/>
                      <a:pt x="4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8"/>
              <p:cNvSpPr/>
              <p:nvPr/>
            </p:nvSpPr>
            <p:spPr>
              <a:xfrm>
                <a:off x="-2149900" y="2043388"/>
                <a:ext cx="109250" cy="95825"/>
              </a:xfrm>
              <a:custGeom>
                <a:rect b="b" l="l" r="r" t="t"/>
                <a:pathLst>
                  <a:path extrusionOk="0" h="3833" w="4370">
                    <a:moveTo>
                      <a:pt x="2190" y="0"/>
                    </a:moveTo>
                    <a:cubicBezTo>
                      <a:pt x="1932" y="0"/>
                      <a:pt x="1670" y="52"/>
                      <a:pt x="1419" y="162"/>
                    </a:cubicBezTo>
                    <a:cubicBezTo>
                      <a:pt x="446" y="588"/>
                      <a:pt x="1" y="1718"/>
                      <a:pt x="424" y="2686"/>
                    </a:cubicBezTo>
                    <a:cubicBezTo>
                      <a:pt x="738" y="3404"/>
                      <a:pt x="1441" y="3832"/>
                      <a:pt x="2180" y="3832"/>
                    </a:cubicBezTo>
                    <a:cubicBezTo>
                      <a:pt x="2438" y="3832"/>
                      <a:pt x="2700" y="3780"/>
                      <a:pt x="2951" y="3670"/>
                    </a:cubicBezTo>
                    <a:cubicBezTo>
                      <a:pt x="3924" y="3245"/>
                      <a:pt x="4369" y="2116"/>
                      <a:pt x="3946" y="1147"/>
                    </a:cubicBezTo>
                    <a:cubicBezTo>
                      <a:pt x="3632" y="428"/>
                      <a:pt x="2929" y="0"/>
                      <a:pt x="2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8"/>
              <p:cNvSpPr/>
              <p:nvPr/>
            </p:nvSpPr>
            <p:spPr>
              <a:xfrm>
                <a:off x="-2107125" y="2079913"/>
                <a:ext cx="23875" cy="22775"/>
              </a:xfrm>
              <a:custGeom>
                <a:rect b="b" l="l" r="r" t="t"/>
                <a:pathLst>
                  <a:path extrusionOk="0" h="911" w="955">
                    <a:moveTo>
                      <a:pt x="478" y="1"/>
                    </a:moveTo>
                    <a:cubicBezTo>
                      <a:pt x="264" y="1"/>
                      <a:pt x="63" y="153"/>
                      <a:pt x="27" y="391"/>
                    </a:cubicBezTo>
                    <a:cubicBezTo>
                      <a:pt x="1" y="560"/>
                      <a:pt x="77" y="735"/>
                      <a:pt x="219" y="830"/>
                    </a:cubicBezTo>
                    <a:cubicBezTo>
                      <a:pt x="300" y="885"/>
                      <a:pt x="390" y="911"/>
                      <a:pt x="477" y="911"/>
                    </a:cubicBezTo>
                    <a:cubicBezTo>
                      <a:pt x="691" y="911"/>
                      <a:pt x="892" y="759"/>
                      <a:pt x="929" y="521"/>
                    </a:cubicBezTo>
                    <a:cubicBezTo>
                      <a:pt x="954" y="351"/>
                      <a:pt x="878" y="177"/>
                      <a:pt x="737" y="81"/>
                    </a:cubicBezTo>
                    <a:cubicBezTo>
                      <a:pt x="655" y="26"/>
                      <a:pt x="565" y="1"/>
                      <a:pt x="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8"/>
              <p:cNvSpPr/>
              <p:nvPr/>
            </p:nvSpPr>
            <p:spPr>
              <a:xfrm>
                <a:off x="-2146875" y="2271113"/>
                <a:ext cx="24300" cy="23125"/>
              </a:xfrm>
              <a:custGeom>
                <a:rect b="b" l="l" r="r" t="t"/>
                <a:pathLst>
                  <a:path extrusionOk="0" h="925" w="972">
                    <a:moveTo>
                      <a:pt x="468" y="1"/>
                    </a:moveTo>
                    <a:cubicBezTo>
                      <a:pt x="236" y="1"/>
                      <a:pt x="39" y="178"/>
                      <a:pt x="18" y="415"/>
                    </a:cubicBezTo>
                    <a:cubicBezTo>
                      <a:pt x="0" y="611"/>
                      <a:pt x="111" y="788"/>
                      <a:pt x="279" y="867"/>
                    </a:cubicBezTo>
                    <a:lnTo>
                      <a:pt x="279" y="869"/>
                    </a:lnTo>
                    <a:cubicBezTo>
                      <a:pt x="333" y="897"/>
                      <a:pt x="393" y="916"/>
                      <a:pt x="456" y="922"/>
                    </a:cubicBezTo>
                    <a:cubicBezTo>
                      <a:pt x="473" y="924"/>
                      <a:pt x="489" y="925"/>
                      <a:pt x="506" y="925"/>
                    </a:cubicBezTo>
                    <a:cubicBezTo>
                      <a:pt x="742" y="925"/>
                      <a:pt x="941" y="751"/>
                      <a:pt x="957" y="516"/>
                    </a:cubicBezTo>
                    <a:cubicBezTo>
                      <a:pt x="972" y="331"/>
                      <a:pt x="869" y="161"/>
                      <a:pt x="714" y="71"/>
                    </a:cubicBezTo>
                    <a:cubicBezTo>
                      <a:pt x="654" y="34"/>
                      <a:pt x="586" y="9"/>
                      <a:pt x="511" y="3"/>
                    </a:cubicBezTo>
                    <a:cubicBezTo>
                      <a:pt x="497" y="1"/>
                      <a:pt x="482"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8"/>
              <p:cNvSpPr/>
              <p:nvPr/>
            </p:nvSpPr>
            <p:spPr>
              <a:xfrm>
                <a:off x="-2093700" y="2291263"/>
                <a:ext cx="24300" cy="23150"/>
              </a:xfrm>
              <a:custGeom>
                <a:rect b="b" l="l" r="r" t="t"/>
                <a:pathLst>
                  <a:path extrusionOk="0" h="926" w="972">
                    <a:moveTo>
                      <a:pt x="469" y="1"/>
                    </a:moveTo>
                    <a:cubicBezTo>
                      <a:pt x="236" y="1"/>
                      <a:pt x="39" y="178"/>
                      <a:pt x="18" y="415"/>
                    </a:cubicBezTo>
                    <a:cubicBezTo>
                      <a:pt x="0" y="611"/>
                      <a:pt x="111" y="788"/>
                      <a:pt x="279" y="868"/>
                    </a:cubicBezTo>
                    <a:lnTo>
                      <a:pt x="279" y="869"/>
                    </a:lnTo>
                    <a:cubicBezTo>
                      <a:pt x="333" y="897"/>
                      <a:pt x="393" y="916"/>
                      <a:pt x="456" y="922"/>
                    </a:cubicBezTo>
                    <a:cubicBezTo>
                      <a:pt x="473" y="924"/>
                      <a:pt x="490" y="925"/>
                      <a:pt x="507" y="925"/>
                    </a:cubicBezTo>
                    <a:cubicBezTo>
                      <a:pt x="743" y="925"/>
                      <a:pt x="941" y="751"/>
                      <a:pt x="957" y="517"/>
                    </a:cubicBezTo>
                    <a:cubicBezTo>
                      <a:pt x="972" y="331"/>
                      <a:pt x="870" y="161"/>
                      <a:pt x="714" y="71"/>
                    </a:cubicBezTo>
                    <a:cubicBezTo>
                      <a:pt x="655" y="34"/>
                      <a:pt x="587" y="9"/>
                      <a:pt x="511" y="3"/>
                    </a:cubicBezTo>
                    <a:cubicBezTo>
                      <a:pt x="497" y="2"/>
                      <a:pt x="483"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8"/>
              <p:cNvSpPr/>
              <p:nvPr/>
            </p:nvSpPr>
            <p:spPr>
              <a:xfrm>
                <a:off x="-2222725" y="2179463"/>
                <a:ext cx="114350" cy="64025"/>
              </a:xfrm>
              <a:custGeom>
                <a:rect b="b" l="l" r="r" t="t"/>
                <a:pathLst>
                  <a:path extrusionOk="0" h="2561" w="4574">
                    <a:moveTo>
                      <a:pt x="355" y="0"/>
                    </a:moveTo>
                    <a:lnTo>
                      <a:pt x="0" y="908"/>
                    </a:lnTo>
                    <a:lnTo>
                      <a:pt x="3360" y="2224"/>
                    </a:lnTo>
                    <a:lnTo>
                      <a:pt x="4010" y="2479"/>
                    </a:lnTo>
                    <a:lnTo>
                      <a:pt x="4217" y="2560"/>
                    </a:lnTo>
                    <a:lnTo>
                      <a:pt x="4573" y="1652"/>
                    </a:lnTo>
                    <a:lnTo>
                      <a:pt x="3807" y="1352"/>
                    </a:lnTo>
                    <a:lnTo>
                      <a:pt x="3596" y="1269"/>
                    </a:lnTo>
                    <a:lnTo>
                      <a:pt x="1863" y="591"/>
                    </a:lnTo>
                    <a:lnTo>
                      <a:pt x="1545" y="466"/>
                    </a:lnTo>
                    <a:lnTo>
                      <a:pt x="3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97" name="Google Shape;5397;p68"/>
          <p:cNvGrpSpPr/>
          <p:nvPr/>
        </p:nvGrpSpPr>
        <p:grpSpPr>
          <a:xfrm>
            <a:off x="8397908" y="3661622"/>
            <a:ext cx="500560" cy="472885"/>
            <a:chOff x="-1174275" y="581450"/>
            <a:chExt cx="370100" cy="349638"/>
          </a:xfrm>
        </p:grpSpPr>
        <p:sp>
          <p:nvSpPr>
            <p:cNvPr id="5398" name="Google Shape;5398;p68"/>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8"/>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0" name="Google Shape;5400;p68"/>
          <p:cNvGrpSpPr/>
          <p:nvPr/>
        </p:nvGrpSpPr>
        <p:grpSpPr>
          <a:xfrm rot="-823633">
            <a:off x="640142" y="4347468"/>
            <a:ext cx="866963" cy="636465"/>
            <a:chOff x="-3031700" y="3408550"/>
            <a:chExt cx="323475" cy="237463"/>
          </a:xfrm>
        </p:grpSpPr>
        <p:sp>
          <p:nvSpPr>
            <p:cNvPr id="5401" name="Google Shape;5401;p68"/>
            <p:cNvSpPr/>
            <p:nvPr/>
          </p:nvSpPr>
          <p:spPr>
            <a:xfrm>
              <a:off x="-3031700" y="3408550"/>
              <a:ext cx="323425" cy="236300"/>
            </a:xfrm>
            <a:custGeom>
              <a:rect b="b" l="l" r="r" t="t"/>
              <a:pathLst>
                <a:path extrusionOk="0" h="9452" w="12937">
                  <a:moveTo>
                    <a:pt x="6968" y="1"/>
                  </a:moveTo>
                  <a:cubicBezTo>
                    <a:pt x="6829" y="1"/>
                    <a:pt x="6706" y="95"/>
                    <a:pt x="6686" y="228"/>
                  </a:cubicBezTo>
                  <a:lnTo>
                    <a:pt x="6684" y="228"/>
                  </a:lnTo>
                  <a:cubicBezTo>
                    <a:pt x="6683" y="239"/>
                    <a:pt x="6682" y="251"/>
                    <a:pt x="6682" y="263"/>
                  </a:cubicBezTo>
                  <a:lnTo>
                    <a:pt x="6682" y="289"/>
                  </a:lnTo>
                  <a:lnTo>
                    <a:pt x="792" y="289"/>
                  </a:lnTo>
                  <a:cubicBezTo>
                    <a:pt x="356" y="289"/>
                    <a:pt x="1" y="642"/>
                    <a:pt x="1" y="1079"/>
                  </a:cubicBezTo>
                  <a:lnTo>
                    <a:pt x="1" y="8660"/>
                  </a:lnTo>
                  <a:cubicBezTo>
                    <a:pt x="1" y="9097"/>
                    <a:pt x="355" y="9452"/>
                    <a:pt x="792" y="9452"/>
                  </a:cubicBezTo>
                  <a:lnTo>
                    <a:pt x="12146" y="9452"/>
                  </a:lnTo>
                  <a:cubicBezTo>
                    <a:pt x="12583" y="9452"/>
                    <a:pt x="12937" y="9098"/>
                    <a:pt x="12937" y="8660"/>
                  </a:cubicBezTo>
                  <a:lnTo>
                    <a:pt x="12937" y="1079"/>
                  </a:lnTo>
                  <a:cubicBezTo>
                    <a:pt x="12936" y="642"/>
                    <a:pt x="12583" y="289"/>
                    <a:pt x="12146" y="289"/>
                  </a:cubicBezTo>
                  <a:lnTo>
                    <a:pt x="11872" y="289"/>
                  </a:lnTo>
                  <a:lnTo>
                    <a:pt x="11872" y="263"/>
                  </a:lnTo>
                  <a:cubicBezTo>
                    <a:pt x="11872" y="251"/>
                    <a:pt x="11870" y="239"/>
                    <a:pt x="11869" y="228"/>
                  </a:cubicBezTo>
                  <a:lnTo>
                    <a:pt x="11868" y="228"/>
                  </a:lnTo>
                  <a:cubicBezTo>
                    <a:pt x="11851" y="95"/>
                    <a:pt x="11743" y="1"/>
                    <a:pt x="11604" y="1"/>
                  </a:cubicBezTo>
                  <a:lnTo>
                    <a:pt x="10284" y="1"/>
                  </a:lnTo>
                  <a:lnTo>
                    <a:pt x="10284" y="228"/>
                  </a:lnTo>
                  <a:lnTo>
                    <a:pt x="10284" y="288"/>
                  </a:lnTo>
                  <a:lnTo>
                    <a:pt x="10085" y="288"/>
                  </a:lnTo>
                  <a:lnTo>
                    <a:pt x="10085" y="228"/>
                  </a:lnTo>
                  <a:lnTo>
                    <a:pt x="10085" y="1"/>
                  </a:lnTo>
                  <a:lnTo>
                    <a:pt x="8497" y="1"/>
                  </a:lnTo>
                  <a:lnTo>
                    <a:pt x="8497" y="228"/>
                  </a:lnTo>
                  <a:lnTo>
                    <a:pt x="8497" y="288"/>
                  </a:lnTo>
                  <a:lnTo>
                    <a:pt x="8270" y="288"/>
                  </a:lnTo>
                  <a:lnTo>
                    <a:pt x="8270" y="228"/>
                  </a:lnTo>
                  <a:lnTo>
                    <a:pt x="8270" y="1"/>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2" name="Google Shape;5402;p68"/>
            <p:cNvGrpSpPr/>
            <p:nvPr/>
          </p:nvGrpSpPr>
          <p:grpSpPr>
            <a:xfrm>
              <a:off x="-3031650" y="3408613"/>
              <a:ext cx="323425" cy="237400"/>
              <a:chOff x="-2707800" y="2378775"/>
              <a:chExt cx="323425" cy="237400"/>
            </a:xfrm>
          </p:grpSpPr>
          <p:sp>
            <p:nvSpPr>
              <p:cNvPr id="5403" name="Google Shape;5403;p68"/>
              <p:cNvSpPr/>
              <p:nvPr/>
            </p:nvSpPr>
            <p:spPr>
              <a:xfrm>
                <a:off x="-2540875" y="2378775"/>
                <a:ext cx="39725" cy="29125"/>
              </a:xfrm>
              <a:custGeom>
                <a:rect b="b" l="l" r="r" t="t"/>
                <a:pathLst>
                  <a:path extrusionOk="0" h="1165" w="1589">
                    <a:moveTo>
                      <a:pt x="287" y="1"/>
                    </a:moveTo>
                    <a:cubicBezTo>
                      <a:pt x="147" y="2"/>
                      <a:pt x="24" y="96"/>
                      <a:pt x="4" y="229"/>
                    </a:cubicBezTo>
                    <a:cubicBezTo>
                      <a:pt x="2" y="240"/>
                      <a:pt x="1" y="252"/>
                      <a:pt x="1" y="263"/>
                    </a:cubicBezTo>
                    <a:lnTo>
                      <a:pt x="1" y="1165"/>
                    </a:lnTo>
                    <a:lnTo>
                      <a:pt x="1588" y="1165"/>
                    </a:lnTo>
                    <a:lnTo>
                      <a:pt x="1588" y="228"/>
                    </a:lnTo>
                    <a:lnTo>
                      <a:pt x="15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8"/>
              <p:cNvSpPr/>
              <p:nvPr/>
            </p:nvSpPr>
            <p:spPr>
              <a:xfrm>
                <a:off x="-2495450" y="2378800"/>
                <a:ext cx="39700" cy="29075"/>
              </a:xfrm>
              <a:custGeom>
                <a:rect b="b" l="l" r="r" t="t"/>
                <a:pathLst>
                  <a:path extrusionOk="0" h="1163" w="1588">
                    <a:moveTo>
                      <a:pt x="0" y="1"/>
                    </a:moveTo>
                    <a:lnTo>
                      <a:pt x="0" y="228"/>
                    </a:lnTo>
                    <a:lnTo>
                      <a:pt x="0" y="1163"/>
                    </a:lnTo>
                    <a:lnTo>
                      <a:pt x="1587" y="1163"/>
                    </a:lnTo>
                    <a:lnTo>
                      <a:pt x="1587" y="228"/>
                    </a:lnTo>
                    <a:lnTo>
                      <a:pt x="15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8"/>
              <p:cNvSpPr/>
              <p:nvPr/>
            </p:nvSpPr>
            <p:spPr>
              <a:xfrm>
                <a:off x="-2450775" y="2378775"/>
                <a:ext cx="39725" cy="29125"/>
              </a:xfrm>
              <a:custGeom>
                <a:rect b="b" l="l" r="r" t="t"/>
                <a:pathLst>
                  <a:path extrusionOk="0" h="1165" w="1589">
                    <a:moveTo>
                      <a:pt x="1" y="1"/>
                    </a:moveTo>
                    <a:lnTo>
                      <a:pt x="1" y="229"/>
                    </a:lnTo>
                    <a:lnTo>
                      <a:pt x="1" y="1165"/>
                    </a:lnTo>
                    <a:lnTo>
                      <a:pt x="1589" y="1165"/>
                    </a:lnTo>
                    <a:lnTo>
                      <a:pt x="1589" y="263"/>
                    </a:lnTo>
                    <a:cubicBezTo>
                      <a:pt x="1588" y="251"/>
                      <a:pt x="1588" y="240"/>
                      <a:pt x="1586" y="229"/>
                    </a:cubicBezTo>
                    <a:cubicBezTo>
                      <a:pt x="1568" y="96"/>
                      <a:pt x="1460" y="1"/>
                      <a:pt x="13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8"/>
              <p:cNvSpPr/>
              <p:nvPr/>
            </p:nvSpPr>
            <p:spPr>
              <a:xfrm>
                <a:off x="-2707800" y="2387075"/>
                <a:ext cx="323425" cy="229100"/>
              </a:xfrm>
              <a:custGeom>
                <a:rect b="b" l="l" r="r" t="t"/>
                <a:pathLst>
                  <a:path extrusionOk="0" h="9164" w="12937">
                    <a:moveTo>
                      <a:pt x="792" y="1"/>
                    </a:moveTo>
                    <a:cubicBezTo>
                      <a:pt x="355" y="1"/>
                      <a:pt x="1" y="356"/>
                      <a:pt x="1" y="791"/>
                    </a:cubicBezTo>
                    <a:lnTo>
                      <a:pt x="1" y="8373"/>
                    </a:lnTo>
                    <a:cubicBezTo>
                      <a:pt x="1" y="8810"/>
                      <a:pt x="356" y="9164"/>
                      <a:pt x="792" y="9164"/>
                    </a:cubicBezTo>
                    <a:lnTo>
                      <a:pt x="12146" y="9164"/>
                    </a:lnTo>
                    <a:cubicBezTo>
                      <a:pt x="12583" y="9164"/>
                      <a:pt x="12936" y="8809"/>
                      <a:pt x="12937" y="8373"/>
                    </a:cubicBezTo>
                    <a:lnTo>
                      <a:pt x="12937" y="791"/>
                    </a:lnTo>
                    <a:cubicBezTo>
                      <a:pt x="12937" y="355"/>
                      <a:pt x="12583" y="1"/>
                      <a:pt x="121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8"/>
              <p:cNvSpPr/>
              <p:nvPr/>
            </p:nvSpPr>
            <p:spPr>
              <a:xfrm>
                <a:off x="-2645875" y="2538050"/>
                <a:ext cx="224800" cy="29075"/>
              </a:xfrm>
              <a:custGeom>
                <a:rect b="b" l="l" r="r" t="t"/>
                <a:pathLst>
                  <a:path extrusionOk="0" h="1163" w="8992">
                    <a:moveTo>
                      <a:pt x="141" y="0"/>
                    </a:moveTo>
                    <a:cubicBezTo>
                      <a:pt x="64" y="0"/>
                      <a:pt x="1" y="63"/>
                      <a:pt x="1" y="141"/>
                    </a:cubicBezTo>
                    <a:lnTo>
                      <a:pt x="1" y="1022"/>
                    </a:lnTo>
                    <a:cubicBezTo>
                      <a:pt x="1" y="1099"/>
                      <a:pt x="64" y="1162"/>
                      <a:pt x="141" y="1162"/>
                    </a:cubicBezTo>
                    <a:lnTo>
                      <a:pt x="8851" y="1162"/>
                    </a:lnTo>
                    <a:cubicBezTo>
                      <a:pt x="8928" y="1162"/>
                      <a:pt x="8991" y="1099"/>
                      <a:pt x="8991" y="1022"/>
                    </a:cubicBezTo>
                    <a:lnTo>
                      <a:pt x="8991" y="141"/>
                    </a:lnTo>
                    <a:cubicBezTo>
                      <a:pt x="8991" y="63"/>
                      <a:pt x="8928" y="0"/>
                      <a:pt x="8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8"/>
              <p:cNvSpPr/>
              <p:nvPr/>
            </p:nvSpPr>
            <p:spPr>
              <a:xfrm>
                <a:off x="-2700050" y="2444600"/>
                <a:ext cx="307650" cy="165175"/>
              </a:xfrm>
              <a:custGeom>
                <a:rect b="b" l="l" r="r" t="t"/>
                <a:pathLst>
                  <a:path extrusionOk="0" h="6607" w="12306">
                    <a:moveTo>
                      <a:pt x="1508" y="0"/>
                    </a:moveTo>
                    <a:lnTo>
                      <a:pt x="1" y="604"/>
                    </a:lnTo>
                    <a:lnTo>
                      <a:pt x="1" y="6137"/>
                    </a:lnTo>
                    <a:cubicBezTo>
                      <a:pt x="1" y="6396"/>
                      <a:pt x="210" y="6606"/>
                      <a:pt x="470" y="6606"/>
                    </a:cubicBezTo>
                    <a:lnTo>
                      <a:pt x="11837" y="6606"/>
                    </a:lnTo>
                    <a:cubicBezTo>
                      <a:pt x="12097" y="6606"/>
                      <a:pt x="12306" y="6396"/>
                      <a:pt x="12306" y="6137"/>
                    </a:cubicBezTo>
                    <a:lnTo>
                      <a:pt x="12306" y="604"/>
                    </a:lnTo>
                    <a:lnTo>
                      <a:pt x="11702" y="0"/>
                    </a:lnTo>
                    <a:lnTo>
                      <a:pt x="11702" y="5772"/>
                    </a:lnTo>
                    <a:lnTo>
                      <a:pt x="11704" y="5772"/>
                    </a:lnTo>
                    <a:cubicBezTo>
                      <a:pt x="11704" y="5899"/>
                      <a:pt x="11601" y="6003"/>
                      <a:pt x="11474" y="6003"/>
                    </a:cubicBezTo>
                    <a:lnTo>
                      <a:pt x="1737" y="6003"/>
                    </a:lnTo>
                    <a:cubicBezTo>
                      <a:pt x="1611" y="6003"/>
                      <a:pt x="1508" y="5899"/>
                      <a:pt x="1508" y="5772"/>
                    </a:cubicBezTo>
                    <a:lnTo>
                      <a:pt x="150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8"/>
              <p:cNvSpPr/>
              <p:nvPr/>
            </p:nvSpPr>
            <p:spPr>
              <a:xfrm>
                <a:off x="-2687925" y="2582975"/>
                <a:ext cx="4275" cy="32075"/>
              </a:xfrm>
              <a:custGeom>
                <a:rect b="b" l="l" r="r" t="t"/>
                <a:pathLst>
                  <a:path extrusionOk="0" h="1283" w="171">
                    <a:moveTo>
                      <a:pt x="1" y="0"/>
                    </a:moveTo>
                    <a:lnTo>
                      <a:pt x="1" y="1283"/>
                    </a:lnTo>
                    <a:lnTo>
                      <a:pt x="171" y="1283"/>
                    </a:lnTo>
                    <a:lnTo>
                      <a:pt x="171" y="81"/>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8"/>
              <p:cNvSpPr/>
              <p:nvPr/>
            </p:nvSpPr>
            <p:spPr>
              <a:xfrm>
                <a:off x="-2681550" y="2586050"/>
                <a:ext cx="3575" cy="29000"/>
              </a:xfrm>
              <a:custGeom>
                <a:rect b="b" l="l" r="r" t="t"/>
                <a:pathLst>
                  <a:path extrusionOk="0" h="1160" w="143">
                    <a:moveTo>
                      <a:pt x="0" y="1"/>
                    </a:moveTo>
                    <a:lnTo>
                      <a:pt x="0" y="1160"/>
                    </a:lnTo>
                    <a:lnTo>
                      <a:pt x="143" y="1160"/>
                    </a:lnTo>
                    <a:lnTo>
                      <a:pt x="143" y="80"/>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8"/>
              <p:cNvSpPr/>
              <p:nvPr/>
            </p:nvSpPr>
            <p:spPr>
              <a:xfrm>
                <a:off x="-2675875" y="2589125"/>
                <a:ext cx="3575" cy="25925"/>
              </a:xfrm>
              <a:custGeom>
                <a:rect b="b" l="l" r="r" t="t"/>
                <a:pathLst>
                  <a:path extrusionOk="0" h="1037" w="143">
                    <a:moveTo>
                      <a:pt x="0" y="1"/>
                    </a:moveTo>
                    <a:lnTo>
                      <a:pt x="0" y="1037"/>
                    </a:lnTo>
                    <a:lnTo>
                      <a:pt x="143" y="1037"/>
                    </a:lnTo>
                    <a:lnTo>
                      <a:pt x="143" y="79"/>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8"/>
              <p:cNvSpPr/>
              <p:nvPr/>
            </p:nvSpPr>
            <p:spPr>
              <a:xfrm>
                <a:off x="-2700000" y="2395100"/>
                <a:ext cx="307825" cy="72175"/>
              </a:xfrm>
              <a:custGeom>
                <a:rect b="b" l="l" r="r" t="t"/>
                <a:pathLst>
                  <a:path extrusionOk="0" h="2887" w="12313">
                    <a:moveTo>
                      <a:pt x="468" y="0"/>
                    </a:moveTo>
                    <a:cubicBezTo>
                      <a:pt x="208" y="0"/>
                      <a:pt x="1" y="229"/>
                      <a:pt x="1" y="489"/>
                    </a:cubicBezTo>
                    <a:lnTo>
                      <a:pt x="1" y="2584"/>
                    </a:lnTo>
                    <a:lnTo>
                      <a:pt x="484" y="2390"/>
                    </a:lnTo>
                    <a:lnTo>
                      <a:pt x="484" y="2560"/>
                    </a:lnTo>
                    <a:lnTo>
                      <a:pt x="654" y="2639"/>
                    </a:lnTo>
                    <a:lnTo>
                      <a:pt x="654" y="2322"/>
                    </a:lnTo>
                    <a:lnTo>
                      <a:pt x="738" y="2288"/>
                    </a:lnTo>
                    <a:lnTo>
                      <a:pt x="738" y="2684"/>
                    </a:lnTo>
                    <a:lnTo>
                      <a:pt x="881" y="2763"/>
                    </a:lnTo>
                    <a:lnTo>
                      <a:pt x="881" y="2231"/>
                    </a:lnTo>
                    <a:lnTo>
                      <a:pt x="965" y="2198"/>
                    </a:lnTo>
                    <a:lnTo>
                      <a:pt x="965" y="2808"/>
                    </a:lnTo>
                    <a:lnTo>
                      <a:pt x="1108" y="2887"/>
                    </a:lnTo>
                    <a:lnTo>
                      <a:pt x="1108" y="2141"/>
                    </a:lnTo>
                    <a:lnTo>
                      <a:pt x="1505" y="1981"/>
                    </a:lnTo>
                    <a:lnTo>
                      <a:pt x="1505" y="1456"/>
                    </a:lnTo>
                    <a:cubicBezTo>
                      <a:pt x="1505" y="1330"/>
                      <a:pt x="1609" y="1222"/>
                      <a:pt x="1735" y="1222"/>
                    </a:cubicBezTo>
                    <a:lnTo>
                      <a:pt x="11472" y="1222"/>
                    </a:lnTo>
                    <a:cubicBezTo>
                      <a:pt x="11599" y="1222"/>
                      <a:pt x="11688" y="1330"/>
                      <a:pt x="11688" y="1456"/>
                    </a:cubicBezTo>
                    <a:lnTo>
                      <a:pt x="11688" y="1981"/>
                    </a:lnTo>
                    <a:lnTo>
                      <a:pt x="12312" y="2585"/>
                    </a:lnTo>
                    <a:lnTo>
                      <a:pt x="12312" y="490"/>
                    </a:lnTo>
                    <a:cubicBezTo>
                      <a:pt x="12312" y="229"/>
                      <a:pt x="12096" y="0"/>
                      <a:pt x="118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8"/>
              <p:cNvSpPr/>
              <p:nvPr/>
            </p:nvSpPr>
            <p:spPr>
              <a:xfrm>
                <a:off x="-2667425" y="2422755"/>
                <a:ext cx="265550" cy="169850"/>
              </a:xfrm>
              <a:custGeom>
                <a:rect b="b" l="l" r="r" t="t"/>
                <a:pathLst>
                  <a:path extrusionOk="0" h="6794" w="10622">
                    <a:moveTo>
                      <a:pt x="10163" y="337"/>
                    </a:moveTo>
                    <a:cubicBezTo>
                      <a:pt x="10244" y="337"/>
                      <a:pt x="10308" y="406"/>
                      <a:pt x="10308" y="493"/>
                    </a:cubicBezTo>
                    <a:lnTo>
                      <a:pt x="10308" y="6302"/>
                    </a:lnTo>
                    <a:cubicBezTo>
                      <a:pt x="10308" y="6388"/>
                      <a:pt x="10244" y="6457"/>
                      <a:pt x="10163" y="6457"/>
                    </a:cubicBezTo>
                    <a:lnTo>
                      <a:pt x="460" y="6457"/>
                    </a:lnTo>
                    <a:cubicBezTo>
                      <a:pt x="379" y="6457"/>
                      <a:pt x="315" y="6388"/>
                      <a:pt x="315" y="6302"/>
                    </a:cubicBezTo>
                    <a:lnTo>
                      <a:pt x="315" y="493"/>
                    </a:lnTo>
                    <a:cubicBezTo>
                      <a:pt x="315" y="406"/>
                      <a:pt x="379" y="337"/>
                      <a:pt x="460" y="337"/>
                    </a:cubicBezTo>
                    <a:close/>
                    <a:moveTo>
                      <a:pt x="458" y="0"/>
                    </a:moveTo>
                    <a:cubicBezTo>
                      <a:pt x="205" y="0"/>
                      <a:pt x="0" y="220"/>
                      <a:pt x="0" y="493"/>
                    </a:cubicBezTo>
                    <a:lnTo>
                      <a:pt x="0" y="6302"/>
                    </a:lnTo>
                    <a:cubicBezTo>
                      <a:pt x="0" y="6574"/>
                      <a:pt x="205" y="6794"/>
                      <a:pt x="458" y="6794"/>
                    </a:cubicBezTo>
                    <a:lnTo>
                      <a:pt x="10162" y="6794"/>
                    </a:lnTo>
                    <a:cubicBezTo>
                      <a:pt x="10415" y="6794"/>
                      <a:pt x="10622" y="6572"/>
                      <a:pt x="10621" y="6302"/>
                    </a:cubicBezTo>
                    <a:lnTo>
                      <a:pt x="10621" y="493"/>
                    </a:lnTo>
                    <a:cubicBezTo>
                      <a:pt x="10621" y="220"/>
                      <a:pt x="10415" y="0"/>
                      <a:pt x="10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4" name="Google Shape;5414;p68"/>
              <p:cNvGrpSpPr/>
              <p:nvPr/>
            </p:nvGrpSpPr>
            <p:grpSpPr>
              <a:xfrm rot="-30288">
                <a:off x="-2658134" y="2392530"/>
                <a:ext cx="249296" cy="188952"/>
                <a:chOff x="-2273495" y="2002057"/>
                <a:chExt cx="332782" cy="252263"/>
              </a:xfrm>
            </p:grpSpPr>
            <p:sp>
              <p:nvSpPr>
                <p:cNvPr id="5415" name="Google Shape;5415;p68"/>
                <p:cNvSpPr/>
                <p:nvPr/>
              </p:nvSpPr>
              <p:spPr>
                <a:xfrm rot="1176986">
                  <a:off x="-2254782" y="2046919"/>
                  <a:ext cx="295356" cy="162539"/>
                </a:xfrm>
                <a:custGeom>
                  <a:rect b="b" l="l" r="r" t="t"/>
                  <a:pathLst>
                    <a:path extrusionOk="0" h="6502" w="11815">
                      <a:moveTo>
                        <a:pt x="10085" y="0"/>
                      </a:moveTo>
                      <a:cubicBezTo>
                        <a:pt x="9955" y="0"/>
                        <a:pt x="9824" y="21"/>
                        <a:pt x="9694" y="66"/>
                      </a:cubicBezTo>
                      <a:lnTo>
                        <a:pt x="962" y="3066"/>
                      </a:lnTo>
                      <a:cubicBezTo>
                        <a:pt x="334" y="3281"/>
                        <a:pt x="1" y="3965"/>
                        <a:pt x="217" y="4593"/>
                      </a:cubicBezTo>
                      <a:lnTo>
                        <a:pt x="594" y="5690"/>
                      </a:lnTo>
                      <a:cubicBezTo>
                        <a:pt x="764" y="6188"/>
                        <a:pt x="1230" y="6501"/>
                        <a:pt x="1729" y="6501"/>
                      </a:cubicBezTo>
                      <a:cubicBezTo>
                        <a:pt x="1859" y="6501"/>
                        <a:pt x="1992" y="6480"/>
                        <a:pt x="2121" y="6435"/>
                      </a:cubicBezTo>
                      <a:lnTo>
                        <a:pt x="10853" y="3435"/>
                      </a:lnTo>
                      <a:cubicBezTo>
                        <a:pt x="11482" y="3220"/>
                        <a:pt x="11815" y="2535"/>
                        <a:pt x="11598" y="1908"/>
                      </a:cubicBezTo>
                      <a:lnTo>
                        <a:pt x="11222" y="811"/>
                      </a:lnTo>
                      <a:cubicBezTo>
                        <a:pt x="11051" y="313"/>
                        <a:pt x="10585" y="0"/>
                        <a:pt x="100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8"/>
                <p:cNvSpPr/>
                <p:nvPr/>
              </p:nvSpPr>
              <p:spPr>
                <a:xfrm rot="1176986">
                  <a:off x="-2157279" y="2104752"/>
                  <a:ext cx="66346" cy="46472"/>
                </a:xfrm>
                <a:custGeom>
                  <a:rect b="b" l="l" r="r" t="t"/>
                  <a:pathLst>
                    <a:path extrusionOk="0" h="1859" w="2654">
                      <a:moveTo>
                        <a:pt x="1786" y="1"/>
                      </a:moveTo>
                      <a:cubicBezTo>
                        <a:pt x="1704" y="1"/>
                        <a:pt x="1619" y="14"/>
                        <a:pt x="1536" y="43"/>
                      </a:cubicBezTo>
                      <a:lnTo>
                        <a:pt x="617" y="359"/>
                      </a:lnTo>
                      <a:cubicBezTo>
                        <a:pt x="214" y="497"/>
                        <a:pt x="1" y="936"/>
                        <a:pt x="138" y="1338"/>
                      </a:cubicBezTo>
                      <a:cubicBezTo>
                        <a:pt x="248" y="1658"/>
                        <a:pt x="547" y="1858"/>
                        <a:pt x="868" y="1858"/>
                      </a:cubicBezTo>
                      <a:cubicBezTo>
                        <a:pt x="951" y="1858"/>
                        <a:pt x="1035" y="1845"/>
                        <a:pt x="1117" y="1817"/>
                      </a:cubicBezTo>
                      <a:lnTo>
                        <a:pt x="2037" y="1500"/>
                      </a:lnTo>
                      <a:cubicBezTo>
                        <a:pt x="2439" y="1363"/>
                        <a:pt x="2654" y="924"/>
                        <a:pt x="2516" y="522"/>
                      </a:cubicBezTo>
                      <a:cubicBezTo>
                        <a:pt x="2406" y="202"/>
                        <a:pt x="2107" y="1"/>
                        <a:pt x="1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8"/>
                <p:cNvSpPr/>
                <p:nvPr/>
              </p:nvSpPr>
              <p:spPr>
                <a:xfrm rot="1176986">
                  <a:off x="-2079543" y="2109983"/>
                  <a:ext cx="25498" cy="37298"/>
                </a:xfrm>
                <a:custGeom>
                  <a:rect b="b" l="l" r="r" t="t"/>
                  <a:pathLst>
                    <a:path extrusionOk="0" h="1492" w="1020">
                      <a:moveTo>
                        <a:pt x="365" y="0"/>
                      </a:moveTo>
                      <a:cubicBezTo>
                        <a:pt x="330" y="0"/>
                        <a:pt x="294" y="6"/>
                        <a:pt x="259" y="18"/>
                      </a:cubicBezTo>
                      <a:cubicBezTo>
                        <a:pt x="91" y="75"/>
                        <a:pt x="0" y="260"/>
                        <a:pt x="58" y="429"/>
                      </a:cubicBezTo>
                      <a:lnTo>
                        <a:pt x="349" y="1273"/>
                      </a:lnTo>
                      <a:cubicBezTo>
                        <a:pt x="395" y="1407"/>
                        <a:pt x="521" y="1491"/>
                        <a:pt x="655" y="1491"/>
                      </a:cubicBezTo>
                      <a:cubicBezTo>
                        <a:pt x="690" y="1491"/>
                        <a:pt x="725" y="1486"/>
                        <a:pt x="760" y="1474"/>
                      </a:cubicBezTo>
                      <a:cubicBezTo>
                        <a:pt x="929" y="1416"/>
                        <a:pt x="1020" y="1231"/>
                        <a:pt x="961" y="1063"/>
                      </a:cubicBezTo>
                      <a:lnTo>
                        <a:pt x="671" y="219"/>
                      </a:lnTo>
                      <a:cubicBezTo>
                        <a:pt x="625" y="84"/>
                        <a:pt x="500"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8"/>
                <p:cNvSpPr/>
                <p:nvPr/>
              </p:nvSpPr>
              <p:spPr>
                <a:xfrm rot="1176986">
                  <a:off x="-2240196" y="2097709"/>
                  <a:ext cx="63896" cy="58221"/>
                </a:xfrm>
                <a:custGeom>
                  <a:rect b="b" l="l" r="r" t="t"/>
                  <a:pathLst>
                    <a:path extrusionOk="0" h="2329" w="2556">
                      <a:moveTo>
                        <a:pt x="1278" y="1"/>
                      </a:moveTo>
                      <a:cubicBezTo>
                        <a:pt x="980" y="1"/>
                        <a:pt x="683" y="114"/>
                        <a:pt x="456" y="341"/>
                      </a:cubicBezTo>
                      <a:cubicBezTo>
                        <a:pt x="0" y="796"/>
                        <a:pt x="0" y="1532"/>
                        <a:pt x="456" y="1988"/>
                      </a:cubicBezTo>
                      <a:cubicBezTo>
                        <a:pt x="683" y="2215"/>
                        <a:pt x="980" y="2328"/>
                        <a:pt x="1278" y="2328"/>
                      </a:cubicBezTo>
                      <a:cubicBezTo>
                        <a:pt x="1576" y="2328"/>
                        <a:pt x="1874" y="2215"/>
                        <a:pt x="2101" y="1988"/>
                      </a:cubicBezTo>
                      <a:cubicBezTo>
                        <a:pt x="2556" y="1532"/>
                        <a:pt x="2556"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8"/>
                <p:cNvSpPr/>
                <p:nvPr/>
              </p:nvSpPr>
              <p:spPr>
                <a:xfrm rot="1176986">
                  <a:off x="-2220723" y="2114887"/>
                  <a:ext cx="26098" cy="24223"/>
                </a:xfrm>
                <a:custGeom>
                  <a:rect b="b" l="l" r="r" t="t"/>
                  <a:pathLst>
                    <a:path extrusionOk="0" h="969" w="1044">
                      <a:moveTo>
                        <a:pt x="501" y="1"/>
                      </a:moveTo>
                      <a:cubicBezTo>
                        <a:pt x="449" y="1"/>
                        <a:pt x="395" y="10"/>
                        <a:pt x="343" y="29"/>
                      </a:cubicBezTo>
                      <a:cubicBezTo>
                        <a:pt x="221" y="71"/>
                        <a:pt x="123" y="158"/>
                        <a:pt x="67" y="273"/>
                      </a:cubicBezTo>
                      <a:cubicBezTo>
                        <a:pt x="10" y="390"/>
                        <a:pt x="1" y="520"/>
                        <a:pt x="43" y="643"/>
                      </a:cubicBezTo>
                      <a:cubicBezTo>
                        <a:pt x="110" y="837"/>
                        <a:pt x="294" y="969"/>
                        <a:pt x="500" y="969"/>
                      </a:cubicBezTo>
                      <a:cubicBezTo>
                        <a:pt x="553" y="969"/>
                        <a:pt x="605" y="960"/>
                        <a:pt x="657" y="942"/>
                      </a:cubicBezTo>
                      <a:cubicBezTo>
                        <a:pt x="910" y="855"/>
                        <a:pt x="1044" y="579"/>
                        <a:pt x="957" y="327"/>
                      </a:cubicBezTo>
                      <a:cubicBezTo>
                        <a:pt x="890" y="133"/>
                        <a:pt x="708" y="1"/>
                        <a:pt x="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8"/>
                <p:cNvSpPr/>
                <p:nvPr/>
              </p:nvSpPr>
              <p:spPr>
                <a:xfrm rot="1176986">
                  <a:off x="-2038830" y="2100022"/>
                  <a:ext cx="63871" cy="58196"/>
                </a:xfrm>
                <a:custGeom>
                  <a:rect b="b" l="l" r="r" t="t"/>
                  <a:pathLst>
                    <a:path extrusionOk="0" h="2328" w="2555">
                      <a:moveTo>
                        <a:pt x="1278" y="1"/>
                      </a:moveTo>
                      <a:cubicBezTo>
                        <a:pt x="980" y="1"/>
                        <a:pt x="682" y="114"/>
                        <a:pt x="455" y="341"/>
                      </a:cubicBezTo>
                      <a:cubicBezTo>
                        <a:pt x="1" y="796"/>
                        <a:pt x="1" y="1533"/>
                        <a:pt x="455" y="1987"/>
                      </a:cubicBezTo>
                      <a:cubicBezTo>
                        <a:pt x="682" y="2214"/>
                        <a:pt x="980" y="2328"/>
                        <a:pt x="1278" y="2328"/>
                      </a:cubicBezTo>
                      <a:cubicBezTo>
                        <a:pt x="1576" y="2328"/>
                        <a:pt x="1874" y="2214"/>
                        <a:pt x="2101" y="1987"/>
                      </a:cubicBezTo>
                      <a:cubicBezTo>
                        <a:pt x="2555" y="1533"/>
                        <a:pt x="2555"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8"/>
                <p:cNvSpPr/>
                <p:nvPr/>
              </p:nvSpPr>
              <p:spPr>
                <a:xfrm rot="1176986">
                  <a:off x="-2020432" y="2117028"/>
                  <a:ext cx="27248" cy="24223"/>
                </a:xfrm>
                <a:custGeom>
                  <a:rect b="b" l="l" r="r" t="t"/>
                  <a:pathLst>
                    <a:path extrusionOk="0" h="969" w="1090">
                      <a:moveTo>
                        <a:pt x="544" y="1"/>
                      </a:moveTo>
                      <a:cubicBezTo>
                        <a:pt x="492" y="1"/>
                        <a:pt x="439" y="10"/>
                        <a:pt x="387" y="28"/>
                      </a:cubicBezTo>
                      <a:cubicBezTo>
                        <a:pt x="135" y="114"/>
                        <a:pt x="0" y="391"/>
                        <a:pt x="86" y="642"/>
                      </a:cubicBezTo>
                      <a:cubicBezTo>
                        <a:pt x="153" y="837"/>
                        <a:pt x="337" y="969"/>
                        <a:pt x="543" y="969"/>
                      </a:cubicBezTo>
                      <a:cubicBezTo>
                        <a:pt x="597" y="969"/>
                        <a:pt x="651" y="960"/>
                        <a:pt x="702" y="941"/>
                      </a:cubicBezTo>
                      <a:cubicBezTo>
                        <a:pt x="955" y="854"/>
                        <a:pt x="1089" y="579"/>
                        <a:pt x="1002" y="327"/>
                      </a:cubicBezTo>
                      <a:cubicBezTo>
                        <a:pt x="935" y="132"/>
                        <a:pt x="751" y="1"/>
                        <a:pt x="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422" name="Google Shape;5422;p68"/>
          <p:cNvGrpSpPr/>
          <p:nvPr/>
        </p:nvGrpSpPr>
        <p:grpSpPr>
          <a:xfrm>
            <a:off x="7840328" y="149220"/>
            <a:ext cx="311019" cy="311110"/>
            <a:chOff x="5038846" y="235350"/>
            <a:chExt cx="158691" cy="158738"/>
          </a:xfrm>
        </p:grpSpPr>
        <p:sp>
          <p:nvSpPr>
            <p:cNvPr id="5423" name="Google Shape;5423;p68"/>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8"/>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5" name="Google Shape;5425;p68"/>
          <p:cNvGrpSpPr/>
          <p:nvPr/>
        </p:nvGrpSpPr>
        <p:grpSpPr>
          <a:xfrm>
            <a:off x="713228" y="3796445"/>
            <a:ext cx="311019" cy="311110"/>
            <a:chOff x="5038846" y="235350"/>
            <a:chExt cx="158691" cy="158738"/>
          </a:xfrm>
        </p:grpSpPr>
        <p:sp>
          <p:nvSpPr>
            <p:cNvPr id="5426" name="Google Shape;5426;p68"/>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8"/>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8" name="Google Shape;5428;p68"/>
          <p:cNvGrpSpPr/>
          <p:nvPr/>
        </p:nvGrpSpPr>
        <p:grpSpPr>
          <a:xfrm>
            <a:off x="918665" y="80660"/>
            <a:ext cx="261189" cy="248344"/>
            <a:chOff x="5164484" y="526738"/>
            <a:chExt cx="133266" cy="126713"/>
          </a:xfrm>
        </p:grpSpPr>
        <p:sp>
          <p:nvSpPr>
            <p:cNvPr id="5429" name="Google Shape;5429;p68"/>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8"/>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5434" name="Shape 5434"/>
        <p:cNvGrpSpPr/>
        <p:nvPr/>
      </p:nvGrpSpPr>
      <p:grpSpPr>
        <a:xfrm>
          <a:off x="0" y="0"/>
          <a:ext cx="0" cy="0"/>
          <a:chOff x="0" y="0"/>
          <a:chExt cx="0" cy="0"/>
        </a:xfrm>
      </p:grpSpPr>
      <p:sp>
        <p:nvSpPr>
          <p:cNvPr id="5435" name="Google Shape;5435;p70"/>
          <p:cNvSpPr txBox="1"/>
          <p:nvPr>
            <p:ph type="ctrTitle"/>
          </p:nvPr>
        </p:nvSpPr>
        <p:spPr>
          <a:xfrm rot="-162610">
            <a:off x="1786656" y="1469469"/>
            <a:ext cx="5570631" cy="1896622"/>
          </a:xfrm>
          <a:prstGeom prst="rect">
            <a:avLst/>
          </a:prstGeom>
        </p:spPr>
        <p:txBody>
          <a:bodyPr anchorCtr="0" anchor="b" bIns="91425" lIns="91425" spcFirstLastPara="1" rIns="91425" wrap="square" tIns="91425">
            <a:noAutofit/>
          </a:bodyPr>
          <a:lstStyle>
            <a:lvl1pPr lvl="0" algn="ctr">
              <a:lnSpc>
                <a:spcPct val="90000"/>
              </a:lnSpc>
              <a:spcBef>
                <a:spcPts val="0"/>
              </a:spcBef>
              <a:spcAft>
                <a:spcPts val="0"/>
              </a:spcAft>
              <a:buClr>
                <a:srgbClr val="191919"/>
              </a:buClr>
              <a:buSzPts val="5200"/>
              <a:buNone/>
              <a:defRPr sz="6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5436" name="Google Shape;5436;p70"/>
          <p:cNvSpPr txBox="1"/>
          <p:nvPr>
            <p:ph idx="1" type="subTitle"/>
          </p:nvPr>
        </p:nvSpPr>
        <p:spPr>
          <a:xfrm>
            <a:off x="3374400" y="3672500"/>
            <a:ext cx="2395200" cy="64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5437" name="Google Shape;5437;p70"/>
          <p:cNvGrpSpPr/>
          <p:nvPr/>
        </p:nvGrpSpPr>
        <p:grpSpPr>
          <a:xfrm>
            <a:off x="431536" y="199107"/>
            <a:ext cx="8395609" cy="4688998"/>
            <a:chOff x="431536" y="199107"/>
            <a:chExt cx="8395609" cy="4688998"/>
          </a:xfrm>
        </p:grpSpPr>
        <p:grpSp>
          <p:nvGrpSpPr>
            <p:cNvPr id="5438" name="Google Shape;5438;p70"/>
            <p:cNvGrpSpPr/>
            <p:nvPr/>
          </p:nvGrpSpPr>
          <p:grpSpPr>
            <a:xfrm>
              <a:off x="6241469" y="199107"/>
              <a:ext cx="401323" cy="371921"/>
              <a:chOff x="3508459" y="336863"/>
              <a:chExt cx="94750" cy="87813"/>
            </a:xfrm>
          </p:grpSpPr>
          <p:sp>
            <p:nvSpPr>
              <p:cNvPr id="5439" name="Google Shape;5439;p70"/>
              <p:cNvSpPr/>
              <p:nvPr/>
            </p:nvSpPr>
            <p:spPr>
              <a:xfrm>
                <a:off x="3508459" y="336863"/>
                <a:ext cx="94750" cy="86125"/>
              </a:xfrm>
              <a:custGeom>
                <a:rect b="b" l="l" r="r" t="t"/>
                <a:pathLst>
                  <a:path extrusionOk="0" h="3445" w="3790">
                    <a:moveTo>
                      <a:pt x="1897" y="0"/>
                    </a:moveTo>
                    <a:cubicBezTo>
                      <a:pt x="1766" y="0"/>
                      <a:pt x="1633" y="15"/>
                      <a:pt x="1500" y="47"/>
                    </a:cubicBezTo>
                    <a:cubicBezTo>
                      <a:pt x="574" y="265"/>
                      <a:pt x="0" y="1192"/>
                      <a:pt x="219" y="2118"/>
                    </a:cubicBezTo>
                    <a:cubicBezTo>
                      <a:pt x="406" y="2911"/>
                      <a:pt x="1114" y="3445"/>
                      <a:pt x="1895" y="3445"/>
                    </a:cubicBezTo>
                    <a:cubicBezTo>
                      <a:pt x="2026" y="3445"/>
                      <a:pt x="2159" y="3430"/>
                      <a:pt x="2291" y="3399"/>
                    </a:cubicBezTo>
                    <a:cubicBezTo>
                      <a:pt x="3217" y="3180"/>
                      <a:pt x="3790" y="2252"/>
                      <a:pt x="3571" y="1326"/>
                    </a:cubicBezTo>
                    <a:cubicBezTo>
                      <a:pt x="3384" y="534"/>
                      <a:pt x="2678" y="0"/>
                      <a:pt x="1897"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0"/>
              <p:cNvSpPr/>
              <p:nvPr/>
            </p:nvSpPr>
            <p:spPr>
              <a:xfrm>
                <a:off x="3514125" y="338525"/>
                <a:ext cx="86100" cy="86150"/>
              </a:xfrm>
              <a:custGeom>
                <a:rect b="b" l="l" r="r" t="t"/>
                <a:pathLst>
                  <a:path extrusionOk="0" h="3446" w="3444">
                    <a:moveTo>
                      <a:pt x="1721" y="1"/>
                    </a:moveTo>
                    <a:cubicBezTo>
                      <a:pt x="771" y="1"/>
                      <a:pt x="0" y="772"/>
                      <a:pt x="0" y="1723"/>
                    </a:cubicBezTo>
                    <a:cubicBezTo>
                      <a:pt x="0" y="2674"/>
                      <a:pt x="771" y="3445"/>
                      <a:pt x="1721" y="3445"/>
                    </a:cubicBezTo>
                    <a:cubicBezTo>
                      <a:pt x="2673" y="3445"/>
                      <a:pt x="3444" y="2674"/>
                      <a:pt x="3444" y="1723"/>
                    </a:cubicBezTo>
                    <a:cubicBezTo>
                      <a:pt x="3444" y="772"/>
                      <a:pt x="2673" y="1"/>
                      <a:pt x="17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0"/>
              <p:cNvSpPr/>
              <p:nvPr/>
            </p:nvSpPr>
            <p:spPr>
              <a:xfrm>
                <a:off x="3514125" y="338525"/>
                <a:ext cx="86100" cy="43075"/>
              </a:xfrm>
              <a:custGeom>
                <a:rect b="b" l="l" r="r" t="t"/>
                <a:pathLst>
                  <a:path extrusionOk="0" h="1723" w="3444">
                    <a:moveTo>
                      <a:pt x="1721" y="1"/>
                    </a:moveTo>
                    <a:cubicBezTo>
                      <a:pt x="771" y="1"/>
                      <a:pt x="0" y="771"/>
                      <a:pt x="0" y="1723"/>
                    </a:cubicBezTo>
                    <a:lnTo>
                      <a:pt x="3444" y="1723"/>
                    </a:lnTo>
                    <a:cubicBezTo>
                      <a:pt x="3444" y="772"/>
                      <a:pt x="2674" y="1"/>
                      <a:pt x="17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70"/>
            <p:cNvGrpSpPr/>
            <p:nvPr/>
          </p:nvGrpSpPr>
          <p:grpSpPr>
            <a:xfrm>
              <a:off x="8229589" y="4223916"/>
              <a:ext cx="597557" cy="597892"/>
              <a:chOff x="3834909" y="821763"/>
              <a:chExt cx="304891" cy="305063"/>
            </a:xfrm>
          </p:grpSpPr>
          <p:sp>
            <p:nvSpPr>
              <p:cNvPr id="5443" name="Google Shape;5443;p70"/>
              <p:cNvSpPr/>
              <p:nvPr/>
            </p:nvSpPr>
            <p:spPr>
              <a:xfrm>
                <a:off x="3834909" y="821763"/>
                <a:ext cx="303500" cy="303625"/>
              </a:xfrm>
              <a:custGeom>
                <a:rect b="b" l="l" r="r" t="t"/>
                <a:pathLst>
                  <a:path extrusionOk="0" h="12145" w="12140">
                    <a:moveTo>
                      <a:pt x="8031" y="1"/>
                    </a:moveTo>
                    <a:cubicBezTo>
                      <a:pt x="7935" y="1"/>
                      <a:pt x="7840" y="3"/>
                      <a:pt x="7748" y="13"/>
                    </a:cubicBezTo>
                    <a:cubicBezTo>
                      <a:pt x="7355" y="38"/>
                      <a:pt x="6978" y="120"/>
                      <a:pt x="6622" y="249"/>
                    </a:cubicBezTo>
                    <a:cubicBezTo>
                      <a:pt x="6081" y="445"/>
                      <a:pt x="5592" y="754"/>
                      <a:pt x="5186" y="1143"/>
                    </a:cubicBezTo>
                    <a:cubicBezTo>
                      <a:pt x="4737" y="1575"/>
                      <a:pt x="4386" y="2106"/>
                      <a:pt x="4167" y="2701"/>
                    </a:cubicBezTo>
                    <a:cubicBezTo>
                      <a:pt x="4038" y="3055"/>
                      <a:pt x="3956" y="3435"/>
                      <a:pt x="3932" y="3829"/>
                    </a:cubicBezTo>
                    <a:cubicBezTo>
                      <a:pt x="3929" y="3860"/>
                      <a:pt x="3925" y="3893"/>
                      <a:pt x="3925" y="3924"/>
                    </a:cubicBezTo>
                    <a:cubicBezTo>
                      <a:pt x="3894" y="3924"/>
                      <a:pt x="3861" y="3927"/>
                      <a:pt x="3830" y="3931"/>
                    </a:cubicBezTo>
                    <a:cubicBezTo>
                      <a:pt x="3434" y="3958"/>
                      <a:pt x="3052" y="4042"/>
                      <a:pt x="2696" y="4173"/>
                    </a:cubicBezTo>
                    <a:cubicBezTo>
                      <a:pt x="1562" y="4589"/>
                      <a:pt x="664" y="5486"/>
                      <a:pt x="249" y="6621"/>
                    </a:cubicBezTo>
                    <a:cubicBezTo>
                      <a:pt x="120" y="6977"/>
                      <a:pt x="37" y="7355"/>
                      <a:pt x="13" y="7748"/>
                    </a:cubicBezTo>
                    <a:cubicBezTo>
                      <a:pt x="3" y="7840"/>
                      <a:pt x="0" y="7935"/>
                      <a:pt x="0" y="8031"/>
                    </a:cubicBezTo>
                    <a:cubicBezTo>
                      <a:pt x="0" y="8362"/>
                      <a:pt x="39" y="8686"/>
                      <a:pt x="114" y="8992"/>
                    </a:cubicBezTo>
                    <a:cubicBezTo>
                      <a:pt x="168" y="9226"/>
                      <a:pt x="243" y="9449"/>
                      <a:pt x="338" y="9661"/>
                    </a:cubicBezTo>
                    <a:cubicBezTo>
                      <a:pt x="467" y="9966"/>
                      <a:pt x="633" y="10250"/>
                      <a:pt x="833" y="10513"/>
                    </a:cubicBezTo>
                    <a:cubicBezTo>
                      <a:pt x="929" y="10642"/>
                      <a:pt x="1030" y="10761"/>
                      <a:pt x="1141" y="10875"/>
                    </a:cubicBezTo>
                    <a:lnTo>
                      <a:pt x="1251" y="10986"/>
                    </a:lnTo>
                    <a:cubicBezTo>
                      <a:pt x="1482" y="11210"/>
                      <a:pt x="1740" y="11404"/>
                      <a:pt x="2016" y="11566"/>
                    </a:cubicBezTo>
                    <a:cubicBezTo>
                      <a:pt x="2204" y="11680"/>
                      <a:pt x="2403" y="11778"/>
                      <a:pt x="2612" y="11862"/>
                    </a:cubicBezTo>
                    <a:cubicBezTo>
                      <a:pt x="2954" y="11994"/>
                      <a:pt x="3319" y="12086"/>
                      <a:pt x="3700" y="12120"/>
                    </a:cubicBezTo>
                    <a:cubicBezTo>
                      <a:pt x="3773" y="12129"/>
                      <a:pt x="3847" y="12136"/>
                      <a:pt x="3922" y="12138"/>
                    </a:cubicBezTo>
                    <a:lnTo>
                      <a:pt x="3922" y="12144"/>
                    </a:lnTo>
                    <a:lnTo>
                      <a:pt x="12140" y="12144"/>
                    </a:lnTo>
                    <a:lnTo>
                      <a:pt x="12140" y="11280"/>
                    </a:lnTo>
                    <a:lnTo>
                      <a:pt x="12140" y="10389"/>
                    </a:lnTo>
                    <a:lnTo>
                      <a:pt x="12140" y="9042"/>
                    </a:lnTo>
                    <a:lnTo>
                      <a:pt x="12140" y="8150"/>
                    </a:lnTo>
                    <a:lnTo>
                      <a:pt x="12140" y="6808"/>
                    </a:lnTo>
                    <a:lnTo>
                      <a:pt x="12140" y="5914"/>
                    </a:lnTo>
                    <a:lnTo>
                      <a:pt x="12140" y="4571"/>
                    </a:lnTo>
                    <a:lnTo>
                      <a:pt x="12140" y="3922"/>
                    </a:lnTo>
                    <a:lnTo>
                      <a:pt x="12138" y="3922"/>
                    </a:lnTo>
                    <a:cubicBezTo>
                      <a:pt x="12134" y="3849"/>
                      <a:pt x="12128" y="3775"/>
                      <a:pt x="12119" y="3700"/>
                    </a:cubicBezTo>
                    <a:cubicBezTo>
                      <a:pt x="12086" y="3320"/>
                      <a:pt x="11993" y="2953"/>
                      <a:pt x="11861" y="2613"/>
                    </a:cubicBezTo>
                    <a:cubicBezTo>
                      <a:pt x="11778" y="2404"/>
                      <a:pt x="11679" y="2206"/>
                      <a:pt x="11566" y="2017"/>
                    </a:cubicBezTo>
                    <a:cubicBezTo>
                      <a:pt x="11404" y="1741"/>
                      <a:pt x="11206" y="1485"/>
                      <a:pt x="10986" y="1255"/>
                    </a:cubicBezTo>
                    <a:lnTo>
                      <a:pt x="10983" y="1255"/>
                    </a:lnTo>
                    <a:cubicBezTo>
                      <a:pt x="10838" y="1097"/>
                      <a:pt x="10682" y="963"/>
                      <a:pt x="10512" y="834"/>
                    </a:cubicBezTo>
                    <a:cubicBezTo>
                      <a:pt x="10251" y="637"/>
                      <a:pt x="9965" y="467"/>
                      <a:pt x="9661" y="338"/>
                    </a:cubicBezTo>
                    <a:cubicBezTo>
                      <a:pt x="9449" y="243"/>
                      <a:pt x="9224" y="169"/>
                      <a:pt x="8993" y="114"/>
                    </a:cubicBezTo>
                    <a:cubicBezTo>
                      <a:pt x="8687" y="40"/>
                      <a:pt x="8365" y="1"/>
                      <a:pt x="803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0"/>
              <p:cNvSpPr/>
              <p:nvPr/>
            </p:nvSpPr>
            <p:spPr>
              <a:xfrm>
                <a:off x="3836250" y="823225"/>
                <a:ext cx="303550" cy="303600"/>
              </a:xfrm>
              <a:custGeom>
                <a:rect b="b" l="l" r="r" t="t"/>
                <a:pathLst>
                  <a:path extrusionOk="0" h="12144" w="12142">
                    <a:moveTo>
                      <a:pt x="8033" y="1"/>
                    </a:moveTo>
                    <a:cubicBezTo>
                      <a:pt x="7937" y="1"/>
                      <a:pt x="7842" y="5"/>
                      <a:pt x="7750" y="13"/>
                    </a:cubicBezTo>
                    <a:cubicBezTo>
                      <a:pt x="7357" y="38"/>
                      <a:pt x="6978" y="120"/>
                      <a:pt x="6622" y="249"/>
                    </a:cubicBezTo>
                    <a:cubicBezTo>
                      <a:pt x="6080" y="445"/>
                      <a:pt x="5593" y="753"/>
                      <a:pt x="5187" y="1143"/>
                    </a:cubicBezTo>
                    <a:cubicBezTo>
                      <a:pt x="4738" y="1574"/>
                      <a:pt x="4387" y="2106"/>
                      <a:pt x="4169" y="2701"/>
                    </a:cubicBezTo>
                    <a:cubicBezTo>
                      <a:pt x="4040" y="3055"/>
                      <a:pt x="3957" y="3436"/>
                      <a:pt x="3933" y="3829"/>
                    </a:cubicBezTo>
                    <a:cubicBezTo>
                      <a:pt x="3929" y="3860"/>
                      <a:pt x="3926" y="3893"/>
                      <a:pt x="3926" y="3924"/>
                    </a:cubicBezTo>
                    <a:cubicBezTo>
                      <a:pt x="3895" y="3924"/>
                      <a:pt x="3861" y="3928"/>
                      <a:pt x="3830" y="3932"/>
                    </a:cubicBezTo>
                    <a:cubicBezTo>
                      <a:pt x="3435" y="3958"/>
                      <a:pt x="3053" y="4042"/>
                      <a:pt x="2697" y="4174"/>
                    </a:cubicBezTo>
                    <a:cubicBezTo>
                      <a:pt x="1562" y="4589"/>
                      <a:pt x="665" y="5487"/>
                      <a:pt x="250" y="6621"/>
                    </a:cubicBezTo>
                    <a:cubicBezTo>
                      <a:pt x="121" y="6977"/>
                      <a:pt x="38" y="7355"/>
                      <a:pt x="14" y="7748"/>
                    </a:cubicBezTo>
                    <a:cubicBezTo>
                      <a:pt x="4" y="7840"/>
                      <a:pt x="1" y="7936"/>
                      <a:pt x="1" y="8031"/>
                    </a:cubicBezTo>
                    <a:cubicBezTo>
                      <a:pt x="1" y="8364"/>
                      <a:pt x="41" y="8686"/>
                      <a:pt x="114" y="8993"/>
                    </a:cubicBezTo>
                    <a:cubicBezTo>
                      <a:pt x="170" y="9224"/>
                      <a:pt x="243" y="9449"/>
                      <a:pt x="339" y="9660"/>
                    </a:cubicBezTo>
                    <a:cubicBezTo>
                      <a:pt x="468" y="9965"/>
                      <a:pt x="634" y="10249"/>
                      <a:pt x="835" y="10512"/>
                    </a:cubicBezTo>
                    <a:cubicBezTo>
                      <a:pt x="930" y="10641"/>
                      <a:pt x="1031" y="10760"/>
                      <a:pt x="1141" y="10874"/>
                    </a:cubicBezTo>
                    <a:lnTo>
                      <a:pt x="1253" y="10985"/>
                    </a:lnTo>
                    <a:cubicBezTo>
                      <a:pt x="1482" y="11209"/>
                      <a:pt x="1742" y="11403"/>
                      <a:pt x="2017" y="11565"/>
                    </a:cubicBezTo>
                    <a:cubicBezTo>
                      <a:pt x="2204" y="11679"/>
                      <a:pt x="2404" y="11778"/>
                      <a:pt x="2613" y="11860"/>
                    </a:cubicBezTo>
                    <a:cubicBezTo>
                      <a:pt x="2954" y="11992"/>
                      <a:pt x="3321" y="12085"/>
                      <a:pt x="3700" y="12118"/>
                    </a:cubicBezTo>
                    <a:cubicBezTo>
                      <a:pt x="3776" y="12128"/>
                      <a:pt x="3849" y="12134"/>
                      <a:pt x="3922" y="12137"/>
                    </a:cubicBezTo>
                    <a:lnTo>
                      <a:pt x="3922" y="12143"/>
                    </a:lnTo>
                    <a:lnTo>
                      <a:pt x="12141" y="12143"/>
                    </a:lnTo>
                    <a:lnTo>
                      <a:pt x="12141" y="3922"/>
                    </a:lnTo>
                    <a:lnTo>
                      <a:pt x="12138" y="3922"/>
                    </a:lnTo>
                    <a:cubicBezTo>
                      <a:pt x="12136" y="3847"/>
                      <a:pt x="12130" y="3774"/>
                      <a:pt x="12120" y="3700"/>
                    </a:cubicBezTo>
                    <a:cubicBezTo>
                      <a:pt x="12086" y="3320"/>
                      <a:pt x="11995" y="2953"/>
                      <a:pt x="11862" y="2613"/>
                    </a:cubicBezTo>
                    <a:cubicBezTo>
                      <a:pt x="11779" y="2404"/>
                      <a:pt x="11681" y="2208"/>
                      <a:pt x="11567" y="2017"/>
                    </a:cubicBezTo>
                    <a:cubicBezTo>
                      <a:pt x="11404" y="1740"/>
                      <a:pt x="11208" y="1486"/>
                      <a:pt x="10986" y="1255"/>
                    </a:cubicBezTo>
                    <a:lnTo>
                      <a:pt x="10984" y="1255"/>
                    </a:lnTo>
                    <a:cubicBezTo>
                      <a:pt x="10840" y="1099"/>
                      <a:pt x="10682" y="962"/>
                      <a:pt x="10513" y="833"/>
                    </a:cubicBezTo>
                    <a:cubicBezTo>
                      <a:pt x="10253" y="636"/>
                      <a:pt x="9966" y="467"/>
                      <a:pt x="9661" y="338"/>
                    </a:cubicBezTo>
                    <a:cubicBezTo>
                      <a:pt x="9450" y="243"/>
                      <a:pt x="9226" y="170"/>
                      <a:pt x="8995" y="114"/>
                    </a:cubicBezTo>
                    <a:cubicBezTo>
                      <a:pt x="8688" y="40"/>
                      <a:pt x="8364" y="1"/>
                      <a:pt x="80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0"/>
              <p:cNvSpPr/>
              <p:nvPr/>
            </p:nvSpPr>
            <p:spPr>
              <a:xfrm>
                <a:off x="3836575" y="921450"/>
                <a:ext cx="95425" cy="95450"/>
              </a:xfrm>
              <a:custGeom>
                <a:rect b="b" l="l" r="r" t="t"/>
                <a:pathLst>
                  <a:path extrusionOk="0" h="3818" w="3817">
                    <a:moveTo>
                      <a:pt x="3816" y="0"/>
                    </a:moveTo>
                    <a:lnTo>
                      <a:pt x="3816" y="0"/>
                    </a:lnTo>
                    <a:cubicBezTo>
                      <a:pt x="3421" y="29"/>
                      <a:pt x="3039" y="112"/>
                      <a:pt x="2683" y="243"/>
                    </a:cubicBezTo>
                    <a:lnTo>
                      <a:pt x="235" y="2691"/>
                    </a:lnTo>
                    <a:cubicBezTo>
                      <a:pt x="106" y="3047"/>
                      <a:pt x="24" y="3425"/>
                      <a:pt x="0" y="3818"/>
                    </a:cubicBezTo>
                    <a:lnTo>
                      <a:pt x="38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0"/>
              <p:cNvSpPr/>
              <p:nvPr/>
            </p:nvSpPr>
            <p:spPr>
              <a:xfrm>
                <a:off x="3934525" y="823475"/>
                <a:ext cx="95450" cy="95500"/>
              </a:xfrm>
              <a:custGeom>
                <a:rect b="b" l="l" r="r" t="t"/>
                <a:pathLst>
                  <a:path extrusionOk="0" h="3820" w="3818">
                    <a:moveTo>
                      <a:pt x="3818" y="1"/>
                    </a:moveTo>
                    <a:lnTo>
                      <a:pt x="3818" y="1"/>
                    </a:lnTo>
                    <a:cubicBezTo>
                      <a:pt x="3425" y="26"/>
                      <a:pt x="3046" y="109"/>
                      <a:pt x="2689" y="239"/>
                    </a:cubicBezTo>
                    <a:lnTo>
                      <a:pt x="237" y="2691"/>
                    </a:lnTo>
                    <a:cubicBezTo>
                      <a:pt x="108" y="3045"/>
                      <a:pt x="25" y="3426"/>
                      <a:pt x="1" y="3819"/>
                    </a:cubicBezTo>
                    <a:lnTo>
                      <a:pt x="38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0"/>
              <p:cNvSpPr/>
              <p:nvPr/>
            </p:nvSpPr>
            <p:spPr>
              <a:xfrm>
                <a:off x="3839075" y="826050"/>
                <a:ext cx="238700" cy="238700"/>
              </a:xfrm>
              <a:custGeom>
                <a:rect b="b" l="l" r="r" t="t"/>
                <a:pathLst>
                  <a:path extrusionOk="0" h="9548" w="9548">
                    <a:moveTo>
                      <a:pt x="8881" y="0"/>
                    </a:moveTo>
                    <a:lnTo>
                      <a:pt x="0" y="8880"/>
                    </a:lnTo>
                    <a:cubicBezTo>
                      <a:pt x="56" y="9111"/>
                      <a:pt x="129" y="9336"/>
                      <a:pt x="225" y="9547"/>
                    </a:cubicBezTo>
                    <a:lnTo>
                      <a:pt x="9547" y="224"/>
                    </a:lnTo>
                    <a:cubicBezTo>
                      <a:pt x="9336" y="129"/>
                      <a:pt x="9112" y="55"/>
                      <a:pt x="88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0"/>
              <p:cNvSpPr/>
              <p:nvPr/>
            </p:nvSpPr>
            <p:spPr>
              <a:xfrm>
                <a:off x="3857025" y="844025"/>
                <a:ext cx="253775" cy="253850"/>
              </a:xfrm>
              <a:custGeom>
                <a:rect b="b" l="l" r="r" t="t"/>
                <a:pathLst>
                  <a:path extrusionOk="0" h="10154" w="10151">
                    <a:moveTo>
                      <a:pt x="9680" y="0"/>
                    </a:moveTo>
                    <a:lnTo>
                      <a:pt x="0" y="9680"/>
                    </a:lnTo>
                    <a:cubicBezTo>
                      <a:pt x="96" y="9809"/>
                      <a:pt x="197" y="9928"/>
                      <a:pt x="308" y="10042"/>
                    </a:cubicBezTo>
                    <a:lnTo>
                      <a:pt x="418" y="10153"/>
                    </a:lnTo>
                    <a:lnTo>
                      <a:pt x="10150" y="421"/>
                    </a:lnTo>
                    <a:cubicBezTo>
                      <a:pt x="10008" y="264"/>
                      <a:pt x="9850" y="129"/>
                      <a:pt x="9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0"/>
              <p:cNvSpPr/>
              <p:nvPr/>
            </p:nvSpPr>
            <p:spPr>
              <a:xfrm>
                <a:off x="3886650" y="873600"/>
                <a:ext cx="246150" cy="246150"/>
              </a:xfrm>
              <a:custGeom>
                <a:rect b="b" l="l" r="r" t="t"/>
                <a:pathLst>
                  <a:path extrusionOk="0" h="9846" w="9846">
                    <a:moveTo>
                      <a:pt x="9550" y="0"/>
                    </a:moveTo>
                    <a:lnTo>
                      <a:pt x="0" y="9550"/>
                    </a:lnTo>
                    <a:cubicBezTo>
                      <a:pt x="187" y="9664"/>
                      <a:pt x="387" y="9763"/>
                      <a:pt x="596" y="9845"/>
                    </a:cubicBezTo>
                    <a:lnTo>
                      <a:pt x="9845" y="597"/>
                    </a:lnTo>
                    <a:cubicBezTo>
                      <a:pt x="9763" y="387"/>
                      <a:pt x="9664" y="191"/>
                      <a:pt x="9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0"/>
              <p:cNvSpPr/>
              <p:nvPr/>
            </p:nvSpPr>
            <p:spPr>
              <a:xfrm>
                <a:off x="3928750" y="915725"/>
                <a:ext cx="211050" cy="211100"/>
              </a:xfrm>
              <a:custGeom>
                <a:rect b="b" l="l" r="r" t="t"/>
                <a:pathLst>
                  <a:path extrusionOk="0" h="8444" w="8442">
                    <a:moveTo>
                      <a:pt x="8419" y="0"/>
                    </a:moveTo>
                    <a:lnTo>
                      <a:pt x="0" y="8418"/>
                    </a:lnTo>
                    <a:cubicBezTo>
                      <a:pt x="76" y="8428"/>
                      <a:pt x="149" y="8434"/>
                      <a:pt x="222" y="8437"/>
                    </a:cubicBezTo>
                    <a:lnTo>
                      <a:pt x="222" y="8443"/>
                    </a:lnTo>
                    <a:lnTo>
                      <a:pt x="867" y="8443"/>
                    </a:lnTo>
                    <a:lnTo>
                      <a:pt x="8441" y="869"/>
                    </a:lnTo>
                    <a:lnTo>
                      <a:pt x="8441" y="222"/>
                    </a:lnTo>
                    <a:lnTo>
                      <a:pt x="8437" y="222"/>
                    </a:lnTo>
                    <a:cubicBezTo>
                      <a:pt x="8435" y="147"/>
                      <a:pt x="8429" y="74"/>
                      <a:pt x="8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0"/>
              <p:cNvSpPr/>
              <p:nvPr/>
            </p:nvSpPr>
            <p:spPr>
              <a:xfrm>
                <a:off x="3984075" y="971025"/>
                <a:ext cx="155725" cy="155800"/>
              </a:xfrm>
              <a:custGeom>
                <a:rect b="b" l="l" r="r" t="t"/>
                <a:pathLst>
                  <a:path extrusionOk="0" h="6232" w="6229">
                    <a:moveTo>
                      <a:pt x="6228" y="1"/>
                    </a:moveTo>
                    <a:lnTo>
                      <a:pt x="0" y="6231"/>
                    </a:lnTo>
                    <a:lnTo>
                      <a:pt x="892" y="6231"/>
                    </a:lnTo>
                    <a:lnTo>
                      <a:pt x="6228" y="895"/>
                    </a:lnTo>
                    <a:lnTo>
                      <a:pt x="62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0"/>
              <p:cNvSpPr/>
              <p:nvPr/>
            </p:nvSpPr>
            <p:spPr>
              <a:xfrm>
                <a:off x="4039950" y="1026975"/>
                <a:ext cx="99850" cy="99850"/>
              </a:xfrm>
              <a:custGeom>
                <a:rect b="b" l="l" r="r" t="t"/>
                <a:pathLst>
                  <a:path extrusionOk="0" h="3994" w="3994">
                    <a:moveTo>
                      <a:pt x="3993" y="0"/>
                    </a:moveTo>
                    <a:lnTo>
                      <a:pt x="0" y="3993"/>
                    </a:lnTo>
                    <a:lnTo>
                      <a:pt x="892" y="3993"/>
                    </a:lnTo>
                    <a:lnTo>
                      <a:pt x="3993" y="892"/>
                    </a:lnTo>
                    <a:lnTo>
                      <a:pt x="3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0"/>
              <p:cNvSpPr/>
              <p:nvPr/>
            </p:nvSpPr>
            <p:spPr>
              <a:xfrm>
                <a:off x="4095800" y="1082900"/>
                <a:ext cx="44000" cy="43925"/>
              </a:xfrm>
              <a:custGeom>
                <a:rect b="b" l="l" r="r" t="t"/>
                <a:pathLst>
                  <a:path extrusionOk="0" h="1757" w="1760">
                    <a:moveTo>
                      <a:pt x="1759" y="1"/>
                    </a:moveTo>
                    <a:lnTo>
                      <a:pt x="1" y="1756"/>
                    </a:lnTo>
                    <a:lnTo>
                      <a:pt x="895" y="1756"/>
                    </a:lnTo>
                    <a:lnTo>
                      <a:pt x="1759" y="892"/>
                    </a:lnTo>
                    <a:lnTo>
                      <a:pt x="1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0"/>
              <p:cNvSpPr/>
              <p:nvPr/>
            </p:nvSpPr>
            <p:spPr>
              <a:xfrm>
                <a:off x="3892750" y="879725"/>
                <a:ext cx="190525" cy="190475"/>
              </a:xfrm>
              <a:custGeom>
                <a:rect b="b" l="l" r="r" t="t"/>
                <a:pathLst>
                  <a:path extrusionOk="0" h="7619" w="7621">
                    <a:moveTo>
                      <a:pt x="5771" y="1"/>
                    </a:moveTo>
                    <a:cubicBezTo>
                      <a:pt x="4779" y="1"/>
                      <a:pt x="3969" y="775"/>
                      <a:pt x="3925" y="1764"/>
                    </a:cubicBezTo>
                    <a:lnTo>
                      <a:pt x="3834" y="3834"/>
                    </a:lnTo>
                    <a:lnTo>
                      <a:pt x="1764" y="3924"/>
                    </a:lnTo>
                    <a:cubicBezTo>
                      <a:pt x="777" y="3969"/>
                      <a:pt x="1" y="4780"/>
                      <a:pt x="1" y="5771"/>
                    </a:cubicBezTo>
                    <a:cubicBezTo>
                      <a:pt x="1" y="6761"/>
                      <a:pt x="774" y="7571"/>
                      <a:pt x="1762" y="7617"/>
                    </a:cubicBezTo>
                    <a:lnTo>
                      <a:pt x="1815" y="7619"/>
                    </a:lnTo>
                    <a:lnTo>
                      <a:pt x="1815" y="7618"/>
                    </a:lnTo>
                    <a:lnTo>
                      <a:pt x="7620" y="7618"/>
                    </a:lnTo>
                    <a:lnTo>
                      <a:pt x="7620" y="1817"/>
                    </a:lnTo>
                    <a:lnTo>
                      <a:pt x="7617" y="1761"/>
                    </a:lnTo>
                    <a:cubicBezTo>
                      <a:pt x="7573" y="775"/>
                      <a:pt x="6761" y="1"/>
                      <a:pt x="57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0"/>
              <p:cNvSpPr/>
              <p:nvPr/>
            </p:nvSpPr>
            <p:spPr>
              <a:xfrm>
                <a:off x="3911600" y="898625"/>
                <a:ext cx="152700" cy="152725"/>
              </a:xfrm>
              <a:custGeom>
                <a:rect b="b" l="l" r="r" t="t"/>
                <a:pathLst>
                  <a:path extrusionOk="0" h="6109" w="6108">
                    <a:moveTo>
                      <a:pt x="5015" y="0"/>
                    </a:moveTo>
                    <a:cubicBezTo>
                      <a:pt x="4429" y="0"/>
                      <a:pt x="3950" y="458"/>
                      <a:pt x="3924" y="1042"/>
                    </a:cubicBezTo>
                    <a:lnTo>
                      <a:pt x="3802" y="3802"/>
                    </a:lnTo>
                    <a:lnTo>
                      <a:pt x="1042" y="3924"/>
                    </a:lnTo>
                    <a:cubicBezTo>
                      <a:pt x="458" y="3950"/>
                      <a:pt x="0" y="4427"/>
                      <a:pt x="0" y="5015"/>
                    </a:cubicBezTo>
                    <a:cubicBezTo>
                      <a:pt x="0" y="5602"/>
                      <a:pt x="458" y="6081"/>
                      <a:pt x="1045" y="6107"/>
                    </a:cubicBezTo>
                    <a:lnTo>
                      <a:pt x="1079" y="6109"/>
                    </a:lnTo>
                    <a:lnTo>
                      <a:pt x="6108" y="6109"/>
                    </a:lnTo>
                    <a:lnTo>
                      <a:pt x="6108" y="1079"/>
                    </a:lnTo>
                    <a:lnTo>
                      <a:pt x="6106" y="1041"/>
                    </a:lnTo>
                    <a:cubicBezTo>
                      <a:pt x="6081" y="458"/>
                      <a:pt x="5601" y="0"/>
                      <a:pt x="50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6" name="Google Shape;5456;p70"/>
            <p:cNvGrpSpPr/>
            <p:nvPr/>
          </p:nvGrpSpPr>
          <p:grpSpPr>
            <a:xfrm>
              <a:off x="431536" y="277500"/>
              <a:ext cx="401330" cy="401463"/>
              <a:chOff x="5038846" y="235350"/>
              <a:chExt cx="158691" cy="158738"/>
            </a:xfrm>
          </p:grpSpPr>
          <p:sp>
            <p:nvSpPr>
              <p:cNvPr id="5457" name="Google Shape;5457;p70"/>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0"/>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9" name="Google Shape;5459;p70"/>
            <p:cNvGrpSpPr/>
            <p:nvPr/>
          </p:nvGrpSpPr>
          <p:grpSpPr>
            <a:xfrm>
              <a:off x="1286004" y="4319900"/>
              <a:ext cx="597553" cy="568204"/>
              <a:chOff x="5164484" y="526738"/>
              <a:chExt cx="133266" cy="126713"/>
            </a:xfrm>
          </p:grpSpPr>
          <p:sp>
            <p:nvSpPr>
              <p:cNvPr id="5460" name="Google Shape;5460;p70"/>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0"/>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70"/>
            <p:cNvGrpSpPr/>
            <p:nvPr/>
          </p:nvGrpSpPr>
          <p:grpSpPr>
            <a:xfrm rot="2159224">
              <a:off x="8263889" y="3127481"/>
              <a:ext cx="334208" cy="317797"/>
              <a:chOff x="5164484" y="526738"/>
              <a:chExt cx="133266" cy="126713"/>
            </a:xfrm>
          </p:grpSpPr>
          <p:sp>
            <p:nvSpPr>
              <p:cNvPr id="5463" name="Google Shape;5463;p70"/>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lt2"/>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0"/>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5465" name="Shape 5465"/>
        <p:cNvGrpSpPr/>
        <p:nvPr/>
      </p:nvGrpSpPr>
      <p:grpSpPr>
        <a:xfrm>
          <a:off x="0" y="0"/>
          <a:ext cx="0" cy="0"/>
          <a:chOff x="0" y="0"/>
          <a:chExt cx="0" cy="0"/>
        </a:xfrm>
      </p:grpSpPr>
      <p:sp>
        <p:nvSpPr>
          <p:cNvPr id="5466" name="Google Shape;5466;p71"/>
          <p:cNvSpPr txBox="1"/>
          <p:nvPr>
            <p:ph type="title"/>
          </p:nvPr>
        </p:nvSpPr>
        <p:spPr>
          <a:xfrm>
            <a:off x="1168725" y="2518175"/>
            <a:ext cx="6755700" cy="8418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5467" name="Google Shape;5467;p71"/>
          <p:cNvSpPr txBox="1"/>
          <p:nvPr>
            <p:ph hasCustomPrompt="1" idx="2" type="title"/>
          </p:nvPr>
        </p:nvSpPr>
        <p:spPr>
          <a:xfrm>
            <a:off x="3922651" y="1497600"/>
            <a:ext cx="1298700" cy="841800"/>
          </a:xfrm>
          <a:prstGeom prst="rect">
            <a:avLst/>
          </a:prstGeom>
          <a:noFill/>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2"/>
                </a:solidFill>
              </a:defRPr>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5468" name="Google Shape;5468;p71"/>
          <p:cNvSpPr txBox="1"/>
          <p:nvPr>
            <p:ph idx="1" type="subTitle"/>
          </p:nvPr>
        </p:nvSpPr>
        <p:spPr>
          <a:xfrm>
            <a:off x="1168725" y="3270900"/>
            <a:ext cx="6755700" cy="3750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5469" name="Google Shape;5469;p71"/>
          <p:cNvGrpSpPr/>
          <p:nvPr/>
        </p:nvGrpSpPr>
        <p:grpSpPr>
          <a:xfrm>
            <a:off x="-168905" y="3601805"/>
            <a:ext cx="1697388" cy="1443439"/>
            <a:chOff x="2880571" y="194363"/>
            <a:chExt cx="650041" cy="552788"/>
          </a:xfrm>
        </p:grpSpPr>
        <p:sp>
          <p:nvSpPr>
            <p:cNvPr id="5470" name="Google Shape;5470;p71"/>
            <p:cNvSpPr/>
            <p:nvPr/>
          </p:nvSpPr>
          <p:spPr>
            <a:xfrm>
              <a:off x="2880571" y="194363"/>
              <a:ext cx="648725" cy="551800"/>
            </a:xfrm>
            <a:custGeom>
              <a:rect b="b" l="l" r="r" t="t"/>
              <a:pathLst>
                <a:path extrusionOk="0" h="22072" w="25949">
                  <a:moveTo>
                    <a:pt x="14372" y="1"/>
                  </a:moveTo>
                  <a:cubicBezTo>
                    <a:pt x="11516" y="1"/>
                    <a:pt x="8653" y="1093"/>
                    <a:pt x="6502" y="3555"/>
                  </a:cubicBezTo>
                  <a:cubicBezTo>
                    <a:pt x="0" y="10327"/>
                    <a:pt x="5289" y="22072"/>
                    <a:pt x="14402" y="22072"/>
                  </a:cubicBezTo>
                  <a:cubicBezTo>
                    <a:pt x="14703" y="22072"/>
                    <a:pt x="15008" y="22059"/>
                    <a:pt x="15316" y="22033"/>
                  </a:cubicBezTo>
                  <a:cubicBezTo>
                    <a:pt x="20809" y="21806"/>
                    <a:pt x="25536" y="17001"/>
                    <a:pt x="25684" y="11509"/>
                  </a:cubicBezTo>
                  <a:cubicBezTo>
                    <a:pt x="25855" y="11340"/>
                    <a:pt x="25949" y="11241"/>
                    <a:pt x="25949" y="11241"/>
                  </a:cubicBezTo>
                  <a:cubicBezTo>
                    <a:pt x="25949" y="11241"/>
                    <a:pt x="25860" y="11147"/>
                    <a:pt x="25696" y="10985"/>
                  </a:cubicBezTo>
                  <a:cubicBezTo>
                    <a:pt x="25831" y="4414"/>
                    <a:pt x="20114" y="1"/>
                    <a:pt x="14372" y="1"/>
                  </a:cubicBezTo>
                  <a:close/>
                </a:path>
              </a:pathLst>
            </a:custGeom>
            <a:solidFill>
              <a:schemeClr val="accent4"/>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1"/>
            <p:cNvSpPr/>
            <p:nvPr/>
          </p:nvSpPr>
          <p:spPr>
            <a:xfrm>
              <a:off x="2972013" y="194875"/>
              <a:ext cx="552275" cy="552275"/>
            </a:xfrm>
            <a:custGeom>
              <a:rect b="b" l="l" r="r" t="t"/>
              <a:pathLst>
                <a:path extrusionOk="0" h="22091" w="22091">
                  <a:moveTo>
                    <a:pt x="11046" y="1"/>
                  </a:moveTo>
                  <a:cubicBezTo>
                    <a:pt x="8116" y="1"/>
                    <a:pt x="5307" y="1165"/>
                    <a:pt x="3236" y="3236"/>
                  </a:cubicBezTo>
                  <a:cubicBezTo>
                    <a:pt x="1165" y="5307"/>
                    <a:pt x="1" y="8116"/>
                    <a:pt x="1" y="11045"/>
                  </a:cubicBezTo>
                  <a:cubicBezTo>
                    <a:pt x="1" y="13975"/>
                    <a:pt x="1165" y="16784"/>
                    <a:pt x="3236" y="18855"/>
                  </a:cubicBezTo>
                  <a:cubicBezTo>
                    <a:pt x="5307" y="20926"/>
                    <a:pt x="8116" y="22090"/>
                    <a:pt x="11046" y="22090"/>
                  </a:cubicBezTo>
                  <a:cubicBezTo>
                    <a:pt x="13975" y="22090"/>
                    <a:pt x="16784" y="20926"/>
                    <a:pt x="18856" y="18855"/>
                  </a:cubicBezTo>
                  <a:cubicBezTo>
                    <a:pt x="20928" y="16784"/>
                    <a:pt x="22091" y="13975"/>
                    <a:pt x="22091" y="11045"/>
                  </a:cubicBezTo>
                  <a:cubicBezTo>
                    <a:pt x="22091" y="8116"/>
                    <a:pt x="20928" y="5307"/>
                    <a:pt x="18856" y="3236"/>
                  </a:cubicBezTo>
                  <a:cubicBezTo>
                    <a:pt x="16784" y="1165"/>
                    <a:pt x="13975" y="1"/>
                    <a:pt x="110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1"/>
            <p:cNvSpPr/>
            <p:nvPr/>
          </p:nvSpPr>
          <p:spPr>
            <a:xfrm>
              <a:off x="2985188" y="342975"/>
              <a:ext cx="281225" cy="129125"/>
            </a:xfrm>
            <a:custGeom>
              <a:rect b="b" l="l" r="r" t="t"/>
              <a:pathLst>
                <a:path extrusionOk="0" h="5165" w="11249">
                  <a:moveTo>
                    <a:pt x="730" y="0"/>
                  </a:moveTo>
                  <a:cubicBezTo>
                    <a:pt x="437" y="553"/>
                    <a:pt x="191" y="1138"/>
                    <a:pt x="0" y="1743"/>
                  </a:cubicBezTo>
                  <a:cubicBezTo>
                    <a:pt x="2739" y="3889"/>
                    <a:pt x="6187" y="5164"/>
                    <a:pt x="9935" y="5164"/>
                  </a:cubicBezTo>
                  <a:cubicBezTo>
                    <a:pt x="9999" y="5164"/>
                    <a:pt x="10061" y="5164"/>
                    <a:pt x="10126" y="5161"/>
                  </a:cubicBezTo>
                  <a:lnTo>
                    <a:pt x="10179" y="5161"/>
                  </a:lnTo>
                  <a:cubicBezTo>
                    <a:pt x="10243" y="5161"/>
                    <a:pt x="10312" y="5159"/>
                    <a:pt x="10379" y="5159"/>
                  </a:cubicBezTo>
                  <a:cubicBezTo>
                    <a:pt x="10385" y="5156"/>
                    <a:pt x="10394" y="5156"/>
                    <a:pt x="10403" y="5156"/>
                  </a:cubicBezTo>
                  <a:lnTo>
                    <a:pt x="10464" y="5156"/>
                  </a:lnTo>
                  <a:cubicBezTo>
                    <a:pt x="10472" y="5154"/>
                    <a:pt x="10478" y="5154"/>
                    <a:pt x="10487" y="5154"/>
                  </a:cubicBezTo>
                  <a:lnTo>
                    <a:pt x="10540" y="5154"/>
                  </a:lnTo>
                  <a:cubicBezTo>
                    <a:pt x="10542" y="5152"/>
                    <a:pt x="10543" y="5152"/>
                    <a:pt x="10545" y="5152"/>
                  </a:cubicBezTo>
                  <a:cubicBezTo>
                    <a:pt x="10547" y="5152"/>
                    <a:pt x="10549" y="5152"/>
                    <a:pt x="10552" y="5154"/>
                  </a:cubicBezTo>
                  <a:cubicBezTo>
                    <a:pt x="10559" y="5151"/>
                    <a:pt x="10568" y="5151"/>
                    <a:pt x="10577" y="5151"/>
                  </a:cubicBezTo>
                  <a:lnTo>
                    <a:pt x="10604" y="5151"/>
                  </a:lnTo>
                  <a:cubicBezTo>
                    <a:pt x="10604" y="5150"/>
                    <a:pt x="10605" y="5149"/>
                    <a:pt x="10606" y="5149"/>
                  </a:cubicBezTo>
                  <a:cubicBezTo>
                    <a:pt x="10608" y="5149"/>
                    <a:pt x="10609" y="5150"/>
                    <a:pt x="10611" y="5151"/>
                  </a:cubicBezTo>
                  <a:cubicBezTo>
                    <a:pt x="10616" y="5149"/>
                    <a:pt x="10622" y="5149"/>
                    <a:pt x="10629" y="5149"/>
                  </a:cubicBezTo>
                  <a:lnTo>
                    <a:pt x="10644" y="5149"/>
                  </a:lnTo>
                  <a:cubicBezTo>
                    <a:pt x="10660" y="5149"/>
                    <a:pt x="10675" y="5146"/>
                    <a:pt x="10694" y="5146"/>
                  </a:cubicBezTo>
                  <a:lnTo>
                    <a:pt x="10702" y="5146"/>
                  </a:lnTo>
                  <a:cubicBezTo>
                    <a:pt x="10882" y="5135"/>
                    <a:pt x="11067" y="5124"/>
                    <a:pt x="11249" y="5109"/>
                  </a:cubicBezTo>
                  <a:cubicBezTo>
                    <a:pt x="11148" y="5099"/>
                    <a:pt x="11042" y="5091"/>
                    <a:pt x="10939" y="5071"/>
                  </a:cubicBezTo>
                  <a:cubicBezTo>
                    <a:pt x="10914" y="5071"/>
                    <a:pt x="10894" y="5067"/>
                    <a:pt x="10872" y="5065"/>
                  </a:cubicBezTo>
                  <a:cubicBezTo>
                    <a:pt x="10808" y="5062"/>
                    <a:pt x="10747" y="5053"/>
                    <a:pt x="10685" y="5047"/>
                  </a:cubicBezTo>
                  <a:lnTo>
                    <a:pt x="10682" y="5047"/>
                  </a:lnTo>
                  <a:cubicBezTo>
                    <a:pt x="10661" y="5045"/>
                    <a:pt x="10640" y="5040"/>
                    <a:pt x="10618" y="5037"/>
                  </a:cubicBezTo>
                  <a:cubicBezTo>
                    <a:pt x="10609" y="5037"/>
                    <a:pt x="10603" y="5037"/>
                    <a:pt x="10597" y="5035"/>
                  </a:cubicBezTo>
                  <a:lnTo>
                    <a:pt x="10581" y="5035"/>
                  </a:lnTo>
                  <a:cubicBezTo>
                    <a:pt x="10572" y="5035"/>
                    <a:pt x="10566" y="5032"/>
                    <a:pt x="10558" y="5032"/>
                  </a:cubicBezTo>
                  <a:lnTo>
                    <a:pt x="10546" y="5032"/>
                  </a:lnTo>
                  <a:cubicBezTo>
                    <a:pt x="10541" y="5030"/>
                    <a:pt x="10535" y="5030"/>
                    <a:pt x="10528" y="5030"/>
                  </a:cubicBezTo>
                  <a:cubicBezTo>
                    <a:pt x="10519" y="5027"/>
                    <a:pt x="10510" y="5027"/>
                    <a:pt x="10501" y="5027"/>
                  </a:cubicBezTo>
                  <a:lnTo>
                    <a:pt x="10499" y="5027"/>
                  </a:lnTo>
                  <a:cubicBezTo>
                    <a:pt x="10492" y="5025"/>
                    <a:pt x="10485" y="5025"/>
                    <a:pt x="10483" y="5025"/>
                  </a:cubicBezTo>
                  <a:lnTo>
                    <a:pt x="10477" y="5025"/>
                  </a:lnTo>
                  <a:cubicBezTo>
                    <a:pt x="10464" y="5021"/>
                    <a:pt x="10452" y="5021"/>
                    <a:pt x="10443" y="5019"/>
                  </a:cubicBezTo>
                  <a:cubicBezTo>
                    <a:pt x="10434" y="5019"/>
                    <a:pt x="10425" y="5019"/>
                    <a:pt x="10418" y="5016"/>
                  </a:cubicBezTo>
                  <a:cubicBezTo>
                    <a:pt x="10406" y="5016"/>
                    <a:pt x="10396" y="5014"/>
                    <a:pt x="10387" y="5014"/>
                  </a:cubicBezTo>
                  <a:cubicBezTo>
                    <a:pt x="10381" y="5014"/>
                    <a:pt x="10377" y="5011"/>
                    <a:pt x="10375" y="5011"/>
                  </a:cubicBezTo>
                  <a:cubicBezTo>
                    <a:pt x="10319" y="5004"/>
                    <a:pt x="10263" y="4995"/>
                    <a:pt x="10209" y="4986"/>
                  </a:cubicBezTo>
                  <a:lnTo>
                    <a:pt x="10190" y="4986"/>
                  </a:lnTo>
                  <a:cubicBezTo>
                    <a:pt x="6474" y="4439"/>
                    <a:pt x="3170" y="2628"/>
                    <a:pt x="7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1"/>
            <p:cNvSpPr/>
            <p:nvPr/>
          </p:nvSpPr>
          <p:spPr>
            <a:xfrm>
              <a:off x="3229863" y="470125"/>
              <a:ext cx="281325" cy="128825"/>
            </a:xfrm>
            <a:custGeom>
              <a:rect b="b" l="l" r="r" t="t"/>
              <a:pathLst>
                <a:path extrusionOk="0" h="5153" w="11253">
                  <a:moveTo>
                    <a:pt x="1352" y="1"/>
                  </a:moveTo>
                  <a:cubicBezTo>
                    <a:pt x="1338" y="1"/>
                    <a:pt x="1325" y="1"/>
                    <a:pt x="1311" y="1"/>
                  </a:cubicBezTo>
                  <a:lnTo>
                    <a:pt x="1151" y="1"/>
                  </a:lnTo>
                  <a:cubicBezTo>
                    <a:pt x="1124" y="1"/>
                    <a:pt x="1095" y="3"/>
                    <a:pt x="1069" y="3"/>
                  </a:cubicBezTo>
                  <a:cubicBezTo>
                    <a:pt x="1003" y="3"/>
                    <a:pt x="939" y="6"/>
                    <a:pt x="871" y="6"/>
                  </a:cubicBezTo>
                  <a:cubicBezTo>
                    <a:pt x="862" y="6"/>
                    <a:pt x="853" y="6"/>
                    <a:pt x="845" y="8"/>
                  </a:cubicBezTo>
                  <a:lnTo>
                    <a:pt x="786" y="8"/>
                  </a:lnTo>
                  <a:cubicBezTo>
                    <a:pt x="780" y="8"/>
                    <a:pt x="770" y="8"/>
                    <a:pt x="762" y="11"/>
                  </a:cubicBezTo>
                  <a:cubicBezTo>
                    <a:pt x="761" y="10"/>
                    <a:pt x="760" y="10"/>
                    <a:pt x="758" y="10"/>
                  </a:cubicBezTo>
                  <a:cubicBezTo>
                    <a:pt x="755" y="10"/>
                    <a:pt x="751" y="11"/>
                    <a:pt x="747" y="11"/>
                  </a:cubicBezTo>
                  <a:cubicBezTo>
                    <a:pt x="745" y="12"/>
                    <a:pt x="744" y="12"/>
                    <a:pt x="743" y="12"/>
                  </a:cubicBezTo>
                  <a:cubicBezTo>
                    <a:pt x="741" y="12"/>
                    <a:pt x="739" y="11"/>
                    <a:pt x="739" y="11"/>
                  </a:cubicBezTo>
                  <a:lnTo>
                    <a:pt x="697" y="11"/>
                  </a:lnTo>
                  <a:cubicBezTo>
                    <a:pt x="691" y="11"/>
                    <a:pt x="682" y="11"/>
                    <a:pt x="672" y="13"/>
                  </a:cubicBezTo>
                  <a:lnTo>
                    <a:pt x="639" y="13"/>
                  </a:lnTo>
                  <a:cubicBezTo>
                    <a:pt x="634" y="13"/>
                    <a:pt x="628" y="13"/>
                    <a:pt x="621" y="16"/>
                  </a:cubicBezTo>
                  <a:cubicBezTo>
                    <a:pt x="621" y="16"/>
                    <a:pt x="619" y="15"/>
                    <a:pt x="618" y="15"/>
                  </a:cubicBezTo>
                  <a:cubicBezTo>
                    <a:pt x="617" y="15"/>
                    <a:pt x="616" y="15"/>
                    <a:pt x="615" y="16"/>
                  </a:cubicBezTo>
                  <a:cubicBezTo>
                    <a:pt x="597" y="16"/>
                    <a:pt x="578" y="16"/>
                    <a:pt x="557" y="18"/>
                  </a:cubicBezTo>
                  <a:lnTo>
                    <a:pt x="554" y="18"/>
                  </a:lnTo>
                  <a:cubicBezTo>
                    <a:pt x="370" y="25"/>
                    <a:pt x="185" y="37"/>
                    <a:pt x="0" y="52"/>
                  </a:cubicBezTo>
                  <a:cubicBezTo>
                    <a:pt x="114" y="61"/>
                    <a:pt x="228" y="70"/>
                    <a:pt x="339" y="83"/>
                  </a:cubicBezTo>
                  <a:cubicBezTo>
                    <a:pt x="354" y="87"/>
                    <a:pt x="368" y="87"/>
                    <a:pt x="381" y="90"/>
                  </a:cubicBezTo>
                  <a:cubicBezTo>
                    <a:pt x="443" y="95"/>
                    <a:pt x="504" y="101"/>
                    <a:pt x="566" y="107"/>
                  </a:cubicBezTo>
                  <a:lnTo>
                    <a:pt x="568" y="110"/>
                  </a:lnTo>
                  <a:cubicBezTo>
                    <a:pt x="590" y="110"/>
                    <a:pt x="610" y="114"/>
                    <a:pt x="633" y="116"/>
                  </a:cubicBezTo>
                  <a:cubicBezTo>
                    <a:pt x="639" y="116"/>
                    <a:pt x="649" y="116"/>
                    <a:pt x="655" y="120"/>
                  </a:cubicBezTo>
                  <a:lnTo>
                    <a:pt x="667" y="120"/>
                  </a:lnTo>
                  <a:cubicBezTo>
                    <a:pt x="674" y="120"/>
                    <a:pt x="683" y="122"/>
                    <a:pt x="692" y="122"/>
                  </a:cubicBezTo>
                  <a:lnTo>
                    <a:pt x="701" y="122"/>
                  </a:lnTo>
                  <a:cubicBezTo>
                    <a:pt x="707" y="125"/>
                    <a:pt x="714" y="125"/>
                    <a:pt x="723" y="125"/>
                  </a:cubicBezTo>
                  <a:cubicBezTo>
                    <a:pt x="729" y="127"/>
                    <a:pt x="738" y="127"/>
                    <a:pt x="748" y="127"/>
                  </a:cubicBezTo>
                  <a:lnTo>
                    <a:pt x="754" y="127"/>
                  </a:lnTo>
                  <a:cubicBezTo>
                    <a:pt x="758" y="130"/>
                    <a:pt x="760" y="130"/>
                    <a:pt x="767" y="130"/>
                  </a:cubicBezTo>
                  <a:lnTo>
                    <a:pt x="776" y="130"/>
                  </a:lnTo>
                  <a:cubicBezTo>
                    <a:pt x="785" y="133"/>
                    <a:pt x="796" y="133"/>
                    <a:pt x="810" y="136"/>
                  </a:cubicBezTo>
                  <a:cubicBezTo>
                    <a:pt x="816" y="136"/>
                    <a:pt x="822" y="136"/>
                    <a:pt x="831" y="139"/>
                  </a:cubicBezTo>
                  <a:cubicBezTo>
                    <a:pt x="841" y="139"/>
                    <a:pt x="852" y="141"/>
                    <a:pt x="865" y="141"/>
                  </a:cubicBezTo>
                  <a:cubicBezTo>
                    <a:pt x="867" y="144"/>
                    <a:pt x="871" y="144"/>
                    <a:pt x="874" y="144"/>
                  </a:cubicBezTo>
                  <a:cubicBezTo>
                    <a:pt x="929" y="151"/>
                    <a:pt x="987" y="160"/>
                    <a:pt x="1043" y="168"/>
                  </a:cubicBezTo>
                  <a:cubicBezTo>
                    <a:pt x="1049" y="168"/>
                    <a:pt x="1058" y="168"/>
                    <a:pt x="1064" y="171"/>
                  </a:cubicBezTo>
                  <a:cubicBezTo>
                    <a:pt x="4782" y="718"/>
                    <a:pt x="8085" y="2531"/>
                    <a:pt x="10523" y="5153"/>
                  </a:cubicBezTo>
                  <a:cubicBezTo>
                    <a:pt x="10812" y="4599"/>
                    <a:pt x="11058" y="4017"/>
                    <a:pt x="11252" y="3413"/>
                  </a:cubicBezTo>
                  <a:cubicBezTo>
                    <a:pt x="8519" y="1275"/>
                    <a:pt x="5086" y="1"/>
                    <a:pt x="13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1"/>
            <p:cNvSpPr/>
            <p:nvPr/>
          </p:nvSpPr>
          <p:spPr>
            <a:xfrm>
              <a:off x="3247238" y="208025"/>
              <a:ext cx="128900" cy="281250"/>
            </a:xfrm>
            <a:custGeom>
              <a:rect b="b" l="l" r="r" t="t"/>
              <a:pathLst>
                <a:path extrusionOk="0" h="11250" w="5156">
                  <a:moveTo>
                    <a:pt x="3421" y="1"/>
                  </a:moveTo>
                  <a:cubicBezTo>
                    <a:pt x="1276" y="2742"/>
                    <a:pt x="0" y="6191"/>
                    <a:pt x="0" y="9938"/>
                  </a:cubicBezTo>
                  <a:cubicBezTo>
                    <a:pt x="0" y="10002"/>
                    <a:pt x="0" y="10064"/>
                    <a:pt x="2" y="10129"/>
                  </a:cubicBezTo>
                  <a:lnTo>
                    <a:pt x="2" y="10180"/>
                  </a:lnTo>
                  <a:cubicBezTo>
                    <a:pt x="2" y="10244"/>
                    <a:pt x="5" y="10309"/>
                    <a:pt x="5" y="10377"/>
                  </a:cubicBezTo>
                  <a:cubicBezTo>
                    <a:pt x="7" y="10386"/>
                    <a:pt x="7" y="10394"/>
                    <a:pt x="7" y="10403"/>
                  </a:cubicBezTo>
                  <a:lnTo>
                    <a:pt x="7" y="10419"/>
                  </a:lnTo>
                  <a:lnTo>
                    <a:pt x="7" y="10425"/>
                  </a:lnTo>
                  <a:lnTo>
                    <a:pt x="7" y="10463"/>
                  </a:lnTo>
                  <a:cubicBezTo>
                    <a:pt x="10" y="10469"/>
                    <a:pt x="10" y="10479"/>
                    <a:pt x="10" y="10487"/>
                  </a:cubicBezTo>
                  <a:lnTo>
                    <a:pt x="10" y="10536"/>
                  </a:lnTo>
                  <a:cubicBezTo>
                    <a:pt x="12" y="10539"/>
                    <a:pt x="12" y="10546"/>
                    <a:pt x="10" y="10552"/>
                  </a:cubicBezTo>
                  <a:cubicBezTo>
                    <a:pt x="12" y="10558"/>
                    <a:pt x="12" y="10567"/>
                    <a:pt x="12" y="10577"/>
                  </a:cubicBezTo>
                  <a:lnTo>
                    <a:pt x="12" y="10600"/>
                  </a:lnTo>
                  <a:lnTo>
                    <a:pt x="12" y="10608"/>
                  </a:lnTo>
                  <a:cubicBezTo>
                    <a:pt x="15" y="10614"/>
                    <a:pt x="15" y="10620"/>
                    <a:pt x="15" y="10629"/>
                  </a:cubicBezTo>
                  <a:lnTo>
                    <a:pt x="15" y="10642"/>
                  </a:lnTo>
                  <a:cubicBezTo>
                    <a:pt x="15" y="10657"/>
                    <a:pt x="18" y="10677"/>
                    <a:pt x="18" y="10695"/>
                  </a:cubicBezTo>
                  <a:lnTo>
                    <a:pt x="18" y="10697"/>
                  </a:lnTo>
                  <a:lnTo>
                    <a:pt x="18" y="10701"/>
                  </a:lnTo>
                  <a:cubicBezTo>
                    <a:pt x="28" y="10883"/>
                    <a:pt x="39" y="11065"/>
                    <a:pt x="55" y="11250"/>
                  </a:cubicBezTo>
                  <a:cubicBezTo>
                    <a:pt x="64" y="11145"/>
                    <a:pt x="73" y="11044"/>
                    <a:pt x="86" y="10943"/>
                  </a:cubicBezTo>
                  <a:cubicBezTo>
                    <a:pt x="86" y="10918"/>
                    <a:pt x="90" y="10898"/>
                    <a:pt x="93" y="10876"/>
                  </a:cubicBezTo>
                  <a:cubicBezTo>
                    <a:pt x="95" y="10811"/>
                    <a:pt x="104" y="10750"/>
                    <a:pt x="110" y="10688"/>
                  </a:cubicBezTo>
                  <a:lnTo>
                    <a:pt x="110" y="10686"/>
                  </a:lnTo>
                  <a:cubicBezTo>
                    <a:pt x="114" y="10665"/>
                    <a:pt x="117" y="10641"/>
                    <a:pt x="120" y="10619"/>
                  </a:cubicBezTo>
                  <a:cubicBezTo>
                    <a:pt x="120" y="10613"/>
                    <a:pt x="120" y="10604"/>
                    <a:pt x="122" y="10597"/>
                  </a:cubicBezTo>
                  <a:lnTo>
                    <a:pt x="122" y="10590"/>
                  </a:lnTo>
                  <a:lnTo>
                    <a:pt x="122" y="10584"/>
                  </a:lnTo>
                  <a:cubicBezTo>
                    <a:pt x="122" y="10578"/>
                    <a:pt x="125" y="10568"/>
                    <a:pt x="125" y="10559"/>
                  </a:cubicBezTo>
                  <a:lnTo>
                    <a:pt x="125" y="10551"/>
                  </a:lnTo>
                  <a:cubicBezTo>
                    <a:pt x="127" y="10544"/>
                    <a:pt x="127" y="10538"/>
                    <a:pt x="127" y="10528"/>
                  </a:cubicBezTo>
                  <a:cubicBezTo>
                    <a:pt x="130" y="10522"/>
                    <a:pt x="130" y="10513"/>
                    <a:pt x="130" y="10504"/>
                  </a:cubicBezTo>
                  <a:lnTo>
                    <a:pt x="130" y="10501"/>
                  </a:lnTo>
                  <a:cubicBezTo>
                    <a:pt x="132" y="10499"/>
                    <a:pt x="132" y="10492"/>
                    <a:pt x="132" y="10486"/>
                  </a:cubicBezTo>
                  <a:lnTo>
                    <a:pt x="132" y="10477"/>
                  </a:lnTo>
                  <a:cubicBezTo>
                    <a:pt x="136" y="10468"/>
                    <a:pt x="136" y="10456"/>
                    <a:pt x="139" y="10444"/>
                  </a:cubicBezTo>
                  <a:cubicBezTo>
                    <a:pt x="139" y="10438"/>
                    <a:pt x="139" y="10432"/>
                    <a:pt x="141" y="10425"/>
                  </a:cubicBezTo>
                  <a:cubicBezTo>
                    <a:pt x="141" y="10413"/>
                    <a:pt x="144" y="10401"/>
                    <a:pt x="144" y="10388"/>
                  </a:cubicBezTo>
                  <a:cubicBezTo>
                    <a:pt x="144" y="10386"/>
                    <a:pt x="147" y="10382"/>
                    <a:pt x="147" y="10379"/>
                  </a:cubicBezTo>
                  <a:cubicBezTo>
                    <a:pt x="153" y="10324"/>
                    <a:pt x="162" y="10265"/>
                    <a:pt x="171" y="10210"/>
                  </a:cubicBezTo>
                  <a:cubicBezTo>
                    <a:pt x="171" y="10203"/>
                    <a:pt x="171" y="10195"/>
                    <a:pt x="173" y="10188"/>
                  </a:cubicBezTo>
                  <a:cubicBezTo>
                    <a:pt x="720" y="6471"/>
                    <a:pt x="2530" y="3168"/>
                    <a:pt x="5156" y="729"/>
                  </a:cubicBezTo>
                  <a:cubicBezTo>
                    <a:pt x="4603" y="440"/>
                    <a:pt x="4018" y="195"/>
                    <a:pt x="34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1"/>
            <p:cNvSpPr/>
            <p:nvPr/>
          </p:nvSpPr>
          <p:spPr>
            <a:xfrm>
              <a:off x="3120213" y="452775"/>
              <a:ext cx="129050" cy="281225"/>
            </a:xfrm>
            <a:custGeom>
              <a:rect b="b" l="l" r="r" t="t"/>
              <a:pathLst>
                <a:path extrusionOk="0" h="11249" w="5162">
                  <a:moveTo>
                    <a:pt x="5103" y="0"/>
                  </a:moveTo>
                  <a:cubicBezTo>
                    <a:pt x="5093" y="114"/>
                    <a:pt x="5084" y="227"/>
                    <a:pt x="5072" y="339"/>
                  </a:cubicBezTo>
                  <a:cubicBezTo>
                    <a:pt x="5068" y="354"/>
                    <a:pt x="5068" y="366"/>
                    <a:pt x="5065" y="381"/>
                  </a:cubicBezTo>
                  <a:cubicBezTo>
                    <a:pt x="5059" y="443"/>
                    <a:pt x="5053" y="505"/>
                    <a:pt x="5047" y="563"/>
                  </a:cubicBezTo>
                  <a:cubicBezTo>
                    <a:pt x="5047" y="566"/>
                    <a:pt x="5044" y="566"/>
                    <a:pt x="5044" y="566"/>
                  </a:cubicBezTo>
                  <a:cubicBezTo>
                    <a:pt x="5044" y="588"/>
                    <a:pt x="5041" y="608"/>
                    <a:pt x="5038" y="630"/>
                  </a:cubicBezTo>
                  <a:cubicBezTo>
                    <a:pt x="5038" y="639"/>
                    <a:pt x="5038" y="645"/>
                    <a:pt x="5036" y="652"/>
                  </a:cubicBezTo>
                  <a:lnTo>
                    <a:pt x="5036" y="665"/>
                  </a:lnTo>
                  <a:lnTo>
                    <a:pt x="5036" y="667"/>
                  </a:lnTo>
                  <a:cubicBezTo>
                    <a:pt x="5036" y="676"/>
                    <a:pt x="5033" y="683"/>
                    <a:pt x="5033" y="690"/>
                  </a:cubicBezTo>
                  <a:lnTo>
                    <a:pt x="5033" y="702"/>
                  </a:lnTo>
                  <a:cubicBezTo>
                    <a:pt x="5030" y="707"/>
                    <a:pt x="5030" y="713"/>
                    <a:pt x="5030" y="721"/>
                  </a:cubicBezTo>
                  <a:cubicBezTo>
                    <a:pt x="5027" y="729"/>
                    <a:pt x="5027" y="738"/>
                    <a:pt x="5027" y="748"/>
                  </a:cubicBezTo>
                  <a:lnTo>
                    <a:pt x="5027" y="750"/>
                  </a:lnTo>
                  <a:cubicBezTo>
                    <a:pt x="5025" y="757"/>
                    <a:pt x="5025" y="762"/>
                    <a:pt x="5025" y="765"/>
                  </a:cubicBezTo>
                  <a:lnTo>
                    <a:pt x="5025" y="772"/>
                  </a:lnTo>
                  <a:cubicBezTo>
                    <a:pt x="5021" y="784"/>
                    <a:pt x="5021" y="796"/>
                    <a:pt x="5018" y="805"/>
                  </a:cubicBezTo>
                  <a:cubicBezTo>
                    <a:pt x="5018" y="815"/>
                    <a:pt x="5016" y="824"/>
                    <a:pt x="5016" y="830"/>
                  </a:cubicBezTo>
                  <a:cubicBezTo>
                    <a:pt x="5016" y="842"/>
                    <a:pt x="5014" y="852"/>
                    <a:pt x="5014" y="861"/>
                  </a:cubicBezTo>
                  <a:cubicBezTo>
                    <a:pt x="5014" y="867"/>
                    <a:pt x="5011" y="871"/>
                    <a:pt x="5011" y="873"/>
                  </a:cubicBezTo>
                  <a:cubicBezTo>
                    <a:pt x="5005" y="929"/>
                    <a:pt x="4995" y="985"/>
                    <a:pt x="4986" y="1041"/>
                  </a:cubicBezTo>
                  <a:lnTo>
                    <a:pt x="4986" y="1058"/>
                  </a:lnTo>
                  <a:cubicBezTo>
                    <a:pt x="4439" y="4774"/>
                    <a:pt x="2626" y="8079"/>
                    <a:pt x="1" y="10519"/>
                  </a:cubicBezTo>
                  <a:cubicBezTo>
                    <a:pt x="554" y="10813"/>
                    <a:pt x="1136" y="11057"/>
                    <a:pt x="1740" y="11248"/>
                  </a:cubicBezTo>
                  <a:cubicBezTo>
                    <a:pt x="3886" y="8509"/>
                    <a:pt x="5162" y="5061"/>
                    <a:pt x="5162" y="1314"/>
                  </a:cubicBezTo>
                  <a:lnTo>
                    <a:pt x="5162" y="1154"/>
                  </a:lnTo>
                  <a:cubicBezTo>
                    <a:pt x="5162" y="1125"/>
                    <a:pt x="5159" y="1098"/>
                    <a:pt x="5151" y="1072"/>
                  </a:cubicBezTo>
                  <a:cubicBezTo>
                    <a:pt x="5151" y="1007"/>
                    <a:pt x="5149" y="938"/>
                    <a:pt x="5149" y="871"/>
                  </a:cubicBezTo>
                  <a:cubicBezTo>
                    <a:pt x="5149" y="865"/>
                    <a:pt x="5149" y="856"/>
                    <a:pt x="5146" y="847"/>
                  </a:cubicBezTo>
                  <a:lnTo>
                    <a:pt x="5146" y="785"/>
                  </a:lnTo>
                  <a:cubicBezTo>
                    <a:pt x="5146" y="778"/>
                    <a:pt x="5146" y="772"/>
                    <a:pt x="5144" y="763"/>
                  </a:cubicBezTo>
                  <a:cubicBezTo>
                    <a:pt x="5146" y="760"/>
                    <a:pt x="5144" y="754"/>
                    <a:pt x="5144" y="748"/>
                  </a:cubicBezTo>
                  <a:lnTo>
                    <a:pt x="5144" y="741"/>
                  </a:lnTo>
                  <a:lnTo>
                    <a:pt x="5144" y="698"/>
                  </a:lnTo>
                  <a:cubicBezTo>
                    <a:pt x="5144" y="692"/>
                    <a:pt x="5144" y="686"/>
                    <a:pt x="5141" y="676"/>
                  </a:cubicBezTo>
                  <a:lnTo>
                    <a:pt x="5141" y="636"/>
                  </a:lnTo>
                  <a:cubicBezTo>
                    <a:pt x="5141" y="634"/>
                    <a:pt x="5141" y="628"/>
                    <a:pt x="5139" y="621"/>
                  </a:cubicBezTo>
                  <a:cubicBezTo>
                    <a:pt x="5141" y="619"/>
                    <a:pt x="5141" y="614"/>
                    <a:pt x="5139" y="612"/>
                  </a:cubicBezTo>
                  <a:cubicBezTo>
                    <a:pt x="5139" y="594"/>
                    <a:pt x="5139" y="574"/>
                    <a:pt x="5136" y="557"/>
                  </a:cubicBezTo>
                  <a:lnTo>
                    <a:pt x="5136" y="554"/>
                  </a:lnTo>
                  <a:cubicBezTo>
                    <a:pt x="5130" y="370"/>
                    <a:pt x="5118" y="185"/>
                    <a:pt x="51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1"/>
            <p:cNvSpPr/>
            <p:nvPr/>
          </p:nvSpPr>
          <p:spPr>
            <a:xfrm>
              <a:off x="2972213" y="461625"/>
              <a:ext cx="291600" cy="71800"/>
            </a:xfrm>
            <a:custGeom>
              <a:rect b="b" l="l" r="r" t="t"/>
              <a:pathLst>
                <a:path extrusionOk="0" h="2872" w="11664">
                  <a:moveTo>
                    <a:pt x="11664" y="0"/>
                  </a:moveTo>
                  <a:lnTo>
                    <a:pt x="11664" y="0"/>
                  </a:lnTo>
                  <a:cubicBezTo>
                    <a:pt x="11574" y="43"/>
                    <a:pt x="11484" y="83"/>
                    <a:pt x="11390" y="127"/>
                  </a:cubicBezTo>
                  <a:cubicBezTo>
                    <a:pt x="11368" y="140"/>
                    <a:pt x="11344" y="152"/>
                    <a:pt x="11319" y="161"/>
                  </a:cubicBezTo>
                  <a:cubicBezTo>
                    <a:pt x="11265" y="186"/>
                    <a:pt x="11205" y="213"/>
                    <a:pt x="11148" y="235"/>
                  </a:cubicBezTo>
                  <a:cubicBezTo>
                    <a:pt x="11148" y="235"/>
                    <a:pt x="11148" y="238"/>
                    <a:pt x="11145" y="238"/>
                  </a:cubicBezTo>
                  <a:cubicBezTo>
                    <a:pt x="11126" y="246"/>
                    <a:pt x="11105" y="255"/>
                    <a:pt x="11084" y="261"/>
                  </a:cubicBezTo>
                  <a:cubicBezTo>
                    <a:pt x="11076" y="269"/>
                    <a:pt x="11068" y="271"/>
                    <a:pt x="11061" y="271"/>
                  </a:cubicBezTo>
                  <a:cubicBezTo>
                    <a:pt x="11058" y="274"/>
                    <a:pt x="11058" y="274"/>
                    <a:pt x="11055" y="274"/>
                  </a:cubicBezTo>
                  <a:cubicBezTo>
                    <a:pt x="11055" y="274"/>
                    <a:pt x="11055" y="276"/>
                    <a:pt x="11053" y="276"/>
                  </a:cubicBezTo>
                  <a:lnTo>
                    <a:pt x="11050" y="276"/>
                  </a:lnTo>
                  <a:cubicBezTo>
                    <a:pt x="11040" y="283"/>
                    <a:pt x="11028" y="286"/>
                    <a:pt x="11019" y="289"/>
                  </a:cubicBezTo>
                  <a:lnTo>
                    <a:pt x="11016" y="289"/>
                  </a:lnTo>
                  <a:cubicBezTo>
                    <a:pt x="11009" y="295"/>
                    <a:pt x="11007" y="295"/>
                    <a:pt x="11001" y="299"/>
                  </a:cubicBezTo>
                  <a:cubicBezTo>
                    <a:pt x="10994" y="301"/>
                    <a:pt x="10986" y="305"/>
                    <a:pt x="10978" y="307"/>
                  </a:cubicBezTo>
                  <a:lnTo>
                    <a:pt x="10976" y="307"/>
                  </a:lnTo>
                  <a:cubicBezTo>
                    <a:pt x="10971" y="311"/>
                    <a:pt x="10965" y="314"/>
                    <a:pt x="10958" y="314"/>
                  </a:cubicBezTo>
                  <a:lnTo>
                    <a:pt x="10958" y="316"/>
                  </a:lnTo>
                  <a:cubicBezTo>
                    <a:pt x="10945" y="322"/>
                    <a:pt x="10931" y="330"/>
                    <a:pt x="10918" y="332"/>
                  </a:cubicBezTo>
                  <a:cubicBezTo>
                    <a:pt x="10913" y="335"/>
                    <a:pt x="10906" y="338"/>
                    <a:pt x="10900" y="341"/>
                  </a:cubicBezTo>
                  <a:cubicBezTo>
                    <a:pt x="10887" y="347"/>
                    <a:pt x="10875" y="350"/>
                    <a:pt x="10863" y="356"/>
                  </a:cubicBezTo>
                  <a:lnTo>
                    <a:pt x="10860" y="356"/>
                  </a:lnTo>
                  <a:cubicBezTo>
                    <a:pt x="10805" y="381"/>
                    <a:pt x="10750" y="403"/>
                    <a:pt x="10698" y="420"/>
                  </a:cubicBezTo>
                  <a:cubicBezTo>
                    <a:pt x="10695" y="424"/>
                    <a:pt x="10691" y="428"/>
                    <a:pt x="10688" y="428"/>
                  </a:cubicBezTo>
                  <a:cubicBezTo>
                    <a:pt x="8765" y="1190"/>
                    <a:pt x="6758" y="1558"/>
                    <a:pt x="4770" y="1558"/>
                  </a:cubicBezTo>
                  <a:cubicBezTo>
                    <a:pt x="3149" y="1558"/>
                    <a:pt x="1541" y="1314"/>
                    <a:pt x="1" y="838"/>
                  </a:cubicBezTo>
                  <a:lnTo>
                    <a:pt x="1" y="838"/>
                  </a:lnTo>
                  <a:cubicBezTo>
                    <a:pt x="29" y="1477"/>
                    <a:pt x="109" y="2105"/>
                    <a:pt x="240" y="2713"/>
                  </a:cubicBezTo>
                  <a:cubicBezTo>
                    <a:pt x="986" y="2818"/>
                    <a:pt x="1740" y="2872"/>
                    <a:pt x="2497" y="2872"/>
                  </a:cubicBezTo>
                  <a:cubicBezTo>
                    <a:pt x="5236" y="2872"/>
                    <a:pt x="8013" y="2174"/>
                    <a:pt x="10555" y="706"/>
                  </a:cubicBezTo>
                  <a:cubicBezTo>
                    <a:pt x="10599" y="681"/>
                    <a:pt x="10645" y="653"/>
                    <a:pt x="10687" y="629"/>
                  </a:cubicBezTo>
                  <a:cubicBezTo>
                    <a:pt x="10714" y="613"/>
                    <a:pt x="10740" y="598"/>
                    <a:pt x="10767" y="582"/>
                  </a:cubicBezTo>
                  <a:cubicBezTo>
                    <a:pt x="10822" y="548"/>
                    <a:pt x="10880" y="515"/>
                    <a:pt x="10936" y="477"/>
                  </a:cubicBezTo>
                  <a:cubicBezTo>
                    <a:pt x="10942" y="475"/>
                    <a:pt x="10945" y="471"/>
                    <a:pt x="10951" y="469"/>
                  </a:cubicBezTo>
                  <a:cubicBezTo>
                    <a:pt x="10961" y="465"/>
                    <a:pt x="10967" y="459"/>
                    <a:pt x="10973" y="455"/>
                  </a:cubicBezTo>
                  <a:cubicBezTo>
                    <a:pt x="10980" y="453"/>
                    <a:pt x="10983" y="449"/>
                    <a:pt x="10987" y="446"/>
                  </a:cubicBezTo>
                  <a:cubicBezTo>
                    <a:pt x="10996" y="443"/>
                    <a:pt x="11002" y="436"/>
                    <a:pt x="11008" y="434"/>
                  </a:cubicBezTo>
                  <a:cubicBezTo>
                    <a:pt x="11013" y="428"/>
                    <a:pt x="11020" y="423"/>
                    <a:pt x="11027" y="420"/>
                  </a:cubicBezTo>
                  <a:cubicBezTo>
                    <a:pt x="11033" y="418"/>
                    <a:pt x="11037" y="414"/>
                    <a:pt x="11039" y="412"/>
                  </a:cubicBezTo>
                  <a:cubicBezTo>
                    <a:pt x="11042" y="412"/>
                    <a:pt x="11045" y="409"/>
                    <a:pt x="11048" y="409"/>
                  </a:cubicBezTo>
                  <a:cubicBezTo>
                    <a:pt x="11055" y="403"/>
                    <a:pt x="11061" y="399"/>
                    <a:pt x="11064" y="397"/>
                  </a:cubicBezTo>
                  <a:cubicBezTo>
                    <a:pt x="11068" y="397"/>
                    <a:pt x="11070" y="397"/>
                    <a:pt x="11070" y="394"/>
                  </a:cubicBezTo>
                  <a:cubicBezTo>
                    <a:pt x="11076" y="389"/>
                    <a:pt x="11080" y="387"/>
                    <a:pt x="11084" y="387"/>
                  </a:cubicBezTo>
                  <a:cubicBezTo>
                    <a:pt x="11092" y="381"/>
                    <a:pt x="11099" y="378"/>
                    <a:pt x="11105" y="372"/>
                  </a:cubicBezTo>
                  <a:cubicBezTo>
                    <a:pt x="11115" y="366"/>
                    <a:pt x="11123" y="363"/>
                    <a:pt x="11130" y="356"/>
                  </a:cubicBezTo>
                  <a:cubicBezTo>
                    <a:pt x="11135" y="352"/>
                    <a:pt x="11141" y="346"/>
                    <a:pt x="11148" y="343"/>
                  </a:cubicBezTo>
                  <a:cubicBezTo>
                    <a:pt x="11152" y="343"/>
                    <a:pt x="11154" y="341"/>
                    <a:pt x="11154" y="341"/>
                  </a:cubicBezTo>
                  <a:cubicBezTo>
                    <a:pt x="11172" y="330"/>
                    <a:pt x="11188" y="320"/>
                    <a:pt x="11203" y="307"/>
                  </a:cubicBezTo>
                  <a:lnTo>
                    <a:pt x="11205" y="307"/>
                  </a:lnTo>
                  <a:cubicBezTo>
                    <a:pt x="11359" y="207"/>
                    <a:pt x="11513" y="105"/>
                    <a:pt x="116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1"/>
            <p:cNvSpPr/>
            <p:nvPr/>
          </p:nvSpPr>
          <p:spPr>
            <a:xfrm>
              <a:off x="3232513" y="408575"/>
              <a:ext cx="291575" cy="71875"/>
            </a:xfrm>
            <a:custGeom>
              <a:rect b="b" l="l" r="r" t="t"/>
              <a:pathLst>
                <a:path extrusionOk="0" h="2875" w="11663">
                  <a:moveTo>
                    <a:pt x="9164" y="0"/>
                  </a:moveTo>
                  <a:cubicBezTo>
                    <a:pt x="6426" y="0"/>
                    <a:pt x="3649" y="697"/>
                    <a:pt x="1106" y="2166"/>
                  </a:cubicBezTo>
                  <a:cubicBezTo>
                    <a:pt x="1062" y="2191"/>
                    <a:pt x="1022" y="2216"/>
                    <a:pt x="979" y="2243"/>
                  </a:cubicBezTo>
                  <a:cubicBezTo>
                    <a:pt x="948" y="2259"/>
                    <a:pt x="921" y="2277"/>
                    <a:pt x="890" y="2299"/>
                  </a:cubicBezTo>
                  <a:cubicBezTo>
                    <a:pt x="835" y="2328"/>
                    <a:pt x="783" y="2361"/>
                    <a:pt x="728" y="2401"/>
                  </a:cubicBezTo>
                  <a:cubicBezTo>
                    <a:pt x="727" y="2400"/>
                    <a:pt x="725" y="2400"/>
                    <a:pt x="723" y="2400"/>
                  </a:cubicBezTo>
                  <a:cubicBezTo>
                    <a:pt x="717" y="2400"/>
                    <a:pt x="711" y="2405"/>
                    <a:pt x="706" y="2410"/>
                  </a:cubicBezTo>
                  <a:cubicBezTo>
                    <a:pt x="704" y="2410"/>
                    <a:pt x="699" y="2410"/>
                    <a:pt x="697" y="2416"/>
                  </a:cubicBezTo>
                  <a:cubicBezTo>
                    <a:pt x="696" y="2416"/>
                    <a:pt x="695" y="2415"/>
                    <a:pt x="695" y="2415"/>
                  </a:cubicBezTo>
                  <a:cubicBezTo>
                    <a:pt x="693" y="2415"/>
                    <a:pt x="692" y="2418"/>
                    <a:pt x="690" y="2423"/>
                  </a:cubicBezTo>
                  <a:cubicBezTo>
                    <a:pt x="690" y="2421"/>
                    <a:pt x="689" y="2421"/>
                    <a:pt x="688" y="2421"/>
                  </a:cubicBezTo>
                  <a:cubicBezTo>
                    <a:pt x="686" y="2421"/>
                    <a:pt x="683" y="2424"/>
                    <a:pt x="682" y="2426"/>
                  </a:cubicBezTo>
                  <a:cubicBezTo>
                    <a:pt x="673" y="2428"/>
                    <a:pt x="663" y="2434"/>
                    <a:pt x="654" y="2443"/>
                  </a:cubicBezTo>
                  <a:cubicBezTo>
                    <a:pt x="649" y="2443"/>
                    <a:pt x="643" y="2449"/>
                    <a:pt x="636" y="2457"/>
                  </a:cubicBezTo>
                  <a:cubicBezTo>
                    <a:pt x="636" y="2455"/>
                    <a:pt x="635" y="2455"/>
                    <a:pt x="634" y="2455"/>
                  </a:cubicBezTo>
                  <a:cubicBezTo>
                    <a:pt x="631" y="2455"/>
                    <a:pt x="629" y="2457"/>
                    <a:pt x="627" y="2459"/>
                  </a:cubicBezTo>
                  <a:cubicBezTo>
                    <a:pt x="625" y="2459"/>
                    <a:pt x="621" y="2463"/>
                    <a:pt x="618" y="2465"/>
                  </a:cubicBezTo>
                  <a:cubicBezTo>
                    <a:pt x="613" y="2469"/>
                    <a:pt x="607" y="2472"/>
                    <a:pt x="600" y="2478"/>
                  </a:cubicBezTo>
                  <a:cubicBezTo>
                    <a:pt x="596" y="2478"/>
                    <a:pt x="594" y="2478"/>
                    <a:pt x="594" y="2480"/>
                  </a:cubicBezTo>
                  <a:cubicBezTo>
                    <a:pt x="587" y="2480"/>
                    <a:pt x="584" y="2485"/>
                    <a:pt x="581" y="2488"/>
                  </a:cubicBezTo>
                  <a:cubicBezTo>
                    <a:pt x="576" y="2491"/>
                    <a:pt x="569" y="2498"/>
                    <a:pt x="563" y="2500"/>
                  </a:cubicBezTo>
                  <a:cubicBezTo>
                    <a:pt x="554" y="2506"/>
                    <a:pt x="548" y="2509"/>
                    <a:pt x="538" y="2516"/>
                  </a:cubicBezTo>
                  <a:lnTo>
                    <a:pt x="538" y="2519"/>
                  </a:lnTo>
                  <a:lnTo>
                    <a:pt x="535" y="2519"/>
                  </a:lnTo>
                  <a:cubicBezTo>
                    <a:pt x="529" y="2521"/>
                    <a:pt x="527" y="2525"/>
                    <a:pt x="520" y="2527"/>
                  </a:cubicBezTo>
                  <a:cubicBezTo>
                    <a:pt x="518" y="2527"/>
                    <a:pt x="514" y="2531"/>
                    <a:pt x="512" y="2534"/>
                  </a:cubicBezTo>
                  <a:cubicBezTo>
                    <a:pt x="496" y="2542"/>
                    <a:pt x="481" y="2552"/>
                    <a:pt x="465" y="2567"/>
                  </a:cubicBezTo>
                  <a:cubicBezTo>
                    <a:pt x="463" y="2566"/>
                    <a:pt x="461" y="2566"/>
                    <a:pt x="460" y="2566"/>
                  </a:cubicBezTo>
                  <a:cubicBezTo>
                    <a:pt x="459" y="2566"/>
                    <a:pt x="458" y="2566"/>
                    <a:pt x="458" y="2567"/>
                  </a:cubicBezTo>
                  <a:cubicBezTo>
                    <a:pt x="302" y="2668"/>
                    <a:pt x="151" y="2769"/>
                    <a:pt x="1" y="2875"/>
                  </a:cubicBezTo>
                  <a:cubicBezTo>
                    <a:pt x="92" y="2830"/>
                    <a:pt x="184" y="2788"/>
                    <a:pt x="276" y="2748"/>
                  </a:cubicBezTo>
                  <a:cubicBezTo>
                    <a:pt x="297" y="2735"/>
                    <a:pt x="319" y="2726"/>
                    <a:pt x="343" y="2717"/>
                  </a:cubicBezTo>
                  <a:cubicBezTo>
                    <a:pt x="398" y="2690"/>
                    <a:pt x="457" y="2665"/>
                    <a:pt x="515" y="2643"/>
                  </a:cubicBezTo>
                  <a:cubicBezTo>
                    <a:pt x="515" y="2643"/>
                    <a:pt x="515" y="2640"/>
                    <a:pt x="518" y="2640"/>
                  </a:cubicBezTo>
                  <a:cubicBezTo>
                    <a:pt x="535" y="2632"/>
                    <a:pt x="554" y="2623"/>
                    <a:pt x="576" y="2617"/>
                  </a:cubicBezTo>
                  <a:cubicBezTo>
                    <a:pt x="582" y="2609"/>
                    <a:pt x="591" y="2607"/>
                    <a:pt x="597" y="2607"/>
                  </a:cubicBezTo>
                  <a:cubicBezTo>
                    <a:pt x="601" y="2604"/>
                    <a:pt x="601" y="2604"/>
                    <a:pt x="604" y="2604"/>
                  </a:cubicBezTo>
                  <a:cubicBezTo>
                    <a:pt x="607" y="2602"/>
                    <a:pt x="611" y="2602"/>
                    <a:pt x="613" y="2602"/>
                  </a:cubicBezTo>
                  <a:cubicBezTo>
                    <a:pt x="622" y="2596"/>
                    <a:pt x="635" y="2589"/>
                    <a:pt x="644" y="2589"/>
                  </a:cubicBezTo>
                  <a:lnTo>
                    <a:pt x="647" y="2587"/>
                  </a:lnTo>
                  <a:cubicBezTo>
                    <a:pt x="651" y="2583"/>
                    <a:pt x="657" y="2581"/>
                    <a:pt x="659" y="2581"/>
                  </a:cubicBezTo>
                  <a:cubicBezTo>
                    <a:pt x="666" y="2577"/>
                    <a:pt x="675" y="2573"/>
                    <a:pt x="682" y="2571"/>
                  </a:cubicBezTo>
                  <a:cubicBezTo>
                    <a:pt x="684" y="2568"/>
                    <a:pt x="688" y="2568"/>
                    <a:pt x="690" y="2568"/>
                  </a:cubicBezTo>
                  <a:cubicBezTo>
                    <a:pt x="694" y="2565"/>
                    <a:pt x="700" y="2562"/>
                    <a:pt x="704" y="2562"/>
                  </a:cubicBezTo>
                  <a:lnTo>
                    <a:pt x="706" y="2562"/>
                  </a:lnTo>
                  <a:cubicBezTo>
                    <a:pt x="719" y="2556"/>
                    <a:pt x="730" y="2550"/>
                    <a:pt x="744" y="2546"/>
                  </a:cubicBezTo>
                  <a:cubicBezTo>
                    <a:pt x="752" y="2540"/>
                    <a:pt x="761" y="2536"/>
                    <a:pt x="768" y="2534"/>
                  </a:cubicBezTo>
                  <a:cubicBezTo>
                    <a:pt x="781" y="2530"/>
                    <a:pt x="790" y="2524"/>
                    <a:pt x="799" y="2521"/>
                  </a:cubicBezTo>
                  <a:cubicBezTo>
                    <a:pt x="803" y="2521"/>
                    <a:pt x="806" y="2519"/>
                    <a:pt x="806" y="2519"/>
                  </a:cubicBezTo>
                  <a:cubicBezTo>
                    <a:pt x="860" y="2496"/>
                    <a:pt x="912" y="2474"/>
                    <a:pt x="966" y="2457"/>
                  </a:cubicBezTo>
                  <a:cubicBezTo>
                    <a:pt x="972" y="2454"/>
                    <a:pt x="974" y="2449"/>
                    <a:pt x="981" y="2447"/>
                  </a:cubicBezTo>
                  <a:cubicBezTo>
                    <a:pt x="2904" y="1686"/>
                    <a:pt x="4911" y="1318"/>
                    <a:pt x="6898" y="1318"/>
                  </a:cubicBezTo>
                  <a:cubicBezTo>
                    <a:pt x="8518" y="1318"/>
                    <a:pt x="10125" y="1562"/>
                    <a:pt x="11662" y="2036"/>
                  </a:cubicBezTo>
                  <a:cubicBezTo>
                    <a:pt x="11633" y="1397"/>
                    <a:pt x="11554" y="770"/>
                    <a:pt x="11421" y="158"/>
                  </a:cubicBezTo>
                  <a:cubicBezTo>
                    <a:pt x="10675" y="53"/>
                    <a:pt x="9921" y="0"/>
                    <a:pt x="91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1"/>
            <p:cNvSpPr/>
            <p:nvPr/>
          </p:nvSpPr>
          <p:spPr>
            <a:xfrm>
              <a:off x="3177613" y="195250"/>
              <a:ext cx="79900" cy="291450"/>
            </a:xfrm>
            <a:custGeom>
              <a:rect b="b" l="l" r="r" t="t"/>
              <a:pathLst>
                <a:path extrusionOk="0" h="11658" w="3196">
                  <a:moveTo>
                    <a:pt x="2358" y="1"/>
                  </a:moveTo>
                  <a:lnTo>
                    <a:pt x="2358" y="1"/>
                  </a:lnTo>
                  <a:cubicBezTo>
                    <a:pt x="1718" y="26"/>
                    <a:pt x="1095" y="105"/>
                    <a:pt x="486" y="237"/>
                  </a:cubicBezTo>
                  <a:cubicBezTo>
                    <a:pt x="1" y="3679"/>
                    <a:pt x="619" y="7306"/>
                    <a:pt x="2493" y="10552"/>
                  </a:cubicBezTo>
                  <a:cubicBezTo>
                    <a:pt x="2518" y="10595"/>
                    <a:pt x="2542" y="10638"/>
                    <a:pt x="2566" y="10678"/>
                  </a:cubicBezTo>
                  <a:cubicBezTo>
                    <a:pt x="2582" y="10707"/>
                    <a:pt x="2597" y="10734"/>
                    <a:pt x="2613" y="10759"/>
                  </a:cubicBezTo>
                  <a:cubicBezTo>
                    <a:pt x="2649" y="10816"/>
                    <a:pt x="2683" y="10874"/>
                    <a:pt x="2720" y="10930"/>
                  </a:cubicBezTo>
                  <a:cubicBezTo>
                    <a:pt x="2723" y="10936"/>
                    <a:pt x="2726" y="10942"/>
                    <a:pt x="2729" y="10945"/>
                  </a:cubicBezTo>
                  <a:cubicBezTo>
                    <a:pt x="2733" y="10955"/>
                    <a:pt x="2740" y="10961"/>
                    <a:pt x="2742" y="10967"/>
                  </a:cubicBezTo>
                  <a:lnTo>
                    <a:pt x="2742" y="10970"/>
                  </a:lnTo>
                  <a:cubicBezTo>
                    <a:pt x="2746" y="10972"/>
                    <a:pt x="2749" y="10976"/>
                    <a:pt x="2749" y="10978"/>
                  </a:cubicBezTo>
                  <a:cubicBezTo>
                    <a:pt x="2755" y="10988"/>
                    <a:pt x="2761" y="10997"/>
                    <a:pt x="2764" y="11003"/>
                  </a:cubicBezTo>
                  <a:cubicBezTo>
                    <a:pt x="2771" y="11008"/>
                    <a:pt x="2775" y="11014"/>
                    <a:pt x="2777" y="11022"/>
                  </a:cubicBezTo>
                  <a:cubicBezTo>
                    <a:pt x="2780" y="11028"/>
                    <a:pt x="2783" y="11032"/>
                    <a:pt x="2786" y="11034"/>
                  </a:cubicBezTo>
                  <a:cubicBezTo>
                    <a:pt x="2786" y="11038"/>
                    <a:pt x="2788" y="11040"/>
                    <a:pt x="2788" y="11040"/>
                  </a:cubicBezTo>
                  <a:cubicBezTo>
                    <a:pt x="2791" y="11047"/>
                    <a:pt x="2795" y="11054"/>
                    <a:pt x="2797" y="11056"/>
                  </a:cubicBezTo>
                  <a:cubicBezTo>
                    <a:pt x="2802" y="11059"/>
                    <a:pt x="2802" y="11063"/>
                    <a:pt x="2804" y="11065"/>
                  </a:cubicBezTo>
                  <a:cubicBezTo>
                    <a:pt x="2808" y="11069"/>
                    <a:pt x="2811" y="11075"/>
                    <a:pt x="2811" y="11078"/>
                  </a:cubicBezTo>
                  <a:cubicBezTo>
                    <a:pt x="2817" y="11084"/>
                    <a:pt x="2819" y="11090"/>
                    <a:pt x="2826" y="11096"/>
                  </a:cubicBezTo>
                  <a:cubicBezTo>
                    <a:pt x="2829" y="11105"/>
                    <a:pt x="2837" y="11111"/>
                    <a:pt x="2839" y="11121"/>
                  </a:cubicBezTo>
                  <a:cubicBezTo>
                    <a:pt x="2842" y="11121"/>
                    <a:pt x="2842" y="11124"/>
                    <a:pt x="2842" y="11124"/>
                  </a:cubicBezTo>
                  <a:cubicBezTo>
                    <a:pt x="2845" y="11129"/>
                    <a:pt x="2852" y="11135"/>
                    <a:pt x="2854" y="11141"/>
                  </a:cubicBezTo>
                  <a:cubicBezTo>
                    <a:pt x="2854" y="11146"/>
                    <a:pt x="2857" y="11146"/>
                    <a:pt x="2857" y="11148"/>
                  </a:cubicBezTo>
                  <a:cubicBezTo>
                    <a:pt x="2866" y="11163"/>
                    <a:pt x="2875" y="11178"/>
                    <a:pt x="2888" y="11191"/>
                  </a:cubicBezTo>
                  <a:cubicBezTo>
                    <a:pt x="2888" y="11194"/>
                    <a:pt x="2890" y="11197"/>
                    <a:pt x="2890" y="11197"/>
                  </a:cubicBezTo>
                  <a:lnTo>
                    <a:pt x="2890" y="11199"/>
                  </a:lnTo>
                  <a:cubicBezTo>
                    <a:pt x="2992" y="11356"/>
                    <a:pt x="3094" y="11507"/>
                    <a:pt x="3196" y="11657"/>
                  </a:cubicBezTo>
                  <a:cubicBezTo>
                    <a:pt x="3150" y="11561"/>
                    <a:pt x="3107" y="11466"/>
                    <a:pt x="3065" y="11368"/>
                  </a:cubicBezTo>
                  <a:cubicBezTo>
                    <a:pt x="3055" y="11350"/>
                    <a:pt x="3046" y="11332"/>
                    <a:pt x="3040" y="11311"/>
                  </a:cubicBezTo>
                  <a:cubicBezTo>
                    <a:pt x="3012" y="11255"/>
                    <a:pt x="2987" y="11199"/>
                    <a:pt x="2963" y="11141"/>
                  </a:cubicBezTo>
                  <a:lnTo>
                    <a:pt x="2963" y="11138"/>
                  </a:lnTo>
                  <a:cubicBezTo>
                    <a:pt x="2953" y="11121"/>
                    <a:pt x="2945" y="11102"/>
                    <a:pt x="2938" y="11081"/>
                  </a:cubicBezTo>
                  <a:cubicBezTo>
                    <a:pt x="2932" y="11074"/>
                    <a:pt x="2929" y="11065"/>
                    <a:pt x="2929" y="11059"/>
                  </a:cubicBezTo>
                  <a:cubicBezTo>
                    <a:pt x="2925" y="11056"/>
                    <a:pt x="2922" y="11053"/>
                    <a:pt x="2922" y="11050"/>
                  </a:cubicBezTo>
                  <a:lnTo>
                    <a:pt x="2922" y="11047"/>
                  </a:lnTo>
                  <a:cubicBezTo>
                    <a:pt x="2916" y="11038"/>
                    <a:pt x="2912" y="11025"/>
                    <a:pt x="2910" y="11017"/>
                  </a:cubicBezTo>
                  <a:lnTo>
                    <a:pt x="2910" y="11013"/>
                  </a:lnTo>
                  <a:cubicBezTo>
                    <a:pt x="2904" y="11007"/>
                    <a:pt x="2904" y="11004"/>
                    <a:pt x="2901" y="10998"/>
                  </a:cubicBezTo>
                  <a:cubicBezTo>
                    <a:pt x="2899" y="10989"/>
                    <a:pt x="2894" y="10982"/>
                    <a:pt x="2891" y="10973"/>
                  </a:cubicBezTo>
                  <a:cubicBezTo>
                    <a:pt x="2889" y="10973"/>
                    <a:pt x="2889" y="10973"/>
                    <a:pt x="2889" y="10971"/>
                  </a:cubicBezTo>
                  <a:cubicBezTo>
                    <a:pt x="2886" y="10967"/>
                    <a:pt x="2886" y="10961"/>
                    <a:pt x="2886" y="10958"/>
                  </a:cubicBezTo>
                  <a:cubicBezTo>
                    <a:pt x="2884" y="10955"/>
                    <a:pt x="2884" y="10955"/>
                    <a:pt x="2884" y="10952"/>
                  </a:cubicBezTo>
                  <a:cubicBezTo>
                    <a:pt x="2878" y="10939"/>
                    <a:pt x="2871" y="10927"/>
                    <a:pt x="2869" y="10914"/>
                  </a:cubicBezTo>
                  <a:cubicBezTo>
                    <a:pt x="2866" y="10905"/>
                    <a:pt x="2862" y="10899"/>
                    <a:pt x="2859" y="10893"/>
                  </a:cubicBezTo>
                  <a:cubicBezTo>
                    <a:pt x="2853" y="10880"/>
                    <a:pt x="2850" y="10868"/>
                    <a:pt x="2844" y="10859"/>
                  </a:cubicBezTo>
                  <a:lnTo>
                    <a:pt x="2844" y="10857"/>
                  </a:lnTo>
                  <a:cubicBezTo>
                    <a:pt x="2819" y="10801"/>
                    <a:pt x="2797" y="10746"/>
                    <a:pt x="2780" y="10694"/>
                  </a:cubicBezTo>
                  <a:cubicBezTo>
                    <a:pt x="2776" y="10691"/>
                    <a:pt x="2773" y="10687"/>
                    <a:pt x="2773" y="10684"/>
                  </a:cubicBezTo>
                  <a:cubicBezTo>
                    <a:pt x="1389" y="7194"/>
                    <a:pt x="1304" y="3424"/>
                    <a:pt x="2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1"/>
            <p:cNvSpPr/>
            <p:nvPr/>
          </p:nvSpPr>
          <p:spPr>
            <a:xfrm>
              <a:off x="3238738" y="455425"/>
              <a:ext cx="80000" cy="291550"/>
            </a:xfrm>
            <a:custGeom>
              <a:rect b="b" l="l" r="r" t="t"/>
              <a:pathLst>
                <a:path extrusionOk="0" h="11662" w="3200">
                  <a:moveTo>
                    <a:pt x="0" y="1"/>
                  </a:moveTo>
                  <a:lnTo>
                    <a:pt x="0" y="1"/>
                  </a:lnTo>
                  <a:cubicBezTo>
                    <a:pt x="43" y="89"/>
                    <a:pt x="83" y="179"/>
                    <a:pt x="123" y="271"/>
                  </a:cubicBezTo>
                  <a:cubicBezTo>
                    <a:pt x="136" y="292"/>
                    <a:pt x="145" y="313"/>
                    <a:pt x="154" y="338"/>
                  </a:cubicBezTo>
                  <a:cubicBezTo>
                    <a:pt x="182" y="393"/>
                    <a:pt x="207" y="452"/>
                    <a:pt x="232" y="509"/>
                  </a:cubicBezTo>
                  <a:cubicBezTo>
                    <a:pt x="232" y="509"/>
                    <a:pt x="234" y="514"/>
                    <a:pt x="234" y="517"/>
                  </a:cubicBezTo>
                  <a:cubicBezTo>
                    <a:pt x="243" y="535"/>
                    <a:pt x="252" y="556"/>
                    <a:pt x="258" y="579"/>
                  </a:cubicBezTo>
                  <a:cubicBezTo>
                    <a:pt x="265" y="585"/>
                    <a:pt x="268" y="594"/>
                    <a:pt x="268" y="600"/>
                  </a:cubicBezTo>
                  <a:lnTo>
                    <a:pt x="270" y="602"/>
                  </a:lnTo>
                  <a:cubicBezTo>
                    <a:pt x="273" y="605"/>
                    <a:pt x="273" y="610"/>
                    <a:pt x="273" y="612"/>
                  </a:cubicBezTo>
                  <a:cubicBezTo>
                    <a:pt x="279" y="623"/>
                    <a:pt x="283" y="632"/>
                    <a:pt x="285" y="646"/>
                  </a:cubicBezTo>
                  <a:lnTo>
                    <a:pt x="288" y="646"/>
                  </a:lnTo>
                  <a:cubicBezTo>
                    <a:pt x="292" y="652"/>
                    <a:pt x="292" y="654"/>
                    <a:pt x="295" y="661"/>
                  </a:cubicBezTo>
                  <a:cubicBezTo>
                    <a:pt x="299" y="666"/>
                    <a:pt x="301" y="672"/>
                    <a:pt x="301" y="679"/>
                  </a:cubicBezTo>
                  <a:cubicBezTo>
                    <a:pt x="305" y="682"/>
                    <a:pt x="307" y="686"/>
                    <a:pt x="307" y="688"/>
                  </a:cubicBezTo>
                  <a:cubicBezTo>
                    <a:pt x="311" y="694"/>
                    <a:pt x="311" y="697"/>
                    <a:pt x="314" y="703"/>
                  </a:cubicBezTo>
                  <a:cubicBezTo>
                    <a:pt x="320" y="717"/>
                    <a:pt x="327" y="730"/>
                    <a:pt x="330" y="744"/>
                  </a:cubicBezTo>
                  <a:cubicBezTo>
                    <a:pt x="332" y="750"/>
                    <a:pt x="336" y="759"/>
                    <a:pt x="338" y="765"/>
                  </a:cubicBezTo>
                  <a:cubicBezTo>
                    <a:pt x="345" y="777"/>
                    <a:pt x="347" y="790"/>
                    <a:pt x="353" y="798"/>
                  </a:cubicBezTo>
                  <a:lnTo>
                    <a:pt x="353" y="801"/>
                  </a:lnTo>
                  <a:cubicBezTo>
                    <a:pt x="378" y="857"/>
                    <a:pt x="400" y="912"/>
                    <a:pt x="418" y="963"/>
                  </a:cubicBezTo>
                  <a:cubicBezTo>
                    <a:pt x="421" y="971"/>
                    <a:pt x="425" y="973"/>
                    <a:pt x="428" y="979"/>
                  </a:cubicBezTo>
                  <a:cubicBezTo>
                    <a:pt x="1810" y="4471"/>
                    <a:pt x="1894" y="8237"/>
                    <a:pt x="836" y="11661"/>
                  </a:cubicBezTo>
                  <a:cubicBezTo>
                    <a:pt x="1478" y="11632"/>
                    <a:pt x="2106" y="11553"/>
                    <a:pt x="2715" y="11421"/>
                  </a:cubicBezTo>
                  <a:cubicBezTo>
                    <a:pt x="3200" y="7979"/>
                    <a:pt x="2582" y="4352"/>
                    <a:pt x="709" y="1107"/>
                  </a:cubicBezTo>
                  <a:cubicBezTo>
                    <a:pt x="682" y="1058"/>
                    <a:pt x="655" y="1012"/>
                    <a:pt x="624" y="962"/>
                  </a:cubicBezTo>
                  <a:cubicBezTo>
                    <a:pt x="610" y="939"/>
                    <a:pt x="596" y="916"/>
                    <a:pt x="584" y="892"/>
                  </a:cubicBezTo>
                  <a:cubicBezTo>
                    <a:pt x="550" y="837"/>
                    <a:pt x="516" y="781"/>
                    <a:pt x="479" y="725"/>
                  </a:cubicBezTo>
                  <a:cubicBezTo>
                    <a:pt x="475" y="720"/>
                    <a:pt x="472" y="714"/>
                    <a:pt x="466" y="708"/>
                  </a:cubicBezTo>
                  <a:cubicBezTo>
                    <a:pt x="466" y="701"/>
                    <a:pt x="462" y="697"/>
                    <a:pt x="460" y="694"/>
                  </a:cubicBezTo>
                  <a:cubicBezTo>
                    <a:pt x="460" y="691"/>
                    <a:pt x="460" y="688"/>
                    <a:pt x="457" y="688"/>
                  </a:cubicBezTo>
                  <a:cubicBezTo>
                    <a:pt x="457" y="686"/>
                    <a:pt x="454" y="682"/>
                    <a:pt x="450" y="679"/>
                  </a:cubicBezTo>
                  <a:cubicBezTo>
                    <a:pt x="448" y="670"/>
                    <a:pt x="441" y="661"/>
                    <a:pt x="435" y="655"/>
                  </a:cubicBezTo>
                  <a:cubicBezTo>
                    <a:pt x="431" y="650"/>
                    <a:pt x="429" y="643"/>
                    <a:pt x="423" y="636"/>
                  </a:cubicBezTo>
                  <a:cubicBezTo>
                    <a:pt x="423" y="630"/>
                    <a:pt x="418" y="626"/>
                    <a:pt x="415" y="624"/>
                  </a:cubicBezTo>
                  <a:cubicBezTo>
                    <a:pt x="412" y="621"/>
                    <a:pt x="412" y="617"/>
                    <a:pt x="409" y="615"/>
                  </a:cubicBezTo>
                  <a:cubicBezTo>
                    <a:pt x="405" y="610"/>
                    <a:pt x="399" y="602"/>
                    <a:pt x="397" y="596"/>
                  </a:cubicBezTo>
                  <a:cubicBezTo>
                    <a:pt x="394" y="596"/>
                    <a:pt x="394" y="594"/>
                    <a:pt x="394" y="594"/>
                  </a:cubicBezTo>
                  <a:cubicBezTo>
                    <a:pt x="394" y="591"/>
                    <a:pt x="390" y="587"/>
                    <a:pt x="387" y="585"/>
                  </a:cubicBezTo>
                  <a:cubicBezTo>
                    <a:pt x="383" y="575"/>
                    <a:pt x="381" y="569"/>
                    <a:pt x="374" y="563"/>
                  </a:cubicBezTo>
                  <a:cubicBezTo>
                    <a:pt x="369" y="554"/>
                    <a:pt x="363" y="545"/>
                    <a:pt x="357" y="535"/>
                  </a:cubicBezTo>
                  <a:cubicBezTo>
                    <a:pt x="353" y="529"/>
                    <a:pt x="350" y="523"/>
                    <a:pt x="347" y="520"/>
                  </a:cubicBezTo>
                  <a:cubicBezTo>
                    <a:pt x="347" y="518"/>
                    <a:pt x="343" y="514"/>
                    <a:pt x="341" y="511"/>
                  </a:cubicBezTo>
                  <a:cubicBezTo>
                    <a:pt x="332" y="493"/>
                    <a:pt x="322" y="477"/>
                    <a:pt x="307" y="462"/>
                  </a:cubicBezTo>
                  <a:cubicBezTo>
                    <a:pt x="311" y="458"/>
                    <a:pt x="307" y="458"/>
                    <a:pt x="305" y="456"/>
                  </a:cubicBezTo>
                  <a:cubicBezTo>
                    <a:pt x="207" y="302"/>
                    <a:pt x="105" y="15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1"/>
            <p:cNvSpPr/>
            <p:nvPr/>
          </p:nvSpPr>
          <p:spPr>
            <a:xfrm>
              <a:off x="3014913" y="455025"/>
              <a:ext cx="242150" cy="201650"/>
            </a:xfrm>
            <a:custGeom>
              <a:rect b="b" l="l" r="r" t="t"/>
              <a:pathLst>
                <a:path extrusionOk="0" h="8066" w="9686">
                  <a:moveTo>
                    <a:pt x="9685" y="0"/>
                  </a:moveTo>
                  <a:lnTo>
                    <a:pt x="9685" y="0"/>
                  </a:lnTo>
                  <a:cubicBezTo>
                    <a:pt x="9626" y="86"/>
                    <a:pt x="9568" y="168"/>
                    <a:pt x="9503" y="253"/>
                  </a:cubicBezTo>
                  <a:cubicBezTo>
                    <a:pt x="9492" y="271"/>
                    <a:pt x="9478" y="290"/>
                    <a:pt x="9465" y="308"/>
                  </a:cubicBezTo>
                  <a:cubicBezTo>
                    <a:pt x="9429" y="361"/>
                    <a:pt x="9389" y="414"/>
                    <a:pt x="9352" y="466"/>
                  </a:cubicBezTo>
                  <a:cubicBezTo>
                    <a:pt x="9338" y="481"/>
                    <a:pt x="9327" y="499"/>
                    <a:pt x="9315" y="514"/>
                  </a:cubicBezTo>
                  <a:cubicBezTo>
                    <a:pt x="9307" y="523"/>
                    <a:pt x="9301" y="530"/>
                    <a:pt x="9299" y="537"/>
                  </a:cubicBezTo>
                  <a:cubicBezTo>
                    <a:pt x="9295" y="540"/>
                    <a:pt x="9295" y="543"/>
                    <a:pt x="9292" y="543"/>
                  </a:cubicBezTo>
                  <a:cubicBezTo>
                    <a:pt x="9292" y="547"/>
                    <a:pt x="9286" y="549"/>
                    <a:pt x="9286" y="549"/>
                  </a:cubicBezTo>
                  <a:cubicBezTo>
                    <a:pt x="9284" y="558"/>
                    <a:pt x="9277" y="565"/>
                    <a:pt x="9270" y="571"/>
                  </a:cubicBezTo>
                  <a:lnTo>
                    <a:pt x="9268" y="571"/>
                  </a:lnTo>
                  <a:lnTo>
                    <a:pt x="9268" y="574"/>
                  </a:lnTo>
                  <a:cubicBezTo>
                    <a:pt x="9264" y="580"/>
                    <a:pt x="9261" y="586"/>
                    <a:pt x="9255" y="589"/>
                  </a:cubicBezTo>
                  <a:cubicBezTo>
                    <a:pt x="9255" y="596"/>
                    <a:pt x="9253" y="600"/>
                    <a:pt x="9246" y="602"/>
                  </a:cubicBezTo>
                  <a:cubicBezTo>
                    <a:pt x="9246" y="609"/>
                    <a:pt x="9243" y="612"/>
                    <a:pt x="9237" y="615"/>
                  </a:cubicBezTo>
                  <a:cubicBezTo>
                    <a:pt x="9237" y="621"/>
                    <a:pt x="9234" y="626"/>
                    <a:pt x="9228" y="628"/>
                  </a:cubicBezTo>
                  <a:cubicBezTo>
                    <a:pt x="9228" y="631"/>
                    <a:pt x="9226" y="631"/>
                    <a:pt x="9226" y="631"/>
                  </a:cubicBezTo>
                  <a:cubicBezTo>
                    <a:pt x="9219" y="640"/>
                    <a:pt x="9213" y="648"/>
                    <a:pt x="9203" y="658"/>
                  </a:cubicBezTo>
                  <a:cubicBezTo>
                    <a:pt x="9201" y="667"/>
                    <a:pt x="9195" y="676"/>
                    <a:pt x="9188" y="682"/>
                  </a:cubicBezTo>
                  <a:cubicBezTo>
                    <a:pt x="9179" y="692"/>
                    <a:pt x="9172" y="700"/>
                    <a:pt x="9164" y="709"/>
                  </a:cubicBezTo>
                  <a:cubicBezTo>
                    <a:pt x="9167" y="712"/>
                    <a:pt x="9161" y="712"/>
                    <a:pt x="9161" y="712"/>
                  </a:cubicBezTo>
                  <a:cubicBezTo>
                    <a:pt x="9130" y="759"/>
                    <a:pt x="9093" y="805"/>
                    <a:pt x="9059" y="847"/>
                  </a:cubicBezTo>
                  <a:cubicBezTo>
                    <a:pt x="9056" y="854"/>
                    <a:pt x="9048" y="857"/>
                    <a:pt x="9046" y="863"/>
                  </a:cubicBezTo>
                  <a:cubicBezTo>
                    <a:pt x="6716" y="3806"/>
                    <a:pt x="3495" y="5759"/>
                    <a:pt x="1" y="6558"/>
                  </a:cubicBezTo>
                  <a:cubicBezTo>
                    <a:pt x="338" y="7093"/>
                    <a:pt x="725" y="7598"/>
                    <a:pt x="1151" y="8065"/>
                  </a:cubicBezTo>
                  <a:cubicBezTo>
                    <a:pt x="4374" y="6762"/>
                    <a:pt x="7205" y="4413"/>
                    <a:pt x="9077" y="1167"/>
                  </a:cubicBezTo>
                  <a:cubicBezTo>
                    <a:pt x="9104" y="1121"/>
                    <a:pt x="9130" y="1075"/>
                    <a:pt x="9157" y="1029"/>
                  </a:cubicBezTo>
                  <a:cubicBezTo>
                    <a:pt x="9170" y="1003"/>
                    <a:pt x="9185" y="978"/>
                    <a:pt x="9197" y="952"/>
                  </a:cubicBezTo>
                  <a:cubicBezTo>
                    <a:pt x="9231" y="896"/>
                    <a:pt x="9262" y="841"/>
                    <a:pt x="9289" y="782"/>
                  </a:cubicBezTo>
                  <a:cubicBezTo>
                    <a:pt x="9293" y="777"/>
                    <a:pt x="9295" y="771"/>
                    <a:pt x="9301" y="765"/>
                  </a:cubicBezTo>
                  <a:cubicBezTo>
                    <a:pt x="9301" y="762"/>
                    <a:pt x="9305" y="756"/>
                    <a:pt x="9308" y="749"/>
                  </a:cubicBezTo>
                  <a:cubicBezTo>
                    <a:pt x="9312" y="749"/>
                    <a:pt x="9312" y="745"/>
                    <a:pt x="9315" y="743"/>
                  </a:cubicBezTo>
                  <a:cubicBezTo>
                    <a:pt x="9315" y="740"/>
                    <a:pt x="9319" y="734"/>
                    <a:pt x="9321" y="728"/>
                  </a:cubicBezTo>
                  <a:cubicBezTo>
                    <a:pt x="9325" y="720"/>
                    <a:pt x="9327" y="714"/>
                    <a:pt x="9334" y="705"/>
                  </a:cubicBezTo>
                  <a:cubicBezTo>
                    <a:pt x="9336" y="699"/>
                    <a:pt x="9340" y="693"/>
                    <a:pt x="9343" y="683"/>
                  </a:cubicBezTo>
                  <a:cubicBezTo>
                    <a:pt x="9347" y="681"/>
                    <a:pt x="9347" y="677"/>
                    <a:pt x="9350" y="674"/>
                  </a:cubicBezTo>
                  <a:cubicBezTo>
                    <a:pt x="9353" y="671"/>
                    <a:pt x="9353" y="668"/>
                    <a:pt x="9356" y="662"/>
                  </a:cubicBezTo>
                  <a:cubicBezTo>
                    <a:pt x="9360" y="659"/>
                    <a:pt x="9360" y="655"/>
                    <a:pt x="9362" y="652"/>
                  </a:cubicBezTo>
                  <a:cubicBezTo>
                    <a:pt x="9362" y="648"/>
                    <a:pt x="9366" y="642"/>
                    <a:pt x="9368" y="640"/>
                  </a:cubicBezTo>
                  <a:cubicBezTo>
                    <a:pt x="9368" y="636"/>
                    <a:pt x="9372" y="630"/>
                    <a:pt x="9376" y="627"/>
                  </a:cubicBezTo>
                  <a:cubicBezTo>
                    <a:pt x="9379" y="620"/>
                    <a:pt x="9382" y="611"/>
                    <a:pt x="9388" y="605"/>
                  </a:cubicBezTo>
                  <a:cubicBezTo>
                    <a:pt x="9392" y="596"/>
                    <a:pt x="9398" y="586"/>
                    <a:pt x="9401" y="578"/>
                  </a:cubicBezTo>
                  <a:cubicBezTo>
                    <a:pt x="9403" y="573"/>
                    <a:pt x="9408" y="566"/>
                    <a:pt x="9410" y="559"/>
                  </a:cubicBezTo>
                  <a:cubicBezTo>
                    <a:pt x="9413" y="555"/>
                    <a:pt x="9413" y="555"/>
                    <a:pt x="9413" y="553"/>
                  </a:cubicBezTo>
                  <a:cubicBezTo>
                    <a:pt x="9422" y="538"/>
                    <a:pt x="9428" y="522"/>
                    <a:pt x="9437" y="507"/>
                  </a:cubicBezTo>
                  <a:cubicBezTo>
                    <a:pt x="9437" y="504"/>
                    <a:pt x="9440" y="501"/>
                    <a:pt x="9440" y="498"/>
                  </a:cubicBezTo>
                  <a:cubicBezTo>
                    <a:pt x="9443" y="498"/>
                    <a:pt x="9443" y="495"/>
                    <a:pt x="9443" y="495"/>
                  </a:cubicBezTo>
                  <a:cubicBezTo>
                    <a:pt x="9525" y="331"/>
                    <a:pt x="9605" y="166"/>
                    <a:pt x="96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1"/>
            <p:cNvSpPr/>
            <p:nvPr/>
          </p:nvSpPr>
          <p:spPr>
            <a:xfrm>
              <a:off x="3239313" y="285400"/>
              <a:ext cx="242025" cy="201625"/>
            </a:xfrm>
            <a:custGeom>
              <a:rect b="b" l="l" r="r" t="t"/>
              <a:pathLst>
                <a:path extrusionOk="0" h="8065" w="9681">
                  <a:moveTo>
                    <a:pt x="8535" y="1"/>
                  </a:moveTo>
                  <a:cubicBezTo>
                    <a:pt x="5311" y="1303"/>
                    <a:pt x="2480" y="3653"/>
                    <a:pt x="608" y="6899"/>
                  </a:cubicBezTo>
                  <a:cubicBezTo>
                    <a:pt x="579" y="6945"/>
                    <a:pt x="555" y="6989"/>
                    <a:pt x="528" y="7036"/>
                  </a:cubicBezTo>
                  <a:cubicBezTo>
                    <a:pt x="515" y="7061"/>
                    <a:pt x="501" y="7090"/>
                    <a:pt x="488" y="7113"/>
                  </a:cubicBezTo>
                  <a:cubicBezTo>
                    <a:pt x="454" y="7172"/>
                    <a:pt x="423" y="7227"/>
                    <a:pt x="392" y="7286"/>
                  </a:cubicBezTo>
                  <a:cubicBezTo>
                    <a:pt x="388" y="7292"/>
                    <a:pt x="382" y="7301"/>
                    <a:pt x="380" y="7307"/>
                  </a:cubicBezTo>
                  <a:cubicBezTo>
                    <a:pt x="376" y="7311"/>
                    <a:pt x="376" y="7318"/>
                    <a:pt x="373" y="7320"/>
                  </a:cubicBezTo>
                  <a:cubicBezTo>
                    <a:pt x="373" y="7320"/>
                    <a:pt x="373" y="7323"/>
                    <a:pt x="371" y="7323"/>
                  </a:cubicBezTo>
                  <a:cubicBezTo>
                    <a:pt x="371" y="7329"/>
                    <a:pt x="367" y="7332"/>
                    <a:pt x="364" y="7338"/>
                  </a:cubicBezTo>
                  <a:cubicBezTo>
                    <a:pt x="357" y="7348"/>
                    <a:pt x="354" y="7354"/>
                    <a:pt x="351" y="7363"/>
                  </a:cubicBezTo>
                  <a:cubicBezTo>
                    <a:pt x="345" y="7368"/>
                    <a:pt x="342" y="7374"/>
                    <a:pt x="342" y="7381"/>
                  </a:cubicBezTo>
                  <a:cubicBezTo>
                    <a:pt x="340" y="7387"/>
                    <a:pt x="336" y="7391"/>
                    <a:pt x="334" y="7394"/>
                  </a:cubicBezTo>
                  <a:cubicBezTo>
                    <a:pt x="329" y="7400"/>
                    <a:pt x="329" y="7404"/>
                    <a:pt x="327" y="7406"/>
                  </a:cubicBezTo>
                  <a:cubicBezTo>
                    <a:pt x="323" y="7413"/>
                    <a:pt x="323" y="7417"/>
                    <a:pt x="320" y="7420"/>
                  </a:cubicBezTo>
                  <a:cubicBezTo>
                    <a:pt x="318" y="7422"/>
                    <a:pt x="318" y="7426"/>
                    <a:pt x="318" y="7428"/>
                  </a:cubicBezTo>
                  <a:cubicBezTo>
                    <a:pt x="314" y="7431"/>
                    <a:pt x="312" y="7435"/>
                    <a:pt x="312" y="7437"/>
                  </a:cubicBezTo>
                  <a:cubicBezTo>
                    <a:pt x="305" y="7447"/>
                    <a:pt x="302" y="7456"/>
                    <a:pt x="298" y="7462"/>
                  </a:cubicBezTo>
                  <a:cubicBezTo>
                    <a:pt x="292" y="7471"/>
                    <a:pt x="288" y="7480"/>
                    <a:pt x="286" y="7487"/>
                  </a:cubicBezTo>
                  <a:lnTo>
                    <a:pt x="283" y="7489"/>
                  </a:lnTo>
                  <a:cubicBezTo>
                    <a:pt x="279" y="7495"/>
                    <a:pt x="277" y="7502"/>
                    <a:pt x="277" y="7504"/>
                  </a:cubicBezTo>
                  <a:cubicBezTo>
                    <a:pt x="274" y="7511"/>
                    <a:pt x="271" y="7515"/>
                    <a:pt x="267" y="7518"/>
                  </a:cubicBezTo>
                  <a:cubicBezTo>
                    <a:pt x="262" y="7533"/>
                    <a:pt x="256" y="7545"/>
                    <a:pt x="250" y="7557"/>
                  </a:cubicBezTo>
                  <a:cubicBezTo>
                    <a:pt x="246" y="7564"/>
                    <a:pt x="243" y="7570"/>
                    <a:pt x="243" y="7573"/>
                  </a:cubicBezTo>
                  <a:cubicBezTo>
                    <a:pt x="158" y="7736"/>
                    <a:pt x="78" y="7898"/>
                    <a:pt x="0" y="8065"/>
                  </a:cubicBezTo>
                  <a:cubicBezTo>
                    <a:pt x="60" y="7979"/>
                    <a:pt x="118" y="7896"/>
                    <a:pt x="183" y="7813"/>
                  </a:cubicBezTo>
                  <a:cubicBezTo>
                    <a:pt x="191" y="7792"/>
                    <a:pt x="207" y="7773"/>
                    <a:pt x="222" y="7755"/>
                  </a:cubicBezTo>
                  <a:cubicBezTo>
                    <a:pt x="256" y="7706"/>
                    <a:pt x="292" y="7657"/>
                    <a:pt x="329" y="7608"/>
                  </a:cubicBezTo>
                  <a:lnTo>
                    <a:pt x="329" y="7606"/>
                  </a:lnTo>
                  <a:cubicBezTo>
                    <a:pt x="345" y="7586"/>
                    <a:pt x="356" y="7570"/>
                    <a:pt x="370" y="7552"/>
                  </a:cubicBezTo>
                  <a:cubicBezTo>
                    <a:pt x="372" y="7546"/>
                    <a:pt x="379" y="7544"/>
                    <a:pt x="385" y="7536"/>
                  </a:cubicBezTo>
                  <a:cubicBezTo>
                    <a:pt x="385" y="7534"/>
                    <a:pt x="385" y="7530"/>
                    <a:pt x="387" y="7528"/>
                  </a:cubicBezTo>
                  <a:lnTo>
                    <a:pt x="396" y="7519"/>
                  </a:lnTo>
                  <a:cubicBezTo>
                    <a:pt x="401" y="7514"/>
                    <a:pt x="407" y="7508"/>
                    <a:pt x="410" y="7500"/>
                  </a:cubicBezTo>
                  <a:cubicBezTo>
                    <a:pt x="413" y="7497"/>
                    <a:pt x="413" y="7494"/>
                    <a:pt x="416" y="7494"/>
                  </a:cubicBezTo>
                  <a:cubicBezTo>
                    <a:pt x="418" y="7488"/>
                    <a:pt x="422" y="7484"/>
                    <a:pt x="425" y="7482"/>
                  </a:cubicBezTo>
                  <a:cubicBezTo>
                    <a:pt x="428" y="7475"/>
                    <a:pt x="432" y="7468"/>
                    <a:pt x="438" y="7466"/>
                  </a:cubicBezTo>
                  <a:cubicBezTo>
                    <a:pt x="438" y="7463"/>
                    <a:pt x="442" y="7459"/>
                    <a:pt x="444" y="7457"/>
                  </a:cubicBezTo>
                  <a:cubicBezTo>
                    <a:pt x="448" y="7451"/>
                    <a:pt x="451" y="7447"/>
                    <a:pt x="457" y="7444"/>
                  </a:cubicBezTo>
                  <a:lnTo>
                    <a:pt x="457" y="7441"/>
                  </a:lnTo>
                  <a:cubicBezTo>
                    <a:pt x="464" y="7428"/>
                    <a:pt x="473" y="7420"/>
                    <a:pt x="482" y="7411"/>
                  </a:cubicBezTo>
                  <a:cubicBezTo>
                    <a:pt x="484" y="7401"/>
                    <a:pt x="490" y="7395"/>
                    <a:pt x="498" y="7389"/>
                  </a:cubicBezTo>
                  <a:cubicBezTo>
                    <a:pt x="504" y="7375"/>
                    <a:pt x="513" y="7366"/>
                    <a:pt x="519" y="7358"/>
                  </a:cubicBezTo>
                  <a:lnTo>
                    <a:pt x="521" y="7358"/>
                  </a:lnTo>
                  <a:cubicBezTo>
                    <a:pt x="552" y="7315"/>
                    <a:pt x="586" y="7271"/>
                    <a:pt x="619" y="7229"/>
                  </a:cubicBezTo>
                  <a:cubicBezTo>
                    <a:pt x="625" y="7222"/>
                    <a:pt x="629" y="7213"/>
                    <a:pt x="638" y="7206"/>
                  </a:cubicBezTo>
                  <a:cubicBezTo>
                    <a:pt x="2967" y="4262"/>
                    <a:pt x="6189" y="2306"/>
                    <a:pt x="9680" y="1508"/>
                  </a:cubicBezTo>
                  <a:cubicBezTo>
                    <a:pt x="9343" y="972"/>
                    <a:pt x="8958" y="469"/>
                    <a:pt x="85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1"/>
            <p:cNvSpPr/>
            <p:nvPr/>
          </p:nvSpPr>
          <p:spPr>
            <a:xfrm>
              <a:off x="3062638" y="237825"/>
              <a:ext cx="201600" cy="242025"/>
            </a:xfrm>
            <a:custGeom>
              <a:rect b="b" l="l" r="r" t="t"/>
              <a:pathLst>
                <a:path extrusionOk="0" h="9681" w="8064">
                  <a:moveTo>
                    <a:pt x="1507" y="1"/>
                  </a:moveTo>
                  <a:cubicBezTo>
                    <a:pt x="971" y="339"/>
                    <a:pt x="467" y="723"/>
                    <a:pt x="0" y="1147"/>
                  </a:cubicBezTo>
                  <a:cubicBezTo>
                    <a:pt x="1302" y="4372"/>
                    <a:pt x="3650" y="7203"/>
                    <a:pt x="6895" y="9072"/>
                  </a:cubicBezTo>
                  <a:cubicBezTo>
                    <a:pt x="6941" y="9100"/>
                    <a:pt x="6987" y="9125"/>
                    <a:pt x="7033" y="9152"/>
                  </a:cubicBezTo>
                  <a:cubicBezTo>
                    <a:pt x="7059" y="9165"/>
                    <a:pt x="7083" y="9179"/>
                    <a:pt x="7111" y="9192"/>
                  </a:cubicBezTo>
                  <a:cubicBezTo>
                    <a:pt x="7164" y="9226"/>
                    <a:pt x="7224" y="9257"/>
                    <a:pt x="7282" y="9288"/>
                  </a:cubicBezTo>
                  <a:cubicBezTo>
                    <a:pt x="7288" y="9291"/>
                    <a:pt x="7294" y="9298"/>
                    <a:pt x="7304" y="9300"/>
                  </a:cubicBezTo>
                  <a:cubicBezTo>
                    <a:pt x="7307" y="9300"/>
                    <a:pt x="7310" y="9303"/>
                    <a:pt x="7313" y="9303"/>
                  </a:cubicBezTo>
                  <a:cubicBezTo>
                    <a:pt x="7313" y="9306"/>
                    <a:pt x="7317" y="9306"/>
                    <a:pt x="7319" y="9309"/>
                  </a:cubicBezTo>
                  <a:cubicBezTo>
                    <a:pt x="7322" y="9309"/>
                    <a:pt x="7328" y="9314"/>
                    <a:pt x="7334" y="9316"/>
                  </a:cubicBezTo>
                  <a:cubicBezTo>
                    <a:pt x="7341" y="9320"/>
                    <a:pt x="7348" y="9326"/>
                    <a:pt x="7356" y="9329"/>
                  </a:cubicBezTo>
                  <a:cubicBezTo>
                    <a:pt x="7363" y="9331"/>
                    <a:pt x="7370" y="9335"/>
                    <a:pt x="7379" y="9337"/>
                  </a:cubicBezTo>
                  <a:cubicBezTo>
                    <a:pt x="7381" y="9341"/>
                    <a:pt x="7385" y="9344"/>
                    <a:pt x="7387" y="9344"/>
                  </a:cubicBezTo>
                  <a:cubicBezTo>
                    <a:pt x="7390" y="9348"/>
                    <a:pt x="7394" y="9348"/>
                    <a:pt x="7396" y="9351"/>
                  </a:cubicBezTo>
                  <a:cubicBezTo>
                    <a:pt x="7402" y="9353"/>
                    <a:pt x="7408" y="9357"/>
                    <a:pt x="7415" y="9360"/>
                  </a:cubicBezTo>
                  <a:cubicBezTo>
                    <a:pt x="7418" y="9360"/>
                    <a:pt x="7418" y="9362"/>
                    <a:pt x="7421" y="9362"/>
                  </a:cubicBezTo>
                  <a:cubicBezTo>
                    <a:pt x="7425" y="9366"/>
                    <a:pt x="7431" y="9366"/>
                    <a:pt x="7434" y="9368"/>
                  </a:cubicBezTo>
                  <a:cubicBezTo>
                    <a:pt x="7441" y="9372"/>
                    <a:pt x="7449" y="9379"/>
                    <a:pt x="7456" y="9382"/>
                  </a:cubicBezTo>
                  <a:cubicBezTo>
                    <a:pt x="7465" y="9386"/>
                    <a:pt x="7474" y="9392"/>
                    <a:pt x="7483" y="9394"/>
                  </a:cubicBezTo>
                  <a:lnTo>
                    <a:pt x="7485" y="9397"/>
                  </a:lnTo>
                  <a:cubicBezTo>
                    <a:pt x="7492" y="9401"/>
                    <a:pt x="7494" y="9403"/>
                    <a:pt x="7501" y="9403"/>
                  </a:cubicBezTo>
                  <a:lnTo>
                    <a:pt x="7508" y="9410"/>
                  </a:lnTo>
                  <a:cubicBezTo>
                    <a:pt x="7523" y="9417"/>
                    <a:pt x="7539" y="9425"/>
                    <a:pt x="7554" y="9432"/>
                  </a:cubicBezTo>
                  <a:cubicBezTo>
                    <a:pt x="7556" y="9434"/>
                    <a:pt x="7560" y="9434"/>
                    <a:pt x="7563" y="9434"/>
                  </a:cubicBezTo>
                  <a:lnTo>
                    <a:pt x="7563" y="9437"/>
                  </a:lnTo>
                  <a:cubicBezTo>
                    <a:pt x="7730" y="9521"/>
                    <a:pt x="7896" y="9604"/>
                    <a:pt x="8063" y="9681"/>
                  </a:cubicBezTo>
                  <a:cubicBezTo>
                    <a:pt x="7978" y="9622"/>
                    <a:pt x="7894" y="9563"/>
                    <a:pt x="7811" y="9499"/>
                  </a:cubicBezTo>
                  <a:cubicBezTo>
                    <a:pt x="7794" y="9489"/>
                    <a:pt x="7774" y="9475"/>
                    <a:pt x="7757" y="9462"/>
                  </a:cubicBezTo>
                  <a:cubicBezTo>
                    <a:pt x="7704" y="9424"/>
                    <a:pt x="7654" y="9388"/>
                    <a:pt x="7605" y="9351"/>
                  </a:cubicBezTo>
                  <a:lnTo>
                    <a:pt x="7603" y="9349"/>
                  </a:lnTo>
                  <a:cubicBezTo>
                    <a:pt x="7583" y="9335"/>
                    <a:pt x="7566" y="9324"/>
                    <a:pt x="7550" y="9310"/>
                  </a:cubicBezTo>
                  <a:cubicBezTo>
                    <a:pt x="7545" y="9304"/>
                    <a:pt x="7538" y="9302"/>
                    <a:pt x="7532" y="9295"/>
                  </a:cubicBezTo>
                  <a:cubicBezTo>
                    <a:pt x="7527" y="9295"/>
                    <a:pt x="7525" y="9293"/>
                    <a:pt x="7525" y="9293"/>
                  </a:cubicBezTo>
                  <a:lnTo>
                    <a:pt x="7516" y="9284"/>
                  </a:lnTo>
                  <a:cubicBezTo>
                    <a:pt x="7508" y="9282"/>
                    <a:pt x="7501" y="9274"/>
                    <a:pt x="7494" y="9268"/>
                  </a:cubicBezTo>
                  <a:cubicBezTo>
                    <a:pt x="7492" y="9268"/>
                    <a:pt x="7492" y="9268"/>
                    <a:pt x="7492" y="9266"/>
                  </a:cubicBezTo>
                  <a:cubicBezTo>
                    <a:pt x="7485" y="9263"/>
                    <a:pt x="7482" y="9259"/>
                    <a:pt x="7479" y="9257"/>
                  </a:cubicBezTo>
                  <a:cubicBezTo>
                    <a:pt x="7473" y="9253"/>
                    <a:pt x="7467" y="9251"/>
                    <a:pt x="7463" y="9243"/>
                  </a:cubicBezTo>
                  <a:cubicBezTo>
                    <a:pt x="7457" y="9243"/>
                    <a:pt x="7453" y="9241"/>
                    <a:pt x="7451" y="9235"/>
                  </a:cubicBezTo>
                  <a:cubicBezTo>
                    <a:pt x="7444" y="9235"/>
                    <a:pt x="7441" y="9232"/>
                    <a:pt x="7438" y="9226"/>
                  </a:cubicBezTo>
                  <a:lnTo>
                    <a:pt x="7436" y="9226"/>
                  </a:lnTo>
                  <a:cubicBezTo>
                    <a:pt x="7426" y="9217"/>
                    <a:pt x="7417" y="9210"/>
                    <a:pt x="7408" y="9201"/>
                  </a:cubicBezTo>
                  <a:cubicBezTo>
                    <a:pt x="7399" y="9199"/>
                    <a:pt x="7390" y="9192"/>
                    <a:pt x="7384" y="9186"/>
                  </a:cubicBezTo>
                  <a:cubicBezTo>
                    <a:pt x="7375" y="9176"/>
                    <a:pt x="7365" y="9170"/>
                    <a:pt x="7356" y="9161"/>
                  </a:cubicBezTo>
                  <a:cubicBezTo>
                    <a:pt x="7353" y="9161"/>
                    <a:pt x="7350" y="9161"/>
                    <a:pt x="7350" y="9159"/>
                  </a:cubicBezTo>
                  <a:cubicBezTo>
                    <a:pt x="7304" y="9125"/>
                    <a:pt x="7257" y="9092"/>
                    <a:pt x="7215" y="9054"/>
                  </a:cubicBezTo>
                  <a:cubicBezTo>
                    <a:pt x="7209" y="9050"/>
                    <a:pt x="7205" y="9044"/>
                    <a:pt x="7199" y="9041"/>
                  </a:cubicBezTo>
                  <a:cubicBezTo>
                    <a:pt x="4258" y="6712"/>
                    <a:pt x="2307" y="3493"/>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1"/>
            <p:cNvSpPr/>
            <p:nvPr/>
          </p:nvSpPr>
          <p:spPr>
            <a:xfrm>
              <a:off x="3232213" y="462000"/>
              <a:ext cx="201575" cy="242225"/>
            </a:xfrm>
            <a:custGeom>
              <a:rect b="b" l="l" r="r" t="t"/>
              <a:pathLst>
                <a:path extrusionOk="0" h="9689" w="8063">
                  <a:moveTo>
                    <a:pt x="0" y="1"/>
                  </a:moveTo>
                  <a:lnTo>
                    <a:pt x="0" y="1"/>
                  </a:lnTo>
                  <a:cubicBezTo>
                    <a:pt x="86" y="60"/>
                    <a:pt x="170" y="117"/>
                    <a:pt x="252" y="182"/>
                  </a:cubicBezTo>
                  <a:cubicBezTo>
                    <a:pt x="273" y="192"/>
                    <a:pt x="292" y="207"/>
                    <a:pt x="310" y="223"/>
                  </a:cubicBezTo>
                  <a:cubicBezTo>
                    <a:pt x="364" y="256"/>
                    <a:pt x="412" y="293"/>
                    <a:pt x="462" y="333"/>
                  </a:cubicBezTo>
                  <a:lnTo>
                    <a:pt x="464" y="333"/>
                  </a:lnTo>
                  <a:cubicBezTo>
                    <a:pt x="479" y="347"/>
                    <a:pt x="498" y="358"/>
                    <a:pt x="513" y="370"/>
                  </a:cubicBezTo>
                  <a:cubicBezTo>
                    <a:pt x="518" y="377"/>
                    <a:pt x="525" y="380"/>
                    <a:pt x="531" y="386"/>
                  </a:cubicBezTo>
                  <a:cubicBezTo>
                    <a:pt x="534" y="386"/>
                    <a:pt x="537" y="390"/>
                    <a:pt x="540" y="393"/>
                  </a:cubicBezTo>
                  <a:cubicBezTo>
                    <a:pt x="544" y="393"/>
                    <a:pt x="546" y="399"/>
                    <a:pt x="546" y="399"/>
                  </a:cubicBezTo>
                  <a:cubicBezTo>
                    <a:pt x="553" y="403"/>
                    <a:pt x="560" y="405"/>
                    <a:pt x="562" y="412"/>
                  </a:cubicBezTo>
                  <a:cubicBezTo>
                    <a:pt x="565" y="412"/>
                    <a:pt x="568" y="416"/>
                    <a:pt x="571" y="419"/>
                  </a:cubicBezTo>
                  <a:cubicBezTo>
                    <a:pt x="577" y="421"/>
                    <a:pt x="583" y="425"/>
                    <a:pt x="587" y="427"/>
                  </a:cubicBezTo>
                  <a:cubicBezTo>
                    <a:pt x="593" y="431"/>
                    <a:pt x="597" y="434"/>
                    <a:pt x="599" y="440"/>
                  </a:cubicBezTo>
                  <a:cubicBezTo>
                    <a:pt x="602" y="440"/>
                    <a:pt x="606" y="445"/>
                    <a:pt x="608" y="447"/>
                  </a:cubicBezTo>
                  <a:cubicBezTo>
                    <a:pt x="614" y="451"/>
                    <a:pt x="622" y="453"/>
                    <a:pt x="624" y="460"/>
                  </a:cubicBezTo>
                  <a:cubicBezTo>
                    <a:pt x="626" y="460"/>
                    <a:pt x="626" y="462"/>
                    <a:pt x="626" y="462"/>
                  </a:cubicBezTo>
                  <a:cubicBezTo>
                    <a:pt x="635" y="468"/>
                    <a:pt x="644" y="476"/>
                    <a:pt x="654" y="484"/>
                  </a:cubicBezTo>
                  <a:cubicBezTo>
                    <a:pt x="663" y="487"/>
                    <a:pt x="669" y="493"/>
                    <a:pt x="675" y="499"/>
                  </a:cubicBezTo>
                  <a:cubicBezTo>
                    <a:pt x="685" y="504"/>
                    <a:pt x="694" y="512"/>
                    <a:pt x="702" y="518"/>
                  </a:cubicBezTo>
                  <a:cubicBezTo>
                    <a:pt x="702" y="522"/>
                    <a:pt x="705" y="524"/>
                    <a:pt x="705" y="524"/>
                  </a:cubicBezTo>
                  <a:cubicBezTo>
                    <a:pt x="752" y="555"/>
                    <a:pt x="794" y="593"/>
                    <a:pt x="840" y="626"/>
                  </a:cubicBezTo>
                  <a:cubicBezTo>
                    <a:pt x="847" y="632"/>
                    <a:pt x="850" y="637"/>
                    <a:pt x="856" y="639"/>
                  </a:cubicBezTo>
                  <a:cubicBezTo>
                    <a:pt x="3801" y="2973"/>
                    <a:pt x="5756" y="6194"/>
                    <a:pt x="6556" y="9688"/>
                  </a:cubicBezTo>
                  <a:cubicBezTo>
                    <a:pt x="7090" y="9351"/>
                    <a:pt x="7595" y="8964"/>
                    <a:pt x="8062" y="8540"/>
                  </a:cubicBezTo>
                  <a:cubicBezTo>
                    <a:pt x="6759" y="5316"/>
                    <a:pt x="4410" y="2484"/>
                    <a:pt x="1168" y="607"/>
                  </a:cubicBezTo>
                  <a:cubicBezTo>
                    <a:pt x="1122" y="580"/>
                    <a:pt x="1077" y="554"/>
                    <a:pt x="1030" y="527"/>
                  </a:cubicBezTo>
                  <a:cubicBezTo>
                    <a:pt x="1006" y="514"/>
                    <a:pt x="977" y="500"/>
                    <a:pt x="953" y="487"/>
                  </a:cubicBezTo>
                  <a:cubicBezTo>
                    <a:pt x="897" y="454"/>
                    <a:pt x="839" y="423"/>
                    <a:pt x="784" y="392"/>
                  </a:cubicBezTo>
                  <a:cubicBezTo>
                    <a:pt x="779" y="392"/>
                    <a:pt x="772" y="389"/>
                    <a:pt x="766" y="383"/>
                  </a:cubicBezTo>
                  <a:cubicBezTo>
                    <a:pt x="759" y="380"/>
                    <a:pt x="751" y="376"/>
                    <a:pt x="743" y="373"/>
                  </a:cubicBezTo>
                  <a:lnTo>
                    <a:pt x="743" y="371"/>
                  </a:lnTo>
                  <a:cubicBezTo>
                    <a:pt x="737" y="371"/>
                    <a:pt x="735" y="367"/>
                    <a:pt x="728" y="364"/>
                  </a:cubicBezTo>
                  <a:cubicBezTo>
                    <a:pt x="722" y="361"/>
                    <a:pt x="712" y="358"/>
                    <a:pt x="706" y="352"/>
                  </a:cubicBezTo>
                  <a:cubicBezTo>
                    <a:pt x="700" y="349"/>
                    <a:pt x="691" y="345"/>
                    <a:pt x="685" y="342"/>
                  </a:cubicBezTo>
                  <a:cubicBezTo>
                    <a:pt x="678" y="339"/>
                    <a:pt x="674" y="336"/>
                    <a:pt x="671" y="333"/>
                  </a:cubicBezTo>
                  <a:cubicBezTo>
                    <a:pt x="665" y="333"/>
                    <a:pt x="661" y="329"/>
                    <a:pt x="659" y="327"/>
                  </a:cubicBezTo>
                  <a:cubicBezTo>
                    <a:pt x="656" y="327"/>
                    <a:pt x="656" y="324"/>
                    <a:pt x="656" y="324"/>
                  </a:cubicBezTo>
                  <a:cubicBezTo>
                    <a:pt x="655" y="325"/>
                    <a:pt x="654" y="325"/>
                    <a:pt x="653" y="325"/>
                  </a:cubicBezTo>
                  <a:cubicBezTo>
                    <a:pt x="651" y="325"/>
                    <a:pt x="650" y="324"/>
                    <a:pt x="650" y="324"/>
                  </a:cubicBezTo>
                  <a:cubicBezTo>
                    <a:pt x="647" y="321"/>
                    <a:pt x="643" y="321"/>
                    <a:pt x="640" y="318"/>
                  </a:cubicBezTo>
                  <a:cubicBezTo>
                    <a:pt x="634" y="318"/>
                    <a:pt x="630" y="314"/>
                    <a:pt x="628" y="311"/>
                  </a:cubicBezTo>
                  <a:cubicBezTo>
                    <a:pt x="619" y="307"/>
                    <a:pt x="609" y="301"/>
                    <a:pt x="603" y="298"/>
                  </a:cubicBezTo>
                  <a:cubicBezTo>
                    <a:pt x="594" y="295"/>
                    <a:pt x="586" y="288"/>
                    <a:pt x="578" y="286"/>
                  </a:cubicBezTo>
                  <a:lnTo>
                    <a:pt x="578" y="283"/>
                  </a:lnTo>
                  <a:cubicBezTo>
                    <a:pt x="573" y="283"/>
                    <a:pt x="567" y="279"/>
                    <a:pt x="561" y="276"/>
                  </a:cubicBezTo>
                  <a:cubicBezTo>
                    <a:pt x="555" y="274"/>
                    <a:pt x="550" y="270"/>
                    <a:pt x="547" y="267"/>
                  </a:cubicBezTo>
                  <a:cubicBezTo>
                    <a:pt x="532" y="262"/>
                    <a:pt x="521" y="256"/>
                    <a:pt x="508" y="250"/>
                  </a:cubicBezTo>
                  <a:cubicBezTo>
                    <a:pt x="501" y="246"/>
                    <a:pt x="495" y="243"/>
                    <a:pt x="493" y="240"/>
                  </a:cubicBezTo>
                  <a:cubicBezTo>
                    <a:pt x="330" y="161"/>
                    <a:pt x="168" y="80"/>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1"/>
            <p:cNvSpPr/>
            <p:nvPr/>
          </p:nvSpPr>
          <p:spPr>
            <a:xfrm>
              <a:off x="2973913" y="343175"/>
              <a:ext cx="556700" cy="267225"/>
            </a:xfrm>
            <a:custGeom>
              <a:rect b="b" l="l" r="r" t="t"/>
              <a:pathLst>
                <a:path extrusionOk="0" h="10689" w="22268">
                  <a:moveTo>
                    <a:pt x="11134" y="0"/>
                  </a:moveTo>
                  <a:cubicBezTo>
                    <a:pt x="4985" y="0"/>
                    <a:pt x="0" y="5344"/>
                    <a:pt x="0" y="5344"/>
                  </a:cubicBezTo>
                  <a:cubicBezTo>
                    <a:pt x="0" y="5344"/>
                    <a:pt x="4985" y="10689"/>
                    <a:pt x="11134" y="10689"/>
                  </a:cubicBezTo>
                  <a:cubicBezTo>
                    <a:pt x="17283" y="10689"/>
                    <a:pt x="22267" y="5344"/>
                    <a:pt x="22267" y="5344"/>
                  </a:cubicBezTo>
                  <a:cubicBezTo>
                    <a:pt x="22267" y="5344"/>
                    <a:pt x="17283" y="0"/>
                    <a:pt x="111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1"/>
            <p:cNvSpPr/>
            <p:nvPr/>
          </p:nvSpPr>
          <p:spPr>
            <a:xfrm>
              <a:off x="3135338" y="359875"/>
              <a:ext cx="233850" cy="233850"/>
            </a:xfrm>
            <a:custGeom>
              <a:rect b="b" l="l" r="r" t="t"/>
              <a:pathLst>
                <a:path extrusionOk="0" h="9354" w="9354">
                  <a:moveTo>
                    <a:pt x="4677" y="0"/>
                  </a:moveTo>
                  <a:cubicBezTo>
                    <a:pt x="2094" y="0"/>
                    <a:pt x="0" y="2094"/>
                    <a:pt x="0" y="4676"/>
                  </a:cubicBezTo>
                  <a:cubicBezTo>
                    <a:pt x="0" y="7259"/>
                    <a:pt x="2094" y="9353"/>
                    <a:pt x="4677" y="9353"/>
                  </a:cubicBezTo>
                  <a:cubicBezTo>
                    <a:pt x="7259" y="9353"/>
                    <a:pt x="9353" y="7259"/>
                    <a:pt x="9353" y="4676"/>
                  </a:cubicBezTo>
                  <a:cubicBezTo>
                    <a:pt x="9353" y="2094"/>
                    <a:pt x="7259" y="0"/>
                    <a:pt x="4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1"/>
            <p:cNvSpPr/>
            <p:nvPr/>
          </p:nvSpPr>
          <p:spPr>
            <a:xfrm>
              <a:off x="3148238" y="377900"/>
              <a:ext cx="208075" cy="197850"/>
            </a:xfrm>
            <a:custGeom>
              <a:rect b="b" l="l" r="r" t="t"/>
              <a:pathLst>
                <a:path extrusionOk="0" h="7914" w="8323">
                  <a:moveTo>
                    <a:pt x="5073" y="0"/>
                  </a:moveTo>
                  <a:cubicBezTo>
                    <a:pt x="4899" y="0"/>
                    <a:pt x="4724" y="84"/>
                    <a:pt x="4620" y="271"/>
                  </a:cubicBezTo>
                  <a:cubicBezTo>
                    <a:pt x="4520" y="451"/>
                    <a:pt x="4341" y="541"/>
                    <a:pt x="4161" y="541"/>
                  </a:cubicBezTo>
                  <a:cubicBezTo>
                    <a:pt x="3981" y="541"/>
                    <a:pt x="3802" y="451"/>
                    <a:pt x="3702" y="271"/>
                  </a:cubicBezTo>
                  <a:cubicBezTo>
                    <a:pt x="3598" y="84"/>
                    <a:pt x="3423" y="1"/>
                    <a:pt x="3249" y="1"/>
                  </a:cubicBezTo>
                  <a:cubicBezTo>
                    <a:pt x="2979" y="1"/>
                    <a:pt x="2711" y="203"/>
                    <a:pt x="2716" y="536"/>
                  </a:cubicBezTo>
                  <a:cubicBezTo>
                    <a:pt x="2721" y="846"/>
                    <a:pt x="2466" y="1071"/>
                    <a:pt x="2189" y="1071"/>
                  </a:cubicBezTo>
                  <a:cubicBezTo>
                    <a:pt x="2099" y="1071"/>
                    <a:pt x="2006" y="1047"/>
                    <a:pt x="1920" y="995"/>
                  </a:cubicBezTo>
                  <a:cubicBezTo>
                    <a:pt x="1829" y="941"/>
                    <a:pt x="1736" y="917"/>
                    <a:pt x="1647" y="917"/>
                  </a:cubicBezTo>
                  <a:cubicBezTo>
                    <a:pt x="1275" y="917"/>
                    <a:pt x="972" y="1337"/>
                    <a:pt x="1199" y="1716"/>
                  </a:cubicBezTo>
                  <a:cubicBezTo>
                    <a:pt x="1411" y="2067"/>
                    <a:pt x="1157" y="2512"/>
                    <a:pt x="749" y="2512"/>
                  </a:cubicBezTo>
                  <a:cubicBezTo>
                    <a:pt x="746" y="2512"/>
                    <a:pt x="743" y="2512"/>
                    <a:pt x="740" y="2512"/>
                  </a:cubicBezTo>
                  <a:cubicBezTo>
                    <a:pt x="737" y="2512"/>
                    <a:pt x="733" y="2512"/>
                    <a:pt x="730" y="2512"/>
                  </a:cubicBezTo>
                  <a:cubicBezTo>
                    <a:pt x="191" y="2512"/>
                    <a:pt x="0" y="3233"/>
                    <a:pt x="475" y="3498"/>
                  </a:cubicBezTo>
                  <a:cubicBezTo>
                    <a:pt x="835" y="3697"/>
                    <a:pt x="835" y="4216"/>
                    <a:pt x="475" y="4416"/>
                  </a:cubicBezTo>
                  <a:cubicBezTo>
                    <a:pt x="1" y="4680"/>
                    <a:pt x="191" y="5402"/>
                    <a:pt x="731" y="5402"/>
                  </a:cubicBezTo>
                  <a:cubicBezTo>
                    <a:pt x="734" y="5402"/>
                    <a:pt x="737" y="5402"/>
                    <a:pt x="740" y="5402"/>
                  </a:cubicBezTo>
                  <a:cubicBezTo>
                    <a:pt x="743" y="5402"/>
                    <a:pt x="747" y="5402"/>
                    <a:pt x="750" y="5402"/>
                  </a:cubicBezTo>
                  <a:cubicBezTo>
                    <a:pt x="1155" y="5402"/>
                    <a:pt x="1409" y="5846"/>
                    <a:pt x="1199" y="6198"/>
                  </a:cubicBezTo>
                  <a:cubicBezTo>
                    <a:pt x="972" y="6577"/>
                    <a:pt x="1275" y="6997"/>
                    <a:pt x="1648" y="6997"/>
                  </a:cubicBezTo>
                  <a:cubicBezTo>
                    <a:pt x="1737" y="6997"/>
                    <a:pt x="1829" y="6973"/>
                    <a:pt x="1920" y="6919"/>
                  </a:cubicBezTo>
                  <a:cubicBezTo>
                    <a:pt x="2007" y="6866"/>
                    <a:pt x="2100" y="6843"/>
                    <a:pt x="2190" y="6843"/>
                  </a:cubicBezTo>
                  <a:cubicBezTo>
                    <a:pt x="2467" y="6843"/>
                    <a:pt x="2721" y="7067"/>
                    <a:pt x="2716" y="7378"/>
                  </a:cubicBezTo>
                  <a:cubicBezTo>
                    <a:pt x="2711" y="7711"/>
                    <a:pt x="2978" y="7914"/>
                    <a:pt x="3249" y="7914"/>
                  </a:cubicBezTo>
                  <a:cubicBezTo>
                    <a:pt x="3423" y="7914"/>
                    <a:pt x="3598" y="7830"/>
                    <a:pt x="3702" y="7642"/>
                  </a:cubicBezTo>
                  <a:cubicBezTo>
                    <a:pt x="3802" y="7462"/>
                    <a:pt x="3981" y="7372"/>
                    <a:pt x="4161" y="7372"/>
                  </a:cubicBezTo>
                  <a:cubicBezTo>
                    <a:pt x="4341" y="7372"/>
                    <a:pt x="4520" y="7462"/>
                    <a:pt x="4620" y="7642"/>
                  </a:cubicBezTo>
                  <a:cubicBezTo>
                    <a:pt x="4724" y="7829"/>
                    <a:pt x="4899" y="7913"/>
                    <a:pt x="5073" y="7913"/>
                  </a:cubicBezTo>
                  <a:cubicBezTo>
                    <a:pt x="5343" y="7913"/>
                    <a:pt x="5611" y="7711"/>
                    <a:pt x="5606" y="7378"/>
                  </a:cubicBezTo>
                  <a:cubicBezTo>
                    <a:pt x="5601" y="7067"/>
                    <a:pt x="5855" y="6844"/>
                    <a:pt x="6132" y="6844"/>
                  </a:cubicBezTo>
                  <a:cubicBezTo>
                    <a:pt x="6223" y="6844"/>
                    <a:pt x="6315" y="6867"/>
                    <a:pt x="6402" y="6919"/>
                  </a:cubicBezTo>
                  <a:cubicBezTo>
                    <a:pt x="6492" y="6973"/>
                    <a:pt x="6585" y="6997"/>
                    <a:pt x="6674" y="6997"/>
                  </a:cubicBezTo>
                  <a:cubicBezTo>
                    <a:pt x="7046" y="6997"/>
                    <a:pt x="7350" y="6577"/>
                    <a:pt x="7122" y="6198"/>
                  </a:cubicBezTo>
                  <a:cubicBezTo>
                    <a:pt x="6911" y="5846"/>
                    <a:pt x="7165" y="5402"/>
                    <a:pt x="7572" y="5402"/>
                  </a:cubicBezTo>
                  <a:cubicBezTo>
                    <a:pt x="7576" y="5402"/>
                    <a:pt x="7579" y="5402"/>
                    <a:pt x="7582" y="5402"/>
                  </a:cubicBezTo>
                  <a:cubicBezTo>
                    <a:pt x="7585" y="5402"/>
                    <a:pt x="7588" y="5402"/>
                    <a:pt x="7592" y="5402"/>
                  </a:cubicBezTo>
                  <a:cubicBezTo>
                    <a:pt x="8130" y="5402"/>
                    <a:pt x="8323" y="4680"/>
                    <a:pt x="7847" y="4416"/>
                  </a:cubicBezTo>
                  <a:cubicBezTo>
                    <a:pt x="7486" y="4216"/>
                    <a:pt x="7486" y="3697"/>
                    <a:pt x="7847" y="3498"/>
                  </a:cubicBezTo>
                  <a:cubicBezTo>
                    <a:pt x="8320" y="3233"/>
                    <a:pt x="8131" y="2512"/>
                    <a:pt x="7593" y="2512"/>
                  </a:cubicBezTo>
                  <a:cubicBezTo>
                    <a:pt x="7589" y="2512"/>
                    <a:pt x="7586" y="2512"/>
                    <a:pt x="7582" y="2512"/>
                  </a:cubicBezTo>
                  <a:cubicBezTo>
                    <a:pt x="7580" y="2512"/>
                    <a:pt x="7577" y="2512"/>
                    <a:pt x="7574" y="2512"/>
                  </a:cubicBezTo>
                  <a:cubicBezTo>
                    <a:pt x="7167" y="2512"/>
                    <a:pt x="6913" y="2067"/>
                    <a:pt x="7122" y="1716"/>
                  </a:cubicBezTo>
                  <a:cubicBezTo>
                    <a:pt x="7349" y="1337"/>
                    <a:pt x="7047" y="917"/>
                    <a:pt x="6674" y="917"/>
                  </a:cubicBezTo>
                  <a:cubicBezTo>
                    <a:pt x="6585" y="917"/>
                    <a:pt x="6492" y="941"/>
                    <a:pt x="6402" y="995"/>
                  </a:cubicBezTo>
                  <a:cubicBezTo>
                    <a:pt x="6315" y="1048"/>
                    <a:pt x="6222" y="1071"/>
                    <a:pt x="6132" y="1071"/>
                  </a:cubicBezTo>
                  <a:cubicBezTo>
                    <a:pt x="5855" y="1071"/>
                    <a:pt x="5601" y="847"/>
                    <a:pt x="5606" y="536"/>
                  </a:cubicBezTo>
                  <a:cubicBezTo>
                    <a:pt x="5611" y="203"/>
                    <a:pt x="5343" y="0"/>
                    <a:pt x="50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1"/>
            <p:cNvSpPr/>
            <p:nvPr/>
          </p:nvSpPr>
          <p:spPr>
            <a:xfrm>
              <a:off x="3187513" y="412050"/>
              <a:ext cx="129475" cy="129475"/>
            </a:xfrm>
            <a:custGeom>
              <a:rect b="b" l="l" r="r" t="t"/>
              <a:pathLst>
                <a:path extrusionOk="0" h="5179" w="5179">
                  <a:moveTo>
                    <a:pt x="2590" y="1"/>
                  </a:moveTo>
                  <a:cubicBezTo>
                    <a:pt x="1160" y="1"/>
                    <a:pt x="1" y="1160"/>
                    <a:pt x="1" y="2589"/>
                  </a:cubicBezTo>
                  <a:cubicBezTo>
                    <a:pt x="1" y="4019"/>
                    <a:pt x="1160" y="5178"/>
                    <a:pt x="2590" y="5178"/>
                  </a:cubicBezTo>
                  <a:cubicBezTo>
                    <a:pt x="4020" y="5178"/>
                    <a:pt x="5178" y="4019"/>
                    <a:pt x="5178" y="2589"/>
                  </a:cubicBezTo>
                  <a:cubicBezTo>
                    <a:pt x="5178" y="1160"/>
                    <a:pt x="4020" y="1"/>
                    <a:pt x="25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1"/>
            <p:cNvSpPr/>
            <p:nvPr/>
          </p:nvSpPr>
          <p:spPr>
            <a:xfrm>
              <a:off x="3217888" y="442425"/>
              <a:ext cx="68725" cy="68725"/>
            </a:xfrm>
            <a:custGeom>
              <a:rect b="b" l="l" r="r" t="t"/>
              <a:pathLst>
                <a:path extrusionOk="0" h="2749" w="2749">
                  <a:moveTo>
                    <a:pt x="1375" y="1"/>
                  </a:moveTo>
                  <a:cubicBezTo>
                    <a:pt x="616" y="1"/>
                    <a:pt x="1" y="616"/>
                    <a:pt x="1" y="1374"/>
                  </a:cubicBezTo>
                  <a:cubicBezTo>
                    <a:pt x="1" y="2133"/>
                    <a:pt x="616" y="2749"/>
                    <a:pt x="1375" y="2749"/>
                  </a:cubicBezTo>
                  <a:cubicBezTo>
                    <a:pt x="2134" y="2749"/>
                    <a:pt x="2749" y="2133"/>
                    <a:pt x="2749" y="1374"/>
                  </a:cubicBezTo>
                  <a:cubicBezTo>
                    <a:pt x="2749" y="616"/>
                    <a:pt x="2134" y="1"/>
                    <a:pt x="13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9" name="Google Shape;5489;p71"/>
          <p:cNvGrpSpPr/>
          <p:nvPr/>
        </p:nvGrpSpPr>
        <p:grpSpPr>
          <a:xfrm rot="839356">
            <a:off x="669858" y="188476"/>
            <a:ext cx="737885" cy="1089370"/>
            <a:chOff x="1243663" y="2401125"/>
            <a:chExt cx="262550" cy="387600"/>
          </a:xfrm>
        </p:grpSpPr>
        <p:sp>
          <p:nvSpPr>
            <p:cNvPr id="5490" name="Google Shape;5490;p71"/>
            <p:cNvSpPr/>
            <p:nvPr/>
          </p:nvSpPr>
          <p:spPr>
            <a:xfrm>
              <a:off x="1243746" y="2401125"/>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1" name="Google Shape;5491;p71"/>
            <p:cNvGrpSpPr/>
            <p:nvPr/>
          </p:nvGrpSpPr>
          <p:grpSpPr>
            <a:xfrm>
              <a:off x="1243663" y="2401150"/>
              <a:ext cx="262550" cy="387575"/>
              <a:chOff x="1337750" y="2260150"/>
              <a:chExt cx="262550" cy="387575"/>
            </a:xfrm>
          </p:grpSpPr>
          <p:sp>
            <p:nvSpPr>
              <p:cNvPr id="5492" name="Google Shape;5492;p71"/>
              <p:cNvSpPr/>
              <p:nvPr/>
            </p:nvSpPr>
            <p:spPr>
              <a:xfrm>
                <a:off x="1337750" y="2260150"/>
                <a:ext cx="262550" cy="387575"/>
              </a:xfrm>
              <a:custGeom>
                <a:rect b="b" l="l" r="r" t="t"/>
                <a:pathLst>
                  <a:path extrusionOk="0" h="15503" w="10502">
                    <a:moveTo>
                      <a:pt x="1" y="0"/>
                    </a:moveTo>
                    <a:lnTo>
                      <a:pt x="1" y="10255"/>
                    </a:lnTo>
                    <a:cubicBezTo>
                      <a:pt x="1" y="10415"/>
                      <a:pt x="9" y="10574"/>
                      <a:pt x="24" y="10732"/>
                    </a:cubicBezTo>
                    <a:cubicBezTo>
                      <a:pt x="42" y="10947"/>
                      <a:pt x="75" y="11158"/>
                      <a:pt x="120" y="11367"/>
                    </a:cubicBezTo>
                    <a:cubicBezTo>
                      <a:pt x="289" y="12146"/>
                      <a:pt x="629" y="12860"/>
                      <a:pt x="1102" y="13469"/>
                    </a:cubicBezTo>
                    <a:cubicBezTo>
                      <a:pt x="1232" y="13637"/>
                      <a:pt x="1372" y="13797"/>
                      <a:pt x="1522" y="13948"/>
                    </a:cubicBezTo>
                    <a:lnTo>
                      <a:pt x="1541" y="13965"/>
                    </a:lnTo>
                    <a:cubicBezTo>
                      <a:pt x="1764" y="14187"/>
                      <a:pt x="2005" y="14390"/>
                      <a:pt x="2264" y="14569"/>
                    </a:cubicBezTo>
                    <a:cubicBezTo>
                      <a:pt x="2427" y="14685"/>
                      <a:pt x="2599" y="14789"/>
                      <a:pt x="2775" y="14883"/>
                    </a:cubicBezTo>
                    <a:cubicBezTo>
                      <a:pt x="3047" y="15028"/>
                      <a:pt x="3332" y="15151"/>
                      <a:pt x="3630" y="15248"/>
                    </a:cubicBezTo>
                    <a:cubicBezTo>
                      <a:pt x="3777" y="15296"/>
                      <a:pt x="3926" y="15337"/>
                      <a:pt x="4077" y="15372"/>
                    </a:cubicBezTo>
                    <a:cubicBezTo>
                      <a:pt x="4454" y="15459"/>
                      <a:pt x="4847" y="15503"/>
                      <a:pt x="5252" y="15503"/>
                    </a:cubicBezTo>
                    <a:cubicBezTo>
                      <a:pt x="5503" y="15503"/>
                      <a:pt x="5750" y="15486"/>
                      <a:pt x="5993" y="15451"/>
                    </a:cubicBezTo>
                    <a:cubicBezTo>
                      <a:pt x="6188" y="15424"/>
                      <a:pt x="6380" y="15386"/>
                      <a:pt x="6568" y="15337"/>
                    </a:cubicBezTo>
                    <a:cubicBezTo>
                      <a:pt x="6929" y="15244"/>
                      <a:pt x="7274" y="15114"/>
                      <a:pt x="7601" y="14950"/>
                    </a:cubicBezTo>
                    <a:cubicBezTo>
                      <a:pt x="7693" y="14903"/>
                      <a:pt x="7782" y="14856"/>
                      <a:pt x="7871" y="14804"/>
                    </a:cubicBezTo>
                    <a:cubicBezTo>
                      <a:pt x="8237" y="14594"/>
                      <a:pt x="8576" y="14340"/>
                      <a:pt x="8879" y="14050"/>
                    </a:cubicBezTo>
                    <a:cubicBezTo>
                      <a:pt x="8967" y="13965"/>
                      <a:pt x="9052" y="13878"/>
                      <a:pt x="9134" y="13788"/>
                    </a:cubicBezTo>
                    <a:cubicBezTo>
                      <a:pt x="9386" y="13511"/>
                      <a:pt x="9608" y="13210"/>
                      <a:pt x="9797" y="12885"/>
                    </a:cubicBezTo>
                    <a:cubicBezTo>
                      <a:pt x="9860" y="12775"/>
                      <a:pt x="9918" y="12664"/>
                      <a:pt x="9974" y="12550"/>
                    </a:cubicBezTo>
                    <a:cubicBezTo>
                      <a:pt x="10313" y="11858"/>
                      <a:pt x="10502" y="11079"/>
                      <a:pt x="10502" y="10256"/>
                    </a:cubicBezTo>
                    <a:lnTo>
                      <a:pt x="105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1"/>
              <p:cNvSpPr/>
              <p:nvPr/>
            </p:nvSpPr>
            <p:spPr>
              <a:xfrm>
                <a:off x="1361825" y="2282325"/>
                <a:ext cx="16075" cy="16100"/>
              </a:xfrm>
              <a:custGeom>
                <a:rect b="b" l="l" r="r" t="t"/>
                <a:pathLst>
                  <a:path extrusionOk="0" h="644" w="643">
                    <a:moveTo>
                      <a:pt x="322" y="1"/>
                    </a:moveTo>
                    <a:cubicBezTo>
                      <a:pt x="144" y="1"/>
                      <a:pt x="1" y="144"/>
                      <a:pt x="1" y="322"/>
                    </a:cubicBezTo>
                    <a:cubicBezTo>
                      <a:pt x="1" y="499"/>
                      <a:pt x="144" y="644"/>
                      <a:pt x="322" y="644"/>
                    </a:cubicBezTo>
                    <a:cubicBezTo>
                      <a:pt x="499" y="644"/>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1"/>
              <p:cNvSpPr/>
              <p:nvPr/>
            </p:nvSpPr>
            <p:spPr>
              <a:xfrm>
                <a:off x="1361825" y="2327075"/>
                <a:ext cx="16075" cy="16075"/>
              </a:xfrm>
              <a:custGeom>
                <a:rect b="b" l="l" r="r" t="t"/>
                <a:pathLst>
                  <a:path extrusionOk="0" h="643" w="643">
                    <a:moveTo>
                      <a:pt x="322" y="0"/>
                    </a:moveTo>
                    <a:cubicBezTo>
                      <a:pt x="144" y="0"/>
                      <a:pt x="1" y="144"/>
                      <a:pt x="1" y="321"/>
                    </a:cubicBezTo>
                    <a:cubicBezTo>
                      <a:pt x="1" y="499"/>
                      <a:pt x="144" y="642"/>
                      <a:pt x="322" y="642"/>
                    </a:cubicBezTo>
                    <a:cubicBezTo>
                      <a:pt x="499" y="642"/>
                      <a:pt x="643" y="499"/>
                      <a:pt x="643" y="321"/>
                    </a:cubicBezTo>
                    <a:cubicBezTo>
                      <a:pt x="643" y="144"/>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1"/>
              <p:cNvSpPr/>
              <p:nvPr/>
            </p:nvSpPr>
            <p:spPr>
              <a:xfrm>
                <a:off x="1361825" y="2371800"/>
                <a:ext cx="16075" cy="16075"/>
              </a:xfrm>
              <a:custGeom>
                <a:rect b="b" l="l" r="r" t="t"/>
                <a:pathLst>
                  <a:path extrusionOk="0" h="643" w="643">
                    <a:moveTo>
                      <a:pt x="322" y="1"/>
                    </a:moveTo>
                    <a:cubicBezTo>
                      <a:pt x="144" y="1"/>
                      <a:pt x="1" y="144"/>
                      <a:pt x="1" y="322"/>
                    </a:cubicBezTo>
                    <a:cubicBezTo>
                      <a:pt x="1" y="499"/>
                      <a:pt x="144" y="643"/>
                      <a:pt x="322" y="643"/>
                    </a:cubicBezTo>
                    <a:cubicBezTo>
                      <a:pt x="499" y="643"/>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1"/>
              <p:cNvSpPr/>
              <p:nvPr/>
            </p:nvSpPr>
            <p:spPr>
              <a:xfrm>
                <a:off x="1361825" y="2416525"/>
                <a:ext cx="16075" cy="16100"/>
              </a:xfrm>
              <a:custGeom>
                <a:rect b="b" l="l" r="r" t="t"/>
                <a:pathLst>
                  <a:path extrusionOk="0" h="644" w="643">
                    <a:moveTo>
                      <a:pt x="322" y="0"/>
                    </a:moveTo>
                    <a:cubicBezTo>
                      <a:pt x="144" y="0"/>
                      <a:pt x="1" y="145"/>
                      <a:pt x="1" y="322"/>
                    </a:cubicBezTo>
                    <a:cubicBezTo>
                      <a:pt x="1" y="499"/>
                      <a:pt x="144" y="643"/>
                      <a:pt x="322" y="643"/>
                    </a:cubicBezTo>
                    <a:cubicBezTo>
                      <a:pt x="499" y="643"/>
                      <a:pt x="643" y="499"/>
                      <a:pt x="643" y="322"/>
                    </a:cubicBezTo>
                    <a:cubicBezTo>
                      <a:pt x="643" y="145"/>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1"/>
              <p:cNvSpPr/>
              <p:nvPr/>
            </p:nvSpPr>
            <p:spPr>
              <a:xfrm>
                <a:off x="1361825" y="2461275"/>
                <a:ext cx="16075" cy="16100"/>
              </a:xfrm>
              <a:custGeom>
                <a:rect b="b" l="l" r="r" t="t"/>
                <a:pathLst>
                  <a:path extrusionOk="0" h="644" w="643">
                    <a:moveTo>
                      <a:pt x="322" y="1"/>
                    </a:moveTo>
                    <a:cubicBezTo>
                      <a:pt x="144" y="1"/>
                      <a:pt x="1" y="145"/>
                      <a:pt x="1" y="323"/>
                    </a:cubicBezTo>
                    <a:cubicBezTo>
                      <a:pt x="1" y="499"/>
                      <a:pt x="144" y="644"/>
                      <a:pt x="322" y="644"/>
                    </a:cubicBezTo>
                    <a:cubicBezTo>
                      <a:pt x="499" y="644"/>
                      <a:pt x="643" y="499"/>
                      <a:pt x="643" y="323"/>
                    </a:cubicBezTo>
                    <a:cubicBezTo>
                      <a:pt x="643" y="145"/>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1"/>
              <p:cNvSpPr/>
              <p:nvPr/>
            </p:nvSpPr>
            <p:spPr>
              <a:xfrm>
                <a:off x="1361825" y="2506025"/>
                <a:ext cx="16075" cy="16100"/>
              </a:xfrm>
              <a:custGeom>
                <a:rect b="b" l="l" r="r" t="t"/>
                <a:pathLst>
                  <a:path extrusionOk="0" h="644" w="643">
                    <a:moveTo>
                      <a:pt x="322" y="0"/>
                    </a:moveTo>
                    <a:cubicBezTo>
                      <a:pt x="144" y="0"/>
                      <a:pt x="1" y="144"/>
                      <a:pt x="1" y="321"/>
                    </a:cubicBezTo>
                    <a:cubicBezTo>
                      <a:pt x="1" y="499"/>
                      <a:pt x="144" y="643"/>
                      <a:pt x="322" y="643"/>
                    </a:cubicBezTo>
                    <a:cubicBezTo>
                      <a:pt x="499" y="643"/>
                      <a:pt x="643" y="499"/>
                      <a:pt x="643" y="321"/>
                    </a:cubicBezTo>
                    <a:cubicBezTo>
                      <a:pt x="643" y="144"/>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1"/>
              <p:cNvSpPr/>
              <p:nvPr/>
            </p:nvSpPr>
            <p:spPr>
              <a:xfrm>
                <a:off x="1361825" y="2550750"/>
                <a:ext cx="16075" cy="16075"/>
              </a:xfrm>
              <a:custGeom>
                <a:rect b="b" l="l" r="r" t="t"/>
                <a:pathLst>
                  <a:path extrusionOk="0" h="643" w="643">
                    <a:moveTo>
                      <a:pt x="322" y="1"/>
                    </a:moveTo>
                    <a:cubicBezTo>
                      <a:pt x="144" y="1"/>
                      <a:pt x="1" y="144"/>
                      <a:pt x="1" y="322"/>
                    </a:cubicBezTo>
                    <a:cubicBezTo>
                      <a:pt x="1" y="499"/>
                      <a:pt x="144" y="643"/>
                      <a:pt x="322" y="643"/>
                    </a:cubicBezTo>
                    <a:cubicBezTo>
                      <a:pt x="499" y="643"/>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1"/>
              <p:cNvSpPr/>
              <p:nvPr/>
            </p:nvSpPr>
            <p:spPr>
              <a:xfrm>
                <a:off x="1365350" y="2595525"/>
                <a:ext cx="12550" cy="13350"/>
              </a:xfrm>
              <a:custGeom>
                <a:rect b="b" l="l" r="r" t="t"/>
                <a:pathLst>
                  <a:path extrusionOk="0" h="534" w="502">
                    <a:moveTo>
                      <a:pt x="183" y="0"/>
                    </a:moveTo>
                    <a:cubicBezTo>
                      <a:pt x="182" y="0"/>
                      <a:pt x="181" y="0"/>
                      <a:pt x="181" y="0"/>
                    </a:cubicBezTo>
                    <a:cubicBezTo>
                      <a:pt x="114" y="0"/>
                      <a:pt x="52" y="21"/>
                      <a:pt x="0" y="56"/>
                    </a:cubicBezTo>
                    <a:cubicBezTo>
                      <a:pt x="130" y="223"/>
                      <a:pt x="272" y="383"/>
                      <a:pt x="421" y="534"/>
                    </a:cubicBezTo>
                    <a:cubicBezTo>
                      <a:pt x="471" y="477"/>
                      <a:pt x="502" y="403"/>
                      <a:pt x="502" y="320"/>
                    </a:cubicBezTo>
                    <a:cubicBezTo>
                      <a:pt x="502" y="144"/>
                      <a:pt x="360" y="0"/>
                      <a:pt x="1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1"/>
              <p:cNvSpPr/>
              <p:nvPr/>
            </p:nvSpPr>
            <p:spPr>
              <a:xfrm>
                <a:off x="1337875" y="2260150"/>
                <a:ext cx="9675" cy="15875"/>
              </a:xfrm>
              <a:custGeom>
                <a:rect b="b" l="l" r="r" t="t"/>
                <a:pathLst>
                  <a:path extrusionOk="0" h="635" w="387">
                    <a:moveTo>
                      <a:pt x="0" y="0"/>
                    </a:moveTo>
                    <a:lnTo>
                      <a:pt x="0" y="629"/>
                    </a:lnTo>
                    <a:cubicBezTo>
                      <a:pt x="21" y="633"/>
                      <a:pt x="42" y="635"/>
                      <a:pt x="65" y="635"/>
                    </a:cubicBezTo>
                    <a:cubicBezTo>
                      <a:pt x="243" y="635"/>
                      <a:pt x="386" y="491"/>
                      <a:pt x="386" y="314"/>
                    </a:cubicBezTo>
                    <a:cubicBezTo>
                      <a:pt x="386" y="160"/>
                      <a:pt x="278" y="31"/>
                      <a:pt x="1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1"/>
              <p:cNvSpPr/>
              <p:nvPr/>
            </p:nvSpPr>
            <p:spPr>
              <a:xfrm>
                <a:off x="1337875" y="2304675"/>
                <a:ext cx="9675" cy="16100"/>
              </a:xfrm>
              <a:custGeom>
                <a:rect b="b" l="l" r="r" t="t"/>
                <a:pathLst>
                  <a:path extrusionOk="0" h="644" w="387">
                    <a:moveTo>
                      <a:pt x="65" y="1"/>
                    </a:moveTo>
                    <a:cubicBezTo>
                      <a:pt x="42" y="1"/>
                      <a:pt x="21" y="4"/>
                      <a:pt x="0" y="8"/>
                    </a:cubicBezTo>
                    <a:lnTo>
                      <a:pt x="0" y="636"/>
                    </a:lnTo>
                    <a:cubicBezTo>
                      <a:pt x="21" y="640"/>
                      <a:pt x="42" y="643"/>
                      <a:pt x="65" y="643"/>
                    </a:cubicBezTo>
                    <a:cubicBezTo>
                      <a:pt x="243" y="643"/>
                      <a:pt x="386" y="500"/>
                      <a:pt x="386" y="323"/>
                    </a:cubicBezTo>
                    <a:cubicBezTo>
                      <a:pt x="386" y="145"/>
                      <a:pt x="242" y="1"/>
                      <a:pt x="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1"/>
              <p:cNvSpPr/>
              <p:nvPr/>
            </p:nvSpPr>
            <p:spPr>
              <a:xfrm>
                <a:off x="1337875" y="2349425"/>
                <a:ext cx="9675" cy="16075"/>
              </a:xfrm>
              <a:custGeom>
                <a:rect b="b" l="l" r="r" t="t"/>
                <a:pathLst>
                  <a:path extrusionOk="0" h="643" w="387">
                    <a:moveTo>
                      <a:pt x="65" y="0"/>
                    </a:moveTo>
                    <a:cubicBezTo>
                      <a:pt x="42" y="0"/>
                      <a:pt x="21" y="3"/>
                      <a:pt x="0" y="6"/>
                    </a:cubicBezTo>
                    <a:lnTo>
                      <a:pt x="0" y="636"/>
                    </a:lnTo>
                    <a:cubicBezTo>
                      <a:pt x="21" y="640"/>
                      <a:pt x="42" y="643"/>
                      <a:pt x="65" y="643"/>
                    </a:cubicBezTo>
                    <a:cubicBezTo>
                      <a:pt x="243" y="643"/>
                      <a:pt x="386" y="498"/>
                      <a:pt x="386" y="321"/>
                    </a:cubicBezTo>
                    <a:cubicBezTo>
                      <a:pt x="386" y="145"/>
                      <a:pt x="242" y="1"/>
                      <a:pt x="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1"/>
              <p:cNvSpPr/>
              <p:nvPr/>
            </p:nvSpPr>
            <p:spPr>
              <a:xfrm>
                <a:off x="1337875" y="2394175"/>
                <a:ext cx="9675" cy="16075"/>
              </a:xfrm>
              <a:custGeom>
                <a:rect b="b" l="l" r="r" t="t"/>
                <a:pathLst>
                  <a:path extrusionOk="0" h="643" w="387">
                    <a:moveTo>
                      <a:pt x="65" y="1"/>
                    </a:moveTo>
                    <a:cubicBezTo>
                      <a:pt x="42" y="1"/>
                      <a:pt x="21" y="3"/>
                      <a:pt x="0" y="7"/>
                    </a:cubicBezTo>
                    <a:lnTo>
                      <a:pt x="0" y="636"/>
                    </a:lnTo>
                    <a:cubicBezTo>
                      <a:pt x="21" y="640"/>
                      <a:pt x="42" y="642"/>
                      <a:pt x="65" y="642"/>
                    </a:cubicBezTo>
                    <a:cubicBezTo>
                      <a:pt x="243" y="642"/>
                      <a:pt x="386" y="500"/>
                      <a:pt x="386" y="321"/>
                    </a:cubicBezTo>
                    <a:cubicBezTo>
                      <a:pt x="386" y="144"/>
                      <a:pt x="242" y="1"/>
                      <a:pt x="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1"/>
              <p:cNvSpPr/>
              <p:nvPr/>
            </p:nvSpPr>
            <p:spPr>
              <a:xfrm>
                <a:off x="1337875" y="2438925"/>
                <a:ext cx="9675" cy="16050"/>
              </a:xfrm>
              <a:custGeom>
                <a:rect b="b" l="l" r="r" t="t"/>
                <a:pathLst>
                  <a:path extrusionOk="0" h="642" w="387">
                    <a:moveTo>
                      <a:pt x="65" y="0"/>
                    </a:moveTo>
                    <a:cubicBezTo>
                      <a:pt x="42" y="0"/>
                      <a:pt x="21" y="2"/>
                      <a:pt x="0" y="6"/>
                    </a:cubicBezTo>
                    <a:lnTo>
                      <a:pt x="0" y="636"/>
                    </a:lnTo>
                    <a:cubicBezTo>
                      <a:pt x="21" y="640"/>
                      <a:pt x="42" y="642"/>
                      <a:pt x="65" y="642"/>
                    </a:cubicBezTo>
                    <a:cubicBezTo>
                      <a:pt x="243" y="642"/>
                      <a:pt x="386" y="500"/>
                      <a:pt x="386" y="321"/>
                    </a:cubicBezTo>
                    <a:cubicBezTo>
                      <a:pt x="386" y="145"/>
                      <a:pt x="242" y="0"/>
                      <a:pt x="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1"/>
              <p:cNvSpPr/>
              <p:nvPr/>
            </p:nvSpPr>
            <p:spPr>
              <a:xfrm>
                <a:off x="1337875" y="2483650"/>
                <a:ext cx="9675" cy="16075"/>
              </a:xfrm>
              <a:custGeom>
                <a:rect b="b" l="l" r="r" t="t"/>
                <a:pathLst>
                  <a:path extrusionOk="0" h="643" w="387">
                    <a:moveTo>
                      <a:pt x="65" y="1"/>
                    </a:moveTo>
                    <a:cubicBezTo>
                      <a:pt x="42" y="1"/>
                      <a:pt x="21" y="3"/>
                      <a:pt x="0" y="7"/>
                    </a:cubicBezTo>
                    <a:lnTo>
                      <a:pt x="0" y="636"/>
                    </a:lnTo>
                    <a:cubicBezTo>
                      <a:pt x="21" y="640"/>
                      <a:pt x="42" y="642"/>
                      <a:pt x="65" y="642"/>
                    </a:cubicBezTo>
                    <a:cubicBezTo>
                      <a:pt x="243" y="642"/>
                      <a:pt x="386" y="498"/>
                      <a:pt x="386" y="321"/>
                    </a:cubicBezTo>
                    <a:cubicBezTo>
                      <a:pt x="386" y="145"/>
                      <a:pt x="242" y="1"/>
                      <a:pt x="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1"/>
              <p:cNvSpPr/>
              <p:nvPr/>
            </p:nvSpPr>
            <p:spPr>
              <a:xfrm>
                <a:off x="1338375" y="2528350"/>
                <a:ext cx="9175" cy="15975"/>
              </a:xfrm>
              <a:custGeom>
                <a:rect b="b" l="l" r="r" t="t"/>
                <a:pathLst>
                  <a:path extrusionOk="0" h="639" w="367">
                    <a:moveTo>
                      <a:pt x="45" y="1"/>
                    </a:moveTo>
                    <a:cubicBezTo>
                      <a:pt x="30" y="1"/>
                      <a:pt x="15" y="3"/>
                      <a:pt x="1" y="4"/>
                    </a:cubicBezTo>
                    <a:cubicBezTo>
                      <a:pt x="20" y="220"/>
                      <a:pt x="52" y="431"/>
                      <a:pt x="98" y="639"/>
                    </a:cubicBezTo>
                    <a:cubicBezTo>
                      <a:pt x="249" y="614"/>
                      <a:pt x="366" y="481"/>
                      <a:pt x="366" y="323"/>
                    </a:cubicBezTo>
                    <a:cubicBezTo>
                      <a:pt x="366" y="145"/>
                      <a:pt x="222" y="3"/>
                      <a:pt x="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1"/>
              <p:cNvSpPr/>
              <p:nvPr/>
            </p:nvSpPr>
            <p:spPr>
              <a:xfrm>
                <a:off x="1424625" y="2282325"/>
                <a:ext cx="16075" cy="16100"/>
              </a:xfrm>
              <a:custGeom>
                <a:rect b="b" l="l" r="r" t="t"/>
                <a:pathLst>
                  <a:path extrusionOk="0" h="644" w="643">
                    <a:moveTo>
                      <a:pt x="322" y="1"/>
                    </a:moveTo>
                    <a:cubicBezTo>
                      <a:pt x="144" y="1"/>
                      <a:pt x="1" y="144"/>
                      <a:pt x="1" y="322"/>
                    </a:cubicBezTo>
                    <a:cubicBezTo>
                      <a:pt x="1" y="499"/>
                      <a:pt x="144" y="644"/>
                      <a:pt x="322" y="644"/>
                    </a:cubicBezTo>
                    <a:cubicBezTo>
                      <a:pt x="499" y="644"/>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1"/>
              <p:cNvSpPr/>
              <p:nvPr/>
            </p:nvSpPr>
            <p:spPr>
              <a:xfrm>
                <a:off x="1424625" y="2327075"/>
                <a:ext cx="16075" cy="16075"/>
              </a:xfrm>
              <a:custGeom>
                <a:rect b="b" l="l" r="r" t="t"/>
                <a:pathLst>
                  <a:path extrusionOk="0" h="643" w="643">
                    <a:moveTo>
                      <a:pt x="322" y="0"/>
                    </a:moveTo>
                    <a:cubicBezTo>
                      <a:pt x="144" y="0"/>
                      <a:pt x="1" y="144"/>
                      <a:pt x="1" y="321"/>
                    </a:cubicBezTo>
                    <a:cubicBezTo>
                      <a:pt x="1" y="499"/>
                      <a:pt x="144" y="642"/>
                      <a:pt x="322" y="642"/>
                    </a:cubicBezTo>
                    <a:cubicBezTo>
                      <a:pt x="499" y="642"/>
                      <a:pt x="643" y="499"/>
                      <a:pt x="643" y="321"/>
                    </a:cubicBezTo>
                    <a:cubicBezTo>
                      <a:pt x="643" y="144"/>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1"/>
              <p:cNvSpPr/>
              <p:nvPr/>
            </p:nvSpPr>
            <p:spPr>
              <a:xfrm>
                <a:off x="1424625" y="2371800"/>
                <a:ext cx="16075" cy="16075"/>
              </a:xfrm>
              <a:custGeom>
                <a:rect b="b" l="l" r="r" t="t"/>
                <a:pathLst>
                  <a:path extrusionOk="0" h="643" w="643">
                    <a:moveTo>
                      <a:pt x="322" y="1"/>
                    </a:moveTo>
                    <a:cubicBezTo>
                      <a:pt x="144" y="1"/>
                      <a:pt x="1" y="144"/>
                      <a:pt x="1" y="322"/>
                    </a:cubicBezTo>
                    <a:cubicBezTo>
                      <a:pt x="1" y="499"/>
                      <a:pt x="144" y="643"/>
                      <a:pt x="322" y="643"/>
                    </a:cubicBezTo>
                    <a:cubicBezTo>
                      <a:pt x="499" y="643"/>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1"/>
              <p:cNvSpPr/>
              <p:nvPr/>
            </p:nvSpPr>
            <p:spPr>
              <a:xfrm>
                <a:off x="1424625" y="2416525"/>
                <a:ext cx="16075" cy="16100"/>
              </a:xfrm>
              <a:custGeom>
                <a:rect b="b" l="l" r="r" t="t"/>
                <a:pathLst>
                  <a:path extrusionOk="0" h="644" w="643">
                    <a:moveTo>
                      <a:pt x="322" y="0"/>
                    </a:moveTo>
                    <a:cubicBezTo>
                      <a:pt x="144" y="0"/>
                      <a:pt x="1" y="145"/>
                      <a:pt x="1" y="322"/>
                    </a:cubicBezTo>
                    <a:cubicBezTo>
                      <a:pt x="1" y="499"/>
                      <a:pt x="144" y="643"/>
                      <a:pt x="322" y="643"/>
                    </a:cubicBezTo>
                    <a:cubicBezTo>
                      <a:pt x="499" y="643"/>
                      <a:pt x="643" y="499"/>
                      <a:pt x="643" y="322"/>
                    </a:cubicBezTo>
                    <a:cubicBezTo>
                      <a:pt x="643" y="145"/>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1"/>
              <p:cNvSpPr/>
              <p:nvPr/>
            </p:nvSpPr>
            <p:spPr>
              <a:xfrm>
                <a:off x="1424625" y="2461275"/>
                <a:ext cx="16075" cy="16100"/>
              </a:xfrm>
              <a:custGeom>
                <a:rect b="b" l="l" r="r" t="t"/>
                <a:pathLst>
                  <a:path extrusionOk="0" h="644" w="643">
                    <a:moveTo>
                      <a:pt x="322" y="1"/>
                    </a:moveTo>
                    <a:cubicBezTo>
                      <a:pt x="144" y="1"/>
                      <a:pt x="1" y="145"/>
                      <a:pt x="1" y="323"/>
                    </a:cubicBezTo>
                    <a:cubicBezTo>
                      <a:pt x="1" y="499"/>
                      <a:pt x="144" y="644"/>
                      <a:pt x="322" y="644"/>
                    </a:cubicBezTo>
                    <a:cubicBezTo>
                      <a:pt x="499" y="644"/>
                      <a:pt x="643" y="499"/>
                      <a:pt x="643" y="323"/>
                    </a:cubicBezTo>
                    <a:cubicBezTo>
                      <a:pt x="643" y="145"/>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1"/>
              <p:cNvSpPr/>
              <p:nvPr/>
            </p:nvSpPr>
            <p:spPr>
              <a:xfrm>
                <a:off x="1424625" y="2506025"/>
                <a:ext cx="16075" cy="16100"/>
              </a:xfrm>
              <a:custGeom>
                <a:rect b="b" l="l" r="r" t="t"/>
                <a:pathLst>
                  <a:path extrusionOk="0" h="644" w="643">
                    <a:moveTo>
                      <a:pt x="322" y="0"/>
                    </a:moveTo>
                    <a:cubicBezTo>
                      <a:pt x="144" y="0"/>
                      <a:pt x="1" y="144"/>
                      <a:pt x="1" y="321"/>
                    </a:cubicBezTo>
                    <a:cubicBezTo>
                      <a:pt x="1" y="499"/>
                      <a:pt x="144" y="643"/>
                      <a:pt x="322" y="643"/>
                    </a:cubicBezTo>
                    <a:cubicBezTo>
                      <a:pt x="499" y="643"/>
                      <a:pt x="643" y="499"/>
                      <a:pt x="643" y="321"/>
                    </a:cubicBezTo>
                    <a:cubicBezTo>
                      <a:pt x="643" y="144"/>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1"/>
              <p:cNvSpPr/>
              <p:nvPr/>
            </p:nvSpPr>
            <p:spPr>
              <a:xfrm>
                <a:off x="1424625" y="2550750"/>
                <a:ext cx="16075" cy="16075"/>
              </a:xfrm>
              <a:custGeom>
                <a:rect b="b" l="l" r="r" t="t"/>
                <a:pathLst>
                  <a:path extrusionOk="0" h="643" w="643">
                    <a:moveTo>
                      <a:pt x="322" y="1"/>
                    </a:moveTo>
                    <a:cubicBezTo>
                      <a:pt x="144" y="1"/>
                      <a:pt x="1" y="144"/>
                      <a:pt x="1" y="322"/>
                    </a:cubicBezTo>
                    <a:cubicBezTo>
                      <a:pt x="1" y="499"/>
                      <a:pt x="144" y="643"/>
                      <a:pt x="322" y="643"/>
                    </a:cubicBezTo>
                    <a:cubicBezTo>
                      <a:pt x="499" y="643"/>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1"/>
              <p:cNvSpPr/>
              <p:nvPr/>
            </p:nvSpPr>
            <p:spPr>
              <a:xfrm>
                <a:off x="1424625" y="2595500"/>
                <a:ext cx="16075" cy="16075"/>
              </a:xfrm>
              <a:custGeom>
                <a:rect b="b" l="l" r="r" t="t"/>
                <a:pathLst>
                  <a:path extrusionOk="0" h="643" w="643">
                    <a:moveTo>
                      <a:pt x="322" y="0"/>
                    </a:moveTo>
                    <a:cubicBezTo>
                      <a:pt x="144" y="0"/>
                      <a:pt x="1" y="144"/>
                      <a:pt x="1" y="321"/>
                    </a:cubicBezTo>
                    <a:cubicBezTo>
                      <a:pt x="1" y="499"/>
                      <a:pt x="144" y="642"/>
                      <a:pt x="322" y="642"/>
                    </a:cubicBezTo>
                    <a:cubicBezTo>
                      <a:pt x="499" y="642"/>
                      <a:pt x="643" y="499"/>
                      <a:pt x="643" y="321"/>
                    </a:cubicBezTo>
                    <a:cubicBezTo>
                      <a:pt x="643" y="144"/>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1"/>
              <p:cNvSpPr/>
              <p:nvPr/>
            </p:nvSpPr>
            <p:spPr>
              <a:xfrm>
                <a:off x="1428525" y="2640250"/>
                <a:ext cx="11225" cy="4225"/>
              </a:xfrm>
              <a:custGeom>
                <a:rect b="b" l="l" r="r" t="t"/>
                <a:pathLst>
                  <a:path extrusionOk="0" h="169" w="449">
                    <a:moveTo>
                      <a:pt x="166" y="1"/>
                    </a:moveTo>
                    <a:cubicBezTo>
                      <a:pt x="105" y="1"/>
                      <a:pt x="48" y="17"/>
                      <a:pt x="1" y="45"/>
                    </a:cubicBezTo>
                    <a:cubicBezTo>
                      <a:pt x="147" y="94"/>
                      <a:pt x="296" y="135"/>
                      <a:pt x="448" y="169"/>
                    </a:cubicBezTo>
                    <a:cubicBezTo>
                      <a:pt x="394" y="69"/>
                      <a:pt x="288" y="1"/>
                      <a:pt x="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1"/>
              <p:cNvSpPr/>
              <p:nvPr/>
            </p:nvSpPr>
            <p:spPr>
              <a:xfrm>
                <a:off x="1394250" y="2260150"/>
                <a:ext cx="16050" cy="15875"/>
              </a:xfrm>
              <a:custGeom>
                <a:rect b="b" l="l" r="r" t="t"/>
                <a:pathLst>
                  <a:path extrusionOk="0" h="635" w="642">
                    <a:moveTo>
                      <a:pt x="252" y="0"/>
                    </a:moveTo>
                    <a:cubicBezTo>
                      <a:pt x="108" y="31"/>
                      <a:pt x="0" y="160"/>
                      <a:pt x="0" y="314"/>
                    </a:cubicBezTo>
                    <a:cubicBezTo>
                      <a:pt x="0" y="492"/>
                      <a:pt x="143" y="635"/>
                      <a:pt x="321" y="635"/>
                    </a:cubicBezTo>
                    <a:cubicBezTo>
                      <a:pt x="499" y="635"/>
                      <a:pt x="642" y="491"/>
                      <a:pt x="642" y="314"/>
                    </a:cubicBezTo>
                    <a:cubicBezTo>
                      <a:pt x="642" y="160"/>
                      <a:pt x="535" y="31"/>
                      <a:pt x="3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1"/>
              <p:cNvSpPr/>
              <p:nvPr/>
            </p:nvSpPr>
            <p:spPr>
              <a:xfrm>
                <a:off x="1394250" y="2304675"/>
                <a:ext cx="16075" cy="16100"/>
              </a:xfrm>
              <a:custGeom>
                <a:rect b="b" l="l" r="r" t="t"/>
                <a:pathLst>
                  <a:path extrusionOk="0" h="644" w="643">
                    <a:moveTo>
                      <a:pt x="321" y="1"/>
                    </a:moveTo>
                    <a:cubicBezTo>
                      <a:pt x="143" y="1"/>
                      <a:pt x="0" y="145"/>
                      <a:pt x="0" y="321"/>
                    </a:cubicBezTo>
                    <a:cubicBezTo>
                      <a:pt x="0" y="499"/>
                      <a:pt x="143" y="643"/>
                      <a:pt x="321" y="643"/>
                    </a:cubicBezTo>
                    <a:cubicBezTo>
                      <a:pt x="498" y="643"/>
                      <a:pt x="643" y="499"/>
                      <a:pt x="643" y="321"/>
                    </a:cubicBezTo>
                    <a:cubicBezTo>
                      <a:pt x="643" y="145"/>
                      <a:pt x="498"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1"/>
              <p:cNvSpPr/>
              <p:nvPr/>
            </p:nvSpPr>
            <p:spPr>
              <a:xfrm>
                <a:off x="1394250" y="2349425"/>
                <a:ext cx="16075" cy="16075"/>
              </a:xfrm>
              <a:custGeom>
                <a:rect b="b" l="l" r="r" t="t"/>
                <a:pathLst>
                  <a:path extrusionOk="0" h="643" w="643">
                    <a:moveTo>
                      <a:pt x="321" y="0"/>
                    </a:moveTo>
                    <a:cubicBezTo>
                      <a:pt x="143" y="0"/>
                      <a:pt x="0" y="143"/>
                      <a:pt x="0" y="321"/>
                    </a:cubicBezTo>
                    <a:cubicBezTo>
                      <a:pt x="0" y="498"/>
                      <a:pt x="143" y="643"/>
                      <a:pt x="321" y="643"/>
                    </a:cubicBezTo>
                    <a:cubicBezTo>
                      <a:pt x="498" y="643"/>
                      <a:pt x="643" y="498"/>
                      <a:pt x="643" y="321"/>
                    </a:cubicBezTo>
                    <a:cubicBezTo>
                      <a:pt x="643" y="143"/>
                      <a:pt x="498"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1"/>
              <p:cNvSpPr/>
              <p:nvPr/>
            </p:nvSpPr>
            <p:spPr>
              <a:xfrm>
                <a:off x="1394250" y="2394175"/>
                <a:ext cx="16075" cy="16075"/>
              </a:xfrm>
              <a:custGeom>
                <a:rect b="b" l="l" r="r" t="t"/>
                <a:pathLst>
                  <a:path extrusionOk="0" h="643" w="643">
                    <a:moveTo>
                      <a:pt x="321" y="1"/>
                    </a:moveTo>
                    <a:cubicBezTo>
                      <a:pt x="143" y="1"/>
                      <a:pt x="0" y="144"/>
                      <a:pt x="0" y="321"/>
                    </a:cubicBezTo>
                    <a:cubicBezTo>
                      <a:pt x="0" y="499"/>
                      <a:pt x="143" y="642"/>
                      <a:pt x="321" y="642"/>
                    </a:cubicBezTo>
                    <a:cubicBezTo>
                      <a:pt x="498" y="642"/>
                      <a:pt x="643" y="499"/>
                      <a:pt x="643" y="321"/>
                    </a:cubicBezTo>
                    <a:cubicBezTo>
                      <a:pt x="643" y="144"/>
                      <a:pt x="498"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1"/>
              <p:cNvSpPr/>
              <p:nvPr/>
            </p:nvSpPr>
            <p:spPr>
              <a:xfrm>
                <a:off x="1394250" y="2438925"/>
                <a:ext cx="16075" cy="16050"/>
              </a:xfrm>
              <a:custGeom>
                <a:rect b="b" l="l" r="r" t="t"/>
                <a:pathLst>
                  <a:path extrusionOk="0" h="642" w="643">
                    <a:moveTo>
                      <a:pt x="321" y="0"/>
                    </a:moveTo>
                    <a:cubicBezTo>
                      <a:pt x="143" y="0"/>
                      <a:pt x="0" y="143"/>
                      <a:pt x="0" y="321"/>
                    </a:cubicBezTo>
                    <a:cubicBezTo>
                      <a:pt x="0" y="498"/>
                      <a:pt x="143" y="642"/>
                      <a:pt x="321" y="642"/>
                    </a:cubicBezTo>
                    <a:cubicBezTo>
                      <a:pt x="498" y="642"/>
                      <a:pt x="643" y="498"/>
                      <a:pt x="643" y="321"/>
                    </a:cubicBezTo>
                    <a:cubicBezTo>
                      <a:pt x="643" y="143"/>
                      <a:pt x="498"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1"/>
              <p:cNvSpPr/>
              <p:nvPr/>
            </p:nvSpPr>
            <p:spPr>
              <a:xfrm>
                <a:off x="1394250" y="2483625"/>
                <a:ext cx="16075" cy="16100"/>
              </a:xfrm>
              <a:custGeom>
                <a:rect b="b" l="l" r="r" t="t"/>
                <a:pathLst>
                  <a:path extrusionOk="0" h="644" w="643">
                    <a:moveTo>
                      <a:pt x="321" y="0"/>
                    </a:moveTo>
                    <a:cubicBezTo>
                      <a:pt x="143" y="0"/>
                      <a:pt x="0" y="145"/>
                      <a:pt x="0" y="322"/>
                    </a:cubicBezTo>
                    <a:cubicBezTo>
                      <a:pt x="0" y="500"/>
                      <a:pt x="143" y="643"/>
                      <a:pt x="321" y="643"/>
                    </a:cubicBezTo>
                    <a:cubicBezTo>
                      <a:pt x="498" y="643"/>
                      <a:pt x="643" y="500"/>
                      <a:pt x="643" y="322"/>
                    </a:cubicBezTo>
                    <a:cubicBezTo>
                      <a:pt x="643" y="145"/>
                      <a:pt x="498"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1"/>
              <p:cNvSpPr/>
              <p:nvPr/>
            </p:nvSpPr>
            <p:spPr>
              <a:xfrm>
                <a:off x="1394250" y="2528350"/>
                <a:ext cx="16075" cy="16100"/>
              </a:xfrm>
              <a:custGeom>
                <a:rect b="b" l="l" r="r" t="t"/>
                <a:pathLst>
                  <a:path extrusionOk="0" h="644" w="643">
                    <a:moveTo>
                      <a:pt x="321" y="1"/>
                    </a:moveTo>
                    <a:cubicBezTo>
                      <a:pt x="143" y="1"/>
                      <a:pt x="0" y="145"/>
                      <a:pt x="0" y="323"/>
                    </a:cubicBezTo>
                    <a:cubicBezTo>
                      <a:pt x="0" y="499"/>
                      <a:pt x="143" y="644"/>
                      <a:pt x="321" y="644"/>
                    </a:cubicBezTo>
                    <a:cubicBezTo>
                      <a:pt x="498" y="644"/>
                      <a:pt x="643" y="499"/>
                      <a:pt x="643" y="323"/>
                    </a:cubicBezTo>
                    <a:cubicBezTo>
                      <a:pt x="643" y="145"/>
                      <a:pt x="498"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1"/>
              <p:cNvSpPr/>
              <p:nvPr/>
            </p:nvSpPr>
            <p:spPr>
              <a:xfrm>
                <a:off x="1394250" y="2573125"/>
                <a:ext cx="16075" cy="16100"/>
              </a:xfrm>
              <a:custGeom>
                <a:rect b="b" l="l" r="r" t="t"/>
                <a:pathLst>
                  <a:path extrusionOk="0" h="644" w="643">
                    <a:moveTo>
                      <a:pt x="321" y="0"/>
                    </a:moveTo>
                    <a:cubicBezTo>
                      <a:pt x="143" y="0"/>
                      <a:pt x="0" y="145"/>
                      <a:pt x="0" y="321"/>
                    </a:cubicBezTo>
                    <a:cubicBezTo>
                      <a:pt x="0" y="499"/>
                      <a:pt x="143" y="643"/>
                      <a:pt x="321" y="643"/>
                    </a:cubicBezTo>
                    <a:cubicBezTo>
                      <a:pt x="498" y="643"/>
                      <a:pt x="643" y="499"/>
                      <a:pt x="643" y="321"/>
                    </a:cubicBezTo>
                    <a:cubicBezTo>
                      <a:pt x="643" y="145"/>
                      <a:pt x="498"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1"/>
              <p:cNvSpPr/>
              <p:nvPr/>
            </p:nvSpPr>
            <p:spPr>
              <a:xfrm>
                <a:off x="1394350" y="2617850"/>
                <a:ext cx="15925" cy="14425"/>
              </a:xfrm>
              <a:custGeom>
                <a:rect b="b" l="l" r="r" t="t"/>
                <a:pathLst>
                  <a:path extrusionOk="0" h="577" w="637">
                    <a:moveTo>
                      <a:pt x="316" y="1"/>
                    </a:moveTo>
                    <a:cubicBezTo>
                      <a:pt x="159" y="1"/>
                      <a:pt x="28" y="114"/>
                      <a:pt x="0" y="263"/>
                    </a:cubicBezTo>
                    <a:lnTo>
                      <a:pt x="512" y="577"/>
                    </a:lnTo>
                    <a:cubicBezTo>
                      <a:pt x="588" y="518"/>
                      <a:pt x="637" y="425"/>
                      <a:pt x="637" y="322"/>
                    </a:cubicBezTo>
                    <a:cubicBezTo>
                      <a:pt x="637" y="144"/>
                      <a:pt x="494" y="1"/>
                      <a:pt x="3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1"/>
              <p:cNvSpPr/>
              <p:nvPr/>
            </p:nvSpPr>
            <p:spPr>
              <a:xfrm>
                <a:off x="1487375" y="2282325"/>
                <a:ext cx="16100" cy="16100"/>
              </a:xfrm>
              <a:custGeom>
                <a:rect b="b" l="l" r="r" t="t"/>
                <a:pathLst>
                  <a:path extrusionOk="0" h="644" w="644">
                    <a:moveTo>
                      <a:pt x="321" y="1"/>
                    </a:moveTo>
                    <a:cubicBezTo>
                      <a:pt x="144" y="1"/>
                      <a:pt x="1" y="144"/>
                      <a:pt x="1" y="322"/>
                    </a:cubicBezTo>
                    <a:cubicBezTo>
                      <a:pt x="1" y="499"/>
                      <a:pt x="144" y="644"/>
                      <a:pt x="321" y="644"/>
                    </a:cubicBezTo>
                    <a:cubicBezTo>
                      <a:pt x="499" y="644"/>
                      <a:pt x="643" y="499"/>
                      <a:pt x="643" y="322"/>
                    </a:cubicBezTo>
                    <a:cubicBezTo>
                      <a:pt x="643"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1"/>
              <p:cNvSpPr/>
              <p:nvPr/>
            </p:nvSpPr>
            <p:spPr>
              <a:xfrm>
                <a:off x="1487375" y="2327075"/>
                <a:ext cx="16100" cy="16075"/>
              </a:xfrm>
              <a:custGeom>
                <a:rect b="b" l="l" r="r" t="t"/>
                <a:pathLst>
                  <a:path extrusionOk="0" h="643" w="644">
                    <a:moveTo>
                      <a:pt x="321" y="0"/>
                    </a:moveTo>
                    <a:cubicBezTo>
                      <a:pt x="144" y="0"/>
                      <a:pt x="1" y="144"/>
                      <a:pt x="1" y="321"/>
                    </a:cubicBezTo>
                    <a:cubicBezTo>
                      <a:pt x="1" y="499"/>
                      <a:pt x="144" y="642"/>
                      <a:pt x="321" y="642"/>
                    </a:cubicBezTo>
                    <a:cubicBezTo>
                      <a:pt x="499" y="642"/>
                      <a:pt x="643" y="499"/>
                      <a:pt x="643" y="321"/>
                    </a:cubicBezTo>
                    <a:cubicBezTo>
                      <a:pt x="643" y="144"/>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1"/>
              <p:cNvSpPr/>
              <p:nvPr/>
            </p:nvSpPr>
            <p:spPr>
              <a:xfrm>
                <a:off x="1487375" y="2371800"/>
                <a:ext cx="16100" cy="16075"/>
              </a:xfrm>
              <a:custGeom>
                <a:rect b="b" l="l" r="r" t="t"/>
                <a:pathLst>
                  <a:path extrusionOk="0" h="643" w="644">
                    <a:moveTo>
                      <a:pt x="321" y="1"/>
                    </a:moveTo>
                    <a:cubicBezTo>
                      <a:pt x="144" y="1"/>
                      <a:pt x="1" y="144"/>
                      <a:pt x="1" y="322"/>
                    </a:cubicBezTo>
                    <a:cubicBezTo>
                      <a:pt x="1" y="499"/>
                      <a:pt x="144" y="643"/>
                      <a:pt x="321" y="643"/>
                    </a:cubicBezTo>
                    <a:cubicBezTo>
                      <a:pt x="499" y="643"/>
                      <a:pt x="643" y="499"/>
                      <a:pt x="643" y="322"/>
                    </a:cubicBezTo>
                    <a:cubicBezTo>
                      <a:pt x="643"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1"/>
              <p:cNvSpPr/>
              <p:nvPr/>
            </p:nvSpPr>
            <p:spPr>
              <a:xfrm>
                <a:off x="1487375" y="2416525"/>
                <a:ext cx="16100" cy="16100"/>
              </a:xfrm>
              <a:custGeom>
                <a:rect b="b" l="l" r="r" t="t"/>
                <a:pathLst>
                  <a:path extrusionOk="0" h="644" w="644">
                    <a:moveTo>
                      <a:pt x="321" y="0"/>
                    </a:moveTo>
                    <a:cubicBezTo>
                      <a:pt x="144" y="0"/>
                      <a:pt x="1" y="145"/>
                      <a:pt x="1" y="322"/>
                    </a:cubicBezTo>
                    <a:cubicBezTo>
                      <a:pt x="1" y="499"/>
                      <a:pt x="144" y="643"/>
                      <a:pt x="321" y="643"/>
                    </a:cubicBezTo>
                    <a:cubicBezTo>
                      <a:pt x="499" y="643"/>
                      <a:pt x="643" y="499"/>
                      <a:pt x="643" y="322"/>
                    </a:cubicBezTo>
                    <a:cubicBezTo>
                      <a:pt x="643" y="145"/>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1"/>
              <p:cNvSpPr/>
              <p:nvPr/>
            </p:nvSpPr>
            <p:spPr>
              <a:xfrm>
                <a:off x="1487375" y="2461275"/>
                <a:ext cx="16100" cy="16100"/>
              </a:xfrm>
              <a:custGeom>
                <a:rect b="b" l="l" r="r" t="t"/>
                <a:pathLst>
                  <a:path extrusionOk="0" h="644" w="644">
                    <a:moveTo>
                      <a:pt x="321" y="1"/>
                    </a:moveTo>
                    <a:cubicBezTo>
                      <a:pt x="144" y="1"/>
                      <a:pt x="1" y="145"/>
                      <a:pt x="1" y="323"/>
                    </a:cubicBezTo>
                    <a:cubicBezTo>
                      <a:pt x="1" y="499"/>
                      <a:pt x="144" y="644"/>
                      <a:pt x="321" y="644"/>
                    </a:cubicBezTo>
                    <a:cubicBezTo>
                      <a:pt x="499" y="644"/>
                      <a:pt x="643" y="499"/>
                      <a:pt x="643" y="323"/>
                    </a:cubicBezTo>
                    <a:cubicBezTo>
                      <a:pt x="643" y="145"/>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1"/>
              <p:cNvSpPr/>
              <p:nvPr/>
            </p:nvSpPr>
            <p:spPr>
              <a:xfrm>
                <a:off x="1487375" y="2506025"/>
                <a:ext cx="16100" cy="16100"/>
              </a:xfrm>
              <a:custGeom>
                <a:rect b="b" l="l" r="r" t="t"/>
                <a:pathLst>
                  <a:path extrusionOk="0" h="644" w="644">
                    <a:moveTo>
                      <a:pt x="321" y="0"/>
                    </a:moveTo>
                    <a:cubicBezTo>
                      <a:pt x="144" y="0"/>
                      <a:pt x="1" y="144"/>
                      <a:pt x="1" y="321"/>
                    </a:cubicBezTo>
                    <a:cubicBezTo>
                      <a:pt x="1" y="499"/>
                      <a:pt x="144" y="643"/>
                      <a:pt x="321" y="643"/>
                    </a:cubicBezTo>
                    <a:cubicBezTo>
                      <a:pt x="499" y="643"/>
                      <a:pt x="643" y="499"/>
                      <a:pt x="643" y="321"/>
                    </a:cubicBezTo>
                    <a:cubicBezTo>
                      <a:pt x="643" y="144"/>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1"/>
              <p:cNvSpPr/>
              <p:nvPr/>
            </p:nvSpPr>
            <p:spPr>
              <a:xfrm>
                <a:off x="1487375" y="2550750"/>
                <a:ext cx="16100" cy="16075"/>
              </a:xfrm>
              <a:custGeom>
                <a:rect b="b" l="l" r="r" t="t"/>
                <a:pathLst>
                  <a:path extrusionOk="0" h="643" w="644">
                    <a:moveTo>
                      <a:pt x="321" y="1"/>
                    </a:moveTo>
                    <a:cubicBezTo>
                      <a:pt x="144" y="1"/>
                      <a:pt x="1" y="144"/>
                      <a:pt x="1" y="322"/>
                    </a:cubicBezTo>
                    <a:cubicBezTo>
                      <a:pt x="1" y="499"/>
                      <a:pt x="144" y="643"/>
                      <a:pt x="321" y="643"/>
                    </a:cubicBezTo>
                    <a:cubicBezTo>
                      <a:pt x="499" y="643"/>
                      <a:pt x="643" y="499"/>
                      <a:pt x="643" y="322"/>
                    </a:cubicBezTo>
                    <a:cubicBezTo>
                      <a:pt x="643"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1"/>
              <p:cNvSpPr/>
              <p:nvPr/>
            </p:nvSpPr>
            <p:spPr>
              <a:xfrm>
                <a:off x="1487375" y="2595500"/>
                <a:ext cx="16100" cy="16075"/>
              </a:xfrm>
              <a:custGeom>
                <a:rect b="b" l="l" r="r" t="t"/>
                <a:pathLst>
                  <a:path extrusionOk="0" h="643" w="644">
                    <a:moveTo>
                      <a:pt x="321" y="0"/>
                    </a:moveTo>
                    <a:cubicBezTo>
                      <a:pt x="144" y="0"/>
                      <a:pt x="1" y="144"/>
                      <a:pt x="1" y="321"/>
                    </a:cubicBezTo>
                    <a:cubicBezTo>
                      <a:pt x="1" y="499"/>
                      <a:pt x="144" y="642"/>
                      <a:pt x="321" y="642"/>
                    </a:cubicBezTo>
                    <a:cubicBezTo>
                      <a:pt x="499" y="642"/>
                      <a:pt x="643" y="499"/>
                      <a:pt x="643" y="321"/>
                    </a:cubicBezTo>
                    <a:cubicBezTo>
                      <a:pt x="643" y="144"/>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1"/>
              <p:cNvSpPr/>
              <p:nvPr/>
            </p:nvSpPr>
            <p:spPr>
              <a:xfrm>
                <a:off x="1487600" y="2640225"/>
                <a:ext cx="14375" cy="6275"/>
              </a:xfrm>
              <a:custGeom>
                <a:rect b="b" l="l" r="r" t="t"/>
                <a:pathLst>
                  <a:path extrusionOk="0" h="251" w="575">
                    <a:moveTo>
                      <a:pt x="312" y="1"/>
                    </a:moveTo>
                    <a:cubicBezTo>
                      <a:pt x="161" y="1"/>
                      <a:pt x="33" y="108"/>
                      <a:pt x="1" y="250"/>
                    </a:cubicBezTo>
                    <a:cubicBezTo>
                      <a:pt x="196" y="222"/>
                      <a:pt x="388" y="184"/>
                      <a:pt x="575" y="136"/>
                    </a:cubicBezTo>
                    <a:cubicBezTo>
                      <a:pt x="517" y="54"/>
                      <a:pt x="421" y="2"/>
                      <a:pt x="3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1"/>
              <p:cNvSpPr/>
              <p:nvPr/>
            </p:nvSpPr>
            <p:spPr>
              <a:xfrm>
                <a:off x="1457000" y="2260150"/>
                <a:ext cx="16075" cy="15875"/>
              </a:xfrm>
              <a:custGeom>
                <a:rect b="b" l="l" r="r" t="t"/>
                <a:pathLst>
                  <a:path extrusionOk="0" h="635" w="643">
                    <a:moveTo>
                      <a:pt x="252" y="0"/>
                    </a:moveTo>
                    <a:cubicBezTo>
                      <a:pt x="109" y="31"/>
                      <a:pt x="1" y="160"/>
                      <a:pt x="1" y="314"/>
                    </a:cubicBezTo>
                    <a:cubicBezTo>
                      <a:pt x="1" y="492"/>
                      <a:pt x="145" y="635"/>
                      <a:pt x="322" y="635"/>
                    </a:cubicBezTo>
                    <a:cubicBezTo>
                      <a:pt x="499" y="635"/>
                      <a:pt x="643" y="491"/>
                      <a:pt x="643" y="314"/>
                    </a:cubicBezTo>
                    <a:cubicBezTo>
                      <a:pt x="643" y="160"/>
                      <a:pt x="535" y="31"/>
                      <a:pt x="3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1"/>
              <p:cNvSpPr/>
              <p:nvPr/>
            </p:nvSpPr>
            <p:spPr>
              <a:xfrm>
                <a:off x="1456975" y="2304675"/>
                <a:ext cx="16100" cy="16100"/>
              </a:xfrm>
              <a:custGeom>
                <a:rect b="b" l="l" r="r" t="t"/>
                <a:pathLst>
                  <a:path extrusionOk="0" h="644" w="644">
                    <a:moveTo>
                      <a:pt x="323" y="1"/>
                    </a:moveTo>
                    <a:cubicBezTo>
                      <a:pt x="145" y="1"/>
                      <a:pt x="1" y="145"/>
                      <a:pt x="1" y="321"/>
                    </a:cubicBezTo>
                    <a:cubicBezTo>
                      <a:pt x="1" y="499"/>
                      <a:pt x="145" y="643"/>
                      <a:pt x="323" y="643"/>
                    </a:cubicBezTo>
                    <a:cubicBezTo>
                      <a:pt x="500" y="643"/>
                      <a:pt x="644" y="499"/>
                      <a:pt x="644" y="321"/>
                    </a:cubicBezTo>
                    <a:cubicBezTo>
                      <a:pt x="644" y="145"/>
                      <a:pt x="50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1"/>
              <p:cNvSpPr/>
              <p:nvPr/>
            </p:nvSpPr>
            <p:spPr>
              <a:xfrm>
                <a:off x="1456975" y="2349425"/>
                <a:ext cx="16100" cy="16075"/>
              </a:xfrm>
              <a:custGeom>
                <a:rect b="b" l="l" r="r" t="t"/>
                <a:pathLst>
                  <a:path extrusionOk="0" h="643" w="644">
                    <a:moveTo>
                      <a:pt x="323" y="0"/>
                    </a:moveTo>
                    <a:cubicBezTo>
                      <a:pt x="145" y="0"/>
                      <a:pt x="1" y="143"/>
                      <a:pt x="1" y="321"/>
                    </a:cubicBezTo>
                    <a:cubicBezTo>
                      <a:pt x="1" y="498"/>
                      <a:pt x="145" y="643"/>
                      <a:pt x="323" y="643"/>
                    </a:cubicBezTo>
                    <a:cubicBezTo>
                      <a:pt x="500" y="643"/>
                      <a:pt x="644" y="498"/>
                      <a:pt x="644" y="321"/>
                    </a:cubicBezTo>
                    <a:cubicBezTo>
                      <a:pt x="644" y="143"/>
                      <a:pt x="500"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1"/>
              <p:cNvSpPr/>
              <p:nvPr/>
            </p:nvSpPr>
            <p:spPr>
              <a:xfrm>
                <a:off x="1456975" y="2394175"/>
                <a:ext cx="16100" cy="16075"/>
              </a:xfrm>
              <a:custGeom>
                <a:rect b="b" l="l" r="r" t="t"/>
                <a:pathLst>
                  <a:path extrusionOk="0" h="643" w="644">
                    <a:moveTo>
                      <a:pt x="323" y="1"/>
                    </a:moveTo>
                    <a:cubicBezTo>
                      <a:pt x="145" y="1"/>
                      <a:pt x="1" y="144"/>
                      <a:pt x="1" y="321"/>
                    </a:cubicBezTo>
                    <a:cubicBezTo>
                      <a:pt x="1" y="499"/>
                      <a:pt x="145" y="642"/>
                      <a:pt x="323" y="642"/>
                    </a:cubicBezTo>
                    <a:cubicBezTo>
                      <a:pt x="500" y="642"/>
                      <a:pt x="644" y="499"/>
                      <a:pt x="644" y="321"/>
                    </a:cubicBezTo>
                    <a:cubicBezTo>
                      <a:pt x="644" y="144"/>
                      <a:pt x="50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1"/>
              <p:cNvSpPr/>
              <p:nvPr/>
            </p:nvSpPr>
            <p:spPr>
              <a:xfrm>
                <a:off x="1456975" y="2438925"/>
                <a:ext cx="16100" cy="16050"/>
              </a:xfrm>
              <a:custGeom>
                <a:rect b="b" l="l" r="r" t="t"/>
                <a:pathLst>
                  <a:path extrusionOk="0" h="642" w="644">
                    <a:moveTo>
                      <a:pt x="323" y="0"/>
                    </a:moveTo>
                    <a:cubicBezTo>
                      <a:pt x="145" y="0"/>
                      <a:pt x="1" y="143"/>
                      <a:pt x="1" y="321"/>
                    </a:cubicBezTo>
                    <a:cubicBezTo>
                      <a:pt x="1" y="498"/>
                      <a:pt x="145" y="642"/>
                      <a:pt x="323" y="642"/>
                    </a:cubicBezTo>
                    <a:cubicBezTo>
                      <a:pt x="500" y="642"/>
                      <a:pt x="644" y="498"/>
                      <a:pt x="644" y="321"/>
                    </a:cubicBezTo>
                    <a:cubicBezTo>
                      <a:pt x="644" y="143"/>
                      <a:pt x="500"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1"/>
              <p:cNvSpPr/>
              <p:nvPr/>
            </p:nvSpPr>
            <p:spPr>
              <a:xfrm>
                <a:off x="1456975" y="2483625"/>
                <a:ext cx="16100" cy="16100"/>
              </a:xfrm>
              <a:custGeom>
                <a:rect b="b" l="l" r="r" t="t"/>
                <a:pathLst>
                  <a:path extrusionOk="0" h="644" w="644">
                    <a:moveTo>
                      <a:pt x="323" y="0"/>
                    </a:moveTo>
                    <a:cubicBezTo>
                      <a:pt x="145" y="0"/>
                      <a:pt x="1" y="145"/>
                      <a:pt x="1" y="322"/>
                    </a:cubicBezTo>
                    <a:cubicBezTo>
                      <a:pt x="1" y="500"/>
                      <a:pt x="145" y="643"/>
                      <a:pt x="323" y="643"/>
                    </a:cubicBezTo>
                    <a:cubicBezTo>
                      <a:pt x="500" y="643"/>
                      <a:pt x="644" y="500"/>
                      <a:pt x="644" y="322"/>
                    </a:cubicBezTo>
                    <a:cubicBezTo>
                      <a:pt x="644" y="145"/>
                      <a:pt x="500"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1"/>
              <p:cNvSpPr/>
              <p:nvPr/>
            </p:nvSpPr>
            <p:spPr>
              <a:xfrm>
                <a:off x="1456975" y="2528350"/>
                <a:ext cx="16100" cy="16100"/>
              </a:xfrm>
              <a:custGeom>
                <a:rect b="b" l="l" r="r" t="t"/>
                <a:pathLst>
                  <a:path extrusionOk="0" h="644" w="644">
                    <a:moveTo>
                      <a:pt x="323" y="1"/>
                    </a:moveTo>
                    <a:cubicBezTo>
                      <a:pt x="145" y="1"/>
                      <a:pt x="1" y="145"/>
                      <a:pt x="1" y="323"/>
                    </a:cubicBezTo>
                    <a:cubicBezTo>
                      <a:pt x="1" y="499"/>
                      <a:pt x="145" y="644"/>
                      <a:pt x="323" y="644"/>
                    </a:cubicBezTo>
                    <a:cubicBezTo>
                      <a:pt x="500" y="644"/>
                      <a:pt x="644" y="499"/>
                      <a:pt x="644" y="323"/>
                    </a:cubicBezTo>
                    <a:cubicBezTo>
                      <a:pt x="644" y="145"/>
                      <a:pt x="50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1"/>
              <p:cNvSpPr/>
              <p:nvPr/>
            </p:nvSpPr>
            <p:spPr>
              <a:xfrm>
                <a:off x="1456975" y="2573125"/>
                <a:ext cx="16100" cy="16100"/>
              </a:xfrm>
              <a:custGeom>
                <a:rect b="b" l="l" r="r" t="t"/>
                <a:pathLst>
                  <a:path extrusionOk="0" h="644" w="644">
                    <a:moveTo>
                      <a:pt x="323" y="0"/>
                    </a:moveTo>
                    <a:cubicBezTo>
                      <a:pt x="145" y="0"/>
                      <a:pt x="1" y="145"/>
                      <a:pt x="1" y="321"/>
                    </a:cubicBezTo>
                    <a:cubicBezTo>
                      <a:pt x="1" y="499"/>
                      <a:pt x="145" y="643"/>
                      <a:pt x="323" y="643"/>
                    </a:cubicBezTo>
                    <a:cubicBezTo>
                      <a:pt x="500" y="643"/>
                      <a:pt x="644" y="499"/>
                      <a:pt x="644" y="321"/>
                    </a:cubicBezTo>
                    <a:cubicBezTo>
                      <a:pt x="644" y="145"/>
                      <a:pt x="500"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1"/>
              <p:cNvSpPr/>
              <p:nvPr/>
            </p:nvSpPr>
            <p:spPr>
              <a:xfrm>
                <a:off x="1456975" y="2617850"/>
                <a:ext cx="16100" cy="16075"/>
              </a:xfrm>
              <a:custGeom>
                <a:rect b="b" l="l" r="r" t="t"/>
                <a:pathLst>
                  <a:path extrusionOk="0" h="643" w="644">
                    <a:moveTo>
                      <a:pt x="323" y="1"/>
                    </a:moveTo>
                    <a:cubicBezTo>
                      <a:pt x="145" y="1"/>
                      <a:pt x="1" y="144"/>
                      <a:pt x="1" y="322"/>
                    </a:cubicBezTo>
                    <a:cubicBezTo>
                      <a:pt x="1" y="499"/>
                      <a:pt x="145" y="643"/>
                      <a:pt x="323" y="643"/>
                    </a:cubicBezTo>
                    <a:cubicBezTo>
                      <a:pt x="500" y="643"/>
                      <a:pt x="644" y="499"/>
                      <a:pt x="644" y="322"/>
                    </a:cubicBezTo>
                    <a:cubicBezTo>
                      <a:pt x="644" y="144"/>
                      <a:pt x="50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1"/>
              <p:cNvSpPr/>
              <p:nvPr/>
            </p:nvSpPr>
            <p:spPr>
              <a:xfrm>
                <a:off x="1550175" y="2282325"/>
                <a:ext cx="16075" cy="16100"/>
              </a:xfrm>
              <a:custGeom>
                <a:rect b="b" l="l" r="r" t="t"/>
                <a:pathLst>
                  <a:path extrusionOk="0" h="644" w="643">
                    <a:moveTo>
                      <a:pt x="321" y="1"/>
                    </a:moveTo>
                    <a:cubicBezTo>
                      <a:pt x="144" y="1"/>
                      <a:pt x="0" y="144"/>
                      <a:pt x="0" y="322"/>
                    </a:cubicBezTo>
                    <a:cubicBezTo>
                      <a:pt x="0" y="499"/>
                      <a:pt x="144" y="644"/>
                      <a:pt x="321" y="644"/>
                    </a:cubicBezTo>
                    <a:cubicBezTo>
                      <a:pt x="499" y="644"/>
                      <a:pt x="642" y="499"/>
                      <a:pt x="642" y="322"/>
                    </a:cubicBezTo>
                    <a:cubicBezTo>
                      <a:pt x="642"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1"/>
              <p:cNvSpPr/>
              <p:nvPr/>
            </p:nvSpPr>
            <p:spPr>
              <a:xfrm>
                <a:off x="1550175" y="2327075"/>
                <a:ext cx="16075" cy="16075"/>
              </a:xfrm>
              <a:custGeom>
                <a:rect b="b" l="l" r="r" t="t"/>
                <a:pathLst>
                  <a:path extrusionOk="0" h="643" w="643">
                    <a:moveTo>
                      <a:pt x="321" y="0"/>
                    </a:moveTo>
                    <a:cubicBezTo>
                      <a:pt x="144" y="0"/>
                      <a:pt x="0" y="144"/>
                      <a:pt x="0" y="321"/>
                    </a:cubicBezTo>
                    <a:cubicBezTo>
                      <a:pt x="0" y="499"/>
                      <a:pt x="144" y="642"/>
                      <a:pt x="321" y="642"/>
                    </a:cubicBezTo>
                    <a:cubicBezTo>
                      <a:pt x="499" y="642"/>
                      <a:pt x="642" y="499"/>
                      <a:pt x="642" y="321"/>
                    </a:cubicBezTo>
                    <a:cubicBezTo>
                      <a:pt x="642" y="144"/>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1"/>
              <p:cNvSpPr/>
              <p:nvPr/>
            </p:nvSpPr>
            <p:spPr>
              <a:xfrm>
                <a:off x="1550175" y="2371800"/>
                <a:ext cx="16075" cy="16075"/>
              </a:xfrm>
              <a:custGeom>
                <a:rect b="b" l="l" r="r" t="t"/>
                <a:pathLst>
                  <a:path extrusionOk="0" h="643" w="643">
                    <a:moveTo>
                      <a:pt x="321" y="1"/>
                    </a:moveTo>
                    <a:cubicBezTo>
                      <a:pt x="144" y="1"/>
                      <a:pt x="0" y="144"/>
                      <a:pt x="0" y="322"/>
                    </a:cubicBezTo>
                    <a:cubicBezTo>
                      <a:pt x="0" y="499"/>
                      <a:pt x="144" y="643"/>
                      <a:pt x="321" y="643"/>
                    </a:cubicBezTo>
                    <a:cubicBezTo>
                      <a:pt x="499" y="643"/>
                      <a:pt x="642" y="499"/>
                      <a:pt x="642" y="322"/>
                    </a:cubicBezTo>
                    <a:cubicBezTo>
                      <a:pt x="642"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1"/>
              <p:cNvSpPr/>
              <p:nvPr/>
            </p:nvSpPr>
            <p:spPr>
              <a:xfrm>
                <a:off x="1550175" y="2416525"/>
                <a:ext cx="16075" cy="16100"/>
              </a:xfrm>
              <a:custGeom>
                <a:rect b="b" l="l" r="r" t="t"/>
                <a:pathLst>
                  <a:path extrusionOk="0" h="644" w="643">
                    <a:moveTo>
                      <a:pt x="321" y="0"/>
                    </a:moveTo>
                    <a:cubicBezTo>
                      <a:pt x="144" y="0"/>
                      <a:pt x="0" y="145"/>
                      <a:pt x="0" y="322"/>
                    </a:cubicBezTo>
                    <a:cubicBezTo>
                      <a:pt x="0" y="499"/>
                      <a:pt x="144" y="643"/>
                      <a:pt x="321" y="643"/>
                    </a:cubicBezTo>
                    <a:cubicBezTo>
                      <a:pt x="499" y="643"/>
                      <a:pt x="642" y="499"/>
                      <a:pt x="642" y="322"/>
                    </a:cubicBezTo>
                    <a:cubicBezTo>
                      <a:pt x="642" y="145"/>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1"/>
              <p:cNvSpPr/>
              <p:nvPr/>
            </p:nvSpPr>
            <p:spPr>
              <a:xfrm>
                <a:off x="1550175" y="2461275"/>
                <a:ext cx="16075" cy="16100"/>
              </a:xfrm>
              <a:custGeom>
                <a:rect b="b" l="l" r="r" t="t"/>
                <a:pathLst>
                  <a:path extrusionOk="0" h="644" w="643">
                    <a:moveTo>
                      <a:pt x="321" y="1"/>
                    </a:moveTo>
                    <a:cubicBezTo>
                      <a:pt x="144" y="1"/>
                      <a:pt x="0" y="145"/>
                      <a:pt x="0" y="323"/>
                    </a:cubicBezTo>
                    <a:cubicBezTo>
                      <a:pt x="0" y="499"/>
                      <a:pt x="144" y="644"/>
                      <a:pt x="321" y="644"/>
                    </a:cubicBezTo>
                    <a:cubicBezTo>
                      <a:pt x="499" y="644"/>
                      <a:pt x="642" y="499"/>
                      <a:pt x="642" y="323"/>
                    </a:cubicBezTo>
                    <a:cubicBezTo>
                      <a:pt x="642" y="145"/>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1"/>
              <p:cNvSpPr/>
              <p:nvPr/>
            </p:nvSpPr>
            <p:spPr>
              <a:xfrm>
                <a:off x="1550175" y="2506025"/>
                <a:ext cx="16075" cy="16100"/>
              </a:xfrm>
              <a:custGeom>
                <a:rect b="b" l="l" r="r" t="t"/>
                <a:pathLst>
                  <a:path extrusionOk="0" h="644" w="643">
                    <a:moveTo>
                      <a:pt x="321" y="0"/>
                    </a:moveTo>
                    <a:cubicBezTo>
                      <a:pt x="144" y="0"/>
                      <a:pt x="0" y="144"/>
                      <a:pt x="0" y="321"/>
                    </a:cubicBezTo>
                    <a:cubicBezTo>
                      <a:pt x="0" y="499"/>
                      <a:pt x="144" y="643"/>
                      <a:pt x="321" y="643"/>
                    </a:cubicBezTo>
                    <a:cubicBezTo>
                      <a:pt x="499" y="643"/>
                      <a:pt x="642" y="499"/>
                      <a:pt x="642" y="321"/>
                    </a:cubicBezTo>
                    <a:cubicBezTo>
                      <a:pt x="642" y="144"/>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1"/>
              <p:cNvSpPr/>
              <p:nvPr/>
            </p:nvSpPr>
            <p:spPr>
              <a:xfrm>
                <a:off x="1550175" y="2550750"/>
                <a:ext cx="16075" cy="16075"/>
              </a:xfrm>
              <a:custGeom>
                <a:rect b="b" l="l" r="r" t="t"/>
                <a:pathLst>
                  <a:path extrusionOk="0" h="643" w="643">
                    <a:moveTo>
                      <a:pt x="321" y="1"/>
                    </a:moveTo>
                    <a:cubicBezTo>
                      <a:pt x="144" y="1"/>
                      <a:pt x="0" y="144"/>
                      <a:pt x="0" y="322"/>
                    </a:cubicBezTo>
                    <a:cubicBezTo>
                      <a:pt x="0" y="499"/>
                      <a:pt x="144" y="643"/>
                      <a:pt x="321" y="643"/>
                    </a:cubicBezTo>
                    <a:cubicBezTo>
                      <a:pt x="499" y="643"/>
                      <a:pt x="642" y="499"/>
                      <a:pt x="642" y="322"/>
                    </a:cubicBezTo>
                    <a:cubicBezTo>
                      <a:pt x="642"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1"/>
              <p:cNvSpPr/>
              <p:nvPr/>
            </p:nvSpPr>
            <p:spPr>
              <a:xfrm>
                <a:off x="1550200" y="2595500"/>
                <a:ext cx="16050" cy="16075"/>
              </a:xfrm>
              <a:custGeom>
                <a:rect b="b" l="l" r="r" t="t"/>
                <a:pathLst>
                  <a:path extrusionOk="0" h="643" w="642">
                    <a:moveTo>
                      <a:pt x="321" y="0"/>
                    </a:moveTo>
                    <a:cubicBezTo>
                      <a:pt x="144" y="0"/>
                      <a:pt x="0" y="145"/>
                      <a:pt x="0" y="321"/>
                    </a:cubicBezTo>
                    <a:cubicBezTo>
                      <a:pt x="0" y="499"/>
                      <a:pt x="145" y="642"/>
                      <a:pt x="321" y="642"/>
                    </a:cubicBezTo>
                    <a:cubicBezTo>
                      <a:pt x="342" y="642"/>
                      <a:pt x="363" y="640"/>
                      <a:pt x="382" y="636"/>
                    </a:cubicBezTo>
                    <a:cubicBezTo>
                      <a:pt x="470" y="552"/>
                      <a:pt x="555" y="465"/>
                      <a:pt x="637" y="374"/>
                    </a:cubicBezTo>
                    <a:cubicBezTo>
                      <a:pt x="640" y="357"/>
                      <a:pt x="641" y="339"/>
                      <a:pt x="641" y="321"/>
                    </a:cubicBezTo>
                    <a:cubicBezTo>
                      <a:pt x="641" y="145"/>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1"/>
              <p:cNvSpPr/>
              <p:nvPr/>
            </p:nvSpPr>
            <p:spPr>
              <a:xfrm>
                <a:off x="1519775" y="2260150"/>
                <a:ext cx="16100" cy="15875"/>
              </a:xfrm>
              <a:custGeom>
                <a:rect b="b" l="l" r="r" t="t"/>
                <a:pathLst>
                  <a:path extrusionOk="0" h="635" w="644">
                    <a:moveTo>
                      <a:pt x="252" y="0"/>
                    </a:moveTo>
                    <a:cubicBezTo>
                      <a:pt x="109" y="31"/>
                      <a:pt x="1" y="160"/>
                      <a:pt x="1" y="314"/>
                    </a:cubicBezTo>
                    <a:cubicBezTo>
                      <a:pt x="1" y="492"/>
                      <a:pt x="145" y="635"/>
                      <a:pt x="323" y="635"/>
                    </a:cubicBezTo>
                    <a:cubicBezTo>
                      <a:pt x="500" y="635"/>
                      <a:pt x="644" y="491"/>
                      <a:pt x="644" y="314"/>
                    </a:cubicBezTo>
                    <a:cubicBezTo>
                      <a:pt x="644" y="160"/>
                      <a:pt x="535" y="31"/>
                      <a:pt x="3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1"/>
              <p:cNvSpPr/>
              <p:nvPr/>
            </p:nvSpPr>
            <p:spPr>
              <a:xfrm>
                <a:off x="1519775" y="2304675"/>
                <a:ext cx="16100" cy="16100"/>
              </a:xfrm>
              <a:custGeom>
                <a:rect b="b" l="l" r="r" t="t"/>
                <a:pathLst>
                  <a:path extrusionOk="0" h="644" w="644">
                    <a:moveTo>
                      <a:pt x="323" y="1"/>
                    </a:moveTo>
                    <a:cubicBezTo>
                      <a:pt x="145" y="1"/>
                      <a:pt x="1" y="145"/>
                      <a:pt x="1" y="321"/>
                    </a:cubicBezTo>
                    <a:cubicBezTo>
                      <a:pt x="1" y="499"/>
                      <a:pt x="145" y="643"/>
                      <a:pt x="323" y="643"/>
                    </a:cubicBezTo>
                    <a:cubicBezTo>
                      <a:pt x="499" y="643"/>
                      <a:pt x="644" y="499"/>
                      <a:pt x="644" y="321"/>
                    </a:cubicBezTo>
                    <a:cubicBezTo>
                      <a:pt x="644" y="145"/>
                      <a:pt x="499"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1"/>
              <p:cNvSpPr/>
              <p:nvPr/>
            </p:nvSpPr>
            <p:spPr>
              <a:xfrm>
                <a:off x="1519775" y="2349425"/>
                <a:ext cx="16100" cy="16075"/>
              </a:xfrm>
              <a:custGeom>
                <a:rect b="b" l="l" r="r" t="t"/>
                <a:pathLst>
                  <a:path extrusionOk="0" h="643" w="644">
                    <a:moveTo>
                      <a:pt x="323" y="0"/>
                    </a:moveTo>
                    <a:cubicBezTo>
                      <a:pt x="145" y="0"/>
                      <a:pt x="1" y="143"/>
                      <a:pt x="1" y="321"/>
                    </a:cubicBezTo>
                    <a:cubicBezTo>
                      <a:pt x="1" y="498"/>
                      <a:pt x="145" y="643"/>
                      <a:pt x="323" y="643"/>
                    </a:cubicBezTo>
                    <a:cubicBezTo>
                      <a:pt x="499" y="643"/>
                      <a:pt x="644" y="498"/>
                      <a:pt x="644" y="321"/>
                    </a:cubicBezTo>
                    <a:cubicBezTo>
                      <a:pt x="644" y="143"/>
                      <a:pt x="49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1"/>
              <p:cNvSpPr/>
              <p:nvPr/>
            </p:nvSpPr>
            <p:spPr>
              <a:xfrm>
                <a:off x="1519775" y="2394175"/>
                <a:ext cx="16100" cy="16075"/>
              </a:xfrm>
              <a:custGeom>
                <a:rect b="b" l="l" r="r" t="t"/>
                <a:pathLst>
                  <a:path extrusionOk="0" h="643" w="644">
                    <a:moveTo>
                      <a:pt x="323" y="1"/>
                    </a:moveTo>
                    <a:cubicBezTo>
                      <a:pt x="145" y="1"/>
                      <a:pt x="1" y="144"/>
                      <a:pt x="1" y="321"/>
                    </a:cubicBezTo>
                    <a:cubicBezTo>
                      <a:pt x="1" y="499"/>
                      <a:pt x="145" y="642"/>
                      <a:pt x="323" y="642"/>
                    </a:cubicBezTo>
                    <a:cubicBezTo>
                      <a:pt x="499" y="642"/>
                      <a:pt x="644" y="499"/>
                      <a:pt x="644" y="321"/>
                    </a:cubicBezTo>
                    <a:cubicBezTo>
                      <a:pt x="644" y="144"/>
                      <a:pt x="499"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1"/>
              <p:cNvSpPr/>
              <p:nvPr/>
            </p:nvSpPr>
            <p:spPr>
              <a:xfrm>
                <a:off x="1519775" y="2438925"/>
                <a:ext cx="16100" cy="16050"/>
              </a:xfrm>
              <a:custGeom>
                <a:rect b="b" l="l" r="r" t="t"/>
                <a:pathLst>
                  <a:path extrusionOk="0" h="642" w="644">
                    <a:moveTo>
                      <a:pt x="323" y="0"/>
                    </a:moveTo>
                    <a:cubicBezTo>
                      <a:pt x="145" y="0"/>
                      <a:pt x="1" y="143"/>
                      <a:pt x="1" y="321"/>
                    </a:cubicBezTo>
                    <a:cubicBezTo>
                      <a:pt x="1" y="498"/>
                      <a:pt x="145" y="642"/>
                      <a:pt x="323" y="642"/>
                    </a:cubicBezTo>
                    <a:cubicBezTo>
                      <a:pt x="499" y="642"/>
                      <a:pt x="644" y="498"/>
                      <a:pt x="644" y="321"/>
                    </a:cubicBezTo>
                    <a:cubicBezTo>
                      <a:pt x="644" y="143"/>
                      <a:pt x="49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1"/>
              <p:cNvSpPr/>
              <p:nvPr/>
            </p:nvSpPr>
            <p:spPr>
              <a:xfrm>
                <a:off x="1519775" y="2483625"/>
                <a:ext cx="16100" cy="16100"/>
              </a:xfrm>
              <a:custGeom>
                <a:rect b="b" l="l" r="r" t="t"/>
                <a:pathLst>
                  <a:path extrusionOk="0" h="644" w="644">
                    <a:moveTo>
                      <a:pt x="323" y="0"/>
                    </a:moveTo>
                    <a:cubicBezTo>
                      <a:pt x="145" y="0"/>
                      <a:pt x="1" y="145"/>
                      <a:pt x="1" y="322"/>
                    </a:cubicBezTo>
                    <a:cubicBezTo>
                      <a:pt x="1" y="500"/>
                      <a:pt x="145" y="643"/>
                      <a:pt x="323" y="643"/>
                    </a:cubicBezTo>
                    <a:cubicBezTo>
                      <a:pt x="499" y="643"/>
                      <a:pt x="644" y="500"/>
                      <a:pt x="644" y="322"/>
                    </a:cubicBezTo>
                    <a:cubicBezTo>
                      <a:pt x="644" y="145"/>
                      <a:pt x="49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1"/>
              <p:cNvSpPr/>
              <p:nvPr/>
            </p:nvSpPr>
            <p:spPr>
              <a:xfrm>
                <a:off x="1519775" y="2528350"/>
                <a:ext cx="16100" cy="16100"/>
              </a:xfrm>
              <a:custGeom>
                <a:rect b="b" l="l" r="r" t="t"/>
                <a:pathLst>
                  <a:path extrusionOk="0" h="644" w="644">
                    <a:moveTo>
                      <a:pt x="323" y="1"/>
                    </a:moveTo>
                    <a:cubicBezTo>
                      <a:pt x="145" y="1"/>
                      <a:pt x="1" y="145"/>
                      <a:pt x="1" y="323"/>
                    </a:cubicBezTo>
                    <a:cubicBezTo>
                      <a:pt x="1" y="499"/>
                      <a:pt x="145" y="644"/>
                      <a:pt x="323" y="644"/>
                    </a:cubicBezTo>
                    <a:cubicBezTo>
                      <a:pt x="499" y="644"/>
                      <a:pt x="644" y="499"/>
                      <a:pt x="644" y="323"/>
                    </a:cubicBezTo>
                    <a:cubicBezTo>
                      <a:pt x="644" y="145"/>
                      <a:pt x="499"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1"/>
              <p:cNvSpPr/>
              <p:nvPr/>
            </p:nvSpPr>
            <p:spPr>
              <a:xfrm>
                <a:off x="1519775" y="2573125"/>
                <a:ext cx="16100" cy="16100"/>
              </a:xfrm>
              <a:custGeom>
                <a:rect b="b" l="l" r="r" t="t"/>
                <a:pathLst>
                  <a:path extrusionOk="0" h="644" w="644">
                    <a:moveTo>
                      <a:pt x="323" y="0"/>
                    </a:moveTo>
                    <a:cubicBezTo>
                      <a:pt x="145" y="0"/>
                      <a:pt x="1" y="145"/>
                      <a:pt x="1" y="321"/>
                    </a:cubicBezTo>
                    <a:cubicBezTo>
                      <a:pt x="1" y="499"/>
                      <a:pt x="145" y="643"/>
                      <a:pt x="323" y="643"/>
                    </a:cubicBezTo>
                    <a:cubicBezTo>
                      <a:pt x="499" y="643"/>
                      <a:pt x="644" y="499"/>
                      <a:pt x="644" y="321"/>
                    </a:cubicBezTo>
                    <a:cubicBezTo>
                      <a:pt x="644" y="145"/>
                      <a:pt x="49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1"/>
              <p:cNvSpPr/>
              <p:nvPr/>
            </p:nvSpPr>
            <p:spPr>
              <a:xfrm>
                <a:off x="1519775" y="2617850"/>
                <a:ext cx="16100" cy="16100"/>
              </a:xfrm>
              <a:custGeom>
                <a:rect b="b" l="l" r="r" t="t"/>
                <a:pathLst>
                  <a:path extrusionOk="0" h="644" w="644">
                    <a:moveTo>
                      <a:pt x="323" y="1"/>
                    </a:moveTo>
                    <a:cubicBezTo>
                      <a:pt x="144" y="1"/>
                      <a:pt x="1" y="144"/>
                      <a:pt x="1" y="322"/>
                    </a:cubicBezTo>
                    <a:cubicBezTo>
                      <a:pt x="1" y="499"/>
                      <a:pt x="144" y="642"/>
                      <a:pt x="321" y="644"/>
                    </a:cubicBezTo>
                    <a:lnTo>
                      <a:pt x="592" y="497"/>
                    </a:lnTo>
                    <a:cubicBezTo>
                      <a:pt x="624" y="448"/>
                      <a:pt x="644" y="387"/>
                      <a:pt x="644" y="322"/>
                    </a:cubicBezTo>
                    <a:cubicBezTo>
                      <a:pt x="644" y="144"/>
                      <a:pt x="50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1"/>
              <p:cNvSpPr/>
              <p:nvPr/>
            </p:nvSpPr>
            <p:spPr>
              <a:xfrm>
                <a:off x="1582575" y="2260150"/>
                <a:ext cx="16100" cy="15875"/>
              </a:xfrm>
              <a:custGeom>
                <a:rect b="b" l="l" r="r" t="t"/>
                <a:pathLst>
                  <a:path extrusionOk="0" h="635" w="644">
                    <a:moveTo>
                      <a:pt x="252" y="0"/>
                    </a:moveTo>
                    <a:cubicBezTo>
                      <a:pt x="109" y="31"/>
                      <a:pt x="1" y="160"/>
                      <a:pt x="1" y="314"/>
                    </a:cubicBezTo>
                    <a:cubicBezTo>
                      <a:pt x="1" y="492"/>
                      <a:pt x="144" y="635"/>
                      <a:pt x="322" y="635"/>
                    </a:cubicBezTo>
                    <a:cubicBezTo>
                      <a:pt x="500" y="635"/>
                      <a:pt x="643" y="491"/>
                      <a:pt x="643" y="314"/>
                    </a:cubicBezTo>
                    <a:cubicBezTo>
                      <a:pt x="643" y="160"/>
                      <a:pt x="535" y="31"/>
                      <a:pt x="3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1"/>
              <p:cNvSpPr/>
              <p:nvPr/>
            </p:nvSpPr>
            <p:spPr>
              <a:xfrm>
                <a:off x="1582575" y="2304675"/>
                <a:ext cx="16100" cy="16100"/>
              </a:xfrm>
              <a:custGeom>
                <a:rect b="b" l="l" r="r" t="t"/>
                <a:pathLst>
                  <a:path extrusionOk="0" h="644" w="644">
                    <a:moveTo>
                      <a:pt x="322" y="1"/>
                    </a:moveTo>
                    <a:cubicBezTo>
                      <a:pt x="144" y="1"/>
                      <a:pt x="1" y="145"/>
                      <a:pt x="1" y="321"/>
                    </a:cubicBezTo>
                    <a:cubicBezTo>
                      <a:pt x="1" y="499"/>
                      <a:pt x="144" y="643"/>
                      <a:pt x="322" y="643"/>
                    </a:cubicBezTo>
                    <a:cubicBezTo>
                      <a:pt x="499" y="643"/>
                      <a:pt x="643" y="499"/>
                      <a:pt x="643" y="321"/>
                    </a:cubicBezTo>
                    <a:cubicBezTo>
                      <a:pt x="643" y="145"/>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1"/>
              <p:cNvSpPr/>
              <p:nvPr/>
            </p:nvSpPr>
            <p:spPr>
              <a:xfrm>
                <a:off x="1582575" y="2349425"/>
                <a:ext cx="16100" cy="16075"/>
              </a:xfrm>
              <a:custGeom>
                <a:rect b="b" l="l" r="r" t="t"/>
                <a:pathLst>
                  <a:path extrusionOk="0" h="643" w="644">
                    <a:moveTo>
                      <a:pt x="322" y="0"/>
                    </a:moveTo>
                    <a:cubicBezTo>
                      <a:pt x="144" y="0"/>
                      <a:pt x="1" y="143"/>
                      <a:pt x="1" y="321"/>
                    </a:cubicBezTo>
                    <a:cubicBezTo>
                      <a:pt x="1" y="498"/>
                      <a:pt x="144" y="643"/>
                      <a:pt x="322" y="643"/>
                    </a:cubicBezTo>
                    <a:cubicBezTo>
                      <a:pt x="499" y="643"/>
                      <a:pt x="643" y="498"/>
                      <a:pt x="643" y="321"/>
                    </a:cubicBezTo>
                    <a:cubicBezTo>
                      <a:pt x="643" y="143"/>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1"/>
              <p:cNvSpPr/>
              <p:nvPr/>
            </p:nvSpPr>
            <p:spPr>
              <a:xfrm>
                <a:off x="1582575" y="2394175"/>
                <a:ext cx="16100" cy="16075"/>
              </a:xfrm>
              <a:custGeom>
                <a:rect b="b" l="l" r="r" t="t"/>
                <a:pathLst>
                  <a:path extrusionOk="0" h="643" w="644">
                    <a:moveTo>
                      <a:pt x="322" y="1"/>
                    </a:moveTo>
                    <a:cubicBezTo>
                      <a:pt x="144" y="1"/>
                      <a:pt x="1" y="144"/>
                      <a:pt x="1" y="321"/>
                    </a:cubicBezTo>
                    <a:cubicBezTo>
                      <a:pt x="1" y="499"/>
                      <a:pt x="144" y="642"/>
                      <a:pt x="322" y="642"/>
                    </a:cubicBezTo>
                    <a:cubicBezTo>
                      <a:pt x="499" y="642"/>
                      <a:pt x="643" y="499"/>
                      <a:pt x="643" y="321"/>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1"/>
              <p:cNvSpPr/>
              <p:nvPr/>
            </p:nvSpPr>
            <p:spPr>
              <a:xfrm>
                <a:off x="1582575" y="2438925"/>
                <a:ext cx="16100" cy="16050"/>
              </a:xfrm>
              <a:custGeom>
                <a:rect b="b" l="l" r="r" t="t"/>
                <a:pathLst>
                  <a:path extrusionOk="0" h="642" w="644">
                    <a:moveTo>
                      <a:pt x="322" y="0"/>
                    </a:moveTo>
                    <a:cubicBezTo>
                      <a:pt x="144" y="0"/>
                      <a:pt x="1" y="143"/>
                      <a:pt x="1" y="321"/>
                    </a:cubicBezTo>
                    <a:cubicBezTo>
                      <a:pt x="1" y="498"/>
                      <a:pt x="144" y="642"/>
                      <a:pt x="322" y="642"/>
                    </a:cubicBezTo>
                    <a:cubicBezTo>
                      <a:pt x="499" y="642"/>
                      <a:pt x="643" y="498"/>
                      <a:pt x="643" y="321"/>
                    </a:cubicBezTo>
                    <a:cubicBezTo>
                      <a:pt x="643" y="143"/>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1"/>
              <p:cNvSpPr/>
              <p:nvPr/>
            </p:nvSpPr>
            <p:spPr>
              <a:xfrm>
                <a:off x="1582575" y="2483625"/>
                <a:ext cx="16100" cy="16100"/>
              </a:xfrm>
              <a:custGeom>
                <a:rect b="b" l="l" r="r" t="t"/>
                <a:pathLst>
                  <a:path extrusionOk="0" h="644" w="644">
                    <a:moveTo>
                      <a:pt x="322" y="0"/>
                    </a:moveTo>
                    <a:cubicBezTo>
                      <a:pt x="144" y="0"/>
                      <a:pt x="1" y="145"/>
                      <a:pt x="1" y="322"/>
                    </a:cubicBezTo>
                    <a:cubicBezTo>
                      <a:pt x="1" y="500"/>
                      <a:pt x="144" y="643"/>
                      <a:pt x="322" y="643"/>
                    </a:cubicBezTo>
                    <a:cubicBezTo>
                      <a:pt x="499" y="643"/>
                      <a:pt x="643" y="500"/>
                      <a:pt x="643" y="322"/>
                    </a:cubicBezTo>
                    <a:cubicBezTo>
                      <a:pt x="643" y="145"/>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1"/>
              <p:cNvSpPr/>
              <p:nvPr/>
            </p:nvSpPr>
            <p:spPr>
              <a:xfrm>
                <a:off x="1582575" y="2528350"/>
                <a:ext cx="16100" cy="16100"/>
              </a:xfrm>
              <a:custGeom>
                <a:rect b="b" l="l" r="r" t="t"/>
                <a:pathLst>
                  <a:path extrusionOk="0" h="644" w="644">
                    <a:moveTo>
                      <a:pt x="322" y="1"/>
                    </a:moveTo>
                    <a:cubicBezTo>
                      <a:pt x="144" y="1"/>
                      <a:pt x="1" y="145"/>
                      <a:pt x="1" y="323"/>
                    </a:cubicBezTo>
                    <a:cubicBezTo>
                      <a:pt x="1" y="499"/>
                      <a:pt x="144" y="644"/>
                      <a:pt x="322" y="644"/>
                    </a:cubicBezTo>
                    <a:cubicBezTo>
                      <a:pt x="499" y="644"/>
                      <a:pt x="643" y="499"/>
                      <a:pt x="643" y="323"/>
                    </a:cubicBezTo>
                    <a:cubicBezTo>
                      <a:pt x="643" y="145"/>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1"/>
              <p:cNvSpPr/>
              <p:nvPr/>
            </p:nvSpPr>
            <p:spPr>
              <a:xfrm>
                <a:off x="1582575" y="2573950"/>
                <a:ext cx="4550" cy="8350"/>
              </a:xfrm>
              <a:custGeom>
                <a:rect b="b" l="l" r="r" t="t"/>
                <a:pathLst>
                  <a:path extrusionOk="0" h="334" w="182">
                    <a:moveTo>
                      <a:pt x="181" y="0"/>
                    </a:moveTo>
                    <a:cubicBezTo>
                      <a:pt x="74" y="52"/>
                      <a:pt x="1" y="161"/>
                      <a:pt x="1" y="288"/>
                    </a:cubicBezTo>
                    <a:cubicBezTo>
                      <a:pt x="1" y="304"/>
                      <a:pt x="1" y="319"/>
                      <a:pt x="4" y="334"/>
                    </a:cubicBezTo>
                    <a:cubicBezTo>
                      <a:pt x="67" y="224"/>
                      <a:pt x="125" y="114"/>
                      <a:pt x="1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69" name="Google Shape;5569;p71"/>
          <p:cNvGrpSpPr/>
          <p:nvPr/>
        </p:nvGrpSpPr>
        <p:grpSpPr>
          <a:xfrm>
            <a:off x="7620259" y="4324790"/>
            <a:ext cx="1225636" cy="611471"/>
            <a:chOff x="2247984" y="1458613"/>
            <a:chExt cx="416741" cy="207913"/>
          </a:xfrm>
        </p:grpSpPr>
        <p:sp>
          <p:nvSpPr>
            <p:cNvPr id="5570" name="Google Shape;5570;p71"/>
            <p:cNvSpPr/>
            <p:nvPr/>
          </p:nvSpPr>
          <p:spPr>
            <a:xfrm>
              <a:off x="2247984" y="1458613"/>
              <a:ext cx="416475" cy="205125"/>
            </a:xfrm>
            <a:custGeom>
              <a:rect b="b" l="l" r="r" t="t"/>
              <a:pathLst>
                <a:path extrusionOk="0" h="8205" w="16659">
                  <a:moveTo>
                    <a:pt x="45" y="1"/>
                  </a:moveTo>
                  <a:lnTo>
                    <a:pt x="45" y="5463"/>
                  </a:lnTo>
                  <a:cubicBezTo>
                    <a:pt x="1" y="7244"/>
                    <a:pt x="1450" y="8197"/>
                    <a:pt x="2883" y="8197"/>
                  </a:cubicBezTo>
                  <a:cubicBezTo>
                    <a:pt x="4117" y="8197"/>
                    <a:pt x="5339" y="7490"/>
                    <a:pt x="5585" y="5996"/>
                  </a:cubicBezTo>
                  <a:cubicBezTo>
                    <a:pt x="5815" y="7468"/>
                    <a:pt x="7072" y="8204"/>
                    <a:pt x="8329" y="8204"/>
                  </a:cubicBezTo>
                  <a:cubicBezTo>
                    <a:pt x="9586" y="8204"/>
                    <a:pt x="10844" y="7468"/>
                    <a:pt x="11075" y="5996"/>
                  </a:cubicBezTo>
                  <a:cubicBezTo>
                    <a:pt x="11321" y="7490"/>
                    <a:pt x="12543" y="8197"/>
                    <a:pt x="13777" y="8197"/>
                  </a:cubicBezTo>
                  <a:cubicBezTo>
                    <a:pt x="15210" y="8197"/>
                    <a:pt x="16658" y="7244"/>
                    <a:pt x="16614" y="5463"/>
                  </a:cubicBezTo>
                  <a:lnTo>
                    <a:pt x="16614"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1"/>
            <p:cNvSpPr/>
            <p:nvPr/>
          </p:nvSpPr>
          <p:spPr>
            <a:xfrm>
              <a:off x="2250450" y="1460025"/>
              <a:ext cx="414275" cy="206500"/>
            </a:xfrm>
            <a:custGeom>
              <a:rect b="b" l="l" r="r" t="t"/>
              <a:pathLst>
                <a:path extrusionOk="0" h="8260" w="16571">
                  <a:moveTo>
                    <a:pt x="0" y="0"/>
                  </a:moveTo>
                  <a:lnTo>
                    <a:pt x="0" y="5464"/>
                  </a:lnTo>
                  <a:cubicBezTo>
                    <a:pt x="0" y="7008"/>
                    <a:pt x="1251" y="8259"/>
                    <a:pt x="2795" y="8259"/>
                  </a:cubicBezTo>
                  <a:cubicBezTo>
                    <a:pt x="4157" y="8259"/>
                    <a:pt x="5291" y="7285"/>
                    <a:pt x="5540" y="5996"/>
                  </a:cubicBezTo>
                  <a:cubicBezTo>
                    <a:pt x="5790" y="7285"/>
                    <a:pt x="6923" y="8259"/>
                    <a:pt x="8285" y="8259"/>
                  </a:cubicBezTo>
                  <a:cubicBezTo>
                    <a:pt x="9647" y="8259"/>
                    <a:pt x="10781" y="7285"/>
                    <a:pt x="11030" y="5996"/>
                  </a:cubicBezTo>
                  <a:cubicBezTo>
                    <a:pt x="11280" y="7285"/>
                    <a:pt x="12413" y="8259"/>
                    <a:pt x="13775" y="8259"/>
                  </a:cubicBezTo>
                  <a:cubicBezTo>
                    <a:pt x="15320" y="8259"/>
                    <a:pt x="16571" y="7008"/>
                    <a:pt x="16571" y="5464"/>
                  </a:cubicBezTo>
                  <a:lnTo>
                    <a:pt x="165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1"/>
            <p:cNvSpPr/>
            <p:nvPr/>
          </p:nvSpPr>
          <p:spPr>
            <a:xfrm>
              <a:off x="2301725" y="1511350"/>
              <a:ext cx="311700" cy="103875"/>
            </a:xfrm>
            <a:custGeom>
              <a:rect b="b" l="l" r="r" t="t"/>
              <a:pathLst>
                <a:path extrusionOk="0" h="4155" w="12468">
                  <a:moveTo>
                    <a:pt x="1" y="0"/>
                  </a:moveTo>
                  <a:lnTo>
                    <a:pt x="1" y="3377"/>
                  </a:lnTo>
                  <a:cubicBezTo>
                    <a:pt x="1" y="3781"/>
                    <a:pt x="300" y="4122"/>
                    <a:pt x="682" y="4153"/>
                  </a:cubicBezTo>
                  <a:cubicBezTo>
                    <a:pt x="704" y="4154"/>
                    <a:pt x="725" y="4155"/>
                    <a:pt x="746" y="4155"/>
                  </a:cubicBezTo>
                  <a:cubicBezTo>
                    <a:pt x="1076" y="4155"/>
                    <a:pt x="1366" y="3936"/>
                    <a:pt x="1458" y="3624"/>
                  </a:cubicBezTo>
                  <a:lnTo>
                    <a:pt x="1463" y="3274"/>
                  </a:lnTo>
                  <a:cubicBezTo>
                    <a:pt x="1476" y="2172"/>
                    <a:pt x="2387" y="1276"/>
                    <a:pt x="3488" y="1276"/>
                  </a:cubicBezTo>
                  <a:cubicBezTo>
                    <a:pt x="4582" y="1276"/>
                    <a:pt x="5490" y="2166"/>
                    <a:pt x="5514" y="3260"/>
                  </a:cubicBezTo>
                  <a:lnTo>
                    <a:pt x="5521" y="3622"/>
                  </a:lnTo>
                  <a:cubicBezTo>
                    <a:pt x="5613" y="3934"/>
                    <a:pt x="5902" y="4155"/>
                    <a:pt x="6234" y="4155"/>
                  </a:cubicBezTo>
                  <a:cubicBezTo>
                    <a:pt x="6563" y="4155"/>
                    <a:pt x="6851" y="3937"/>
                    <a:pt x="6945" y="3629"/>
                  </a:cubicBezTo>
                  <a:lnTo>
                    <a:pt x="6946" y="3296"/>
                  </a:lnTo>
                  <a:cubicBezTo>
                    <a:pt x="6949" y="2182"/>
                    <a:pt x="7857" y="1275"/>
                    <a:pt x="8972" y="1275"/>
                  </a:cubicBezTo>
                  <a:lnTo>
                    <a:pt x="8977" y="1275"/>
                  </a:lnTo>
                  <a:cubicBezTo>
                    <a:pt x="10071" y="1275"/>
                    <a:pt x="10980" y="2164"/>
                    <a:pt x="11002" y="3258"/>
                  </a:cubicBezTo>
                  <a:lnTo>
                    <a:pt x="11010" y="3621"/>
                  </a:lnTo>
                  <a:cubicBezTo>
                    <a:pt x="11102" y="3933"/>
                    <a:pt x="11391" y="4154"/>
                    <a:pt x="11723" y="4154"/>
                  </a:cubicBezTo>
                  <a:cubicBezTo>
                    <a:pt x="11744" y="4154"/>
                    <a:pt x="11765" y="4153"/>
                    <a:pt x="11786" y="4152"/>
                  </a:cubicBezTo>
                  <a:cubicBezTo>
                    <a:pt x="12168" y="4120"/>
                    <a:pt x="12467" y="3780"/>
                    <a:pt x="12467" y="3376"/>
                  </a:cubicBezTo>
                  <a:lnTo>
                    <a:pt x="124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1"/>
            <p:cNvSpPr/>
            <p:nvPr/>
          </p:nvSpPr>
          <p:spPr>
            <a:xfrm>
              <a:off x="2301075" y="1487525"/>
              <a:ext cx="10175" cy="10175"/>
            </a:xfrm>
            <a:custGeom>
              <a:rect b="b" l="l" r="r" t="t"/>
              <a:pathLst>
                <a:path extrusionOk="0" h="407" w="407">
                  <a:moveTo>
                    <a:pt x="204" y="0"/>
                  </a:moveTo>
                  <a:cubicBezTo>
                    <a:pt x="92" y="0"/>
                    <a:pt x="1" y="91"/>
                    <a:pt x="1" y="204"/>
                  </a:cubicBezTo>
                  <a:cubicBezTo>
                    <a:pt x="1" y="315"/>
                    <a:pt x="92" y="406"/>
                    <a:pt x="204" y="406"/>
                  </a:cubicBezTo>
                  <a:cubicBezTo>
                    <a:pt x="316" y="406"/>
                    <a:pt x="406" y="315"/>
                    <a:pt x="406" y="204"/>
                  </a:cubicBezTo>
                  <a:cubicBezTo>
                    <a:pt x="406" y="91"/>
                    <a:pt x="316"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1"/>
            <p:cNvSpPr/>
            <p:nvPr/>
          </p:nvSpPr>
          <p:spPr>
            <a:xfrm>
              <a:off x="2331375" y="1487525"/>
              <a:ext cx="10125" cy="10175"/>
            </a:xfrm>
            <a:custGeom>
              <a:rect b="b" l="l" r="r" t="t"/>
              <a:pathLst>
                <a:path extrusionOk="0" h="407" w="405">
                  <a:moveTo>
                    <a:pt x="203" y="0"/>
                  </a:moveTo>
                  <a:cubicBezTo>
                    <a:pt x="91" y="0"/>
                    <a:pt x="0" y="91"/>
                    <a:pt x="0" y="204"/>
                  </a:cubicBezTo>
                  <a:cubicBezTo>
                    <a:pt x="0" y="315"/>
                    <a:pt x="91" y="406"/>
                    <a:pt x="203" y="406"/>
                  </a:cubicBezTo>
                  <a:cubicBezTo>
                    <a:pt x="315" y="406"/>
                    <a:pt x="405" y="315"/>
                    <a:pt x="405" y="204"/>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1"/>
            <p:cNvSpPr/>
            <p:nvPr/>
          </p:nvSpPr>
          <p:spPr>
            <a:xfrm>
              <a:off x="2361650" y="1487525"/>
              <a:ext cx="10150" cy="10175"/>
            </a:xfrm>
            <a:custGeom>
              <a:rect b="b" l="l" r="r" t="t"/>
              <a:pathLst>
                <a:path extrusionOk="0" h="407" w="406">
                  <a:moveTo>
                    <a:pt x="203" y="0"/>
                  </a:moveTo>
                  <a:cubicBezTo>
                    <a:pt x="92" y="0"/>
                    <a:pt x="1" y="91"/>
                    <a:pt x="1" y="204"/>
                  </a:cubicBezTo>
                  <a:cubicBezTo>
                    <a:pt x="1" y="315"/>
                    <a:pt x="92" y="406"/>
                    <a:pt x="203" y="406"/>
                  </a:cubicBezTo>
                  <a:cubicBezTo>
                    <a:pt x="315" y="406"/>
                    <a:pt x="406" y="315"/>
                    <a:pt x="406" y="204"/>
                  </a:cubicBezTo>
                  <a:cubicBezTo>
                    <a:pt x="406"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1"/>
            <p:cNvSpPr/>
            <p:nvPr/>
          </p:nvSpPr>
          <p:spPr>
            <a:xfrm>
              <a:off x="2391925" y="1487525"/>
              <a:ext cx="10175" cy="10175"/>
            </a:xfrm>
            <a:custGeom>
              <a:rect b="b" l="l" r="r" t="t"/>
              <a:pathLst>
                <a:path extrusionOk="0" h="407" w="407">
                  <a:moveTo>
                    <a:pt x="204" y="0"/>
                  </a:moveTo>
                  <a:cubicBezTo>
                    <a:pt x="91" y="0"/>
                    <a:pt x="1" y="91"/>
                    <a:pt x="1" y="204"/>
                  </a:cubicBezTo>
                  <a:cubicBezTo>
                    <a:pt x="1" y="315"/>
                    <a:pt x="91" y="406"/>
                    <a:pt x="204" y="406"/>
                  </a:cubicBezTo>
                  <a:cubicBezTo>
                    <a:pt x="315" y="406"/>
                    <a:pt x="406" y="315"/>
                    <a:pt x="406" y="204"/>
                  </a:cubicBezTo>
                  <a:cubicBezTo>
                    <a:pt x="406" y="91"/>
                    <a:pt x="315"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1"/>
            <p:cNvSpPr/>
            <p:nvPr/>
          </p:nvSpPr>
          <p:spPr>
            <a:xfrm>
              <a:off x="2422225" y="1487525"/>
              <a:ext cx="10150" cy="10175"/>
            </a:xfrm>
            <a:custGeom>
              <a:rect b="b" l="l" r="r" t="t"/>
              <a:pathLst>
                <a:path extrusionOk="0" h="407" w="406">
                  <a:moveTo>
                    <a:pt x="203" y="0"/>
                  </a:moveTo>
                  <a:cubicBezTo>
                    <a:pt x="91" y="0"/>
                    <a:pt x="0" y="91"/>
                    <a:pt x="0" y="204"/>
                  </a:cubicBezTo>
                  <a:cubicBezTo>
                    <a:pt x="0" y="315"/>
                    <a:pt x="91" y="406"/>
                    <a:pt x="203" y="406"/>
                  </a:cubicBezTo>
                  <a:cubicBezTo>
                    <a:pt x="315" y="406"/>
                    <a:pt x="406" y="315"/>
                    <a:pt x="406" y="204"/>
                  </a:cubicBezTo>
                  <a:cubicBezTo>
                    <a:pt x="406"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1"/>
            <p:cNvSpPr/>
            <p:nvPr/>
          </p:nvSpPr>
          <p:spPr>
            <a:xfrm>
              <a:off x="2452500" y="1487525"/>
              <a:ext cx="10150" cy="10175"/>
            </a:xfrm>
            <a:custGeom>
              <a:rect b="b" l="l" r="r" t="t"/>
              <a:pathLst>
                <a:path extrusionOk="0" h="407" w="406">
                  <a:moveTo>
                    <a:pt x="203" y="0"/>
                  </a:moveTo>
                  <a:cubicBezTo>
                    <a:pt x="91" y="0"/>
                    <a:pt x="1" y="91"/>
                    <a:pt x="1" y="204"/>
                  </a:cubicBezTo>
                  <a:cubicBezTo>
                    <a:pt x="1" y="315"/>
                    <a:pt x="91" y="406"/>
                    <a:pt x="203" y="406"/>
                  </a:cubicBezTo>
                  <a:cubicBezTo>
                    <a:pt x="315" y="406"/>
                    <a:pt x="405" y="315"/>
                    <a:pt x="405" y="204"/>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1"/>
            <p:cNvSpPr/>
            <p:nvPr/>
          </p:nvSpPr>
          <p:spPr>
            <a:xfrm>
              <a:off x="2482800" y="1487525"/>
              <a:ext cx="10125" cy="10175"/>
            </a:xfrm>
            <a:custGeom>
              <a:rect b="b" l="l" r="r" t="t"/>
              <a:pathLst>
                <a:path extrusionOk="0" h="407" w="405">
                  <a:moveTo>
                    <a:pt x="202" y="0"/>
                  </a:moveTo>
                  <a:cubicBezTo>
                    <a:pt x="91" y="0"/>
                    <a:pt x="0" y="91"/>
                    <a:pt x="0" y="204"/>
                  </a:cubicBezTo>
                  <a:cubicBezTo>
                    <a:pt x="0" y="315"/>
                    <a:pt x="91" y="406"/>
                    <a:pt x="202" y="406"/>
                  </a:cubicBezTo>
                  <a:cubicBezTo>
                    <a:pt x="314" y="406"/>
                    <a:pt x="405" y="315"/>
                    <a:pt x="405" y="204"/>
                  </a:cubicBezTo>
                  <a:cubicBezTo>
                    <a:pt x="405" y="91"/>
                    <a:pt x="314"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1"/>
            <p:cNvSpPr/>
            <p:nvPr/>
          </p:nvSpPr>
          <p:spPr>
            <a:xfrm>
              <a:off x="2513075" y="1487525"/>
              <a:ext cx="10150" cy="10175"/>
            </a:xfrm>
            <a:custGeom>
              <a:rect b="b" l="l" r="r" t="t"/>
              <a:pathLst>
                <a:path extrusionOk="0" h="407" w="406">
                  <a:moveTo>
                    <a:pt x="203" y="0"/>
                  </a:moveTo>
                  <a:cubicBezTo>
                    <a:pt x="91" y="0"/>
                    <a:pt x="1" y="91"/>
                    <a:pt x="1" y="204"/>
                  </a:cubicBezTo>
                  <a:cubicBezTo>
                    <a:pt x="1" y="315"/>
                    <a:pt x="91" y="406"/>
                    <a:pt x="203" y="406"/>
                  </a:cubicBezTo>
                  <a:cubicBezTo>
                    <a:pt x="314" y="406"/>
                    <a:pt x="405" y="315"/>
                    <a:pt x="405" y="204"/>
                  </a:cubicBezTo>
                  <a:cubicBezTo>
                    <a:pt x="405" y="91"/>
                    <a:pt x="314"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1"/>
            <p:cNvSpPr/>
            <p:nvPr/>
          </p:nvSpPr>
          <p:spPr>
            <a:xfrm>
              <a:off x="2543350" y="1487525"/>
              <a:ext cx="10150" cy="10175"/>
            </a:xfrm>
            <a:custGeom>
              <a:rect b="b" l="l" r="r" t="t"/>
              <a:pathLst>
                <a:path extrusionOk="0" h="407" w="406">
                  <a:moveTo>
                    <a:pt x="204" y="0"/>
                  </a:moveTo>
                  <a:cubicBezTo>
                    <a:pt x="91" y="0"/>
                    <a:pt x="0" y="91"/>
                    <a:pt x="0" y="204"/>
                  </a:cubicBezTo>
                  <a:cubicBezTo>
                    <a:pt x="0" y="315"/>
                    <a:pt x="91" y="406"/>
                    <a:pt x="204" y="406"/>
                  </a:cubicBezTo>
                  <a:cubicBezTo>
                    <a:pt x="315" y="406"/>
                    <a:pt x="406" y="315"/>
                    <a:pt x="406" y="204"/>
                  </a:cubicBezTo>
                  <a:cubicBezTo>
                    <a:pt x="406" y="91"/>
                    <a:pt x="315"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1"/>
            <p:cNvSpPr/>
            <p:nvPr/>
          </p:nvSpPr>
          <p:spPr>
            <a:xfrm>
              <a:off x="2573625" y="1487525"/>
              <a:ext cx="10175" cy="10175"/>
            </a:xfrm>
            <a:custGeom>
              <a:rect b="b" l="l" r="r" t="t"/>
              <a:pathLst>
                <a:path extrusionOk="0" h="407" w="407">
                  <a:moveTo>
                    <a:pt x="203" y="0"/>
                  </a:moveTo>
                  <a:cubicBezTo>
                    <a:pt x="92" y="0"/>
                    <a:pt x="1" y="91"/>
                    <a:pt x="1" y="204"/>
                  </a:cubicBezTo>
                  <a:cubicBezTo>
                    <a:pt x="1" y="315"/>
                    <a:pt x="92" y="406"/>
                    <a:pt x="203" y="406"/>
                  </a:cubicBezTo>
                  <a:cubicBezTo>
                    <a:pt x="316" y="406"/>
                    <a:pt x="406" y="315"/>
                    <a:pt x="406" y="204"/>
                  </a:cubicBezTo>
                  <a:cubicBezTo>
                    <a:pt x="406" y="91"/>
                    <a:pt x="316"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1"/>
            <p:cNvSpPr/>
            <p:nvPr/>
          </p:nvSpPr>
          <p:spPr>
            <a:xfrm>
              <a:off x="2603925" y="1487525"/>
              <a:ext cx="10125" cy="10175"/>
            </a:xfrm>
            <a:custGeom>
              <a:rect b="b" l="l" r="r" t="t"/>
              <a:pathLst>
                <a:path extrusionOk="0" h="407" w="405">
                  <a:moveTo>
                    <a:pt x="203" y="0"/>
                  </a:moveTo>
                  <a:cubicBezTo>
                    <a:pt x="91" y="0"/>
                    <a:pt x="0" y="91"/>
                    <a:pt x="0" y="204"/>
                  </a:cubicBezTo>
                  <a:cubicBezTo>
                    <a:pt x="0" y="315"/>
                    <a:pt x="91" y="406"/>
                    <a:pt x="203" y="406"/>
                  </a:cubicBezTo>
                  <a:cubicBezTo>
                    <a:pt x="314" y="406"/>
                    <a:pt x="405" y="315"/>
                    <a:pt x="405" y="204"/>
                  </a:cubicBezTo>
                  <a:cubicBezTo>
                    <a:pt x="405" y="91"/>
                    <a:pt x="314"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1"/>
            <p:cNvSpPr/>
            <p:nvPr/>
          </p:nvSpPr>
          <p:spPr>
            <a:xfrm>
              <a:off x="2301075" y="1517825"/>
              <a:ext cx="10175" cy="10150"/>
            </a:xfrm>
            <a:custGeom>
              <a:rect b="b" l="l" r="r" t="t"/>
              <a:pathLst>
                <a:path extrusionOk="0" h="406" w="407">
                  <a:moveTo>
                    <a:pt x="204" y="0"/>
                  </a:moveTo>
                  <a:cubicBezTo>
                    <a:pt x="92" y="0"/>
                    <a:pt x="1" y="91"/>
                    <a:pt x="1" y="203"/>
                  </a:cubicBezTo>
                  <a:cubicBezTo>
                    <a:pt x="1" y="315"/>
                    <a:pt x="92" y="406"/>
                    <a:pt x="204" y="406"/>
                  </a:cubicBezTo>
                  <a:cubicBezTo>
                    <a:pt x="316" y="406"/>
                    <a:pt x="406" y="315"/>
                    <a:pt x="406" y="203"/>
                  </a:cubicBezTo>
                  <a:cubicBezTo>
                    <a:pt x="406" y="91"/>
                    <a:pt x="316"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1"/>
            <p:cNvSpPr/>
            <p:nvPr/>
          </p:nvSpPr>
          <p:spPr>
            <a:xfrm>
              <a:off x="2331375" y="1517825"/>
              <a:ext cx="10125" cy="10150"/>
            </a:xfrm>
            <a:custGeom>
              <a:rect b="b" l="l" r="r" t="t"/>
              <a:pathLst>
                <a:path extrusionOk="0" h="406" w="405">
                  <a:moveTo>
                    <a:pt x="203" y="0"/>
                  </a:moveTo>
                  <a:cubicBezTo>
                    <a:pt x="91" y="0"/>
                    <a:pt x="0" y="91"/>
                    <a:pt x="0" y="203"/>
                  </a:cubicBezTo>
                  <a:cubicBezTo>
                    <a:pt x="0" y="315"/>
                    <a:pt x="91" y="406"/>
                    <a:pt x="203" y="406"/>
                  </a:cubicBezTo>
                  <a:cubicBezTo>
                    <a:pt x="315" y="406"/>
                    <a:pt x="405" y="315"/>
                    <a:pt x="405" y="203"/>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1"/>
            <p:cNvSpPr/>
            <p:nvPr/>
          </p:nvSpPr>
          <p:spPr>
            <a:xfrm>
              <a:off x="2361650" y="1517825"/>
              <a:ext cx="10150" cy="10150"/>
            </a:xfrm>
            <a:custGeom>
              <a:rect b="b" l="l" r="r" t="t"/>
              <a:pathLst>
                <a:path extrusionOk="0" h="406" w="406">
                  <a:moveTo>
                    <a:pt x="203" y="0"/>
                  </a:moveTo>
                  <a:cubicBezTo>
                    <a:pt x="92" y="0"/>
                    <a:pt x="1" y="91"/>
                    <a:pt x="1" y="203"/>
                  </a:cubicBezTo>
                  <a:cubicBezTo>
                    <a:pt x="1" y="315"/>
                    <a:pt x="92" y="406"/>
                    <a:pt x="203" y="406"/>
                  </a:cubicBezTo>
                  <a:cubicBezTo>
                    <a:pt x="315" y="406"/>
                    <a:pt x="406" y="315"/>
                    <a:pt x="406" y="203"/>
                  </a:cubicBezTo>
                  <a:cubicBezTo>
                    <a:pt x="406"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1"/>
            <p:cNvSpPr/>
            <p:nvPr/>
          </p:nvSpPr>
          <p:spPr>
            <a:xfrm>
              <a:off x="2391925" y="1517825"/>
              <a:ext cx="10175" cy="10150"/>
            </a:xfrm>
            <a:custGeom>
              <a:rect b="b" l="l" r="r" t="t"/>
              <a:pathLst>
                <a:path extrusionOk="0" h="406" w="407">
                  <a:moveTo>
                    <a:pt x="204" y="0"/>
                  </a:moveTo>
                  <a:cubicBezTo>
                    <a:pt x="91" y="0"/>
                    <a:pt x="1" y="91"/>
                    <a:pt x="1" y="203"/>
                  </a:cubicBezTo>
                  <a:cubicBezTo>
                    <a:pt x="1" y="315"/>
                    <a:pt x="91" y="406"/>
                    <a:pt x="204" y="406"/>
                  </a:cubicBezTo>
                  <a:cubicBezTo>
                    <a:pt x="315" y="406"/>
                    <a:pt x="406" y="315"/>
                    <a:pt x="406" y="203"/>
                  </a:cubicBezTo>
                  <a:cubicBezTo>
                    <a:pt x="406" y="91"/>
                    <a:pt x="315"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1"/>
            <p:cNvSpPr/>
            <p:nvPr/>
          </p:nvSpPr>
          <p:spPr>
            <a:xfrm>
              <a:off x="2422225" y="1517825"/>
              <a:ext cx="10150" cy="10150"/>
            </a:xfrm>
            <a:custGeom>
              <a:rect b="b" l="l" r="r" t="t"/>
              <a:pathLst>
                <a:path extrusionOk="0" h="406" w="406">
                  <a:moveTo>
                    <a:pt x="203" y="0"/>
                  </a:moveTo>
                  <a:cubicBezTo>
                    <a:pt x="91" y="0"/>
                    <a:pt x="0" y="91"/>
                    <a:pt x="0" y="203"/>
                  </a:cubicBezTo>
                  <a:cubicBezTo>
                    <a:pt x="0" y="315"/>
                    <a:pt x="91" y="406"/>
                    <a:pt x="203" y="406"/>
                  </a:cubicBezTo>
                  <a:cubicBezTo>
                    <a:pt x="315" y="406"/>
                    <a:pt x="406" y="315"/>
                    <a:pt x="406" y="203"/>
                  </a:cubicBezTo>
                  <a:cubicBezTo>
                    <a:pt x="406"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1"/>
            <p:cNvSpPr/>
            <p:nvPr/>
          </p:nvSpPr>
          <p:spPr>
            <a:xfrm>
              <a:off x="2452500" y="1517825"/>
              <a:ext cx="10150" cy="10150"/>
            </a:xfrm>
            <a:custGeom>
              <a:rect b="b" l="l" r="r" t="t"/>
              <a:pathLst>
                <a:path extrusionOk="0" h="406" w="406">
                  <a:moveTo>
                    <a:pt x="203" y="0"/>
                  </a:moveTo>
                  <a:cubicBezTo>
                    <a:pt x="91" y="0"/>
                    <a:pt x="1" y="91"/>
                    <a:pt x="1" y="203"/>
                  </a:cubicBezTo>
                  <a:cubicBezTo>
                    <a:pt x="1" y="315"/>
                    <a:pt x="91" y="406"/>
                    <a:pt x="203" y="406"/>
                  </a:cubicBezTo>
                  <a:cubicBezTo>
                    <a:pt x="315" y="406"/>
                    <a:pt x="405" y="315"/>
                    <a:pt x="405" y="203"/>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1"/>
            <p:cNvSpPr/>
            <p:nvPr/>
          </p:nvSpPr>
          <p:spPr>
            <a:xfrm>
              <a:off x="2482800" y="1517825"/>
              <a:ext cx="10125" cy="10150"/>
            </a:xfrm>
            <a:custGeom>
              <a:rect b="b" l="l" r="r" t="t"/>
              <a:pathLst>
                <a:path extrusionOk="0" h="406" w="405">
                  <a:moveTo>
                    <a:pt x="202" y="0"/>
                  </a:moveTo>
                  <a:cubicBezTo>
                    <a:pt x="91" y="0"/>
                    <a:pt x="0" y="91"/>
                    <a:pt x="0" y="203"/>
                  </a:cubicBezTo>
                  <a:cubicBezTo>
                    <a:pt x="0" y="315"/>
                    <a:pt x="91" y="406"/>
                    <a:pt x="202" y="406"/>
                  </a:cubicBezTo>
                  <a:cubicBezTo>
                    <a:pt x="314" y="406"/>
                    <a:pt x="405" y="315"/>
                    <a:pt x="405" y="203"/>
                  </a:cubicBezTo>
                  <a:cubicBezTo>
                    <a:pt x="405" y="91"/>
                    <a:pt x="314"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1"/>
            <p:cNvSpPr/>
            <p:nvPr/>
          </p:nvSpPr>
          <p:spPr>
            <a:xfrm>
              <a:off x="2513075" y="1517825"/>
              <a:ext cx="10150" cy="10150"/>
            </a:xfrm>
            <a:custGeom>
              <a:rect b="b" l="l" r="r" t="t"/>
              <a:pathLst>
                <a:path extrusionOk="0" h="406" w="406">
                  <a:moveTo>
                    <a:pt x="203" y="0"/>
                  </a:moveTo>
                  <a:cubicBezTo>
                    <a:pt x="91" y="0"/>
                    <a:pt x="1" y="91"/>
                    <a:pt x="1" y="203"/>
                  </a:cubicBezTo>
                  <a:cubicBezTo>
                    <a:pt x="1" y="315"/>
                    <a:pt x="91" y="406"/>
                    <a:pt x="203" y="406"/>
                  </a:cubicBezTo>
                  <a:cubicBezTo>
                    <a:pt x="314" y="406"/>
                    <a:pt x="405" y="315"/>
                    <a:pt x="405" y="203"/>
                  </a:cubicBezTo>
                  <a:cubicBezTo>
                    <a:pt x="405" y="91"/>
                    <a:pt x="314"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1"/>
            <p:cNvSpPr/>
            <p:nvPr/>
          </p:nvSpPr>
          <p:spPr>
            <a:xfrm>
              <a:off x="2543350" y="1517825"/>
              <a:ext cx="10150" cy="10150"/>
            </a:xfrm>
            <a:custGeom>
              <a:rect b="b" l="l" r="r" t="t"/>
              <a:pathLst>
                <a:path extrusionOk="0" h="406" w="406">
                  <a:moveTo>
                    <a:pt x="204" y="0"/>
                  </a:moveTo>
                  <a:cubicBezTo>
                    <a:pt x="91" y="0"/>
                    <a:pt x="0" y="91"/>
                    <a:pt x="0" y="203"/>
                  </a:cubicBezTo>
                  <a:cubicBezTo>
                    <a:pt x="0" y="315"/>
                    <a:pt x="91" y="406"/>
                    <a:pt x="204" y="406"/>
                  </a:cubicBezTo>
                  <a:cubicBezTo>
                    <a:pt x="315" y="406"/>
                    <a:pt x="406" y="315"/>
                    <a:pt x="406" y="203"/>
                  </a:cubicBezTo>
                  <a:cubicBezTo>
                    <a:pt x="406" y="91"/>
                    <a:pt x="315"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1"/>
            <p:cNvSpPr/>
            <p:nvPr/>
          </p:nvSpPr>
          <p:spPr>
            <a:xfrm>
              <a:off x="2573625" y="1517825"/>
              <a:ext cx="10175" cy="10150"/>
            </a:xfrm>
            <a:custGeom>
              <a:rect b="b" l="l" r="r" t="t"/>
              <a:pathLst>
                <a:path extrusionOk="0" h="406" w="407">
                  <a:moveTo>
                    <a:pt x="203" y="0"/>
                  </a:moveTo>
                  <a:cubicBezTo>
                    <a:pt x="92" y="0"/>
                    <a:pt x="1" y="91"/>
                    <a:pt x="1" y="203"/>
                  </a:cubicBezTo>
                  <a:cubicBezTo>
                    <a:pt x="1" y="315"/>
                    <a:pt x="92" y="406"/>
                    <a:pt x="203" y="406"/>
                  </a:cubicBezTo>
                  <a:cubicBezTo>
                    <a:pt x="316" y="406"/>
                    <a:pt x="406" y="315"/>
                    <a:pt x="406" y="203"/>
                  </a:cubicBezTo>
                  <a:cubicBezTo>
                    <a:pt x="406" y="91"/>
                    <a:pt x="316"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1"/>
            <p:cNvSpPr/>
            <p:nvPr/>
          </p:nvSpPr>
          <p:spPr>
            <a:xfrm>
              <a:off x="2603925" y="1517825"/>
              <a:ext cx="10125" cy="10150"/>
            </a:xfrm>
            <a:custGeom>
              <a:rect b="b" l="l" r="r" t="t"/>
              <a:pathLst>
                <a:path extrusionOk="0" h="406" w="405">
                  <a:moveTo>
                    <a:pt x="203" y="0"/>
                  </a:moveTo>
                  <a:cubicBezTo>
                    <a:pt x="91" y="0"/>
                    <a:pt x="0" y="91"/>
                    <a:pt x="0" y="203"/>
                  </a:cubicBezTo>
                  <a:cubicBezTo>
                    <a:pt x="0" y="315"/>
                    <a:pt x="91" y="406"/>
                    <a:pt x="203" y="406"/>
                  </a:cubicBezTo>
                  <a:cubicBezTo>
                    <a:pt x="314" y="406"/>
                    <a:pt x="405" y="315"/>
                    <a:pt x="405" y="203"/>
                  </a:cubicBezTo>
                  <a:cubicBezTo>
                    <a:pt x="405" y="91"/>
                    <a:pt x="314"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1"/>
            <p:cNvSpPr/>
            <p:nvPr/>
          </p:nvSpPr>
          <p:spPr>
            <a:xfrm>
              <a:off x="2301075" y="1548100"/>
              <a:ext cx="10175" cy="10150"/>
            </a:xfrm>
            <a:custGeom>
              <a:rect b="b" l="l" r="r" t="t"/>
              <a:pathLst>
                <a:path extrusionOk="0" h="406" w="407">
                  <a:moveTo>
                    <a:pt x="204" y="1"/>
                  </a:moveTo>
                  <a:cubicBezTo>
                    <a:pt x="92" y="1"/>
                    <a:pt x="1" y="91"/>
                    <a:pt x="1" y="203"/>
                  </a:cubicBezTo>
                  <a:cubicBezTo>
                    <a:pt x="1" y="315"/>
                    <a:pt x="92" y="405"/>
                    <a:pt x="204" y="405"/>
                  </a:cubicBezTo>
                  <a:cubicBezTo>
                    <a:pt x="316" y="405"/>
                    <a:pt x="406" y="315"/>
                    <a:pt x="406" y="203"/>
                  </a:cubicBezTo>
                  <a:cubicBezTo>
                    <a:pt x="406" y="91"/>
                    <a:pt x="316"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1"/>
            <p:cNvSpPr/>
            <p:nvPr/>
          </p:nvSpPr>
          <p:spPr>
            <a:xfrm>
              <a:off x="2331375" y="1548100"/>
              <a:ext cx="10125" cy="10150"/>
            </a:xfrm>
            <a:custGeom>
              <a:rect b="b" l="l" r="r" t="t"/>
              <a:pathLst>
                <a:path extrusionOk="0" h="406" w="405">
                  <a:moveTo>
                    <a:pt x="203" y="1"/>
                  </a:moveTo>
                  <a:cubicBezTo>
                    <a:pt x="91" y="1"/>
                    <a:pt x="0" y="91"/>
                    <a:pt x="0" y="203"/>
                  </a:cubicBezTo>
                  <a:cubicBezTo>
                    <a:pt x="0" y="315"/>
                    <a:pt x="91" y="405"/>
                    <a:pt x="203" y="405"/>
                  </a:cubicBezTo>
                  <a:cubicBezTo>
                    <a:pt x="315" y="405"/>
                    <a:pt x="405" y="315"/>
                    <a:pt x="405" y="203"/>
                  </a:cubicBezTo>
                  <a:cubicBezTo>
                    <a:pt x="405" y="91"/>
                    <a:pt x="315"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1"/>
            <p:cNvSpPr/>
            <p:nvPr/>
          </p:nvSpPr>
          <p:spPr>
            <a:xfrm>
              <a:off x="2361650" y="1548100"/>
              <a:ext cx="10150" cy="10150"/>
            </a:xfrm>
            <a:custGeom>
              <a:rect b="b" l="l" r="r" t="t"/>
              <a:pathLst>
                <a:path extrusionOk="0" h="406" w="406">
                  <a:moveTo>
                    <a:pt x="203" y="1"/>
                  </a:moveTo>
                  <a:cubicBezTo>
                    <a:pt x="92" y="1"/>
                    <a:pt x="1" y="91"/>
                    <a:pt x="1" y="203"/>
                  </a:cubicBezTo>
                  <a:cubicBezTo>
                    <a:pt x="1" y="315"/>
                    <a:pt x="92" y="405"/>
                    <a:pt x="203" y="405"/>
                  </a:cubicBezTo>
                  <a:cubicBezTo>
                    <a:pt x="315" y="405"/>
                    <a:pt x="406" y="315"/>
                    <a:pt x="406" y="203"/>
                  </a:cubicBezTo>
                  <a:cubicBezTo>
                    <a:pt x="406" y="91"/>
                    <a:pt x="315"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1"/>
            <p:cNvSpPr/>
            <p:nvPr/>
          </p:nvSpPr>
          <p:spPr>
            <a:xfrm>
              <a:off x="2391925" y="1548100"/>
              <a:ext cx="10175" cy="10150"/>
            </a:xfrm>
            <a:custGeom>
              <a:rect b="b" l="l" r="r" t="t"/>
              <a:pathLst>
                <a:path extrusionOk="0" h="406" w="407">
                  <a:moveTo>
                    <a:pt x="204" y="1"/>
                  </a:moveTo>
                  <a:cubicBezTo>
                    <a:pt x="91" y="1"/>
                    <a:pt x="1" y="91"/>
                    <a:pt x="1" y="203"/>
                  </a:cubicBezTo>
                  <a:cubicBezTo>
                    <a:pt x="1" y="315"/>
                    <a:pt x="91" y="405"/>
                    <a:pt x="204" y="405"/>
                  </a:cubicBezTo>
                  <a:cubicBezTo>
                    <a:pt x="315" y="405"/>
                    <a:pt x="406" y="315"/>
                    <a:pt x="406" y="203"/>
                  </a:cubicBezTo>
                  <a:cubicBezTo>
                    <a:pt x="406" y="91"/>
                    <a:pt x="315"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1"/>
            <p:cNvSpPr/>
            <p:nvPr/>
          </p:nvSpPr>
          <p:spPr>
            <a:xfrm>
              <a:off x="2422225" y="1548100"/>
              <a:ext cx="10150" cy="10150"/>
            </a:xfrm>
            <a:custGeom>
              <a:rect b="b" l="l" r="r" t="t"/>
              <a:pathLst>
                <a:path extrusionOk="0" h="406" w="406">
                  <a:moveTo>
                    <a:pt x="203" y="1"/>
                  </a:moveTo>
                  <a:cubicBezTo>
                    <a:pt x="91" y="1"/>
                    <a:pt x="0" y="91"/>
                    <a:pt x="0" y="203"/>
                  </a:cubicBezTo>
                  <a:cubicBezTo>
                    <a:pt x="0" y="315"/>
                    <a:pt x="91" y="405"/>
                    <a:pt x="203" y="405"/>
                  </a:cubicBezTo>
                  <a:cubicBezTo>
                    <a:pt x="315" y="405"/>
                    <a:pt x="406" y="315"/>
                    <a:pt x="406" y="203"/>
                  </a:cubicBezTo>
                  <a:cubicBezTo>
                    <a:pt x="406" y="91"/>
                    <a:pt x="315"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1"/>
            <p:cNvSpPr/>
            <p:nvPr/>
          </p:nvSpPr>
          <p:spPr>
            <a:xfrm>
              <a:off x="2452500" y="1548100"/>
              <a:ext cx="10150" cy="10150"/>
            </a:xfrm>
            <a:custGeom>
              <a:rect b="b" l="l" r="r" t="t"/>
              <a:pathLst>
                <a:path extrusionOk="0" h="406" w="406">
                  <a:moveTo>
                    <a:pt x="203" y="1"/>
                  </a:moveTo>
                  <a:cubicBezTo>
                    <a:pt x="91" y="1"/>
                    <a:pt x="1" y="91"/>
                    <a:pt x="1" y="203"/>
                  </a:cubicBezTo>
                  <a:cubicBezTo>
                    <a:pt x="1" y="315"/>
                    <a:pt x="91" y="405"/>
                    <a:pt x="203" y="405"/>
                  </a:cubicBezTo>
                  <a:cubicBezTo>
                    <a:pt x="315" y="405"/>
                    <a:pt x="405" y="315"/>
                    <a:pt x="405" y="203"/>
                  </a:cubicBezTo>
                  <a:cubicBezTo>
                    <a:pt x="405" y="91"/>
                    <a:pt x="315"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1"/>
            <p:cNvSpPr/>
            <p:nvPr/>
          </p:nvSpPr>
          <p:spPr>
            <a:xfrm>
              <a:off x="2482800" y="1548100"/>
              <a:ext cx="10125" cy="10150"/>
            </a:xfrm>
            <a:custGeom>
              <a:rect b="b" l="l" r="r" t="t"/>
              <a:pathLst>
                <a:path extrusionOk="0" h="406" w="405">
                  <a:moveTo>
                    <a:pt x="202" y="1"/>
                  </a:moveTo>
                  <a:cubicBezTo>
                    <a:pt x="91" y="1"/>
                    <a:pt x="0" y="91"/>
                    <a:pt x="0" y="203"/>
                  </a:cubicBezTo>
                  <a:cubicBezTo>
                    <a:pt x="0" y="315"/>
                    <a:pt x="91" y="405"/>
                    <a:pt x="202" y="405"/>
                  </a:cubicBezTo>
                  <a:cubicBezTo>
                    <a:pt x="314" y="405"/>
                    <a:pt x="405" y="315"/>
                    <a:pt x="405" y="203"/>
                  </a:cubicBezTo>
                  <a:cubicBezTo>
                    <a:pt x="405" y="91"/>
                    <a:pt x="314"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1"/>
            <p:cNvSpPr/>
            <p:nvPr/>
          </p:nvSpPr>
          <p:spPr>
            <a:xfrm>
              <a:off x="2513075" y="1548100"/>
              <a:ext cx="10150" cy="10150"/>
            </a:xfrm>
            <a:custGeom>
              <a:rect b="b" l="l" r="r" t="t"/>
              <a:pathLst>
                <a:path extrusionOk="0" h="406" w="406">
                  <a:moveTo>
                    <a:pt x="203" y="1"/>
                  </a:moveTo>
                  <a:cubicBezTo>
                    <a:pt x="91" y="1"/>
                    <a:pt x="1" y="91"/>
                    <a:pt x="1" y="203"/>
                  </a:cubicBezTo>
                  <a:cubicBezTo>
                    <a:pt x="1" y="315"/>
                    <a:pt x="91" y="405"/>
                    <a:pt x="203" y="405"/>
                  </a:cubicBezTo>
                  <a:cubicBezTo>
                    <a:pt x="314" y="405"/>
                    <a:pt x="405" y="315"/>
                    <a:pt x="405" y="203"/>
                  </a:cubicBezTo>
                  <a:cubicBezTo>
                    <a:pt x="405" y="91"/>
                    <a:pt x="314"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1"/>
            <p:cNvSpPr/>
            <p:nvPr/>
          </p:nvSpPr>
          <p:spPr>
            <a:xfrm>
              <a:off x="2543350" y="1548100"/>
              <a:ext cx="10150" cy="10150"/>
            </a:xfrm>
            <a:custGeom>
              <a:rect b="b" l="l" r="r" t="t"/>
              <a:pathLst>
                <a:path extrusionOk="0" h="406" w="406">
                  <a:moveTo>
                    <a:pt x="204" y="1"/>
                  </a:moveTo>
                  <a:cubicBezTo>
                    <a:pt x="91" y="1"/>
                    <a:pt x="0" y="91"/>
                    <a:pt x="0" y="203"/>
                  </a:cubicBezTo>
                  <a:cubicBezTo>
                    <a:pt x="0" y="315"/>
                    <a:pt x="91" y="405"/>
                    <a:pt x="204" y="405"/>
                  </a:cubicBezTo>
                  <a:cubicBezTo>
                    <a:pt x="315" y="405"/>
                    <a:pt x="406" y="315"/>
                    <a:pt x="406" y="203"/>
                  </a:cubicBezTo>
                  <a:cubicBezTo>
                    <a:pt x="406" y="91"/>
                    <a:pt x="315"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1"/>
            <p:cNvSpPr/>
            <p:nvPr/>
          </p:nvSpPr>
          <p:spPr>
            <a:xfrm>
              <a:off x="2573625" y="1548100"/>
              <a:ext cx="10175" cy="10150"/>
            </a:xfrm>
            <a:custGeom>
              <a:rect b="b" l="l" r="r" t="t"/>
              <a:pathLst>
                <a:path extrusionOk="0" h="406" w="407">
                  <a:moveTo>
                    <a:pt x="203" y="1"/>
                  </a:moveTo>
                  <a:cubicBezTo>
                    <a:pt x="92" y="1"/>
                    <a:pt x="1" y="91"/>
                    <a:pt x="1" y="203"/>
                  </a:cubicBezTo>
                  <a:cubicBezTo>
                    <a:pt x="1" y="315"/>
                    <a:pt x="92" y="405"/>
                    <a:pt x="203" y="405"/>
                  </a:cubicBezTo>
                  <a:cubicBezTo>
                    <a:pt x="316" y="405"/>
                    <a:pt x="406" y="315"/>
                    <a:pt x="406" y="203"/>
                  </a:cubicBezTo>
                  <a:cubicBezTo>
                    <a:pt x="406" y="91"/>
                    <a:pt x="316"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1"/>
            <p:cNvSpPr/>
            <p:nvPr/>
          </p:nvSpPr>
          <p:spPr>
            <a:xfrm>
              <a:off x="2603925" y="1548100"/>
              <a:ext cx="10125" cy="10150"/>
            </a:xfrm>
            <a:custGeom>
              <a:rect b="b" l="l" r="r" t="t"/>
              <a:pathLst>
                <a:path extrusionOk="0" h="406" w="405">
                  <a:moveTo>
                    <a:pt x="203" y="1"/>
                  </a:moveTo>
                  <a:cubicBezTo>
                    <a:pt x="91" y="1"/>
                    <a:pt x="0" y="91"/>
                    <a:pt x="0" y="203"/>
                  </a:cubicBezTo>
                  <a:cubicBezTo>
                    <a:pt x="0" y="315"/>
                    <a:pt x="91" y="405"/>
                    <a:pt x="203" y="405"/>
                  </a:cubicBezTo>
                  <a:cubicBezTo>
                    <a:pt x="314" y="405"/>
                    <a:pt x="405" y="315"/>
                    <a:pt x="405" y="203"/>
                  </a:cubicBezTo>
                  <a:cubicBezTo>
                    <a:pt x="405" y="91"/>
                    <a:pt x="314"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1"/>
            <p:cNvSpPr/>
            <p:nvPr/>
          </p:nvSpPr>
          <p:spPr>
            <a:xfrm>
              <a:off x="2301075" y="1578400"/>
              <a:ext cx="10175" cy="10125"/>
            </a:xfrm>
            <a:custGeom>
              <a:rect b="b" l="l" r="r" t="t"/>
              <a:pathLst>
                <a:path extrusionOk="0" h="405" w="407">
                  <a:moveTo>
                    <a:pt x="204" y="0"/>
                  </a:moveTo>
                  <a:cubicBezTo>
                    <a:pt x="92" y="0"/>
                    <a:pt x="1" y="91"/>
                    <a:pt x="1" y="202"/>
                  </a:cubicBezTo>
                  <a:cubicBezTo>
                    <a:pt x="1" y="314"/>
                    <a:pt x="92" y="405"/>
                    <a:pt x="204" y="405"/>
                  </a:cubicBezTo>
                  <a:cubicBezTo>
                    <a:pt x="316" y="405"/>
                    <a:pt x="406" y="314"/>
                    <a:pt x="406" y="202"/>
                  </a:cubicBezTo>
                  <a:cubicBezTo>
                    <a:pt x="406" y="91"/>
                    <a:pt x="316"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1"/>
            <p:cNvSpPr/>
            <p:nvPr/>
          </p:nvSpPr>
          <p:spPr>
            <a:xfrm>
              <a:off x="2331375" y="1578400"/>
              <a:ext cx="10125" cy="10125"/>
            </a:xfrm>
            <a:custGeom>
              <a:rect b="b" l="l" r="r" t="t"/>
              <a:pathLst>
                <a:path extrusionOk="0" h="405" w="405">
                  <a:moveTo>
                    <a:pt x="203" y="0"/>
                  </a:moveTo>
                  <a:cubicBezTo>
                    <a:pt x="91" y="0"/>
                    <a:pt x="0" y="91"/>
                    <a:pt x="0" y="202"/>
                  </a:cubicBezTo>
                  <a:cubicBezTo>
                    <a:pt x="0" y="314"/>
                    <a:pt x="91" y="405"/>
                    <a:pt x="203" y="405"/>
                  </a:cubicBezTo>
                  <a:cubicBezTo>
                    <a:pt x="315" y="405"/>
                    <a:pt x="405" y="314"/>
                    <a:pt x="405" y="202"/>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1"/>
            <p:cNvSpPr/>
            <p:nvPr/>
          </p:nvSpPr>
          <p:spPr>
            <a:xfrm>
              <a:off x="2422225" y="1578400"/>
              <a:ext cx="10150" cy="10125"/>
            </a:xfrm>
            <a:custGeom>
              <a:rect b="b" l="l" r="r" t="t"/>
              <a:pathLst>
                <a:path extrusionOk="0" h="405" w="406">
                  <a:moveTo>
                    <a:pt x="203" y="0"/>
                  </a:moveTo>
                  <a:cubicBezTo>
                    <a:pt x="91" y="0"/>
                    <a:pt x="0" y="91"/>
                    <a:pt x="0" y="202"/>
                  </a:cubicBezTo>
                  <a:cubicBezTo>
                    <a:pt x="0" y="314"/>
                    <a:pt x="91" y="405"/>
                    <a:pt x="203" y="405"/>
                  </a:cubicBezTo>
                  <a:cubicBezTo>
                    <a:pt x="315" y="405"/>
                    <a:pt x="406" y="314"/>
                    <a:pt x="406" y="202"/>
                  </a:cubicBezTo>
                  <a:cubicBezTo>
                    <a:pt x="406"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1"/>
            <p:cNvSpPr/>
            <p:nvPr/>
          </p:nvSpPr>
          <p:spPr>
            <a:xfrm>
              <a:off x="2452500" y="1578400"/>
              <a:ext cx="10150" cy="10125"/>
            </a:xfrm>
            <a:custGeom>
              <a:rect b="b" l="l" r="r" t="t"/>
              <a:pathLst>
                <a:path extrusionOk="0" h="405" w="406">
                  <a:moveTo>
                    <a:pt x="203" y="0"/>
                  </a:moveTo>
                  <a:cubicBezTo>
                    <a:pt x="91" y="0"/>
                    <a:pt x="1" y="91"/>
                    <a:pt x="1" y="202"/>
                  </a:cubicBezTo>
                  <a:cubicBezTo>
                    <a:pt x="1" y="314"/>
                    <a:pt x="91" y="405"/>
                    <a:pt x="203" y="405"/>
                  </a:cubicBezTo>
                  <a:cubicBezTo>
                    <a:pt x="315" y="405"/>
                    <a:pt x="405" y="314"/>
                    <a:pt x="405" y="202"/>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1"/>
            <p:cNvSpPr/>
            <p:nvPr/>
          </p:nvSpPr>
          <p:spPr>
            <a:xfrm>
              <a:off x="2482800" y="1578400"/>
              <a:ext cx="10125" cy="10125"/>
            </a:xfrm>
            <a:custGeom>
              <a:rect b="b" l="l" r="r" t="t"/>
              <a:pathLst>
                <a:path extrusionOk="0" h="405" w="405">
                  <a:moveTo>
                    <a:pt x="202" y="0"/>
                  </a:moveTo>
                  <a:cubicBezTo>
                    <a:pt x="91" y="0"/>
                    <a:pt x="0" y="91"/>
                    <a:pt x="0" y="202"/>
                  </a:cubicBezTo>
                  <a:cubicBezTo>
                    <a:pt x="0" y="314"/>
                    <a:pt x="91" y="405"/>
                    <a:pt x="202" y="405"/>
                  </a:cubicBezTo>
                  <a:cubicBezTo>
                    <a:pt x="314" y="405"/>
                    <a:pt x="405" y="314"/>
                    <a:pt x="405" y="202"/>
                  </a:cubicBezTo>
                  <a:cubicBezTo>
                    <a:pt x="405" y="91"/>
                    <a:pt x="314"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1"/>
            <p:cNvSpPr/>
            <p:nvPr/>
          </p:nvSpPr>
          <p:spPr>
            <a:xfrm>
              <a:off x="2573625" y="1578400"/>
              <a:ext cx="10175" cy="10125"/>
            </a:xfrm>
            <a:custGeom>
              <a:rect b="b" l="l" r="r" t="t"/>
              <a:pathLst>
                <a:path extrusionOk="0" h="405" w="407">
                  <a:moveTo>
                    <a:pt x="203" y="0"/>
                  </a:moveTo>
                  <a:cubicBezTo>
                    <a:pt x="92" y="0"/>
                    <a:pt x="1" y="91"/>
                    <a:pt x="1" y="202"/>
                  </a:cubicBezTo>
                  <a:cubicBezTo>
                    <a:pt x="1" y="314"/>
                    <a:pt x="92" y="405"/>
                    <a:pt x="203" y="405"/>
                  </a:cubicBezTo>
                  <a:cubicBezTo>
                    <a:pt x="316" y="405"/>
                    <a:pt x="406" y="314"/>
                    <a:pt x="406" y="202"/>
                  </a:cubicBezTo>
                  <a:cubicBezTo>
                    <a:pt x="406" y="91"/>
                    <a:pt x="316"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1"/>
            <p:cNvSpPr/>
            <p:nvPr/>
          </p:nvSpPr>
          <p:spPr>
            <a:xfrm>
              <a:off x="2603925" y="1578400"/>
              <a:ext cx="10125" cy="10125"/>
            </a:xfrm>
            <a:custGeom>
              <a:rect b="b" l="l" r="r" t="t"/>
              <a:pathLst>
                <a:path extrusionOk="0" h="405" w="405">
                  <a:moveTo>
                    <a:pt x="203" y="0"/>
                  </a:moveTo>
                  <a:cubicBezTo>
                    <a:pt x="91" y="0"/>
                    <a:pt x="0" y="91"/>
                    <a:pt x="0" y="202"/>
                  </a:cubicBezTo>
                  <a:cubicBezTo>
                    <a:pt x="0" y="314"/>
                    <a:pt x="91" y="405"/>
                    <a:pt x="203" y="405"/>
                  </a:cubicBezTo>
                  <a:cubicBezTo>
                    <a:pt x="314" y="405"/>
                    <a:pt x="405" y="314"/>
                    <a:pt x="405" y="202"/>
                  </a:cubicBezTo>
                  <a:cubicBezTo>
                    <a:pt x="405" y="91"/>
                    <a:pt x="314"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1"/>
            <p:cNvSpPr/>
            <p:nvPr/>
          </p:nvSpPr>
          <p:spPr>
            <a:xfrm>
              <a:off x="2276100" y="1485700"/>
              <a:ext cx="362925" cy="155225"/>
            </a:xfrm>
            <a:custGeom>
              <a:rect b="b" l="l" r="r" t="t"/>
              <a:pathLst>
                <a:path extrusionOk="0" h="6209" w="14517">
                  <a:moveTo>
                    <a:pt x="13491" y="1025"/>
                  </a:moveTo>
                  <a:lnTo>
                    <a:pt x="13491" y="4404"/>
                  </a:lnTo>
                  <a:cubicBezTo>
                    <a:pt x="13491" y="4806"/>
                    <a:pt x="13193" y="5148"/>
                    <a:pt x="12811" y="5178"/>
                  </a:cubicBezTo>
                  <a:cubicBezTo>
                    <a:pt x="12789" y="5180"/>
                    <a:pt x="12769" y="5180"/>
                    <a:pt x="12747" y="5180"/>
                  </a:cubicBezTo>
                  <a:cubicBezTo>
                    <a:pt x="12416" y="5180"/>
                    <a:pt x="12127" y="4958"/>
                    <a:pt x="12034" y="4648"/>
                  </a:cubicBezTo>
                  <a:lnTo>
                    <a:pt x="12027" y="4286"/>
                  </a:lnTo>
                  <a:cubicBezTo>
                    <a:pt x="12005" y="3192"/>
                    <a:pt x="11096" y="2301"/>
                    <a:pt x="10002" y="2301"/>
                  </a:cubicBezTo>
                  <a:lnTo>
                    <a:pt x="9996" y="2301"/>
                  </a:lnTo>
                  <a:cubicBezTo>
                    <a:pt x="8882" y="2301"/>
                    <a:pt x="7973" y="3208"/>
                    <a:pt x="7970" y="4323"/>
                  </a:cubicBezTo>
                  <a:lnTo>
                    <a:pt x="7970" y="4655"/>
                  </a:lnTo>
                  <a:cubicBezTo>
                    <a:pt x="7878" y="4962"/>
                    <a:pt x="7589" y="5180"/>
                    <a:pt x="7261" y="5180"/>
                  </a:cubicBezTo>
                  <a:cubicBezTo>
                    <a:pt x="6926" y="5180"/>
                    <a:pt x="6637" y="4958"/>
                    <a:pt x="6545" y="4648"/>
                  </a:cubicBezTo>
                  <a:lnTo>
                    <a:pt x="6539" y="4282"/>
                  </a:lnTo>
                  <a:cubicBezTo>
                    <a:pt x="6516" y="3190"/>
                    <a:pt x="5607" y="2300"/>
                    <a:pt x="4513" y="2300"/>
                  </a:cubicBezTo>
                  <a:cubicBezTo>
                    <a:pt x="3413" y="2300"/>
                    <a:pt x="2503" y="3197"/>
                    <a:pt x="2488" y="4297"/>
                  </a:cubicBezTo>
                  <a:lnTo>
                    <a:pt x="2485" y="4648"/>
                  </a:lnTo>
                  <a:cubicBezTo>
                    <a:pt x="2393" y="4962"/>
                    <a:pt x="2104" y="5180"/>
                    <a:pt x="1772" y="5180"/>
                  </a:cubicBezTo>
                  <a:cubicBezTo>
                    <a:pt x="1750" y="5180"/>
                    <a:pt x="1729" y="5180"/>
                    <a:pt x="1707" y="5177"/>
                  </a:cubicBezTo>
                  <a:cubicBezTo>
                    <a:pt x="1327" y="5146"/>
                    <a:pt x="1028" y="4805"/>
                    <a:pt x="1028" y="4403"/>
                  </a:cubicBezTo>
                  <a:lnTo>
                    <a:pt x="1028" y="1025"/>
                  </a:lnTo>
                  <a:close/>
                  <a:moveTo>
                    <a:pt x="1" y="0"/>
                  </a:moveTo>
                  <a:lnTo>
                    <a:pt x="1" y="4402"/>
                  </a:lnTo>
                  <a:cubicBezTo>
                    <a:pt x="1" y="5326"/>
                    <a:pt x="699" y="6123"/>
                    <a:pt x="1623" y="6200"/>
                  </a:cubicBezTo>
                  <a:cubicBezTo>
                    <a:pt x="1672" y="6204"/>
                    <a:pt x="1720" y="6206"/>
                    <a:pt x="1768" y="6206"/>
                  </a:cubicBezTo>
                  <a:cubicBezTo>
                    <a:pt x="2615" y="6206"/>
                    <a:pt x="3348" y="5603"/>
                    <a:pt x="3508" y="4773"/>
                  </a:cubicBezTo>
                  <a:lnTo>
                    <a:pt x="3515" y="4313"/>
                  </a:lnTo>
                  <a:cubicBezTo>
                    <a:pt x="3517" y="4039"/>
                    <a:pt x="3631" y="3793"/>
                    <a:pt x="3810" y="3615"/>
                  </a:cubicBezTo>
                  <a:cubicBezTo>
                    <a:pt x="3992" y="3437"/>
                    <a:pt x="4240" y="3326"/>
                    <a:pt x="4514" y="3326"/>
                  </a:cubicBezTo>
                  <a:cubicBezTo>
                    <a:pt x="5059" y="3326"/>
                    <a:pt x="5501" y="3760"/>
                    <a:pt x="5513" y="4304"/>
                  </a:cubicBezTo>
                  <a:lnTo>
                    <a:pt x="5522" y="4774"/>
                  </a:lnTo>
                  <a:cubicBezTo>
                    <a:pt x="5682" y="5604"/>
                    <a:pt x="6413" y="6207"/>
                    <a:pt x="7258" y="6207"/>
                  </a:cubicBezTo>
                  <a:cubicBezTo>
                    <a:pt x="8107" y="6207"/>
                    <a:pt x="8835" y="5604"/>
                    <a:pt x="8995" y="4774"/>
                  </a:cubicBezTo>
                  <a:lnTo>
                    <a:pt x="8997" y="4323"/>
                  </a:lnTo>
                  <a:cubicBezTo>
                    <a:pt x="8997" y="3773"/>
                    <a:pt x="9446" y="3327"/>
                    <a:pt x="9995" y="3327"/>
                  </a:cubicBezTo>
                  <a:lnTo>
                    <a:pt x="10002" y="3327"/>
                  </a:lnTo>
                  <a:cubicBezTo>
                    <a:pt x="10546" y="3327"/>
                    <a:pt x="10989" y="3761"/>
                    <a:pt x="11000" y="4306"/>
                  </a:cubicBezTo>
                  <a:lnTo>
                    <a:pt x="11009" y="4776"/>
                  </a:lnTo>
                  <a:cubicBezTo>
                    <a:pt x="11169" y="5604"/>
                    <a:pt x="11901" y="6209"/>
                    <a:pt x="12747" y="6209"/>
                  </a:cubicBezTo>
                  <a:cubicBezTo>
                    <a:pt x="12796" y="6209"/>
                    <a:pt x="12845" y="6207"/>
                    <a:pt x="12894" y="6203"/>
                  </a:cubicBezTo>
                  <a:cubicBezTo>
                    <a:pt x="13816" y="6125"/>
                    <a:pt x="14517" y="5329"/>
                    <a:pt x="14517" y="4405"/>
                  </a:cubicBezTo>
                  <a:lnTo>
                    <a:pt x="1451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4" name="Google Shape;5614;p71"/>
          <p:cNvGrpSpPr/>
          <p:nvPr/>
        </p:nvGrpSpPr>
        <p:grpSpPr>
          <a:xfrm>
            <a:off x="1958880" y="260753"/>
            <a:ext cx="215033" cy="215222"/>
            <a:chOff x="5062659" y="967188"/>
            <a:chExt cx="109716" cy="109813"/>
          </a:xfrm>
        </p:grpSpPr>
        <p:sp>
          <p:nvSpPr>
            <p:cNvPr id="5615" name="Google Shape;5615;p71"/>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1"/>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1"/>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71"/>
          <p:cNvGrpSpPr/>
          <p:nvPr/>
        </p:nvGrpSpPr>
        <p:grpSpPr>
          <a:xfrm>
            <a:off x="8538165" y="4076460"/>
            <a:ext cx="261189" cy="248344"/>
            <a:chOff x="5164484" y="526738"/>
            <a:chExt cx="133266" cy="126713"/>
          </a:xfrm>
        </p:grpSpPr>
        <p:sp>
          <p:nvSpPr>
            <p:cNvPr id="5619" name="Google Shape;5619;p71"/>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1"/>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1" name="Google Shape;5621;p71"/>
          <p:cNvGrpSpPr/>
          <p:nvPr/>
        </p:nvGrpSpPr>
        <p:grpSpPr>
          <a:xfrm>
            <a:off x="7086730" y="30657"/>
            <a:ext cx="604804" cy="604949"/>
            <a:chOff x="5038846" y="235350"/>
            <a:chExt cx="158691" cy="158738"/>
          </a:xfrm>
        </p:grpSpPr>
        <p:sp>
          <p:nvSpPr>
            <p:cNvPr id="5622" name="Google Shape;5622;p71"/>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1"/>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4" name="Google Shape;5624;p71"/>
          <p:cNvGrpSpPr/>
          <p:nvPr/>
        </p:nvGrpSpPr>
        <p:grpSpPr>
          <a:xfrm rot="-4499923">
            <a:off x="1536415" y="4495945"/>
            <a:ext cx="493778" cy="493820"/>
            <a:chOff x="4431534" y="492938"/>
            <a:chExt cx="251941" cy="251963"/>
          </a:xfrm>
        </p:grpSpPr>
        <p:sp>
          <p:nvSpPr>
            <p:cNvPr id="5625" name="Google Shape;5625;p71"/>
            <p:cNvSpPr/>
            <p:nvPr/>
          </p:nvSpPr>
          <p:spPr>
            <a:xfrm>
              <a:off x="4431534" y="492938"/>
              <a:ext cx="250600" cy="250550"/>
            </a:xfrm>
            <a:custGeom>
              <a:rect b="b" l="l" r="r" t="t"/>
              <a:pathLst>
                <a:path extrusionOk="0" h="10022" w="10024">
                  <a:moveTo>
                    <a:pt x="1" y="0"/>
                  </a:moveTo>
                  <a:lnTo>
                    <a:pt x="1" y="6630"/>
                  </a:lnTo>
                  <a:lnTo>
                    <a:pt x="1" y="6785"/>
                  </a:lnTo>
                  <a:lnTo>
                    <a:pt x="5" y="6785"/>
                  </a:lnTo>
                  <a:cubicBezTo>
                    <a:pt x="87" y="8586"/>
                    <a:pt x="1572" y="10022"/>
                    <a:pt x="3394" y="10022"/>
                  </a:cubicBezTo>
                  <a:cubicBezTo>
                    <a:pt x="5216" y="10022"/>
                    <a:pt x="6702" y="8585"/>
                    <a:pt x="6783" y="6781"/>
                  </a:cubicBezTo>
                  <a:cubicBezTo>
                    <a:pt x="8586" y="6702"/>
                    <a:pt x="10023" y="5216"/>
                    <a:pt x="10023" y="3392"/>
                  </a:cubicBezTo>
                  <a:cubicBezTo>
                    <a:pt x="10023" y="1571"/>
                    <a:pt x="8587" y="85"/>
                    <a:pt x="6786" y="4"/>
                  </a:cubicBezTo>
                  <a:lnTo>
                    <a:pt x="6786" y="0"/>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1"/>
            <p:cNvSpPr/>
            <p:nvPr/>
          </p:nvSpPr>
          <p:spPr>
            <a:xfrm>
              <a:off x="4432925" y="494325"/>
              <a:ext cx="250550" cy="250575"/>
            </a:xfrm>
            <a:custGeom>
              <a:rect b="b" l="l" r="r" t="t"/>
              <a:pathLst>
                <a:path extrusionOk="0" h="10023" w="10022">
                  <a:moveTo>
                    <a:pt x="0" y="1"/>
                  </a:moveTo>
                  <a:lnTo>
                    <a:pt x="0" y="6629"/>
                  </a:lnTo>
                  <a:lnTo>
                    <a:pt x="0" y="6785"/>
                  </a:lnTo>
                  <a:lnTo>
                    <a:pt x="4" y="6785"/>
                  </a:lnTo>
                  <a:lnTo>
                    <a:pt x="4" y="6786"/>
                  </a:lnTo>
                  <a:cubicBezTo>
                    <a:pt x="86" y="8587"/>
                    <a:pt x="1572" y="10023"/>
                    <a:pt x="3393" y="10023"/>
                  </a:cubicBezTo>
                  <a:cubicBezTo>
                    <a:pt x="5216" y="10023"/>
                    <a:pt x="6702" y="8585"/>
                    <a:pt x="6781" y="6782"/>
                  </a:cubicBezTo>
                  <a:cubicBezTo>
                    <a:pt x="8585" y="6702"/>
                    <a:pt x="10022" y="5216"/>
                    <a:pt x="10022" y="3393"/>
                  </a:cubicBezTo>
                  <a:cubicBezTo>
                    <a:pt x="10022" y="1572"/>
                    <a:pt x="8586" y="86"/>
                    <a:pt x="6785" y="4"/>
                  </a:cubicBezTo>
                  <a:lnTo>
                    <a:pt x="678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1"/>
            <p:cNvSpPr/>
            <p:nvPr/>
          </p:nvSpPr>
          <p:spPr>
            <a:xfrm>
              <a:off x="4479625" y="541000"/>
              <a:ext cx="157200" cy="157225"/>
            </a:xfrm>
            <a:custGeom>
              <a:rect b="b" l="l" r="r" t="t"/>
              <a:pathLst>
                <a:path extrusionOk="0" h="6289" w="6288">
                  <a:moveTo>
                    <a:pt x="0" y="1"/>
                  </a:moveTo>
                  <a:lnTo>
                    <a:pt x="0" y="4789"/>
                  </a:lnTo>
                  <a:lnTo>
                    <a:pt x="3" y="4835"/>
                  </a:lnTo>
                  <a:cubicBezTo>
                    <a:pt x="40" y="5650"/>
                    <a:pt x="710" y="6289"/>
                    <a:pt x="1526" y="6289"/>
                  </a:cubicBezTo>
                  <a:cubicBezTo>
                    <a:pt x="2346" y="6289"/>
                    <a:pt x="3013" y="5650"/>
                    <a:pt x="3050" y="4834"/>
                  </a:cubicBezTo>
                  <a:lnTo>
                    <a:pt x="3125" y="3126"/>
                  </a:lnTo>
                  <a:lnTo>
                    <a:pt x="4833" y="3050"/>
                  </a:lnTo>
                  <a:cubicBezTo>
                    <a:pt x="5648" y="3014"/>
                    <a:pt x="6288" y="2345"/>
                    <a:pt x="6288" y="1527"/>
                  </a:cubicBezTo>
                  <a:cubicBezTo>
                    <a:pt x="6288" y="710"/>
                    <a:pt x="5649" y="41"/>
                    <a:pt x="4834" y="4"/>
                  </a:cubicBezTo>
                  <a:lnTo>
                    <a:pt x="47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1"/>
            <p:cNvSpPr/>
            <p:nvPr/>
          </p:nvSpPr>
          <p:spPr>
            <a:xfrm>
              <a:off x="4495100" y="556600"/>
              <a:ext cx="126125" cy="126125"/>
            </a:xfrm>
            <a:custGeom>
              <a:rect b="b" l="l" r="r" t="t"/>
              <a:pathLst>
                <a:path extrusionOk="0" h="5045" w="5045">
                  <a:moveTo>
                    <a:pt x="4155" y="0"/>
                  </a:moveTo>
                  <a:lnTo>
                    <a:pt x="4155" y="3"/>
                  </a:lnTo>
                  <a:lnTo>
                    <a:pt x="0" y="3"/>
                  </a:lnTo>
                  <a:lnTo>
                    <a:pt x="0" y="4154"/>
                  </a:lnTo>
                  <a:lnTo>
                    <a:pt x="1" y="4185"/>
                  </a:lnTo>
                  <a:cubicBezTo>
                    <a:pt x="24" y="4667"/>
                    <a:pt x="419" y="5044"/>
                    <a:pt x="903" y="5044"/>
                  </a:cubicBezTo>
                  <a:cubicBezTo>
                    <a:pt x="1388" y="5044"/>
                    <a:pt x="1785" y="4667"/>
                    <a:pt x="1805" y="4184"/>
                  </a:cubicBezTo>
                  <a:lnTo>
                    <a:pt x="1905" y="1906"/>
                  </a:lnTo>
                  <a:lnTo>
                    <a:pt x="4184" y="1805"/>
                  </a:lnTo>
                  <a:cubicBezTo>
                    <a:pt x="4666" y="1783"/>
                    <a:pt x="5045" y="1387"/>
                    <a:pt x="5045" y="903"/>
                  </a:cubicBezTo>
                  <a:cubicBezTo>
                    <a:pt x="5045" y="420"/>
                    <a:pt x="4668" y="24"/>
                    <a:pt x="4184" y="2"/>
                  </a:cubicBezTo>
                  <a:lnTo>
                    <a:pt x="41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9" name="Google Shape;5629;p71"/>
          <p:cNvGrpSpPr/>
          <p:nvPr/>
        </p:nvGrpSpPr>
        <p:grpSpPr>
          <a:xfrm>
            <a:off x="363555" y="3145797"/>
            <a:ext cx="311029" cy="311029"/>
            <a:chOff x="5035425" y="2779450"/>
            <a:chExt cx="94800" cy="94800"/>
          </a:xfrm>
        </p:grpSpPr>
        <p:sp>
          <p:nvSpPr>
            <p:cNvPr id="5630" name="Google Shape;5630;p71"/>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1"/>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5632" name="Shape 5632"/>
        <p:cNvGrpSpPr/>
        <p:nvPr/>
      </p:nvGrpSpPr>
      <p:grpSpPr>
        <a:xfrm>
          <a:off x="0" y="0"/>
          <a:ext cx="0" cy="0"/>
          <a:chOff x="0" y="0"/>
          <a:chExt cx="0" cy="0"/>
        </a:xfrm>
      </p:grpSpPr>
      <p:sp>
        <p:nvSpPr>
          <p:cNvPr id="5633" name="Google Shape;5633;p7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5634" name="Google Shape;5634;p72"/>
          <p:cNvSpPr txBox="1"/>
          <p:nvPr>
            <p:ph idx="1" type="body"/>
          </p:nvPr>
        </p:nvSpPr>
        <p:spPr>
          <a:xfrm>
            <a:off x="720000" y="1215750"/>
            <a:ext cx="7704000" cy="11127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accent3"/>
              </a:buClr>
              <a:buSzPts val="1400"/>
              <a:buChar char="●"/>
              <a:defRPr sz="1200"/>
            </a:lvl1pPr>
            <a:lvl2pPr indent="-317500" lvl="1" marL="914400">
              <a:lnSpc>
                <a:spcPct val="100000"/>
              </a:lnSpc>
              <a:spcBef>
                <a:spcPts val="0"/>
              </a:spcBef>
              <a:spcAft>
                <a:spcPts val="0"/>
              </a:spcAft>
              <a:buSzPts val="1400"/>
              <a:buChar char="○"/>
              <a:defRPr/>
            </a:lvl2pPr>
            <a:lvl3pPr indent="-317500" lvl="2" marL="1371600">
              <a:lnSpc>
                <a:spcPct val="100000"/>
              </a:lnSpc>
              <a:spcBef>
                <a:spcPts val="0"/>
              </a:spcBef>
              <a:spcAft>
                <a:spcPts val="0"/>
              </a:spcAft>
              <a:buSzPts val="1400"/>
              <a:buChar char="■"/>
              <a:defRPr/>
            </a:lvl3pPr>
            <a:lvl4pPr indent="-317500" lvl="3" marL="1828800">
              <a:lnSpc>
                <a:spcPct val="100000"/>
              </a:lnSpc>
              <a:spcBef>
                <a:spcPts val="0"/>
              </a:spcBef>
              <a:spcAft>
                <a:spcPts val="0"/>
              </a:spcAft>
              <a:buSzPts val="1400"/>
              <a:buChar char="●"/>
              <a:defRPr/>
            </a:lvl4pPr>
            <a:lvl5pPr indent="-317500" lvl="4" marL="2286000">
              <a:lnSpc>
                <a:spcPct val="100000"/>
              </a:lnSpc>
              <a:spcBef>
                <a:spcPts val="0"/>
              </a:spcBef>
              <a:spcAft>
                <a:spcPts val="0"/>
              </a:spcAft>
              <a:buSzPts val="1400"/>
              <a:buChar char="○"/>
              <a:defRPr/>
            </a:lvl5pPr>
            <a:lvl6pPr indent="-317500" lvl="5" marL="2743200">
              <a:lnSpc>
                <a:spcPct val="100000"/>
              </a:lnSpc>
              <a:spcBef>
                <a:spcPts val="0"/>
              </a:spcBef>
              <a:spcAft>
                <a:spcPts val="0"/>
              </a:spcAft>
              <a:buSzPts val="1400"/>
              <a:buChar char="■"/>
              <a:defRPr/>
            </a:lvl6pPr>
            <a:lvl7pPr indent="-317500" lvl="6" marL="3200400">
              <a:lnSpc>
                <a:spcPct val="100000"/>
              </a:lnSpc>
              <a:spcBef>
                <a:spcPts val="0"/>
              </a:spcBef>
              <a:spcAft>
                <a:spcPts val="0"/>
              </a:spcAft>
              <a:buSzPts val="1400"/>
              <a:buChar char="●"/>
              <a:defRPr/>
            </a:lvl7pPr>
            <a:lvl8pPr indent="-317500" lvl="7" marL="3657600">
              <a:lnSpc>
                <a:spcPct val="100000"/>
              </a:lnSpc>
              <a:spcBef>
                <a:spcPts val="0"/>
              </a:spcBef>
              <a:spcAft>
                <a:spcPts val="0"/>
              </a:spcAft>
              <a:buSzPts val="1400"/>
              <a:buChar char="○"/>
              <a:defRPr/>
            </a:lvl8pPr>
            <a:lvl9pPr indent="-317500" lvl="8" marL="4114800">
              <a:lnSpc>
                <a:spcPct val="100000"/>
              </a:lnSpc>
              <a:spcBef>
                <a:spcPts val="0"/>
              </a:spcBef>
              <a:spcAft>
                <a:spcPts val="0"/>
              </a:spcAft>
              <a:buSzPts val="1400"/>
              <a:buChar char="■"/>
              <a:defRPr/>
            </a:lvl9pPr>
          </a:lstStyle>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635" name="Shape 5635"/>
        <p:cNvGrpSpPr/>
        <p:nvPr/>
      </p:nvGrpSpPr>
      <p:grpSpPr>
        <a:xfrm>
          <a:off x="0" y="0"/>
          <a:ext cx="0" cy="0"/>
          <a:chOff x="0" y="0"/>
          <a:chExt cx="0" cy="0"/>
        </a:xfrm>
      </p:grpSpPr>
      <p:sp>
        <p:nvSpPr>
          <p:cNvPr id="5636" name="Google Shape;5636;p7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5637" name="Google Shape;5637;p73"/>
          <p:cNvSpPr txBox="1"/>
          <p:nvPr>
            <p:ph idx="1" type="subTitle"/>
          </p:nvPr>
        </p:nvSpPr>
        <p:spPr>
          <a:xfrm>
            <a:off x="5111073" y="3542824"/>
            <a:ext cx="27948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5638" name="Google Shape;5638;p73"/>
          <p:cNvSpPr txBox="1"/>
          <p:nvPr>
            <p:ph idx="2" type="subTitle"/>
          </p:nvPr>
        </p:nvSpPr>
        <p:spPr>
          <a:xfrm>
            <a:off x="1238150" y="3542824"/>
            <a:ext cx="27948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5639" name="Google Shape;5639;p73"/>
          <p:cNvSpPr txBox="1"/>
          <p:nvPr>
            <p:ph idx="3" type="subTitle"/>
          </p:nvPr>
        </p:nvSpPr>
        <p:spPr>
          <a:xfrm>
            <a:off x="5111063" y="3300725"/>
            <a:ext cx="2794800" cy="3945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640" name="Google Shape;5640;p73"/>
          <p:cNvSpPr txBox="1"/>
          <p:nvPr>
            <p:ph idx="4" type="subTitle"/>
          </p:nvPr>
        </p:nvSpPr>
        <p:spPr>
          <a:xfrm>
            <a:off x="1238150" y="3300725"/>
            <a:ext cx="2794800" cy="3945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5641" name="Google Shape;5641;p73"/>
          <p:cNvGrpSpPr/>
          <p:nvPr/>
        </p:nvGrpSpPr>
        <p:grpSpPr>
          <a:xfrm>
            <a:off x="-125614" y="76016"/>
            <a:ext cx="9093512" cy="4940663"/>
            <a:chOff x="-125614" y="76016"/>
            <a:chExt cx="9093512" cy="4940663"/>
          </a:xfrm>
        </p:grpSpPr>
        <p:grpSp>
          <p:nvGrpSpPr>
            <p:cNvPr id="5642" name="Google Shape;5642;p73"/>
            <p:cNvGrpSpPr/>
            <p:nvPr/>
          </p:nvGrpSpPr>
          <p:grpSpPr>
            <a:xfrm>
              <a:off x="7453426" y="76016"/>
              <a:ext cx="597557" cy="597892"/>
              <a:chOff x="3834909" y="821763"/>
              <a:chExt cx="304891" cy="305063"/>
            </a:xfrm>
          </p:grpSpPr>
          <p:sp>
            <p:nvSpPr>
              <p:cNvPr id="5643" name="Google Shape;5643;p73"/>
              <p:cNvSpPr/>
              <p:nvPr/>
            </p:nvSpPr>
            <p:spPr>
              <a:xfrm>
                <a:off x="3834909" y="821763"/>
                <a:ext cx="303500" cy="303625"/>
              </a:xfrm>
              <a:custGeom>
                <a:rect b="b" l="l" r="r" t="t"/>
                <a:pathLst>
                  <a:path extrusionOk="0" h="12145" w="12140">
                    <a:moveTo>
                      <a:pt x="8031" y="1"/>
                    </a:moveTo>
                    <a:cubicBezTo>
                      <a:pt x="7935" y="1"/>
                      <a:pt x="7840" y="3"/>
                      <a:pt x="7748" y="13"/>
                    </a:cubicBezTo>
                    <a:cubicBezTo>
                      <a:pt x="7355" y="38"/>
                      <a:pt x="6978" y="120"/>
                      <a:pt x="6622" y="249"/>
                    </a:cubicBezTo>
                    <a:cubicBezTo>
                      <a:pt x="6081" y="445"/>
                      <a:pt x="5592" y="754"/>
                      <a:pt x="5186" y="1143"/>
                    </a:cubicBezTo>
                    <a:cubicBezTo>
                      <a:pt x="4737" y="1575"/>
                      <a:pt x="4386" y="2106"/>
                      <a:pt x="4167" y="2701"/>
                    </a:cubicBezTo>
                    <a:cubicBezTo>
                      <a:pt x="4038" y="3055"/>
                      <a:pt x="3956" y="3435"/>
                      <a:pt x="3932" y="3829"/>
                    </a:cubicBezTo>
                    <a:cubicBezTo>
                      <a:pt x="3929" y="3860"/>
                      <a:pt x="3925" y="3893"/>
                      <a:pt x="3925" y="3924"/>
                    </a:cubicBezTo>
                    <a:cubicBezTo>
                      <a:pt x="3894" y="3924"/>
                      <a:pt x="3861" y="3927"/>
                      <a:pt x="3830" y="3931"/>
                    </a:cubicBezTo>
                    <a:cubicBezTo>
                      <a:pt x="3434" y="3958"/>
                      <a:pt x="3052" y="4042"/>
                      <a:pt x="2696" y="4173"/>
                    </a:cubicBezTo>
                    <a:cubicBezTo>
                      <a:pt x="1562" y="4589"/>
                      <a:pt x="664" y="5486"/>
                      <a:pt x="249" y="6621"/>
                    </a:cubicBezTo>
                    <a:cubicBezTo>
                      <a:pt x="120" y="6977"/>
                      <a:pt x="37" y="7355"/>
                      <a:pt x="13" y="7748"/>
                    </a:cubicBezTo>
                    <a:cubicBezTo>
                      <a:pt x="3" y="7840"/>
                      <a:pt x="0" y="7935"/>
                      <a:pt x="0" y="8031"/>
                    </a:cubicBezTo>
                    <a:cubicBezTo>
                      <a:pt x="0" y="8362"/>
                      <a:pt x="39" y="8686"/>
                      <a:pt x="114" y="8992"/>
                    </a:cubicBezTo>
                    <a:cubicBezTo>
                      <a:pt x="168" y="9226"/>
                      <a:pt x="243" y="9449"/>
                      <a:pt x="338" y="9661"/>
                    </a:cubicBezTo>
                    <a:cubicBezTo>
                      <a:pt x="467" y="9966"/>
                      <a:pt x="633" y="10250"/>
                      <a:pt x="833" y="10513"/>
                    </a:cubicBezTo>
                    <a:cubicBezTo>
                      <a:pt x="929" y="10642"/>
                      <a:pt x="1030" y="10761"/>
                      <a:pt x="1141" y="10875"/>
                    </a:cubicBezTo>
                    <a:lnTo>
                      <a:pt x="1251" y="10986"/>
                    </a:lnTo>
                    <a:cubicBezTo>
                      <a:pt x="1482" y="11210"/>
                      <a:pt x="1740" y="11404"/>
                      <a:pt x="2016" y="11566"/>
                    </a:cubicBezTo>
                    <a:cubicBezTo>
                      <a:pt x="2204" y="11680"/>
                      <a:pt x="2403" y="11778"/>
                      <a:pt x="2612" y="11862"/>
                    </a:cubicBezTo>
                    <a:cubicBezTo>
                      <a:pt x="2954" y="11994"/>
                      <a:pt x="3319" y="12086"/>
                      <a:pt x="3700" y="12120"/>
                    </a:cubicBezTo>
                    <a:cubicBezTo>
                      <a:pt x="3773" y="12129"/>
                      <a:pt x="3847" y="12136"/>
                      <a:pt x="3922" y="12138"/>
                    </a:cubicBezTo>
                    <a:lnTo>
                      <a:pt x="3922" y="12144"/>
                    </a:lnTo>
                    <a:lnTo>
                      <a:pt x="12140" y="12144"/>
                    </a:lnTo>
                    <a:lnTo>
                      <a:pt x="12140" y="11280"/>
                    </a:lnTo>
                    <a:lnTo>
                      <a:pt x="12140" y="10389"/>
                    </a:lnTo>
                    <a:lnTo>
                      <a:pt x="12140" y="9042"/>
                    </a:lnTo>
                    <a:lnTo>
                      <a:pt x="12140" y="8150"/>
                    </a:lnTo>
                    <a:lnTo>
                      <a:pt x="12140" y="6808"/>
                    </a:lnTo>
                    <a:lnTo>
                      <a:pt x="12140" y="5914"/>
                    </a:lnTo>
                    <a:lnTo>
                      <a:pt x="12140" y="4571"/>
                    </a:lnTo>
                    <a:lnTo>
                      <a:pt x="12140" y="3922"/>
                    </a:lnTo>
                    <a:lnTo>
                      <a:pt x="12138" y="3922"/>
                    </a:lnTo>
                    <a:cubicBezTo>
                      <a:pt x="12134" y="3849"/>
                      <a:pt x="12128" y="3775"/>
                      <a:pt x="12119" y="3700"/>
                    </a:cubicBezTo>
                    <a:cubicBezTo>
                      <a:pt x="12086" y="3320"/>
                      <a:pt x="11993" y="2953"/>
                      <a:pt x="11861" y="2613"/>
                    </a:cubicBezTo>
                    <a:cubicBezTo>
                      <a:pt x="11778" y="2404"/>
                      <a:pt x="11679" y="2206"/>
                      <a:pt x="11566" y="2017"/>
                    </a:cubicBezTo>
                    <a:cubicBezTo>
                      <a:pt x="11404" y="1741"/>
                      <a:pt x="11206" y="1485"/>
                      <a:pt x="10986" y="1255"/>
                    </a:cubicBezTo>
                    <a:lnTo>
                      <a:pt x="10983" y="1255"/>
                    </a:lnTo>
                    <a:cubicBezTo>
                      <a:pt x="10838" y="1097"/>
                      <a:pt x="10682" y="963"/>
                      <a:pt x="10512" y="834"/>
                    </a:cubicBezTo>
                    <a:cubicBezTo>
                      <a:pt x="10251" y="637"/>
                      <a:pt x="9965" y="467"/>
                      <a:pt x="9661" y="338"/>
                    </a:cubicBezTo>
                    <a:cubicBezTo>
                      <a:pt x="9449" y="243"/>
                      <a:pt x="9224" y="169"/>
                      <a:pt x="8993" y="114"/>
                    </a:cubicBezTo>
                    <a:cubicBezTo>
                      <a:pt x="8687" y="40"/>
                      <a:pt x="8365" y="1"/>
                      <a:pt x="803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3"/>
              <p:cNvSpPr/>
              <p:nvPr/>
            </p:nvSpPr>
            <p:spPr>
              <a:xfrm>
                <a:off x="3836250" y="823225"/>
                <a:ext cx="303550" cy="303600"/>
              </a:xfrm>
              <a:custGeom>
                <a:rect b="b" l="l" r="r" t="t"/>
                <a:pathLst>
                  <a:path extrusionOk="0" h="12144" w="12142">
                    <a:moveTo>
                      <a:pt x="8033" y="1"/>
                    </a:moveTo>
                    <a:cubicBezTo>
                      <a:pt x="7937" y="1"/>
                      <a:pt x="7842" y="5"/>
                      <a:pt x="7750" y="13"/>
                    </a:cubicBezTo>
                    <a:cubicBezTo>
                      <a:pt x="7357" y="38"/>
                      <a:pt x="6978" y="120"/>
                      <a:pt x="6622" y="249"/>
                    </a:cubicBezTo>
                    <a:cubicBezTo>
                      <a:pt x="6080" y="445"/>
                      <a:pt x="5593" y="753"/>
                      <a:pt x="5187" y="1143"/>
                    </a:cubicBezTo>
                    <a:cubicBezTo>
                      <a:pt x="4738" y="1574"/>
                      <a:pt x="4387" y="2106"/>
                      <a:pt x="4169" y="2701"/>
                    </a:cubicBezTo>
                    <a:cubicBezTo>
                      <a:pt x="4040" y="3055"/>
                      <a:pt x="3957" y="3436"/>
                      <a:pt x="3933" y="3829"/>
                    </a:cubicBezTo>
                    <a:cubicBezTo>
                      <a:pt x="3929" y="3860"/>
                      <a:pt x="3926" y="3893"/>
                      <a:pt x="3926" y="3924"/>
                    </a:cubicBezTo>
                    <a:cubicBezTo>
                      <a:pt x="3895" y="3924"/>
                      <a:pt x="3861" y="3928"/>
                      <a:pt x="3830" y="3932"/>
                    </a:cubicBezTo>
                    <a:cubicBezTo>
                      <a:pt x="3435" y="3958"/>
                      <a:pt x="3053" y="4042"/>
                      <a:pt x="2697" y="4174"/>
                    </a:cubicBezTo>
                    <a:cubicBezTo>
                      <a:pt x="1562" y="4589"/>
                      <a:pt x="665" y="5487"/>
                      <a:pt x="250" y="6621"/>
                    </a:cubicBezTo>
                    <a:cubicBezTo>
                      <a:pt x="121" y="6977"/>
                      <a:pt x="38" y="7355"/>
                      <a:pt x="14" y="7748"/>
                    </a:cubicBezTo>
                    <a:cubicBezTo>
                      <a:pt x="4" y="7840"/>
                      <a:pt x="1" y="7936"/>
                      <a:pt x="1" y="8031"/>
                    </a:cubicBezTo>
                    <a:cubicBezTo>
                      <a:pt x="1" y="8364"/>
                      <a:pt x="41" y="8686"/>
                      <a:pt x="114" y="8993"/>
                    </a:cubicBezTo>
                    <a:cubicBezTo>
                      <a:pt x="170" y="9224"/>
                      <a:pt x="243" y="9449"/>
                      <a:pt x="339" y="9660"/>
                    </a:cubicBezTo>
                    <a:cubicBezTo>
                      <a:pt x="468" y="9965"/>
                      <a:pt x="634" y="10249"/>
                      <a:pt x="835" y="10512"/>
                    </a:cubicBezTo>
                    <a:cubicBezTo>
                      <a:pt x="930" y="10641"/>
                      <a:pt x="1031" y="10760"/>
                      <a:pt x="1141" y="10874"/>
                    </a:cubicBezTo>
                    <a:lnTo>
                      <a:pt x="1253" y="10985"/>
                    </a:lnTo>
                    <a:cubicBezTo>
                      <a:pt x="1482" y="11209"/>
                      <a:pt x="1742" y="11403"/>
                      <a:pt x="2017" y="11565"/>
                    </a:cubicBezTo>
                    <a:cubicBezTo>
                      <a:pt x="2204" y="11679"/>
                      <a:pt x="2404" y="11778"/>
                      <a:pt x="2613" y="11860"/>
                    </a:cubicBezTo>
                    <a:cubicBezTo>
                      <a:pt x="2954" y="11992"/>
                      <a:pt x="3321" y="12085"/>
                      <a:pt x="3700" y="12118"/>
                    </a:cubicBezTo>
                    <a:cubicBezTo>
                      <a:pt x="3776" y="12128"/>
                      <a:pt x="3849" y="12134"/>
                      <a:pt x="3922" y="12137"/>
                    </a:cubicBezTo>
                    <a:lnTo>
                      <a:pt x="3922" y="12143"/>
                    </a:lnTo>
                    <a:lnTo>
                      <a:pt x="12141" y="12143"/>
                    </a:lnTo>
                    <a:lnTo>
                      <a:pt x="12141" y="3922"/>
                    </a:lnTo>
                    <a:lnTo>
                      <a:pt x="12138" y="3922"/>
                    </a:lnTo>
                    <a:cubicBezTo>
                      <a:pt x="12136" y="3847"/>
                      <a:pt x="12130" y="3774"/>
                      <a:pt x="12120" y="3700"/>
                    </a:cubicBezTo>
                    <a:cubicBezTo>
                      <a:pt x="12086" y="3320"/>
                      <a:pt x="11995" y="2953"/>
                      <a:pt x="11862" y="2613"/>
                    </a:cubicBezTo>
                    <a:cubicBezTo>
                      <a:pt x="11779" y="2404"/>
                      <a:pt x="11681" y="2208"/>
                      <a:pt x="11567" y="2017"/>
                    </a:cubicBezTo>
                    <a:cubicBezTo>
                      <a:pt x="11404" y="1740"/>
                      <a:pt x="11208" y="1486"/>
                      <a:pt x="10986" y="1255"/>
                    </a:cubicBezTo>
                    <a:lnTo>
                      <a:pt x="10984" y="1255"/>
                    </a:lnTo>
                    <a:cubicBezTo>
                      <a:pt x="10840" y="1099"/>
                      <a:pt x="10682" y="962"/>
                      <a:pt x="10513" y="833"/>
                    </a:cubicBezTo>
                    <a:cubicBezTo>
                      <a:pt x="10253" y="636"/>
                      <a:pt x="9966" y="467"/>
                      <a:pt x="9661" y="338"/>
                    </a:cubicBezTo>
                    <a:cubicBezTo>
                      <a:pt x="9450" y="243"/>
                      <a:pt x="9226" y="170"/>
                      <a:pt x="8995" y="114"/>
                    </a:cubicBezTo>
                    <a:cubicBezTo>
                      <a:pt x="8688" y="40"/>
                      <a:pt x="8364" y="1"/>
                      <a:pt x="80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3"/>
              <p:cNvSpPr/>
              <p:nvPr/>
            </p:nvSpPr>
            <p:spPr>
              <a:xfrm>
                <a:off x="3836575" y="921450"/>
                <a:ext cx="95425" cy="95450"/>
              </a:xfrm>
              <a:custGeom>
                <a:rect b="b" l="l" r="r" t="t"/>
                <a:pathLst>
                  <a:path extrusionOk="0" h="3818" w="3817">
                    <a:moveTo>
                      <a:pt x="3816" y="0"/>
                    </a:moveTo>
                    <a:lnTo>
                      <a:pt x="3816" y="0"/>
                    </a:lnTo>
                    <a:cubicBezTo>
                      <a:pt x="3421" y="29"/>
                      <a:pt x="3039" y="112"/>
                      <a:pt x="2683" y="243"/>
                    </a:cubicBezTo>
                    <a:lnTo>
                      <a:pt x="235" y="2691"/>
                    </a:lnTo>
                    <a:cubicBezTo>
                      <a:pt x="106" y="3047"/>
                      <a:pt x="24" y="3425"/>
                      <a:pt x="0" y="3818"/>
                    </a:cubicBezTo>
                    <a:lnTo>
                      <a:pt x="38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3"/>
              <p:cNvSpPr/>
              <p:nvPr/>
            </p:nvSpPr>
            <p:spPr>
              <a:xfrm>
                <a:off x="3934525" y="823475"/>
                <a:ext cx="95450" cy="95500"/>
              </a:xfrm>
              <a:custGeom>
                <a:rect b="b" l="l" r="r" t="t"/>
                <a:pathLst>
                  <a:path extrusionOk="0" h="3820" w="3818">
                    <a:moveTo>
                      <a:pt x="3818" y="1"/>
                    </a:moveTo>
                    <a:lnTo>
                      <a:pt x="3818" y="1"/>
                    </a:lnTo>
                    <a:cubicBezTo>
                      <a:pt x="3425" y="26"/>
                      <a:pt x="3046" y="109"/>
                      <a:pt x="2689" y="239"/>
                    </a:cubicBezTo>
                    <a:lnTo>
                      <a:pt x="237" y="2691"/>
                    </a:lnTo>
                    <a:cubicBezTo>
                      <a:pt x="108" y="3045"/>
                      <a:pt x="25" y="3426"/>
                      <a:pt x="1" y="3819"/>
                    </a:cubicBezTo>
                    <a:lnTo>
                      <a:pt x="38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3"/>
              <p:cNvSpPr/>
              <p:nvPr/>
            </p:nvSpPr>
            <p:spPr>
              <a:xfrm>
                <a:off x="3839075" y="826050"/>
                <a:ext cx="238700" cy="238700"/>
              </a:xfrm>
              <a:custGeom>
                <a:rect b="b" l="l" r="r" t="t"/>
                <a:pathLst>
                  <a:path extrusionOk="0" h="9548" w="9548">
                    <a:moveTo>
                      <a:pt x="8881" y="0"/>
                    </a:moveTo>
                    <a:lnTo>
                      <a:pt x="0" y="8880"/>
                    </a:lnTo>
                    <a:cubicBezTo>
                      <a:pt x="56" y="9111"/>
                      <a:pt x="129" y="9336"/>
                      <a:pt x="225" y="9547"/>
                    </a:cubicBezTo>
                    <a:lnTo>
                      <a:pt x="9547" y="224"/>
                    </a:lnTo>
                    <a:cubicBezTo>
                      <a:pt x="9336" y="129"/>
                      <a:pt x="9112" y="55"/>
                      <a:pt x="88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3"/>
              <p:cNvSpPr/>
              <p:nvPr/>
            </p:nvSpPr>
            <p:spPr>
              <a:xfrm>
                <a:off x="3857025" y="844025"/>
                <a:ext cx="253775" cy="253850"/>
              </a:xfrm>
              <a:custGeom>
                <a:rect b="b" l="l" r="r" t="t"/>
                <a:pathLst>
                  <a:path extrusionOk="0" h="10154" w="10151">
                    <a:moveTo>
                      <a:pt x="9680" y="0"/>
                    </a:moveTo>
                    <a:lnTo>
                      <a:pt x="0" y="9680"/>
                    </a:lnTo>
                    <a:cubicBezTo>
                      <a:pt x="96" y="9809"/>
                      <a:pt x="197" y="9928"/>
                      <a:pt x="308" y="10042"/>
                    </a:cubicBezTo>
                    <a:lnTo>
                      <a:pt x="418" y="10153"/>
                    </a:lnTo>
                    <a:lnTo>
                      <a:pt x="10150" y="421"/>
                    </a:lnTo>
                    <a:cubicBezTo>
                      <a:pt x="10008" y="264"/>
                      <a:pt x="9850" y="129"/>
                      <a:pt x="9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3"/>
              <p:cNvSpPr/>
              <p:nvPr/>
            </p:nvSpPr>
            <p:spPr>
              <a:xfrm>
                <a:off x="3886650" y="873600"/>
                <a:ext cx="246150" cy="246150"/>
              </a:xfrm>
              <a:custGeom>
                <a:rect b="b" l="l" r="r" t="t"/>
                <a:pathLst>
                  <a:path extrusionOk="0" h="9846" w="9846">
                    <a:moveTo>
                      <a:pt x="9550" y="0"/>
                    </a:moveTo>
                    <a:lnTo>
                      <a:pt x="0" y="9550"/>
                    </a:lnTo>
                    <a:cubicBezTo>
                      <a:pt x="187" y="9664"/>
                      <a:pt x="387" y="9763"/>
                      <a:pt x="596" y="9845"/>
                    </a:cubicBezTo>
                    <a:lnTo>
                      <a:pt x="9845" y="597"/>
                    </a:lnTo>
                    <a:cubicBezTo>
                      <a:pt x="9763" y="387"/>
                      <a:pt x="9664" y="191"/>
                      <a:pt x="9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3"/>
              <p:cNvSpPr/>
              <p:nvPr/>
            </p:nvSpPr>
            <p:spPr>
              <a:xfrm>
                <a:off x="3928750" y="915725"/>
                <a:ext cx="211050" cy="211100"/>
              </a:xfrm>
              <a:custGeom>
                <a:rect b="b" l="l" r="r" t="t"/>
                <a:pathLst>
                  <a:path extrusionOk="0" h="8444" w="8442">
                    <a:moveTo>
                      <a:pt x="8419" y="0"/>
                    </a:moveTo>
                    <a:lnTo>
                      <a:pt x="0" y="8418"/>
                    </a:lnTo>
                    <a:cubicBezTo>
                      <a:pt x="76" y="8428"/>
                      <a:pt x="149" y="8434"/>
                      <a:pt x="222" y="8437"/>
                    </a:cubicBezTo>
                    <a:lnTo>
                      <a:pt x="222" y="8443"/>
                    </a:lnTo>
                    <a:lnTo>
                      <a:pt x="867" y="8443"/>
                    </a:lnTo>
                    <a:lnTo>
                      <a:pt x="8441" y="869"/>
                    </a:lnTo>
                    <a:lnTo>
                      <a:pt x="8441" y="222"/>
                    </a:lnTo>
                    <a:lnTo>
                      <a:pt x="8437" y="222"/>
                    </a:lnTo>
                    <a:cubicBezTo>
                      <a:pt x="8435" y="147"/>
                      <a:pt x="8429" y="74"/>
                      <a:pt x="8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3"/>
              <p:cNvSpPr/>
              <p:nvPr/>
            </p:nvSpPr>
            <p:spPr>
              <a:xfrm>
                <a:off x="3984075" y="971025"/>
                <a:ext cx="155725" cy="155800"/>
              </a:xfrm>
              <a:custGeom>
                <a:rect b="b" l="l" r="r" t="t"/>
                <a:pathLst>
                  <a:path extrusionOk="0" h="6232" w="6229">
                    <a:moveTo>
                      <a:pt x="6228" y="1"/>
                    </a:moveTo>
                    <a:lnTo>
                      <a:pt x="0" y="6231"/>
                    </a:lnTo>
                    <a:lnTo>
                      <a:pt x="892" y="6231"/>
                    </a:lnTo>
                    <a:lnTo>
                      <a:pt x="6228" y="895"/>
                    </a:lnTo>
                    <a:lnTo>
                      <a:pt x="62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3"/>
              <p:cNvSpPr/>
              <p:nvPr/>
            </p:nvSpPr>
            <p:spPr>
              <a:xfrm>
                <a:off x="4039950" y="1026975"/>
                <a:ext cx="99850" cy="99850"/>
              </a:xfrm>
              <a:custGeom>
                <a:rect b="b" l="l" r="r" t="t"/>
                <a:pathLst>
                  <a:path extrusionOk="0" h="3994" w="3994">
                    <a:moveTo>
                      <a:pt x="3993" y="0"/>
                    </a:moveTo>
                    <a:lnTo>
                      <a:pt x="0" y="3993"/>
                    </a:lnTo>
                    <a:lnTo>
                      <a:pt x="892" y="3993"/>
                    </a:lnTo>
                    <a:lnTo>
                      <a:pt x="3993" y="892"/>
                    </a:lnTo>
                    <a:lnTo>
                      <a:pt x="3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3"/>
              <p:cNvSpPr/>
              <p:nvPr/>
            </p:nvSpPr>
            <p:spPr>
              <a:xfrm>
                <a:off x="4095800" y="1082900"/>
                <a:ext cx="44000" cy="43925"/>
              </a:xfrm>
              <a:custGeom>
                <a:rect b="b" l="l" r="r" t="t"/>
                <a:pathLst>
                  <a:path extrusionOk="0" h="1757" w="1760">
                    <a:moveTo>
                      <a:pt x="1759" y="1"/>
                    </a:moveTo>
                    <a:lnTo>
                      <a:pt x="1" y="1756"/>
                    </a:lnTo>
                    <a:lnTo>
                      <a:pt x="895" y="1756"/>
                    </a:lnTo>
                    <a:lnTo>
                      <a:pt x="1759" y="892"/>
                    </a:lnTo>
                    <a:lnTo>
                      <a:pt x="1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3"/>
              <p:cNvSpPr/>
              <p:nvPr/>
            </p:nvSpPr>
            <p:spPr>
              <a:xfrm>
                <a:off x="3892750" y="879725"/>
                <a:ext cx="190525" cy="190475"/>
              </a:xfrm>
              <a:custGeom>
                <a:rect b="b" l="l" r="r" t="t"/>
                <a:pathLst>
                  <a:path extrusionOk="0" h="7619" w="7621">
                    <a:moveTo>
                      <a:pt x="5771" y="1"/>
                    </a:moveTo>
                    <a:cubicBezTo>
                      <a:pt x="4779" y="1"/>
                      <a:pt x="3969" y="775"/>
                      <a:pt x="3925" y="1764"/>
                    </a:cubicBezTo>
                    <a:lnTo>
                      <a:pt x="3834" y="3834"/>
                    </a:lnTo>
                    <a:lnTo>
                      <a:pt x="1764" y="3924"/>
                    </a:lnTo>
                    <a:cubicBezTo>
                      <a:pt x="777" y="3969"/>
                      <a:pt x="1" y="4780"/>
                      <a:pt x="1" y="5771"/>
                    </a:cubicBezTo>
                    <a:cubicBezTo>
                      <a:pt x="1" y="6761"/>
                      <a:pt x="774" y="7571"/>
                      <a:pt x="1762" y="7617"/>
                    </a:cubicBezTo>
                    <a:lnTo>
                      <a:pt x="1815" y="7619"/>
                    </a:lnTo>
                    <a:lnTo>
                      <a:pt x="1815" y="7618"/>
                    </a:lnTo>
                    <a:lnTo>
                      <a:pt x="7620" y="7618"/>
                    </a:lnTo>
                    <a:lnTo>
                      <a:pt x="7620" y="1817"/>
                    </a:lnTo>
                    <a:lnTo>
                      <a:pt x="7617" y="1761"/>
                    </a:lnTo>
                    <a:cubicBezTo>
                      <a:pt x="7573" y="775"/>
                      <a:pt x="6761" y="1"/>
                      <a:pt x="5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3"/>
              <p:cNvSpPr/>
              <p:nvPr/>
            </p:nvSpPr>
            <p:spPr>
              <a:xfrm>
                <a:off x="3911600" y="898625"/>
                <a:ext cx="152700" cy="152725"/>
              </a:xfrm>
              <a:custGeom>
                <a:rect b="b" l="l" r="r" t="t"/>
                <a:pathLst>
                  <a:path extrusionOk="0" h="6109" w="6108">
                    <a:moveTo>
                      <a:pt x="5015" y="0"/>
                    </a:moveTo>
                    <a:cubicBezTo>
                      <a:pt x="4429" y="0"/>
                      <a:pt x="3950" y="458"/>
                      <a:pt x="3924" y="1042"/>
                    </a:cubicBezTo>
                    <a:lnTo>
                      <a:pt x="3802" y="3802"/>
                    </a:lnTo>
                    <a:lnTo>
                      <a:pt x="1042" y="3924"/>
                    </a:lnTo>
                    <a:cubicBezTo>
                      <a:pt x="458" y="3950"/>
                      <a:pt x="0" y="4427"/>
                      <a:pt x="0" y="5015"/>
                    </a:cubicBezTo>
                    <a:cubicBezTo>
                      <a:pt x="0" y="5602"/>
                      <a:pt x="458" y="6081"/>
                      <a:pt x="1045" y="6107"/>
                    </a:cubicBezTo>
                    <a:lnTo>
                      <a:pt x="1079" y="6109"/>
                    </a:lnTo>
                    <a:lnTo>
                      <a:pt x="6108" y="6109"/>
                    </a:lnTo>
                    <a:lnTo>
                      <a:pt x="6108" y="1079"/>
                    </a:lnTo>
                    <a:lnTo>
                      <a:pt x="6106" y="1041"/>
                    </a:lnTo>
                    <a:cubicBezTo>
                      <a:pt x="6081" y="458"/>
                      <a:pt x="5601" y="0"/>
                      <a:pt x="50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6" name="Google Shape;5656;p73"/>
            <p:cNvGrpSpPr/>
            <p:nvPr/>
          </p:nvGrpSpPr>
          <p:grpSpPr>
            <a:xfrm>
              <a:off x="8154462" y="164050"/>
              <a:ext cx="750772" cy="750911"/>
              <a:chOff x="4175209" y="890163"/>
              <a:chExt cx="383066" cy="383138"/>
            </a:xfrm>
          </p:grpSpPr>
          <p:sp>
            <p:nvSpPr>
              <p:cNvPr id="5657" name="Google Shape;5657;p73"/>
              <p:cNvSpPr/>
              <p:nvPr/>
            </p:nvSpPr>
            <p:spPr>
              <a:xfrm>
                <a:off x="4175209" y="890163"/>
                <a:ext cx="381750" cy="381750"/>
              </a:xfrm>
              <a:custGeom>
                <a:rect b="b" l="l" r="r" t="t"/>
                <a:pathLst>
                  <a:path extrusionOk="0" h="15270" w="15270">
                    <a:moveTo>
                      <a:pt x="5169" y="0"/>
                    </a:moveTo>
                    <a:cubicBezTo>
                      <a:pt x="2395" y="0"/>
                      <a:pt x="131" y="2187"/>
                      <a:pt x="7" y="4932"/>
                    </a:cubicBezTo>
                    <a:lnTo>
                      <a:pt x="1" y="4932"/>
                    </a:lnTo>
                    <a:lnTo>
                      <a:pt x="1" y="5170"/>
                    </a:lnTo>
                    <a:lnTo>
                      <a:pt x="1" y="15270"/>
                    </a:lnTo>
                    <a:lnTo>
                      <a:pt x="10338" y="15270"/>
                    </a:lnTo>
                    <a:lnTo>
                      <a:pt x="10338" y="15264"/>
                    </a:lnTo>
                    <a:cubicBezTo>
                      <a:pt x="13082" y="15139"/>
                      <a:pt x="15269" y="12875"/>
                      <a:pt x="15269" y="10099"/>
                    </a:cubicBezTo>
                    <a:cubicBezTo>
                      <a:pt x="15269" y="7322"/>
                      <a:pt x="13078" y="5058"/>
                      <a:pt x="10332" y="4937"/>
                    </a:cubicBezTo>
                    <a:cubicBezTo>
                      <a:pt x="10211" y="2189"/>
                      <a:pt x="7947" y="0"/>
                      <a:pt x="5169"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3"/>
              <p:cNvSpPr/>
              <p:nvPr/>
            </p:nvSpPr>
            <p:spPr>
              <a:xfrm>
                <a:off x="4176525" y="891600"/>
                <a:ext cx="381750" cy="381700"/>
              </a:xfrm>
              <a:custGeom>
                <a:rect b="b" l="l" r="r" t="t"/>
                <a:pathLst>
                  <a:path extrusionOk="0" h="15268" w="15270">
                    <a:moveTo>
                      <a:pt x="5171" y="0"/>
                    </a:moveTo>
                    <a:cubicBezTo>
                      <a:pt x="2396" y="0"/>
                      <a:pt x="132" y="2188"/>
                      <a:pt x="9" y="4931"/>
                    </a:cubicBezTo>
                    <a:lnTo>
                      <a:pt x="9" y="4930"/>
                    </a:lnTo>
                    <a:lnTo>
                      <a:pt x="0" y="4930"/>
                    </a:lnTo>
                    <a:lnTo>
                      <a:pt x="0" y="5167"/>
                    </a:lnTo>
                    <a:lnTo>
                      <a:pt x="0" y="15268"/>
                    </a:lnTo>
                    <a:lnTo>
                      <a:pt x="10339" y="15268"/>
                    </a:lnTo>
                    <a:lnTo>
                      <a:pt x="10339" y="15261"/>
                    </a:lnTo>
                    <a:cubicBezTo>
                      <a:pt x="13084" y="15138"/>
                      <a:pt x="15270" y="12873"/>
                      <a:pt x="15270" y="10099"/>
                    </a:cubicBezTo>
                    <a:cubicBezTo>
                      <a:pt x="15270" y="7321"/>
                      <a:pt x="13081" y="5058"/>
                      <a:pt x="10334" y="4936"/>
                    </a:cubicBezTo>
                    <a:cubicBezTo>
                      <a:pt x="10212" y="2190"/>
                      <a:pt x="7948" y="0"/>
                      <a:pt x="51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3"/>
              <p:cNvSpPr/>
              <p:nvPr/>
            </p:nvSpPr>
            <p:spPr>
              <a:xfrm>
                <a:off x="4224000" y="939000"/>
                <a:ext cx="286875" cy="286900"/>
              </a:xfrm>
              <a:custGeom>
                <a:rect b="b" l="l" r="r" t="t"/>
                <a:pathLst>
                  <a:path extrusionOk="0" h="11476" w="11475">
                    <a:moveTo>
                      <a:pt x="3272" y="0"/>
                    </a:moveTo>
                    <a:cubicBezTo>
                      <a:pt x="1518" y="0"/>
                      <a:pt x="83" y="1371"/>
                      <a:pt x="4" y="3121"/>
                    </a:cubicBezTo>
                    <a:lnTo>
                      <a:pt x="0" y="3212"/>
                    </a:lnTo>
                    <a:lnTo>
                      <a:pt x="0" y="11476"/>
                    </a:lnTo>
                    <a:lnTo>
                      <a:pt x="8271" y="11476"/>
                    </a:lnTo>
                    <a:lnTo>
                      <a:pt x="8271" y="11475"/>
                    </a:lnTo>
                    <a:lnTo>
                      <a:pt x="8354" y="11471"/>
                    </a:lnTo>
                    <a:cubicBezTo>
                      <a:pt x="10103" y="11392"/>
                      <a:pt x="11475" y="9957"/>
                      <a:pt x="11475" y="8203"/>
                    </a:cubicBezTo>
                    <a:cubicBezTo>
                      <a:pt x="11475" y="6448"/>
                      <a:pt x="10102" y="5013"/>
                      <a:pt x="8350" y="4936"/>
                    </a:cubicBezTo>
                    <a:lnTo>
                      <a:pt x="6615" y="4860"/>
                    </a:lnTo>
                    <a:lnTo>
                      <a:pt x="6539" y="3125"/>
                    </a:lnTo>
                    <a:cubicBezTo>
                      <a:pt x="6461" y="1373"/>
                      <a:pt x="5026" y="0"/>
                      <a:pt x="3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3"/>
              <p:cNvSpPr/>
              <p:nvPr/>
            </p:nvSpPr>
            <p:spPr>
              <a:xfrm>
                <a:off x="4235825" y="980975"/>
                <a:ext cx="13575" cy="13550"/>
              </a:xfrm>
              <a:custGeom>
                <a:rect b="b" l="l" r="r" t="t"/>
                <a:pathLst>
                  <a:path extrusionOk="0" h="542" w="543">
                    <a:moveTo>
                      <a:pt x="271" y="0"/>
                    </a:moveTo>
                    <a:cubicBezTo>
                      <a:pt x="122" y="0"/>
                      <a:pt x="1" y="121"/>
                      <a:pt x="1" y="270"/>
                    </a:cubicBezTo>
                    <a:cubicBezTo>
                      <a:pt x="1" y="420"/>
                      <a:pt x="122" y="542"/>
                      <a:pt x="271" y="542"/>
                    </a:cubicBezTo>
                    <a:cubicBezTo>
                      <a:pt x="421" y="542"/>
                      <a:pt x="543" y="420"/>
                      <a:pt x="543" y="270"/>
                    </a:cubicBezTo>
                    <a:cubicBezTo>
                      <a:pt x="543" y="121"/>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3"/>
              <p:cNvSpPr/>
              <p:nvPr/>
            </p:nvSpPr>
            <p:spPr>
              <a:xfrm>
                <a:off x="4235825" y="1021525"/>
                <a:ext cx="13575" cy="13575"/>
              </a:xfrm>
              <a:custGeom>
                <a:rect b="b" l="l" r="r" t="t"/>
                <a:pathLst>
                  <a:path extrusionOk="0" h="543" w="543">
                    <a:moveTo>
                      <a:pt x="271" y="0"/>
                    </a:moveTo>
                    <a:cubicBezTo>
                      <a:pt x="122" y="0"/>
                      <a:pt x="1" y="122"/>
                      <a:pt x="1" y="272"/>
                    </a:cubicBezTo>
                    <a:cubicBezTo>
                      <a:pt x="1" y="420"/>
                      <a:pt x="122" y="542"/>
                      <a:pt x="271" y="542"/>
                    </a:cubicBezTo>
                    <a:cubicBezTo>
                      <a:pt x="421" y="542"/>
                      <a:pt x="543" y="420"/>
                      <a:pt x="543" y="272"/>
                    </a:cubicBezTo>
                    <a:cubicBezTo>
                      <a:pt x="543"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3"/>
              <p:cNvSpPr/>
              <p:nvPr/>
            </p:nvSpPr>
            <p:spPr>
              <a:xfrm>
                <a:off x="4276400" y="1001250"/>
                <a:ext cx="13550" cy="13575"/>
              </a:xfrm>
              <a:custGeom>
                <a:rect b="b" l="l" r="r" t="t"/>
                <a:pathLst>
                  <a:path extrusionOk="0" h="543" w="542">
                    <a:moveTo>
                      <a:pt x="272" y="0"/>
                    </a:moveTo>
                    <a:cubicBezTo>
                      <a:pt x="122" y="0"/>
                      <a:pt x="0" y="121"/>
                      <a:pt x="0" y="271"/>
                    </a:cubicBezTo>
                    <a:cubicBezTo>
                      <a:pt x="0" y="420"/>
                      <a:pt x="122" y="542"/>
                      <a:pt x="272" y="542"/>
                    </a:cubicBezTo>
                    <a:cubicBezTo>
                      <a:pt x="421" y="542"/>
                      <a:pt x="542" y="420"/>
                      <a:pt x="542" y="271"/>
                    </a:cubicBezTo>
                    <a:cubicBezTo>
                      <a:pt x="542" y="121"/>
                      <a:pt x="421"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3"/>
              <p:cNvSpPr/>
              <p:nvPr/>
            </p:nvSpPr>
            <p:spPr>
              <a:xfrm>
                <a:off x="4235825" y="1062125"/>
                <a:ext cx="13575" cy="13575"/>
              </a:xfrm>
              <a:custGeom>
                <a:rect b="b" l="l" r="r" t="t"/>
                <a:pathLst>
                  <a:path extrusionOk="0" h="543" w="543">
                    <a:moveTo>
                      <a:pt x="271" y="1"/>
                    </a:moveTo>
                    <a:cubicBezTo>
                      <a:pt x="122" y="1"/>
                      <a:pt x="1" y="121"/>
                      <a:pt x="1" y="271"/>
                    </a:cubicBezTo>
                    <a:cubicBezTo>
                      <a:pt x="1" y="421"/>
                      <a:pt x="122" y="543"/>
                      <a:pt x="271" y="543"/>
                    </a:cubicBezTo>
                    <a:cubicBezTo>
                      <a:pt x="421" y="543"/>
                      <a:pt x="543" y="421"/>
                      <a:pt x="543" y="271"/>
                    </a:cubicBezTo>
                    <a:cubicBezTo>
                      <a:pt x="543" y="121"/>
                      <a:pt x="421"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3"/>
              <p:cNvSpPr/>
              <p:nvPr/>
            </p:nvSpPr>
            <p:spPr>
              <a:xfrm>
                <a:off x="4235825" y="1102700"/>
                <a:ext cx="13575" cy="13550"/>
              </a:xfrm>
              <a:custGeom>
                <a:rect b="b" l="l" r="r" t="t"/>
                <a:pathLst>
                  <a:path extrusionOk="0" h="542" w="543">
                    <a:moveTo>
                      <a:pt x="271" y="0"/>
                    </a:moveTo>
                    <a:cubicBezTo>
                      <a:pt x="122" y="0"/>
                      <a:pt x="1" y="122"/>
                      <a:pt x="1" y="271"/>
                    </a:cubicBezTo>
                    <a:cubicBezTo>
                      <a:pt x="1" y="421"/>
                      <a:pt x="122" y="542"/>
                      <a:pt x="271" y="542"/>
                    </a:cubicBezTo>
                    <a:cubicBezTo>
                      <a:pt x="421" y="542"/>
                      <a:pt x="543" y="421"/>
                      <a:pt x="543" y="271"/>
                    </a:cubicBezTo>
                    <a:cubicBezTo>
                      <a:pt x="543"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3"/>
              <p:cNvSpPr/>
              <p:nvPr/>
            </p:nvSpPr>
            <p:spPr>
              <a:xfrm>
                <a:off x="4235825" y="1143300"/>
                <a:ext cx="13575" cy="13575"/>
              </a:xfrm>
              <a:custGeom>
                <a:rect b="b" l="l" r="r" t="t"/>
                <a:pathLst>
                  <a:path extrusionOk="0" h="543" w="543">
                    <a:moveTo>
                      <a:pt x="271" y="0"/>
                    </a:moveTo>
                    <a:cubicBezTo>
                      <a:pt x="122" y="0"/>
                      <a:pt x="1" y="122"/>
                      <a:pt x="1" y="271"/>
                    </a:cubicBezTo>
                    <a:cubicBezTo>
                      <a:pt x="1" y="420"/>
                      <a:pt x="122" y="542"/>
                      <a:pt x="271" y="542"/>
                    </a:cubicBezTo>
                    <a:cubicBezTo>
                      <a:pt x="421" y="542"/>
                      <a:pt x="543" y="420"/>
                      <a:pt x="543" y="271"/>
                    </a:cubicBezTo>
                    <a:cubicBezTo>
                      <a:pt x="543"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3"/>
              <p:cNvSpPr/>
              <p:nvPr/>
            </p:nvSpPr>
            <p:spPr>
              <a:xfrm>
                <a:off x="4235825" y="1183850"/>
                <a:ext cx="13575" cy="13575"/>
              </a:xfrm>
              <a:custGeom>
                <a:rect b="b" l="l" r="r" t="t"/>
                <a:pathLst>
                  <a:path extrusionOk="0" h="543" w="543">
                    <a:moveTo>
                      <a:pt x="271" y="1"/>
                    </a:moveTo>
                    <a:cubicBezTo>
                      <a:pt x="122" y="1"/>
                      <a:pt x="1" y="122"/>
                      <a:pt x="1" y="272"/>
                    </a:cubicBezTo>
                    <a:cubicBezTo>
                      <a:pt x="1" y="422"/>
                      <a:pt x="122" y="543"/>
                      <a:pt x="271" y="543"/>
                    </a:cubicBezTo>
                    <a:cubicBezTo>
                      <a:pt x="421" y="543"/>
                      <a:pt x="543" y="422"/>
                      <a:pt x="543" y="272"/>
                    </a:cubicBezTo>
                    <a:cubicBezTo>
                      <a:pt x="543" y="122"/>
                      <a:pt x="421"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3"/>
              <p:cNvSpPr/>
              <p:nvPr/>
            </p:nvSpPr>
            <p:spPr>
              <a:xfrm>
                <a:off x="4276400" y="1041800"/>
                <a:ext cx="13550" cy="13575"/>
              </a:xfrm>
              <a:custGeom>
                <a:rect b="b" l="l" r="r" t="t"/>
                <a:pathLst>
                  <a:path extrusionOk="0" h="543" w="542">
                    <a:moveTo>
                      <a:pt x="272" y="1"/>
                    </a:moveTo>
                    <a:cubicBezTo>
                      <a:pt x="122" y="1"/>
                      <a:pt x="0" y="122"/>
                      <a:pt x="0" y="272"/>
                    </a:cubicBezTo>
                    <a:cubicBezTo>
                      <a:pt x="0" y="422"/>
                      <a:pt x="122" y="542"/>
                      <a:pt x="272" y="542"/>
                    </a:cubicBezTo>
                    <a:cubicBezTo>
                      <a:pt x="421" y="542"/>
                      <a:pt x="542" y="422"/>
                      <a:pt x="542" y="272"/>
                    </a:cubicBezTo>
                    <a:cubicBezTo>
                      <a:pt x="542" y="122"/>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3"/>
              <p:cNvSpPr/>
              <p:nvPr/>
            </p:nvSpPr>
            <p:spPr>
              <a:xfrm>
                <a:off x="4276400" y="1082400"/>
                <a:ext cx="13550" cy="13575"/>
              </a:xfrm>
              <a:custGeom>
                <a:rect b="b" l="l" r="r" t="t"/>
                <a:pathLst>
                  <a:path extrusionOk="0" h="543" w="542">
                    <a:moveTo>
                      <a:pt x="272" y="1"/>
                    </a:moveTo>
                    <a:cubicBezTo>
                      <a:pt x="122" y="1"/>
                      <a:pt x="0" y="123"/>
                      <a:pt x="0" y="272"/>
                    </a:cubicBezTo>
                    <a:cubicBezTo>
                      <a:pt x="0" y="421"/>
                      <a:pt x="122" y="543"/>
                      <a:pt x="272" y="543"/>
                    </a:cubicBezTo>
                    <a:cubicBezTo>
                      <a:pt x="421" y="543"/>
                      <a:pt x="542" y="421"/>
                      <a:pt x="542" y="272"/>
                    </a:cubicBezTo>
                    <a:cubicBezTo>
                      <a:pt x="542" y="123"/>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3"/>
              <p:cNvSpPr/>
              <p:nvPr/>
            </p:nvSpPr>
            <p:spPr>
              <a:xfrm>
                <a:off x="4276400" y="1122975"/>
                <a:ext cx="13550" cy="13550"/>
              </a:xfrm>
              <a:custGeom>
                <a:rect b="b" l="l" r="r" t="t"/>
                <a:pathLst>
                  <a:path extrusionOk="0" h="542" w="542">
                    <a:moveTo>
                      <a:pt x="272" y="0"/>
                    </a:moveTo>
                    <a:cubicBezTo>
                      <a:pt x="122" y="0"/>
                      <a:pt x="0" y="122"/>
                      <a:pt x="0" y="272"/>
                    </a:cubicBezTo>
                    <a:cubicBezTo>
                      <a:pt x="0" y="421"/>
                      <a:pt x="122" y="542"/>
                      <a:pt x="272" y="542"/>
                    </a:cubicBezTo>
                    <a:cubicBezTo>
                      <a:pt x="421" y="542"/>
                      <a:pt x="542" y="421"/>
                      <a:pt x="542" y="272"/>
                    </a:cubicBezTo>
                    <a:cubicBezTo>
                      <a:pt x="542" y="122"/>
                      <a:pt x="421"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3"/>
              <p:cNvSpPr/>
              <p:nvPr/>
            </p:nvSpPr>
            <p:spPr>
              <a:xfrm>
                <a:off x="4276400" y="1163575"/>
                <a:ext cx="13550" cy="13575"/>
              </a:xfrm>
              <a:custGeom>
                <a:rect b="b" l="l" r="r" t="t"/>
                <a:pathLst>
                  <a:path extrusionOk="0" h="543" w="542">
                    <a:moveTo>
                      <a:pt x="272" y="1"/>
                    </a:moveTo>
                    <a:cubicBezTo>
                      <a:pt x="122" y="1"/>
                      <a:pt x="0" y="122"/>
                      <a:pt x="0" y="272"/>
                    </a:cubicBezTo>
                    <a:cubicBezTo>
                      <a:pt x="0" y="422"/>
                      <a:pt x="122" y="542"/>
                      <a:pt x="272" y="542"/>
                    </a:cubicBezTo>
                    <a:cubicBezTo>
                      <a:pt x="421" y="542"/>
                      <a:pt x="542" y="422"/>
                      <a:pt x="542" y="272"/>
                    </a:cubicBezTo>
                    <a:cubicBezTo>
                      <a:pt x="542" y="122"/>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3"/>
              <p:cNvSpPr/>
              <p:nvPr/>
            </p:nvSpPr>
            <p:spPr>
              <a:xfrm>
                <a:off x="4276400" y="1204150"/>
                <a:ext cx="13550" cy="13575"/>
              </a:xfrm>
              <a:custGeom>
                <a:rect b="b" l="l" r="r" t="t"/>
                <a:pathLst>
                  <a:path extrusionOk="0" h="543" w="542">
                    <a:moveTo>
                      <a:pt x="272" y="1"/>
                    </a:moveTo>
                    <a:cubicBezTo>
                      <a:pt x="122" y="1"/>
                      <a:pt x="0" y="122"/>
                      <a:pt x="0" y="271"/>
                    </a:cubicBezTo>
                    <a:cubicBezTo>
                      <a:pt x="0" y="421"/>
                      <a:pt x="122" y="543"/>
                      <a:pt x="272" y="543"/>
                    </a:cubicBezTo>
                    <a:cubicBezTo>
                      <a:pt x="421" y="543"/>
                      <a:pt x="542" y="421"/>
                      <a:pt x="542" y="271"/>
                    </a:cubicBezTo>
                    <a:cubicBezTo>
                      <a:pt x="542" y="122"/>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3"/>
              <p:cNvSpPr/>
              <p:nvPr/>
            </p:nvSpPr>
            <p:spPr>
              <a:xfrm>
                <a:off x="4276400" y="960650"/>
                <a:ext cx="13550" cy="13575"/>
              </a:xfrm>
              <a:custGeom>
                <a:rect b="b" l="l" r="r" t="t"/>
                <a:pathLst>
                  <a:path extrusionOk="0" h="543" w="542">
                    <a:moveTo>
                      <a:pt x="272" y="1"/>
                    </a:moveTo>
                    <a:cubicBezTo>
                      <a:pt x="122" y="1"/>
                      <a:pt x="0" y="123"/>
                      <a:pt x="0" y="272"/>
                    </a:cubicBezTo>
                    <a:cubicBezTo>
                      <a:pt x="0" y="422"/>
                      <a:pt x="122" y="543"/>
                      <a:pt x="272" y="543"/>
                    </a:cubicBezTo>
                    <a:cubicBezTo>
                      <a:pt x="421" y="543"/>
                      <a:pt x="542" y="422"/>
                      <a:pt x="542" y="272"/>
                    </a:cubicBezTo>
                    <a:cubicBezTo>
                      <a:pt x="542" y="123"/>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3"/>
              <p:cNvSpPr/>
              <p:nvPr/>
            </p:nvSpPr>
            <p:spPr>
              <a:xfrm>
                <a:off x="4313275" y="980975"/>
                <a:ext cx="13575" cy="13550"/>
              </a:xfrm>
              <a:custGeom>
                <a:rect b="b" l="l" r="r" t="t"/>
                <a:pathLst>
                  <a:path extrusionOk="0" h="542" w="543">
                    <a:moveTo>
                      <a:pt x="272" y="0"/>
                    </a:moveTo>
                    <a:cubicBezTo>
                      <a:pt x="123" y="0"/>
                      <a:pt x="1" y="121"/>
                      <a:pt x="1" y="270"/>
                    </a:cubicBezTo>
                    <a:cubicBezTo>
                      <a:pt x="1" y="420"/>
                      <a:pt x="123" y="542"/>
                      <a:pt x="272" y="542"/>
                    </a:cubicBezTo>
                    <a:cubicBezTo>
                      <a:pt x="422" y="542"/>
                      <a:pt x="543" y="420"/>
                      <a:pt x="543" y="270"/>
                    </a:cubicBezTo>
                    <a:cubicBezTo>
                      <a:pt x="543" y="121"/>
                      <a:pt x="422"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3"/>
              <p:cNvSpPr/>
              <p:nvPr/>
            </p:nvSpPr>
            <p:spPr>
              <a:xfrm>
                <a:off x="4313275" y="1021525"/>
                <a:ext cx="13575" cy="13575"/>
              </a:xfrm>
              <a:custGeom>
                <a:rect b="b" l="l" r="r" t="t"/>
                <a:pathLst>
                  <a:path extrusionOk="0" h="543" w="543">
                    <a:moveTo>
                      <a:pt x="272" y="0"/>
                    </a:moveTo>
                    <a:cubicBezTo>
                      <a:pt x="123" y="0"/>
                      <a:pt x="1" y="122"/>
                      <a:pt x="1" y="272"/>
                    </a:cubicBezTo>
                    <a:cubicBezTo>
                      <a:pt x="1" y="420"/>
                      <a:pt x="123" y="542"/>
                      <a:pt x="272" y="542"/>
                    </a:cubicBezTo>
                    <a:cubicBezTo>
                      <a:pt x="422" y="542"/>
                      <a:pt x="543" y="420"/>
                      <a:pt x="543" y="272"/>
                    </a:cubicBezTo>
                    <a:cubicBezTo>
                      <a:pt x="543" y="122"/>
                      <a:pt x="422"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3"/>
              <p:cNvSpPr/>
              <p:nvPr/>
            </p:nvSpPr>
            <p:spPr>
              <a:xfrm>
                <a:off x="4353875" y="1001250"/>
                <a:ext cx="13575" cy="13575"/>
              </a:xfrm>
              <a:custGeom>
                <a:rect b="b" l="l" r="r" t="t"/>
                <a:pathLst>
                  <a:path extrusionOk="0" h="543" w="543">
                    <a:moveTo>
                      <a:pt x="271" y="0"/>
                    </a:moveTo>
                    <a:cubicBezTo>
                      <a:pt x="121" y="0"/>
                      <a:pt x="0" y="121"/>
                      <a:pt x="0" y="271"/>
                    </a:cubicBezTo>
                    <a:cubicBezTo>
                      <a:pt x="0" y="420"/>
                      <a:pt x="121" y="542"/>
                      <a:pt x="271" y="542"/>
                    </a:cubicBezTo>
                    <a:cubicBezTo>
                      <a:pt x="420" y="542"/>
                      <a:pt x="542" y="420"/>
                      <a:pt x="542" y="271"/>
                    </a:cubicBezTo>
                    <a:cubicBezTo>
                      <a:pt x="542" y="121"/>
                      <a:pt x="420"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3"/>
              <p:cNvSpPr/>
              <p:nvPr/>
            </p:nvSpPr>
            <p:spPr>
              <a:xfrm>
                <a:off x="4313275" y="1062125"/>
                <a:ext cx="13575" cy="13575"/>
              </a:xfrm>
              <a:custGeom>
                <a:rect b="b" l="l" r="r" t="t"/>
                <a:pathLst>
                  <a:path extrusionOk="0" h="543" w="543">
                    <a:moveTo>
                      <a:pt x="272" y="1"/>
                    </a:moveTo>
                    <a:cubicBezTo>
                      <a:pt x="123" y="1"/>
                      <a:pt x="1" y="121"/>
                      <a:pt x="1" y="271"/>
                    </a:cubicBezTo>
                    <a:cubicBezTo>
                      <a:pt x="1" y="421"/>
                      <a:pt x="123" y="543"/>
                      <a:pt x="272" y="543"/>
                    </a:cubicBezTo>
                    <a:cubicBezTo>
                      <a:pt x="422" y="543"/>
                      <a:pt x="543" y="421"/>
                      <a:pt x="543" y="271"/>
                    </a:cubicBezTo>
                    <a:cubicBezTo>
                      <a:pt x="543" y="121"/>
                      <a:pt x="422"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3"/>
              <p:cNvSpPr/>
              <p:nvPr/>
            </p:nvSpPr>
            <p:spPr>
              <a:xfrm>
                <a:off x="4313275" y="1102700"/>
                <a:ext cx="13575" cy="13550"/>
              </a:xfrm>
              <a:custGeom>
                <a:rect b="b" l="l" r="r" t="t"/>
                <a:pathLst>
                  <a:path extrusionOk="0" h="542" w="543">
                    <a:moveTo>
                      <a:pt x="272" y="0"/>
                    </a:moveTo>
                    <a:cubicBezTo>
                      <a:pt x="123" y="0"/>
                      <a:pt x="1" y="122"/>
                      <a:pt x="1" y="271"/>
                    </a:cubicBezTo>
                    <a:cubicBezTo>
                      <a:pt x="1" y="421"/>
                      <a:pt x="123" y="542"/>
                      <a:pt x="272" y="542"/>
                    </a:cubicBezTo>
                    <a:cubicBezTo>
                      <a:pt x="422" y="542"/>
                      <a:pt x="543" y="421"/>
                      <a:pt x="543" y="271"/>
                    </a:cubicBezTo>
                    <a:cubicBezTo>
                      <a:pt x="543" y="122"/>
                      <a:pt x="422"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3"/>
              <p:cNvSpPr/>
              <p:nvPr/>
            </p:nvSpPr>
            <p:spPr>
              <a:xfrm>
                <a:off x="4313275" y="1143300"/>
                <a:ext cx="13575" cy="13575"/>
              </a:xfrm>
              <a:custGeom>
                <a:rect b="b" l="l" r="r" t="t"/>
                <a:pathLst>
                  <a:path extrusionOk="0" h="543" w="543">
                    <a:moveTo>
                      <a:pt x="272" y="0"/>
                    </a:moveTo>
                    <a:cubicBezTo>
                      <a:pt x="123" y="0"/>
                      <a:pt x="1" y="122"/>
                      <a:pt x="1" y="271"/>
                    </a:cubicBezTo>
                    <a:cubicBezTo>
                      <a:pt x="1" y="420"/>
                      <a:pt x="123" y="542"/>
                      <a:pt x="272" y="542"/>
                    </a:cubicBezTo>
                    <a:cubicBezTo>
                      <a:pt x="422" y="542"/>
                      <a:pt x="543" y="420"/>
                      <a:pt x="543" y="271"/>
                    </a:cubicBezTo>
                    <a:cubicBezTo>
                      <a:pt x="543" y="122"/>
                      <a:pt x="422"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3"/>
              <p:cNvSpPr/>
              <p:nvPr/>
            </p:nvSpPr>
            <p:spPr>
              <a:xfrm>
                <a:off x="4313275" y="1183850"/>
                <a:ext cx="13575" cy="13575"/>
              </a:xfrm>
              <a:custGeom>
                <a:rect b="b" l="l" r="r" t="t"/>
                <a:pathLst>
                  <a:path extrusionOk="0" h="543" w="543">
                    <a:moveTo>
                      <a:pt x="272" y="1"/>
                    </a:moveTo>
                    <a:cubicBezTo>
                      <a:pt x="123" y="1"/>
                      <a:pt x="1" y="122"/>
                      <a:pt x="1" y="272"/>
                    </a:cubicBezTo>
                    <a:cubicBezTo>
                      <a:pt x="1" y="422"/>
                      <a:pt x="123" y="543"/>
                      <a:pt x="272" y="543"/>
                    </a:cubicBezTo>
                    <a:cubicBezTo>
                      <a:pt x="422" y="543"/>
                      <a:pt x="543" y="422"/>
                      <a:pt x="543" y="272"/>
                    </a:cubicBezTo>
                    <a:cubicBezTo>
                      <a:pt x="543" y="122"/>
                      <a:pt x="422"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3"/>
              <p:cNvSpPr/>
              <p:nvPr/>
            </p:nvSpPr>
            <p:spPr>
              <a:xfrm>
                <a:off x="4353875" y="1041800"/>
                <a:ext cx="13575" cy="13575"/>
              </a:xfrm>
              <a:custGeom>
                <a:rect b="b" l="l" r="r" t="t"/>
                <a:pathLst>
                  <a:path extrusionOk="0" h="543" w="543">
                    <a:moveTo>
                      <a:pt x="271" y="1"/>
                    </a:moveTo>
                    <a:cubicBezTo>
                      <a:pt x="121" y="1"/>
                      <a:pt x="0" y="122"/>
                      <a:pt x="0" y="272"/>
                    </a:cubicBezTo>
                    <a:cubicBezTo>
                      <a:pt x="0" y="422"/>
                      <a:pt x="121" y="542"/>
                      <a:pt x="271" y="542"/>
                    </a:cubicBezTo>
                    <a:cubicBezTo>
                      <a:pt x="420" y="542"/>
                      <a:pt x="542" y="422"/>
                      <a:pt x="542" y="272"/>
                    </a:cubicBezTo>
                    <a:cubicBezTo>
                      <a:pt x="542" y="122"/>
                      <a:pt x="420"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3"/>
              <p:cNvSpPr/>
              <p:nvPr/>
            </p:nvSpPr>
            <p:spPr>
              <a:xfrm>
                <a:off x="4353875" y="1082400"/>
                <a:ext cx="13575" cy="13575"/>
              </a:xfrm>
              <a:custGeom>
                <a:rect b="b" l="l" r="r" t="t"/>
                <a:pathLst>
                  <a:path extrusionOk="0" h="543" w="543">
                    <a:moveTo>
                      <a:pt x="271" y="1"/>
                    </a:moveTo>
                    <a:cubicBezTo>
                      <a:pt x="121" y="1"/>
                      <a:pt x="0" y="123"/>
                      <a:pt x="0" y="272"/>
                    </a:cubicBezTo>
                    <a:cubicBezTo>
                      <a:pt x="0" y="421"/>
                      <a:pt x="121" y="543"/>
                      <a:pt x="271" y="543"/>
                    </a:cubicBezTo>
                    <a:cubicBezTo>
                      <a:pt x="420" y="543"/>
                      <a:pt x="542" y="421"/>
                      <a:pt x="542" y="272"/>
                    </a:cubicBezTo>
                    <a:cubicBezTo>
                      <a:pt x="542" y="123"/>
                      <a:pt x="420"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3"/>
              <p:cNvSpPr/>
              <p:nvPr/>
            </p:nvSpPr>
            <p:spPr>
              <a:xfrm>
                <a:off x="4353875" y="1122975"/>
                <a:ext cx="13575" cy="13550"/>
              </a:xfrm>
              <a:custGeom>
                <a:rect b="b" l="l" r="r" t="t"/>
                <a:pathLst>
                  <a:path extrusionOk="0" h="542" w="543">
                    <a:moveTo>
                      <a:pt x="271" y="0"/>
                    </a:moveTo>
                    <a:cubicBezTo>
                      <a:pt x="121" y="0"/>
                      <a:pt x="0" y="122"/>
                      <a:pt x="0" y="272"/>
                    </a:cubicBezTo>
                    <a:cubicBezTo>
                      <a:pt x="0" y="421"/>
                      <a:pt x="121" y="542"/>
                      <a:pt x="271" y="542"/>
                    </a:cubicBezTo>
                    <a:cubicBezTo>
                      <a:pt x="420" y="542"/>
                      <a:pt x="542" y="421"/>
                      <a:pt x="542" y="272"/>
                    </a:cubicBezTo>
                    <a:cubicBezTo>
                      <a:pt x="542" y="122"/>
                      <a:pt x="420"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3"/>
              <p:cNvSpPr/>
              <p:nvPr/>
            </p:nvSpPr>
            <p:spPr>
              <a:xfrm>
                <a:off x="4353875" y="1163575"/>
                <a:ext cx="13575" cy="13575"/>
              </a:xfrm>
              <a:custGeom>
                <a:rect b="b" l="l" r="r" t="t"/>
                <a:pathLst>
                  <a:path extrusionOk="0" h="543" w="543">
                    <a:moveTo>
                      <a:pt x="271" y="1"/>
                    </a:moveTo>
                    <a:cubicBezTo>
                      <a:pt x="121" y="1"/>
                      <a:pt x="0" y="122"/>
                      <a:pt x="0" y="272"/>
                    </a:cubicBezTo>
                    <a:cubicBezTo>
                      <a:pt x="0" y="422"/>
                      <a:pt x="121" y="542"/>
                      <a:pt x="271" y="542"/>
                    </a:cubicBezTo>
                    <a:cubicBezTo>
                      <a:pt x="420" y="542"/>
                      <a:pt x="542" y="422"/>
                      <a:pt x="542" y="272"/>
                    </a:cubicBezTo>
                    <a:cubicBezTo>
                      <a:pt x="542" y="122"/>
                      <a:pt x="420"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3"/>
              <p:cNvSpPr/>
              <p:nvPr/>
            </p:nvSpPr>
            <p:spPr>
              <a:xfrm>
                <a:off x="4353875" y="1204150"/>
                <a:ext cx="13575" cy="13575"/>
              </a:xfrm>
              <a:custGeom>
                <a:rect b="b" l="l" r="r" t="t"/>
                <a:pathLst>
                  <a:path extrusionOk="0" h="543" w="543">
                    <a:moveTo>
                      <a:pt x="271" y="1"/>
                    </a:moveTo>
                    <a:cubicBezTo>
                      <a:pt x="121" y="1"/>
                      <a:pt x="0" y="122"/>
                      <a:pt x="0" y="271"/>
                    </a:cubicBezTo>
                    <a:cubicBezTo>
                      <a:pt x="0" y="421"/>
                      <a:pt x="121" y="543"/>
                      <a:pt x="271" y="543"/>
                    </a:cubicBezTo>
                    <a:cubicBezTo>
                      <a:pt x="420" y="543"/>
                      <a:pt x="542" y="421"/>
                      <a:pt x="542" y="271"/>
                    </a:cubicBezTo>
                    <a:cubicBezTo>
                      <a:pt x="542" y="122"/>
                      <a:pt x="420"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3"/>
              <p:cNvSpPr/>
              <p:nvPr/>
            </p:nvSpPr>
            <p:spPr>
              <a:xfrm>
                <a:off x="4353875" y="960650"/>
                <a:ext cx="13575" cy="13575"/>
              </a:xfrm>
              <a:custGeom>
                <a:rect b="b" l="l" r="r" t="t"/>
                <a:pathLst>
                  <a:path extrusionOk="0" h="543" w="543">
                    <a:moveTo>
                      <a:pt x="271" y="1"/>
                    </a:moveTo>
                    <a:cubicBezTo>
                      <a:pt x="121" y="1"/>
                      <a:pt x="0" y="123"/>
                      <a:pt x="0" y="272"/>
                    </a:cubicBezTo>
                    <a:cubicBezTo>
                      <a:pt x="0" y="422"/>
                      <a:pt x="121" y="543"/>
                      <a:pt x="271" y="543"/>
                    </a:cubicBezTo>
                    <a:cubicBezTo>
                      <a:pt x="420" y="543"/>
                      <a:pt x="542" y="422"/>
                      <a:pt x="542" y="272"/>
                    </a:cubicBezTo>
                    <a:cubicBezTo>
                      <a:pt x="542" y="123"/>
                      <a:pt x="420"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3"/>
              <p:cNvSpPr/>
              <p:nvPr/>
            </p:nvSpPr>
            <p:spPr>
              <a:xfrm>
                <a:off x="4390750" y="1062125"/>
                <a:ext cx="13575" cy="13575"/>
              </a:xfrm>
              <a:custGeom>
                <a:rect b="b" l="l" r="r" t="t"/>
                <a:pathLst>
                  <a:path extrusionOk="0" h="543" w="543">
                    <a:moveTo>
                      <a:pt x="271" y="1"/>
                    </a:moveTo>
                    <a:cubicBezTo>
                      <a:pt x="122" y="1"/>
                      <a:pt x="1" y="121"/>
                      <a:pt x="1" y="271"/>
                    </a:cubicBezTo>
                    <a:cubicBezTo>
                      <a:pt x="1" y="421"/>
                      <a:pt x="122" y="543"/>
                      <a:pt x="271" y="543"/>
                    </a:cubicBezTo>
                    <a:cubicBezTo>
                      <a:pt x="421" y="543"/>
                      <a:pt x="543" y="421"/>
                      <a:pt x="543" y="271"/>
                    </a:cubicBezTo>
                    <a:cubicBezTo>
                      <a:pt x="543" y="121"/>
                      <a:pt x="421"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3"/>
              <p:cNvSpPr/>
              <p:nvPr/>
            </p:nvSpPr>
            <p:spPr>
              <a:xfrm>
                <a:off x="4390750" y="1102700"/>
                <a:ext cx="13575" cy="13550"/>
              </a:xfrm>
              <a:custGeom>
                <a:rect b="b" l="l" r="r" t="t"/>
                <a:pathLst>
                  <a:path extrusionOk="0" h="542" w="543">
                    <a:moveTo>
                      <a:pt x="271" y="0"/>
                    </a:moveTo>
                    <a:cubicBezTo>
                      <a:pt x="122" y="0"/>
                      <a:pt x="1" y="122"/>
                      <a:pt x="1" y="271"/>
                    </a:cubicBezTo>
                    <a:cubicBezTo>
                      <a:pt x="1" y="421"/>
                      <a:pt x="122" y="542"/>
                      <a:pt x="271" y="542"/>
                    </a:cubicBezTo>
                    <a:cubicBezTo>
                      <a:pt x="421" y="542"/>
                      <a:pt x="543" y="421"/>
                      <a:pt x="543" y="271"/>
                    </a:cubicBezTo>
                    <a:cubicBezTo>
                      <a:pt x="543"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3"/>
              <p:cNvSpPr/>
              <p:nvPr/>
            </p:nvSpPr>
            <p:spPr>
              <a:xfrm>
                <a:off x="4390750" y="1143300"/>
                <a:ext cx="13575" cy="13575"/>
              </a:xfrm>
              <a:custGeom>
                <a:rect b="b" l="l" r="r" t="t"/>
                <a:pathLst>
                  <a:path extrusionOk="0" h="543" w="543">
                    <a:moveTo>
                      <a:pt x="271" y="0"/>
                    </a:moveTo>
                    <a:cubicBezTo>
                      <a:pt x="122" y="0"/>
                      <a:pt x="1" y="122"/>
                      <a:pt x="1" y="271"/>
                    </a:cubicBezTo>
                    <a:cubicBezTo>
                      <a:pt x="1" y="420"/>
                      <a:pt x="122" y="542"/>
                      <a:pt x="271" y="542"/>
                    </a:cubicBezTo>
                    <a:cubicBezTo>
                      <a:pt x="421" y="542"/>
                      <a:pt x="543" y="420"/>
                      <a:pt x="543" y="271"/>
                    </a:cubicBezTo>
                    <a:cubicBezTo>
                      <a:pt x="543"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3"/>
              <p:cNvSpPr/>
              <p:nvPr/>
            </p:nvSpPr>
            <p:spPr>
              <a:xfrm>
                <a:off x="4390750" y="1183850"/>
                <a:ext cx="13575" cy="13575"/>
              </a:xfrm>
              <a:custGeom>
                <a:rect b="b" l="l" r="r" t="t"/>
                <a:pathLst>
                  <a:path extrusionOk="0" h="543" w="543">
                    <a:moveTo>
                      <a:pt x="271" y="1"/>
                    </a:moveTo>
                    <a:cubicBezTo>
                      <a:pt x="122" y="1"/>
                      <a:pt x="1" y="122"/>
                      <a:pt x="1" y="272"/>
                    </a:cubicBezTo>
                    <a:cubicBezTo>
                      <a:pt x="1" y="422"/>
                      <a:pt x="122" y="543"/>
                      <a:pt x="271" y="543"/>
                    </a:cubicBezTo>
                    <a:cubicBezTo>
                      <a:pt x="421" y="543"/>
                      <a:pt x="543" y="422"/>
                      <a:pt x="543" y="272"/>
                    </a:cubicBezTo>
                    <a:cubicBezTo>
                      <a:pt x="543" y="122"/>
                      <a:pt x="421"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3"/>
              <p:cNvSpPr/>
              <p:nvPr/>
            </p:nvSpPr>
            <p:spPr>
              <a:xfrm>
                <a:off x="4431325" y="1082400"/>
                <a:ext cx="13575" cy="13575"/>
              </a:xfrm>
              <a:custGeom>
                <a:rect b="b" l="l" r="r" t="t"/>
                <a:pathLst>
                  <a:path extrusionOk="0" h="543" w="543">
                    <a:moveTo>
                      <a:pt x="272" y="1"/>
                    </a:moveTo>
                    <a:cubicBezTo>
                      <a:pt x="122" y="1"/>
                      <a:pt x="0" y="123"/>
                      <a:pt x="0" y="272"/>
                    </a:cubicBezTo>
                    <a:cubicBezTo>
                      <a:pt x="0" y="421"/>
                      <a:pt x="122" y="543"/>
                      <a:pt x="272" y="543"/>
                    </a:cubicBezTo>
                    <a:cubicBezTo>
                      <a:pt x="421" y="543"/>
                      <a:pt x="542" y="421"/>
                      <a:pt x="542" y="272"/>
                    </a:cubicBezTo>
                    <a:cubicBezTo>
                      <a:pt x="542" y="123"/>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3"/>
              <p:cNvSpPr/>
              <p:nvPr/>
            </p:nvSpPr>
            <p:spPr>
              <a:xfrm>
                <a:off x="4431325" y="1122975"/>
                <a:ext cx="13575" cy="13550"/>
              </a:xfrm>
              <a:custGeom>
                <a:rect b="b" l="l" r="r" t="t"/>
                <a:pathLst>
                  <a:path extrusionOk="0" h="542" w="543">
                    <a:moveTo>
                      <a:pt x="272" y="0"/>
                    </a:moveTo>
                    <a:cubicBezTo>
                      <a:pt x="122" y="0"/>
                      <a:pt x="0" y="122"/>
                      <a:pt x="0" y="272"/>
                    </a:cubicBezTo>
                    <a:cubicBezTo>
                      <a:pt x="0" y="421"/>
                      <a:pt x="122" y="542"/>
                      <a:pt x="272" y="542"/>
                    </a:cubicBezTo>
                    <a:cubicBezTo>
                      <a:pt x="421" y="542"/>
                      <a:pt x="542" y="421"/>
                      <a:pt x="542" y="272"/>
                    </a:cubicBezTo>
                    <a:cubicBezTo>
                      <a:pt x="542" y="122"/>
                      <a:pt x="421"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3"/>
              <p:cNvSpPr/>
              <p:nvPr/>
            </p:nvSpPr>
            <p:spPr>
              <a:xfrm>
                <a:off x="4431325" y="1163575"/>
                <a:ext cx="13575" cy="13575"/>
              </a:xfrm>
              <a:custGeom>
                <a:rect b="b" l="l" r="r" t="t"/>
                <a:pathLst>
                  <a:path extrusionOk="0" h="543" w="543">
                    <a:moveTo>
                      <a:pt x="272" y="1"/>
                    </a:moveTo>
                    <a:cubicBezTo>
                      <a:pt x="122" y="1"/>
                      <a:pt x="0" y="122"/>
                      <a:pt x="0" y="272"/>
                    </a:cubicBezTo>
                    <a:cubicBezTo>
                      <a:pt x="0" y="422"/>
                      <a:pt x="122" y="542"/>
                      <a:pt x="272" y="542"/>
                    </a:cubicBezTo>
                    <a:cubicBezTo>
                      <a:pt x="421" y="542"/>
                      <a:pt x="542" y="422"/>
                      <a:pt x="542" y="272"/>
                    </a:cubicBezTo>
                    <a:cubicBezTo>
                      <a:pt x="542" y="122"/>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3"/>
              <p:cNvSpPr/>
              <p:nvPr/>
            </p:nvSpPr>
            <p:spPr>
              <a:xfrm>
                <a:off x="4431325" y="1204150"/>
                <a:ext cx="13575" cy="13575"/>
              </a:xfrm>
              <a:custGeom>
                <a:rect b="b" l="l" r="r" t="t"/>
                <a:pathLst>
                  <a:path extrusionOk="0" h="543" w="543">
                    <a:moveTo>
                      <a:pt x="272" y="1"/>
                    </a:moveTo>
                    <a:cubicBezTo>
                      <a:pt x="122" y="1"/>
                      <a:pt x="0" y="122"/>
                      <a:pt x="0" y="271"/>
                    </a:cubicBezTo>
                    <a:cubicBezTo>
                      <a:pt x="0" y="421"/>
                      <a:pt x="122" y="543"/>
                      <a:pt x="272" y="543"/>
                    </a:cubicBezTo>
                    <a:cubicBezTo>
                      <a:pt x="421" y="543"/>
                      <a:pt x="542" y="421"/>
                      <a:pt x="542" y="271"/>
                    </a:cubicBezTo>
                    <a:cubicBezTo>
                      <a:pt x="542" y="122"/>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3"/>
              <p:cNvSpPr/>
              <p:nvPr/>
            </p:nvSpPr>
            <p:spPr>
              <a:xfrm>
                <a:off x="4468225" y="1102700"/>
                <a:ext cx="13550" cy="13550"/>
              </a:xfrm>
              <a:custGeom>
                <a:rect b="b" l="l" r="r" t="t"/>
                <a:pathLst>
                  <a:path extrusionOk="0" h="542" w="542">
                    <a:moveTo>
                      <a:pt x="271" y="0"/>
                    </a:moveTo>
                    <a:cubicBezTo>
                      <a:pt x="122" y="0"/>
                      <a:pt x="0" y="122"/>
                      <a:pt x="0" y="271"/>
                    </a:cubicBezTo>
                    <a:cubicBezTo>
                      <a:pt x="0" y="421"/>
                      <a:pt x="122" y="542"/>
                      <a:pt x="271" y="542"/>
                    </a:cubicBezTo>
                    <a:cubicBezTo>
                      <a:pt x="421" y="542"/>
                      <a:pt x="542" y="421"/>
                      <a:pt x="542" y="271"/>
                    </a:cubicBezTo>
                    <a:cubicBezTo>
                      <a:pt x="542"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3"/>
              <p:cNvSpPr/>
              <p:nvPr/>
            </p:nvSpPr>
            <p:spPr>
              <a:xfrm>
                <a:off x="4468225" y="1143300"/>
                <a:ext cx="13550" cy="13575"/>
              </a:xfrm>
              <a:custGeom>
                <a:rect b="b" l="l" r="r" t="t"/>
                <a:pathLst>
                  <a:path extrusionOk="0" h="543" w="542">
                    <a:moveTo>
                      <a:pt x="271" y="0"/>
                    </a:moveTo>
                    <a:cubicBezTo>
                      <a:pt x="122" y="0"/>
                      <a:pt x="0" y="122"/>
                      <a:pt x="0" y="271"/>
                    </a:cubicBezTo>
                    <a:cubicBezTo>
                      <a:pt x="0" y="420"/>
                      <a:pt x="122" y="542"/>
                      <a:pt x="271" y="542"/>
                    </a:cubicBezTo>
                    <a:cubicBezTo>
                      <a:pt x="421" y="542"/>
                      <a:pt x="542" y="420"/>
                      <a:pt x="542" y="271"/>
                    </a:cubicBezTo>
                    <a:cubicBezTo>
                      <a:pt x="542"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3"/>
              <p:cNvSpPr/>
              <p:nvPr/>
            </p:nvSpPr>
            <p:spPr>
              <a:xfrm>
                <a:off x="4468225" y="1183850"/>
                <a:ext cx="13550" cy="13575"/>
              </a:xfrm>
              <a:custGeom>
                <a:rect b="b" l="l" r="r" t="t"/>
                <a:pathLst>
                  <a:path extrusionOk="0" h="543" w="542">
                    <a:moveTo>
                      <a:pt x="271" y="1"/>
                    </a:moveTo>
                    <a:cubicBezTo>
                      <a:pt x="122" y="1"/>
                      <a:pt x="0" y="122"/>
                      <a:pt x="0" y="272"/>
                    </a:cubicBezTo>
                    <a:cubicBezTo>
                      <a:pt x="0" y="422"/>
                      <a:pt x="122" y="543"/>
                      <a:pt x="271" y="543"/>
                    </a:cubicBezTo>
                    <a:cubicBezTo>
                      <a:pt x="421" y="543"/>
                      <a:pt x="542" y="422"/>
                      <a:pt x="542" y="272"/>
                    </a:cubicBezTo>
                    <a:cubicBezTo>
                      <a:pt x="542" y="122"/>
                      <a:pt x="421"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3"/>
              <p:cNvSpPr/>
              <p:nvPr/>
            </p:nvSpPr>
            <p:spPr>
              <a:xfrm>
                <a:off x="4257150" y="972200"/>
                <a:ext cx="220500" cy="220500"/>
              </a:xfrm>
              <a:custGeom>
                <a:rect b="b" l="l" r="r" t="t"/>
                <a:pathLst>
                  <a:path extrusionOk="0" h="8820" w="8820">
                    <a:moveTo>
                      <a:pt x="1945" y="1136"/>
                    </a:moveTo>
                    <a:cubicBezTo>
                      <a:pt x="2377" y="1136"/>
                      <a:pt x="2730" y="1473"/>
                      <a:pt x="2750" y="1904"/>
                    </a:cubicBezTo>
                    <a:lnTo>
                      <a:pt x="2903" y="5374"/>
                    </a:lnTo>
                    <a:cubicBezTo>
                      <a:pt x="2916" y="5668"/>
                      <a:pt x="3152" y="5904"/>
                      <a:pt x="3446" y="5917"/>
                    </a:cubicBezTo>
                    <a:lnTo>
                      <a:pt x="6916" y="6069"/>
                    </a:lnTo>
                    <a:cubicBezTo>
                      <a:pt x="7345" y="6089"/>
                      <a:pt x="7683" y="6442"/>
                      <a:pt x="7683" y="6874"/>
                    </a:cubicBezTo>
                    <a:cubicBezTo>
                      <a:pt x="7683" y="7307"/>
                      <a:pt x="7344" y="7660"/>
                      <a:pt x="6913" y="7679"/>
                    </a:cubicBezTo>
                    <a:lnTo>
                      <a:pt x="6884" y="7680"/>
                    </a:lnTo>
                    <a:lnTo>
                      <a:pt x="1139" y="7680"/>
                    </a:lnTo>
                    <a:lnTo>
                      <a:pt x="1139" y="1937"/>
                    </a:lnTo>
                    <a:lnTo>
                      <a:pt x="1140" y="1902"/>
                    </a:lnTo>
                    <a:cubicBezTo>
                      <a:pt x="1159" y="1473"/>
                      <a:pt x="1512" y="1136"/>
                      <a:pt x="1945" y="1136"/>
                    </a:cubicBezTo>
                    <a:close/>
                    <a:moveTo>
                      <a:pt x="1945" y="0"/>
                    </a:moveTo>
                    <a:cubicBezTo>
                      <a:pt x="902" y="0"/>
                      <a:pt x="50" y="813"/>
                      <a:pt x="3" y="1853"/>
                    </a:cubicBezTo>
                    <a:lnTo>
                      <a:pt x="0" y="1900"/>
                    </a:lnTo>
                    <a:lnTo>
                      <a:pt x="0" y="1926"/>
                    </a:lnTo>
                    <a:lnTo>
                      <a:pt x="0" y="8251"/>
                    </a:lnTo>
                    <a:cubicBezTo>
                      <a:pt x="1" y="8564"/>
                      <a:pt x="256" y="8820"/>
                      <a:pt x="571" y="8820"/>
                    </a:cubicBezTo>
                    <a:lnTo>
                      <a:pt x="6898" y="8820"/>
                    </a:lnTo>
                    <a:cubicBezTo>
                      <a:pt x="6907" y="8820"/>
                      <a:pt x="6916" y="8820"/>
                      <a:pt x="6925" y="8819"/>
                    </a:cubicBezTo>
                    <a:lnTo>
                      <a:pt x="6964" y="8817"/>
                    </a:lnTo>
                    <a:cubicBezTo>
                      <a:pt x="8004" y="8770"/>
                      <a:pt x="8820" y="7917"/>
                      <a:pt x="8820" y="6875"/>
                    </a:cubicBezTo>
                    <a:cubicBezTo>
                      <a:pt x="8820" y="5833"/>
                      <a:pt x="8004" y="4981"/>
                      <a:pt x="6965" y="4934"/>
                    </a:cubicBezTo>
                    <a:lnTo>
                      <a:pt x="4016" y="4804"/>
                    </a:lnTo>
                    <a:lnTo>
                      <a:pt x="3886" y="1855"/>
                    </a:lnTo>
                    <a:cubicBezTo>
                      <a:pt x="3839" y="815"/>
                      <a:pt x="2987" y="0"/>
                      <a:pt x="1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8" name="Google Shape;5698;p73"/>
            <p:cNvGrpSpPr/>
            <p:nvPr/>
          </p:nvGrpSpPr>
          <p:grpSpPr>
            <a:xfrm>
              <a:off x="-125614" y="3756078"/>
              <a:ext cx="786671" cy="1162321"/>
              <a:chOff x="3074375" y="2791788"/>
              <a:chExt cx="262425" cy="387738"/>
            </a:xfrm>
          </p:grpSpPr>
          <p:sp>
            <p:nvSpPr>
              <p:cNvPr id="5699" name="Google Shape;5699;p73"/>
              <p:cNvSpPr/>
              <p:nvPr/>
            </p:nvSpPr>
            <p:spPr>
              <a:xfrm>
                <a:off x="3074396" y="2791788"/>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0" name="Google Shape;5700;p73"/>
              <p:cNvGrpSpPr/>
              <p:nvPr/>
            </p:nvGrpSpPr>
            <p:grpSpPr>
              <a:xfrm>
                <a:off x="3074375" y="2791800"/>
                <a:ext cx="262425" cy="387725"/>
                <a:chOff x="3074375" y="2791800"/>
                <a:chExt cx="262425" cy="387725"/>
              </a:xfrm>
            </p:grpSpPr>
            <p:sp>
              <p:nvSpPr>
                <p:cNvPr id="5701" name="Google Shape;5701;p73"/>
                <p:cNvSpPr/>
                <p:nvPr/>
              </p:nvSpPr>
              <p:spPr>
                <a:xfrm>
                  <a:off x="3074425" y="2791925"/>
                  <a:ext cx="262375" cy="387600"/>
                </a:xfrm>
                <a:custGeom>
                  <a:rect b="b" l="l" r="r" t="t"/>
                  <a:pathLst>
                    <a:path extrusionOk="0" h="15504" w="10495">
                      <a:moveTo>
                        <a:pt x="0" y="1"/>
                      </a:moveTo>
                      <a:lnTo>
                        <a:pt x="0" y="10256"/>
                      </a:lnTo>
                      <a:cubicBezTo>
                        <a:pt x="0" y="10416"/>
                        <a:pt x="9" y="10575"/>
                        <a:pt x="22" y="10733"/>
                      </a:cubicBezTo>
                      <a:cubicBezTo>
                        <a:pt x="31" y="10834"/>
                        <a:pt x="44" y="10937"/>
                        <a:pt x="59" y="11038"/>
                      </a:cubicBezTo>
                      <a:cubicBezTo>
                        <a:pt x="62" y="11068"/>
                        <a:pt x="67" y="11099"/>
                        <a:pt x="73" y="11128"/>
                      </a:cubicBezTo>
                      <a:cubicBezTo>
                        <a:pt x="86" y="11208"/>
                        <a:pt x="102" y="11288"/>
                        <a:pt x="118" y="11367"/>
                      </a:cubicBezTo>
                      <a:cubicBezTo>
                        <a:pt x="180" y="11653"/>
                        <a:pt x="266" y="11930"/>
                        <a:pt x="371" y="12196"/>
                      </a:cubicBezTo>
                      <a:cubicBezTo>
                        <a:pt x="479" y="12468"/>
                        <a:pt x="609" y="12730"/>
                        <a:pt x="760" y="12977"/>
                      </a:cubicBezTo>
                      <a:cubicBezTo>
                        <a:pt x="865" y="13148"/>
                        <a:pt x="977" y="13311"/>
                        <a:pt x="1099" y="13468"/>
                      </a:cubicBezTo>
                      <a:cubicBezTo>
                        <a:pt x="1209" y="13609"/>
                        <a:pt x="1325" y="13744"/>
                        <a:pt x="1449" y="13873"/>
                      </a:cubicBezTo>
                      <a:cubicBezTo>
                        <a:pt x="1473" y="13898"/>
                        <a:pt x="1496" y="13923"/>
                        <a:pt x="1520" y="13947"/>
                      </a:cubicBezTo>
                      <a:lnTo>
                        <a:pt x="1538" y="13965"/>
                      </a:lnTo>
                      <a:cubicBezTo>
                        <a:pt x="1646" y="14074"/>
                        <a:pt x="1761" y="14177"/>
                        <a:pt x="1879" y="14278"/>
                      </a:cubicBezTo>
                      <a:cubicBezTo>
                        <a:pt x="1962" y="14348"/>
                        <a:pt x="2048" y="14415"/>
                        <a:pt x="2137" y="14481"/>
                      </a:cubicBezTo>
                      <a:cubicBezTo>
                        <a:pt x="2177" y="14511"/>
                        <a:pt x="2219" y="14542"/>
                        <a:pt x="2260" y="14570"/>
                      </a:cubicBezTo>
                      <a:cubicBezTo>
                        <a:pt x="2425" y="14683"/>
                        <a:pt x="2595" y="14789"/>
                        <a:pt x="2771" y="14883"/>
                      </a:cubicBezTo>
                      <a:cubicBezTo>
                        <a:pt x="2790" y="14894"/>
                        <a:pt x="2806" y="14903"/>
                        <a:pt x="2825" y="14912"/>
                      </a:cubicBezTo>
                      <a:cubicBezTo>
                        <a:pt x="2889" y="14945"/>
                        <a:pt x="2954" y="14977"/>
                        <a:pt x="3019" y="15008"/>
                      </a:cubicBezTo>
                      <a:cubicBezTo>
                        <a:pt x="3179" y="15084"/>
                        <a:pt x="3344" y="15151"/>
                        <a:pt x="3512" y="15209"/>
                      </a:cubicBezTo>
                      <a:cubicBezTo>
                        <a:pt x="3550" y="15223"/>
                        <a:pt x="3589" y="15235"/>
                        <a:pt x="3627" y="15249"/>
                      </a:cubicBezTo>
                      <a:cubicBezTo>
                        <a:pt x="3774" y="15296"/>
                        <a:pt x="3922" y="15337"/>
                        <a:pt x="4075" y="15372"/>
                      </a:cubicBezTo>
                      <a:cubicBezTo>
                        <a:pt x="4117" y="15382"/>
                        <a:pt x="4158" y="15392"/>
                        <a:pt x="4201" y="15399"/>
                      </a:cubicBezTo>
                      <a:cubicBezTo>
                        <a:pt x="4426" y="15446"/>
                        <a:pt x="4655" y="15477"/>
                        <a:pt x="4889" y="15492"/>
                      </a:cubicBezTo>
                      <a:cubicBezTo>
                        <a:pt x="5008" y="15500"/>
                        <a:pt x="5127" y="15504"/>
                        <a:pt x="5248" y="15504"/>
                      </a:cubicBezTo>
                      <a:cubicBezTo>
                        <a:pt x="5358" y="15504"/>
                        <a:pt x="5468" y="15500"/>
                        <a:pt x="5576" y="15493"/>
                      </a:cubicBezTo>
                      <a:cubicBezTo>
                        <a:pt x="5690" y="15486"/>
                        <a:pt x="5801" y="15476"/>
                        <a:pt x="5913" y="15461"/>
                      </a:cubicBezTo>
                      <a:cubicBezTo>
                        <a:pt x="5937" y="15457"/>
                        <a:pt x="5963" y="15455"/>
                        <a:pt x="5989" y="15451"/>
                      </a:cubicBezTo>
                      <a:cubicBezTo>
                        <a:pt x="6082" y="15439"/>
                        <a:pt x="6174" y="15423"/>
                        <a:pt x="6264" y="15404"/>
                      </a:cubicBezTo>
                      <a:cubicBezTo>
                        <a:pt x="6365" y="15384"/>
                        <a:pt x="6464" y="15362"/>
                        <a:pt x="6563" y="15336"/>
                      </a:cubicBezTo>
                      <a:cubicBezTo>
                        <a:pt x="6695" y="15302"/>
                        <a:pt x="6824" y="15264"/>
                        <a:pt x="6951" y="15220"/>
                      </a:cubicBezTo>
                      <a:cubicBezTo>
                        <a:pt x="7098" y="15170"/>
                        <a:pt x="7242" y="15113"/>
                        <a:pt x="7381" y="15052"/>
                      </a:cubicBezTo>
                      <a:cubicBezTo>
                        <a:pt x="7452" y="15019"/>
                        <a:pt x="7526" y="14985"/>
                        <a:pt x="7596" y="14949"/>
                      </a:cubicBezTo>
                      <a:cubicBezTo>
                        <a:pt x="7610" y="14941"/>
                        <a:pt x="7625" y="14935"/>
                        <a:pt x="7639" y="14928"/>
                      </a:cubicBezTo>
                      <a:cubicBezTo>
                        <a:pt x="7715" y="14887"/>
                        <a:pt x="7791" y="14847"/>
                        <a:pt x="7866" y="14804"/>
                      </a:cubicBezTo>
                      <a:cubicBezTo>
                        <a:pt x="8024" y="14712"/>
                        <a:pt x="8178" y="14611"/>
                        <a:pt x="8326" y="14505"/>
                      </a:cubicBezTo>
                      <a:cubicBezTo>
                        <a:pt x="8519" y="14365"/>
                        <a:pt x="8702" y="14213"/>
                        <a:pt x="8873" y="14048"/>
                      </a:cubicBezTo>
                      <a:cubicBezTo>
                        <a:pt x="8921" y="14002"/>
                        <a:pt x="8967" y="13956"/>
                        <a:pt x="9014" y="13908"/>
                      </a:cubicBezTo>
                      <a:cubicBezTo>
                        <a:pt x="9052" y="13868"/>
                        <a:pt x="9091" y="13827"/>
                        <a:pt x="9128" y="13785"/>
                      </a:cubicBezTo>
                      <a:cubicBezTo>
                        <a:pt x="9343" y="13551"/>
                        <a:pt x="9535" y="13298"/>
                        <a:pt x="9702" y="13029"/>
                      </a:cubicBezTo>
                      <a:cubicBezTo>
                        <a:pt x="9721" y="13000"/>
                        <a:pt x="9737" y="12973"/>
                        <a:pt x="9754" y="12944"/>
                      </a:cubicBezTo>
                      <a:cubicBezTo>
                        <a:pt x="9766" y="12924"/>
                        <a:pt x="9779" y="12903"/>
                        <a:pt x="9790" y="12882"/>
                      </a:cubicBezTo>
                      <a:cubicBezTo>
                        <a:pt x="9854" y="12773"/>
                        <a:pt x="9913" y="12662"/>
                        <a:pt x="9968" y="12549"/>
                      </a:cubicBezTo>
                      <a:cubicBezTo>
                        <a:pt x="10132" y="12210"/>
                        <a:pt x="10263" y="11853"/>
                        <a:pt x="10351" y="11479"/>
                      </a:cubicBezTo>
                      <a:cubicBezTo>
                        <a:pt x="10366" y="11421"/>
                        <a:pt x="10379" y="11362"/>
                        <a:pt x="10390" y="11302"/>
                      </a:cubicBezTo>
                      <a:cubicBezTo>
                        <a:pt x="10459" y="10964"/>
                        <a:pt x="10495" y="10613"/>
                        <a:pt x="10495" y="10253"/>
                      </a:cubicBezTo>
                      <a:lnTo>
                        <a:pt x="104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3"/>
                <p:cNvSpPr/>
                <p:nvPr/>
              </p:nvSpPr>
              <p:spPr>
                <a:xfrm>
                  <a:off x="3074425" y="2912325"/>
                  <a:ext cx="152250" cy="55200"/>
                </a:xfrm>
                <a:custGeom>
                  <a:rect b="b" l="l" r="r" t="t"/>
                  <a:pathLst>
                    <a:path extrusionOk="0" h="2208" w="6090">
                      <a:moveTo>
                        <a:pt x="0" y="0"/>
                      </a:moveTo>
                      <a:lnTo>
                        <a:pt x="0" y="1144"/>
                      </a:lnTo>
                      <a:cubicBezTo>
                        <a:pt x="1551" y="1827"/>
                        <a:pt x="3267" y="2208"/>
                        <a:pt x="5071" y="2208"/>
                      </a:cubicBezTo>
                      <a:cubicBezTo>
                        <a:pt x="5109" y="2208"/>
                        <a:pt x="5146" y="2208"/>
                        <a:pt x="5185" y="2204"/>
                      </a:cubicBezTo>
                      <a:cubicBezTo>
                        <a:pt x="5198" y="2205"/>
                        <a:pt x="5210" y="2206"/>
                        <a:pt x="5223" y="2206"/>
                      </a:cubicBezTo>
                      <a:cubicBezTo>
                        <a:pt x="5240" y="2206"/>
                        <a:pt x="5257" y="2204"/>
                        <a:pt x="5275" y="2200"/>
                      </a:cubicBezTo>
                      <a:cubicBezTo>
                        <a:pt x="5293" y="2201"/>
                        <a:pt x="5310" y="2202"/>
                        <a:pt x="5327" y="2202"/>
                      </a:cubicBezTo>
                      <a:cubicBezTo>
                        <a:pt x="5357" y="2202"/>
                        <a:pt x="5386" y="2200"/>
                        <a:pt x="5417" y="2196"/>
                      </a:cubicBezTo>
                      <a:cubicBezTo>
                        <a:pt x="5420" y="2198"/>
                        <a:pt x="5424" y="2199"/>
                        <a:pt x="5428" y="2199"/>
                      </a:cubicBezTo>
                      <a:cubicBezTo>
                        <a:pt x="5431" y="2199"/>
                        <a:pt x="5435" y="2198"/>
                        <a:pt x="5438" y="2196"/>
                      </a:cubicBezTo>
                      <a:cubicBezTo>
                        <a:pt x="5439" y="2197"/>
                        <a:pt x="5440" y="2198"/>
                        <a:pt x="5443" y="2198"/>
                      </a:cubicBezTo>
                      <a:cubicBezTo>
                        <a:pt x="5445" y="2198"/>
                        <a:pt x="5447" y="2197"/>
                        <a:pt x="5448" y="2196"/>
                      </a:cubicBezTo>
                      <a:cubicBezTo>
                        <a:pt x="5450" y="2198"/>
                        <a:pt x="5452" y="2199"/>
                        <a:pt x="5453" y="2199"/>
                      </a:cubicBezTo>
                      <a:cubicBezTo>
                        <a:pt x="5455" y="2199"/>
                        <a:pt x="5457" y="2198"/>
                        <a:pt x="5459" y="2196"/>
                      </a:cubicBezTo>
                      <a:cubicBezTo>
                        <a:pt x="5462" y="2198"/>
                        <a:pt x="5467" y="2199"/>
                        <a:pt x="5471" y="2199"/>
                      </a:cubicBezTo>
                      <a:cubicBezTo>
                        <a:pt x="5475" y="2199"/>
                        <a:pt x="5480" y="2198"/>
                        <a:pt x="5483" y="2196"/>
                      </a:cubicBezTo>
                      <a:cubicBezTo>
                        <a:pt x="5485" y="2198"/>
                        <a:pt x="5487" y="2199"/>
                        <a:pt x="5490" y="2199"/>
                      </a:cubicBezTo>
                      <a:cubicBezTo>
                        <a:pt x="5493" y="2199"/>
                        <a:pt x="5495" y="2198"/>
                        <a:pt x="5497" y="2196"/>
                      </a:cubicBezTo>
                      <a:cubicBezTo>
                        <a:pt x="5498" y="2198"/>
                        <a:pt x="5499" y="2198"/>
                        <a:pt x="5501" y="2198"/>
                      </a:cubicBezTo>
                      <a:cubicBezTo>
                        <a:pt x="5503" y="2198"/>
                        <a:pt x="5505" y="2196"/>
                        <a:pt x="5507" y="2196"/>
                      </a:cubicBezTo>
                      <a:lnTo>
                        <a:pt x="5514" y="2196"/>
                      </a:lnTo>
                      <a:cubicBezTo>
                        <a:pt x="5521" y="2196"/>
                        <a:pt x="5525" y="2196"/>
                        <a:pt x="5531" y="2192"/>
                      </a:cubicBezTo>
                      <a:cubicBezTo>
                        <a:pt x="5532" y="2194"/>
                        <a:pt x="5532" y="2195"/>
                        <a:pt x="5533" y="2195"/>
                      </a:cubicBezTo>
                      <a:cubicBezTo>
                        <a:pt x="5534" y="2195"/>
                        <a:pt x="5535" y="2194"/>
                        <a:pt x="5537" y="2192"/>
                      </a:cubicBezTo>
                      <a:cubicBezTo>
                        <a:pt x="5537" y="2192"/>
                        <a:pt x="5538" y="2194"/>
                        <a:pt x="5540" y="2194"/>
                      </a:cubicBezTo>
                      <a:cubicBezTo>
                        <a:pt x="5541" y="2194"/>
                        <a:pt x="5542" y="2194"/>
                        <a:pt x="5543" y="2192"/>
                      </a:cubicBezTo>
                      <a:cubicBezTo>
                        <a:pt x="5545" y="2194"/>
                        <a:pt x="5548" y="2195"/>
                        <a:pt x="5552" y="2195"/>
                      </a:cubicBezTo>
                      <a:cubicBezTo>
                        <a:pt x="5555" y="2195"/>
                        <a:pt x="5559" y="2194"/>
                        <a:pt x="5562" y="2192"/>
                      </a:cubicBezTo>
                      <a:cubicBezTo>
                        <a:pt x="5565" y="2194"/>
                        <a:pt x="5568" y="2195"/>
                        <a:pt x="5573" y="2195"/>
                      </a:cubicBezTo>
                      <a:cubicBezTo>
                        <a:pt x="5577" y="2195"/>
                        <a:pt x="5581" y="2194"/>
                        <a:pt x="5587" y="2192"/>
                      </a:cubicBezTo>
                      <a:lnTo>
                        <a:pt x="5603" y="2192"/>
                      </a:lnTo>
                      <a:cubicBezTo>
                        <a:pt x="5620" y="2192"/>
                        <a:pt x="5636" y="2192"/>
                        <a:pt x="5655" y="2188"/>
                      </a:cubicBezTo>
                      <a:lnTo>
                        <a:pt x="5659" y="2188"/>
                      </a:lnTo>
                      <a:cubicBezTo>
                        <a:pt x="5660" y="2187"/>
                        <a:pt x="5661" y="2187"/>
                        <a:pt x="5661" y="2187"/>
                      </a:cubicBezTo>
                      <a:cubicBezTo>
                        <a:pt x="5662" y="2187"/>
                        <a:pt x="5662" y="2188"/>
                        <a:pt x="5662" y="2188"/>
                      </a:cubicBezTo>
                      <a:cubicBezTo>
                        <a:pt x="5804" y="2181"/>
                        <a:pt x="5948" y="2170"/>
                        <a:pt x="6089" y="2160"/>
                      </a:cubicBezTo>
                      <a:cubicBezTo>
                        <a:pt x="6014" y="2154"/>
                        <a:pt x="5937" y="2146"/>
                        <a:pt x="5862" y="2145"/>
                      </a:cubicBezTo>
                      <a:cubicBezTo>
                        <a:pt x="5840" y="2142"/>
                        <a:pt x="5820" y="2142"/>
                        <a:pt x="5799" y="2138"/>
                      </a:cubicBezTo>
                      <a:cubicBezTo>
                        <a:pt x="5751" y="2135"/>
                        <a:pt x="5702" y="2128"/>
                        <a:pt x="5654" y="2121"/>
                      </a:cubicBezTo>
                      <a:lnTo>
                        <a:pt x="5650" y="2121"/>
                      </a:lnTo>
                      <a:cubicBezTo>
                        <a:pt x="5633" y="2121"/>
                        <a:pt x="5616" y="2118"/>
                        <a:pt x="5598" y="2118"/>
                      </a:cubicBezTo>
                      <a:cubicBezTo>
                        <a:pt x="5594" y="2118"/>
                        <a:pt x="5588" y="2114"/>
                        <a:pt x="5583" y="2114"/>
                      </a:cubicBezTo>
                      <a:lnTo>
                        <a:pt x="5571" y="2114"/>
                      </a:lnTo>
                      <a:cubicBezTo>
                        <a:pt x="5565" y="2114"/>
                        <a:pt x="5557" y="2110"/>
                        <a:pt x="5550" y="2110"/>
                      </a:cubicBezTo>
                      <a:lnTo>
                        <a:pt x="5546" y="2110"/>
                      </a:lnTo>
                      <a:cubicBezTo>
                        <a:pt x="5539" y="2110"/>
                        <a:pt x="5536" y="2110"/>
                        <a:pt x="5532" y="2105"/>
                      </a:cubicBezTo>
                      <a:lnTo>
                        <a:pt x="5515" y="2105"/>
                      </a:lnTo>
                      <a:cubicBezTo>
                        <a:pt x="5513" y="2105"/>
                        <a:pt x="5511" y="2104"/>
                        <a:pt x="5509" y="2104"/>
                      </a:cubicBezTo>
                      <a:cubicBezTo>
                        <a:pt x="5508" y="2104"/>
                        <a:pt x="5506" y="2104"/>
                        <a:pt x="5505" y="2105"/>
                      </a:cubicBezTo>
                      <a:cubicBezTo>
                        <a:pt x="5501" y="2102"/>
                        <a:pt x="5499" y="2102"/>
                        <a:pt x="5495" y="2102"/>
                      </a:cubicBezTo>
                      <a:lnTo>
                        <a:pt x="5491" y="2102"/>
                      </a:lnTo>
                      <a:cubicBezTo>
                        <a:pt x="5480" y="2102"/>
                        <a:pt x="5471" y="2098"/>
                        <a:pt x="5464" y="2098"/>
                      </a:cubicBezTo>
                      <a:cubicBezTo>
                        <a:pt x="5457" y="2098"/>
                        <a:pt x="5449" y="2094"/>
                        <a:pt x="5446" y="2094"/>
                      </a:cubicBezTo>
                      <a:cubicBezTo>
                        <a:pt x="5436" y="2094"/>
                        <a:pt x="5426" y="2090"/>
                        <a:pt x="5415" y="2090"/>
                      </a:cubicBezTo>
                      <a:lnTo>
                        <a:pt x="5411" y="2090"/>
                      </a:lnTo>
                      <a:cubicBezTo>
                        <a:pt x="5370" y="2084"/>
                        <a:pt x="5328" y="2080"/>
                        <a:pt x="5286" y="2073"/>
                      </a:cubicBezTo>
                      <a:cubicBezTo>
                        <a:pt x="5279" y="2069"/>
                        <a:pt x="5272" y="2069"/>
                        <a:pt x="5266" y="2069"/>
                      </a:cubicBezTo>
                      <a:cubicBezTo>
                        <a:pt x="3332" y="1783"/>
                        <a:pt x="1542" y="106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3"/>
                <p:cNvSpPr/>
                <p:nvPr/>
              </p:nvSpPr>
              <p:spPr>
                <a:xfrm>
                  <a:off x="3198150" y="2965550"/>
                  <a:ext cx="138650" cy="46475"/>
                </a:xfrm>
                <a:custGeom>
                  <a:rect b="b" l="l" r="r" t="t"/>
                  <a:pathLst>
                    <a:path extrusionOk="0" h="1859" w="5546">
                      <a:moveTo>
                        <a:pt x="1025" y="0"/>
                      </a:moveTo>
                      <a:cubicBezTo>
                        <a:pt x="985" y="0"/>
                        <a:pt x="948" y="0"/>
                        <a:pt x="909" y="3"/>
                      </a:cubicBezTo>
                      <a:cubicBezTo>
                        <a:pt x="899" y="3"/>
                        <a:pt x="889" y="2"/>
                        <a:pt x="879" y="2"/>
                      </a:cubicBezTo>
                      <a:cubicBezTo>
                        <a:pt x="861" y="2"/>
                        <a:pt x="844" y="4"/>
                        <a:pt x="825" y="7"/>
                      </a:cubicBezTo>
                      <a:cubicBezTo>
                        <a:pt x="808" y="7"/>
                        <a:pt x="789" y="6"/>
                        <a:pt x="771" y="6"/>
                      </a:cubicBezTo>
                      <a:cubicBezTo>
                        <a:pt x="739" y="6"/>
                        <a:pt x="707" y="8"/>
                        <a:pt x="676" y="12"/>
                      </a:cubicBezTo>
                      <a:cubicBezTo>
                        <a:pt x="672" y="9"/>
                        <a:pt x="668" y="8"/>
                        <a:pt x="663" y="8"/>
                      </a:cubicBezTo>
                      <a:cubicBezTo>
                        <a:pt x="659" y="8"/>
                        <a:pt x="655" y="9"/>
                        <a:pt x="651" y="12"/>
                      </a:cubicBezTo>
                      <a:cubicBezTo>
                        <a:pt x="650" y="11"/>
                        <a:pt x="648" y="8"/>
                        <a:pt x="646" y="8"/>
                      </a:cubicBezTo>
                      <a:cubicBezTo>
                        <a:pt x="644" y="8"/>
                        <a:pt x="643" y="11"/>
                        <a:pt x="641" y="12"/>
                      </a:cubicBezTo>
                      <a:cubicBezTo>
                        <a:pt x="640" y="9"/>
                        <a:pt x="639" y="8"/>
                        <a:pt x="638" y="8"/>
                      </a:cubicBezTo>
                      <a:cubicBezTo>
                        <a:pt x="638" y="8"/>
                        <a:pt x="637" y="9"/>
                        <a:pt x="634" y="12"/>
                      </a:cubicBezTo>
                      <a:cubicBezTo>
                        <a:pt x="631" y="9"/>
                        <a:pt x="627" y="8"/>
                        <a:pt x="622" y="8"/>
                      </a:cubicBezTo>
                      <a:cubicBezTo>
                        <a:pt x="618" y="8"/>
                        <a:pt x="613" y="9"/>
                        <a:pt x="610" y="12"/>
                      </a:cubicBezTo>
                      <a:cubicBezTo>
                        <a:pt x="606" y="9"/>
                        <a:pt x="603" y="8"/>
                        <a:pt x="601" y="8"/>
                      </a:cubicBezTo>
                      <a:cubicBezTo>
                        <a:pt x="598" y="8"/>
                        <a:pt x="595" y="9"/>
                        <a:pt x="592" y="12"/>
                      </a:cubicBezTo>
                      <a:lnTo>
                        <a:pt x="576" y="12"/>
                      </a:lnTo>
                      <a:cubicBezTo>
                        <a:pt x="568" y="12"/>
                        <a:pt x="565" y="12"/>
                        <a:pt x="558" y="16"/>
                      </a:cubicBezTo>
                      <a:lnTo>
                        <a:pt x="555" y="16"/>
                      </a:lnTo>
                      <a:cubicBezTo>
                        <a:pt x="553" y="14"/>
                        <a:pt x="551" y="13"/>
                        <a:pt x="549" y="13"/>
                      </a:cubicBezTo>
                      <a:cubicBezTo>
                        <a:pt x="548" y="13"/>
                        <a:pt x="546" y="14"/>
                        <a:pt x="545" y="16"/>
                      </a:cubicBezTo>
                      <a:cubicBezTo>
                        <a:pt x="543" y="14"/>
                        <a:pt x="540" y="13"/>
                        <a:pt x="536" y="13"/>
                      </a:cubicBezTo>
                      <a:cubicBezTo>
                        <a:pt x="533" y="13"/>
                        <a:pt x="529" y="14"/>
                        <a:pt x="526" y="16"/>
                      </a:cubicBezTo>
                      <a:cubicBezTo>
                        <a:pt x="523" y="14"/>
                        <a:pt x="519" y="13"/>
                        <a:pt x="515" y="13"/>
                      </a:cubicBezTo>
                      <a:cubicBezTo>
                        <a:pt x="511" y="13"/>
                        <a:pt x="506" y="14"/>
                        <a:pt x="501" y="16"/>
                      </a:cubicBezTo>
                      <a:lnTo>
                        <a:pt x="473" y="16"/>
                      </a:lnTo>
                      <a:cubicBezTo>
                        <a:pt x="462" y="17"/>
                        <a:pt x="449" y="17"/>
                        <a:pt x="436" y="19"/>
                      </a:cubicBezTo>
                      <a:lnTo>
                        <a:pt x="432" y="19"/>
                      </a:lnTo>
                      <a:cubicBezTo>
                        <a:pt x="290" y="27"/>
                        <a:pt x="143" y="37"/>
                        <a:pt x="1" y="48"/>
                      </a:cubicBezTo>
                      <a:cubicBezTo>
                        <a:pt x="77" y="54"/>
                        <a:pt x="155" y="62"/>
                        <a:pt x="231" y="68"/>
                      </a:cubicBezTo>
                      <a:cubicBezTo>
                        <a:pt x="256" y="70"/>
                        <a:pt x="276" y="70"/>
                        <a:pt x="300" y="75"/>
                      </a:cubicBezTo>
                      <a:cubicBezTo>
                        <a:pt x="345" y="79"/>
                        <a:pt x="395" y="86"/>
                        <a:pt x="439" y="93"/>
                      </a:cubicBezTo>
                      <a:lnTo>
                        <a:pt x="444" y="93"/>
                      </a:lnTo>
                      <a:cubicBezTo>
                        <a:pt x="462" y="93"/>
                        <a:pt x="476" y="96"/>
                        <a:pt x="493" y="96"/>
                      </a:cubicBezTo>
                      <a:cubicBezTo>
                        <a:pt x="500" y="96"/>
                        <a:pt x="504" y="100"/>
                        <a:pt x="511" y="100"/>
                      </a:cubicBezTo>
                      <a:lnTo>
                        <a:pt x="525" y="100"/>
                      </a:lnTo>
                      <a:cubicBezTo>
                        <a:pt x="531" y="100"/>
                        <a:pt x="535" y="104"/>
                        <a:pt x="542" y="104"/>
                      </a:cubicBezTo>
                      <a:lnTo>
                        <a:pt x="546" y="104"/>
                      </a:lnTo>
                      <a:cubicBezTo>
                        <a:pt x="552" y="104"/>
                        <a:pt x="558" y="104"/>
                        <a:pt x="562" y="109"/>
                      </a:cubicBezTo>
                      <a:lnTo>
                        <a:pt x="587" y="109"/>
                      </a:lnTo>
                      <a:cubicBezTo>
                        <a:pt x="591" y="113"/>
                        <a:pt x="593" y="113"/>
                        <a:pt x="597" y="113"/>
                      </a:cubicBezTo>
                      <a:lnTo>
                        <a:pt x="606" y="113"/>
                      </a:lnTo>
                      <a:cubicBezTo>
                        <a:pt x="616" y="113"/>
                        <a:pt x="623" y="116"/>
                        <a:pt x="629" y="116"/>
                      </a:cubicBezTo>
                      <a:cubicBezTo>
                        <a:pt x="637" y="116"/>
                        <a:pt x="640" y="116"/>
                        <a:pt x="647" y="120"/>
                      </a:cubicBezTo>
                      <a:cubicBezTo>
                        <a:pt x="657" y="120"/>
                        <a:pt x="671" y="124"/>
                        <a:pt x="681" y="124"/>
                      </a:cubicBezTo>
                      <a:cubicBezTo>
                        <a:pt x="722" y="131"/>
                        <a:pt x="761" y="135"/>
                        <a:pt x="803" y="142"/>
                      </a:cubicBezTo>
                      <a:cubicBezTo>
                        <a:pt x="810" y="142"/>
                        <a:pt x="820" y="146"/>
                        <a:pt x="826" y="146"/>
                      </a:cubicBezTo>
                      <a:cubicBezTo>
                        <a:pt x="2536" y="396"/>
                        <a:pt x="4133" y="992"/>
                        <a:pt x="5546" y="1859"/>
                      </a:cubicBezTo>
                      <a:lnTo>
                        <a:pt x="5546" y="845"/>
                      </a:lnTo>
                      <a:cubicBezTo>
                        <a:pt x="4143" y="305"/>
                        <a:pt x="2619" y="6"/>
                        <a:pt x="1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3"/>
                <p:cNvSpPr/>
                <p:nvPr/>
              </p:nvSpPr>
              <p:spPr>
                <a:xfrm>
                  <a:off x="3211425" y="2791800"/>
                  <a:ext cx="84900" cy="189025"/>
                </a:xfrm>
                <a:custGeom>
                  <a:rect b="b" l="l" r="r" t="t"/>
                  <a:pathLst>
                    <a:path extrusionOk="0" h="7561" w="3396">
                      <a:moveTo>
                        <a:pt x="1835" y="1"/>
                      </a:moveTo>
                      <a:cubicBezTo>
                        <a:pt x="671" y="1906"/>
                        <a:pt x="0" y="4144"/>
                        <a:pt x="0" y="6538"/>
                      </a:cubicBezTo>
                      <a:cubicBezTo>
                        <a:pt x="0" y="6580"/>
                        <a:pt x="0" y="6619"/>
                        <a:pt x="4" y="6660"/>
                      </a:cubicBezTo>
                      <a:cubicBezTo>
                        <a:pt x="0" y="6684"/>
                        <a:pt x="0" y="6705"/>
                        <a:pt x="4" y="6729"/>
                      </a:cubicBezTo>
                      <a:cubicBezTo>
                        <a:pt x="4" y="6782"/>
                        <a:pt x="4" y="6832"/>
                        <a:pt x="9" y="6883"/>
                      </a:cubicBezTo>
                      <a:lnTo>
                        <a:pt x="9" y="6949"/>
                      </a:lnTo>
                      <a:cubicBezTo>
                        <a:pt x="9" y="6955"/>
                        <a:pt x="9" y="6963"/>
                        <a:pt x="12" y="6970"/>
                      </a:cubicBezTo>
                      <a:lnTo>
                        <a:pt x="12" y="7055"/>
                      </a:lnTo>
                      <a:cubicBezTo>
                        <a:pt x="12" y="7055"/>
                        <a:pt x="16" y="7055"/>
                        <a:pt x="12" y="7060"/>
                      </a:cubicBezTo>
                      <a:cubicBezTo>
                        <a:pt x="16" y="7064"/>
                        <a:pt x="16" y="7068"/>
                        <a:pt x="12" y="7074"/>
                      </a:cubicBezTo>
                      <a:cubicBezTo>
                        <a:pt x="16" y="7078"/>
                        <a:pt x="16" y="7080"/>
                        <a:pt x="16" y="7084"/>
                      </a:cubicBezTo>
                      <a:lnTo>
                        <a:pt x="16" y="7115"/>
                      </a:lnTo>
                      <a:cubicBezTo>
                        <a:pt x="16" y="7119"/>
                        <a:pt x="20" y="7126"/>
                        <a:pt x="20" y="7130"/>
                      </a:cubicBezTo>
                      <a:cubicBezTo>
                        <a:pt x="26" y="7271"/>
                        <a:pt x="36" y="7419"/>
                        <a:pt x="47" y="7560"/>
                      </a:cubicBezTo>
                      <a:cubicBezTo>
                        <a:pt x="53" y="7481"/>
                        <a:pt x="61" y="7404"/>
                        <a:pt x="67" y="7324"/>
                      </a:cubicBezTo>
                      <a:cubicBezTo>
                        <a:pt x="70" y="7303"/>
                        <a:pt x="70" y="7283"/>
                        <a:pt x="74" y="7262"/>
                      </a:cubicBezTo>
                      <a:lnTo>
                        <a:pt x="74" y="7259"/>
                      </a:lnTo>
                      <a:cubicBezTo>
                        <a:pt x="78" y="7213"/>
                        <a:pt x="86" y="7168"/>
                        <a:pt x="92" y="7123"/>
                      </a:cubicBezTo>
                      <a:lnTo>
                        <a:pt x="92" y="7119"/>
                      </a:lnTo>
                      <a:cubicBezTo>
                        <a:pt x="92" y="7102"/>
                        <a:pt x="96" y="7085"/>
                        <a:pt x="96" y="7068"/>
                      </a:cubicBezTo>
                      <a:cubicBezTo>
                        <a:pt x="96" y="7060"/>
                        <a:pt x="99" y="7055"/>
                        <a:pt x="99" y="7049"/>
                      </a:cubicBezTo>
                      <a:cubicBezTo>
                        <a:pt x="103" y="7049"/>
                        <a:pt x="99" y="7045"/>
                        <a:pt x="99" y="7045"/>
                      </a:cubicBezTo>
                      <a:lnTo>
                        <a:pt x="99" y="7039"/>
                      </a:lnTo>
                      <a:cubicBezTo>
                        <a:pt x="99" y="7033"/>
                        <a:pt x="103" y="7025"/>
                        <a:pt x="103" y="7018"/>
                      </a:cubicBezTo>
                      <a:lnTo>
                        <a:pt x="103" y="7012"/>
                      </a:lnTo>
                      <a:cubicBezTo>
                        <a:pt x="103" y="7008"/>
                        <a:pt x="103" y="7006"/>
                        <a:pt x="108" y="7002"/>
                      </a:cubicBezTo>
                      <a:lnTo>
                        <a:pt x="108" y="6977"/>
                      </a:lnTo>
                      <a:lnTo>
                        <a:pt x="108" y="6973"/>
                      </a:lnTo>
                      <a:cubicBezTo>
                        <a:pt x="112" y="6971"/>
                        <a:pt x="112" y="6967"/>
                        <a:pt x="112" y="6967"/>
                      </a:cubicBezTo>
                      <a:lnTo>
                        <a:pt x="112" y="6961"/>
                      </a:lnTo>
                      <a:cubicBezTo>
                        <a:pt x="112" y="6950"/>
                        <a:pt x="115" y="6941"/>
                        <a:pt x="115" y="6934"/>
                      </a:cubicBezTo>
                      <a:cubicBezTo>
                        <a:pt x="115" y="6925"/>
                        <a:pt x="119" y="6921"/>
                        <a:pt x="119" y="6915"/>
                      </a:cubicBezTo>
                      <a:cubicBezTo>
                        <a:pt x="119" y="6905"/>
                        <a:pt x="123" y="6899"/>
                        <a:pt x="123" y="6888"/>
                      </a:cubicBezTo>
                      <a:lnTo>
                        <a:pt x="123" y="6884"/>
                      </a:lnTo>
                      <a:cubicBezTo>
                        <a:pt x="129" y="6842"/>
                        <a:pt x="133" y="6796"/>
                        <a:pt x="140" y="6755"/>
                      </a:cubicBezTo>
                      <a:cubicBezTo>
                        <a:pt x="140" y="6751"/>
                        <a:pt x="144" y="6745"/>
                        <a:pt x="144" y="6741"/>
                      </a:cubicBezTo>
                      <a:cubicBezTo>
                        <a:pt x="523" y="4152"/>
                        <a:pt x="1692" y="1822"/>
                        <a:pt x="3396" y="2"/>
                      </a:cubicBezTo>
                      <a:lnTo>
                        <a:pt x="33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3"/>
                <p:cNvSpPr/>
                <p:nvPr/>
              </p:nvSpPr>
              <p:spPr>
                <a:xfrm>
                  <a:off x="3121350" y="2952350"/>
                  <a:ext cx="92075" cy="214750"/>
                </a:xfrm>
                <a:custGeom>
                  <a:rect b="b" l="l" r="r" t="t"/>
                  <a:pathLst>
                    <a:path extrusionOk="0" h="8590" w="3683">
                      <a:moveTo>
                        <a:pt x="3636" y="1"/>
                      </a:moveTo>
                      <a:cubicBezTo>
                        <a:pt x="3629" y="80"/>
                        <a:pt x="3622" y="157"/>
                        <a:pt x="3615" y="236"/>
                      </a:cubicBezTo>
                      <a:cubicBezTo>
                        <a:pt x="3613" y="254"/>
                        <a:pt x="3613" y="270"/>
                        <a:pt x="3608" y="288"/>
                      </a:cubicBezTo>
                      <a:cubicBezTo>
                        <a:pt x="3606" y="337"/>
                        <a:pt x="3598" y="389"/>
                        <a:pt x="3592" y="437"/>
                      </a:cubicBezTo>
                      <a:cubicBezTo>
                        <a:pt x="3592" y="455"/>
                        <a:pt x="3592" y="472"/>
                        <a:pt x="3588" y="489"/>
                      </a:cubicBezTo>
                      <a:cubicBezTo>
                        <a:pt x="3588" y="497"/>
                        <a:pt x="3588" y="501"/>
                        <a:pt x="3584" y="508"/>
                      </a:cubicBezTo>
                      <a:lnTo>
                        <a:pt x="3584" y="522"/>
                      </a:lnTo>
                      <a:cubicBezTo>
                        <a:pt x="3584" y="528"/>
                        <a:pt x="3581" y="535"/>
                        <a:pt x="3581" y="543"/>
                      </a:cubicBezTo>
                      <a:lnTo>
                        <a:pt x="3581" y="546"/>
                      </a:lnTo>
                      <a:lnTo>
                        <a:pt x="3581" y="556"/>
                      </a:lnTo>
                      <a:cubicBezTo>
                        <a:pt x="3576" y="564"/>
                        <a:pt x="3576" y="568"/>
                        <a:pt x="3576" y="575"/>
                      </a:cubicBezTo>
                      <a:lnTo>
                        <a:pt x="3576" y="585"/>
                      </a:lnTo>
                      <a:cubicBezTo>
                        <a:pt x="3576" y="587"/>
                        <a:pt x="3572" y="589"/>
                        <a:pt x="3572" y="591"/>
                      </a:cubicBezTo>
                      <a:lnTo>
                        <a:pt x="3572" y="597"/>
                      </a:lnTo>
                      <a:lnTo>
                        <a:pt x="3572" y="601"/>
                      </a:lnTo>
                      <a:cubicBezTo>
                        <a:pt x="3572" y="610"/>
                        <a:pt x="3568" y="620"/>
                        <a:pt x="3568" y="626"/>
                      </a:cubicBezTo>
                      <a:cubicBezTo>
                        <a:pt x="3568" y="633"/>
                        <a:pt x="3568" y="638"/>
                        <a:pt x="3565" y="644"/>
                      </a:cubicBezTo>
                      <a:cubicBezTo>
                        <a:pt x="3565" y="654"/>
                        <a:pt x="3565" y="664"/>
                        <a:pt x="3561" y="675"/>
                      </a:cubicBezTo>
                      <a:lnTo>
                        <a:pt x="3561" y="679"/>
                      </a:lnTo>
                      <a:cubicBezTo>
                        <a:pt x="3555" y="721"/>
                        <a:pt x="3551" y="767"/>
                        <a:pt x="3544" y="808"/>
                      </a:cubicBezTo>
                      <a:cubicBezTo>
                        <a:pt x="3544" y="811"/>
                        <a:pt x="3544" y="818"/>
                        <a:pt x="3540" y="824"/>
                      </a:cubicBezTo>
                      <a:cubicBezTo>
                        <a:pt x="3139" y="3551"/>
                        <a:pt x="1860" y="5997"/>
                        <a:pt x="1" y="7857"/>
                      </a:cubicBezTo>
                      <a:cubicBezTo>
                        <a:pt x="84" y="7929"/>
                        <a:pt x="170" y="7996"/>
                        <a:pt x="259" y="8062"/>
                      </a:cubicBezTo>
                      <a:cubicBezTo>
                        <a:pt x="299" y="8092"/>
                        <a:pt x="341" y="8123"/>
                        <a:pt x="382" y="8151"/>
                      </a:cubicBezTo>
                      <a:cubicBezTo>
                        <a:pt x="546" y="8264"/>
                        <a:pt x="717" y="8370"/>
                        <a:pt x="893" y="8464"/>
                      </a:cubicBezTo>
                      <a:cubicBezTo>
                        <a:pt x="911" y="8475"/>
                        <a:pt x="928" y="8484"/>
                        <a:pt x="946" y="8492"/>
                      </a:cubicBezTo>
                      <a:cubicBezTo>
                        <a:pt x="1011" y="8526"/>
                        <a:pt x="1075" y="8558"/>
                        <a:pt x="1141" y="8589"/>
                      </a:cubicBezTo>
                      <a:cubicBezTo>
                        <a:pt x="2733" y="6483"/>
                        <a:pt x="3678" y="3863"/>
                        <a:pt x="3678" y="1020"/>
                      </a:cubicBezTo>
                      <a:cubicBezTo>
                        <a:pt x="3678" y="983"/>
                        <a:pt x="3678" y="941"/>
                        <a:pt x="3680" y="897"/>
                      </a:cubicBezTo>
                      <a:cubicBezTo>
                        <a:pt x="3683" y="871"/>
                        <a:pt x="3683" y="844"/>
                        <a:pt x="3680" y="818"/>
                      </a:cubicBezTo>
                      <a:lnTo>
                        <a:pt x="3680" y="814"/>
                      </a:lnTo>
                      <a:cubicBezTo>
                        <a:pt x="3680" y="767"/>
                        <a:pt x="3680" y="718"/>
                        <a:pt x="3675" y="673"/>
                      </a:cubicBezTo>
                      <a:lnTo>
                        <a:pt x="3675" y="652"/>
                      </a:lnTo>
                      <a:lnTo>
                        <a:pt x="3675" y="646"/>
                      </a:lnTo>
                      <a:lnTo>
                        <a:pt x="3675" y="639"/>
                      </a:lnTo>
                      <a:lnTo>
                        <a:pt x="3675" y="608"/>
                      </a:lnTo>
                      <a:cubicBezTo>
                        <a:pt x="3675" y="601"/>
                        <a:pt x="3675" y="594"/>
                        <a:pt x="3672" y="587"/>
                      </a:cubicBezTo>
                      <a:lnTo>
                        <a:pt x="3672" y="581"/>
                      </a:lnTo>
                      <a:lnTo>
                        <a:pt x="3672" y="575"/>
                      </a:lnTo>
                      <a:lnTo>
                        <a:pt x="3672" y="501"/>
                      </a:lnTo>
                      <a:cubicBezTo>
                        <a:pt x="3668" y="497"/>
                        <a:pt x="3672" y="497"/>
                        <a:pt x="3672" y="497"/>
                      </a:cubicBezTo>
                      <a:cubicBezTo>
                        <a:pt x="3668" y="489"/>
                        <a:pt x="3668" y="487"/>
                        <a:pt x="3672" y="483"/>
                      </a:cubicBezTo>
                      <a:cubicBezTo>
                        <a:pt x="3668" y="481"/>
                        <a:pt x="3668" y="477"/>
                        <a:pt x="3668" y="477"/>
                      </a:cubicBezTo>
                      <a:lnTo>
                        <a:pt x="3668" y="431"/>
                      </a:lnTo>
                      <a:lnTo>
                        <a:pt x="3664" y="431"/>
                      </a:lnTo>
                      <a:cubicBezTo>
                        <a:pt x="3657" y="286"/>
                        <a:pt x="3647" y="142"/>
                        <a:pt x="3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3"/>
                <p:cNvSpPr/>
                <p:nvPr/>
              </p:nvSpPr>
              <p:spPr>
                <a:xfrm>
                  <a:off x="3074375" y="2959275"/>
                  <a:ext cx="150200" cy="54575"/>
                </a:xfrm>
                <a:custGeom>
                  <a:rect b="b" l="l" r="r" t="t"/>
                  <a:pathLst>
                    <a:path extrusionOk="0" h="2183" w="6008">
                      <a:moveTo>
                        <a:pt x="6008" y="0"/>
                      </a:moveTo>
                      <a:cubicBezTo>
                        <a:pt x="5935" y="36"/>
                        <a:pt x="5859" y="71"/>
                        <a:pt x="5785" y="104"/>
                      </a:cubicBezTo>
                      <a:cubicBezTo>
                        <a:pt x="5768" y="110"/>
                        <a:pt x="5754" y="118"/>
                        <a:pt x="5739" y="124"/>
                      </a:cubicBezTo>
                      <a:cubicBezTo>
                        <a:pt x="5694" y="141"/>
                        <a:pt x="5649" y="162"/>
                        <a:pt x="5608" y="180"/>
                      </a:cubicBezTo>
                      <a:cubicBezTo>
                        <a:pt x="5608" y="184"/>
                        <a:pt x="5608" y="184"/>
                        <a:pt x="5604" y="184"/>
                      </a:cubicBezTo>
                      <a:cubicBezTo>
                        <a:pt x="5588" y="190"/>
                        <a:pt x="5573" y="197"/>
                        <a:pt x="5559" y="201"/>
                      </a:cubicBezTo>
                      <a:cubicBezTo>
                        <a:pt x="5551" y="204"/>
                        <a:pt x="5547" y="207"/>
                        <a:pt x="5544" y="207"/>
                      </a:cubicBezTo>
                      <a:cubicBezTo>
                        <a:pt x="5542" y="207"/>
                        <a:pt x="5538" y="211"/>
                        <a:pt x="5538" y="211"/>
                      </a:cubicBezTo>
                      <a:lnTo>
                        <a:pt x="5534" y="211"/>
                      </a:lnTo>
                      <a:lnTo>
                        <a:pt x="5534" y="215"/>
                      </a:lnTo>
                      <a:cubicBezTo>
                        <a:pt x="5528" y="215"/>
                        <a:pt x="5520" y="217"/>
                        <a:pt x="5513" y="221"/>
                      </a:cubicBezTo>
                      <a:cubicBezTo>
                        <a:pt x="5511" y="221"/>
                        <a:pt x="5507" y="225"/>
                        <a:pt x="5507" y="225"/>
                      </a:cubicBezTo>
                      <a:cubicBezTo>
                        <a:pt x="5500" y="225"/>
                        <a:pt x="5497" y="230"/>
                        <a:pt x="5493" y="230"/>
                      </a:cubicBezTo>
                      <a:cubicBezTo>
                        <a:pt x="5485" y="232"/>
                        <a:pt x="5482" y="236"/>
                        <a:pt x="5479" y="236"/>
                      </a:cubicBezTo>
                      <a:cubicBezTo>
                        <a:pt x="5479" y="240"/>
                        <a:pt x="5479" y="240"/>
                        <a:pt x="5475" y="240"/>
                      </a:cubicBezTo>
                      <a:lnTo>
                        <a:pt x="5471" y="240"/>
                      </a:lnTo>
                      <a:cubicBezTo>
                        <a:pt x="5468" y="240"/>
                        <a:pt x="5465" y="243"/>
                        <a:pt x="5465" y="243"/>
                      </a:cubicBezTo>
                      <a:cubicBezTo>
                        <a:pt x="5462" y="243"/>
                        <a:pt x="5457" y="243"/>
                        <a:pt x="5457" y="247"/>
                      </a:cubicBezTo>
                      <a:cubicBezTo>
                        <a:pt x="5448" y="251"/>
                        <a:pt x="5440" y="253"/>
                        <a:pt x="5434" y="257"/>
                      </a:cubicBezTo>
                      <a:cubicBezTo>
                        <a:pt x="5425" y="257"/>
                        <a:pt x="5423" y="260"/>
                        <a:pt x="5419" y="264"/>
                      </a:cubicBezTo>
                      <a:cubicBezTo>
                        <a:pt x="5409" y="268"/>
                        <a:pt x="5399" y="271"/>
                        <a:pt x="5388" y="274"/>
                      </a:cubicBezTo>
                      <a:lnTo>
                        <a:pt x="5384" y="274"/>
                      </a:lnTo>
                      <a:lnTo>
                        <a:pt x="5384" y="278"/>
                      </a:lnTo>
                      <a:cubicBezTo>
                        <a:pt x="5347" y="292"/>
                        <a:pt x="5308" y="305"/>
                        <a:pt x="5274" y="319"/>
                      </a:cubicBezTo>
                      <a:cubicBezTo>
                        <a:pt x="5267" y="323"/>
                        <a:pt x="5259" y="326"/>
                        <a:pt x="5253" y="330"/>
                      </a:cubicBezTo>
                      <a:cubicBezTo>
                        <a:pt x="3756" y="923"/>
                        <a:pt x="2195" y="1209"/>
                        <a:pt x="648" y="1209"/>
                      </a:cubicBezTo>
                      <a:cubicBezTo>
                        <a:pt x="432" y="1209"/>
                        <a:pt x="216" y="1204"/>
                        <a:pt x="0" y="1192"/>
                      </a:cubicBezTo>
                      <a:lnTo>
                        <a:pt x="0" y="2182"/>
                      </a:lnTo>
                      <a:cubicBezTo>
                        <a:pt x="1762" y="2025"/>
                        <a:pt x="3517" y="1490"/>
                        <a:pt x="5150" y="549"/>
                      </a:cubicBezTo>
                      <a:cubicBezTo>
                        <a:pt x="5188" y="525"/>
                        <a:pt x="5229" y="504"/>
                        <a:pt x="5269" y="475"/>
                      </a:cubicBezTo>
                      <a:cubicBezTo>
                        <a:pt x="5275" y="473"/>
                        <a:pt x="5281" y="470"/>
                        <a:pt x="5287" y="467"/>
                      </a:cubicBezTo>
                      <a:lnTo>
                        <a:pt x="5289" y="467"/>
                      </a:lnTo>
                      <a:cubicBezTo>
                        <a:pt x="5300" y="460"/>
                        <a:pt x="5310" y="453"/>
                        <a:pt x="5320" y="444"/>
                      </a:cubicBezTo>
                      <a:cubicBezTo>
                        <a:pt x="5362" y="424"/>
                        <a:pt x="5400" y="397"/>
                        <a:pt x="5441" y="369"/>
                      </a:cubicBezTo>
                      <a:cubicBezTo>
                        <a:pt x="5447" y="369"/>
                        <a:pt x="5455" y="365"/>
                        <a:pt x="5462" y="359"/>
                      </a:cubicBezTo>
                      <a:lnTo>
                        <a:pt x="5462" y="354"/>
                      </a:lnTo>
                      <a:lnTo>
                        <a:pt x="5466" y="354"/>
                      </a:lnTo>
                      <a:cubicBezTo>
                        <a:pt x="5468" y="354"/>
                        <a:pt x="5468" y="354"/>
                        <a:pt x="5472" y="350"/>
                      </a:cubicBezTo>
                      <a:cubicBezTo>
                        <a:pt x="5475" y="350"/>
                        <a:pt x="5475" y="350"/>
                        <a:pt x="5478" y="346"/>
                      </a:cubicBezTo>
                      <a:cubicBezTo>
                        <a:pt x="5486" y="343"/>
                        <a:pt x="5491" y="339"/>
                        <a:pt x="5497" y="333"/>
                      </a:cubicBezTo>
                      <a:cubicBezTo>
                        <a:pt x="5503" y="333"/>
                        <a:pt x="5507" y="329"/>
                        <a:pt x="5513" y="322"/>
                      </a:cubicBezTo>
                      <a:cubicBezTo>
                        <a:pt x="5517" y="322"/>
                        <a:pt x="5519" y="322"/>
                        <a:pt x="5524" y="318"/>
                      </a:cubicBezTo>
                      <a:cubicBezTo>
                        <a:pt x="5527" y="318"/>
                        <a:pt x="5527" y="315"/>
                        <a:pt x="5530" y="312"/>
                      </a:cubicBezTo>
                      <a:cubicBezTo>
                        <a:pt x="5534" y="312"/>
                        <a:pt x="5537" y="309"/>
                        <a:pt x="5540" y="305"/>
                      </a:cubicBezTo>
                      <a:lnTo>
                        <a:pt x="5544" y="305"/>
                      </a:lnTo>
                      <a:cubicBezTo>
                        <a:pt x="5547" y="305"/>
                        <a:pt x="5550" y="299"/>
                        <a:pt x="5550" y="299"/>
                      </a:cubicBezTo>
                      <a:cubicBezTo>
                        <a:pt x="5559" y="299"/>
                        <a:pt x="5565" y="292"/>
                        <a:pt x="5569" y="292"/>
                      </a:cubicBezTo>
                      <a:cubicBezTo>
                        <a:pt x="5575" y="284"/>
                        <a:pt x="5583" y="282"/>
                        <a:pt x="5590" y="278"/>
                      </a:cubicBezTo>
                      <a:lnTo>
                        <a:pt x="5590" y="274"/>
                      </a:lnTo>
                      <a:cubicBezTo>
                        <a:pt x="5597" y="274"/>
                        <a:pt x="5600" y="272"/>
                        <a:pt x="5604" y="268"/>
                      </a:cubicBezTo>
                      <a:cubicBezTo>
                        <a:pt x="5621" y="257"/>
                        <a:pt x="5635" y="251"/>
                        <a:pt x="5648" y="237"/>
                      </a:cubicBezTo>
                      <a:lnTo>
                        <a:pt x="5653" y="237"/>
                      </a:lnTo>
                      <a:cubicBezTo>
                        <a:pt x="5771" y="160"/>
                        <a:pt x="5889" y="81"/>
                        <a:pt x="6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3"/>
                <p:cNvSpPr/>
                <p:nvPr/>
              </p:nvSpPr>
              <p:spPr>
                <a:xfrm>
                  <a:off x="3200150" y="2920825"/>
                  <a:ext cx="136650" cy="53025"/>
                </a:xfrm>
                <a:custGeom>
                  <a:rect b="b" l="l" r="r" t="t"/>
                  <a:pathLst>
                    <a:path extrusionOk="0" h="2121" w="5466">
                      <a:moveTo>
                        <a:pt x="5466" y="1"/>
                      </a:moveTo>
                      <a:cubicBezTo>
                        <a:pt x="3891" y="212"/>
                        <a:pt x="2329" y="730"/>
                        <a:pt x="862" y="1569"/>
                      </a:cubicBezTo>
                      <a:cubicBezTo>
                        <a:pt x="824" y="1590"/>
                        <a:pt x="790" y="1615"/>
                        <a:pt x="751" y="1640"/>
                      </a:cubicBezTo>
                      <a:cubicBezTo>
                        <a:pt x="734" y="1646"/>
                        <a:pt x="712" y="1656"/>
                        <a:pt x="695" y="1675"/>
                      </a:cubicBezTo>
                      <a:cubicBezTo>
                        <a:pt x="652" y="1694"/>
                        <a:pt x="607" y="1723"/>
                        <a:pt x="566" y="1750"/>
                      </a:cubicBezTo>
                      <a:cubicBezTo>
                        <a:pt x="563" y="1750"/>
                        <a:pt x="555" y="1754"/>
                        <a:pt x="552" y="1760"/>
                      </a:cubicBezTo>
                      <a:cubicBezTo>
                        <a:pt x="551" y="1760"/>
                        <a:pt x="550" y="1760"/>
                        <a:pt x="549" y="1760"/>
                      </a:cubicBezTo>
                      <a:cubicBezTo>
                        <a:pt x="547" y="1760"/>
                        <a:pt x="544" y="1761"/>
                        <a:pt x="542" y="1764"/>
                      </a:cubicBezTo>
                      <a:lnTo>
                        <a:pt x="538" y="1769"/>
                      </a:lnTo>
                      <a:cubicBezTo>
                        <a:pt x="535" y="1769"/>
                        <a:pt x="535" y="1769"/>
                        <a:pt x="532" y="1773"/>
                      </a:cubicBezTo>
                      <a:cubicBezTo>
                        <a:pt x="525" y="1776"/>
                        <a:pt x="517" y="1780"/>
                        <a:pt x="511" y="1786"/>
                      </a:cubicBezTo>
                      <a:cubicBezTo>
                        <a:pt x="503" y="1786"/>
                        <a:pt x="499" y="1790"/>
                        <a:pt x="493" y="1796"/>
                      </a:cubicBezTo>
                      <a:cubicBezTo>
                        <a:pt x="490" y="1796"/>
                        <a:pt x="490" y="1796"/>
                        <a:pt x="486" y="1801"/>
                      </a:cubicBezTo>
                      <a:cubicBezTo>
                        <a:pt x="482" y="1801"/>
                        <a:pt x="480" y="1804"/>
                        <a:pt x="476" y="1807"/>
                      </a:cubicBezTo>
                      <a:lnTo>
                        <a:pt x="472" y="1807"/>
                      </a:lnTo>
                      <a:cubicBezTo>
                        <a:pt x="472" y="1807"/>
                        <a:pt x="468" y="1807"/>
                        <a:pt x="468" y="1811"/>
                      </a:cubicBezTo>
                      <a:cubicBezTo>
                        <a:pt x="466" y="1811"/>
                        <a:pt x="462" y="1817"/>
                        <a:pt x="462" y="1817"/>
                      </a:cubicBezTo>
                      <a:cubicBezTo>
                        <a:pt x="460" y="1817"/>
                        <a:pt x="455" y="1821"/>
                        <a:pt x="455" y="1821"/>
                      </a:cubicBezTo>
                      <a:cubicBezTo>
                        <a:pt x="447" y="1821"/>
                        <a:pt x="445" y="1824"/>
                        <a:pt x="441" y="1827"/>
                      </a:cubicBezTo>
                      <a:cubicBezTo>
                        <a:pt x="435" y="1832"/>
                        <a:pt x="426" y="1838"/>
                        <a:pt x="420" y="1842"/>
                      </a:cubicBezTo>
                      <a:cubicBezTo>
                        <a:pt x="416" y="1842"/>
                        <a:pt x="416" y="1846"/>
                        <a:pt x="416" y="1846"/>
                      </a:cubicBezTo>
                      <a:cubicBezTo>
                        <a:pt x="409" y="1846"/>
                        <a:pt x="406" y="1848"/>
                        <a:pt x="403" y="1852"/>
                      </a:cubicBezTo>
                      <a:cubicBezTo>
                        <a:pt x="389" y="1862"/>
                        <a:pt x="375" y="1871"/>
                        <a:pt x="361" y="1881"/>
                      </a:cubicBezTo>
                      <a:cubicBezTo>
                        <a:pt x="357" y="1881"/>
                        <a:pt x="357" y="1884"/>
                        <a:pt x="357" y="1884"/>
                      </a:cubicBezTo>
                      <a:cubicBezTo>
                        <a:pt x="236" y="1961"/>
                        <a:pt x="119" y="2041"/>
                        <a:pt x="0" y="2120"/>
                      </a:cubicBezTo>
                      <a:cubicBezTo>
                        <a:pt x="76" y="2083"/>
                        <a:pt x="156" y="2048"/>
                        <a:pt x="232" y="2013"/>
                      </a:cubicBezTo>
                      <a:cubicBezTo>
                        <a:pt x="239" y="2011"/>
                        <a:pt x="245" y="2007"/>
                        <a:pt x="251" y="2005"/>
                      </a:cubicBezTo>
                      <a:lnTo>
                        <a:pt x="253" y="2005"/>
                      </a:lnTo>
                      <a:cubicBezTo>
                        <a:pt x="259" y="2001"/>
                        <a:pt x="267" y="1998"/>
                        <a:pt x="274" y="1997"/>
                      </a:cubicBezTo>
                      <a:cubicBezTo>
                        <a:pt x="318" y="1976"/>
                        <a:pt x="361" y="1958"/>
                        <a:pt x="403" y="1941"/>
                      </a:cubicBezTo>
                      <a:lnTo>
                        <a:pt x="403" y="1938"/>
                      </a:lnTo>
                      <a:cubicBezTo>
                        <a:pt x="420" y="1931"/>
                        <a:pt x="437" y="1924"/>
                        <a:pt x="451" y="1920"/>
                      </a:cubicBezTo>
                      <a:cubicBezTo>
                        <a:pt x="455" y="1918"/>
                        <a:pt x="457" y="1918"/>
                        <a:pt x="462" y="1914"/>
                      </a:cubicBezTo>
                      <a:cubicBezTo>
                        <a:pt x="466" y="1914"/>
                        <a:pt x="468" y="1910"/>
                        <a:pt x="472" y="1910"/>
                      </a:cubicBezTo>
                      <a:cubicBezTo>
                        <a:pt x="474" y="1908"/>
                        <a:pt x="475" y="1908"/>
                        <a:pt x="476" y="1908"/>
                      </a:cubicBezTo>
                      <a:cubicBezTo>
                        <a:pt x="476" y="1908"/>
                        <a:pt x="476" y="1908"/>
                        <a:pt x="476" y="1910"/>
                      </a:cubicBezTo>
                      <a:cubicBezTo>
                        <a:pt x="482" y="1907"/>
                        <a:pt x="490" y="1904"/>
                        <a:pt x="497" y="1900"/>
                      </a:cubicBezTo>
                      <a:lnTo>
                        <a:pt x="504" y="1900"/>
                      </a:lnTo>
                      <a:cubicBezTo>
                        <a:pt x="508" y="1898"/>
                        <a:pt x="511" y="1893"/>
                        <a:pt x="514" y="1893"/>
                      </a:cubicBezTo>
                      <a:cubicBezTo>
                        <a:pt x="522" y="1891"/>
                        <a:pt x="529" y="1887"/>
                        <a:pt x="533" y="1887"/>
                      </a:cubicBezTo>
                      <a:cubicBezTo>
                        <a:pt x="533" y="1887"/>
                        <a:pt x="533" y="1883"/>
                        <a:pt x="537" y="1883"/>
                      </a:cubicBezTo>
                      <a:lnTo>
                        <a:pt x="547" y="1883"/>
                      </a:lnTo>
                      <a:lnTo>
                        <a:pt x="551" y="1879"/>
                      </a:lnTo>
                      <a:cubicBezTo>
                        <a:pt x="562" y="1873"/>
                        <a:pt x="573" y="1869"/>
                        <a:pt x="579" y="1869"/>
                      </a:cubicBezTo>
                      <a:cubicBezTo>
                        <a:pt x="587" y="1867"/>
                        <a:pt x="590" y="1862"/>
                        <a:pt x="594" y="1862"/>
                      </a:cubicBezTo>
                      <a:cubicBezTo>
                        <a:pt x="604" y="1855"/>
                        <a:pt x="614" y="1852"/>
                        <a:pt x="625" y="1848"/>
                      </a:cubicBezTo>
                      <a:lnTo>
                        <a:pt x="629" y="1848"/>
                      </a:lnTo>
                      <a:cubicBezTo>
                        <a:pt x="630" y="1847"/>
                        <a:pt x="630" y="1847"/>
                        <a:pt x="631" y="1847"/>
                      </a:cubicBezTo>
                      <a:cubicBezTo>
                        <a:pt x="632" y="1847"/>
                        <a:pt x="632" y="1848"/>
                        <a:pt x="632" y="1848"/>
                      </a:cubicBezTo>
                      <a:cubicBezTo>
                        <a:pt x="671" y="1832"/>
                        <a:pt x="708" y="1814"/>
                        <a:pt x="746" y="1804"/>
                      </a:cubicBezTo>
                      <a:cubicBezTo>
                        <a:pt x="754" y="1796"/>
                        <a:pt x="761" y="1793"/>
                        <a:pt x="768" y="1793"/>
                      </a:cubicBezTo>
                      <a:cubicBezTo>
                        <a:pt x="2265" y="1198"/>
                        <a:pt x="3829" y="913"/>
                        <a:pt x="5375" y="913"/>
                      </a:cubicBezTo>
                      <a:cubicBezTo>
                        <a:pt x="5405" y="913"/>
                        <a:pt x="5436" y="913"/>
                        <a:pt x="5466" y="913"/>
                      </a:cubicBezTo>
                      <a:lnTo>
                        <a:pt x="546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3"/>
                <p:cNvSpPr/>
                <p:nvPr/>
              </p:nvSpPr>
              <p:spPr>
                <a:xfrm>
                  <a:off x="3162475" y="2791825"/>
                  <a:ext cx="57350" cy="186975"/>
                </a:xfrm>
                <a:custGeom>
                  <a:rect b="b" l="l" r="r" t="t"/>
                  <a:pathLst>
                    <a:path extrusionOk="0" h="7479" w="2294">
                      <a:moveTo>
                        <a:pt x="65" y="1"/>
                      </a:moveTo>
                      <a:cubicBezTo>
                        <a:pt x="1" y="2243"/>
                        <a:pt x="538" y="4529"/>
                        <a:pt x="1743" y="6615"/>
                      </a:cubicBezTo>
                      <a:cubicBezTo>
                        <a:pt x="1760" y="6647"/>
                        <a:pt x="1778" y="6678"/>
                        <a:pt x="1798" y="6709"/>
                      </a:cubicBezTo>
                      <a:cubicBezTo>
                        <a:pt x="1813" y="6734"/>
                        <a:pt x="1827" y="6760"/>
                        <a:pt x="1848" y="6785"/>
                      </a:cubicBezTo>
                      <a:cubicBezTo>
                        <a:pt x="1870" y="6826"/>
                        <a:pt x="1892" y="6869"/>
                        <a:pt x="1921" y="6910"/>
                      </a:cubicBezTo>
                      <a:cubicBezTo>
                        <a:pt x="1925" y="6916"/>
                        <a:pt x="1928" y="6924"/>
                        <a:pt x="1936" y="6931"/>
                      </a:cubicBezTo>
                      <a:cubicBezTo>
                        <a:pt x="1936" y="6935"/>
                        <a:pt x="1936" y="6937"/>
                        <a:pt x="1942" y="6941"/>
                      </a:cubicBezTo>
                      <a:cubicBezTo>
                        <a:pt x="1939" y="6944"/>
                        <a:pt x="1942" y="6944"/>
                        <a:pt x="1946" y="6947"/>
                      </a:cubicBezTo>
                      <a:cubicBezTo>
                        <a:pt x="1949" y="6954"/>
                        <a:pt x="1952" y="6962"/>
                        <a:pt x="1956" y="6968"/>
                      </a:cubicBezTo>
                      <a:cubicBezTo>
                        <a:pt x="1959" y="6972"/>
                        <a:pt x="1962" y="6978"/>
                        <a:pt x="1967" y="6982"/>
                      </a:cubicBezTo>
                      <a:cubicBezTo>
                        <a:pt x="1967" y="6985"/>
                        <a:pt x="1967" y="6985"/>
                        <a:pt x="1970" y="6988"/>
                      </a:cubicBezTo>
                      <a:lnTo>
                        <a:pt x="1974" y="6993"/>
                      </a:lnTo>
                      <a:cubicBezTo>
                        <a:pt x="1974" y="6997"/>
                        <a:pt x="1977" y="7003"/>
                        <a:pt x="1980" y="7007"/>
                      </a:cubicBezTo>
                      <a:lnTo>
                        <a:pt x="1982" y="7008"/>
                      </a:lnTo>
                      <a:cubicBezTo>
                        <a:pt x="1984" y="7011"/>
                        <a:pt x="1984" y="7013"/>
                        <a:pt x="1984" y="7013"/>
                      </a:cubicBezTo>
                      <a:cubicBezTo>
                        <a:pt x="1987" y="7016"/>
                        <a:pt x="1987" y="7019"/>
                        <a:pt x="1990" y="7019"/>
                      </a:cubicBezTo>
                      <a:cubicBezTo>
                        <a:pt x="1994" y="7028"/>
                        <a:pt x="1997" y="7034"/>
                        <a:pt x="2001" y="7038"/>
                      </a:cubicBezTo>
                      <a:cubicBezTo>
                        <a:pt x="2005" y="7044"/>
                        <a:pt x="2008" y="7052"/>
                        <a:pt x="2011" y="7059"/>
                      </a:cubicBezTo>
                      <a:lnTo>
                        <a:pt x="2015" y="7059"/>
                      </a:lnTo>
                      <a:cubicBezTo>
                        <a:pt x="2018" y="7067"/>
                        <a:pt x="2018" y="7069"/>
                        <a:pt x="2021" y="7073"/>
                      </a:cubicBezTo>
                      <a:cubicBezTo>
                        <a:pt x="2021" y="7077"/>
                        <a:pt x="2025" y="7077"/>
                        <a:pt x="2025" y="7077"/>
                      </a:cubicBezTo>
                      <a:cubicBezTo>
                        <a:pt x="2036" y="7091"/>
                        <a:pt x="2044" y="7104"/>
                        <a:pt x="2054" y="7118"/>
                      </a:cubicBezTo>
                      <a:lnTo>
                        <a:pt x="2054" y="7122"/>
                      </a:lnTo>
                      <a:cubicBezTo>
                        <a:pt x="2133" y="7244"/>
                        <a:pt x="2213" y="7362"/>
                        <a:pt x="2294" y="7479"/>
                      </a:cubicBezTo>
                      <a:cubicBezTo>
                        <a:pt x="2262" y="7414"/>
                        <a:pt x="2231" y="7343"/>
                        <a:pt x="2200" y="7277"/>
                      </a:cubicBezTo>
                      <a:cubicBezTo>
                        <a:pt x="2189" y="7256"/>
                        <a:pt x="2181" y="7235"/>
                        <a:pt x="2171" y="7214"/>
                      </a:cubicBezTo>
                      <a:cubicBezTo>
                        <a:pt x="2149" y="7166"/>
                        <a:pt x="2129" y="7121"/>
                        <a:pt x="2108" y="7075"/>
                      </a:cubicBezTo>
                      <a:cubicBezTo>
                        <a:pt x="2102" y="7058"/>
                        <a:pt x="2093" y="7044"/>
                        <a:pt x="2087" y="7030"/>
                      </a:cubicBezTo>
                      <a:cubicBezTo>
                        <a:pt x="2087" y="7022"/>
                        <a:pt x="2085" y="7016"/>
                        <a:pt x="2081" y="7012"/>
                      </a:cubicBezTo>
                      <a:cubicBezTo>
                        <a:pt x="2081" y="7008"/>
                        <a:pt x="2081" y="7006"/>
                        <a:pt x="2077" y="7002"/>
                      </a:cubicBezTo>
                      <a:cubicBezTo>
                        <a:pt x="2073" y="6992"/>
                        <a:pt x="2071" y="6983"/>
                        <a:pt x="2067" y="6977"/>
                      </a:cubicBezTo>
                      <a:lnTo>
                        <a:pt x="2067" y="6973"/>
                      </a:lnTo>
                      <a:cubicBezTo>
                        <a:pt x="2062" y="6971"/>
                        <a:pt x="2062" y="6967"/>
                        <a:pt x="2062" y="6967"/>
                      </a:cubicBezTo>
                      <a:cubicBezTo>
                        <a:pt x="2060" y="6961"/>
                        <a:pt x="2056" y="6952"/>
                        <a:pt x="2056" y="6946"/>
                      </a:cubicBezTo>
                      <a:lnTo>
                        <a:pt x="2052" y="6946"/>
                      </a:lnTo>
                      <a:cubicBezTo>
                        <a:pt x="2052" y="6946"/>
                        <a:pt x="2051" y="6946"/>
                        <a:pt x="2051" y="6945"/>
                      </a:cubicBezTo>
                      <a:cubicBezTo>
                        <a:pt x="2051" y="6944"/>
                        <a:pt x="2051" y="6944"/>
                        <a:pt x="2052" y="6942"/>
                      </a:cubicBezTo>
                      <a:cubicBezTo>
                        <a:pt x="2052" y="6939"/>
                        <a:pt x="2049" y="6936"/>
                        <a:pt x="2049" y="6932"/>
                      </a:cubicBezTo>
                      <a:cubicBezTo>
                        <a:pt x="2049" y="6929"/>
                        <a:pt x="2045" y="6929"/>
                        <a:pt x="2045" y="6929"/>
                      </a:cubicBezTo>
                      <a:cubicBezTo>
                        <a:pt x="2041" y="6918"/>
                        <a:pt x="2039" y="6906"/>
                        <a:pt x="2035" y="6900"/>
                      </a:cubicBezTo>
                      <a:cubicBezTo>
                        <a:pt x="2032" y="6893"/>
                        <a:pt x="2032" y="6887"/>
                        <a:pt x="2028" y="6883"/>
                      </a:cubicBezTo>
                      <a:cubicBezTo>
                        <a:pt x="2024" y="6873"/>
                        <a:pt x="2021" y="6861"/>
                        <a:pt x="2018" y="6854"/>
                      </a:cubicBezTo>
                      <a:lnTo>
                        <a:pt x="2014" y="6854"/>
                      </a:lnTo>
                      <a:cubicBezTo>
                        <a:pt x="2000" y="6813"/>
                        <a:pt x="1983" y="6771"/>
                        <a:pt x="1964" y="6729"/>
                      </a:cubicBezTo>
                      <a:cubicBezTo>
                        <a:pt x="1962" y="6722"/>
                        <a:pt x="1962" y="6715"/>
                        <a:pt x="1958" y="6712"/>
                      </a:cubicBezTo>
                      <a:cubicBezTo>
                        <a:pt x="1094" y="4529"/>
                        <a:pt x="883" y="2209"/>
                        <a:pt x="12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3"/>
                <p:cNvSpPr/>
                <p:nvPr/>
              </p:nvSpPr>
              <p:spPr>
                <a:xfrm>
                  <a:off x="3205100" y="2954350"/>
                  <a:ext cx="61225" cy="224100"/>
                </a:xfrm>
                <a:custGeom>
                  <a:rect b="b" l="l" r="r" t="t"/>
                  <a:pathLst>
                    <a:path extrusionOk="0" h="8964" w="2449">
                      <a:moveTo>
                        <a:pt x="0" y="0"/>
                      </a:moveTo>
                      <a:lnTo>
                        <a:pt x="0" y="0"/>
                      </a:lnTo>
                      <a:cubicBezTo>
                        <a:pt x="31" y="69"/>
                        <a:pt x="67" y="136"/>
                        <a:pt x="94" y="206"/>
                      </a:cubicBezTo>
                      <a:cubicBezTo>
                        <a:pt x="105" y="227"/>
                        <a:pt x="115" y="248"/>
                        <a:pt x="125" y="269"/>
                      </a:cubicBezTo>
                      <a:cubicBezTo>
                        <a:pt x="144" y="314"/>
                        <a:pt x="165" y="358"/>
                        <a:pt x="185" y="404"/>
                      </a:cubicBezTo>
                      <a:cubicBezTo>
                        <a:pt x="191" y="422"/>
                        <a:pt x="200" y="439"/>
                        <a:pt x="206" y="453"/>
                      </a:cubicBezTo>
                      <a:cubicBezTo>
                        <a:pt x="206" y="461"/>
                        <a:pt x="210" y="464"/>
                        <a:pt x="210" y="467"/>
                      </a:cubicBezTo>
                      <a:lnTo>
                        <a:pt x="213" y="467"/>
                      </a:lnTo>
                      <a:lnTo>
                        <a:pt x="213" y="471"/>
                      </a:lnTo>
                      <a:cubicBezTo>
                        <a:pt x="213" y="474"/>
                        <a:pt x="217" y="478"/>
                        <a:pt x="217" y="478"/>
                      </a:cubicBezTo>
                      <a:cubicBezTo>
                        <a:pt x="220" y="485"/>
                        <a:pt x="220" y="492"/>
                        <a:pt x="223" y="496"/>
                      </a:cubicBezTo>
                      <a:cubicBezTo>
                        <a:pt x="223" y="498"/>
                        <a:pt x="227" y="502"/>
                        <a:pt x="227" y="502"/>
                      </a:cubicBezTo>
                      <a:cubicBezTo>
                        <a:pt x="227" y="506"/>
                        <a:pt x="232" y="508"/>
                        <a:pt x="232" y="512"/>
                      </a:cubicBezTo>
                      <a:cubicBezTo>
                        <a:pt x="236" y="523"/>
                        <a:pt x="238" y="531"/>
                        <a:pt x="242" y="537"/>
                      </a:cubicBezTo>
                      <a:cubicBezTo>
                        <a:pt x="242" y="541"/>
                        <a:pt x="246" y="543"/>
                        <a:pt x="246" y="547"/>
                      </a:cubicBezTo>
                      <a:cubicBezTo>
                        <a:pt x="246" y="551"/>
                        <a:pt x="250" y="551"/>
                        <a:pt x="250" y="551"/>
                      </a:cubicBezTo>
                      <a:cubicBezTo>
                        <a:pt x="253" y="562"/>
                        <a:pt x="257" y="572"/>
                        <a:pt x="260" y="579"/>
                      </a:cubicBezTo>
                      <a:cubicBezTo>
                        <a:pt x="263" y="588"/>
                        <a:pt x="263" y="590"/>
                        <a:pt x="267" y="594"/>
                      </a:cubicBezTo>
                      <a:cubicBezTo>
                        <a:pt x="269" y="600"/>
                        <a:pt x="269" y="608"/>
                        <a:pt x="273" y="614"/>
                      </a:cubicBezTo>
                      <a:cubicBezTo>
                        <a:pt x="276" y="618"/>
                        <a:pt x="276" y="621"/>
                        <a:pt x="279" y="625"/>
                      </a:cubicBezTo>
                      <a:cubicBezTo>
                        <a:pt x="294" y="664"/>
                        <a:pt x="307" y="701"/>
                        <a:pt x="324" y="739"/>
                      </a:cubicBezTo>
                      <a:lnTo>
                        <a:pt x="324" y="743"/>
                      </a:lnTo>
                      <a:cubicBezTo>
                        <a:pt x="325" y="749"/>
                        <a:pt x="329" y="754"/>
                        <a:pt x="331" y="757"/>
                      </a:cubicBezTo>
                      <a:lnTo>
                        <a:pt x="331" y="760"/>
                      </a:lnTo>
                      <a:cubicBezTo>
                        <a:pt x="1393" y="3440"/>
                        <a:pt x="1471" y="6327"/>
                        <a:pt x="685" y="8963"/>
                      </a:cubicBezTo>
                      <a:cubicBezTo>
                        <a:pt x="708" y="8959"/>
                        <a:pt x="734" y="8957"/>
                        <a:pt x="760" y="8953"/>
                      </a:cubicBezTo>
                      <a:cubicBezTo>
                        <a:pt x="853" y="8941"/>
                        <a:pt x="945" y="8925"/>
                        <a:pt x="1036" y="8906"/>
                      </a:cubicBezTo>
                      <a:cubicBezTo>
                        <a:pt x="1136" y="8886"/>
                        <a:pt x="1235" y="8864"/>
                        <a:pt x="1335" y="8838"/>
                      </a:cubicBezTo>
                      <a:cubicBezTo>
                        <a:pt x="1466" y="8804"/>
                        <a:pt x="1595" y="8766"/>
                        <a:pt x="1723" y="8722"/>
                      </a:cubicBezTo>
                      <a:cubicBezTo>
                        <a:pt x="1870" y="8672"/>
                        <a:pt x="2013" y="8615"/>
                        <a:pt x="2152" y="8554"/>
                      </a:cubicBezTo>
                      <a:cubicBezTo>
                        <a:pt x="2448" y="5975"/>
                        <a:pt x="1949" y="3282"/>
                        <a:pt x="550" y="861"/>
                      </a:cubicBezTo>
                      <a:cubicBezTo>
                        <a:pt x="534" y="830"/>
                        <a:pt x="515" y="799"/>
                        <a:pt x="495" y="770"/>
                      </a:cubicBezTo>
                      <a:cubicBezTo>
                        <a:pt x="480" y="743"/>
                        <a:pt x="467" y="719"/>
                        <a:pt x="446" y="695"/>
                      </a:cubicBezTo>
                      <a:cubicBezTo>
                        <a:pt x="426" y="652"/>
                        <a:pt x="401" y="607"/>
                        <a:pt x="370" y="566"/>
                      </a:cubicBezTo>
                      <a:cubicBezTo>
                        <a:pt x="370" y="559"/>
                        <a:pt x="366" y="551"/>
                        <a:pt x="360" y="545"/>
                      </a:cubicBezTo>
                      <a:lnTo>
                        <a:pt x="355" y="545"/>
                      </a:lnTo>
                      <a:cubicBezTo>
                        <a:pt x="360" y="545"/>
                        <a:pt x="355" y="541"/>
                        <a:pt x="355" y="541"/>
                      </a:cubicBezTo>
                      <a:cubicBezTo>
                        <a:pt x="355" y="541"/>
                        <a:pt x="359" y="540"/>
                        <a:pt x="355" y="538"/>
                      </a:cubicBezTo>
                      <a:lnTo>
                        <a:pt x="351" y="538"/>
                      </a:lnTo>
                      <a:cubicBezTo>
                        <a:pt x="354" y="536"/>
                        <a:pt x="351" y="536"/>
                        <a:pt x="348" y="532"/>
                      </a:cubicBezTo>
                      <a:cubicBezTo>
                        <a:pt x="348" y="526"/>
                        <a:pt x="340" y="514"/>
                        <a:pt x="334" y="507"/>
                      </a:cubicBezTo>
                      <a:cubicBezTo>
                        <a:pt x="334" y="504"/>
                        <a:pt x="330" y="497"/>
                        <a:pt x="323" y="494"/>
                      </a:cubicBezTo>
                      <a:cubicBezTo>
                        <a:pt x="325" y="491"/>
                        <a:pt x="323" y="491"/>
                        <a:pt x="319" y="486"/>
                      </a:cubicBezTo>
                      <a:lnTo>
                        <a:pt x="315" y="483"/>
                      </a:lnTo>
                      <a:cubicBezTo>
                        <a:pt x="315" y="479"/>
                        <a:pt x="313" y="473"/>
                        <a:pt x="309" y="469"/>
                      </a:cubicBezTo>
                      <a:cubicBezTo>
                        <a:pt x="309" y="466"/>
                        <a:pt x="309" y="463"/>
                        <a:pt x="305" y="463"/>
                      </a:cubicBezTo>
                      <a:cubicBezTo>
                        <a:pt x="305" y="460"/>
                        <a:pt x="299" y="455"/>
                        <a:pt x="299" y="455"/>
                      </a:cubicBezTo>
                      <a:cubicBezTo>
                        <a:pt x="299" y="449"/>
                        <a:pt x="296" y="443"/>
                        <a:pt x="292" y="439"/>
                      </a:cubicBezTo>
                      <a:cubicBezTo>
                        <a:pt x="288" y="432"/>
                        <a:pt x="284" y="424"/>
                        <a:pt x="278" y="421"/>
                      </a:cubicBezTo>
                      <a:cubicBezTo>
                        <a:pt x="278" y="417"/>
                        <a:pt x="274" y="417"/>
                        <a:pt x="274" y="417"/>
                      </a:cubicBezTo>
                      <a:cubicBezTo>
                        <a:pt x="274" y="413"/>
                        <a:pt x="274" y="411"/>
                        <a:pt x="270" y="407"/>
                      </a:cubicBezTo>
                      <a:cubicBezTo>
                        <a:pt x="270" y="404"/>
                        <a:pt x="264" y="401"/>
                        <a:pt x="264" y="401"/>
                      </a:cubicBezTo>
                      <a:cubicBezTo>
                        <a:pt x="257" y="387"/>
                        <a:pt x="247" y="373"/>
                        <a:pt x="237" y="359"/>
                      </a:cubicBezTo>
                      <a:lnTo>
                        <a:pt x="237" y="355"/>
                      </a:lnTo>
                      <a:cubicBezTo>
                        <a:pt x="160" y="233"/>
                        <a:pt x="81"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3"/>
                <p:cNvSpPr/>
                <p:nvPr/>
              </p:nvSpPr>
              <p:spPr>
                <a:xfrm>
                  <a:off x="3075950" y="2954175"/>
                  <a:ext cx="143450" cy="142575"/>
                </a:xfrm>
                <a:custGeom>
                  <a:rect b="b" l="l" r="r" t="t"/>
                  <a:pathLst>
                    <a:path extrusionOk="0" h="5703" w="5738">
                      <a:moveTo>
                        <a:pt x="5737" y="0"/>
                      </a:moveTo>
                      <a:cubicBezTo>
                        <a:pt x="5688" y="69"/>
                        <a:pt x="5639" y="139"/>
                        <a:pt x="5598" y="199"/>
                      </a:cubicBezTo>
                      <a:cubicBezTo>
                        <a:pt x="5587" y="213"/>
                        <a:pt x="5579" y="227"/>
                        <a:pt x="5569" y="241"/>
                      </a:cubicBezTo>
                      <a:cubicBezTo>
                        <a:pt x="5541" y="280"/>
                        <a:pt x="5514" y="317"/>
                        <a:pt x="5485" y="356"/>
                      </a:cubicBezTo>
                      <a:lnTo>
                        <a:pt x="5481" y="356"/>
                      </a:lnTo>
                      <a:cubicBezTo>
                        <a:pt x="5474" y="370"/>
                        <a:pt x="5464" y="380"/>
                        <a:pt x="5453" y="394"/>
                      </a:cubicBezTo>
                      <a:cubicBezTo>
                        <a:pt x="5449" y="401"/>
                        <a:pt x="5447" y="405"/>
                        <a:pt x="5443" y="411"/>
                      </a:cubicBezTo>
                      <a:lnTo>
                        <a:pt x="5437" y="415"/>
                      </a:lnTo>
                      <a:lnTo>
                        <a:pt x="5437" y="419"/>
                      </a:lnTo>
                      <a:lnTo>
                        <a:pt x="5433" y="419"/>
                      </a:lnTo>
                      <a:cubicBezTo>
                        <a:pt x="5433" y="426"/>
                        <a:pt x="5426" y="434"/>
                        <a:pt x="5422" y="437"/>
                      </a:cubicBezTo>
                      <a:cubicBezTo>
                        <a:pt x="5422" y="441"/>
                        <a:pt x="5422" y="441"/>
                        <a:pt x="5418" y="441"/>
                      </a:cubicBezTo>
                      <a:cubicBezTo>
                        <a:pt x="5418" y="445"/>
                        <a:pt x="5416" y="447"/>
                        <a:pt x="5412" y="451"/>
                      </a:cubicBezTo>
                      <a:cubicBezTo>
                        <a:pt x="5408" y="459"/>
                        <a:pt x="5404" y="466"/>
                        <a:pt x="5398" y="470"/>
                      </a:cubicBezTo>
                      <a:lnTo>
                        <a:pt x="5398" y="473"/>
                      </a:lnTo>
                      <a:lnTo>
                        <a:pt x="5393" y="473"/>
                      </a:lnTo>
                      <a:cubicBezTo>
                        <a:pt x="5393" y="476"/>
                        <a:pt x="5390" y="480"/>
                        <a:pt x="5390" y="480"/>
                      </a:cubicBezTo>
                      <a:cubicBezTo>
                        <a:pt x="5390" y="483"/>
                        <a:pt x="5386" y="483"/>
                        <a:pt x="5386" y="483"/>
                      </a:cubicBezTo>
                      <a:cubicBezTo>
                        <a:pt x="5379" y="493"/>
                        <a:pt x="5376" y="502"/>
                        <a:pt x="5366" y="508"/>
                      </a:cubicBezTo>
                      <a:cubicBezTo>
                        <a:pt x="5366" y="512"/>
                        <a:pt x="5362" y="514"/>
                        <a:pt x="5358" y="518"/>
                      </a:cubicBezTo>
                      <a:cubicBezTo>
                        <a:pt x="5352" y="528"/>
                        <a:pt x="5345" y="540"/>
                        <a:pt x="5338" y="547"/>
                      </a:cubicBezTo>
                      <a:lnTo>
                        <a:pt x="5338" y="550"/>
                      </a:lnTo>
                      <a:lnTo>
                        <a:pt x="5335" y="550"/>
                      </a:lnTo>
                      <a:cubicBezTo>
                        <a:pt x="5311" y="585"/>
                        <a:pt x="5286" y="616"/>
                        <a:pt x="5262" y="647"/>
                      </a:cubicBezTo>
                      <a:cubicBezTo>
                        <a:pt x="5258" y="651"/>
                        <a:pt x="5255" y="657"/>
                        <a:pt x="5252" y="662"/>
                      </a:cubicBezTo>
                      <a:cubicBezTo>
                        <a:pt x="3841" y="2441"/>
                        <a:pt x="2018" y="3757"/>
                        <a:pt x="0" y="4544"/>
                      </a:cubicBezTo>
                      <a:cubicBezTo>
                        <a:pt x="4" y="4574"/>
                        <a:pt x="10" y="4605"/>
                        <a:pt x="15" y="4635"/>
                      </a:cubicBezTo>
                      <a:cubicBezTo>
                        <a:pt x="27" y="4714"/>
                        <a:pt x="43" y="4795"/>
                        <a:pt x="59" y="4873"/>
                      </a:cubicBezTo>
                      <a:cubicBezTo>
                        <a:pt x="121" y="5160"/>
                        <a:pt x="207" y="5436"/>
                        <a:pt x="312" y="5703"/>
                      </a:cubicBezTo>
                      <a:cubicBezTo>
                        <a:pt x="2313" y="4637"/>
                        <a:pt x="4050" y="3015"/>
                        <a:pt x="5269" y="905"/>
                      </a:cubicBezTo>
                      <a:cubicBezTo>
                        <a:pt x="5289" y="868"/>
                        <a:pt x="5310" y="833"/>
                        <a:pt x="5331" y="795"/>
                      </a:cubicBezTo>
                      <a:cubicBezTo>
                        <a:pt x="5333" y="791"/>
                        <a:pt x="5336" y="786"/>
                        <a:pt x="5338" y="781"/>
                      </a:cubicBezTo>
                      <a:cubicBezTo>
                        <a:pt x="5346" y="767"/>
                        <a:pt x="5353" y="751"/>
                        <a:pt x="5361" y="736"/>
                      </a:cubicBezTo>
                      <a:cubicBezTo>
                        <a:pt x="5384" y="692"/>
                        <a:pt x="5409" y="646"/>
                        <a:pt x="5434" y="601"/>
                      </a:cubicBezTo>
                      <a:cubicBezTo>
                        <a:pt x="5436" y="597"/>
                        <a:pt x="5438" y="595"/>
                        <a:pt x="5440" y="590"/>
                      </a:cubicBezTo>
                      <a:cubicBezTo>
                        <a:pt x="5443" y="586"/>
                        <a:pt x="5443" y="583"/>
                        <a:pt x="5446" y="576"/>
                      </a:cubicBezTo>
                      <a:lnTo>
                        <a:pt x="5446" y="573"/>
                      </a:lnTo>
                      <a:lnTo>
                        <a:pt x="5453" y="566"/>
                      </a:lnTo>
                      <a:cubicBezTo>
                        <a:pt x="5456" y="559"/>
                        <a:pt x="5460" y="552"/>
                        <a:pt x="5464" y="545"/>
                      </a:cubicBezTo>
                      <a:cubicBezTo>
                        <a:pt x="5466" y="542"/>
                        <a:pt x="5470" y="534"/>
                        <a:pt x="5470" y="527"/>
                      </a:cubicBezTo>
                      <a:cubicBezTo>
                        <a:pt x="5472" y="523"/>
                        <a:pt x="5476" y="521"/>
                        <a:pt x="5476" y="517"/>
                      </a:cubicBezTo>
                      <a:cubicBezTo>
                        <a:pt x="5480" y="517"/>
                        <a:pt x="5480" y="514"/>
                        <a:pt x="5480" y="511"/>
                      </a:cubicBezTo>
                      <a:lnTo>
                        <a:pt x="5484" y="511"/>
                      </a:lnTo>
                      <a:lnTo>
                        <a:pt x="5484" y="504"/>
                      </a:lnTo>
                      <a:cubicBezTo>
                        <a:pt x="5487" y="504"/>
                        <a:pt x="5487" y="502"/>
                        <a:pt x="5487" y="498"/>
                      </a:cubicBezTo>
                      <a:cubicBezTo>
                        <a:pt x="5490" y="498"/>
                        <a:pt x="5490" y="495"/>
                        <a:pt x="5495" y="491"/>
                      </a:cubicBezTo>
                      <a:cubicBezTo>
                        <a:pt x="5495" y="487"/>
                        <a:pt x="5497" y="480"/>
                        <a:pt x="5501" y="473"/>
                      </a:cubicBezTo>
                      <a:cubicBezTo>
                        <a:pt x="5505" y="467"/>
                        <a:pt x="5508" y="459"/>
                        <a:pt x="5515" y="452"/>
                      </a:cubicBezTo>
                      <a:lnTo>
                        <a:pt x="5513" y="452"/>
                      </a:lnTo>
                      <a:lnTo>
                        <a:pt x="5513" y="451"/>
                      </a:lnTo>
                      <a:lnTo>
                        <a:pt x="5515" y="450"/>
                      </a:lnTo>
                      <a:cubicBezTo>
                        <a:pt x="5515" y="446"/>
                        <a:pt x="5517" y="442"/>
                        <a:pt x="5521" y="436"/>
                      </a:cubicBezTo>
                      <a:lnTo>
                        <a:pt x="5526" y="431"/>
                      </a:lnTo>
                      <a:cubicBezTo>
                        <a:pt x="5528" y="420"/>
                        <a:pt x="5536" y="408"/>
                        <a:pt x="5542" y="393"/>
                      </a:cubicBezTo>
                      <a:lnTo>
                        <a:pt x="5542" y="389"/>
                      </a:lnTo>
                      <a:cubicBezTo>
                        <a:pt x="5546" y="389"/>
                        <a:pt x="5546" y="389"/>
                        <a:pt x="5546" y="385"/>
                      </a:cubicBezTo>
                      <a:cubicBezTo>
                        <a:pt x="5612" y="256"/>
                        <a:pt x="5675" y="129"/>
                        <a:pt x="57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3"/>
                <p:cNvSpPr/>
                <p:nvPr/>
              </p:nvSpPr>
              <p:spPr>
                <a:xfrm>
                  <a:off x="3205550" y="2838800"/>
                  <a:ext cx="131250" cy="140225"/>
                </a:xfrm>
                <a:custGeom>
                  <a:rect b="b" l="l" r="r" t="t"/>
                  <a:pathLst>
                    <a:path extrusionOk="0" h="5609" w="5250">
                      <a:moveTo>
                        <a:pt x="5250" y="0"/>
                      </a:moveTo>
                      <a:cubicBezTo>
                        <a:pt x="3324" y="1067"/>
                        <a:pt x="1653" y="2654"/>
                        <a:pt x="474" y="4701"/>
                      </a:cubicBezTo>
                      <a:cubicBezTo>
                        <a:pt x="450" y="4740"/>
                        <a:pt x="429" y="4781"/>
                        <a:pt x="409" y="4819"/>
                      </a:cubicBezTo>
                      <a:cubicBezTo>
                        <a:pt x="398" y="4836"/>
                        <a:pt x="388" y="4855"/>
                        <a:pt x="378" y="4875"/>
                      </a:cubicBezTo>
                      <a:cubicBezTo>
                        <a:pt x="353" y="4917"/>
                        <a:pt x="328" y="4959"/>
                        <a:pt x="307" y="5004"/>
                      </a:cubicBezTo>
                      <a:cubicBezTo>
                        <a:pt x="303" y="5006"/>
                        <a:pt x="301" y="5014"/>
                        <a:pt x="297" y="5021"/>
                      </a:cubicBezTo>
                      <a:cubicBezTo>
                        <a:pt x="293" y="5025"/>
                        <a:pt x="293" y="5027"/>
                        <a:pt x="293" y="5031"/>
                      </a:cubicBezTo>
                      <a:cubicBezTo>
                        <a:pt x="293" y="5031"/>
                        <a:pt x="290" y="5031"/>
                        <a:pt x="290" y="5035"/>
                      </a:cubicBezTo>
                      <a:cubicBezTo>
                        <a:pt x="290" y="5035"/>
                        <a:pt x="286" y="5037"/>
                        <a:pt x="286" y="5041"/>
                      </a:cubicBezTo>
                      <a:cubicBezTo>
                        <a:pt x="282" y="5049"/>
                        <a:pt x="280" y="5056"/>
                        <a:pt x="276" y="5062"/>
                      </a:cubicBezTo>
                      <a:cubicBezTo>
                        <a:pt x="271" y="5065"/>
                        <a:pt x="269" y="5072"/>
                        <a:pt x="265" y="5079"/>
                      </a:cubicBezTo>
                      <a:cubicBezTo>
                        <a:pt x="261" y="5083"/>
                        <a:pt x="261" y="5086"/>
                        <a:pt x="261" y="5090"/>
                      </a:cubicBezTo>
                      <a:cubicBezTo>
                        <a:pt x="261" y="5090"/>
                        <a:pt x="257" y="5090"/>
                        <a:pt x="257" y="5093"/>
                      </a:cubicBezTo>
                      <a:cubicBezTo>
                        <a:pt x="255" y="5097"/>
                        <a:pt x="251" y="5105"/>
                        <a:pt x="251" y="5111"/>
                      </a:cubicBezTo>
                      <a:lnTo>
                        <a:pt x="247" y="5111"/>
                      </a:lnTo>
                      <a:cubicBezTo>
                        <a:pt x="247" y="5116"/>
                        <a:pt x="244" y="5118"/>
                        <a:pt x="244" y="5122"/>
                      </a:cubicBezTo>
                      <a:cubicBezTo>
                        <a:pt x="240" y="5126"/>
                        <a:pt x="236" y="5129"/>
                        <a:pt x="236" y="5136"/>
                      </a:cubicBezTo>
                      <a:cubicBezTo>
                        <a:pt x="229" y="5142"/>
                        <a:pt x="226" y="5150"/>
                        <a:pt x="223" y="5160"/>
                      </a:cubicBezTo>
                      <a:cubicBezTo>
                        <a:pt x="220" y="5164"/>
                        <a:pt x="220" y="5168"/>
                        <a:pt x="216" y="5174"/>
                      </a:cubicBezTo>
                      <a:lnTo>
                        <a:pt x="216" y="5179"/>
                      </a:lnTo>
                      <a:cubicBezTo>
                        <a:pt x="205" y="5191"/>
                        <a:pt x="198" y="5205"/>
                        <a:pt x="192" y="5220"/>
                      </a:cubicBezTo>
                      <a:lnTo>
                        <a:pt x="192" y="5224"/>
                      </a:lnTo>
                      <a:cubicBezTo>
                        <a:pt x="126" y="5353"/>
                        <a:pt x="63" y="5480"/>
                        <a:pt x="1" y="5609"/>
                      </a:cubicBezTo>
                      <a:cubicBezTo>
                        <a:pt x="45" y="5542"/>
                        <a:pt x="94" y="5477"/>
                        <a:pt x="142" y="5411"/>
                      </a:cubicBezTo>
                      <a:cubicBezTo>
                        <a:pt x="145" y="5407"/>
                        <a:pt x="148" y="5401"/>
                        <a:pt x="151" y="5397"/>
                      </a:cubicBezTo>
                      <a:cubicBezTo>
                        <a:pt x="156" y="5389"/>
                        <a:pt x="163" y="5379"/>
                        <a:pt x="169" y="5369"/>
                      </a:cubicBezTo>
                      <a:cubicBezTo>
                        <a:pt x="197" y="5330"/>
                        <a:pt x="225" y="5289"/>
                        <a:pt x="256" y="5251"/>
                      </a:cubicBezTo>
                      <a:lnTo>
                        <a:pt x="260" y="5247"/>
                      </a:lnTo>
                      <a:cubicBezTo>
                        <a:pt x="266" y="5232"/>
                        <a:pt x="277" y="5222"/>
                        <a:pt x="287" y="5208"/>
                      </a:cubicBezTo>
                      <a:cubicBezTo>
                        <a:pt x="291" y="5204"/>
                        <a:pt x="293" y="5198"/>
                        <a:pt x="297" y="5194"/>
                      </a:cubicBezTo>
                      <a:lnTo>
                        <a:pt x="301" y="5190"/>
                      </a:lnTo>
                      <a:cubicBezTo>
                        <a:pt x="301" y="5188"/>
                        <a:pt x="301" y="5188"/>
                        <a:pt x="305" y="5184"/>
                      </a:cubicBezTo>
                      <a:lnTo>
                        <a:pt x="309" y="5184"/>
                      </a:lnTo>
                      <a:cubicBezTo>
                        <a:pt x="309" y="5178"/>
                        <a:pt x="316" y="5173"/>
                        <a:pt x="319" y="5167"/>
                      </a:cubicBezTo>
                      <a:cubicBezTo>
                        <a:pt x="319" y="5167"/>
                        <a:pt x="319" y="5163"/>
                        <a:pt x="323" y="5163"/>
                      </a:cubicBezTo>
                      <a:cubicBezTo>
                        <a:pt x="323" y="5160"/>
                        <a:pt x="326" y="5160"/>
                        <a:pt x="329" y="5157"/>
                      </a:cubicBezTo>
                      <a:cubicBezTo>
                        <a:pt x="329" y="5149"/>
                        <a:pt x="336" y="5145"/>
                        <a:pt x="339" y="5138"/>
                      </a:cubicBezTo>
                      <a:cubicBezTo>
                        <a:pt x="339" y="5136"/>
                        <a:pt x="343" y="5136"/>
                        <a:pt x="347" y="5132"/>
                      </a:cubicBezTo>
                      <a:cubicBezTo>
                        <a:pt x="347" y="5129"/>
                        <a:pt x="347" y="5129"/>
                        <a:pt x="350" y="5126"/>
                      </a:cubicBezTo>
                      <a:cubicBezTo>
                        <a:pt x="350" y="5126"/>
                        <a:pt x="350" y="5122"/>
                        <a:pt x="354" y="5122"/>
                      </a:cubicBezTo>
                      <a:cubicBezTo>
                        <a:pt x="358" y="5116"/>
                        <a:pt x="365" y="5103"/>
                        <a:pt x="373" y="5097"/>
                      </a:cubicBezTo>
                      <a:lnTo>
                        <a:pt x="383" y="5087"/>
                      </a:lnTo>
                      <a:cubicBezTo>
                        <a:pt x="389" y="5076"/>
                        <a:pt x="397" y="5066"/>
                        <a:pt x="403" y="5056"/>
                      </a:cubicBezTo>
                      <a:lnTo>
                        <a:pt x="408" y="5056"/>
                      </a:lnTo>
                      <a:cubicBezTo>
                        <a:pt x="427" y="5025"/>
                        <a:pt x="455" y="4990"/>
                        <a:pt x="483" y="4959"/>
                      </a:cubicBezTo>
                      <a:cubicBezTo>
                        <a:pt x="483" y="4956"/>
                        <a:pt x="487" y="4948"/>
                        <a:pt x="493" y="4945"/>
                      </a:cubicBezTo>
                      <a:cubicBezTo>
                        <a:pt x="1783" y="3313"/>
                        <a:pt x="3427" y="2071"/>
                        <a:pt x="5250" y="1267"/>
                      </a:cubicBezTo>
                      <a:lnTo>
                        <a:pt x="525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3"/>
                <p:cNvSpPr/>
                <p:nvPr/>
              </p:nvSpPr>
              <p:spPr>
                <a:xfrm>
                  <a:off x="3074400" y="2791850"/>
                  <a:ext cx="150450" cy="181600"/>
                </a:xfrm>
                <a:custGeom>
                  <a:rect b="b" l="l" r="r" t="t"/>
                  <a:pathLst>
                    <a:path extrusionOk="0" h="7264" w="6018">
                      <a:moveTo>
                        <a:pt x="523" y="1"/>
                      </a:moveTo>
                      <a:cubicBezTo>
                        <a:pt x="343" y="129"/>
                        <a:pt x="170" y="264"/>
                        <a:pt x="0" y="406"/>
                      </a:cubicBezTo>
                      <a:lnTo>
                        <a:pt x="0" y="1203"/>
                      </a:lnTo>
                      <a:cubicBezTo>
                        <a:pt x="1049" y="3471"/>
                        <a:pt x="2786" y="5450"/>
                        <a:pt x="5115" y="6795"/>
                      </a:cubicBezTo>
                      <a:cubicBezTo>
                        <a:pt x="5147" y="6812"/>
                        <a:pt x="5178" y="6831"/>
                        <a:pt x="5209" y="6847"/>
                      </a:cubicBezTo>
                      <a:cubicBezTo>
                        <a:pt x="5216" y="6851"/>
                        <a:pt x="5222" y="6855"/>
                        <a:pt x="5227" y="6857"/>
                      </a:cubicBezTo>
                      <a:lnTo>
                        <a:pt x="5228" y="6857"/>
                      </a:lnTo>
                      <a:cubicBezTo>
                        <a:pt x="5247" y="6868"/>
                        <a:pt x="5266" y="6878"/>
                        <a:pt x="5286" y="6888"/>
                      </a:cubicBezTo>
                      <a:cubicBezTo>
                        <a:pt x="5332" y="6915"/>
                        <a:pt x="5377" y="6940"/>
                        <a:pt x="5422" y="6961"/>
                      </a:cubicBezTo>
                      <a:cubicBezTo>
                        <a:pt x="5423" y="6964"/>
                        <a:pt x="5426" y="6966"/>
                        <a:pt x="5429" y="6967"/>
                      </a:cubicBezTo>
                      <a:cubicBezTo>
                        <a:pt x="5430" y="6968"/>
                        <a:pt x="5431" y="6968"/>
                        <a:pt x="5433" y="6968"/>
                      </a:cubicBezTo>
                      <a:cubicBezTo>
                        <a:pt x="5435" y="6968"/>
                        <a:pt x="5437" y="6968"/>
                        <a:pt x="5439" y="6967"/>
                      </a:cubicBezTo>
                      <a:cubicBezTo>
                        <a:pt x="5439" y="6972"/>
                        <a:pt x="5439" y="6974"/>
                        <a:pt x="5440" y="6974"/>
                      </a:cubicBezTo>
                      <a:cubicBezTo>
                        <a:pt x="5440" y="6974"/>
                        <a:pt x="5441" y="6973"/>
                        <a:pt x="5443" y="6971"/>
                      </a:cubicBezTo>
                      <a:cubicBezTo>
                        <a:pt x="5443" y="6971"/>
                        <a:pt x="5444" y="6976"/>
                        <a:pt x="5447" y="6976"/>
                      </a:cubicBezTo>
                      <a:cubicBezTo>
                        <a:pt x="5448" y="6976"/>
                        <a:pt x="5448" y="6976"/>
                        <a:pt x="5449" y="6975"/>
                      </a:cubicBezTo>
                      <a:cubicBezTo>
                        <a:pt x="5449" y="6975"/>
                        <a:pt x="5451" y="6980"/>
                        <a:pt x="5453" y="6980"/>
                      </a:cubicBezTo>
                      <a:cubicBezTo>
                        <a:pt x="5454" y="6980"/>
                        <a:pt x="5455" y="6980"/>
                        <a:pt x="5455" y="6979"/>
                      </a:cubicBezTo>
                      <a:cubicBezTo>
                        <a:pt x="5462" y="6985"/>
                        <a:pt x="5470" y="6989"/>
                        <a:pt x="5476" y="6989"/>
                      </a:cubicBezTo>
                      <a:cubicBezTo>
                        <a:pt x="5480" y="6996"/>
                        <a:pt x="5484" y="7000"/>
                        <a:pt x="5491" y="7000"/>
                      </a:cubicBezTo>
                      <a:cubicBezTo>
                        <a:pt x="5491" y="7004"/>
                        <a:pt x="5493" y="7004"/>
                        <a:pt x="5497" y="7004"/>
                      </a:cubicBezTo>
                      <a:cubicBezTo>
                        <a:pt x="5497" y="7007"/>
                        <a:pt x="5500" y="7007"/>
                        <a:pt x="5504" y="7007"/>
                      </a:cubicBezTo>
                      <a:lnTo>
                        <a:pt x="5505" y="7009"/>
                      </a:lnTo>
                      <a:cubicBezTo>
                        <a:pt x="5507" y="7011"/>
                        <a:pt x="5511" y="7014"/>
                        <a:pt x="5514" y="7014"/>
                      </a:cubicBezTo>
                      <a:cubicBezTo>
                        <a:pt x="5517" y="7017"/>
                        <a:pt x="5520" y="7017"/>
                        <a:pt x="5525" y="7017"/>
                      </a:cubicBezTo>
                      <a:cubicBezTo>
                        <a:pt x="5525" y="7017"/>
                        <a:pt x="5527" y="7021"/>
                        <a:pt x="5531" y="7021"/>
                      </a:cubicBezTo>
                      <a:cubicBezTo>
                        <a:pt x="5534" y="7028"/>
                        <a:pt x="5542" y="7032"/>
                        <a:pt x="5548" y="7032"/>
                      </a:cubicBezTo>
                      <a:cubicBezTo>
                        <a:pt x="5556" y="7036"/>
                        <a:pt x="5563" y="7038"/>
                        <a:pt x="5569" y="7042"/>
                      </a:cubicBezTo>
                      <a:lnTo>
                        <a:pt x="5573" y="7042"/>
                      </a:lnTo>
                      <a:cubicBezTo>
                        <a:pt x="5577" y="7048"/>
                        <a:pt x="5579" y="7048"/>
                        <a:pt x="5583" y="7048"/>
                      </a:cubicBezTo>
                      <a:lnTo>
                        <a:pt x="5588" y="7048"/>
                      </a:lnTo>
                      <a:cubicBezTo>
                        <a:pt x="5602" y="7059"/>
                        <a:pt x="5615" y="7069"/>
                        <a:pt x="5633" y="7073"/>
                      </a:cubicBezTo>
                      <a:cubicBezTo>
                        <a:pt x="5762" y="7143"/>
                        <a:pt x="5889" y="7205"/>
                        <a:pt x="6018" y="7264"/>
                      </a:cubicBezTo>
                      <a:cubicBezTo>
                        <a:pt x="5955" y="7223"/>
                        <a:pt x="5896" y="7180"/>
                        <a:pt x="5839" y="7135"/>
                      </a:cubicBezTo>
                      <a:cubicBezTo>
                        <a:pt x="5819" y="7121"/>
                        <a:pt x="5800" y="7108"/>
                        <a:pt x="5780" y="7094"/>
                      </a:cubicBezTo>
                      <a:cubicBezTo>
                        <a:pt x="5742" y="7067"/>
                        <a:pt x="5701" y="7038"/>
                        <a:pt x="5662" y="7007"/>
                      </a:cubicBezTo>
                      <a:lnTo>
                        <a:pt x="5659" y="7007"/>
                      </a:lnTo>
                      <a:cubicBezTo>
                        <a:pt x="5644" y="6997"/>
                        <a:pt x="5634" y="6986"/>
                        <a:pt x="5620" y="6976"/>
                      </a:cubicBezTo>
                      <a:cubicBezTo>
                        <a:pt x="5615" y="6973"/>
                        <a:pt x="5609" y="6970"/>
                        <a:pt x="5605" y="6966"/>
                      </a:cubicBezTo>
                      <a:cubicBezTo>
                        <a:pt x="5604" y="6966"/>
                        <a:pt x="5602" y="6965"/>
                        <a:pt x="5600" y="6964"/>
                      </a:cubicBezTo>
                      <a:cubicBezTo>
                        <a:pt x="5598" y="6963"/>
                        <a:pt x="5597" y="6961"/>
                        <a:pt x="5595" y="6960"/>
                      </a:cubicBezTo>
                      <a:cubicBezTo>
                        <a:pt x="5592" y="6955"/>
                        <a:pt x="5584" y="6952"/>
                        <a:pt x="5581" y="6945"/>
                      </a:cubicBezTo>
                      <a:lnTo>
                        <a:pt x="5577" y="6945"/>
                      </a:lnTo>
                      <a:lnTo>
                        <a:pt x="5575" y="6944"/>
                      </a:lnTo>
                      <a:cubicBezTo>
                        <a:pt x="5573" y="6942"/>
                        <a:pt x="5569" y="6942"/>
                        <a:pt x="5567" y="6935"/>
                      </a:cubicBezTo>
                      <a:cubicBezTo>
                        <a:pt x="5559" y="6935"/>
                        <a:pt x="5556" y="6929"/>
                        <a:pt x="5548" y="6924"/>
                      </a:cubicBezTo>
                      <a:cubicBezTo>
                        <a:pt x="5548" y="6924"/>
                        <a:pt x="5544" y="6924"/>
                        <a:pt x="5544" y="6921"/>
                      </a:cubicBezTo>
                      <a:cubicBezTo>
                        <a:pt x="5541" y="6921"/>
                        <a:pt x="5538" y="6918"/>
                        <a:pt x="5534" y="6914"/>
                      </a:cubicBezTo>
                      <a:lnTo>
                        <a:pt x="5534" y="6911"/>
                      </a:lnTo>
                      <a:cubicBezTo>
                        <a:pt x="5527" y="6908"/>
                        <a:pt x="5516" y="6904"/>
                        <a:pt x="5510" y="6894"/>
                      </a:cubicBezTo>
                      <a:cubicBezTo>
                        <a:pt x="5504" y="6889"/>
                        <a:pt x="5500" y="6887"/>
                        <a:pt x="5493" y="6883"/>
                      </a:cubicBezTo>
                      <a:cubicBezTo>
                        <a:pt x="5482" y="6877"/>
                        <a:pt x="5476" y="6869"/>
                        <a:pt x="5466" y="6863"/>
                      </a:cubicBezTo>
                      <a:lnTo>
                        <a:pt x="5466" y="6858"/>
                      </a:lnTo>
                      <a:cubicBezTo>
                        <a:pt x="5434" y="6838"/>
                        <a:pt x="5403" y="6814"/>
                        <a:pt x="5372" y="6785"/>
                      </a:cubicBezTo>
                      <a:cubicBezTo>
                        <a:pt x="5366" y="6781"/>
                        <a:pt x="5362" y="6778"/>
                        <a:pt x="5355" y="6771"/>
                      </a:cubicBezTo>
                      <a:cubicBezTo>
                        <a:pt x="3140" y="5020"/>
                        <a:pt x="1640" y="2619"/>
                        <a:pt x="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3"/>
                <p:cNvSpPr/>
                <p:nvPr/>
              </p:nvSpPr>
              <p:spPr>
                <a:xfrm>
                  <a:off x="3199975" y="2959675"/>
                  <a:ext cx="133250" cy="155900"/>
                </a:xfrm>
                <a:custGeom>
                  <a:rect b="b" l="l" r="r" t="t"/>
                  <a:pathLst>
                    <a:path extrusionOk="0" h="6236" w="5330">
                      <a:moveTo>
                        <a:pt x="0" y="1"/>
                      </a:moveTo>
                      <a:lnTo>
                        <a:pt x="0" y="1"/>
                      </a:lnTo>
                      <a:cubicBezTo>
                        <a:pt x="64" y="42"/>
                        <a:pt x="126" y="88"/>
                        <a:pt x="185" y="133"/>
                      </a:cubicBezTo>
                      <a:cubicBezTo>
                        <a:pt x="190" y="135"/>
                        <a:pt x="197" y="138"/>
                        <a:pt x="201" y="142"/>
                      </a:cubicBezTo>
                      <a:cubicBezTo>
                        <a:pt x="201" y="143"/>
                        <a:pt x="203" y="143"/>
                        <a:pt x="203" y="143"/>
                      </a:cubicBezTo>
                      <a:cubicBezTo>
                        <a:pt x="216" y="153"/>
                        <a:pt x="229" y="161"/>
                        <a:pt x="241" y="171"/>
                      </a:cubicBezTo>
                      <a:cubicBezTo>
                        <a:pt x="282" y="199"/>
                        <a:pt x="320" y="231"/>
                        <a:pt x="361" y="258"/>
                      </a:cubicBezTo>
                      <a:lnTo>
                        <a:pt x="361" y="262"/>
                      </a:lnTo>
                      <a:cubicBezTo>
                        <a:pt x="376" y="269"/>
                        <a:pt x="386" y="280"/>
                        <a:pt x="400" y="290"/>
                      </a:cubicBezTo>
                      <a:cubicBezTo>
                        <a:pt x="405" y="294"/>
                        <a:pt x="411" y="297"/>
                        <a:pt x="415" y="300"/>
                      </a:cubicBezTo>
                      <a:cubicBezTo>
                        <a:pt x="416" y="300"/>
                        <a:pt x="417" y="302"/>
                        <a:pt x="420" y="303"/>
                      </a:cubicBezTo>
                      <a:cubicBezTo>
                        <a:pt x="422" y="304"/>
                        <a:pt x="423" y="305"/>
                        <a:pt x="425" y="307"/>
                      </a:cubicBezTo>
                      <a:lnTo>
                        <a:pt x="425" y="311"/>
                      </a:lnTo>
                      <a:cubicBezTo>
                        <a:pt x="431" y="311"/>
                        <a:pt x="439" y="319"/>
                        <a:pt x="446" y="325"/>
                      </a:cubicBezTo>
                      <a:cubicBezTo>
                        <a:pt x="449" y="325"/>
                        <a:pt x="452" y="328"/>
                        <a:pt x="456" y="331"/>
                      </a:cubicBezTo>
                      <a:cubicBezTo>
                        <a:pt x="463" y="335"/>
                        <a:pt x="467" y="338"/>
                        <a:pt x="470" y="342"/>
                      </a:cubicBezTo>
                      <a:cubicBezTo>
                        <a:pt x="474" y="342"/>
                        <a:pt x="474" y="342"/>
                        <a:pt x="474" y="346"/>
                      </a:cubicBezTo>
                      <a:cubicBezTo>
                        <a:pt x="478" y="346"/>
                        <a:pt x="481" y="349"/>
                        <a:pt x="484" y="352"/>
                      </a:cubicBezTo>
                      <a:lnTo>
                        <a:pt x="484" y="356"/>
                      </a:lnTo>
                      <a:cubicBezTo>
                        <a:pt x="486" y="354"/>
                        <a:pt x="487" y="353"/>
                        <a:pt x="488" y="353"/>
                      </a:cubicBezTo>
                      <a:cubicBezTo>
                        <a:pt x="488" y="353"/>
                        <a:pt x="488" y="354"/>
                        <a:pt x="488" y="356"/>
                      </a:cubicBezTo>
                      <a:cubicBezTo>
                        <a:pt x="499" y="360"/>
                        <a:pt x="507" y="367"/>
                        <a:pt x="513" y="375"/>
                      </a:cubicBezTo>
                      <a:cubicBezTo>
                        <a:pt x="520" y="378"/>
                        <a:pt x="523" y="381"/>
                        <a:pt x="527" y="385"/>
                      </a:cubicBezTo>
                      <a:cubicBezTo>
                        <a:pt x="538" y="391"/>
                        <a:pt x="549" y="398"/>
                        <a:pt x="555" y="405"/>
                      </a:cubicBezTo>
                      <a:lnTo>
                        <a:pt x="555" y="409"/>
                      </a:lnTo>
                      <a:cubicBezTo>
                        <a:pt x="589" y="429"/>
                        <a:pt x="621" y="457"/>
                        <a:pt x="652" y="485"/>
                      </a:cubicBezTo>
                      <a:cubicBezTo>
                        <a:pt x="658" y="489"/>
                        <a:pt x="667" y="493"/>
                        <a:pt x="673" y="499"/>
                      </a:cubicBezTo>
                      <a:cubicBezTo>
                        <a:pt x="2593" y="2017"/>
                        <a:pt x="3971" y="4025"/>
                        <a:pt x="4733" y="6235"/>
                      </a:cubicBezTo>
                      <a:cubicBezTo>
                        <a:pt x="4744" y="6214"/>
                        <a:pt x="4757" y="6194"/>
                        <a:pt x="4769" y="6173"/>
                      </a:cubicBezTo>
                      <a:cubicBezTo>
                        <a:pt x="4832" y="6063"/>
                        <a:pt x="4891" y="5952"/>
                        <a:pt x="4946" y="5839"/>
                      </a:cubicBezTo>
                      <a:cubicBezTo>
                        <a:pt x="5110" y="5500"/>
                        <a:pt x="5241" y="5143"/>
                        <a:pt x="5329" y="4770"/>
                      </a:cubicBezTo>
                      <a:cubicBezTo>
                        <a:pt x="4271" y="3048"/>
                        <a:pt x="2782" y="1557"/>
                        <a:pt x="906" y="473"/>
                      </a:cubicBezTo>
                      <a:cubicBezTo>
                        <a:pt x="874" y="455"/>
                        <a:pt x="843" y="437"/>
                        <a:pt x="812" y="421"/>
                      </a:cubicBezTo>
                      <a:cubicBezTo>
                        <a:pt x="783" y="402"/>
                        <a:pt x="755" y="390"/>
                        <a:pt x="729" y="376"/>
                      </a:cubicBezTo>
                      <a:cubicBezTo>
                        <a:pt x="685" y="347"/>
                        <a:pt x="644" y="327"/>
                        <a:pt x="600" y="305"/>
                      </a:cubicBezTo>
                      <a:cubicBezTo>
                        <a:pt x="592" y="299"/>
                        <a:pt x="585" y="295"/>
                        <a:pt x="579" y="295"/>
                      </a:cubicBezTo>
                      <a:cubicBezTo>
                        <a:pt x="579" y="295"/>
                        <a:pt x="576" y="289"/>
                        <a:pt x="572" y="289"/>
                      </a:cubicBezTo>
                      <a:cubicBezTo>
                        <a:pt x="572" y="289"/>
                        <a:pt x="570" y="285"/>
                        <a:pt x="566" y="285"/>
                      </a:cubicBezTo>
                      <a:cubicBezTo>
                        <a:pt x="559" y="282"/>
                        <a:pt x="551" y="279"/>
                        <a:pt x="545" y="274"/>
                      </a:cubicBezTo>
                      <a:cubicBezTo>
                        <a:pt x="541" y="272"/>
                        <a:pt x="538" y="268"/>
                        <a:pt x="530" y="268"/>
                      </a:cubicBezTo>
                      <a:cubicBezTo>
                        <a:pt x="527" y="266"/>
                        <a:pt x="524" y="262"/>
                        <a:pt x="520" y="262"/>
                      </a:cubicBezTo>
                      <a:cubicBezTo>
                        <a:pt x="520" y="262"/>
                        <a:pt x="518" y="258"/>
                        <a:pt x="514" y="258"/>
                      </a:cubicBezTo>
                      <a:cubicBezTo>
                        <a:pt x="510" y="256"/>
                        <a:pt x="508" y="256"/>
                        <a:pt x="504" y="252"/>
                      </a:cubicBezTo>
                      <a:cubicBezTo>
                        <a:pt x="504" y="252"/>
                        <a:pt x="502" y="252"/>
                        <a:pt x="497" y="248"/>
                      </a:cubicBezTo>
                      <a:cubicBezTo>
                        <a:pt x="493" y="248"/>
                        <a:pt x="491" y="243"/>
                        <a:pt x="487" y="243"/>
                      </a:cubicBezTo>
                      <a:cubicBezTo>
                        <a:pt x="484" y="240"/>
                        <a:pt x="477" y="237"/>
                        <a:pt x="470" y="233"/>
                      </a:cubicBezTo>
                      <a:cubicBezTo>
                        <a:pt x="468" y="230"/>
                        <a:pt x="459" y="227"/>
                        <a:pt x="453" y="223"/>
                      </a:cubicBezTo>
                      <a:lnTo>
                        <a:pt x="449" y="223"/>
                      </a:lnTo>
                      <a:cubicBezTo>
                        <a:pt x="446" y="221"/>
                        <a:pt x="442" y="221"/>
                        <a:pt x="436" y="217"/>
                      </a:cubicBezTo>
                      <a:cubicBezTo>
                        <a:pt x="421" y="210"/>
                        <a:pt x="407" y="199"/>
                        <a:pt x="390" y="192"/>
                      </a:cubicBezTo>
                      <a:lnTo>
                        <a:pt x="386" y="192"/>
                      </a:lnTo>
                      <a:cubicBezTo>
                        <a:pt x="257" y="127"/>
                        <a:pt x="129" y="65"/>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14" name="Google Shape;5714;p73"/>
            <p:cNvGrpSpPr/>
            <p:nvPr/>
          </p:nvGrpSpPr>
          <p:grpSpPr>
            <a:xfrm rot="1299589">
              <a:off x="544641" y="416761"/>
              <a:ext cx="337178" cy="1085920"/>
              <a:chOff x="-507662" y="283925"/>
              <a:chExt cx="249300" cy="802900"/>
            </a:xfrm>
          </p:grpSpPr>
          <p:sp>
            <p:nvSpPr>
              <p:cNvPr id="5715" name="Google Shape;5715;p73"/>
              <p:cNvSpPr/>
              <p:nvPr/>
            </p:nvSpPr>
            <p:spPr>
              <a:xfrm>
                <a:off x="-507662" y="283925"/>
                <a:ext cx="249300" cy="802900"/>
              </a:xfrm>
              <a:custGeom>
                <a:rect b="b" l="l" r="r" t="t"/>
                <a:pathLst>
                  <a:path extrusionOk="0" h="32116" w="9972">
                    <a:moveTo>
                      <a:pt x="4820" y="1"/>
                    </a:moveTo>
                    <a:cubicBezTo>
                      <a:pt x="1333" y="1"/>
                      <a:pt x="220" y="2879"/>
                      <a:pt x="127" y="5466"/>
                    </a:cubicBezTo>
                    <a:cubicBezTo>
                      <a:pt x="45" y="5448"/>
                      <a:pt x="1" y="5439"/>
                      <a:pt x="1" y="5439"/>
                    </a:cubicBezTo>
                    <a:lnTo>
                      <a:pt x="0" y="6146"/>
                    </a:lnTo>
                    <a:cubicBezTo>
                      <a:pt x="0" y="6146"/>
                      <a:pt x="45" y="6157"/>
                      <a:pt x="135" y="6178"/>
                    </a:cubicBezTo>
                    <a:cubicBezTo>
                      <a:pt x="212" y="7236"/>
                      <a:pt x="628" y="8201"/>
                      <a:pt x="1276" y="8965"/>
                    </a:cubicBezTo>
                    <a:cubicBezTo>
                      <a:pt x="1273" y="8964"/>
                      <a:pt x="1272" y="8964"/>
                      <a:pt x="1272" y="8964"/>
                    </a:cubicBezTo>
                    <a:lnTo>
                      <a:pt x="1272" y="8964"/>
                    </a:lnTo>
                    <a:lnTo>
                      <a:pt x="1972" y="9757"/>
                    </a:lnTo>
                    <a:cubicBezTo>
                      <a:pt x="1985" y="9759"/>
                      <a:pt x="1998" y="9763"/>
                      <a:pt x="2013" y="9765"/>
                    </a:cubicBezTo>
                    <a:lnTo>
                      <a:pt x="1987" y="9765"/>
                    </a:lnTo>
                    <a:lnTo>
                      <a:pt x="2989" y="31481"/>
                    </a:lnTo>
                    <a:cubicBezTo>
                      <a:pt x="2989" y="31481"/>
                      <a:pt x="3673" y="32115"/>
                      <a:pt x="5032" y="32116"/>
                    </a:cubicBezTo>
                    <a:cubicBezTo>
                      <a:pt x="5034" y="32116"/>
                      <a:pt x="5035" y="32116"/>
                      <a:pt x="5036" y="32116"/>
                    </a:cubicBezTo>
                    <a:cubicBezTo>
                      <a:pt x="6471" y="32116"/>
                      <a:pt x="7092" y="31486"/>
                      <a:pt x="7092" y="31486"/>
                    </a:cubicBezTo>
                    <a:lnTo>
                      <a:pt x="8145" y="9772"/>
                    </a:lnTo>
                    <a:lnTo>
                      <a:pt x="8084" y="9772"/>
                    </a:lnTo>
                    <a:cubicBezTo>
                      <a:pt x="8114" y="9762"/>
                      <a:pt x="8129" y="9755"/>
                      <a:pt x="8129" y="9755"/>
                    </a:cubicBezTo>
                    <a:lnTo>
                      <a:pt x="8643" y="9035"/>
                    </a:lnTo>
                    <a:cubicBezTo>
                      <a:pt x="9322" y="8263"/>
                      <a:pt x="9763" y="7276"/>
                      <a:pt x="9844" y="6187"/>
                    </a:cubicBezTo>
                    <a:cubicBezTo>
                      <a:pt x="9928" y="6168"/>
                      <a:pt x="9971" y="6157"/>
                      <a:pt x="9971" y="6157"/>
                    </a:cubicBezTo>
                    <a:lnTo>
                      <a:pt x="9972" y="5450"/>
                    </a:lnTo>
                    <a:lnTo>
                      <a:pt x="9972" y="5450"/>
                    </a:lnTo>
                    <a:cubicBezTo>
                      <a:pt x="9972" y="5450"/>
                      <a:pt x="9930" y="5461"/>
                      <a:pt x="9851" y="5480"/>
                    </a:cubicBezTo>
                    <a:cubicBezTo>
                      <a:pt x="9738" y="2878"/>
                      <a:pt x="8299" y="43"/>
                      <a:pt x="4902" y="1"/>
                    </a:cubicBezTo>
                    <a:cubicBezTo>
                      <a:pt x="4875" y="1"/>
                      <a:pt x="4848" y="1"/>
                      <a:pt x="482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6" name="Google Shape;5716;p73"/>
              <p:cNvGrpSpPr/>
              <p:nvPr/>
            </p:nvGrpSpPr>
            <p:grpSpPr>
              <a:xfrm>
                <a:off x="-507662" y="283950"/>
                <a:ext cx="249300" cy="802850"/>
                <a:chOff x="-4628300" y="394775"/>
                <a:chExt cx="249300" cy="802850"/>
              </a:xfrm>
            </p:grpSpPr>
            <p:sp>
              <p:nvSpPr>
                <p:cNvPr id="5717" name="Google Shape;5717;p73"/>
                <p:cNvSpPr/>
                <p:nvPr/>
              </p:nvSpPr>
              <p:spPr>
                <a:xfrm>
                  <a:off x="-4625325" y="394775"/>
                  <a:ext cx="243575" cy="267125"/>
                </a:xfrm>
                <a:custGeom>
                  <a:rect b="b" l="l" r="r" t="t"/>
                  <a:pathLst>
                    <a:path extrusionOk="0" h="10685" w="9743">
                      <a:moveTo>
                        <a:pt x="4703" y="1"/>
                      </a:moveTo>
                      <a:cubicBezTo>
                        <a:pt x="1059" y="1"/>
                        <a:pt x="5" y="3143"/>
                        <a:pt x="2" y="5811"/>
                      </a:cubicBezTo>
                      <a:cubicBezTo>
                        <a:pt x="0" y="8499"/>
                        <a:pt x="2178" y="10682"/>
                        <a:pt x="4866" y="10685"/>
                      </a:cubicBezTo>
                      <a:cubicBezTo>
                        <a:pt x="4868" y="10685"/>
                        <a:pt x="4870" y="10685"/>
                        <a:pt x="4872" y="10685"/>
                      </a:cubicBezTo>
                      <a:cubicBezTo>
                        <a:pt x="7557" y="10685"/>
                        <a:pt x="9737" y="8508"/>
                        <a:pt x="9739" y="5822"/>
                      </a:cubicBezTo>
                      <a:cubicBezTo>
                        <a:pt x="9742" y="3133"/>
                        <a:pt x="8329" y="45"/>
                        <a:pt x="4783" y="1"/>
                      </a:cubicBezTo>
                      <a:cubicBezTo>
                        <a:pt x="4757" y="1"/>
                        <a:pt x="4730" y="1"/>
                        <a:pt x="4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3"/>
                <p:cNvSpPr/>
                <p:nvPr/>
              </p:nvSpPr>
              <p:spPr>
                <a:xfrm>
                  <a:off x="-4578650" y="638800"/>
                  <a:ext cx="153925" cy="558825"/>
                </a:xfrm>
                <a:custGeom>
                  <a:rect b="b" l="l" r="r" t="t"/>
                  <a:pathLst>
                    <a:path extrusionOk="0" h="22353" w="6157">
                      <a:moveTo>
                        <a:pt x="0" y="1"/>
                      </a:moveTo>
                      <a:lnTo>
                        <a:pt x="1002" y="21718"/>
                      </a:lnTo>
                      <a:cubicBezTo>
                        <a:pt x="1002" y="21718"/>
                        <a:pt x="1685" y="22352"/>
                        <a:pt x="3045" y="22353"/>
                      </a:cubicBezTo>
                      <a:cubicBezTo>
                        <a:pt x="3049" y="22353"/>
                        <a:pt x="3052" y="22353"/>
                        <a:pt x="3056" y="22353"/>
                      </a:cubicBezTo>
                      <a:cubicBezTo>
                        <a:pt x="4485" y="22353"/>
                        <a:pt x="5105" y="21723"/>
                        <a:pt x="5105" y="21723"/>
                      </a:cubicBezTo>
                      <a:lnTo>
                        <a:pt x="6157" y="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3"/>
                <p:cNvSpPr/>
                <p:nvPr/>
              </p:nvSpPr>
              <p:spPr>
                <a:xfrm>
                  <a:off x="-4596525" y="618825"/>
                  <a:ext cx="184925" cy="29825"/>
                </a:xfrm>
                <a:custGeom>
                  <a:rect b="b" l="l" r="r" t="t"/>
                  <a:pathLst>
                    <a:path extrusionOk="0" h="1193" w="7397">
                      <a:moveTo>
                        <a:pt x="1" y="0"/>
                      </a:moveTo>
                      <a:lnTo>
                        <a:pt x="701" y="793"/>
                      </a:lnTo>
                      <a:cubicBezTo>
                        <a:pt x="1992" y="1092"/>
                        <a:pt x="3106" y="1192"/>
                        <a:pt x="4019" y="1192"/>
                      </a:cubicBezTo>
                      <a:cubicBezTo>
                        <a:pt x="5843" y="1192"/>
                        <a:pt x="6857" y="793"/>
                        <a:pt x="6857" y="793"/>
                      </a:cubicBezTo>
                      <a:lnTo>
                        <a:pt x="7396" y="38"/>
                      </a:lnTo>
                      <a:lnTo>
                        <a:pt x="7396" y="38"/>
                      </a:lnTo>
                      <a:cubicBezTo>
                        <a:pt x="5867" y="370"/>
                        <a:pt x="4550" y="482"/>
                        <a:pt x="3469" y="482"/>
                      </a:cubicBezTo>
                      <a:cubicBezTo>
                        <a:pt x="1227" y="482"/>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3"/>
                <p:cNvSpPr/>
                <p:nvPr/>
              </p:nvSpPr>
              <p:spPr>
                <a:xfrm>
                  <a:off x="-4628300" y="530675"/>
                  <a:ext cx="249300" cy="29925"/>
                </a:xfrm>
                <a:custGeom>
                  <a:rect b="b" l="l" r="r" t="t"/>
                  <a:pathLst>
                    <a:path extrusionOk="0" h="1197" w="9972">
                      <a:moveTo>
                        <a:pt x="1" y="1"/>
                      </a:moveTo>
                      <a:lnTo>
                        <a:pt x="0" y="708"/>
                      </a:lnTo>
                      <a:cubicBezTo>
                        <a:pt x="0" y="708"/>
                        <a:pt x="1837" y="1193"/>
                        <a:pt x="4994" y="1197"/>
                      </a:cubicBezTo>
                      <a:cubicBezTo>
                        <a:pt x="5001" y="1197"/>
                        <a:pt x="5007" y="1197"/>
                        <a:pt x="5014" y="1197"/>
                      </a:cubicBezTo>
                      <a:cubicBezTo>
                        <a:pt x="8066" y="1197"/>
                        <a:pt x="9971" y="719"/>
                        <a:pt x="9971" y="719"/>
                      </a:cubicBezTo>
                      <a:lnTo>
                        <a:pt x="9972" y="12"/>
                      </a:lnTo>
                      <a:lnTo>
                        <a:pt x="9972" y="12"/>
                      </a:lnTo>
                      <a:cubicBezTo>
                        <a:pt x="9971" y="12"/>
                        <a:pt x="8240" y="490"/>
                        <a:pt x="5054" y="490"/>
                      </a:cubicBezTo>
                      <a:cubicBezTo>
                        <a:pt x="5040" y="490"/>
                        <a:pt x="5027" y="490"/>
                        <a:pt x="5013" y="490"/>
                      </a:cubicBezTo>
                      <a:cubicBezTo>
                        <a:pt x="2056" y="48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3"/>
                <p:cNvSpPr/>
                <p:nvPr/>
              </p:nvSpPr>
              <p:spPr>
                <a:xfrm>
                  <a:off x="-4517700" y="824050"/>
                  <a:ext cx="33375" cy="120300"/>
                </a:xfrm>
                <a:custGeom>
                  <a:rect b="b" l="l" r="r" t="t"/>
                  <a:pathLst>
                    <a:path extrusionOk="0" h="4812" w="1335">
                      <a:moveTo>
                        <a:pt x="630" y="0"/>
                      </a:moveTo>
                      <a:cubicBezTo>
                        <a:pt x="283" y="0"/>
                        <a:pt x="1" y="285"/>
                        <a:pt x="8" y="632"/>
                      </a:cubicBezTo>
                      <a:lnTo>
                        <a:pt x="76" y="4201"/>
                      </a:lnTo>
                      <a:cubicBezTo>
                        <a:pt x="82" y="4515"/>
                        <a:pt x="321" y="4776"/>
                        <a:pt x="633" y="4808"/>
                      </a:cubicBezTo>
                      <a:cubicBezTo>
                        <a:pt x="655" y="4810"/>
                        <a:pt x="677" y="4811"/>
                        <a:pt x="699" y="4811"/>
                      </a:cubicBezTo>
                      <a:cubicBezTo>
                        <a:pt x="1037" y="4811"/>
                        <a:pt x="1319" y="4538"/>
                        <a:pt x="1319" y="4193"/>
                      </a:cubicBezTo>
                      <a:lnTo>
                        <a:pt x="1334" y="627"/>
                      </a:lnTo>
                      <a:cubicBezTo>
                        <a:pt x="1335" y="292"/>
                        <a:pt x="1069" y="15"/>
                        <a:pt x="733" y="4"/>
                      </a:cubicBezTo>
                      <a:lnTo>
                        <a:pt x="651" y="1"/>
                      </a:lnTo>
                      <a:cubicBezTo>
                        <a:pt x="644" y="0"/>
                        <a:pt x="637"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3"/>
                <p:cNvSpPr/>
                <p:nvPr/>
              </p:nvSpPr>
              <p:spPr>
                <a:xfrm>
                  <a:off x="-4512225" y="910675"/>
                  <a:ext cx="23325" cy="18250"/>
                </a:xfrm>
                <a:custGeom>
                  <a:rect b="b" l="l" r="r" t="t"/>
                  <a:pathLst>
                    <a:path extrusionOk="0" h="730" w="933">
                      <a:moveTo>
                        <a:pt x="0" y="0"/>
                      </a:moveTo>
                      <a:lnTo>
                        <a:pt x="28" y="693"/>
                      </a:lnTo>
                      <a:lnTo>
                        <a:pt x="922" y="730"/>
                      </a:lnTo>
                      <a:lnTo>
                        <a:pt x="932"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23" name="Google Shape;5723;p73"/>
            <p:cNvGrpSpPr/>
            <p:nvPr/>
          </p:nvGrpSpPr>
          <p:grpSpPr>
            <a:xfrm>
              <a:off x="8370336" y="4237877"/>
              <a:ext cx="597561" cy="732248"/>
              <a:chOff x="-476487" y="1228650"/>
              <a:chExt cx="263475" cy="322875"/>
            </a:xfrm>
          </p:grpSpPr>
          <p:sp>
            <p:nvSpPr>
              <p:cNvPr id="5724" name="Google Shape;5724;p73"/>
              <p:cNvSpPr/>
              <p:nvPr/>
            </p:nvSpPr>
            <p:spPr>
              <a:xfrm>
                <a:off x="-476487" y="1228650"/>
                <a:ext cx="263475" cy="322875"/>
              </a:xfrm>
              <a:custGeom>
                <a:rect b="b" l="l" r="r" t="t"/>
                <a:pathLst>
                  <a:path extrusionOk="0" h="12915" w="10539">
                    <a:moveTo>
                      <a:pt x="1124" y="0"/>
                    </a:moveTo>
                    <a:lnTo>
                      <a:pt x="1" y="12848"/>
                    </a:lnTo>
                    <a:lnTo>
                      <a:pt x="8339" y="12900"/>
                    </a:lnTo>
                    <a:lnTo>
                      <a:pt x="10538" y="12915"/>
                    </a:lnTo>
                    <a:lnTo>
                      <a:pt x="10124" y="222"/>
                    </a:lnTo>
                    <a:lnTo>
                      <a:pt x="8471" y="182"/>
                    </a:lnTo>
                    <a:lnTo>
                      <a:pt x="1124"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5" name="Google Shape;5725;p73"/>
              <p:cNvGrpSpPr/>
              <p:nvPr/>
            </p:nvGrpSpPr>
            <p:grpSpPr>
              <a:xfrm>
                <a:off x="-476487" y="1228650"/>
                <a:ext cx="263475" cy="322875"/>
                <a:chOff x="-4190125" y="677000"/>
                <a:chExt cx="263475" cy="322875"/>
              </a:xfrm>
            </p:grpSpPr>
            <p:sp>
              <p:nvSpPr>
                <p:cNvPr id="5726" name="Google Shape;5726;p73"/>
                <p:cNvSpPr/>
                <p:nvPr/>
              </p:nvSpPr>
              <p:spPr>
                <a:xfrm>
                  <a:off x="-4190125" y="677000"/>
                  <a:ext cx="263475" cy="322875"/>
                </a:xfrm>
                <a:custGeom>
                  <a:rect b="b" l="l" r="r" t="t"/>
                  <a:pathLst>
                    <a:path extrusionOk="0" h="12915" w="10539">
                      <a:moveTo>
                        <a:pt x="1124" y="0"/>
                      </a:moveTo>
                      <a:lnTo>
                        <a:pt x="1" y="12848"/>
                      </a:lnTo>
                      <a:lnTo>
                        <a:pt x="8339" y="12900"/>
                      </a:lnTo>
                      <a:lnTo>
                        <a:pt x="10538" y="12915"/>
                      </a:lnTo>
                      <a:lnTo>
                        <a:pt x="10124" y="222"/>
                      </a:lnTo>
                      <a:lnTo>
                        <a:pt x="8471" y="183"/>
                      </a:lnTo>
                      <a:lnTo>
                        <a:pt x="11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3"/>
                <p:cNvSpPr/>
                <p:nvPr/>
              </p:nvSpPr>
              <p:spPr>
                <a:xfrm>
                  <a:off x="-3981650" y="681550"/>
                  <a:ext cx="55000" cy="318325"/>
                </a:xfrm>
                <a:custGeom>
                  <a:rect b="b" l="l" r="r" t="t"/>
                  <a:pathLst>
                    <a:path extrusionOk="0" h="12733" w="2200">
                      <a:moveTo>
                        <a:pt x="132" y="1"/>
                      </a:moveTo>
                      <a:lnTo>
                        <a:pt x="0" y="12718"/>
                      </a:lnTo>
                      <a:lnTo>
                        <a:pt x="2199" y="12733"/>
                      </a:lnTo>
                      <a:lnTo>
                        <a:pt x="1785" y="40"/>
                      </a:lnTo>
                      <a:lnTo>
                        <a:pt x="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3"/>
                <p:cNvSpPr/>
                <p:nvPr/>
              </p:nvSpPr>
              <p:spPr>
                <a:xfrm>
                  <a:off x="-4130225" y="705650"/>
                  <a:ext cx="97075" cy="90600"/>
                </a:xfrm>
                <a:custGeom>
                  <a:rect b="b" l="l" r="r" t="t"/>
                  <a:pathLst>
                    <a:path extrusionOk="0" h="3624" w="3883">
                      <a:moveTo>
                        <a:pt x="1944" y="1"/>
                      </a:moveTo>
                      <a:cubicBezTo>
                        <a:pt x="1853" y="1"/>
                        <a:pt x="1761" y="7"/>
                        <a:pt x="1669" y="21"/>
                      </a:cubicBezTo>
                      <a:cubicBezTo>
                        <a:pt x="679" y="172"/>
                        <a:pt x="0" y="1096"/>
                        <a:pt x="151" y="2084"/>
                      </a:cubicBezTo>
                      <a:cubicBezTo>
                        <a:pt x="287" y="2982"/>
                        <a:pt x="1060" y="3623"/>
                        <a:pt x="1940" y="3623"/>
                      </a:cubicBezTo>
                      <a:cubicBezTo>
                        <a:pt x="2030" y="3623"/>
                        <a:pt x="2122" y="3617"/>
                        <a:pt x="2215" y="3603"/>
                      </a:cubicBezTo>
                      <a:cubicBezTo>
                        <a:pt x="3203" y="3452"/>
                        <a:pt x="3882" y="2527"/>
                        <a:pt x="3732" y="1539"/>
                      </a:cubicBezTo>
                      <a:cubicBezTo>
                        <a:pt x="3595" y="642"/>
                        <a:pt x="2823" y="1"/>
                        <a:pt x="1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3"/>
                <p:cNvSpPr/>
                <p:nvPr/>
              </p:nvSpPr>
              <p:spPr>
                <a:xfrm>
                  <a:off x="-4100850" y="732800"/>
                  <a:ext cx="38350" cy="36275"/>
                </a:xfrm>
                <a:custGeom>
                  <a:rect b="b" l="l" r="r" t="t"/>
                  <a:pathLst>
                    <a:path extrusionOk="0" h="1451" w="1534">
                      <a:moveTo>
                        <a:pt x="765" y="1"/>
                      </a:moveTo>
                      <a:cubicBezTo>
                        <a:pt x="402" y="1"/>
                        <a:pt x="90" y="272"/>
                        <a:pt x="47" y="641"/>
                      </a:cubicBezTo>
                      <a:cubicBezTo>
                        <a:pt x="1" y="1039"/>
                        <a:pt x="285" y="1399"/>
                        <a:pt x="683" y="1445"/>
                      </a:cubicBezTo>
                      <a:cubicBezTo>
                        <a:pt x="711" y="1449"/>
                        <a:pt x="740" y="1450"/>
                        <a:pt x="768" y="1450"/>
                      </a:cubicBezTo>
                      <a:cubicBezTo>
                        <a:pt x="1130" y="1450"/>
                        <a:pt x="1443" y="1178"/>
                        <a:pt x="1487" y="810"/>
                      </a:cubicBezTo>
                      <a:cubicBezTo>
                        <a:pt x="1533" y="412"/>
                        <a:pt x="1247" y="52"/>
                        <a:pt x="850" y="6"/>
                      </a:cubicBezTo>
                      <a:cubicBezTo>
                        <a:pt x="821" y="2"/>
                        <a:pt x="793"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3"/>
                <p:cNvSpPr/>
                <p:nvPr/>
              </p:nvSpPr>
              <p:spPr>
                <a:xfrm>
                  <a:off x="-4155525" y="827725"/>
                  <a:ext cx="133525" cy="126375"/>
                </a:xfrm>
                <a:custGeom>
                  <a:rect b="b" l="l" r="r" t="t"/>
                  <a:pathLst>
                    <a:path extrusionOk="0" h="5055" w="5341">
                      <a:moveTo>
                        <a:pt x="2668" y="1"/>
                      </a:moveTo>
                      <a:cubicBezTo>
                        <a:pt x="1402" y="1"/>
                        <a:pt x="309" y="950"/>
                        <a:pt x="161" y="2237"/>
                      </a:cubicBezTo>
                      <a:cubicBezTo>
                        <a:pt x="1" y="3623"/>
                        <a:pt x="993" y="4875"/>
                        <a:pt x="2379" y="5037"/>
                      </a:cubicBezTo>
                      <a:cubicBezTo>
                        <a:pt x="2478" y="5049"/>
                        <a:pt x="2575" y="5054"/>
                        <a:pt x="2672" y="5054"/>
                      </a:cubicBezTo>
                      <a:cubicBezTo>
                        <a:pt x="3937" y="5054"/>
                        <a:pt x="5030" y="4105"/>
                        <a:pt x="5179" y="2819"/>
                      </a:cubicBezTo>
                      <a:cubicBezTo>
                        <a:pt x="5340" y="1433"/>
                        <a:pt x="4346" y="179"/>
                        <a:pt x="2960" y="18"/>
                      </a:cubicBezTo>
                      <a:cubicBezTo>
                        <a:pt x="2862" y="6"/>
                        <a:pt x="2764" y="1"/>
                        <a:pt x="2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3"/>
                <p:cNvSpPr/>
                <p:nvPr/>
              </p:nvSpPr>
              <p:spPr>
                <a:xfrm>
                  <a:off x="-4116600" y="864625"/>
                  <a:ext cx="55600" cy="52625"/>
                </a:xfrm>
                <a:custGeom>
                  <a:rect b="b" l="l" r="r" t="t"/>
                  <a:pathLst>
                    <a:path extrusionOk="0" h="2105" w="2224">
                      <a:moveTo>
                        <a:pt x="1111" y="0"/>
                      </a:moveTo>
                      <a:cubicBezTo>
                        <a:pt x="584" y="0"/>
                        <a:pt x="130" y="394"/>
                        <a:pt x="68" y="931"/>
                      </a:cubicBezTo>
                      <a:cubicBezTo>
                        <a:pt x="1" y="1508"/>
                        <a:pt x="415" y="2030"/>
                        <a:pt x="991" y="2097"/>
                      </a:cubicBezTo>
                      <a:cubicBezTo>
                        <a:pt x="1032" y="2102"/>
                        <a:pt x="1073" y="2104"/>
                        <a:pt x="1113" y="2104"/>
                      </a:cubicBezTo>
                      <a:cubicBezTo>
                        <a:pt x="1640" y="2104"/>
                        <a:pt x="2095" y="1709"/>
                        <a:pt x="2158" y="1173"/>
                      </a:cubicBezTo>
                      <a:cubicBezTo>
                        <a:pt x="2224" y="596"/>
                        <a:pt x="1810" y="74"/>
                        <a:pt x="1234" y="7"/>
                      </a:cubicBezTo>
                      <a:cubicBezTo>
                        <a:pt x="1193" y="2"/>
                        <a:pt x="1152"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3"/>
                <p:cNvSpPr/>
                <p:nvPr/>
              </p:nvSpPr>
              <p:spPr>
                <a:xfrm>
                  <a:off x="-3999000" y="687450"/>
                  <a:ext cx="11200" cy="10600"/>
                </a:xfrm>
                <a:custGeom>
                  <a:rect b="b" l="l" r="r" t="t"/>
                  <a:pathLst>
                    <a:path extrusionOk="0" h="424" w="448">
                      <a:moveTo>
                        <a:pt x="224" y="1"/>
                      </a:moveTo>
                      <a:cubicBezTo>
                        <a:pt x="118" y="1"/>
                        <a:pt x="26" y="80"/>
                        <a:pt x="14" y="188"/>
                      </a:cubicBezTo>
                      <a:cubicBezTo>
                        <a:pt x="1" y="304"/>
                        <a:pt x="83" y="408"/>
                        <a:pt x="200" y="422"/>
                      </a:cubicBezTo>
                      <a:cubicBezTo>
                        <a:pt x="208" y="423"/>
                        <a:pt x="216" y="424"/>
                        <a:pt x="225" y="424"/>
                      </a:cubicBezTo>
                      <a:cubicBezTo>
                        <a:pt x="330" y="424"/>
                        <a:pt x="422" y="345"/>
                        <a:pt x="434" y="237"/>
                      </a:cubicBezTo>
                      <a:cubicBezTo>
                        <a:pt x="448" y="121"/>
                        <a:pt x="365" y="16"/>
                        <a:pt x="248" y="2"/>
                      </a:cubicBezTo>
                      <a:cubicBezTo>
                        <a:pt x="240" y="1"/>
                        <a:pt x="232"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3"/>
                <p:cNvSpPr/>
                <p:nvPr/>
              </p:nvSpPr>
              <p:spPr>
                <a:xfrm>
                  <a:off x="-4158425" y="683025"/>
                  <a:ext cx="11175" cy="10625"/>
                </a:xfrm>
                <a:custGeom>
                  <a:rect b="b" l="l" r="r" t="t"/>
                  <a:pathLst>
                    <a:path extrusionOk="0" h="425" w="447">
                      <a:moveTo>
                        <a:pt x="225" y="1"/>
                      </a:moveTo>
                      <a:cubicBezTo>
                        <a:pt x="119" y="1"/>
                        <a:pt x="27" y="80"/>
                        <a:pt x="14" y="188"/>
                      </a:cubicBezTo>
                      <a:cubicBezTo>
                        <a:pt x="0" y="304"/>
                        <a:pt x="83" y="408"/>
                        <a:pt x="199" y="423"/>
                      </a:cubicBezTo>
                      <a:cubicBezTo>
                        <a:pt x="207" y="424"/>
                        <a:pt x="215" y="424"/>
                        <a:pt x="222" y="424"/>
                      </a:cubicBezTo>
                      <a:cubicBezTo>
                        <a:pt x="328" y="424"/>
                        <a:pt x="421" y="345"/>
                        <a:pt x="434" y="237"/>
                      </a:cubicBezTo>
                      <a:cubicBezTo>
                        <a:pt x="447" y="120"/>
                        <a:pt x="364" y="16"/>
                        <a:pt x="248" y="2"/>
                      </a:cubicBezTo>
                      <a:cubicBezTo>
                        <a:pt x="240" y="1"/>
                        <a:pt x="232"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3"/>
                <p:cNvSpPr/>
                <p:nvPr/>
              </p:nvSpPr>
              <p:spPr>
                <a:xfrm>
                  <a:off x="-4183975" y="979075"/>
                  <a:ext cx="11200" cy="10625"/>
                </a:xfrm>
                <a:custGeom>
                  <a:rect b="b" l="l" r="r" t="t"/>
                  <a:pathLst>
                    <a:path extrusionOk="0" h="425" w="448">
                      <a:moveTo>
                        <a:pt x="225" y="1"/>
                      </a:moveTo>
                      <a:cubicBezTo>
                        <a:pt x="118" y="1"/>
                        <a:pt x="25" y="80"/>
                        <a:pt x="14" y="188"/>
                      </a:cubicBezTo>
                      <a:cubicBezTo>
                        <a:pt x="0" y="304"/>
                        <a:pt x="83" y="409"/>
                        <a:pt x="200" y="423"/>
                      </a:cubicBezTo>
                      <a:cubicBezTo>
                        <a:pt x="207" y="424"/>
                        <a:pt x="215" y="424"/>
                        <a:pt x="223" y="424"/>
                      </a:cubicBezTo>
                      <a:cubicBezTo>
                        <a:pt x="329" y="424"/>
                        <a:pt x="421" y="345"/>
                        <a:pt x="434" y="237"/>
                      </a:cubicBezTo>
                      <a:cubicBezTo>
                        <a:pt x="447" y="121"/>
                        <a:pt x="365" y="16"/>
                        <a:pt x="248" y="2"/>
                      </a:cubicBezTo>
                      <a:cubicBezTo>
                        <a:pt x="240" y="1"/>
                        <a:pt x="233"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3"/>
                <p:cNvSpPr/>
                <p:nvPr/>
              </p:nvSpPr>
              <p:spPr>
                <a:xfrm>
                  <a:off x="-4000300" y="980975"/>
                  <a:ext cx="11200" cy="10600"/>
                </a:xfrm>
                <a:custGeom>
                  <a:rect b="b" l="l" r="r" t="t"/>
                  <a:pathLst>
                    <a:path extrusionOk="0" h="424" w="448">
                      <a:moveTo>
                        <a:pt x="222" y="1"/>
                      </a:moveTo>
                      <a:cubicBezTo>
                        <a:pt x="115" y="1"/>
                        <a:pt x="25" y="81"/>
                        <a:pt x="14" y="188"/>
                      </a:cubicBezTo>
                      <a:cubicBezTo>
                        <a:pt x="0" y="305"/>
                        <a:pt x="83" y="409"/>
                        <a:pt x="199" y="422"/>
                      </a:cubicBezTo>
                      <a:cubicBezTo>
                        <a:pt x="208" y="423"/>
                        <a:pt x="216" y="424"/>
                        <a:pt x="224" y="424"/>
                      </a:cubicBezTo>
                      <a:cubicBezTo>
                        <a:pt x="329" y="424"/>
                        <a:pt x="420" y="345"/>
                        <a:pt x="434" y="237"/>
                      </a:cubicBezTo>
                      <a:cubicBezTo>
                        <a:pt x="447" y="121"/>
                        <a:pt x="363" y="17"/>
                        <a:pt x="248" y="2"/>
                      </a:cubicBezTo>
                      <a:cubicBezTo>
                        <a:pt x="239" y="1"/>
                        <a:pt x="230" y="1"/>
                        <a:pt x="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36" name="Google Shape;5736;p73"/>
            <p:cNvGrpSpPr/>
            <p:nvPr/>
          </p:nvGrpSpPr>
          <p:grpSpPr>
            <a:xfrm>
              <a:off x="97470" y="201022"/>
              <a:ext cx="500560" cy="472885"/>
              <a:chOff x="-1174275" y="581450"/>
              <a:chExt cx="370100" cy="349638"/>
            </a:xfrm>
          </p:grpSpPr>
          <p:sp>
            <p:nvSpPr>
              <p:cNvPr id="5737" name="Google Shape;5737;p73"/>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3"/>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9" name="Google Shape;5739;p73"/>
            <p:cNvGrpSpPr/>
            <p:nvPr/>
          </p:nvGrpSpPr>
          <p:grpSpPr>
            <a:xfrm>
              <a:off x="436853" y="3300720"/>
              <a:ext cx="311019" cy="311110"/>
              <a:chOff x="5038846" y="235350"/>
              <a:chExt cx="158691" cy="158738"/>
            </a:xfrm>
          </p:grpSpPr>
          <p:sp>
            <p:nvSpPr>
              <p:cNvPr id="5740" name="Google Shape;5740;p73"/>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3"/>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73"/>
            <p:cNvGrpSpPr/>
            <p:nvPr/>
          </p:nvGrpSpPr>
          <p:grpSpPr>
            <a:xfrm>
              <a:off x="7971478" y="4705570"/>
              <a:ext cx="311019" cy="311110"/>
              <a:chOff x="5038846" y="235350"/>
              <a:chExt cx="158691" cy="158738"/>
            </a:xfrm>
          </p:grpSpPr>
          <p:sp>
            <p:nvSpPr>
              <p:cNvPr id="5743" name="Google Shape;5743;p73"/>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3"/>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745" name="Shape 5745"/>
        <p:cNvGrpSpPr/>
        <p:nvPr/>
      </p:nvGrpSpPr>
      <p:grpSpPr>
        <a:xfrm>
          <a:off x="0" y="0"/>
          <a:ext cx="0" cy="0"/>
          <a:chOff x="0" y="0"/>
          <a:chExt cx="0" cy="0"/>
        </a:xfrm>
      </p:grpSpPr>
      <p:sp>
        <p:nvSpPr>
          <p:cNvPr id="5746" name="Google Shape;5746;p7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5747" name="Google Shape;5747;p74"/>
          <p:cNvGrpSpPr/>
          <p:nvPr/>
        </p:nvGrpSpPr>
        <p:grpSpPr>
          <a:xfrm>
            <a:off x="75428" y="114915"/>
            <a:ext cx="719021" cy="355403"/>
            <a:chOff x="3442209" y="513788"/>
            <a:chExt cx="366866" cy="181338"/>
          </a:xfrm>
        </p:grpSpPr>
        <p:sp>
          <p:nvSpPr>
            <p:cNvPr id="5748" name="Google Shape;5748;p74"/>
            <p:cNvSpPr/>
            <p:nvPr/>
          </p:nvSpPr>
          <p:spPr>
            <a:xfrm>
              <a:off x="3442209" y="513788"/>
              <a:ext cx="365475" cy="179900"/>
            </a:xfrm>
            <a:custGeom>
              <a:rect b="b" l="l" r="r" t="t"/>
              <a:pathLst>
                <a:path extrusionOk="0" h="7196" w="14619">
                  <a:moveTo>
                    <a:pt x="7310" y="1"/>
                  </a:moveTo>
                  <a:cubicBezTo>
                    <a:pt x="3273" y="2"/>
                    <a:pt x="1" y="3510"/>
                    <a:pt x="1" y="3510"/>
                  </a:cubicBezTo>
                  <a:cubicBezTo>
                    <a:pt x="82" y="3487"/>
                    <a:pt x="164" y="3466"/>
                    <a:pt x="244" y="3443"/>
                  </a:cubicBezTo>
                  <a:lnTo>
                    <a:pt x="244" y="3443"/>
                  </a:lnTo>
                  <a:cubicBezTo>
                    <a:pt x="85" y="3595"/>
                    <a:pt x="1" y="3687"/>
                    <a:pt x="1" y="3687"/>
                  </a:cubicBezTo>
                  <a:cubicBezTo>
                    <a:pt x="1" y="3687"/>
                    <a:pt x="3273" y="7196"/>
                    <a:pt x="7310" y="7196"/>
                  </a:cubicBezTo>
                  <a:cubicBezTo>
                    <a:pt x="11346" y="7196"/>
                    <a:pt x="14619" y="3687"/>
                    <a:pt x="14619" y="3687"/>
                  </a:cubicBezTo>
                  <a:cubicBezTo>
                    <a:pt x="14619" y="3687"/>
                    <a:pt x="14532" y="3594"/>
                    <a:pt x="14371" y="3440"/>
                  </a:cubicBezTo>
                  <a:lnTo>
                    <a:pt x="14371" y="3440"/>
                  </a:lnTo>
                  <a:cubicBezTo>
                    <a:pt x="14454" y="3463"/>
                    <a:pt x="14536" y="3486"/>
                    <a:pt x="14619" y="3509"/>
                  </a:cubicBezTo>
                  <a:cubicBezTo>
                    <a:pt x="14619" y="3509"/>
                    <a:pt x="11346" y="1"/>
                    <a:pt x="731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4"/>
            <p:cNvSpPr/>
            <p:nvPr/>
          </p:nvSpPr>
          <p:spPr>
            <a:xfrm>
              <a:off x="3443600" y="519675"/>
              <a:ext cx="365475" cy="175450"/>
            </a:xfrm>
            <a:custGeom>
              <a:rect b="b" l="l" r="r" t="t"/>
              <a:pathLst>
                <a:path extrusionOk="0" h="7018" w="14619">
                  <a:moveTo>
                    <a:pt x="7309" y="0"/>
                  </a:moveTo>
                  <a:cubicBezTo>
                    <a:pt x="3273" y="0"/>
                    <a:pt x="0" y="3509"/>
                    <a:pt x="0" y="3509"/>
                  </a:cubicBezTo>
                  <a:cubicBezTo>
                    <a:pt x="0" y="3509"/>
                    <a:pt x="3273" y="7018"/>
                    <a:pt x="7309" y="7018"/>
                  </a:cubicBezTo>
                  <a:cubicBezTo>
                    <a:pt x="11346" y="7018"/>
                    <a:pt x="14618" y="3509"/>
                    <a:pt x="14618" y="3509"/>
                  </a:cubicBezTo>
                  <a:cubicBezTo>
                    <a:pt x="14618" y="3509"/>
                    <a:pt x="11346"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4"/>
            <p:cNvSpPr/>
            <p:nvPr/>
          </p:nvSpPr>
          <p:spPr>
            <a:xfrm>
              <a:off x="3549550" y="530625"/>
              <a:ext cx="153525" cy="153550"/>
            </a:xfrm>
            <a:custGeom>
              <a:rect b="b" l="l" r="r" t="t"/>
              <a:pathLst>
                <a:path extrusionOk="0" h="6142" w="6141">
                  <a:moveTo>
                    <a:pt x="3071" y="1"/>
                  </a:moveTo>
                  <a:cubicBezTo>
                    <a:pt x="1375" y="1"/>
                    <a:pt x="1" y="1374"/>
                    <a:pt x="1" y="3071"/>
                  </a:cubicBezTo>
                  <a:cubicBezTo>
                    <a:pt x="1" y="4766"/>
                    <a:pt x="1375" y="6141"/>
                    <a:pt x="3071" y="6141"/>
                  </a:cubicBezTo>
                  <a:cubicBezTo>
                    <a:pt x="4766" y="6141"/>
                    <a:pt x="6141" y="4766"/>
                    <a:pt x="6141" y="3071"/>
                  </a:cubicBezTo>
                  <a:cubicBezTo>
                    <a:pt x="6141" y="1374"/>
                    <a:pt x="4766"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4"/>
            <p:cNvSpPr/>
            <p:nvPr/>
          </p:nvSpPr>
          <p:spPr>
            <a:xfrm>
              <a:off x="3562700" y="547025"/>
              <a:ext cx="127200" cy="120775"/>
            </a:xfrm>
            <a:custGeom>
              <a:rect b="b" l="l" r="r" t="t"/>
              <a:pathLst>
                <a:path extrusionOk="0" h="4831" w="5088">
                  <a:moveTo>
                    <a:pt x="2545" y="1"/>
                  </a:moveTo>
                  <a:cubicBezTo>
                    <a:pt x="2345" y="1"/>
                    <a:pt x="2144" y="128"/>
                    <a:pt x="2113" y="383"/>
                  </a:cubicBezTo>
                  <a:cubicBezTo>
                    <a:pt x="2085" y="616"/>
                    <a:pt x="1887" y="766"/>
                    <a:pt x="1680" y="766"/>
                  </a:cubicBezTo>
                  <a:cubicBezTo>
                    <a:pt x="1588" y="766"/>
                    <a:pt x="1494" y="737"/>
                    <a:pt x="1413" y="673"/>
                  </a:cubicBezTo>
                  <a:cubicBezTo>
                    <a:pt x="1326" y="604"/>
                    <a:pt x="1233" y="575"/>
                    <a:pt x="1145" y="575"/>
                  </a:cubicBezTo>
                  <a:cubicBezTo>
                    <a:pt x="822" y="575"/>
                    <a:pt x="553" y="966"/>
                    <a:pt x="803" y="1283"/>
                  </a:cubicBezTo>
                  <a:cubicBezTo>
                    <a:pt x="1011" y="1550"/>
                    <a:pt x="849" y="1943"/>
                    <a:pt x="512" y="1983"/>
                  </a:cubicBezTo>
                  <a:cubicBezTo>
                    <a:pt x="1" y="2045"/>
                    <a:pt x="1" y="2786"/>
                    <a:pt x="512" y="2846"/>
                  </a:cubicBezTo>
                  <a:cubicBezTo>
                    <a:pt x="849" y="2888"/>
                    <a:pt x="1011" y="3280"/>
                    <a:pt x="803" y="3547"/>
                  </a:cubicBezTo>
                  <a:cubicBezTo>
                    <a:pt x="553" y="3864"/>
                    <a:pt x="822" y="4255"/>
                    <a:pt x="1145" y="4255"/>
                  </a:cubicBezTo>
                  <a:cubicBezTo>
                    <a:pt x="1233" y="4255"/>
                    <a:pt x="1326" y="4225"/>
                    <a:pt x="1413" y="4157"/>
                  </a:cubicBezTo>
                  <a:cubicBezTo>
                    <a:pt x="1494" y="4093"/>
                    <a:pt x="1588" y="4064"/>
                    <a:pt x="1680" y="4064"/>
                  </a:cubicBezTo>
                  <a:cubicBezTo>
                    <a:pt x="1887" y="4064"/>
                    <a:pt x="2085" y="4214"/>
                    <a:pt x="2113" y="4448"/>
                  </a:cubicBezTo>
                  <a:cubicBezTo>
                    <a:pt x="2144" y="4703"/>
                    <a:pt x="2344" y="4830"/>
                    <a:pt x="2545" y="4830"/>
                  </a:cubicBezTo>
                  <a:cubicBezTo>
                    <a:pt x="2745" y="4830"/>
                    <a:pt x="2946" y="4703"/>
                    <a:pt x="2976" y="4448"/>
                  </a:cubicBezTo>
                  <a:cubicBezTo>
                    <a:pt x="3005" y="4214"/>
                    <a:pt x="3202" y="4064"/>
                    <a:pt x="3410" y="4064"/>
                  </a:cubicBezTo>
                  <a:cubicBezTo>
                    <a:pt x="3502" y="4064"/>
                    <a:pt x="3595" y="4093"/>
                    <a:pt x="3677" y="4157"/>
                  </a:cubicBezTo>
                  <a:cubicBezTo>
                    <a:pt x="3764" y="4225"/>
                    <a:pt x="3856" y="4255"/>
                    <a:pt x="3944" y="4255"/>
                  </a:cubicBezTo>
                  <a:cubicBezTo>
                    <a:pt x="4267" y="4255"/>
                    <a:pt x="4535" y="3864"/>
                    <a:pt x="4287" y="3547"/>
                  </a:cubicBezTo>
                  <a:cubicBezTo>
                    <a:pt x="4077" y="3280"/>
                    <a:pt x="4240" y="2886"/>
                    <a:pt x="4577" y="2846"/>
                  </a:cubicBezTo>
                  <a:cubicBezTo>
                    <a:pt x="5088" y="2784"/>
                    <a:pt x="5088" y="2044"/>
                    <a:pt x="4577" y="1983"/>
                  </a:cubicBezTo>
                  <a:cubicBezTo>
                    <a:pt x="4240" y="1942"/>
                    <a:pt x="4077" y="1550"/>
                    <a:pt x="4287" y="1283"/>
                  </a:cubicBezTo>
                  <a:cubicBezTo>
                    <a:pt x="4535" y="966"/>
                    <a:pt x="4266" y="575"/>
                    <a:pt x="3944" y="575"/>
                  </a:cubicBezTo>
                  <a:cubicBezTo>
                    <a:pt x="3856" y="575"/>
                    <a:pt x="3764" y="605"/>
                    <a:pt x="3677" y="673"/>
                  </a:cubicBezTo>
                  <a:cubicBezTo>
                    <a:pt x="3595" y="737"/>
                    <a:pt x="3501" y="766"/>
                    <a:pt x="3410" y="766"/>
                  </a:cubicBezTo>
                  <a:cubicBezTo>
                    <a:pt x="3202" y="766"/>
                    <a:pt x="3004" y="616"/>
                    <a:pt x="2976" y="383"/>
                  </a:cubicBezTo>
                  <a:cubicBezTo>
                    <a:pt x="2946" y="128"/>
                    <a:pt x="2745" y="1"/>
                    <a:pt x="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4"/>
            <p:cNvSpPr/>
            <p:nvPr/>
          </p:nvSpPr>
          <p:spPr>
            <a:xfrm>
              <a:off x="3600975" y="582025"/>
              <a:ext cx="50725" cy="50725"/>
            </a:xfrm>
            <a:custGeom>
              <a:rect b="b" l="l" r="r" t="t"/>
              <a:pathLst>
                <a:path extrusionOk="0" h="2029" w="2029">
                  <a:moveTo>
                    <a:pt x="1014" y="0"/>
                  </a:moveTo>
                  <a:cubicBezTo>
                    <a:pt x="454" y="0"/>
                    <a:pt x="0" y="454"/>
                    <a:pt x="0" y="1015"/>
                  </a:cubicBezTo>
                  <a:cubicBezTo>
                    <a:pt x="0" y="1574"/>
                    <a:pt x="454" y="2028"/>
                    <a:pt x="1014" y="2028"/>
                  </a:cubicBezTo>
                  <a:cubicBezTo>
                    <a:pt x="1574" y="2028"/>
                    <a:pt x="2028" y="1574"/>
                    <a:pt x="2028" y="1015"/>
                  </a:cubicBezTo>
                  <a:cubicBezTo>
                    <a:pt x="2028" y="454"/>
                    <a:pt x="1574" y="0"/>
                    <a:pt x="1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4"/>
            <p:cNvSpPr/>
            <p:nvPr/>
          </p:nvSpPr>
          <p:spPr>
            <a:xfrm>
              <a:off x="3443600" y="515225"/>
              <a:ext cx="365475" cy="87750"/>
            </a:xfrm>
            <a:custGeom>
              <a:rect b="b" l="l" r="r" t="t"/>
              <a:pathLst>
                <a:path extrusionOk="0" h="3510" w="14619">
                  <a:moveTo>
                    <a:pt x="7309" y="1"/>
                  </a:moveTo>
                  <a:cubicBezTo>
                    <a:pt x="3273" y="1"/>
                    <a:pt x="0" y="3509"/>
                    <a:pt x="0" y="3509"/>
                  </a:cubicBezTo>
                  <a:cubicBezTo>
                    <a:pt x="2504" y="2781"/>
                    <a:pt x="4955" y="2431"/>
                    <a:pt x="7357" y="2431"/>
                  </a:cubicBezTo>
                  <a:cubicBezTo>
                    <a:pt x="9828" y="2431"/>
                    <a:pt x="12247" y="2801"/>
                    <a:pt x="14618" y="3509"/>
                  </a:cubicBezTo>
                  <a:cubicBezTo>
                    <a:pt x="14618" y="3509"/>
                    <a:pt x="11346" y="1"/>
                    <a:pt x="7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4" name="Google Shape;5754;p74"/>
          <p:cNvGrpSpPr/>
          <p:nvPr/>
        </p:nvGrpSpPr>
        <p:grpSpPr>
          <a:xfrm>
            <a:off x="8220834" y="4688641"/>
            <a:ext cx="812869" cy="380147"/>
            <a:chOff x="2326759" y="1761788"/>
            <a:chExt cx="414750" cy="193963"/>
          </a:xfrm>
        </p:grpSpPr>
        <p:sp>
          <p:nvSpPr>
            <p:cNvPr id="5755" name="Google Shape;5755;p74"/>
            <p:cNvSpPr/>
            <p:nvPr/>
          </p:nvSpPr>
          <p:spPr>
            <a:xfrm>
              <a:off x="2326759" y="1761788"/>
              <a:ext cx="414750" cy="192500"/>
            </a:xfrm>
            <a:custGeom>
              <a:rect b="b" l="l" r="r" t="t"/>
              <a:pathLst>
                <a:path extrusionOk="0" h="7700" w="16590">
                  <a:moveTo>
                    <a:pt x="5185" y="2003"/>
                  </a:moveTo>
                  <a:cubicBezTo>
                    <a:pt x="5190" y="2026"/>
                    <a:pt x="5200" y="2048"/>
                    <a:pt x="5215" y="2069"/>
                  </a:cubicBezTo>
                  <a:cubicBezTo>
                    <a:pt x="5211" y="2082"/>
                    <a:pt x="5207" y="2095"/>
                    <a:pt x="5205" y="2108"/>
                  </a:cubicBezTo>
                  <a:cubicBezTo>
                    <a:pt x="5199" y="2072"/>
                    <a:pt x="5193" y="2037"/>
                    <a:pt x="5185" y="2003"/>
                  </a:cubicBezTo>
                  <a:close/>
                  <a:moveTo>
                    <a:pt x="12914" y="0"/>
                  </a:moveTo>
                  <a:cubicBezTo>
                    <a:pt x="12903" y="0"/>
                    <a:pt x="12891" y="0"/>
                    <a:pt x="12879" y="1"/>
                  </a:cubicBezTo>
                  <a:cubicBezTo>
                    <a:pt x="12878" y="1"/>
                    <a:pt x="12878" y="1"/>
                    <a:pt x="12877" y="1"/>
                  </a:cubicBezTo>
                  <a:cubicBezTo>
                    <a:pt x="11624" y="1"/>
                    <a:pt x="10556" y="893"/>
                    <a:pt x="10323" y="2110"/>
                  </a:cubicBezTo>
                  <a:cubicBezTo>
                    <a:pt x="10107" y="752"/>
                    <a:pt x="8917" y="41"/>
                    <a:pt x="7736" y="41"/>
                  </a:cubicBezTo>
                  <a:cubicBezTo>
                    <a:pt x="6687" y="41"/>
                    <a:pt x="5646" y="601"/>
                    <a:pt x="5298" y="1767"/>
                  </a:cubicBezTo>
                  <a:cubicBezTo>
                    <a:pt x="5214" y="1807"/>
                    <a:pt x="5167" y="1908"/>
                    <a:pt x="5184" y="1998"/>
                  </a:cubicBezTo>
                  <a:lnTo>
                    <a:pt x="5184" y="1998"/>
                  </a:lnTo>
                  <a:cubicBezTo>
                    <a:pt x="4907" y="678"/>
                    <a:pt x="3802" y="56"/>
                    <a:pt x="2687" y="56"/>
                  </a:cubicBezTo>
                  <a:cubicBezTo>
                    <a:pt x="1351" y="56"/>
                    <a:pt x="0" y="949"/>
                    <a:pt x="39" y="2606"/>
                  </a:cubicBezTo>
                  <a:lnTo>
                    <a:pt x="39" y="7699"/>
                  </a:lnTo>
                  <a:lnTo>
                    <a:pt x="15488" y="7699"/>
                  </a:lnTo>
                  <a:cubicBezTo>
                    <a:pt x="15260" y="5467"/>
                    <a:pt x="16590" y="0"/>
                    <a:pt x="12914"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4"/>
            <p:cNvSpPr/>
            <p:nvPr/>
          </p:nvSpPr>
          <p:spPr>
            <a:xfrm>
              <a:off x="2329025" y="1763225"/>
              <a:ext cx="386250" cy="192525"/>
            </a:xfrm>
            <a:custGeom>
              <a:rect b="b" l="l" r="r" t="t"/>
              <a:pathLst>
                <a:path extrusionOk="0" h="7701" w="15450">
                  <a:moveTo>
                    <a:pt x="2606" y="0"/>
                  </a:moveTo>
                  <a:cubicBezTo>
                    <a:pt x="1888" y="0"/>
                    <a:pt x="1236" y="291"/>
                    <a:pt x="765" y="762"/>
                  </a:cubicBezTo>
                  <a:cubicBezTo>
                    <a:pt x="292" y="1236"/>
                    <a:pt x="1" y="1887"/>
                    <a:pt x="1" y="2607"/>
                  </a:cubicBezTo>
                  <a:lnTo>
                    <a:pt x="1" y="7700"/>
                  </a:lnTo>
                  <a:lnTo>
                    <a:pt x="15449" y="7700"/>
                  </a:lnTo>
                  <a:lnTo>
                    <a:pt x="15449" y="2607"/>
                  </a:lnTo>
                  <a:cubicBezTo>
                    <a:pt x="15449" y="1169"/>
                    <a:pt x="14284" y="0"/>
                    <a:pt x="12842" y="0"/>
                  </a:cubicBezTo>
                  <a:cubicBezTo>
                    <a:pt x="11573" y="0"/>
                    <a:pt x="10517" y="907"/>
                    <a:pt x="10285" y="2109"/>
                  </a:cubicBezTo>
                  <a:cubicBezTo>
                    <a:pt x="10052" y="907"/>
                    <a:pt x="8994" y="0"/>
                    <a:pt x="7725" y="0"/>
                  </a:cubicBezTo>
                  <a:cubicBezTo>
                    <a:pt x="7091" y="0"/>
                    <a:pt x="6507" y="226"/>
                    <a:pt x="6055" y="602"/>
                  </a:cubicBezTo>
                  <a:cubicBezTo>
                    <a:pt x="5603" y="982"/>
                    <a:pt x="5284" y="1507"/>
                    <a:pt x="5167" y="2109"/>
                  </a:cubicBezTo>
                  <a:cubicBezTo>
                    <a:pt x="4933" y="907"/>
                    <a:pt x="3876" y="0"/>
                    <a:pt x="26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4"/>
            <p:cNvSpPr/>
            <p:nvPr/>
          </p:nvSpPr>
          <p:spPr>
            <a:xfrm>
              <a:off x="2694125" y="1806725"/>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4"/>
            <p:cNvSpPr/>
            <p:nvPr/>
          </p:nvSpPr>
          <p:spPr>
            <a:xfrm>
              <a:off x="2694125" y="183037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4"/>
            <p:cNvSpPr/>
            <p:nvPr/>
          </p:nvSpPr>
          <p:spPr>
            <a:xfrm>
              <a:off x="2694125" y="185402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4"/>
            <p:cNvSpPr/>
            <p:nvPr/>
          </p:nvSpPr>
          <p:spPr>
            <a:xfrm>
              <a:off x="2694125" y="1877700"/>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4"/>
            <p:cNvSpPr/>
            <p:nvPr/>
          </p:nvSpPr>
          <p:spPr>
            <a:xfrm>
              <a:off x="2694125" y="190132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4"/>
            <p:cNvSpPr/>
            <p:nvPr/>
          </p:nvSpPr>
          <p:spPr>
            <a:xfrm>
              <a:off x="2694125" y="1925025"/>
              <a:ext cx="10850" cy="5425"/>
            </a:xfrm>
            <a:custGeom>
              <a:rect b="b" l="l" r="r" t="t"/>
              <a:pathLst>
                <a:path extrusionOk="0" h="217" w="434">
                  <a:moveTo>
                    <a:pt x="217" y="0"/>
                  </a:moveTo>
                  <a:cubicBezTo>
                    <a:pt x="97"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4"/>
            <p:cNvSpPr/>
            <p:nvPr/>
          </p:nvSpPr>
          <p:spPr>
            <a:xfrm>
              <a:off x="269952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4"/>
            <p:cNvSpPr/>
            <p:nvPr/>
          </p:nvSpPr>
          <p:spPr>
            <a:xfrm>
              <a:off x="2670425" y="178307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4"/>
            <p:cNvSpPr/>
            <p:nvPr/>
          </p:nvSpPr>
          <p:spPr>
            <a:xfrm>
              <a:off x="2670425" y="1806725"/>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4"/>
            <p:cNvSpPr/>
            <p:nvPr/>
          </p:nvSpPr>
          <p:spPr>
            <a:xfrm>
              <a:off x="2670425" y="183037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4"/>
            <p:cNvSpPr/>
            <p:nvPr/>
          </p:nvSpPr>
          <p:spPr>
            <a:xfrm>
              <a:off x="2670425" y="185402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4"/>
            <p:cNvSpPr/>
            <p:nvPr/>
          </p:nvSpPr>
          <p:spPr>
            <a:xfrm>
              <a:off x="2670425" y="1877700"/>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4"/>
            <p:cNvSpPr/>
            <p:nvPr/>
          </p:nvSpPr>
          <p:spPr>
            <a:xfrm>
              <a:off x="2670425" y="190132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4"/>
            <p:cNvSpPr/>
            <p:nvPr/>
          </p:nvSpPr>
          <p:spPr>
            <a:xfrm>
              <a:off x="2670450" y="1925025"/>
              <a:ext cx="10875" cy="5425"/>
            </a:xfrm>
            <a:custGeom>
              <a:rect b="b" l="l" r="r" t="t"/>
              <a:pathLst>
                <a:path extrusionOk="0" h="217" w="435">
                  <a:moveTo>
                    <a:pt x="218" y="0"/>
                  </a:moveTo>
                  <a:cubicBezTo>
                    <a:pt x="97" y="0"/>
                    <a:pt x="1" y="97"/>
                    <a:pt x="1" y="217"/>
                  </a:cubicBezTo>
                  <a:lnTo>
                    <a:pt x="434" y="217"/>
                  </a:ln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4"/>
            <p:cNvSpPr/>
            <p:nvPr/>
          </p:nvSpPr>
          <p:spPr>
            <a:xfrm>
              <a:off x="2675850"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4"/>
            <p:cNvSpPr/>
            <p:nvPr/>
          </p:nvSpPr>
          <p:spPr>
            <a:xfrm>
              <a:off x="2646800" y="178307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4"/>
            <p:cNvSpPr/>
            <p:nvPr/>
          </p:nvSpPr>
          <p:spPr>
            <a:xfrm>
              <a:off x="2646800" y="1806725"/>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4"/>
            <p:cNvSpPr/>
            <p:nvPr/>
          </p:nvSpPr>
          <p:spPr>
            <a:xfrm>
              <a:off x="2646800"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4"/>
            <p:cNvSpPr/>
            <p:nvPr/>
          </p:nvSpPr>
          <p:spPr>
            <a:xfrm>
              <a:off x="2646800"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4"/>
            <p:cNvSpPr/>
            <p:nvPr/>
          </p:nvSpPr>
          <p:spPr>
            <a:xfrm>
              <a:off x="2646800"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4"/>
            <p:cNvSpPr/>
            <p:nvPr/>
          </p:nvSpPr>
          <p:spPr>
            <a:xfrm>
              <a:off x="2646800"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4"/>
            <p:cNvSpPr/>
            <p:nvPr/>
          </p:nvSpPr>
          <p:spPr>
            <a:xfrm>
              <a:off x="2646800" y="1925025"/>
              <a:ext cx="10875" cy="5425"/>
            </a:xfrm>
            <a:custGeom>
              <a:rect b="b" l="l" r="r" t="t"/>
              <a:pathLst>
                <a:path extrusionOk="0" h="217" w="435">
                  <a:moveTo>
                    <a:pt x="217" y="0"/>
                  </a:moveTo>
                  <a:cubicBezTo>
                    <a:pt x="98" y="0"/>
                    <a:pt x="1" y="97"/>
                    <a:pt x="1" y="217"/>
                  </a:cubicBezTo>
                  <a:lnTo>
                    <a:pt x="434" y="217"/>
                  </a:lnTo>
                  <a:cubicBezTo>
                    <a:pt x="434" y="97"/>
                    <a:pt x="338"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4"/>
            <p:cNvSpPr/>
            <p:nvPr/>
          </p:nvSpPr>
          <p:spPr>
            <a:xfrm>
              <a:off x="2652225" y="1935850"/>
              <a:ext cx="25" cy="25"/>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4"/>
            <p:cNvSpPr/>
            <p:nvPr/>
          </p:nvSpPr>
          <p:spPr>
            <a:xfrm>
              <a:off x="2623175" y="178307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4"/>
            <p:cNvSpPr/>
            <p:nvPr/>
          </p:nvSpPr>
          <p:spPr>
            <a:xfrm>
              <a:off x="2623175" y="1806725"/>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4"/>
            <p:cNvSpPr/>
            <p:nvPr/>
          </p:nvSpPr>
          <p:spPr>
            <a:xfrm>
              <a:off x="2623175" y="183037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4"/>
            <p:cNvSpPr/>
            <p:nvPr/>
          </p:nvSpPr>
          <p:spPr>
            <a:xfrm>
              <a:off x="2623175" y="185402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4"/>
            <p:cNvSpPr/>
            <p:nvPr/>
          </p:nvSpPr>
          <p:spPr>
            <a:xfrm>
              <a:off x="2623175" y="1877700"/>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4"/>
            <p:cNvSpPr/>
            <p:nvPr/>
          </p:nvSpPr>
          <p:spPr>
            <a:xfrm>
              <a:off x="2623175" y="190132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4"/>
            <p:cNvSpPr/>
            <p:nvPr/>
          </p:nvSpPr>
          <p:spPr>
            <a:xfrm>
              <a:off x="2623150"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4"/>
            <p:cNvSpPr/>
            <p:nvPr/>
          </p:nvSpPr>
          <p:spPr>
            <a:xfrm>
              <a:off x="262857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4"/>
            <p:cNvSpPr/>
            <p:nvPr/>
          </p:nvSpPr>
          <p:spPr>
            <a:xfrm>
              <a:off x="2599475" y="1806725"/>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4"/>
            <p:cNvSpPr/>
            <p:nvPr/>
          </p:nvSpPr>
          <p:spPr>
            <a:xfrm>
              <a:off x="2599475" y="183037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4"/>
            <p:cNvSpPr/>
            <p:nvPr/>
          </p:nvSpPr>
          <p:spPr>
            <a:xfrm>
              <a:off x="2599475" y="185402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4"/>
            <p:cNvSpPr/>
            <p:nvPr/>
          </p:nvSpPr>
          <p:spPr>
            <a:xfrm>
              <a:off x="2599475" y="1877700"/>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4"/>
            <p:cNvSpPr/>
            <p:nvPr/>
          </p:nvSpPr>
          <p:spPr>
            <a:xfrm>
              <a:off x="2599475" y="190132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4"/>
            <p:cNvSpPr/>
            <p:nvPr/>
          </p:nvSpPr>
          <p:spPr>
            <a:xfrm>
              <a:off x="2599500" y="1925025"/>
              <a:ext cx="10875" cy="5425"/>
            </a:xfrm>
            <a:custGeom>
              <a:rect b="b" l="l" r="r" t="t"/>
              <a:pathLst>
                <a:path extrusionOk="0" h="217" w="435">
                  <a:moveTo>
                    <a:pt x="218" y="0"/>
                  </a:moveTo>
                  <a:cubicBezTo>
                    <a:pt x="97" y="0"/>
                    <a:pt x="1" y="97"/>
                    <a:pt x="1" y="217"/>
                  </a:cubicBezTo>
                  <a:lnTo>
                    <a:pt x="434" y="217"/>
                  </a:ln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4"/>
            <p:cNvSpPr/>
            <p:nvPr/>
          </p:nvSpPr>
          <p:spPr>
            <a:xfrm>
              <a:off x="2604900"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4"/>
            <p:cNvSpPr/>
            <p:nvPr/>
          </p:nvSpPr>
          <p:spPr>
            <a:xfrm>
              <a:off x="2575850"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4"/>
            <p:cNvSpPr/>
            <p:nvPr/>
          </p:nvSpPr>
          <p:spPr>
            <a:xfrm>
              <a:off x="2575850"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4"/>
            <p:cNvSpPr/>
            <p:nvPr/>
          </p:nvSpPr>
          <p:spPr>
            <a:xfrm>
              <a:off x="2575850"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4"/>
            <p:cNvSpPr/>
            <p:nvPr/>
          </p:nvSpPr>
          <p:spPr>
            <a:xfrm>
              <a:off x="2575850"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4"/>
            <p:cNvSpPr/>
            <p:nvPr/>
          </p:nvSpPr>
          <p:spPr>
            <a:xfrm>
              <a:off x="2575825" y="1925025"/>
              <a:ext cx="10850" cy="5425"/>
            </a:xfrm>
            <a:custGeom>
              <a:rect b="b" l="l" r="r" t="t"/>
              <a:pathLst>
                <a:path extrusionOk="0" h="217" w="434">
                  <a:moveTo>
                    <a:pt x="217" y="0"/>
                  </a:moveTo>
                  <a:cubicBezTo>
                    <a:pt x="98" y="0"/>
                    <a:pt x="1" y="97"/>
                    <a:pt x="1"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4"/>
            <p:cNvSpPr/>
            <p:nvPr/>
          </p:nvSpPr>
          <p:spPr>
            <a:xfrm>
              <a:off x="2581275" y="1935850"/>
              <a:ext cx="25" cy="25"/>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4"/>
            <p:cNvSpPr/>
            <p:nvPr/>
          </p:nvSpPr>
          <p:spPr>
            <a:xfrm>
              <a:off x="2552200" y="178307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4"/>
            <p:cNvSpPr/>
            <p:nvPr/>
          </p:nvSpPr>
          <p:spPr>
            <a:xfrm>
              <a:off x="2552200" y="1806725"/>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4"/>
            <p:cNvSpPr/>
            <p:nvPr/>
          </p:nvSpPr>
          <p:spPr>
            <a:xfrm>
              <a:off x="2552200" y="183037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4"/>
            <p:cNvSpPr/>
            <p:nvPr/>
          </p:nvSpPr>
          <p:spPr>
            <a:xfrm>
              <a:off x="2552200" y="185402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4"/>
            <p:cNvSpPr/>
            <p:nvPr/>
          </p:nvSpPr>
          <p:spPr>
            <a:xfrm>
              <a:off x="2552200" y="1877700"/>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4"/>
            <p:cNvSpPr/>
            <p:nvPr/>
          </p:nvSpPr>
          <p:spPr>
            <a:xfrm>
              <a:off x="2552200" y="190132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4"/>
            <p:cNvSpPr/>
            <p:nvPr/>
          </p:nvSpPr>
          <p:spPr>
            <a:xfrm>
              <a:off x="2552200"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4"/>
            <p:cNvSpPr/>
            <p:nvPr/>
          </p:nvSpPr>
          <p:spPr>
            <a:xfrm>
              <a:off x="2557600"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4"/>
            <p:cNvSpPr/>
            <p:nvPr/>
          </p:nvSpPr>
          <p:spPr>
            <a:xfrm>
              <a:off x="2528525" y="178307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4"/>
            <p:cNvSpPr/>
            <p:nvPr/>
          </p:nvSpPr>
          <p:spPr>
            <a:xfrm>
              <a:off x="2528525" y="1806725"/>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4"/>
            <p:cNvSpPr/>
            <p:nvPr/>
          </p:nvSpPr>
          <p:spPr>
            <a:xfrm>
              <a:off x="2528525" y="183037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4"/>
            <p:cNvSpPr/>
            <p:nvPr/>
          </p:nvSpPr>
          <p:spPr>
            <a:xfrm>
              <a:off x="2528525" y="185402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4"/>
            <p:cNvSpPr/>
            <p:nvPr/>
          </p:nvSpPr>
          <p:spPr>
            <a:xfrm>
              <a:off x="2528525" y="1877700"/>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4"/>
            <p:cNvSpPr/>
            <p:nvPr/>
          </p:nvSpPr>
          <p:spPr>
            <a:xfrm>
              <a:off x="2528525" y="190132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4"/>
            <p:cNvSpPr/>
            <p:nvPr/>
          </p:nvSpPr>
          <p:spPr>
            <a:xfrm>
              <a:off x="2528500" y="1925025"/>
              <a:ext cx="10875" cy="5425"/>
            </a:xfrm>
            <a:custGeom>
              <a:rect b="b" l="l" r="r" t="t"/>
              <a:pathLst>
                <a:path extrusionOk="0" h="217" w="435">
                  <a:moveTo>
                    <a:pt x="218" y="0"/>
                  </a:moveTo>
                  <a:cubicBezTo>
                    <a:pt x="98" y="0"/>
                    <a:pt x="1" y="97"/>
                    <a:pt x="1" y="217"/>
                  </a:cubicBezTo>
                  <a:lnTo>
                    <a:pt x="434" y="217"/>
                  </a:lnTo>
                  <a:cubicBezTo>
                    <a:pt x="434" y="97"/>
                    <a:pt x="338"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4"/>
            <p:cNvSpPr/>
            <p:nvPr/>
          </p:nvSpPr>
          <p:spPr>
            <a:xfrm>
              <a:off x="2533950"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4"/>
            <p:cNvSpPr/>
            <p:nvPr/>
          </p:nvSpPr>
          <p:spPr>
            <a:xfrm>
              <a:off x="2504875" y="178307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4"/>
            <p:cNvSpPr/>
            <p:nvPr/>
          </p:nvSpPr>
          <p:spPr>
            <a:xfrm>
              <a:off x="2504875" y="1806725"/>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4"/>
            <p:cNvSpPr/>
            <p:nvPr/>
          </p:nvSpPr>
          <p:spPr>
            <a:xfrm>
              <a:off x="2504875"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4"/>
            <p:cNvSpPr/>
            <p:nvPr/>
          </p:nvSpPr>
          <p:spPr>
            <a:xfrm>
              <a:off x="2504875"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4"/>
            <p:cNvSpPr/>
            <p:nvPr/>
          </p:nvSpPr>
          <p:spPr>
            <a:xfrm>
              <a:off x="2504875"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4"/>
            <p:cNvSpPr/>
            <p:nvPr/>
          </p:nvSpPr>
          <p:spPr>
            <a:xfrm>
              <a:off x="2504875"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4"/>
            <p:cNvSpPr/>
            <p:nvPr/>
          </p:nvSpPr>
          <p:spPr>
            <a:xfrm>
              <a:off x="2504875" y="1925025"/>
              <a:ext cx="10875" cy="5425"/>
            </a:xfrm>
            <a:custGeom>
              <a:rect b="b" l="l" r="r" t="t"/>
              <a:pathLst>
                <a:path extrusionOk="0" h="217" w="435">
                  <a:moveTo>
                    <a:pt x="217" y="0"/>
                  </a:moveTo>
                  <a:cubicBezTo>
                    <a:pt x="98" y="0"/>
                    <a:pt x="1" y="97"/>
                    <a:pt x="1"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4"/>
            <p:cNvSpPr/>
            <p:nvPr/>
          </p:nvSpPr>
          <p:spPr>
            <a:xfrm>
              <a:off x="2510300" y="1935850"/>
              <a:ext cx="25" cy="25"/>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4"/>
            <p:cNvSpPr/>
            <p:nvPr/>
          </p:nvSpPr>
          <p:spPr>
            <a:xfrm>
              <a:off x="2481250" y="178307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4"/>
            <p:cNvSpPr/>
            <p:nvPr/>
          </p:nvSpPr>
          <p:spPr>
            <a:xfrm>
              <a:off x="2481250" y="1806725"/>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4"/>
            <p:cNvSpPr/>
            <p:nvPr/>
          </p:nvSpPr>
          <p:spPr>
            <a:xfrm>
              <a:off x="2481250" y="183037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4"/>
            <p:cNvSpPr/>
            <p:nvPr/>
          </p:nvSpPr>
          <p:spPr>
            <a:xfrm>
              <a:off x="2481250" y="185402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4"/>
            <p:cNvSpPr/>
            <p:nvPr/>
          </p:nvSpPr>
          <p:spPr>
            <a:xfrm>
              <a:off x="2481250" y="1877700"/>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4"/>
            <p:cNvSpPr/>
            <p:nvPr/>
          </p:nvSpPr>
          <p:spPr>
            <a:xfrm>
              <a:off x="2481250" y="190132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4"/>
            <p:cNvSpPr/>
            <p:nvPr/>
          </p:nvSpPr>
          <p:spPr>
            <a:xfrm>
              <a:off x="2481225"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4"/>
            <p:cNvSpPr/>
            <p:nvPr/>
          </p:nvSpPr>
          <p:spPr>
            <a:xfrm>
              <a:off x="2486650"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4"/>
            <p:cNvSpPr/>
            <p:nvPr/>
          </p:nvSpPr>
          <p:spPr>
            <a:xfrm>
              <a:off x="2457550" y="1806725"/>
              <a:ext cx="10875" cy="10850"/>
            </a:xfrm>
            <a:custGeom>
              <a:rect b="b" l="l" r="r" t="t"/>
              <a:pathLst>
                <a:path extrusionOk="0" h="434" w="435">
                  <a:moveTo>
                    <a:pt x="218" y="0"/>
                  </a:moveTo>
                  <a:cubicBezTo>
                    <a:pt x="98" y="0"/>
                    <a:pt x="1" y="97"/>
                    <a:pt x="1" y="217"/>
                  </a:cubicBezTo>
                  <a:cubicBezTo>
                    <a:pt x="1" y="337"/>
                    <a:pt x="98"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4"/>
            <p:cNvSpPr/>
            <p:nvPr/>
          </p:nvSpPr>
          <p:spPr>
            <a:xfrm>
              <a:off x="2457550" y="1830375"/>
              <a:ext cx="10875" cy="10875"/>
            </a:xfrm>
            <a:custGeom>
              <a:rect b="b" l="l" r="r" t="t"/>
              <a:pathLst>
                <a:path extrusionOk="0" h="435" w="435">
                  <a:moveTo>
                    <a:pt x="218" y="1"/>
                  </a:moveTo>
                  <a:cubicBezTo>
                    <a:pt x="98" y="1"/>
                    <a:pt x="1" y="98"/>
                    <a:pt x="1" y="217"/>
                  </a:cubicBezTo>
                  <a:cubicBezTo>
                    <a:pt x="1" y="337"/>
                    <a:pt x="98"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4"/>
            <p:cNvSpPr/>
            <p:nvPr/>
          </p:nvSpPr>
          <p:spPr>
            <a:xfrm>
              <a:off x="2457550" y="1854025"/>
              <a:ext cx="10875" cy="10850"/>
            </a:xfrm>
            <a:custGeom>
              <a:rect b="b" l="l" r="r" t="t"/>
              <a:pathLst>
                <a:path extrusionOk="0" h="434" w="435">
                  <a:moveTo>
                    <a:pt x="218" y="0"/>
                  </a:moveTo>
                  <a:cubicBezTo>
                    <a:pt x="98" y="0"/>
                    <a:pt x="1" y="98"/>
                    <a:pt x="1" y="217"/>
                  </a:cubicBezTo>
                  <a:cubicBezTo>
                    <a:pt x="1" y="336"/>
                    <a:pt x="98"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4"/>
            <p:cNvSpPr/>
            <p:nvPr/>
          </p:nvSpPr>
          <p:spPr>
            <a:xfrm>
              <a:off x="2457550" y="1877700"/>
              <a:ext cx="10875" cy="10850"/>
            </a:xfrm>
            <a:custGeom>
              <a:rect b="b" l="l" r="r" t="t"/>
              <a:pathLst>
                <a:path extrusionOk="0" h="434" w="435">
                  <a:moveTo>
                    <a:pt x="218" y="0"/>
                  </a:moveTo>
                  <a:cubicBezTo>
                    <a:pt x="98" y="0"/>
                    <a:pt x="1" y="97"/>
                    <a:pt x="1" y="217"/>
                  </a:cubicBezTo>
                  <a:cubicBezTo>
                    <a:pt x="1" y="337"/>
                    <a:pt x="98"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4"/>
            <p:cNvSpPr/>
            <p:nvPr/>
          </p:nvSpPr>
          <p:spPr>
            <a:xfrm>
              <a:off x="2457550" y="1901325"/>
              <a:ext cx="10875" cy="10875"/>
            </a:xfrm>
            <a:custGeom>
              <a:rect b="b" l="l" r="r" t="t"/>
              <a:pathLst>
                <a:path extrusionOk="0" h="435" w="435">
                  <a:moveTo>
                    <a:pt x="218" y="1"/>
                  </a:moveTo>
                  <a:cubicBezTo>
                    <a:pt x="98" y="1"/>
                    <a:pt x="1" y="98"/>
                    <a:pt x="1" y="217"/>
                  </a:cubicBezTo>
                  <a:cubicBezTo>
                    <a:pt x="1" y="337"/>
                    <a:pt x="98"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4"/>
            <p:cNvSpPr/>
            <p:nvPr/>
          </p:nvSpPr>
          <p:spPr>
            <a:xfrm>
              <a:off x="2457550" y="1925025"/>
              <a:ext cx="10875" cy="5425"/>
            </a:xfrm>
            <a:custGeom>
              <a:rect b="b" l="l" r="r" t="t"/>
              <a:pathLst>
                <a:path extrusionOk="0" h="217" w="435">
                  <a:moveTo>
                    <a:pt x="218" y="0"/>
                  </a:moveTo>
                  <a:cubicBezTo>
                    <a:pt x="98" y="0"/>
                    <a:pt x="1" y="97"/>
                    <a:pt x="1" y="217"/>
                  </a:cubicBezTo>
                  <a:lnTo>
                    <a:pt x="434" y="217"/>
                  </a:lnTo>
                  <a:cubicBezTo>
                    <a:pt x="434" y="97"/>
                    <a:pt x="338"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4"/>
            <p:cNvSpPr/>
            <p:nvPr/>
          </p:nvSpPr>
          <p:spPr>
            <a:xfrm>
              <a:off x="246297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4"/>
            <p:cNvSpPr/>
            <p:nvPr/>
          </p:nvSpPr>
          <p:spPr>
            <a:xfrm>
              <a:off x="2433925" y="1806725"/>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4"/>
            <p:cNvSpPr/>
            <p:nvPr/>
          </p:nvSpPr>
          <p:spPr>
            <a:xfrm>
              <a:off x="2433925"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4"/>
            <p:cNvSpPr/>
            <p:nvPr/>
          </p:nvSpPr>
          <p:spPr>
            <a:xfrm>
              <a:off x="2433925"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4"/>
            <p:cNvSpPr/>
            <p:nvPr/>
          </p:nvSpPr>
          <p:spPr>
            <a:xfrm>
              <a:off x="2433925"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4"/>
            <p:cNvSpPr/>
            <p:nvPr/>
          </p:nvSpPr>
          <p:spPr>
            <a:xfrm>
              <a:off x="2433925"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4"/>
            <p:cNvSpPr/>
            <p:nvPr/>
          </p:nvSpPr>
          <p:spPr>
            <a:xfrm>
              <a:off x="2433900" y="1925025"/>
              <a:ext cx="10850" cy="5425"/>
            </a:xfrm>
            <a:custGeom>
              <a:rect b="b" l="l" r="r" t="t"/>
              <a:pathLst>
                <a:path extrusionOk="0" h="217" w="434">
                  <a:moveTo>
                    <a:pt x="217" y="0"/>
                  </a:moveTo>
                  <a:cubicBezTo>
                    <a:pt x="98" y="0"/>
                    <a:pt x="1" y="97"/>
                    <a:pt x="1"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4"/>
            <p:cNvSpPr/>
            <p:nvPr/>
          </p:nvSpPr>
          <p:spPr>
            <a:xfrm>
              <a:off x="2439350" y="1935850"/>
              <a:ext cx="25" cy="25"/>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4"/>
            <p:cNvSpPr/>
            <p:nvPr/>
          </p:nvSpPr>
          <p:spPr>
            <a:xfrm>
              <a:off x="2410275" y="1783075"/>
              <a:ext cx="10850" cy="10850"/>
            </a:xfrm>
            <a:custGeom>
              <a:rect b="b" l="l" r="r" t="t"/>
              <a:pathLst>
                <a:path extrusionOk="0" h="434" w="434">
                  <a:moveTo>
                    <a:pt x="217" y="0"/>
                  </a:moveTo>
                  <a:cubicBezTo>
                    <a:pt x="97" y="0"/>
                    <a:pt x="0" y="98"/>
                    <a:pt x="0" y="217"/>
                  </a:cubicBezTo>
                  <a:cubicBezTo>
                    <a:pt x="0" y="336"/>
                    <a:pt x="97" y="433"/>
                    <a:pt x="217" y="433"/>
                  </a:cubicBezTo>
                  <a:cubicBezTo>
                    <a:pt x="336" y="433"/>
                    <a:pt x="434" y="336"/>
                    <a:pt x="434" y="217"/>
                  </a:cubicBezTo>
                  <a:cubicBezTo>
                    <a:pt x="434" y="98"/>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4"/>
            <p:cNvSpPr/>
            <p:nvPr/>
          </p:nvSpPr>
          <p:spPr>
            <a:xfrm>
              <a:off x="2410275" y="1806725"/>
              <a:ext cx="10850" cy="10850"/>
            </a:xfrm>
            <a:custGeom>
              <a:rect b="b" l="l" r="r" t="t"/>
              <a:pathLst>
                <a:path extrusionOk="0" h="434" w="434">
                  <a:moveTo>
                    <a:pt x="217" y="0"/>
                  </a:moveTo>
                  <a:cubicBezTo>
                    <a:pt x="97" y="0"/>
                    <a:pt x="0" y="97"/>
                    <a:pt x="0" y="217"/>
                  </a:cubicBezTo>
                  <a:cubicBezTo>
                    <a:pt x="0" y="337"/>
                    <a:pt x="97" y="434"/>
                    <a:pt x="217" y="434"/>
                  </a:cubicBezTo>
                  <a:cubicBezTo>
                    <a:pt x="336" y="434"/>
                    <a:pt x="434" y="337"/>
                    <a:pt x="434" y="217"/>
                  </a:cubicBezTo>
                  <a:cubicBezTo>
                    <a:pt x="434" y="97"/>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4"/>
            <p:cNvSpPr/>
            <p:nvPr/>
          </p:nvSpPr>
          <p:spPr>
            <a:xfrm>
              <a:off x="2410275" y="1830375"/>
              <a:ext cx="10850" cy="10875"/>
            </a:xfrm>
            <a:custGeom>
              <a:rect b="b" l="l" r="r" t="t"/>
              <a:pathLst>
                <a:path extrusionOk="0" h="435" w="434">
                  <a:moveTo>
                    <a:pt x="217" y="1"/>
                  </a:moveTo>
                  <a:cubicBezTo>
                    <a:pt x="97" y="1"/>
                    <a:pt x="0" y="98"/>
                    <a:pt x="0" y="217"/>
                  </a:cubicBezTo>
                  <a:cubicBezTo>
                    <a:pt x="0" y="337"/>
                    <a:pt x="97" y="434"/>
                    <a:pt x="217" y="434"/>
                  </a:cubicBezTo>
                  <a:cubicBezTo>
                    <a:pt x="336" y="434"/>
                    <a:pt x="434" y="337"/>
                    <a:pt x="434" y="217"/>
                  </a:cubicBezTo>
                  <a:cubicBezTo>
                    <a:pt x="434" y="98"/>
                    <a:pt x="336"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4"/>
            <p:cNvSpPr/>
            <p:nvPr/>
          </p:nvSpPr>
          <p:spPr>
            <a:xfrm>
              <a:off x="2410275" y="1854025"/>
              <a:ext cx="10850" cy="10850"/>
            </a:xfrm>
            <a:custGeom>
              <a:rect b="b" l="l" r="r" t="t"/>
              <a:pathLst>
                <a:path extrusionOk="0" h="434" w="434">
                  <a:moveTo>
                    <a:pt x="217" y="0"/>
                  </a:moveTo>
                  <a:cubicBezTo>
                    <a:pt x="97" y="0"/>
                    <a:pt x="0" y="98"/>
                    <a:pt x="0" y="217"/>
                  </a:cubicBezTo>
                  <a:cubicBezTo>
                    <a:pt x="0" y="336"/>
                    <a:pt x="97" y="433"/>
                    <a:pt x="217" y="433"/>
                  </a:cubicBezTo>
                  <a:cubicBezTo>
                    <a:pt x="336" y="433"/>
                    <a:pt x="434" y="336"/>
                    <a:pt x="434" y="217"/>
                  </a:cubicBezTo>
                  <a:cubicBezTo>
                    <a:pt x="434" y="98"/>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4"/>
            <p:cNvSpPr/>
            <p:nvPr/>
          </p:nvSpPr>
          <p:spPr>
            <a:xfrm>
              <a:off x="2410275" y="1877700"/>
              <a:ext cx="10850" cy="10850"/>
            </a:xfrm>
            <a:custGeom>
              <a:rect b="b" l="l" r="r" t="t"/>
              <a:pathLst>
                <a:path extrusionOk="0" h="434" w="434">
                  <a:moveTo>
                    <a:pt x="217" y="0"/>
                  </a:moveTo>
                  <a:cubicBezTo>
                    <a:pt x="97" y="0"/>
                    <a:pt x="0" y="97"/>
                    <a:pt x="0" y="217"/>
                  </a:cubicBezTo>
                  <a:cubicBezTo>
                    <a:pt x="0" y="337"/>
                    <a:pt x="97" y="434"/>
                    <a:pt x="217" y="434"/>
                  </a:cubicBezTo>
                  <a:cubicBezTo>
                    <a:pt x="336" y="434"/>
                    <a:pt x="434" y="337"/>
                    <a:pt x="434" y="217"/>
                  </a:cubicBezTo>
                  <a:cubicBezTo>
                    <a:pt x="434" y="97"/>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4"/>
            <p:cNvSpPr/>
            <p:nvPr/>
          </p:nvSpPr>
          <p:spPr>
            <a:xfrm>
              <a:off x="2410275" y="1901325"/>
              <a:ext cx="10850" cy="10875"/>
            </a:xfrm>
            <a:custGeom>
              <a:rect b="b" l="l" r="r" t="t"/>
              <a:pathLst>
                <a:path extrusionOk="0" h="435" w="434">
                  <a:moveTo>
                    <a:pt x="217" y="1"/>
                  </a:moveTo>
                  <a:cubicBezTo>
                    <a:pt x="97" y="1"/>
                    <a:pt x="0" y="98"/>
                    <a:pt x="0" y="217"/>
                  </a:cubicBezTo>
                  <a:cubicBezTo>
                    <a:pt x="0" y="337"/>
                    <a:pt x="97" y="434"/>
                    <a:pt x="217" y="434"/>
                  </a:cubicBezTo>
                  <a:cubicBezTo>
                    <a:pt x="336" y="434"/>
                    <a:pt x="434" y="337"/>
                    <a:pt x="434" y="217"/>
                  </a:cubicBezTo>
                  <a:cubicBezTo>
                    <a:pt x="434" y="98"/>
                    <a:pt x="336"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4"/>
            <p:cNvSpPr/>
            <p:nvPr/>
          </p:nvSpPr>
          <p:spPr>
            <a:xfrm>
              <a:off x="2410275"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4"/>
            <p:cNvSpPr/>
            <p:nvPr/>
          </p:nvSpPr>
          <p:spPr>
            <a:xfrm>
              <a:off x="241567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4"/>
            <p:cNvSpPr/>
            <p:nvPr/>
          </p:nvSpPr>
          <p:spPr>
            <a:xfrm>
              <a:off x="2386600" y="1783075"/>
              <a:ext cx="10875" cy="10850"/>
            </a:xfrm>
            <a:custGeom>
              <a:rect b="b" l="l" r="r" t="t"/>
              <a:pathLst>
                <a:path extrusionOk="0" h="434" w="435">
                  <a:moveTo>
                    <a:pt x="218" y="0"/>
                  </a:moveTo>
                  <a:cubicBezTo>
                    <a:pt x="98" y="0"/>
                    <a:pt x="1" y="98"/>
                    <a:pt x="1" y="217"/>
                  </a:cubicBezTo>
                  <a:cubicBezTo>
                    <a:pt x="1" y="336"/>
                    <a:pt x="98"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4"/>
            <p:cNvSpPr/>
            <p:nvPr/>
          </p:nvSpPr>
          <p:spPr>
            <a:xfrm>
              <a:off x="2386600" y="1806725"/>
              <a:ext cx="10875" cy="10850"/>
            </a:xfrm>
            <a:custGeom>
              <a:rect b="b" l="l" r="r" t="t"/>
              <a:pathLst>
                <a:path extrusionOk="0" h="434" w="435">
                  <a:moveTo>
                    <a:pt x="218" y="0"/>
                  </a:moveTo>
                  <a:cubicBezTo>
                    <a:pt x="98" y="0"/>
                    <a:pt x="1" y="97"/>
                    <a:pt x="1" y="217"/>
                  </a:cubicBezTo>
                  <a:cubicBezTo>
                    <a:pt x="1" y="337"/>
                    <a:pt x="98"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4"/>
            <p:cNvSpPr/>
            <p:nvPr/>
          </p:nvSpPr>
          <p:spPr>
            <a:xfrm>
              <a:off x="2386600" y="1830375"/>
              <a:ext cx="10875" cy="10875"/>
            </a:xfrm>
            <a:custGeom>
              <a:rect b="b" l="l" r="r" t="t"/>
              <a:pathLst>
                <a:path extrusionOk="0" h="435" w="435">
                  <a:moveTo>
                    <a:pt x="218" y="1"/>
                  </a:moveTo>
                  <a:cubicBezTo>
                    <a:pt x="98" y="1"/>
                    <a:pt x="1" y="98"/>
                    <a:pt x="1" y="217"/>
                  </a:cubicBezTo>
                  <a:cubicBezTo>
                    <a:pt x="1" y="337"/>
                    <a:pt x="98"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4"/>
            <p:cNvSpPr/>
            <p:nvPr/>
          </p:nvSpPr>
          <p:spPr>
            <a:xfrm>
              <a:off x="2386600" y="1854025"/>
              <a:ext cx="10875" cy="10850"/>
            </a:xfrm>
            <a:custGeom>
              <a:rect b="b" l="l" r="r" t="t"/>
              <a:pathLst>
                <a:path extrusionOk="0" h="434" w="435">
                  <a:moveTo>
                    <a:pt x="218" y="0"/>
                  </a:moveTo>
                  <a:cubicBezTo>
                    <a:pt x="98" y="0"/>
                    <a:pt x="1" y="98"/>
                    <a:pt x="1" y="217"/>
                  </a:cubicBezTo>
                  <a:cubicBezTo>
                    <a:pt x="1" y="336"/>
                    <a:pt x="98"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4"/>
            <p:cNvSpPr/>
            <p:nvPr/>
          </p:nvSpPr>
          <p:spPr>
            <a:xfrm>
              <a:off x="2386600" y="1877700"/>
              <a:ext cx="10875" cy="10850"/>
            </a:xfrm>
            <a:custGeom>
              <a:rect b="b" l="l" r="r" t="t"/>
              <a:pathLst>
                <a:path extrusionOk="0" h="434" w="435">
                  <a:moveTo>
                    <a:pt x="218" y="0"/>
                  </a:moveTo>
                  <a:cubicBezTo>
                    <a:pt x="98" y="0"/>
                    <a:pt x="1" y="97"/>
                    <a:pt x="1" y="217"/>
                  </a:cubicBezTo>
                  <a:cubicBezTo>
                    <a:pt x="1" y="337"/>
                    <a:pt x="98"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4"/>
            <p:cNvSpPr/>
            <p:nvPr/>
          </p:nvSpPr>
          <p:spPr>
            <a:xfrm>
              <a:off x="2386600" y="1901325"/>
              <a:ext cx="10875" cy="10875"/>
            </a:xfrm>
            <a:custGeom>
              <a:rect b="b" l="l" r="r" t="t"/>
              <a:pathLst>
                <a:path extrusionOk="0" h="435" w="435">
                  <a:moveTo>
                    <a:pt x="218" y="1"/>
                  </a:moveTo>
                  <a:cubicBezTo>
                    <a:pt x="98" y="1"/>
                    <a:pt x="1" y="98"/>
                    <a:pt x="1" y="217"/>
                  </a:cubicBezTo>
                  <a:cubicBezTo>
                    <a:pt x="1" y="337"/>
                    <a:pt x="98"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4"/>
            <p:cNvSpPr/>
            <p:nvPr/>
          </p:nvSpPr>
          <p:spPr>
            <a:xfrm>
              <a:off x="2386600" y="1925025"/>
              <a:ext cx="10875" cy="5425"/>
            </a:xfrm>
            <a:custGeom>
              <a:rect b="b" l="l" r="r" t="t"/>
              <a:pathLst>
                <a:path extrusionOk="0" h="217" w="435">
                  <a:moveTo>
                    <a:pt x="218" y="0"/>
                  </a:moveTo>
                  <a:cubicBezTo>
                    <a:pt x="98" y="0"/>
                    <a:pt x="1" y="97"/>
                    <a:pt x="1" y="217"/>
                  </a:cubicBezTo>
                  <a:lnTo>
                    <a:pt x="434" y="217"/>
                  </a:lnTo>
                  <a:cubicBezTo>
                    <a:pt x="434" y="97"/>
                    <a:pt x="338"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4"/>
            <p:cNvSpPr/>
            <p:nvPr/>
          </p:nvSpPr>
          <p:spPr>
            <a:xfrm>
              <a:off x="239202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4"/>
            <p:cNvSpPr/>
            <p:nvPr/>
          </p:nvSpPr>
          <p:spPr>
            <a:xfrm>
              <a:off x="2362950" y="178307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4"/>
            <p:cNvSpPr/>
            <p:nvPr/>
          </p:nvSpPr>
          <p:spPr>
            <a:xfrm>
              <a:off x="2362950" y="1806725"/>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4"/>
            <p:cNvSpPr/>
            <p:nvPr/>
          </p:nvSpPr>
          <p:spPr>
            <a:xfrm>
              <a:off x="2362950"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4"/>
            <p:cNvSpPr/>
            <p:nvPr/>
          </p:nvSpPr>
          <p:spPr>
            <a:xfrm>
              <a:off x="2362950"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4"/>
            <p:cNvSpPr/>
            <p:nvPr/>
          </p:nvSpPr>
          <p:spPr>
            <a:xfrm>
              <a:off x="2362950"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4"/>
            <p:cNvSpPr/>
            <p:nvPr/>
          </p:nvSpPr>
          <p:spPr>
            <a:xfrm>
              <a:off x="2362950"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4"/>
            <p:cNvSpPr/>
            <p:nvPr/>
          </p:nvSpPr>
          <p:spPr>
            <a:xfrm>
              <a:off x="2362950" y="1925025"/>
              <a:ext cx="10875" cy="5425"/>
            </a:xfrm>
            <a:custGeom>
              <a:rect b="b" l="l" r="r" t="t"/>
              <a:pathLst>
                <a:path extrusionOk="0" h="217" w="435">
                  <a:moveTo>
                    <a:pt x="217" y="0"/>
                  </a:moveTo>
                  <a:cubicBezTo>
                    <a:pt x="98" y="0"/>
                    <a:pt x="1" y="97"/>
                    <a:pt x="1"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4"/>
            <p:cNvSpPr/>
            <p:nvPr/>
          </p:nvSpPr>
          <p:spPr>
            <a:xfrm>
              <a:off x="2368375" y="1935850"/>
              <a:ext cx="25" cy="25"/>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4"/>
            <p:cNvSpPr/>
            <p:nvPr/>
          </p:nvSpPr>
          <p:spPr>
            <a:xfrm>
              <a:off x="2339325" y="1806725"/>
              <a:ext cx="10850" cy="10850"/>
            </a:xfrm>
            <a:custGeom>
              <a:rect b="b" l="l" r="r" t="t"/>
              <a:pathLst>
                <a:path extrusionOk="0" h="434" w="434">
                  <a:moveTo>
                    <a:pt x="217" y="0"/>
                  </a:moveTo>
                  <a:cubicBezTo>
                    <a:pt x="97" y="0"/>
                    <a:pt x="0" y="97"/>
                    <a:pt x="0" y="217"/>
                  </a:cubicBezTo>
                  <a:cubicBezTo>
                    <a:pt x="0" y="337"/>
                    <a:pt x="97" y="434"/>
                    <a:pt x="217" y="434"/>
                  </a:cubicBezTo>
                  <a:cubicBezTo>
                    <a:pt x="336" y="434"/>
                    <a:pt x="434" y="337"/>
                    <a:pt x="434" y="217"/>
                  </a:cubicBezTo>
                  <a:cubicBezTo>
                    <a:pt x="434" y="97"/>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4"/>
            <p:cNvSpPr/>
            <p:nvPr/>
          </p:nvSpPr>
          <p:spPr>
            <a:xfrm>
              <a:off x="2339325" y="1830375"/>
              <a:ext cx="10850" cy="10875"/>
            </a:xfrm>
            <a:custGeom>
              <a:rect b="b" l="l" r="r" t="t"/>
              <a:pathLst>
                <a:path extrusionOk="0" h="435" w="434">
                  <a:moveTo>
                    <a:pt x="217" y="1"/>
                  </a:moveTo>
                  <a:cubicBezTo>
                    <a:pt x="97" y="1"/>
                    <a:pt x="0" y="98"/>
                    <a:pt x="0" y="217"/>
                  </a:cubicBezTo>
                  <a:cubicBezTo>
                    <a:pt x="0" y="337"/>
                    <a:pt x="97" y="434"/>
                    <a:pt x="217" y="434"/>
                  </a:cubicBezTo>
                  <a:cubicBezTo>
                    <a:pt x="336" y="434"/>
                    <a:pt x="434" y="337"/>
                    <a:pt x="434" y="217"/>
                  </a:cubicBezTo>
                  <a:cubicBezTo>
                    <a:pt x="434" y="98"/>
                    <a:pt x="336"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4"/>
            <p:cNvSpPr/>
            <p:nvPr/>
          </p:nvSpPr>
          <p:spPr>
            <a:xfrm>
              <a:off x="2339325" y="1854025"/>
              <a:ext cx="10850" cy="10850"/>
            </a:xfrm>
            <a:custGeom>
              <a:rect b="b" l="l" r="r" t="t"/>
              <a:pathLst>
                <a:path extrusionOk="0" h="434" w="434">
                  <a:moveTo>
                    <a:pt x="217" y="0"/>
                  </a:moveTo>
                  <a:cubicBezTo>
                    <a:pt x="97" y="0"/>
                    <a:pt x="0" y="98"/>
                    <a:pt x="0" y="217"/>
                  </a:cubicBezTo>
                  <a:cubicBezTo>
                    <a:pt x="0" y="336"/>
                    <a:pt x="97" y="433"/>
                    <a:pt x="217" y="433"/>
                  </a:cubicBezTo>
                  <a:cubicBezTo>
                    <a:pt x="336" y="433"/>
                    <a:pt x="434" y="336"/>
                    <a:pt x="434" y="217"/>
                  </a:cubicBezTo>
                  <a:cubicBezTo>
                    <a:pt x="434" y="98"/>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4"/>
            <p:cNvSpPr/>
            <p:nvPr/>
          </p:nvSpPr>
          <p:spPr>
            <a:xfrm>
              <a:off x="2339325" y="1877700"/>
              <a:ext cx="10850" cy="10850"/>
            </a:xfrm>
            <a:custGeom>
              <a:rect b="b" l="l" r="r" t="t"/>
              <a:pathLst>
                <a:path extrusionOk="0" h="434" w="434">
                  <a:moveTo>
                    <a:pt x="217" y="0"/>
                  </a:moveTo>
                  <a:cubicBezTo>
                    <a:pt x="97" y="0"/>
                    <a:pt x="0" y="97"/>
                    <a:pt x="0" y="217"/>
                  </a:cubicBezTo>
                  <a:cubicBezTo>
                    <a:pt x="0" y="337"/>
                    <a:pt x="97" y="434"/>
                    <a:pt x="217" y="434"/>
                  </a:cubicBezTo>
                  <a:cubicBezTo>
                    <a:pt x="336" y="434"/>
                    <a:pt x="434" y="337"/>
                    <a:pt x="434" y="217"/>
                  </a:cubicBezTo>
                  <a:cubicBezTo>
                    <a:pt x="434" y="97"/>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4"/>
            <p:cNvSpPr/>
            <p:nvPr/>
          </p:nvSpPr>
          <p:spPr>
            <a:xfrm>
              <a:off x="2339325" y="1901325"/>
              <a:ext cx="10850" cy="10875"/>
            </a:xfrm>
            <a:custGeom>
              <a:rect b="b" l="l" r="r" t="t"/>
              <a:pathLst>
                <a:path extrusionOk="0" h="435" w="434">
                  <a:moveTo>
                    <a:pt x="217" y="1"/>
                  </a:moveTo>
                  <a:cubicBezTo>
                    <a:pt x="97" y="1"/>
                    <a:pt x="0" y="98"/>
                    <a:pt x="0" y="217"/>
                  </a:cubicBezTo>
                  <a:cubicBezTo>
                    <a:pt x="0" y="337"/>
                    <a:pt x="97" y="434"/>
                    <a:pt x="217" y="434"/>
                  </a:cubicBezTo>
                  <a:cubicBezTo>
                    <a:pt x="336" y="434"/>
                    <a:pt x="434" y="337"/>
                    <a:pt x="434" y="217"/>
                  </a:cubicBezTo>
                  <a:cubicBezTo>
                    <a:pt x="434" y="98"/>
                    <a:pt x="336"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4"/>
            <p:cNvSpPr/>
            <p:nvPr/>
          </p:nvSpPr>
          <p:spPr>
            <a:xfrm>
              <a:off x="2339325"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4"/>
            <p:cNvSpPr/>
            <p:nvPr/>
          </p:nvSpPr>
          <p:spPr>
            <a:xfrm>
              <a:off x="234472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4"/>
            <p:cNvSpPr/>
            <p:nvPr/>
          </p:nvSpPr>
          <p:spPr>
            <a:xfrm>
              <a:off x="2376850" y="1811025"/>
              <a:ext cx="290625" cy="96875"/>
            </a:xfrm>
            <a:custGeom>
              <a:rect b="b" l="l" r="r" t="t"/>
              <a:pathLst>
                <a:path extrusionOk="0" h="3875" w="11625">
                  <a:moveTo>
                    <a:pt x="694" y="1"/>
                  </a:moveTo>
                  <a:cubicBezTo>
                    <a:pt x="675" y="1"/>
                    <a:pt x="654" y="2"/>
                    <a:pt x="634" y="4"/>
                  </a:cubicBezTo>
                  <a:cubicBezTo>
                    <a:pt x="279" y="32"/>
                    <a:pt x="1" y="350"/>
                    <a:pt x="1" y="726"/>
                  </a:cubicBezTo>
                  <a:lnTo>
                    <a:pt x="1" y="3875"/>
                  </a:lnTo>
                  <a:lnTo>
                    <a:pt x="11624" y="3875"/>
                  </a:lnTo>
                  <a:lnTo>
                    <a:pt x="11624" y="726"/>
                  </a:lnTo>
                  <a:cubicBezTo>
                    <a:pt x="11624" y="351"/>
                    <a:pt x="11346" y="33"/>
                    <a:pt x="10989" y="4"/>
                  </a:cubicBezTo>
                  <a:cubicBezTo>
                    <a:pt x="10969" y="2"/>
                    <a:pt x="10949" y="1"/>
                    <a:pt x="10931" y="1"/>
                  </a:cubicBezTo>
                  <a:cubicBezTo>
                    <a:pt x="10622" y="1"/>
                    <a:pt x="10353" y="205"/>
                    <a:pt x="10266" y="495"/>
                  </a:cubicBezTo>
                  <a:lnTo>
                    <a:pt x="10262" y="822"/>
                  </a:lnTo>
                  <a:cubicBezTo>
                    <a:pt x="10247" y="1849"/>
                    <a:pt x="9400" y="2685"/>
                    <a:pt x="8373" y="2685"/>
                  </a:cubicBezTo>
                  <a:cubicBezTo>
                    <a:pt x="7354" y="2685"/>
                    <a:pt x="6505" y="1856"/>
                    <a:pt x="6485" y="836"/>
                  </a:cubicBezTo>
                  <a:lnTo>
                    <a:pt x="6479" y="497"/>
                  </a:lnTo>
                  <a:cubicBezTo>
                    <a:pt x="6393" y="206"/>
                    <a:pt x="6123" y="1"/>
                    <a:pt x="5813" y="1"/>
                  </a:cubicBezTo>
                  <a:cubicBezTo>
                    <a:pt x="5505" y="1"/>
                    <a:pt x="5238" y="203"/>
                    <a:pt x="5149" y="491"/>
                  </a:cubicBezTo>
                  <a:lnTo>
                    <a:pt x="5148" y="801"/>
                  </a:lnTo>
                  <a:cubicBezTo>
                    <a:pt x="5146" y="1841"/>
                    <a:pt x="4300" y="2685"/>
                    <a:pt x="3260" y="2685"/>
                  </a:cubicBezTo>
                  <a:lnTo>
                    <a:pt x="3255" y="2685"/>
                  </a:lnTo>
                  <a:cubicBezTo>
                    <a:pt x="2234" y="2685"/>
                    <a:pt x="1387" y="1856"/>
                    <a:pt x="1366" y="836"/>
                  </a:cubicBezTo>
                  <a:lnTo>
                    <a:pt x="1360" y="498"/>
                  </a:lnTo>
                  <a:cubicBezTo>
                    <a:pt x="1274" y="206"/>
                    <a:pt x="1004" y="1"/>
                    <a:pt x="6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4"/>
            <p:cNvSpPr/>
            <p:nvPr/>
          </p:nvSpPr>
          <p:spPr>
            <a:xfrm>
              <a:off x="2329025" y="1763225"/>
              <a:ext cx="386250" cy="192525"/>
            </a:xfrm>
            <a:custGeom>
              <a:rect b="b" l="l" r="r" t="t"/>
              <a:pathLst>
                <a:path extrusionOk="0" h="7701" w="15450">
                  <a:moveTo>
                    <a:pt x="7725" y="956"/>
                  </a:moveTo>
                  <a:cubicBezTo>
                    <a:pt x="8514" y="956"/>
                    <a:pt x="9197" y="1518"/>
                    <a:pt x="9345" y="2289"/>
                  </a:cubicBezTo>
                  <a:lnTo>
                    <a:pt x="9354" y="2730"/>
                  </a:lnTo>
                  <a:cubicBezTo>
                    <a:pt x="9367" y="3237"/>
                    <a:pt x="9779" y="3643"/>
                    <a:pt x="10285" y="3643"/>
                  </a:cubicBezTo>
                  <a:cubicBezTo>
                    <a:pt x="10541" y="3643"/>
                    <a:pt x="10770" y="3541"/>
                    <a:pt x="10940" y="3372"/>
                  </a:cubicBezTo>
                  <a:cubicBezTo>
                    <a:pt x="11109" y="3206"/>
                    <a:pt x="11215" y="2976"/>
                    <a:pt x="11219" y="2721"/>
                  </a:cubicBezTo>
                  <a:lnTo>
                    <a:pt x="11221" y="2289"/>
                  </a:lnTo>
                  <a:cubicBezTo>
                    <a:pt x="11372" y="1517"/>
                    <a:pt x="12053" y="956"/>
                    <a:pt x="12840" y="956"/>
                  </a:cubicBezTo>
                  <a:cubicBezTo>
                    <a:pt x="12886" y="956"/>
                    <a:pt x="12933" y="958"/>
                    <a:pt x="12980" y="962"/>
                  </a:cubicBezTo>
                  <a:cubicBezTo>
                    <a:pt x="13841" y="1033"/>
                    <a:pt x="14492" y="1773"/>
                    <a:pt x="14492" y="2638"/>
                  </a:cubicBezTo>
                  <a:lnTo>
                    <a:pt x="14492" y="6745"/>
                  </a:lnTo>
                  <a:lnTo>
                    <a:pt x="956" y="6745"/>
                  </a:lnTo>
                  <a:lnTo>
                    <a:pt x="956" y="2638"/>
                  </a:lnTo>
                  <a:cubicBezTo>
                    <a:pt x="956" y="1773"/>
                    <a:pt x="1607" y="1033"/>
                    <a:pt x="2468" y="962"/>
                  </a:cubicBezTo>
                  <a:cubicBezTo>
                    <a:pt x="2515" y="958"/>
                    <a:pt x="2562" y="956"/>
                    <a:pt x="2608" y="956"/>
                  </a:cubicBezTo>
                  <a:cubicBezTo>
                    <a:pt x="3399" y="956"/>
                    <a:pt x="4077" y="1518"/>
                    <a:pt x="4227" y="2289"/>
                  </a:cubicBezTo>
                  <a:lnTo>
                    <a:pt x="4236" y="2726"/>
                  </a:lnTo>
                  <a:cubicBezTo>
                    <a:pt x="4244" y="3233"/>
                    <a:pt x="4660" y="3641"/>
                    <a:pt x="5167" y="3641"/>
                  </a:cubicBezTo>
                  <a:lnTo>
                    <a:pt x="5173" y="3641"/>
                  </a:lnTo>
                  <a:cubicBezTo>
                    <a:pt x="5687" y="3641"/>
                    <a:pt x="6105" y="3223"/>
                    <a:pt x="6105" y="2710"/>
                  </a:cubicBezTo>
                  <a:lnTo>
                    <a:pt x="6105" y="2289"/>
                  </a:lnTo>
                  <a:cubicBezTo>
                    <a:pt x="6255" y="1518"/>
                    <a:pt x="6933" y="956"/>
                    <a:pt x="7725" y="956"/>
                  </a:cubicBezTo>
                  <a:close/>
                  <a:moveTo>
                    <a:pt x="2606" y="0"/>
                  </a:moveTo>
                  <a:cubicBezTo>
                    <a:pt x="1886" y="0"/>
                    <a:pt x="1235" y="291"/>
                    <a:pt x="765" y="762"/>
                  </a:cubicBezTo>
                  <a:cubicBezTo>
                    <a:pt x="292" y="1236"/>
                    <a:pt x="1" y="1887"/>
                    <a:pt x="1" y="2607"/>
                  </a:cubicBezTo>
                  <a:lnTo>
                    <a:pt x="1" y="7700"/>
                  </a:lnTo>
                  <a:lnTo>
                    <a:pt x="15449" y="7700"/>
                  </a:lnTo>
                  <a:lnTo>
                    <a:pt x="15449" y="2607"/>
                  </a:lnTo>
                  <a:cubicBezTo>
                    <a:pt x="15449" y="1165"/>
                    <a:pt x="14284" y="0"/>
                    <a:pt x="12842" y="0"/>
                  </a:cubicBezTo>
                  <a:cubicBezTo>
                    <a:pt x="11573" y="0"/>
                    <a:pt x="10515" y="907"/>
                    <a:pt x="10285" y="2109"/>
                  </a:cubicBezTo>
                  <a:cubicBezTo>
                    <a:pt x="10052" y="907"/>
                    <a:pt x="8994" y="0"/>
                    <a:pt x="7725" y="0"/>
                  </a:cubicBezTo>
                  <a:cubicBezTo>
                    <a:pt x="7091" y="0"/>
                    <a:pt x="6507" y="227"/>
                    <a:pt x="6055" y="602"/>
                  </a:cubicBezTo>
                  <a:cubicBezTo>
                    <a:pt x="5604" y="981"/>
                    <a:pt x="5284" y="1507"/>
                    <a:pt x="5167" y="2109"/>
                  </a:cubicBezTo>
                  <a:cubicBezTo>
                    <a:pt x="4933" y="907"/>
                    <a:pt x="3876" y="0"/>
                    <a:pt x="26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0" name="Google Shape;5880;p74"/>
          <p:cNvGrpSpPr/>
          <p:nvPr/>
        </p:nvGrpSpPr>
        <p:grpSpPr>
          <a:xfrm>
            <a:off x="8197628" y="55745"/>
            <a:ext cx="311019" cy="311110"/>
            <a:chOff x="5038846" y="235350"/>
            <a:chExt cx="158691" cy="158738"/>
          </a:xfrm>
        </p:grpSpPr>
        <p:sp>
          <p:nvSpPr>
            <p:cNvPr id="5881" name="Google Shape;5881;p74"/>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4"/>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3" name="Google Shape;5883;p74"/>
          <p:cNvGrpSpPr/>
          <p:nvPr/>
        </p:nvGrpSpPr>
        <p:grpSpPr>
          <a:xfrm>
            <a:off x="-233915" y="779649"/>
            <a:ext cx="655196" cy="968064"/>
            <a:chOff x="3074375" y="2791788"/>
            <a:chExt cx="262425" cy="387738"/>
          </a:xfrm>
        </p:grpSpPr>
        <p:sp>
          <p:nvSpPr>
            <p:cNvPr id="5884" name="Google Shape;5884;p74"/>
            <p:cNvSpPr/>
            <p:nvPr/>
          </p:nvSpPr>
          <p:spPr>
            <a:xfrm>
              <a:off x="3074396" y="2791788"/>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5" name="Google Shape;5885;p74"/>
            <p:cNvGrpSpPr/>
            <p:nvPr/>
          </p:nvGrpSpPr>
          <p:grpSpPr>
            <a:xfrm>
              <a:off x="3074375" y="2791800"/>
              <a:ext cx="262425" cy="387725"/>
              <a:chOff x="3074375" y="2791800"/>
              <a:chExt cx="262425" cy="387725"/>
            </a:xfrm>
          </p:grpSpPr>
          <p:sp>
            <p:nvSpPr>
              <p:cNvPr id="5886" name="Google Shape;5886;p74"/>
              <p:cNvSpPr/>
              <p:nvPr/>
            </p:nvSpPr>
            <p:spPr>
              <a:xfrm>
                <a:off x="3074425" y="2791925"/>
                <a:ext cx="262375" cy="387600"/>
              </a:xfrm>
              <a:custGeom>
                <a:rect b="b" l="l" r="r" t="t"/>
                <a:pathLst>
                  <a:path extrusionOk="0" h="15504" w="10495">
                    <a:moveTo>
                      <a:pt x="0" y="1"/>
                    </a:moveTo>
                    <a:lnTo>
                      <a:pt x="0" y="10256"/>
                    </a:lnTo>
                    <a:cubicBezTo>
                      <a:pt x="0" y="10416"/>
                      <a:pt x="9" y="10575"/>
                      <a:pt x="22" y="10733"/>
                    </a:cubicBezTo>
                    <a:cubicBezTo>
                      <a:pt x="31" y="10834"/>
                      <a:pt x="44" y="10937"/>
                      <a:pt x="59" y="11038"/>
                    </a:cubicBezTo>
                    <a:cubicBezTo>
                      <a:pt x="62" y="11068"/>
                      <a:pt x="67" y="11099"/>
                      <a:pt x="73" y="11128"/>
                    </a:cubicBezTo>
                    <a:cubicBezTo>
                      <a:pt x="86" y="11208"/>
                      <a:pt x="102" y="11288"/>
                      <a:pt x="118" y="11367"/>
                    </a:cubicBezTo>
                    <a:cubicBezTo>
                      <a:pt x="180" y="11653"/>
                      <a:pt x="266" y="11930"/>
                      <a:pt x="371" y="12196"/>
                    </a:cubicBezTo>
                    <a:cubicBezTo>
                      <a:pt x="479" y="12468"/>
                      <a:pt x="609" y="12730"/>
                      <a:pt x="760" y="12977"/>
                    </a:cubicBezTo>
                    <a:cubicBezTo>
                      <a:pt x="865" y="13148"/>
                      <a:pt x="977" y="13311"/>
                      <a:pt x="1099" y="13468"/>
                    </a:cubicBezTo>
                    <a:cubicBezTo>
                      <a:pt x="1209" y="13609"/>
                      <a:pt x="1325" y="13744"/>
                      <a:pt x="1449" y="13873"/>
                    </a:cubicBezTo>
                    <a:cubicBezTo>
                      <a:pt x="1473" y="13898"/>
                      <a:pt x="1496" y="13923"/>
                      <a:pt x="1520" y="13947"/>
                    </a:cubicBezTo>
                    <a:lnTo>
                      <a:pt x="1538" y="13965"/>
                    </a:lnTo>
                    <a:cubicBezTo>
                      <a:pt x="1646" y="14074"/>
                      <a:pt x="1761" y="14177"/>
                      <a:pt x="1879" y="14278"/>
                    </a:cubicBezTo>
                    <a:cubicBezTo>
                      <a:pt x="1962" y="14348"/>
                      <a:pt x="2048" y="14415"/>
                      <a:pt x="2137" y="14481"/>
                    </a:cubicBezTo>
                    <a:cubicBezTo>
                      <a:pt x="2177" y="14511"/>
                      <a:pt x="2219" y="14542"/>
                      <a:pt x="2260" y="14570"/>
                    </a:cubicBezTo>
                    <a:cubicBezTo>
                      <a:pt x="2425" y="14683"/>
                      <a:pt x="2595" y="14789"/>
                      <a:pt x="2771" y="14883"/>
                    </a:cubicBezTo>
                    <a:cubicBezTo>
                      <a:pt x="2790" y="14894"/>
                      <a:pt x="2806" y="14903"/>
                      <a:pt x="2825" y="14912"/>
                    </a:cubicBezTo>
                    <a:cubicBezTo>
                      <a:pt x="2889" y="14945"/>
                      <a:pt x="2954" y="14977"/>
                      <a:pt x="3019" y="15008"/>
                    </a:cubicBezTo>
                    <a:cubicBezTo>
                      <a:pt x="3179" y="15084"/>
                      <a:pt x="3344" y="15151"/>
                      <a:pt x="3512" y="15209"/>
                    </a:cubicBezTo>
                    <a:cubicBezTo>
                      <a:pt x="3550" y="15223"/>
                      <a:pt x="3589" y="15235"/>
                      <a:pt x="3627" y="15249"/>
                    </a:cubicBezTo>
                    <a:cubicBezTo>
                      <a:pt x="3774" y="15296"/>
                      <a:pt x="3922" y="15337"/>
                      <a:pt x="4075" y="15372"/>
                    </a:cubicBezTo>
                    <a:cubicBezTo>
                      <a:pt x="4117" y="15382"/>
                      <a:pt x="4158" y="15392"/>
                      <a:pt x="4201" y="15399"/>
                    </a:cubicBezTo>
                    <a:cubicBezTo>
                      <a:pt x="4426" y="15446"/>
                      <a:pt x="4655" y="15477"/>
                      <a:pt x="4889" y="15492"/>
                    </a:cubicBezTo>
                    <a:cubicBezTo>
                      <a:pt x="5008" y="15500"/>
                      <a:pt x="5127" y="15504"/>
                      <a:pt x="5248" y="15504"/>
                    </a:cubicBezTo>
                    <a:cubicBezTo>
                      <a:pt x="5358" y="15504"/>
                      <a:pt x="5468" y="15500"/>
                      <a:pt x="5576" y="15493"/>
                    </a:cubicBezTo>
                    <a:cubicBezTo>
                      <a:pt x="5690" y="15486"/>
                      <a:pt x="5801" y="15476"/>
                      <a:pt x="5913" y="15461"/>
                    </a:cubicBezTo>
                    <a:cubicBezTo>
                      <a:pt x="5937" y="15457"/>
                      <a:pt x="5963" y="15455"/>
                      <a:pt x="5989" y="15451"/>
                    </a:cubicBezTo>
                    <a:cubicBezTo>
                      <a:pt x="6082" y="15439"/>
                      <a:pt x="6174" y="15423"/>
                      <a:pt x="6264" y="15404"/>
                    </a:cubicBezTo>
                    <a:cubicBezTo>
                      <a:pt x="6365" y="15384"/>
                      <a:pt x="6464" y="15362"/>
                      <a:pt x="6563" y="15336"/>
                    </a:cubicBezTo>
                    <a:cubicBezTo>
                      <a:pt x="6695" y="15302"/>
                      <a:pt x="6824" y="15264"/>
                      <a:pt x="6951" y="15220"/>
                    </a:cubicBezTo>
                    <a:cubicBezTo>
                      <a:pt x="7098" y="15170"/>
                      <a:pt x="7242" y="15113"/>
                      <a:pt x="7381" y="15052"/>
                    </a:cubicBezTo>
                    <a:cubicBezTo>
                      <a:pt x="7452" y="15019"/>
                      <a:pt x="7526" y="14985"/>
                      <a:pt x="7596" y="14949"/>
                    </a:cubicBezTo>
                    <a:cubicBezTo>
                      <a:pt x="7610" y="14941"/>
                      <a:pt x="7625" y="14935"/>
                      <a:pt x="7639" y="14928"/>
                    </a:cubicBezTo>
                    <a:cubicBezTo>
                      <a:pt x="7715" y="14887"/>
                      <a:pt x="7791" y="14847"/>
                      <a:pt x="7866" y="14804"/>
                    </a:cubicBezTo>
                    <a:cubicBezTo>
                      <a:pt x="8024" y="14712"/>
                      <a:pt x="8178" y="14611"/>
                      <a:pt x="8326" y="14505"/>
                    </a:cubicBezTo>
                    <a:cubicBezTo>
                      <a:pt x="8519" y="14365"/>
                      <a:pt x="8702" y="14213"/>
                      <a:pt x="8873" y="14048"/>
                    </a:cubicBezTo>
                    <a:cubicBezTo>
                      <a:pt x="8921" y="14002"/>
                      <a:pt x="8967" y="13956"/>
                      <a:pt x="9014" y="13908"/>
                    </a:cubicBezTo>
                    <a:cubicBezTo>
                      <a:pt x="9052" y="13868"/>
                      <a:pt x="9091" y="13827"/>
                      <a:pt x="9128" y="13785"/>
                    </a:cubicBezTo>
                    <a:cubicBezTo>
                      <a:pt x="9343" y="13551"/>
                      <a:pt x="9535" y="13298"/>
                      <a:pt x="9702" y="13029"/>
                    </a:cubicBezTo>
                    <a:cubicBezTo>
                      <a:pt x="9721" y="13000"/>
                      <a:pt x="9737" y="12973"/>
                      <a:pt x="9754" y="12944"/>
                    </a:cubicBezTo>
                    <a:cubicBezTo>
                      <a:pt x="9766" y="12924"/>
                      <a:pt x="9779" y="12903"/>
                      <a:pt x="9790" y="12882"/>
                    </a:cubicBezTo>
                    <a:cubicBezTo>
                      <a:pt x="9854" y="12773"/>
                      <a:pt x="9913" y="12662"/>
                      <a:pt x="9968" y="12549"/>
                    </a:cubicBezTo>
                    <a:cubicBezTo>
                      <a:pt x="10132" y="12210"/>
                      <a:pt x="10263" y="11853"/>
                      <a:pt x="10351" y="11479"/>
                    </a:cubicBezTo>
                    <a:cubicBezTo>
                      <a:pt x="10366" y="11421"/>
                      <a:pt x="10379" y="11362"/>
                      <a:pt x="10390" y="11302"/>
                    </a:cubicBezTo>
                    <a:cubicBezTo>
                      <a:pt x="10459" y="10964"/>
                      <a:pt x="10495" y="10613"/>
                      <a:pt x="10495" y="10253"/>
                    </a:cubicBezTo>
                    <a:lnTo>
                      <a:pt x="104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4"/>
              <p:cNvSpPr/>
              <p:nvPr/>
            </p:nvSpPr>
            <p:spPr>
              <a:xfrm>
                <a:off x="3074425" y="2912325"/>
                <a:ext cx="152250" cy="55200"/>
              </a:xfrm>
              <a:custGeom>
                <a:rect b="b" l="l" r="r" t="t"/>
                <a:pathLst>
                  <a:path extrusionOk="0" h="2208" w="6090">
                    <a:moveTo>
                      <a:pt x="0" y="0"/>
                    </a:moveTo>
                    <a:lnTo>
                      <a:pt x="0" y="1144"/>
                    </a:lnTo>
                    <a:cubicBezTo>
                      <a:pt x="1551" y="1827"/>
                      <a:pt x="3267" y="2208"/>
                      <a:pt x="5071" y="2208"/>
                    </a:cubicBezTo>
                    <a:cubicBezTo>
                      <a:pt x="5109" y="2208"/>
                      <a:pt x="5146" y="2208"/>
                      <a:pt x="5185" y="2204"/>
                    </a:cubicBezTo>
                    <a:cubicBezTo>
                      <a:pt x="5198" y="2205"/>
                      <a:pt x="5210" y="2206"/>
                      <a:pt x="5223" y="2206"/>
                    </a:cubicBezTo>
                    <a:cubicBezTo>
                      <a:pt x="5240" y="2206"/>
                      <a:pt x="5257" y="2204"/>
                      <a:pt x="5275" y="2200"/>
                    </a:cubicBezTo>
                    <a:cubicBezTo>
                      <a:pt x="5293" y="2201"/>
                      <a:pt x="5310" y="2202"/>
                      <a:pt x="5327" y="2202"/>
                    </a:cubicBezTo>
                    <a:cubicBezTo>
                      <a:pt x="5357" y="2202"/>
                      <a:pt x="5386" y="2200"/>
                      <a:pt x="5417" y="2196"/>
                    </a:cubicBezTo>
                    <a:cubicBezTo>
                      <a:pt x="5420" y="2198"/>
                      <a:pt x="5424" y="2199"/>
                      <a:pt x="5428" y="2199"/>
                    </a:cubicBezTo>
                    <a:cubicBezTo>
                      <a:pt x="5431" y="2199"/>
                      <a:pt x="5435" y="2198"/>
                      <a:pt x="5438" y="2196"/>
                    </a:cubicBezTo>
                    <a:cubicBezTo>
                      <a:pt x="5439" y="2197"/>
                      <a:pt x="5440" y="2198"/>
                      <a:pt x="5443" y="2198"/>
                    </a:cubicBezTo>
                    <a:cubicBezTo>
                      <a:pt x="5445" y="2198"/>
                      <a:pt x="5447" y="2197"/>
                      <a:pt x="5448" y="2196"/>
                    </a:cubicBezTo>
                    <a:cubicBezTo>
                      <a:pt x="5450" y="2198"/>
                      <a:pt x="5452" y="2199"/>
                      <a:pt x="5453" y="2199"/>
                    </a:cubicBezTo>
                    <a:cubicBezTo>
                      <a:pt x="5455" y="2199"/>
                      <a:pt x="5457" y="2198"/>
                      <a:pt x="5459" y="2196"/>
                    </a:cubicBezTo>
                    <a:cubicBezTo>
                      <a:pt x="5462" y="2198"/>
                      <a:pt x="5467" y="2199"/>
                      <a:pt x="5471" y="2199"/>
                    </a:cubicBezTo>
                    <a:cubicBezTo>
                      <a:pt x="5475" y="2199"/>
                      <a:pt x="5480" y="2198"/>
                      <a:pt x="5483" y="2196"/>
                    </a:cubicBezTo>
                    <a:cubicBezTo>
                      <a:pt x="5485" y="2198"/>
                      <a:pt x="5487" y="2199"/>
                      <a:pt x="5490" y="2199"/>
                    </a:cubicBezTo>
                    <a:cubicBezTo>
                      <a:pt x="5493" y="2199"/>
                      <a:pt x="5495" y="2198"/>
                      <a:pt x="5497" y="2196"/>
                    </a:cubicBezTo>
                    <a:cubicBezTo>
                      <a:pt x="5498" y="2198"/>
                      <a:pt x="5499" y="2198"/>
                      <a:pt x="5501" y="2198"/>
                    </a:cubicBezTo>
                    <a:cubicBezTo>
                      <a:pt x="5503" y="2198"/>
                      <a:pt x="5505" y="2196"/>
                      <a:pt x="5507" y="2196"/>
                    </a:cubicBezTo>
                    <a:lnTo>
                      <a:pt x="5514" y="2196"/>
                    </a:lnTo>
                    <a:cubicBezTo>
                      <a:pt x="5521" y="2196"/>
                      <a:pt x="5525" y="2196"/>
                      <a:pt x="5531" y="2192"/>
                    </a:cubicBezTo>
                    <a:cubicBezTo>
                      <a:pt x="5532" y="2194"/>
                      <a:pt x="5532" y="2195"/>
                      <a:pt x="5533" y="2195"/>
                    </a:cubicBezTo>
                    <a:cubicBezTo>
                      <a:pt x="5534" y="2195"/>
                      <a:pt x="5535" y="2194"/>
                      <a:pt x="5537" y="2192"/>
                    </a:cubicBezTo>
                    <a:cubicBezTo>
                      <a:pt x="5537" y="2192"/>
                      <a:pt x="5538" y="2194"/>
                      <a:pt x="5540" y="2194"/>
                    </a:cubicBezTo>
                    <a:cubicBezTo>
                      <a:pt x="5541" y="2194"/>
                      <a:pt x="5542" y="2194"/>
                      <a:pt x="5543" y="2192"/>
                    </a:cubicBezTo>
                    <a:cubicBezTo>
                      <a:pt x="5545" y="2194"/>
                      <a:pt x="5548" y="2195"/>
                      <a:pt x="5552" y="2195"/>
                    </a:cubicBezTo>
                    <a:cubicBezTo>
                      <a:pt x="5555" y="2195"/>
                      <a:pt x="5559" y="2194"/>
                      <a:pt x="5562" y="2192"/>
                    </a:cubicBezTo>
                    <a:cubicBezTo>
                      <a:pt x="5565" y="2194"/>
                      <a:pt x="5568" y="2195"/>
                      <a:pt x="5573" y="2195"/>
                    </a:cubicBezTo>
                    <a:cubicBezTo>
                      <a:pt x="5577" y="2195"/>
                      <a:pt x="5581" y="2194"/>
                      <a:pt x="5587" y="2192"/>
                    </a:cubicBezTo>
                    <a:lnTo>
                      <a:pt x="5603" y="2192"/>
                    </a:lnTo>
                    <a:cubicBezTo>
                      <a:pt x="5620" y="2192"/>
                      <a:pt x="5636" y="2192"/>
                      <a:pt x="5655" y="2188"/>
                    </a:cubicBezTo>
                    <a:lnTo>
                      <a:pt x="5659" y="2188"/>
                    </a:lnTo>
                    <a:cubicBezTo>
                      <a:pt x="5660" y="2187"/>
                      <a:pt x="5661" y="2187"/>
                      <a:pt x="5661" y="2187"/>
                    </a:cubicBezTo>
                    <a:cubicBezTo>
                      <a:pt x="5662" y="2187"/>
                      <a:pt x="5662" y="2188"/>
                      <a:pt x="5662" y="2188"/>
                    </a:cubicBezTo>
                    <a:cubicBezTo>
                      <a:pt x="5804" y="2181"/>
                      <a:pt x="5948" y="2170"/>
                      <a:pt x="6089" y="2160"/>
                    </a:cubicBezTo>
                    <a:cubicBezTo>
                      <a:pt x="6014" y="2154"/>
                      <a:pt x="5937" y="2146"/>
                      <a:pt x="5862" y="2145"/>
                    </a:cubicBezTo>
                    <a:cubicBezTo>
                      <a:pt x="5840" y="2142"/>
                      <a:pt x="5820" y="2142"/>
                      <a:pt x="5799" y="2138"/>
                    </a:cubicBezTo>
                    <a:cubicBezTo>
                      <a:pt x="5751" y="2135"/>
                      <a:pt x="5702" y="2128"/>
                      <a:pt x="5654" y="2121"/>
                    </a:cubicBezTo>
                    <a:lnTo>
                      <a:pt x="5650" y="2121"/>
                    </a:lnTo>
                    <a:cubicBezTo>
                      <a:pt x="5633" y="2121"/>
                      <a:pt x="5616" y="2118"/>
                      <a:pt x="5598" y="2118"/>
                    </a:cubicBezTo>
                    <a:cubicBezTo>
                      <a:pt x="5594" y="2118"/>
                      <a:pt x="5588" y="2114"/>
                      <a:pt x="5583" y="2114"/>
                    </a:cubicBezTo>
                    <a:lnTo>
                      <a:pt x="5571" y="2114"/>
                    </a:lnTo>
                    <a:cubicBezTo>
                      <a:pt x="5565" y="2114"/>
                      <a:pt x="5557" y="2110"/>
                      <a:pt x="5550" y="2110"/>
                    </a:cubicBezTo>
                    <a:lnTo>
                      <a:pt x="5546" y="2110"/>
                    </a:lnTo>
                    <a:cubicBezTo>
                      <a:pt x="5539" y="2110"/>
                      <a:pt x="5536" y="2110"/>
                      <a:pt x="5532" y="2105"/>
                    </a:cubicBezTo>
                    <a:lnTo>
                      <a:pt x="5515" y="2105"/>
                    </a:lnTo>
                    <a:cubicBezTo>
                      <a:pt x="5513" y="2105"/>
                      <a:pt x="5511" y="2104"/>
                      <a:pt x="5509" y="2104"/>
                    </a:cubicBezTo>
                    <a:cubicBezTo>
                      <a:pt x="5508" y="2104"/>
                      <a:pt x="5506" y="2104"/>
                      <a:pt x="5505" y="2105"/>
                    </a:cubicBezTo>
                    <a:cubicBezTo>
                      <a:pt x="5501" y="2102"/>
                      <a:pt x="5499" y="2102"/>
                      <a:pt x="5495" y="2102"/>
                    </a:cubicBezTo>
                    <a:lnTo>
                      <a:pt x="5491" y="2102"/>
                    </a:lnTo>
                    <a:cubicBezTo>
                      <a:pt x="5480" y="2102"/>
                      <a:pt x="5471" y="2098"/>
                      <a:pt x="5464" y="2098"/>
                    </a:cubicBezTo>
                    <a:cubicBezTo>
                      <a:pt x="5457" y="2098"/>
                      <a:pt x="5449" y="2094"/>
                      <a:pt x="5446" y="2094"/>
                    </a:cubicBezTo>
                    <a:cubicBezTo>
                      <a:pt x="5436" y="2094"/>
                      <a:pt x="5426" y="2090"/>
                      <a:pt x="5415" y="2090"/>
                    </a:cubicBezTo>
                    <a:lnTo>
                      <a:pt x="5411" y="2090"/>
                    </a:lnTo>
                    <a:cubicBezTo>
                      <a:pt x="5370" y="2084"/>
                      <a:pt x="5328" y="2080"/>
                      <a:pt x="5286" y="2073"/>
                    </a:cubicBezTo>
                    <a:cubicBezTo>
                      <a:pt x="5279" y="2069"/>
                      <a:pt x="5272" y="2069"/>
                      <a:pt x="5266" y="2069"/>
                    </a:cubicBezTo>
                    <a:cubicBezTo>
                      <a:pt x="3332" y="1783"/>
                      <a:pt x="1542" y="106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4"/>
              <p:cNvSpPr/>
              <p:nvPr/>
            </p:nvSpPr>
            <p:spPr>
              <a:xfrm>
                <a:off x="3198150" y="2965550"/>
                <a:ext cx="138650" cy="46475"/>
              </a:xfrm>
              <a:custGeom>
                <a:rect b="b" l="l" r="r" t="t"/>
                <a:pathLst>
                  <a:path extrusionOk="0" h="1859" w="5546">
                    <a:moveTo>
                      <a:pt x="1025" y="0"/>
                    </a:moveTo>
                    <a:cubicBezTo>
                      <a:pt x="985" y="0"/>
                      <a:pt x="948" y="0"/>
                      <a:pt x="909" y="3"/>
                    </a:cubicBezTo>
                    <a:cubicBezTo>
                      <a:pt x="899" y="3"/>
                      <a:pt x="889" y="2"/>
                      <a:pt x="879" y="2"/>
                    </a:cubicBezTo>
                    <a:cubicBezTo>
                      <a:pt x="861" y="2"/>
                      <a:pt x="844" y="4"/>
                      <a:pt x="825" y="7"/>
                    </a:cubicBezTo>
                    <a:cubicBezTo>
                      <a:pt x="808" y="7"/>
                      <a:pt x="789" y="6"/>
                      <a:pt x="771" y="6"/>
                    </a:cubicBezTo>
                    <a:cubicBezTo>
                      <a:pt x="739" y="6"/>
                      <a:pt x="707" y="8"/>
                      <a:pt x="676" y="12"/>
                    </a:cubicBezTo>
                    <a:cubicBezTo>
                      <a:pt x="672" y="9"/>
                      <a:pt x="668" y="8"/>
                      <a:pt x="663" y="8"/>
                    </a:cubicBezTo>
                    <a:cubicBezTo>
                      <a:pt x="659" y="8"/>
                      <a:pt x="655" y="9"/>
                      <a:pt x="651" y="12"/>
                    </a:cubicBezTo>
                    <a:cubicBezTo>
                      <a:pt x="650" y="11"/>
                      <a:pt x="648" y="8"/>
                      <a:pt x="646" y="8"/>
                    </a:cubicBezTo>
                    <a:cubicBezTo>
                      <a:pt x="644" y="8"/>
                      <a:pt x="643" y="11"/>
                      <a:pt x="641" y="12"/>
                    </a:cubicBezTo>
                    <a:cubicBezTo>
                      <a:pt x="640" y="9"/>
                      <a:pt x="639" y="8"/>
                      <a:pt x="638" y="8"/>
                    </a:cubicBezTo>
                    <a:cubicBezTo>
                      <a:pt x="638" y="8"/>
                      <a:pt x="637" y="9"/>
                      <a:pt x="634" y="12"/>
                    </a:cubicBezTo>
                    <a:cubicBezTo>
                      <a:pt x="631" y="9"/>
                      <a:pt x="627" y="8"/>
                      <a:pt x="622" y="8"/>
                    </a:cubicBezTo>
                    <a:cubicBezTo>
                      <a:pt x="618" y="8"/>
                      <a:pt x="613" y="9"/>
                      <a:pt x="610" y="12"/>
                    </a:cubicBezTo>
                    <a:cubicBezTo>
                      <a:pt x="606" y="9"/>
                      <a:pt x="603" y="8"/>
                      <a:pt x="601" y="8"/>
                    </a:cubicBezTo>
                    <a:cubicBezTo>
                      <a:pt x="598" y="8"/>
                      <a:pt x="595" y="9"/>
                      <a:pt x="592" y="12"/>
                    </a:cubicBezTo>
                    <a:lnTo>
                      <a:pt x="576" y="12"/>
                    </a:lnTo>
                    <a:cubicBezTo>
                      <a:pt x="568" y="12"/>
                      <a:pt x="565" y="12"/>
                      <a:pt x="558" y="16"/>
                    </a:cubicBezTo>
                    <a:lnTo>
                      <a:pt x="555" y="16"/>
                    </a:lnTo>
                    <a:cubicBezTo>
                      <a:pt x="553" y="14"/>
                      <a:pt x="551" y="13"/>
                      <a:pt x="549" y="13"/>
                    </a:cubicBezTo>
                    <a:cubicBezTo>
                      <a:pt x="548" y="13"/>
                      <a:pt x="546" y="14"/>
                      <a:pt x="545" y="16"/>
                    </a:cubicBezTo>
                    <a:cubicBezTo>
                      <a:pt x="543" y="14"/>
                      <a:pt x="540" y="13"/>
                      <a:pt x="536" y="13"/>
                    </a:cubicBezTo>
                    <a:cubicBezTo>
                      <a:pt x="533" y="13"/>
                      <a:pt x="529" y="14"/>
                      <a:pt x="526" y="16"/>
                    </a:cubicBezTo>
                    <a:cubicBezTo>
                      <a:pt x="523" y="14"/>
                      <a:pt x="519" y="13"/>
                      <a:pt x="515" y="13"/>
                    </a:cubicBezTo>
                    <a:cubicBezTo>
                      <a:pt x="511" y="13"/>
                      <a:pt x="506" y="14"/>
                      <a:pt x="501" y="16"/>
                    </a:cubicBezTo>
                    <a:lnTo>
                      <a:pt x="473" y="16"/>
                    </a:lnTo>
                    <a:cubicBezTo>
                      <a:pt x="462" y="17"/>
                      <a:pt x="449" y="17"/>
                      <a:pt x="436" y="19"/>
                    </a:cubicBezTo>
                    <a:lnTo>
                      <a:pt x="432" y="19"/>
                    </a:lnTo>
                    <a:cubicBezTo>
                      <a:pt x="290" y="27"/>
                      <a:pt x="143" y="37"/>
                      <a:pt x="1" y="48"/>
                    </a:cubicBezTo>
                    <a:cubicBezTo>
                      <a:pt x="77" y="54"/>
                      <a:pt x="155" y="62"/>
                      <a:pt x="231" y="68"/>
                    </a:cubicBezTo>
                    <a:cubicBezTo>
                      <a:pt x="256" y="70"/>
                      <a:pt x="276" y="70"/>
                      <a:pt x="300" y="75"/>
                    </a:cubicBezTo>
                    <a:cubicBezTo>
                      <a:pt x="345" y="79"/>
                      <a:pt x="395" y="86"/>
                      <a:pt x="439" y="93"/>
                    </a:cubicBezTo>
                    <a:lnTo>
                      <a:pt x="444" y="93"/>
                    </a:lnTo>
                    <a:cubicBezTo>
                      <a:pt x="462" y="93"/>
                      <a:pt x="476" y="96"/>
                      <a:pt x="493" y="96"/>
                    </a:cubicBezTo>
                    <a:cubicBezTo>
                      <a:pt x="500" y="96"/>
                      <a:pt x="504" y="100"/>
                      <a:pt x="511" y="100"/>
                    </a:cubicBezTo>
                    <a:lnTo>
                      <a:pt x="525" y="100"/>
                    </a:lnTo>
                    <a:cubicBezTo>
                      <a:pt x="531" y="100"/>
                      <a:pt x="535" y="104"/>
                      <a:pt x="542" y="104"/>
                    </a:cubicBezTo>
                    <a:lnTo>
                      <a:pt x="546" y="104"/>
                    </a:lnTo>
                    <a:cubicBezTo>
                      <a:pt x="552" y="104"/>
                      <a:pt x="558" y="104"/>
                      <a:pt x="562" y="109"/>
                    </a:cubicBezTo>
                    <a:lnTo>
                      <a:pt x="587" y="109"/>
                    </a:lnTo>
                    <a:cubicBezTo>
                      <a:pt x="591" y="113"/>
                      <a:pt x="593" y="113"/>
                      <a:pt x="597" y="113"/>
                    </a:cubicBezTo>
                    <a:lnTo>
                      <a:pt x="606" y="113"/>
                    </a:lnTo>
                    <a:cubicBezTo>
                      <a:pt x="616" y="113"/>
                      <a:pt x="623" y="116"/>
                      <a:pt x="629" y="116"/>
                    </a:cubicBezTo>
                    <a:cubicBezTo>
                      <a:pt x="637" y="116"/>
                      <a:pt x="640" y="116"/>
                      <a:pt x="647" y="120"/>
                    </a:cubicBezTo>
                    <a:cubicBezTo>
                      <a:pt x="657" y="120"/>
                      <a:pt x="671" y="124"/>
                      <a:pt x="681" y="124"/>
                    </a:cubicBezTo>
                    <a:cubicBezTo>
                      <a:pt x="722" y="131"/>
                      <a:pt x="761" y="135"/>
                      <a:pt x="803" y="142"/>
                    </a:cubicBezTo>
                    <a:cubicBezTo>
                      <a:pt x="810" y="142"/>
                      <a:pt x="820" y="146"/>
                      <a:pt x="826" y="146"/>
                    </a:cubicBezTo>
                    <a:cubicBezTo>
                      <a:pt x="2536" y="396"/>
                      <a:pt x="4133" y="992"/>
                      <a:pt x="5546" y="1859"/>
                    </a:cubicBezTo>
                    <a:lnTo>
                      <a:pt x="5546" y="845"/>
                    </a:lnTo>
                    <a:cubicBezTo>
                      <a:pt x="4143" y="305"/>
                      <a:pt x="2619" y="6"/>
                      <a:pt x="1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4"/>
              <p:cNvSpPr/>
              <p:nvPr/>
            </p:nvSpPr>
            <p:spPr>
              <a:xfrm>
                <a:off x="3211425" y="2791800"/>
                <a:ext cx="84900" cy="189025"/>
              </a:xfrm>
              <a:custGeom>
                <a:rect b="b" l="l" r="r" t="t"/>
                <a:pathLst>
                  <a:path extrusionOk="0" h="7561" w="3396">
                    <a:moveTo>
                      <a:pt x="1835" y="1"/>
                    </a:moveTo>
                    <a:cubicBezTo>
                      <a:pt x="671" y="1906"/>
                      <a:pt x="0" y="4144"/>
                      <a:pt x="0" y="6538"/>
                    </a:cubicBezTo>
                    <a:cubicBezTo>
                      <a:pt x="0" y="6580"/>
                      <a:pt x="0" y="6619"/>
                      <a:pt x="4" y="6660"/>
                    </a:cubicBezTo>
                    <a:cubicBezTo>
                      <a:pt x="0" y="6684"/>
                      <a:pt x="0" y="6705"/>
                      <a:pt x="4" y="6729"/>
                    </a:cubicBezTo>
                    <a:cubicBezTo>
                      <a:pt x="4" y="6782"/>
                      <a:pt x="4" y="6832"/>
                      <a:pt x="9" y="6883"/>
                    </a:cubicBezTo>
                    <a:lnTo>
                      <a:pt x="9" y="6949"/>
                    </a:lnTo>
                    <a:cubicBezTo>
                      <a:pt x="9" y="6955"/>
                      <a:pt x="9" y="6963"/>
                      <a:pt x="12" y="6970"/>
                    </a:cubicBezTo>
                    <a:lnTo>
                      <a:pt x="12" y="7055"/>
                    </a:lnTo>
                    <a:cubicBezTo>
                      <a:pt x="12" y="7055"/>
                      <a:pt x="16" y="7055"/>
                      <a:pt x="12" y="7060"/>
                    </a:cubicBezTo>
                    <a:cubicBezTo>
                      <a:pt x="16" y="7064"/>
                      <a:pt x="16" y="7068"/>
                      <a:pt x="12" y="7074"/>
                    </a:cubicBezTo>
                    <a:cubicBezTo>
                      <a:pt x="16" y="7078"/>
                      <a:pt x="16" y="7080"/>
                      <a:pt x="16" y="7084"/>
                    </a:cubicBezTo>
                    <a:lnTo>
                      <a:pt x="16" y="7115"/>
                    </a:lnTo>
                    <a:cubicBezTo>
                      <a:pt x="16" y="7119"/>
                      <a:pt x="20" y="7126"/>
                      <a:pt x="20" y="7130"/>
                    </a:cubicBezTo>
                    <a:cubicBezTo>
                      <a:pt x="26" y="7271"/>
                      <a:pt x="36" y="7419"/>
                      <a:pt x="47" y="7560"/>
                    </a:cubicBezTo>
                    <a:cubicBezTo>
                      <a:pt x="53" y="7481"/>
                      <a:pt x="61" y="7404"/>
                      <a:pt x="67" y="7324"/>
                    </a:cubicBezTo>
                    <a:cubicBezTo>
                      <a:pt x="70" y="7303"/>
                      <a:pt x="70" y="7283"/>
                      <a:pt x="74" y="7262"/>
                    </a:cubicBezTo>
                    <a:lnTo>
                      <a:pt x="74" y="7259"/>
                    </a:lnTo>
                    <a:cubicBezTo>
                      <a:pt x="78" y="7213"/>
                      <a:pt x="86" y="7168"/>
                      <a:pt x="92" y="7123"/>
                    </a:cubicBezTo>
                    <a:lnTo>
                      <a:pt x="92" y="7119"/>
                    </a:lnTo>
                    <a:cubicBezTo>
                      <a:pt x="92" y="7102"/>
                      <a:pt x="96" y="7085"/>
                      <a:pt x="96" y="7068"/>
                    </a:cubicBezTo>
                    <a:cubicBezTo>
                      <a:pt x="96" y="7060"/>
                      <a:pt x="99" y="7055"/>
                      <a:pt x="99" y="7049"/>
                    </a:cubicBezTo>
                    <a:cubicBezTo>
                      <a:pt x="103" y="7049"/>
                      <a:pt x="99" y="7045"/>
                      <a:pt x="99" y="7045"/>
                    </a:cubicBezTo>
                    <a:lnTo>
                      <a:pt x="99" y="7039"/>
                    </a:lnTo>
                    <a:cubicBezTo>
                      <a:pt x="99" y="7033"/>
                      <a:pt x="103" y="7025"/>
                      <a:pt x="103" y="7018"/>
                    </a:cubicBezTo>
                    <a:lnTo>
                      <a:pt x="103" y="7012"/>
                    </a:lnTo>
                    <a:cubicBezTo>
                      <a:pt x="103" y="7008"/>
                      <a:pt x="103" y="7006"/>
                      <a:pt x="108" y="7002"/>
                    </a:cubicBezTo>
                    <a:lnTo>
                      <a:pt x="108" y="6977"/>
                    </a:lnTo>
                    <a:lnTo>
                      <a:pt x="108" y="6973"/>
                    </a:lnTo>
                    <a:cubicBezTo>
                      <a:pt x="112" y="6971"/>
                      <a:pt x="112" y="6967"/>
                      <a:pt x="112" y="6967"/>
                    </a:cubicBezTo>
                    <a:lnTo>
                      <a:pt x="112" y="6961"/>
                    </a:lnTo>
                    <a:cubicBezTo>
                      <a:pt x="112" y="6950"/>
                      <a:pt x="115" y="6941"/>
                      <a:pt x="115" y="6934"/>
                    </a:cubicBezTo>
                    <a:cubicBezTo>
                      <a:pt x="115" y="6925"/>
                      <a:pt x="119" y="6921"/>
                      <a:pt x="119" y="6915"/>
                    </a:cubicBezTo>
                    <a:cubicBezTo>
                      <a:pt x="119" y="6905"/>
                      <a:pt x="123" y="6899"/>
                      <a:pt x="123" y="6888"/>
                    </a:cubicBezTo>
                    <a:lnTo>
                      <a:pt x="123" y="6884"/>
                    </a:lnTo>
                    <a:cubicBezTo>
                      <a:pt x="129" y="6842"/>
                      <a:pt x="133" y="6796"/>
                      <a:pt x="140" y="6755"/>
                    </a:cubicBezTo>
                    <a:cubicBezTo>
                      <a:pt x="140" y="6751"/>
                      <a:pt x="144" y="6745"/>
                      <a:pt x="144" y="6741"/>
                    </a:cubicBezTo>
                    <a:cubicBezTo>
                      <a:pt x="523" y="4152"/>
                      <a:pt x="1692" y="1822"/>
                      <a:pt x="3396" y="2"/>
                    </a:cubicBezTo>
                    <a:lnTo>
                      <a:pt x="33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4"/>
              <p:cNvSpPr/>
              <p:nvPr/>
            </p:nvSpPr>
            <p:spPr>
              <a:xfrm>
                <a:off x="3121350" y="2952350"/>
                <a:ext cx="92075" cy="214750"/>
              </a:xfrm>
              <a:custGeom>
                <a:rect b="b" l="l" r="r" t="t"/>
                <a:pathLst>
                  <a:path extrusionOk="0" h="8590" w="3683">
                    <a:moveTo>
                      <a:pt x="3636" y="1"/>
                    </a:moveTo>
                    <a:cubicBezTo>
                      <a:pt x="3629" y="80"/>
                      <a:pt x="3622" y="157"/>
                      <a:pt x="3615" y="236"/>
                    </a:cubicBezTo>
                    <a:cubicBezTo>
                      <a:pt x="3613" y="254"/>
                      <a:pt x="3613" y="270"/>
                      <a:pt x="3608" y="288"/>
                    </a:cubicBezTo>
                    <a:cubicBezTo>
                      <a:pt x="3606" y="337"/>
                      <a:pt x="3598" y="389"/>
                      <a:pt x="3592" y="437"/>
                    </a:cubicBezTo>
                    <a:cubicBezTo>
                      <a:pt x="3592" y="455"/>
                      <a:pt x="3592" y="472"/>
                      <a:pt x="3588" y="489"/>
                    </a:cubicBezTo>
                    <a:cubicBezTo>
                      <a:pt x="3588" y="497"/>
                      <a:pt x="3588" y="501"/>
                      <a:pt x="3584" y="508"/>
                    </a:cubicBezTo>
                    <a:lnTo>
                      <a:pt x="3584" y="522"/>
                    </a:lnTo>
                    <a:cubicBezTo>
                      <a:pt x="3584" y="528"/>
                      <a:pt x="3581" y="535"/>
                      <a:pt x="3581" y="543"/>
                    </a:cubicBezTo>
                    <a:lnTo>
                      <a:pt x="3581" y="546"/>
                    </a:lnTo>
                    <a:lnTo>
                      <a:pt x="3581" y="556"/>
                    </a:lnTo>
                    <a:cubicBezTo>
                      <a:pt x="3576" y="564"/>
                      <a:pt x="3576" y="568"/>
                      <a:pt x="3576" y="575"/>
                    </a:cubicBezTo>
                    <a:lnTo>
                      <a:pt x="3576" y="585"/>
                    </a:lnTo>
                    <a:cubicBezTo>
                      <a:pt x="3576" y="587"/>
                      <a:pt x="3572" y="589"/>
                      <a:pt x="3572" y="591"/>
                    </a:cubicBezTo>
                    <a:lnTo>
                      <a:pt x="3572" y="597"/>
                    </a:lnTo>
                    <a:lnTo>
                      <a:pt x="3572" y="601"/>
                    </a:lnTo>
                    <a:cubicBezTo>
                      <a:pt x="3572" y="610"/>
                      <a:pt x="3568" y="620"/>
                      <a:pt x="3568" y="626"/>
                    </a:cubicBezTo>
                    <a:cubicBezTo>
                      <a:pt x="3568" y="633"/>
                      <a:pt x="3568" y="638"/>
                      <a:pt x="3565" y="644"/>
                    </a:cubicBezTo>
                    <a:cubicBezTo>
                      <a:pt x="3565" y="654"/>
                      <a:pt x="3565" y="664"/>
                      <a:pt x="3561" y="675"/>
                    </a:cubicBezTo>
                    <a:lnTo>
                      <a:pt x="3561" y="679"/>
                    </a:lnTo>
                    <a:cubicBezTo>
                      <a:pt x="3555" y="721"/>
                      <a:pt x="3551" y="767"/>
                      <a:pt x="3544" y="808"/>
                    </a:cubicBezTo>
                    <a:cubicBezTo>
                      <a:pt x="3544" y="811"/>
                      <a:pt x="3544" y="818"/>
                      <a:pt x="3540" y="824"/>
                    </a:cubicBezTo>
                    <a:cubicBezTo>
                      <a:pt x="3139" y="3551"/>
                      <a:pt x="1860" y="5997"/>
                      <a:pt x="1" y="7857"/>
                    </a:cubicBezTo>
                    <a:cubicBezTo>
                      <a:pt x="84" y="7929"/>
                      <a:pt x="170" y="7996"/>
                      <a:pt x="259" y="8062"/>
                    </a:cubicBezTo>
                    <a:cubicBezTo>
                      <a:pt x="299" y="8092"/>
                      <a:pt x="341" y="8123"/>
                      <a:pt x="382" y="8151"/>
                    </a:cubicBezTo>
                    <a:cubicBezTo>
                      <a:pt x="546" y="8264"/>
                      <a:pt x="717" y="8370"/>
                      <a:pt x="893" y="8464"/>
                    </a:cubicBezTo>
                    <a:cubicBezTo>
                      <a:pt x="911" y="8475"/>
                      <a:pt x="928" y="8484"/>
                      <a:pt x="946" y="8492"/>
                    </a:cubicBezTo>
                    <a:cubicBezTo>
                      <a:pt x="1011" y="8526"/>
                      <a:pt x="1075" y="8558"/>
                      <a:pt x="1141" y="8589"/>
                    </a:cubicBezTo>
                    <a:cubicBezTo>
                      <a:pt x="2733" y="6483"/>
                      <a:pt x="3678" y="3863"/>
                      <a:pt x="3678" y="1020"/>
                    </a:cubicBezTo>
                    <a:cubicBezTo>
                      <a:pt x="3678" y="983"/>
                      <a:pt x="3678" y="941"/>
                      <a:pt x="3680" y="897"/>
                    </a:cubicBezTo>
                    <a:cubicBezTo>
                      <a:pt x="3683" y="871"/>
                      <a:pt x="3683" y="844"/>
                      <a:pt x="3680" y="818"/>
                    </a:cubicBezTo>
                    <a:lnTo>
                      <a:pt x="3680" y="814"/>
                    </a:lnTo>
                    <a:cubicBezTo>
                      <a:pt x="3680" y="767"/>
                      <a:pt x="3680" y="718"/>
                      <a:pt x="3675" y="673"/>
                    </a:cubicBezTo>
                    <a:lnTo>
                      <a:pt x="3675" y="652"/>
                    </a:lnTo>
                    <a:lnTo>
                      <a:pt x="3675" y="646"/>
                    </a:lnTo>
                    <a:lnTo>
                      <a:pt x="3675" y="639"/>
                    </a:lnTo>
                    <a:lnTo>
                      <a:pt x="3675" y="608"/>
                    </a:lnTo>
                    <a:cubicBezTo>
                      <a:pt x="3675" y="601"/>
                      <a:pt x="3675" y="594"/>
                      <a:pt x="3672" y="587"/>
                    </a:cubicBezTo>
                    <a:lnTo>
                      <a:pt x="3672" y="581"/>
                    </a:lnTo>
                    <a:lnTo>
                      <a:pt x="3672" y="575"/>
                    </a:lnTo>
                    <a:lnTo>
                      <a:pt x="3672" y="501"/>
                    </a:lnTo>
                    <a:cubicBezTo>
                      <a:pt x="3668" y="497"/>
                      <a:pt x="3672" y="497"/>
                      <a:pt x="3672" y="497"/>
                    </a:cubicBezTo>
                    <a:cubicBezTo>
                      <a:pt x="3668" y="489"/>
                      <a:pt x="3668" y="487"/>
                      <a:pt x="3672" y="483"/>
                    </a:cubicBezTo>
                    <a:cubicBezTo>
                      <a:pt x="3668" y="481"/>
                      <a:pt x="3668" y="477"/>
                      <a:pt x="3668" y="477"/>
                    </a:cubicBezTo>
                    <a:lnTo>
                      <a:pt x="3668" y="431"/>
                    </a:lnTo>
                    <a:lnTo>
                      <a:pt x="3664" y="431"/>
                    </a:lnTo>
                    <a:cubicBezTo>
                      <a:pt x="3657" y="286"/>
                      <a:pt x="3647" y="142"/>
                      <a:pt x="3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4"/>
              <p:cNvSpPr/>
              <p:nvPr/>
            </p:nvSpPr>
            <p:spPr>
              <a:xfrm>
                <a:off x="3074375" y="2959275"/>
                <a:ext cx="150200" cy="54575"/>
              </a:xfrm>
              <a:custGeom>
                <a:rect b="b" l="l" r="r" t="t"/>
                <a:pathLst>
                  <a:path extrusionOk="0" h="2183" w="6008">
                    <a:moveTo>
                      <a:pt x="6008" y="0"/>
                    </a:moveTo>
                    <a:cubicBezTo>
                      <a:pt x="5935" y="36"/>
                      <a:pt x="5859" y="71"/>
                      <a:pt x="5785" y="104"/>
                    </a:cubicBezTo>
                    <a:cubicBezTo>
                      <a:pt x="5768" y="110"/>
                      <a:pt x="5754" y="118"/>
                      <a:pt x="5739" y="124"/>
                    </a:cubicBezTo>
                    <a:cubicBezTo>
                      <a:pt x="5694" y="141"/>
                      <a:pt x="5649" y="162"/>
                      <a:pt x="5608" y="180"/>
                    </a:cubicBezTo>
                    <a:cubicBezTo>
                      <a:pt x="5608" y="184"/>
                      <a:pt x="5608" y="184"/>
                      <a:pt x="5604" y="184"/>
                    </a:cubicBezTo>
                    <a:cubicBezTo>
                      <a:pt x="5588" y="190"/>
                      <a:pt x="5573" y="197"/>
                      <a:pt x="5559" y="201"/>
                    </a:cubicBezTo>
                    <a:cubicBezTo>
                      <a:pt x="5551" y="204"/>
                      <a:pt x="5547" y="207"/>
                      <a:pt x="5544" y="207"/>
                    </a:cubicBezTo>
                    <a:cubicBezTo>
                      <a:pt x="5542" y="207"/>
                      <a:pt x="5538" y="211"/>
                      <a:pt x="5538" y="211"/>
                    </a:cubicBezTo>
                    <a:lnTo>
                      <a:pt x="5534" y="211"/>
                    </a:lnTo>
                    <a:lnTo>
                      <a:pt x="5534" y="215"/>
                    </a:lnTo>
                    <a:cubicBezTo>
                      <a:pt x="5528" y="215"/>
                      <a:pt x="5520" y="217"/>
                      <a:pt x="5513" y="221"/>
                    </a:cubicBezTo>
                    <a:cubicBezTo>
                      <a:pt x="5511" y="221"/>
                      <a:pt x="5507" y="225"/>
                      <a:pt x="5507" y="225"/>
                    </a:cubicBezTo>
                    <a:cubicBezTo>
                      <a:pt x="5500" y="225"/>
                      <a:pt x="5497" y="230"/>
                      <a:pt x="5493" y="230"/>
                    </a:cubicBezTo>
                    <a:cubicBezTo>
                      <a:pt x="5485" y="232"/>
                      <a:pt x="5482" y="236"/>
                      <a:pt x="5479" y="236"/>
                    </a:cubicBezTo>
                    <a:cubicBezTo>
                      <a:pt x="5479" y="240"/>
                      <a:pt x="5479" y="240"/>
                      <a:pt x="5475" y="240"/>
                    </a:cubicBezTo>
                    <a:lnTo>
                      <a:pt x="5471" y="240"/>
                    </a:lnTo>
                    <a:cubicBezTo>
                      <a:pt x="5468" y="240"/>
                      <a:pt x="5465" y="243"/>
                      <a:pt x="5465" y="243"/>
                    </a:cubicBezTo>
                    <a:cubicBezTo>
                      <a:pt x="5462" y="243"/>
                      <a:pt x="5457" y="243"/>
                      <a:pt x="5457" y="247"/>
                    </a:cubicBezTo>
                    <a:cubicBezTo>
                      <a:pt x="5448" y="251"/>
                      <a:pt x="5440" y="253"/>
                      <a:pt x="5434" y="257"/>
                    </a:cubicBezTo>
                    <a:cubicBezTo>
                      <a:pt x="5425" y="257"/>
                      <a:pt x="5423" y="260"/>
                      <a:pt x="5419" y="264"/>
                    </a:cubicBezTo>
                    <a:cubicBezTo>
                      <a:pt x="5409" y="268"/>
                      <a:pt x="5399" y="271"/>
                      <a:pt x="5388" y="274"/>
                    </a:cubicBezTo>
                    <a:lnTo>
                      <a:pt x="5384" y="274"/>
                    </a:lnTo>
                    <a:lnTo>
                      <a:pt x="5384" y="278"/>
                    </a:lnTo>
                    <a:cubicBezTo>
                      <a:pt x="5347" y="292"/>
                      <a:pt x="5308" y="305"/>
                      <a:pt x="5274" y="319"/>
                    </a:cubicBezTo>
                    <a:cubicBezTo>
                      <a:pt x="5267" y="323"/>
                      <a:pt x="5259" y="326"/>
                      <a:pt x="5253" y="330"/>
                    </a:cubicBezTo>
                    <a:cubicBezTo>
                      <a:pt x="3756" y="923"/>
                      <a:pt x="2195" y="1209"/>
                      <a:pt x="648" y="1209"/>
                    </a:cubicBezTo>
                    <a:cubicBezTo>
                      <a:pt x="432" y="1209"/>
                      <a:pt x="216" y="1204"/>
                      <a:pt x="0" y="1192"/>
                    </a:cubicBezTo>
                    <a:lnTo>
                      <a:pt x="0" y="2182"/>
                    </a:lnTo>
                    <a:cubicBezTo>
                      <a:pt x="1762" y="2025"/>
                      <a:pt x="3517" y="1490"/>
                      <a:pt x="5150" y="549"/>
                    </a:cubicBezTo>
                    <a:cubicBezTo>
                      <a:pt x="5188" y="525"/>
                      <a:pt x="5229" y="504"/>
                      <a:pt x="5269" y="475"/>
                    </a:cubicBezTo>
                    <a:cubicBezTo>
                      <a:pt x="5275" y="473"/>
                      <a:pt x="5281" y="470"/>
                      <a:pt x="5287" y="467"/>
                    </a:cubicBezTo>
                    <a:lnTo>
                      <a:pt x="5289" y="467"/>
                    </a:lnTo>
                    <a:cubicBezTo>
                      <a:pt x="5300" y="460"/>
                      <a:pt x="5310" y="453"/>
                      <a:pt x="5320" y="444"/>
                    </a:cubicBezTo>
                    <a:cubicBezTo>
                      <a:pt x="5362" y="424"/>
                      <a:pt x="5400" y="397"/>
                      <a:pt x="5441" y="369"/>
                    </a:cubicBezTo>
                    <a:cubicBezTo>
                      <a:pt x="5447" y="369"/>
                      <a:pt x="5455" y="365"/>
                      <a:pt x="5462" y="359"/>
                    </a:cubicBezTo>
                    <a:lnTo>
                      <a:pt x="5462" y="354"/>
                    </a:lnTo>
                    <a:lnTo>
                      <a:pt x="5466" y="354"/>
                    </a:lnTo>
                    <a:cubicBezTo>
                      <a:pt x="5468" y="354"/>
                      <a:pt x="5468" y="354"/>
                      <a:pt x="5472" y="350"/>
                    </a:cubicBezTo>
                    <a:cubicBezTo>
                      <a:pt x="5475" y="350"/>
                      <a:pt x="5475" y="350"/>
                      <a:pt x="5478" y="346"/>
                    </a:cubicBezTo>
                    <a:cubicBezTo>
                      <a:pt x="5486" y="343"/>
                      <a:pt x="5491" y="339"/>
                      <a:pt x="5497" y="333"/>
                    </a:cubicBezTo>
                    <a:cubicBezTo>
                      <a:pt x="5503" y="333"/>
                      <a:pt x="5507" y="329"/>
                      <a:pt x="5513" y="322"/>
                    </a:cubicBezTo>
                    <a:cubicBezTo>
                      <a:pt x="5517" y="322"/>
                      <a:pt x="5519" y="322"/>
                      <a:pt x="5524" y="318"/>
                    </a:cubicBezTo>
                    <a:cubicBezTo>
                      <a:pt x="5527" y="318"/>
                      <a:pt x="5527" y="315"/>
                      <a:pt x="5530" y="312"/>
                    </a:cubicBezTo>
                    <a:cubicBezTo>
                      <a:pt x="5534" y="312"/>
                      <a:pt x="5537" y="309"/>
                      <a:pt x="5540" y="305"/>
                    </a:cubicBezTo>
                    <a:lnTo>
                      <a:pt x="5544" y="305"/>
                    </a:lnTo>
                    <a:cubicBezTo>
                      <a:pt x="5547" y="305"/>
                      <a:pt x="5550" y="299"/>
                      <a:pt x="5550" y="299"/>
                    </a:cubicBezTo>
                    <a:cubicBezTo>
                      <a:pt x="5559" y="299"/>
                      <a:pt x="5565" y="292"/>
                      <a:pt x="5569" y="292"/>
                    </a:cubicBezTo>
                    <a:cubicBezTo>
                      <a:pt x="5575" y="284"/>
                      <a:pt x="5583" y="282"/>
                      <a:pt x="5590" y="278"/>
                    </a:cubicBezTo>
                    <a:lnTo>
                      <a:pt x="5590" y="274"/>
                    </a:lnTo>
                    <a:cubicBezTo>
                      <a:pt x="5597" y="274"/>
                      <a:pt x="5600" y="272"/>
                      <a:pt x="5604" y="268"/>
                    </a:cubicBezTo>
                    <a:cubicBezTo>
                      <a:pt x="5621" y="257"/>
                      <a:pt x="5635" y="251"/>
                      <a:pt x="5648" y="237"/>
                    </a:cubicBezTo>
                    <a:lnTo>
                      <a:pt x="5653" y="237"/>
                    </a:lnTo>
                    <a:cubicBezTo>
                      <a:pt x="5771" y="160"/>
                      <a:pt x="5889" y="81"/>
                      <a:pt x="6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4"/>
              <p:cNvSpPr/>
              <p:nvPr/>
            </p:nvSpPr>
            <p:spPr>
              <a:xfrm>
                <a:off x="3200150" y="2920825"/>
                <a:ext cx="136650" cy="53025"/>
              </a:xfrm>
              <a:custGeom>
                <a:rect b="b" l="l" r="r" t="t"/>
                <a:pathLst>
                  <a:path extrusionOk="0" h="2121" w="5466">
                    <a:moveTo>
                      <a:pt x="5466" y="1"/>
                    </a:moveTo>
                    <a:cubicBezTo>
                      <a:pt x="3891" y="212"/>
                      <a:pt x="2329" y="730"/>
                      <a:pt x="862" y="1569"/>
                    </a:cubicBezTo>
                    <a:cubicBezTo>
                      <a:pt x="824" y="1590"/>
                      <a:pt x="790" y="1615"/>
                      <a:pt x="751" y="1640"/>
                    </a:cubicBezTo>
                    <a:cubicBezTo>
                      <a:pt x="734" y="1646"/>
                      <a:pt x="712" y="1656"/>
                      <a:pt x="695" y="1675"/>
                    </a:cubicBezTo>
                    <a:cubicBezTo>
                      <a:pt x="652" y="1694"/>
                      <a:pt x="607" y="1723"/>
                      <a:pt x="566" y="1750"/>
                    </a:cubicBezTo>
                    <a:cubicBezTo>
                      <a:pt x="563" y="1750"/>
                      <a:pt x="555" y="1754"/>
                      <a:pt x="552" y="1760"/>
                    </a:cubicBezTo>
                    <a:cubicBezTo>
                      <a:pt x="551" y="1760"/>
                      <a:pt x="550" y="1760"/>
                      <a:pt x="549" y="1760"/>
                    </a:cubicBezTo>
                    <a:cubicBezTo>
                      <a:pt x="547" y="1760"/>
                      <a:pt x="544" y="1761"/>
                      <a:pt x="542" y="1764"/>
                    </a:cubicBezTo>
                    <a:lnTo>
                      <a:pt x="538" y="1769"/>
                    </a:lnTo>
                    <a:cubicBezTo>
                      <a:pt x="535" y="1769"/>
                      <a:pt x="535" y="1769"/>
                      <a:pt x="532" y="1773"/>
                    </a:cubicBezTo>
                    <a:cubicBezTo>
                      <a:pt x="525" y="1776"/>
                      <a:pt x="517" y="1780"/>
                      <a:pt x="511" y="1786"/>
                    </a:cubicBezTo>
                    <a:cubicBezTo>
                      <a:pt x="503" y="1786"/>
                      <a:pt x="499" y="1790"/>
                      <a:pt x="493" y="1796"/>
                    </a:cubicBezTo>
                    <a:cubicBezTo>
                      <a:pt x="490" y="1796"/>
                      <a:pt x="490" y="1796"/>
                      <a:pt x="486" y="1801"/>
                    </a:cubicBezTo>
                    <a:cubicBezTo>
                      <a:pt x="482" y="1801"/>
                      <a:pt x="480" y="1804"/>
                      <a:pt x="476" y="1807"/>
                    </a:cubicBezTo>
                    <a:lnTo>
                      <a:pt x="472" y="1807"/>
                    </a:lnTo>
                    <a:cubicBezTo>
                      <a:pt x="472" y="1807"/>
                      <a:pt x="468" y="1807"/>
                      <a:pt x="468" y="1811"/>
                    </a:cubicBezTo>
                    <a:cubicBezTo>
                      <a:pt x="466" y="1811"/>
                      <a:pt x="462" y="1817"/>
                      <a:pt x="462" y="1817"/>
                    </a:cubicBezTo>
                    <a:cubicBezTo>
                      <a:pt x="460" y="1817"/>
                      <a:pt x="455" y="1821"/>
                      <a:pt x="455" y="1821"/>
                    </a:cubicBezTo>
                    <a:cubicBezTo>
                      <a:pt x="447" y="1821"/>
                      <a:pt x="445" y="1824"/>
                      <a:pt x="441" y="1827"/>
                    </a:cubicBezTo>
                    <a:cubicBezTo>
                      <a:pt x="435" y="1832"/>
                      <a:pt x="426" y="1838"/>
                      <a:pt x="420" y="1842"/>
                    </a:cubicBezTo>
                    <a:cubicBezTo>
                      <a:pt x="416" y="1842"/>
                      <a:pt x="416" y="1846"/>
                      <a:pt x="416" y="1846"/>
                    </a:cubicBezTo>
                    <a:cubicBezTo>
                      <a:pt x="409" y="1846"/>
                      <a:pt x="406" y="1848"/>
                      <a:pt x="403" y="1852"/>
                    </a:cubicBezTo>
                    <a:cubicBezTo>
                      <a:pt x="389" y="1862"/>
                      <a:pt x="375" y="1871"/>
                      <a:pt x="361" y="1881"/>
                    </a:cubicBezTo>
                    <a:cubicBezTo>
                      <a:pt x="357" y="1881"/>
                      <a:pt x="357" y="1884"/>
                      <a:pt x="357" y="1884"/>
                    </a:cubicBezTo>
                    <a:cubicBezTo>
                      <a:pt x="236" y="1961"/>
                      <a:pt x="119" y="2041"/>
                      <a:pt x="0" y="2120"/>
                    </a:cubicBezTo>
                    <a:cubicBezTo>
                      <a:pt x="76" y="2083"/>
                      <a:pt x="156" y="2048"/>
                      <a:pt x="232" y="2013"/>
                    </a:cubicBezTo>
                    <a:cubicBezTo>
                      <a:pt x="239" y="2011"/>
                      <a:pt x="245" y="2007"/>
                      <a:pt x="251" y="2005"/>
                    </a:cubicBezTo>
                    <a:lnTo>
                      <a:pt x="253" y="2005"/>
                    </a:lnTo>
                    <a:cubicBezTo>
                      <a:pt x="259" y="2001"/>
                      <a:pt x="267" y="1998"/>
                      <a:pt x="274" y="1997"/>
                    </a:cubicBezTo>
                    <a:cubicBezTo>
                      <a:pt x="318" y="1976"/>
                      <a:pt x="361" y="1958"/>
                      <a:pt x="403" y="1941"/>
                    </a:cubicBezTo>
                    <a:lnTo>
                      <a:pt x="403" y="1938"/>
                    </a:lnTo>
                    <a:cubicBezTo>
                      <a:pt x="420" y="1931"/>
                      <a:pt x="437" y="1924"/>
                      <a:pt x="451" y="1920"/>
                    </a:cubicBezTo>
                    <a:cubicBezTo>
                      <a:pt x="455" y="1918"/>
                      <a:pt x="457" y="1918"/>
                      <a:pt x="462" y="1914"/>
                    </a:cubicBezTo>
                    <a:cubicBezTo>
                      <a:pt x="466" y="1914"/>
                      <a:pt x="468" y="1910"/>
                      <a:pt x="472" y="1910"/>
                    </a:cubicBezTo>
                    <a:cubicBezTo>
                      <a:pt x="474" y="1908"/>
                      <a:pt x="475" y="1908"/>
                      <a:pt x="476" y="1908"/>
                    </a:cubicBezTo>
                    <a:cubicBezTo>
                      <a:pt x="476" y="1908"/>
                      <a:pt x="476" y="1908"/>
                      <a:pt x="476" y="1910"/>
                    </a:cubicBezTo>
                    <a:cubicBezTo>
                      <a:pt x="482" y="1907"/>
                      <a:pt x="490" y="1904"/>
                      <a:pt x="497" y="1900"/>
                    </a:cubicBezTo>
                    <a:lnTo>
                      <a:pt x="504" y="1900"/>
                    </a:lnTo>
                    <a:cubicBezTo>
                      <a:pt x="508" y="1898"/>
                      <a:pt x="511" y="1893"/>
                      <a:pt x="514" y="1893"/>
                    </a:cubicBezTo>
                    <a:cubicBezTo>
                      <a:pt x="522" y="1891"/>
                      <a:pt x="529" y="1887"/>
                      <a:pt x="533" y="1887"/>
                    </a:cubicBezTo>
                    <a:cubicBezTo>
                      <a:pt x="533" y="1887"/>
                      <a:pt x="533" y="1883"/>
                      <a:pt x="537" y="1883"/>
                    </a:cubicBezTo>
                    <a:lnTo>
                      <a:pt x="547" y="1883"/>
                    </a:lnTo>
                    <a:lnTo>
                      <a:pt x="551" y="1879"/>
                    </a:lnTo>
                    <a:cubicBezTo>
                      <a:pt x="562" y="1873"/>
                      <a:pt x="573" y="1869"/>
                      <a:pt x="579" y="1869"/>
                    </a:cubicBezTo>
                    <a:cubicBezTo>
                      <a:pt x="587" y="1867"/>
                      <a:pt x="590" y="1862"/>
                      <a:pt x="594" y="1862"/>
                    </a:cubicBezTo>
                    <a:cubicBezTo>
                      <a:pt x="604" y="1855"/>
                      <a:pt x="614" y="1852"/>
                      <a:pt x="625" y="1848"/>
                    </a:cubicBezTo>
                    <a:lnTo>
                      <a:pt x="629" y="1848"/>
                    </a:lnTo>
                    <a:cubicBezTo>
                      <a:pt x="630" y="1847"/>
                      <a:pt x="630" y="1847"/>
                      <a:pt x="631" y="1847"/>
                    </a:cubicBezTo>
                    <a:cubicBezTo>
                      <a:pt x="632" y="1847"/>
                      <a:pt x="632" y="1848"/>
                      <a:pt x="632" y="1848"/>
                    </a:cubicBezTo>
                    <a:cubicBezTo>
                      <a:pt x="671" y="1832"/>
                      <a:pt x="708" y="1814"/>
                      <a:pt x="746" y="1804"/>
                    </a:cubicBezTo>
                    <a:cubicBezTo>
                      <a:pt x="754" y="1796"/>
                      <a:pt x="761" y="1793"/>
                      <a:pt x="768" y="1793"/>
                    </a:cubicBezTo>
                    <a:cubicBezTo>
                      <a:pt x="2265" y="1198"/>
                      <a:pt x="3829" y="913"/>
                      <a:pt x="5375" y="913"/>
                    </a:cubicBezTo>
                    <a:cubicBezTo>
                      <a:pt x="5405" y="913"/>
                      <a:pt x="5436" y="913"/>
                      <a:pt x="5466" y="913"/>
                    </a:cubicBezTo>
                    <a:lnTo>
                      <a:pt x="546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4"/>
              <p:cNvSpPr/>
              <p:nvPr/>
            </p:nvSpPr>
            <p:spPr>
              <a:xfrm>
                <a:off x="3162475" y="2791825"/>
                <a:ext cx="57350" cy="186975"/>
              </a:xfrm>
              <a:custGeom>
                <a:rect b="b" l="l" r="r" t="t"/>
                <a:pathLst>
                  <a:path extrusionOk="0" h="7479" w="2294">
                    <a:moveTo>
                      <a:pt x="65" y="1"/>
                    </a:moveTo>
                    <a:cubicBezTo>
                      <a:pt x="1" y="2243"/>
                      <a:pt x="538" y="4529"/>
                      <a:pt x="1743" y="6615"/>
                    </a:cubicBezTo>
                    <a:cubicBezTo>
                      <a:pt x="1760" y="6647"/>
                      <a:pt x="1778" y="6678"/>
                      <a:pt x="1798" y="6709"/>
                    </a:cubicBezTo>
                    <a:cubicBezTo>
                      <a:pt x="1813" y="6734"/>
                      <a:pt x="1827" y="6760"/>
                      <a:pt x="1848" y="6785"/>
                    </a:cubicBezTo>
                    <a:cubicBezTo>
                      <a:pt x="1870" y="6826"/>
                      <a:pt x="1892" y="6869"/>
                      <a:pt x="1921" y="6910"/>
                    </a:cubicBezTo>
                    <a:cubicBezTo>
                      <a:pt x="1925" y="6916"/>
                      <a:pt x="1928" y="6924"/>
                      <a:pt x="1936" y="6931"/>
                    </a:cubicBezTo>
                    <a:cubicBezTo>
                      <a:pt x="1936" y="6935"/>
                      <a:pt x="1936" y="6937"/>
                      <a:pt x="1942" y="6941"/>
                    </a:cubicBezTo>
                    <a:cubicBezTo>
                      <a:pt x="1939" y="6944"/>
                      <a:pt x="1942" y="6944"/>
                      <a:pt x="1946" y="6947"/>
                    </a:cubicBezTo>
                    <a:cubicBezTo>
                      <a:pt x="1949" y="6954"/>
                      <a:pt x="1952" y="6962"/>
                      <a:pt x="1956" y="6968"/>
                    </a:cubicBezTo>
                    <a:cubicBezTo>
                      <a:pt x="1959" y="6972"/>
                      <a:pt x="1962" y="6978"/>
                      <a:pt x="1967" y="6982"/>
                    </a:cubicBezTo>
                    <a:cubicBezTo>
                      <a:pt x="1967" y="6985"/>
                      <a:pt x="1967" y="6985"/>
                      <a:pt x="1970" y="6988"/>
                    </a:cubicBezTo>
                    <a:lnTo>
                      <a:pt x="1974" y="6993"/>
                    </a:lnTo>
                    <a:cubicBezTo>
                      <a:pt x="1974" y="6997"/>
                      <a:pt x="1977" y="7003"/>
                      <a:pt x="1980" y="7007"/>
                    </a:cubicBezTo>
                    <a:lnTo>
                      <a:pt x="1982" y="7008"/>
                    </a:lnTo>
                    <a:cubicBezTo>
                      <a:pt x="1984" y="7011"/>
                      <a:pt x="1984" y="7013"/>
                      <a:pt x="1984" y="7013"/>
                    </a:cubicBezTo>
                    <a:cubicBezTo>
                      <a:pt x="1987" y="7016"/>
                      <a:pt x="1987" y="7019"/>
                      <a:pt x="1990" y="7019"/>
                    </a:cubicBezTo>
                    <a:cubicBezTo>
                      <a:pt x="1994" y="7028"/>
                      <a:pt x="1997" y="7034"/>
                      <a:pt x="2001" y="7038"/>
                    </a:cubicBezTo>
                    <a:cubicBezTo>
                      <a:pt x="2005" y="7044"/>
                      <a:pt x="2008" y="7052"/>
                      <a:pt x="2011" y="7059"/>
                    </a:cubicBezTo>
                    <a:lnTo>
                      <a:pt x="2015" y="7059"/>
                    </a:lnTo>
                    <a:cubicBezTo>
                      <a:pt x="2018" y="7067"/>
                      <a:pt x="2018" y="7069"/>
                      <a:pt x="2021" y="7073"/>
                    </a:cubicBezTo>
                    <a:cubicBezTo>
                      <a:pt x="2021" y="7077"/>
                      <a:pt x="2025" y="7077"/>
                      <a:pt x="2025" y="7077"/>
                    </a:cubicBezTo>
                    <a:cubicBezTo>
                      <a:pt x="2036" y="7091"/>
                      <a:pt x="2044" y="7104"/>
                      <a:pt x="2054" y="7118"/>
                    </a:cubicBezTo>
                    <a:lnTo>
                      <a:pt x="2054" y="7122"/>
                    </a:lnTo>
                    <a:cubicBezTo>
                      <a:pt x="2133" y="7244"/>
                      <a:pt x="2213" y="7362"/>
                      <a:pt x="2294" y="7479"/>
                    </a:cubicBezTo>
                    <a:cubicBezTo>
                      <a:pt x="2262" y="7414"/>
                      <a:pt x="2231" y="7343"/>
                      <a:pt x="2200" y="7277"/>
                    </a:cubicBezTo>
                    <a:cubicBezTo>
                      <a:pt x="2189" y="7256"/>
                      <a:pt x="2181" y="7235"/>
                      <a:pt x="2171" y="7214"/>
                    </a:cubicBezTo>
                    <a:cubicBezTo>
                      <a:pt x="2149" y="7166"/>
                      <a:pt x="2129" y="7121"/>
                      <a:pt x="2108" y="7075"/>
                    </a:cubicBezTo>
                    <a:cubicBezTo>
                      <a:pt x="2102" y="7058"/>
                      <a:pt x="2093" y="7044"/>
                      <a:pt x="2087" y="7030"/>
                    </a:cubicBezTo>
                    <a:cubicBezTo>
                      <a:pt x="2087" y="7022"/>
                      <a:pt x="2085" y="7016"/>
                      <a:pt x="2081" y="7012"/>
                    </a:cubicBezTo>
                    <a:cubicBezTo>
                      <a:pt x="2081" y="7008"/>
                      <a:pt x="2081" y="7006"/>
                      <a:pt x="2077" y="7002"/>
                    </a:cubicBezTo>
                    <a:cubicBezTo>
                      <a:pt x="2073" y="6992"/>
                      <a:pt x="2071" y="6983"/>
                      <a:pt x="2067" y="6977"/>
                    </a:cubicBezTo>
                    <a:lnTo>
                      <a:pt x="2067" y="6973"/>
                    </a:lnTo>
                    <a:cubicBezTo>
                      <a:pt x="2062" y="6971"/>
                      <a:pt x="2062" y="6967"/>
                      <a:pt x="2062" y="6967"/>
                    </a:cubicBezTo>
                    <a:cubicBezTo>
                      <a:pt x="2060" y="6961"/>
                      <a:pt x="2056" y="6952"/>
                      <a:pt x="2056" y="6946"/>
                    </a:cubicBezTo>
                    <a:lnTo>
                      <a:pt x="2052" y="6946"/>
                    </a:lnTo>
                    <a:cubicBezTo>
                      <a:pt x="2052" y="6946"/>
                      <a:pt x="2051" y="6946"/>
                      <a:pt x="2051" y="6945"/>
                    </a:cubicBezTo>
                    <a:cubicBezTo>
                      <a:pt x="2051" y="6944"/>
                      <a:pt x="2051" y="6944"/>
                      <a:pt x="2052" y="6942"/>
                    </a:cubicBezTo>
                    <a:cubicBezTo>
                      <a:pt x="2052" y="6939"/>
                      <a:pt x="2049" y="6936"/>
                      <a:pt x="2049" y="6932"/>
                    </a:cubicBezTo>
                    <a:cubicBezTo>
                      <a:pt x="2049" y="6929"/>
                      <a:pt x="2045" y="6929"/>
                      <a:pt x="2045" y="6929"/>
                    </a:cubicBezTo>
                    <a:cubicBezTo>
                      <a:pt x="2041" y="6918"/>
                      <a:pt x="2039" y="6906"/>
                      <a:pt x="2035" y="6900"/>
                    </a:cubicBezTo>
                    <a:cubicBezTo>
                      <a:pt x="2032" y="6893"/>
                      <a:pt x="2032" y="6887"/>
                      <a:pt x="2028" y="6883"/>
                    </a:cubicBezTo>
                    <a:cubicBezTo>
                      <a:pt x="2024" y="6873"/>
                      <a:pt x="2021" y="6861"/>
                      <a:pt x="2018" y="6854"/>
                    </a:cubicBezTo>
                    <a:lnTo>
                      <a:pt x="2014" y="6854"/>
                    </a:lnTo>
                    <a:cubicBezTo>
                      <a:pt x="2000" y="6813"/>
                      <a:pt x="1983" y="6771"/>
                      <a:pt x="1964" y="6729"/>
                    </a:cubicBezTo>
                    <a:cubicBezTo>
                      <a:pt x="1962" y="6722"/>
                      <a:pt x="1962" y="6715"/>
                      <a:pt x="1958" y="6712"/>
                    </a:cubicBezTo>
                    <a:cubicBezTo>
                      <a:pt x="1094" y="4529"/>
                      <a:pt x="883" y="2209"/>
                      <a:pt x="12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4"/>
              <p:cNvSpPr/>
              <p:nvPr/>
            </p:nvSpPr>
            <p:spPr>
              <a:xfrm>
                <a:off x="3205100" y="2954350"/>
                <a:ext cx="61225" cy="224100"/>
              </a:xfrm>
              <a:custGeom>
                <a:rect b="b" l="l" r="r" t="t"/>
                <a:pathLst>
                  <a:path extrusionOk="0" h="8964" w="2449">
                    <a:moveTo>
                      <a:pt x="0" y="0"/>
                    </a:moveTo>
                    <a:lnTo>
                      <a:pt x="0" y="0"/>
                    </a:lnTo>
                    <a:cubicBezTo>
                      <a:pt x="31" y="69"/>
                      <a:pt x="67" y="136"/>
                      <a:pt x="94" y="206"/>
                    </a:cubicBezTo>
                    <a:cubicBezTo>
                      <a:pt x="105" y="227"/>
                      <a:pt x="115" y="248"/>
                      <a:pt x="125" y="269"/>
                    </a:cubicBezTo>
                    <a:cubicBezTo>
                      <a:pt x="144" y="314"/>
                      <a:pt x="165" y="358"/>
                      <a:pt x="185" y="404"/>
                    </a:cubicBezTo>
                    <a:cubicBezTo>
                      <a:pt x="191" y="422"/>
                      <a:pt x="200" y="439"/>
                      <a:pt x="206" y="453"/>
                    </a:cubicBezTo>
                    <a:cubicBezTo>
                      <a:pt x="206" y="461"/>
                      <a:pt x="210" y="464"/>
                      <a:pt x="210" y="467"/>
                    </a:cubicBezTo>
                    <a:lnTo>
                      <a:pt x="213" y="467"/>
                    </a:lnTo>
                    <a:lnTo>
                      <a:pt x="213" y="471"/>
                    </a:lnTo>
                    <a:cubicBezTo>
                      <a:pt x="213" y="474"/>
                      <a:pt x="217" y="478"/>
                      <a:pt x="217" y="478"/>
                    </a:cubicBezTo>
                    <a:cubicBezTo>
                      <a:pt x="220" y="485"/>
                      <a:pt x="220" y="492"/>
                      <a:pt x="223" y="496"/>
                    </a:cubicBezTo>
                    <a:cubicBezTo>
                      <a:pt x="223" y="498"/>
                      <a:pt x="227" y="502"/>
                      <a:pt x="227" y="502"/>
                    </a:cubicBezTo>
                    <a:cubicBezTo>
                      <a:pt x="227" y="506"/>
                      <a:pt x="232" y="508"/>
                      <a:pt x="232" y="512"/>
                    </a:cubicBezTo>
                    <a:cubicBezTo>
                      <a:pt x="236" y="523"/>
                      <a:pt x="238" y="531"/>
                      <a:pt x="242" y="537"/>
                    </a:cubicBezTo>
                    <a:cubicBezTo>
                      <a:pt x="242" y="541"/>
                      <a:pt x="246" y="543"/>
                      <a:pt x="246" y="547"/>
                    </a:cubicBezTo>
                    <a:cubicBezTo>
                      <a:pt x="246" y="551"/>
                      <a:pt x="250" y="551"/>
                      <a:pt x="250" y="551"/>
                    </a:cubicBezTo>
                    <a:cubicBezTo>
                      <a:pt x="253" y="562"/>
                      <a:pt x="257" y="572"/>
                      <a:pt x="260" y="579"/>
                    </a:cubicBezTo>
                    <a:cubicBezTo>
                      <a:pt x="263" y="588"/>
                      <a:pt x="263" y="590"/>
                      <a:pt x="267" y="594"/>
                    </a:cubicBezTo>
                    <a:cubicBezTo>
                      <a:pt x="269" y="600"/>
                      <a:pt x="269" y="608"/>
                      <a:pt x="273" y="614"/>
                    </a:cubicBezTo>
                    <a:cubicBezTo>
                      <a:pt x="276" y="618"/>
                      <a:pt x="276" y="621"/>
                      <a:pt x="279" y="625"/>
                    </a:cubicBezTo>
                    <a:cubicBezTo>
                      <a:pt x="294" y="664"/>
                      <a:pt x="307" y="701"/>
                      <a:pt x="324" y="739"/>
                    </a:cubicBezTo>
                    <a:lnTo>
                      <a:pt x="324" y="743"/>
                    </a:lnTo>
                    <a:cubicBezTo>
                      <a:pt x="325" y="749"/>
                      <a:pt x="329" y="754"/>
                      <a:pt x="331" y="757"/>
                    </a:cubicBezTo>
                    <a:lnTo>
                      <a:pt x="331" y="760"/>
                    </a:lnTo>
                    <a:cubicBezTo>
                      <a:pt x="1393" y="3440"/>
                      <a:pt x="1471" y="6327"/>
                      <a:pt x="685" y="8963"/>
                    </a:cubicBezTo>
                    <a:cubicBezTo>
                      <a:pt x="708" y="8959"/>
                      <a:pt x="734" y="8957"/>
                      <a:pt x="760" y="8953"/>
                    </a:cubicBezTo>
                    <a:cubicBezTo>
                      <a:pt x="853" y="8941"/>
                      <a:pt x="945" y="8925"/>
                      <a:pt x="1036" y="8906"/>
                    </a:cubicBezTo>
                    <a:cubicBezTo>
                      <a:pt x="1136" y="8886"/>
                      <a:pt x="1235" y="8864"/>
                      <a:pt x="1335" y="8838"/>
                    </a:cubicBezTo>
                    <a:cubicBezTo>
                      <a:pt x="1466" y="8804"/>
                      <a:pt x="1595" y="8766"/>
                      <a:pt x="1723" y="8722"/>
                    </a:cubicBezTo>
                    <a:cubicBezTo>
                      <a:pt x="1870" y="8672"/>
                      <a:pt x="2013" y="8615"/>
                      <a:pt x="2152" y="8554"/>
                    </a:cubicBezTo>
                    <a:cubicBezTo>
                      <a:pt x="2448" y="5975"/>
                      <a:pt x="1949" y="3282"/>
                      <a:pt x="550" y="861"/>
                    </a:cubicBezTo>
                    <a:cubicBezTo>
                      <a:pt x="534" y="830"/>
                      <a:pt x="515" y="799"/>
                      <a:pt x="495" y="770"/>
                    </a:cubicBezTo>
                    <a:cubicBezTo>
                      <a:pt x="480" y="743"/>
                      <a:pt x="467" y="719"/>
                      <a:pt x="446" y="695"/>
                    </a:cubicBezTo>
                    <a:cubicBezTo>
                      <a:pt x="426" y="652"/>
                      <a:pt x="401" y="607"/>
                      <a:pt x="370" y="566"/>
                    </a:cubicBezTo>
                    <a:cubicBezTo>
                      <a:pt x="370" y="559"/>
                      <a:pt x="366" y="551"/>
                      <a:pt x="360" y="545"/>
                    </a:cubicBezTo>
                    <a:lnTo>
                      <a:pt x="355" y="545"/>
                    </a:lnTo>
                    <a:cubicBezTo>
                      <a:pt x="360" y="545"/>
                      <a:pt x="355" y="541"/>
                      <a:pt x="355" y="541"/>
                    </a:cubicBezTo>
                    <a:cubicBezTo>
                      <a:pt x="355" y="541"/>
                      <a:pt x="359" y="540"/>
                      <a:pt x="355" y="538"/>
                    </a:cubicBezTo>
                    <a:lnTo>
                      <a:pt x="351" y="538"/>
                    </a:lnTo>
                    <a:cubicBezTo>
                      <a:pt x="354" y="536"/>
                      <a:pt x="351" y="536"/>
                      <a:pt x="348" y="532"/>
                    </a:cubicBezTo>
                    <a:cubicBezTo>
                      <a:pt x="348" y="526"/>
                      <a:pt x="340" y="514"/>
                      <a:pt x="334" y="507"/>
                    </a:cubicBezTo>
                    <a:cubicBezTo>
                      <a:pt x="334" y="504"/>
                      <a:pt x="330" y="497"/>
                      <a:pt x="323" y="494"/>
                    </a:cubicBezTo>
                    <a:cubicBezTo>
                      <a:pt x="325" y="491"/>
                      <a:pt x="323" y="491"/>
                      <a:pt x="319" y="486"/>
                    </a:cubicBezTo>
                    <a:lnTo>
                      <a:pt x="315" y="483"/>
                    </a:lnTo>
                    <a:cubicBezTo>
                      <a:pt x="315" y="479"/>
                      <a:pt x="313" y="473"/>
                      <a:pt x="309" y="469"/>
                    </a:cubicBezTo>
                    <a:cubicBezTo>
                      <a:pt x="309" y="466"/>
                      <a:pt x="309" y="463"/>
                      <a:pt x="305" y="463"/>
                    </a:cubicBezTo>
                    <a:cubicBezTo>
                      <a:pt x="305" y="460"/>
                      <a:pt x="299" y="455"/>
                      <a:pt x="299" y="455"/>
                    </a:cubicBezTo>
                    <a:cubicBezTo>
                      <a:pt x="299" y="449"/>
                      <a:pt x="296" y="443"/>
                      <a:pt x="292" y="439"/>
                    </a:cubicBezTo>
                    <a:cubicBezTo>
                      <a:pt x="288" y="432"/>
                      <a:pt x="284" y="424"/>
                      <a:pt x="278" y="421"/>
                    </a:cubicBezTo>
                    <a:cubicBezTo>
                      <a:pt x="278" y="417"/>
                      <a:pt x="274" y="417"/>
                      <a:pt x="274" y="417"/>
                    </a:cubicBezTo>
                    <a:cubicBezTo>
                      <a:pt x="274" y="413"/>
                      <a:pt x="274" y="411"/>
                      <a:pt x="270" y="407"/>
                    </a:cubicBezTo>
                    <a:cubicBezTo>
                      <a:pt x="270" y="404"/>
                      <a:pt x="264" y="401"/>
                      <a:pt x="264" y="401"/>
                    </a:cubicBezTo>
                    <a:cubicBezTo>
                      <a:pt x="257" y="387"/>
                      <a:pt x="247" y="373"/>
                      <a:pt x="237" y="359"/>
                    </a:cubicBezTo>
                    <a:lnTo>
                      <a:pt x="237" y="355"/>
                    </a:lnTo>
                    <a:cubicBezTo>
                      <a:pt x="160" y="233"/>
                      <a:pt x="81"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4"/>
              <p:cNvSpPr/>
              <p:nvPr/>
            </p:nvSpPr>
            <p:spPr>
              <a:xfrm>
                <a:off x="3075950" y="2954175"/>
                <a:ext cx="143450" cy="142575"/>
              </a:xfrm>
              <a:custGeom>
                <a:rect b="b" l="l" r="r" t="t"/>
                <a:pathLst>
                  <a:path extrusionOk="0" h="5703" w="5738">
                    <a:moveTo>
                      <a:pt x="5737" y="0"/>
                    </a:moveTo>
                    <a:cubicBezTo>
                      <a:pt x="5688" y="69"/>
                      <a:pt x="5639" y="139"/>
                      <a:pt x="5598" y="199"/>
                    </a:cubicBezTo>
                    <a:cubicBezTo>
                      <a:pt x="5587" y="213"/>
                      <a:pt x="5579" y="227"/>
                      <a:pt x="5569" y="241"/>
                    </a:cubicBezTo>
                    <a:cubicBezTo>
                      <a:pt x="5541" y="280"/>
                      <a:pt x="5514" y="317"/>
                      <a:pt x="5485" y="356"/>
                    </a:cubicBezTo>
                    <a:lnTo>
                      <a:pt x="5481" y="356"/>
                    </a:lnTo>
                    <a:cubicBezTo>
                      <a:pt x="5474" y="370"/>
                      <a:pt x="5464" y="380"/>
                      <a:pt x="5453" y="394"/>
                    </a:cubicBezTo>
                    <a:cubicBezTo>
                      <a:pt x="5449" y="401"/>
                      <a:pt x="5447" y="405"/>
                      <a:pt x="5443" y="411"/>
                    </a:cubicBezTo>
                    <a:lnTo>
                      <a:pt x="5437" y="415"/>
                    </a:lnTo>
                    <a:lnTo>
                      <a:pt x="5437" y="419"/>
                    </a:lnTo>
                    <a:lnTo>
                      <a:pt x="5433" y="419"/>
                    </a:lnTo>
                    <a:cubicBezTo>
                      <a:pt x="5433" y="426"/>
                      <a:pt x="5426" y="434"/>
                      <a:pt x="5422" y="437"/>
                    </a:cubicBezTo>
                    <a:cubicBezTo>
                      <a:pt x="5422" y="441"/>
                      <a:pt x="5422" y="441"/>
                      <a:pt x="5418" y="441"/>
                    </a:cubicBezTo>
                    <a:cubicBezTo>
                      <a:pt x="5418" y="445"/>
                      <a:pt x="5416" y="447"/>
                      <a:pt x="5412" y="451"/>
                    </a:cubicBezTo>
                    <a:cubicBezTo>
                      <a:pt x="5408" y="459"/>
                      <a:pt x="5404" y="466"/>
                      <a:pt x="5398" y="470"/>
                    </a:cubicBezTo>
                    <a:lnTo>
                      <a:pt x="5398" y="473"/>
                    </a:lnTo>
                    <a:lnTo>
                      <a:pt x="5393" y="473"/>
                    </a:lnTo>
                    <a:cubicBezTo>
                      <a:pt x="5393" y="476"/>
                      <a:pt x="5390" y="480"/>
                      <a:pt x="5390" y="480"/>
                    </a:cubicBezTo>
                    <a:cubicBezTo>
                      <a:pt x="5390" y="483"/>
                      <a:pt x="5386" y="483"/>
                      <a:pt x="5386" y="483"/>
                    </a:cubicBezTo>
                    <a:cubicBezTo>
                      <a:pt x="5379" y="493"/>
                      <a:pt x="5376" y="502"/>
                      <a:pt x="5366" y="508"/>
                    </a:cubicBezTo>
                    <a:cubicBezTo>
                      <a:pt x="5366" y="512"/>
                      <a:pt x="5362" y="514"/>
                      <a:pt x="5358" y="518"/>
                    </a:cubicBezTo>
                    <a:cubicBezTo>
                      <a:pt x="5352" y="528"/>
                      <a:pt x="5345" y="540"/>
                      <a:pt x="5338" y="547"/>
                    </a:cubicBezTo>
                    <a:lnTo>
                      <a:pt x="5338" y="550"/>
                    </a:lnTo>
                    <a:lnTo>
                      <a:pt x="5335" y="550"/>
                    </a:lnTo>
                    <a:cubicBezTo>
                      <a:pt x="5311" y="585"/>
                      <a:pt x="5286" y="616"/>
                      <a:pt x="5262" y="647"/>
                    </a:cubicBezTo>
                    <a:cubicBezTo>
                      <a:pt x="5258" y="651"/>
                      <a:pt x="5255" y="657"/>
                      <a:pt x="5252" y="662"/>
                    </a:cubicBezTo>
                    <a:cubicBezTo>
                      <a:pt x="3841" y="2441"/>
                      <a:pt x="2018" y="3757"/>
                      <a:pt x="0" y="4544"/>
                    </a:cubicBezTo>
                    <a:cubicBezTo>
                      <a:pt x="4" y="4574"/>
                      <a:pt x="10" y="4605"/>
                      <a:pt x="15" y="4635"/>
                    </a:cubicBezTo>
                    <a:cubicBezTo>
                      <a:pt x="27" y="4714"/>
                      <a:pt x="43" y="4795"/>
                      <a:pt x="59" y="4873"/>
                    </a:cubicBezTo>
                    <a:cubicBezTo>
                      <a:pt x="121" y="5160"/>
                      <a:pt x="207" y="5436"/>
                      <a:pt x="312" y="5703"/>
                    </a:cubicBezTo>
                    <a:cubicBezTo>
                      <a:pt x="2313" y="4637"/>
                      <a:pt x="4050" y="3015"/>
                      <a:pt x="5269" y="905"/>
                    </a:cubicBezTo>
                    <a:cubicBezTo>
                      <a:pt x="5289" y="868"/>
                      <a:pt x="5310" y="833"/>
                      <a:pt x="5331" y="795"/>
                    </a:cubicBezTo>
                    <a:cubicBezTo>
                      <a:pt x="5333" y="791"/>
                      <a:pt x="5336" y="786"/>
                      <a:pt x="5338" y="781"/>
                    </a:cubicBezTo>
                    <a:cubicBezTo>
                      <a:pt x="5346" y="767"/>
                      <a:pt x="5353" y="751"/>
                      <a:pt x="5361" y="736"/>
                    </a:cubicBezTo>
                    <a:cubicBezTo>
                      <a:pt x="5384" y="692"/>
                      <a:pt x="5409" y="646"/>
                      <a:pt x="5434" y="601"/>
                    </a:cubicBezTo>
                    <a:cubicBezTo>
                      <a:pt x="5436" y="597"/>
                      <a:pt x="5438" y="595"/>
                      <a:pt x="5440" y="590"/>
                    </a:cubicBezTo>
                    <a:cubicBezTo>
                      <a:pt x="5443" y="586"/>
                      <a:pt x="5443" y="583"/>
                      <a:pt x="5446" y="576"/>
                    </a:cubicBezTo>
                    <a:lnTo>
                      <a:pt x="5446" y="573"/>
                    </a:lnTo>
                    <a:lnTo>
                      <a:pt x="5453" y="566"/>
                    </a:lnTo>
                    <a:cubicBezTo>
                      <a:pt x="5456" y="559"/>
                      <a:pt x="5460" y="552"/>
                      <a:pt x="5464" y="545"/>
                    </a:cubicBezTo>
                    <a:cubicBezTo>
                      <a:pt x="5466" y="542"/>
                      <a:pt x="5470" y="534"/>
                      <a:pt x="5470" y="527"/>
                    </a:cubicBezTo>
                    <a:cubicBezTo>
                      <a:pt x="5472" y="523"/>
                      <a:pt x="5476" y="521"/>
                      <a:pt x="5476" y="517"/>
                    </a:cubicBezTo>
                    <a:cubicBezTo>
                      <a:pt x="5480" y="517"/>
                      <a:pt x="5480" y="514"/>
                      <a:pt x="5480" y="511"/>
                    </a:cubicBezTo>
                    <a:lnTo>
                      <a:pt x="5484" y="511"/>
                    </a:lnTo>
                    <a:lnTo>
                      <a:pt x="5484" y="504"/>
                    </a:lnTo>
                    <a:cubicBezTo>
                      <a:pt x="5487" y="504"/>
                      <a:pt x="5487" y="502"/>
                      <a:pt x="5487" y="498"/>
                    </a:cubicBezTo>
                    <a:cubicBezTo>
                      <a:pt x="5490" y="498"/>
                      <a:pt x="5490" y="495"/>
                      <a:pt x="5495" y="491"/>
                    </a:cubicBezTo>
                    <a:cubicBezTo>
                      <a:pt x="5495" y="487"/>
                      <a:pt x="5497" y="480"/>
                      <a:pt x="5501" y="473"/>
                    </a:cubicBezTo>
                    <a:cubicBezTo>
                      <a:pt x="5505" y="467"/>
                      <a:pt x="5508" y="459"/>
                      <a:pt x="5515" y="452"/>
                    </a:cubicBezTo>
                    <a:lnTo>
                      <a:pt x="5513" y="452"/>
                    </a:lnTo>
                    <a:lnTo>
                      <a:pt x="5513" y="451"/>
                    </a:lnTo>
                    <a:lnTo>
                      <a:pt x="5515" y="450"/>
                    </a:lnTo>
                    <a:cubicBezTo>
                      <a:pt x="5515" y="446"/>
                      <a:pt x="5517" y="442"/>
                      <a:pt x="5521" y="436"/>
                    </a:cubicBezTo>
                    <a:lnTo>
                      <a:pt x="5526" y="431"/>
                    </a:lnTo>
                    <a:cubicBezTo>
                      <a:pt x="5528" y="420"/>
                      <a:pt x="5536" y="408"/>
                      <a:pt x="5542" y="393"/>
                    </a:cubicBezTo>
                    <a:lnTo>
                      <a:pt x="5542" y="389"/>
                    </a:lnTo>
                    <a:cubicBezTo>
                      <a:pt x="5546" y="389"/>
                      <a:pt x="5546" y="389"/>
                      <a:pt x="5546" y="385"/>
                    </a:cubicBezTo>
                    <a:cubicBezTo>
                      <a:pt x="5612" y="256"/>
                      <a:pt x="5675" y="129"/>
                      <a:pt x="57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4"/>
              <p:cNvSpPr/>
              <p:nvPr/>
            </p:nvSpPr>
            <p:spPr>
              <a:xfrm>
                <a:off x="3205550" y="2838800"/>
                <a:ext cx="131250" cy="140225"/>
              </a:xfrm>
              <a:custGeom>
                <a:rect b="b" l="l" r="r" t="t"/>
                <a:pathLst>
                  <a:path extrusionOk="0" h="5609" w="5250">
                    <a:moveTo>
                      <a:pt x="5250" y="0"/>
                    </a:moveTo>
                    <a:cubicBezTo>
                      <a:pt x="3324" y="1067"/>
                      <a:pt x="1653" y="2654"/>
                      <a:pt x="474" y="4701"/>
                    </a:cubicBezTo>
                    <a:cubicBezTo>
                      <a:pt x="450" y="4740"/>
                      <a:pt x="429" y="4781"/>
                      <a:pt x="409" y="4819"/>
                    </a:cubicBezTo>
                    <a:cubicBezTo>
                      <a:pt x="398" y="4836"/>
                      <a:pt x="388" y="4855"/>
                      <a:pt x="378" y="4875"/>
                    </a:cubicBezTo>
                    <a:cubicBezTo>
                      <a:pt x="353" y="4917"/>
                      <a:pt x="328" y="4959"/>
                      <a:pt x="307" y="5004"/>
                    </a:cubicBezTo>
                    <a:cubicBezTo>
                      <a:pt x="303" y="5006"/>
                      <a:pt x="301" y="5014"/>
                      <a:pt x="297" y="5021"/>
                    </a:cubicBezTo>
                    <a:cubicBezTo>
                      <a:pt x="293" y="5025"/>
                      <a:pt x="293" y="5027"/>
                      <a:pt x="293" y="5031"/>
                    </a:cubicBezTo>
                    <a:cubicBezTo>
                      <a:pt x="293" y="5031"/>
                      <a:pt x="290" y="5031"/>
                      <a:pt x="290" y="5035"/>
                    </a:cubicBezTo>
                    <a:cubicBezTo>
                      <a:pt x="290" y="5035"/>
                      <a:pt x="286" y="5037"/>
                      <a:pt x="286" y="5041"/>
                    </a:cubicBezTo>
                    <a:cubicBezTo>
                      <a:pt x="282" y="5049"/>
                      <a:pt x="280" y="5056"/>
                      <a:pt x="276" y="5062"/>
                    </a:cubicBezTo>
                    <a:cubicBezTo>
                      <a:pt x="271" y="5065"/>
                      <a:pt x="269" y="5072"/>
                      <a:pt x="265" y="5079"/>
                    </a:cubicBezTo>
                    <a:cubicBezTo>
                      <a:pt x="261" y="5083"/>
                      <a:pt x="261" y="5086"/>
                      <a:pt x="261" y="5090"/>
                    </a:cubicBezTo>
                    <a:cubicBezTo>
                      <a:pt x="261" y="5090"/>
                      <a:pt x="257" y="5090"/>
                      <a:pt x="257" y="5093"/>
                    </a:cubicBezTo>
                    <a:cubicBezTo>
                      <a:pt x="255" y="5097"/>
                      <a:pt x="251" y="5105"/>
                      <a:pt x="251" y="5111"/>
                    </a:cubicBezTo>
                    <a:lnTo>
                      <a:pt x="247" y="5111"/>
                    </a:lnTo>
                    <a:cubicBezTo>
                      <a:pt x="247" y="5116"/>
                      <a:pt x="244" y="5118"/>
                      <a:pt x="244" y="5122"/>
                    </a:cubicBezTo>
                    <a:cubicBezTo>
                      <a:pt x="240" y="5126"/>
                      <a:pt x="236" y="5129"/>
                      <a:pt x="236" y="5136"/>
                    </a:cubicBezTo>
                    <a:cubicBezTo>
                      <a:pt x="229" y="5142"/>
                      <a:pt x="226" y="5150"/>
                      <a:pt x="223" y="5160"/>
                    </a:cubicBezTo>
                    <a:cubicBezTo>
                      <a:pt x="220" y="5164"/>
                      <a:pt x="220" y="5168"/>
                      <a:pt x="216" y="5174"/>
                    </a:cubicBezTo>
                    <a:lnTo>
                      <a:pt x="216" y="5179"/>
                    </a:lnTo>
                    <a:cubicBezTo>
                      <a:pt x="205" y="5191"/>
                      <a:pt x="198" y="5205"/>
                      <a:pt x="192" y="5220"/>
                    </a:cubicBezTo>
                    <a:lnTo>
                      <a:pt x="192" y="5224"/>
                    </a:lnTo>
                    <a:cubicBezTo>
                      <a:pt x="126" y="5353"/>
                      <a:pt x="63" y="5480"/>
                      <a:pt x="1" y="5609"/>
                    </a:cubicBezTo>
                    <a:cubicBezTo>
                      <a:pt x="45" y="5542"/>
                      <a:pt x="94" y="5477"/>
                      <a:pt x="142" y="5411"/>
                    </a:cubicBezTo>
                    <a:cubicBezTo>
                      <a:pt x="145" y="5407"/>
                      <a:pt x="148" y="5401"/>
                      <a:pt x="151" y="5397"/>
                    </a:cubicBezTo>
                    <a:cubicBezTo>
                      <a:pt x="156" y="5389"/>
                      <a:pt x="163" y="5379"/>
                      <a:pt x="169" y="5369"/>
                    </a:cubicBezTo>
                    <a:cubicBezTo>
                      <a:pt x="197" y="5330"/>
                      <a:pt x="225" y="5289"/>
                      <a:pt x="256" y="5251"/>
                    </a:cubicBezTo>
                    <a:lnTo>
                      <a:pt x="260" y="5247"/>
                    </a:lnTo>
                    <a:cubicBezTo>
                      <a:pt x="266" y="5232"/>
                      <a:pt x="277" y="5222"/>
                      <a:pt x="287" y="5208"/>
                    </a:cubicBezTo>
                    <a:cubicBezTo>
                      <a:pt x="291" y="5204"/>
                      <a:pt x="293" y="5198"/>
                      <a:pt x="297" y="5194"/>
                    </a:cubicBezTo>
                    <a:lnTo>
                      <a:pt x="301" y="5190"/>
                    </a:lnTo>
                    <a:cubicBezTo>
                      <a:pt x="301" y="5188"/>
                      <a:pt x="301" y="5188"/>
                      <a:pt x="305" y="5184"/>
                    </a:cubicBezTo>
                    <a:lnTo>
                      <a:pt x="309" y="5184"/>
                    </a:lnTo>
                    <a:cubicBezTo>
                      <a:pt x="309" y="5178"/>
                      <a:pt x="316" y="5173"/>
                      <a:pt x="319" y="5167"/>
                    </a:cubicBezTo>
                    <a:cubicBezTo>
                      <a:pt x="319" y="5167"/>
                      <a:pt x="319" y="5163"/>
                      <a:pt x="323" y="5163"/>
                    </a:cubicBezTo>
                    <a:cubicBezTo>
                      <a:pt x="323" y="5160"/>
                      <a:pt x="326" y="5160"/>
                      <a:pt x="329" y="5157"/>
                    </a:cubicBezTo>
                    <a:cubicBezTo>
                      <a:pt x="329" y="5149"/>
                      <a:pt x="336" y="5145"/>
                      <a:pt x="339" y="5138"/>
                    </a:cubicBezTo>
                    <a:cubicBezTo>
                      <a:pt x="339" y="5136"/>
                      <a:pt x="343" y="5136"/>
                      <a:pt x="347" y="5132"/>
                    </a:cubicBezTo>
                    <a:cubicBezTo>
                      <a:pt x="347" y="5129"/>
                      <a:pt x="347" y="5129"/>
                      <a:pt x="350" y="5126"/>
                    </a:cubicBezTo>
                    <a:cubicBezTo>
                      <a:pt x="350" y="5126"/>
                      <a:pt x="350" y="5122"/>
                      <a:pt x="354" y="5122"/>
                    </a:cubicBezTo>
                    <a:cubicBezTo>
                      <a:pt x="358" y="5116"/>
                      <a:pt x="365" y="5103"/>
                      <a:pt x="373" y="5097"/>
                    </a:cubicBezTo>
                    <a:lnTo>
                      <a:pt x="383" y="5087"/>
                    </a:lnTo>
                    <a:cubicBezTo>
                      <a:pt x="389" y="5076"/>
                      <a:pt x="397" y="5066"/>
                      <a:pt x="403" y="5056"/>
                    </a:cubicBezTo>
                    <a:lnTo>
                      <a:pt x="408" y="5056"/>
                    </a:lnTo>
                    <a:cubicBezTo>
                      <a:pt x="427" y="5025"/>
                      <a:pt x="455" y="4990"/>
                      <a:pt x="483" y="4959"/>
                    </a:cubicBezTo>
                    <a:cubicBezTo>
                      <a:pt x="483" y="4956"/>
                      <a:pt x="487" y="4948"/>
                      <a:pt x="493" y="4945"/>
                    </a:cubicBezTo>
                    <a:cubicBezTo>
                      <a:pt x="1783" y="3313"/>
                      <a:pt x="3427" y="2071"/>
                      <a:pt x="5250" y="1267"/>
                    </a:cubicBezTo>
                    <a:lnTo>
                      <a:pt x="525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4"/>
              <p:cNvSpPr/>
              <p:nvPr/>
            </p:nvSpPr>
            <p:spPr>
              <a:xfrm>
                <a:off x="3074400" y="2791850"/>
                <a:ext cx="150450" cy="181600"/>
              </a:xfrm>
              <a:custGeom>
                <a:rect b="b" l="l" r="r" t="t"/>
                <a:pathLst>
                  <a:path extrusionOk="0" h="7264" w="6018">
                    <a:moveTo>
                      <a:pt x="523" y="1"/>
                    </a:moveTo>
                    <a:cubicBezTo>
                      <a:pt x="343" y="129"/>
                      <a:pt x="170" y="264"/>
                      <a:pt x="0" y="406"/>
                    </a:cubicBezTo>
                    <a:lnTo>
                      <a:pt x="0" y="1203"/>
                    </a:lnTo>
                    <a:cubicBezTo>
                      <a:pt x="1049" y="3471"/>
                      <a:pt x="2786" y="5450"/>
                      <a:pt x="5115" y="6795"/>
                    </a:cubicBezTo>
                    <a:cubicBezTo>
                      <a:pt x="5147" y="6812"/>
                      <a:pt x="5178" y="6831"/>
                      <a:pt x="5209" y="6847"/>
                    </a:cubicBezTo>
                    <a:cubicBezTo>
                      <a:pt x="5216" y="6851"/>
                      <a:pt x="5222" y="6855"/>
                      <a:pt x="5227" y="6857"/>
                    </a:cubicBezTo>
                    <a:lnTo>
                      <a:pt x="5228" y="6857"/>
                    </a:lnTo>
                    <a:cubicBezTo>
                      <a:pt x="5247" y="6868"/>
                      <a:pt x="5266" y="6878"/>
                      <a:pt x="5286" y="6888"/>
                    </a:cubicBezTo>
                    <a:cubicBezTo>
                      <a:pt x="5332" y="6915"/>
                      <a:pt x="5377" y="6940"/>
                      <a:pt x="5422" y="6961"/>
                    </a:cubicBezTo>
                    <a:cubicBezTo>
                      <a:pt x="5423" y="6964"/>
                      <a:pt x="5426" y="6966"/>
                      <a:pt x="5429" y="6967"/>
                    </a:cubicBezTo>
                    <a:cubicBezTo>
                      <a:pt x="5430" y="6968"/>
                      <a:pt x="5431" y="6968"/>
                      <a:pt x="5433" y="6968"/>
                    </a:cubicBezTo>
                    <a:cubicBezTo>
                      <a:pt x="5435" y="6968"/>
                      <a:pt x="5437" y="6968"/>
                      <a:pt x="5439" y="6967"/>
                    </a:cubicBezTo>
                    <a:cubicBezTo>
                      <a:pt x="5439" y="6972"/>
                      <a:pt x="5439" y="6974"/>
                      <a:pt x="5440" y="6974"/>
                    </a:cubicBezTo>
                    <a:cubicBezTo>
                      <a:pt x="5440" y="6974"/>
                      <a:pt x="5441" y="6973"/>
                      <a:pt x="5443" y="6971"/>
                    </a:cubicBezTo>
                    <a:cubicBezTo>
                      <a:pt x="5443" y="6971"/>
                      <a:pt x="5444" y="6976"/>
                      <a:pt x="5447" y="6976"/>
                    </a:cubicBezTo>
                    <a:cubicBezTo>
                      <a:pt x="5448" y="6976"/>
                      <a:pt x="5448" y="6976"/>
                      <a:pt x="5449" y="6975"/>
                    </a:cubicBezTo>
                    <a:cubicBezTo>
                      <a:pt x="5449" y="6975"/>
                      <a:pt x="5451" y="6980"/>
                      <a:pt x="5453" y="6980"/>
                    </a:cubicBezTo>
                    <a:cubicBezTo>
                      <a:pt x="5454" y="6980"/>
                      <a:pt x="5455" y="6980"/>
                      <a:pt x="5455" y="6979"/>
                    </a:cubicBezTo>
                    <a:cubicBezTo>
                      <a:pt x="5462" y="6985"/>
                      <a:pt x="5470" y="6989"/>
                      <a:pt x="5476" y="6989"/>
                    </a:cubicBezTo>
                    <a:cubicBezTo>
                      <a:pt x="5480" y="6996"/>
                      <a:pt x="5484" y="7000"/>
                      <a:pt x="5491" y="7000"/>
                    </a:cubicBezTo>
                    <a:cubicBezTo>
                      <a:pt x="5491" y="7004"/>
                      <a:pt x="5493" y="7004"/>
                      <a:pt x="5497" y="7004"/>
                    </a:cubicBezTo>
                    <a:cubicBezTo>
                      <a:pt x="5497" y="7007"/>
                      <a:pt x="5500" y="7007"/>
                      <a:pt x="5504" y="7007"/>
                    </a:cubicBezTo>
                    <a:lnTo>
                      <a:pt x="5505" y="7009"/>
                    </a:lnTo>
                    <a:cubicBezTo>
                      <a:pt x="5507" y="7011"/>
                      <a:pt x="5511" y="7014"/>
                      <a:pt x="5514" y="7014"/>
                    </a:cubicBezTo>
                    <a:cubicBezTo>
                      <a:pt x="5517" y="7017"/>
                      <a:pt x="5520" y="7017"/>
                      <a:pt x="5525" y="7017"/>
                    </a:cubicBezTo>
                    <a:cubicBezTo>
                      <a:pt x="5525" y="7017"/>
                      <a:pt x="5527" y="7021"/>
                      <a:pt x="5531" y="7021"/>
                    </a:cubicBezTo>
                    <a:cubicBezTo>
                      <a:pt x="5534" y="7028"/>
                      <a:pt x="5542" y="7032"/>
                      <a:pt x="5548" y="7032"/>
                    </a:cubicBezTo>
                    <a:cubicBezTo>
                      <a:pt x="5556" y="7036"/>
                      <a:pt x="5563" y="7038"/>
                      <a:pt x="5569" y="7042"/>
                    </a:cubicBezTo>
                    <a:lnTo>
                      <a:pt x="5573" y="7042"/>
                    </a:lnTo>
                    <a:cubicBezTo>
                      <a:pt x="5577" y="7048"/>
                      <a:pt x="5579" y="7048"/>
                      <a:pt x="5583" y="7048"/>
                    </a:cubicBezTo>
                    <a:lnTo>
                      <a:pt x="5588" y="7048"/>
                    </a:lnTo>
                    <a:cubicBezTo>
                      <a:pt x="5602" y="7059"/>
                      <a:pt x="5615" y="7069"/>
                      <a:pt x="5633" y="7073"/>
                    </a:cubicBezTo>
                    <a:cubicBezTo>
                      <a:pt x="5762" y="7143"/>
                      <a:pt x="5889" y="7205"/>
                      <a:pt x="6018" y="7264"/>
                    </a:cubicBezTo>
                    <a:cubicBezTo>
                      <a:pt x="5955" y="7223"/>
                      <a:pt x="5896" y="7180"/>
                      <a:pt x="5839" y="7135"/>
                    </a:cubicBezTo>
                    <a:cubicBezTo>
                      <a:pt x="5819" y="7121"/>
                      <a:pt x="5800" y="7108"/>
                      <a:pt x="5780" y="7094"/>
                    </a:cubicBezTo>
                    <a:cubicBezTo>
                      <a:pt x="5742" y="7067"/>
                      <a:pt x="5701" y="7038"/>
                      <a:pt x="5662" y="7007"/>
                    </a:cubicBezTo>
                    <a:lnTo>
                      <a:pt x="5659" y="7007"/>
                    </a:lnTo>
                    <a:cubicBezTo>
                      <a:pt x="5644" y="6997"/>
                      <a:pt x="5634" y="6986"/>
                      <a:pt x="5620" y="6976"/>
                    </a:cubicBezTo>
                    <a:cubicBezTo>
                      <a:pt x="5615" y="6973"/>
                      <a:pt x="5609" y="6970"/>
                      <a:pt x="5605" y="6966"/>
                    </a:cubicBezTo>
                    <a:cubicBezTo>
                      <a:pt x="5604" y="6966"/>
                      <a:pt x="5602" y="6965"/>
                      <a:pt x="5600" y="6964"/>
                    </a:cubicBezTo>
                    <a:cubicBezTo>
                      <a:pt x="5598" y="6963"/>
                      <a:pt x="5597" y="6961"/>
                      <a:pt x="5595" y="6960"/>
                    </a:cubicBezTo>
                    <a:cubicBezTo>
                      <a:pt x="5592" y="6955"/>
                      <a:pt x="5584" y="6952"/>
                      <a:pt x="5581" y="6945"/>
                    </a:cubicBezTo>
                    <a:lnTo>
                      <a:pt x="5577" y="6945"/>
                    </a:lnTo>
                    <a:lnTo>
                      <a:pt x="5575" y="6944"/>
                    </a:lnTo>
                    <a:cubicBezTo>
                      <a:pt x="5573" y="6942"/>
                      <a:pt x="5569" y="6942"/>
                      <a:pt x="5567" y="6935"/>
                    </a:cubicBezTo>
                    <a:cubicBezTo>
                      <a:pt x="5559" y="6935"/>
                      <a:pt x="5556" y="6929"/>
                      <a:pt x="5548" y="6924"/>
                    </a:cubicBezTo>
                    <a:cubicBezTo>
                      <a:pt x="5548" y="6924"/>
                      <a:pt x="5544" y="6924"/>
                      <a:pt x="5544" y="6921"/>
                    </a:cubicBezTo>
                    <a:cubicBezTo>
                      <a:pt x="5541" y="6921"/>
                      <a:pt x="5538" y="6918"/>
                      <a:pt x="5534" y="6914"/>
                    </a:cubicBezTo>
                    <a:lnTo>
                      <a:pt x="5534" y="6911"/>
                    </a:lnTo>
                    <a:cubicBezTo>
                      <a:pt x="5527" y="6908"/>
                      <a:pt x="5516" y="6904"/>
                      <a:pt x="5510" y="6894"/>
                    </a:cubicBezTo>
                    <a:cubicBezTo>
                      <a:pt x="5504" y="6889"/>
                      <a:pt x="5500" y="6887"/>
                      <a:pt x="5493" y="6883"/>
                    </a:cubicBezTo>
                    <a:cubicBezTo>
                      <a:pt x="5482" y="6877"/>
                      <a:pt x="5476" y="6869"/>
                      <a:pt x="5466" y="6863"/>
                    </a:cubicBezTo>
                    <a:lnTo>
                      <a:pt x="5466" y="6858"/>
                    </a:lnTo>
                    <a:cubicBezTo>
                      <a:pt x="5434" y="6838"/>
                      <a:pt x="5403" y="6814"/>
                      <a:pt x="5372" y="6785"/>
                    </a:cubicBezTo>
                    <a:cubicBezTo>
                      <a:pt x="5366" y="6781"/>
                      <a:pt x="5362" y="6778"/>
                      <a:pt x="5355" y="6771"/>
                    </a:cubicBezTo>
                    <a:cubicBezTo>
                      <a:pt x="3140" y="5020"/>
                      <a:pt x="1640" y="2619"/>
                      <a:pt x="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4"/>
              <p:cNvSpPr/>
              <p:nvPr/>
            </p:nvSpPr>
            <p:spPr>
              <a:xfrm>
                <a:off x="3199975" y="2959675"/>
                <a:ext cx="133250" cy="155900"/>
              </a:xfrm>
              <a:custGeom>
                <a:rect b="b" l="l" r="r" t="t"/>
                <a:pathLst>
                  <a:path extrusionOk="0" h="6236" w="5330">
                    <a:moveTo>
                      <a:pt x="0" y="1"/>
                    </a:moveTo>
                    <a:lnTo>
                      <a:pt x="0" y="1"/>
                    </a:lnTo>
                    <a:cubicBezTo>
                      <a:pt x="64" y="42"/>
                      <a:pt x="126" y="88"/>
                      <a:pt x="185" y="133"/>
                    </a:cubicBezTo>
                    <a:cubicBezTo>
                      <a:pt x="190" y="135"/>
                      <a:pt x="197" y="138"/>
                      <a:pt x="201" y="142"/>
                    </a:cubicBezTo>
                    <a:cubicBezTo>
                      <a:pt x="201" y="143"/>
                      <a:pt x="203" y="143"/>
                      <a:pt x="203" y="143"/>
                    </a:cubicBezTo>
                    <a:cubicBezTo>
                      <a:pt x="216" y="153"/>
                      <a:pt x="229" y="161"/>
                      <a:pt x="241" y="171"/>
                    </a:cubicBezTo>
                    <a:cubicBezTo>
                      <a:pt x="282" y="199"/>
                      <a:pt x="320" y="231"/>
                      <a:pt x="361" y="258"/>
                    </a:cubicBezTo>
                    <a:lnTo>
                      <a:pt x="361" y="262"/>
                    </a:lnTo>
                    <a:cubicBezTo>
                      <a:pt x="376" y="269"/>
                      <a:pt x="386" y="280"/>
                      <a:pt x="400" y="290"/>
                    </a:cubicBezTo>
                    <a:cubicBezTo>
                      <a:pt x="405" y="294"/>
                      <a:pt x="411" y="297"/>
                      <a:pt x="415" y="300"/>
                    </a:cubicBezTo>
                    <a:cubicBezTo>
                      <a:pt x="416" y="300"/>
                      <a:pt x="417" y="302"/>
                      <a:pt x="420" y="303"/>
                    </a:cubicBezTo>
                    <a:cubicBezTo>
                      <a:pt x="422" y="304"/>
                      <a:pt x="423" y="305"/>
                      <a:pt x="425" y="307"/>
                    </a:cubicBezTo>
                    <a:lnTo>
                      <a:pt x="425" y="311"/>
                    </a:lnTo>
                    <a:cubicBezTo>
                      <a:pt x="431" y="311"/>
                      <a:pt x="439" y="319"/>
                      <a:pt x="446" y="325"/>
                    </a:cubicBezTo>
                    <a:cubicBezTo>
                      <a:pt x="449" y="325"/>
                      <a:pt x="452" y="328"/>
                      <a:pt x="456" y="331"/>
                    </a:cubicBezTo>
                    <a:cubicBezTo>
                      <a:pt x="463" y="335"/>
                      <a:pt x="467" y="338"/>
                      <a:pt x="470" y="342"/>
                    </a:cubicBezTo>
                    <a:cubicBezTo>
                      <a:pt x="474" y="342"/>
                      <a:pt x="474" y="342"/>
                      <a:pt x="474" y="346"/>
                    </a:cubicBezTo>
                    <a:cubicBezTo>
                      <a:pt x="478" y="346"/>
                      <a:pt x="481" y="349"/>
                      <a:pt x="484" y="352"/>
                    </a:cubicBezTo>
                    <a:lnTo>
                      <a:pt x="484" y="356"/>
                    </a:lnTo>
                    <a:cubicBezTo>
                      <a:pt x="486" y="354"/>
                      <a:pt x="487" y="353"/>
                      <a:pt x="488" y="353"/>
                    </a:cubicBezTo>
                    <a:cubicBezTo>
                      <a:pt x="488" y="353"/>
                      <a:pt x="488" y="354"/>
                      <a:pt x="488" y="356"/>
                    </a:cubicBezTo>
                    <a:cubicBezTo>
                      <a:pt x="499" y="360"/>
                      <a:pt x="507" y="367"/>
                      <a:pt x="513" y="375"/>
                    </a:cubicBezTo>
                    <a:cubicBezTo>
                      <a:pt x="520" y="378"/>
                      <a:pt x="523" y="381"/>
                      <a:pt x="527" y="385"/>
                    </a:cubicBezTo>
                    <a:cubicBezTo>
                      <a:pt x="538" y="391"/>
                      <a:pt x="549" y="398"/>
                      <a:pt x="555" y="405"/>
                    </a:cubicBezTo>
                    <a:lnTo>
                      <a:pt x="555" y="409"/>
                    </a:lnTo>
                    <a:cubicBezTo>
                      <a:pt x="589" y="429"/>
                      <a:pt x="621" y="457"/>
                      <a:pt x="652" y="485"/>
                    </a:cubicBezTo>
                    <a:cubicBezTo>
                      <a:pt x="658" y="489"/>
                      <a:pt x="667" y="493"/>
                      <a:pt x="673" y="499"/>
                    </a:cubicBezTo>
                    <a:cubicBezTo>
                      <a:pt x="2593" y="2017"/>
                      <a:pt x="3971" y="4025"/>
                      <a:pt x="4733" y="6235"/>
                    </a:cubicBezTo>
                    <a:cubicBezTo>
                      <a:pt x="4744" y="6214"/>
                      <a:pt x="4757" y="6194"/>
                      <a:pt x="4769" y="6173"/>
                    </a:cubicBezTo>
                    <a:cubicBezTo>
                      <a:pt x="4832" y="6063"/>
                      <a:pt x="4891" y="5952"/>
                      <a:pt x="4946" y="5839"/>
                    </a:cubicBezTo>
                    <a:cubicBezTo>
                      <a:pt x="5110" y="5500"/>
                      <a:pt x="5241" y="5143"/>
                      <a:pt x="5329" y="4770"/>
                    </a:cubicBezTo>
                    <a:cubicBezTo>
                      <a:pt x="4271" y="3048"/>
                      <a:pt x="2782" y="1557"/>
                      <a:pt x="906" y="473"/>
                    </a:cubicBezTo>
                    <a:cubicBezTo>
                      <a:pt x="874" y="455"/>
                      <a:pt x="843" y="437"/>
                      <a:pt x="812" y="421"/>
                    </a:cubicBezTo>
                    <a:cubicBezTo>
                      <a:pt x="783" y="402"/>
                      <a:pt x="755" y="390"/>
                      <a:pt x="729" y="376"/>
                    </a:cubicBezTo>
                    <a:cubicBezTo>
                      <a:pt x="685" y="347"/>
                      <a:pt x="644" y="327"/>
                      <a:pt x="600" y="305"/>
                    </a:cubicBezTo>
                    <a:cubicBezTo>
                      <a:pt x="592" y="299"/>
                      <a:pt x="585" y="295"/>
                      <a:pt x="579" y="295"/>
                    </a:cubicBezTo>
                    <a:cubicBezTo>
                      <a:pt x="579" y="295"/>
                      <a:pt x="576" y="289"/>
                      <a:pt x="572" y="289"/>
                    </a:cubicBezTo>
                    <a:cubicBezTo>
                      <a:pt x="572" y="289"/>
                      <a:pt x="570" y="285"/>
                      <a:pt x="566" y="285"/>
                    </a:cubicBezTo>
                    <a:cubicBezTo>
                      <a:pt x="559" y="282"/>
                      <a:pt x="551" y="279"/>
                      <a:pt x="545" y="274"/>
                    </a:cubicBezTo>
                    <a:cubicBezTo>
                      <a:pt x="541" y="272"/>
                      <a:pt x="538" y="268"/>
                      <a:pt x="530" y="268"/>
                    </a:cubicBezTo>
                    <a:cubicBezTo>
                      <a:pt x="527" y="266"/>
                      <a:pt x="524" y="262"/>
                      <a:pt x="520" y="262"/>
                    </a:cubicBezTo>
                    <a:cubicBezTo>
                      <a:pt x="520" y="262"/>
                      <a:pt x="518" y="258"/>
                      <a:pt x="514" y="258"/>
                    </a:cubicBezTo>
                    <a:cubicBezTo>
                      <a:pt x="510" y="256"/>
                      <a:pt x="508" y="256"/>
                      <a:pt x="504" y="252"/>
                    </a:cubicBezTo>
                    <a:cubicBezTo>
                      <a:pt x="504" y="252"/>
                      <a:pt x="502" y="252"/>
                      <a:pt x="497" y="248"/>
                    </a:cubicBezTo>
                    <a:cubicBezTo>
                      <a:pt x="493" y="248"/>
                      <a:pt x="491" y="243"/>
                      <a:pt x="487" y="243"/>
                    </a:cubicBezTo>
                    <a:cubicBezTo>
                      <a:pt x="484" y="240"/>
                      <a:pt x="477" y="237"/>
                      <a:pt x="470" y="233"/>
                    </a:cubicBezTo>
                    <a:cubicBezTo>
                      <a:pt x="468" y="230"/>
                      <a:pt x="459" y="227"/>
                      <a:pt x="453" y="223"/>
                    </a:cubicBezTo>
                    <a:lnTo>
                      <a:pt x="449" y="223"/>
                    </a:lnTo>
                    <a:cubicBezTo>
                      <a:pt x="446" y="221"/>
                      <a:pt x="442" y="221"/>
                      <a:pt x="436" y="217"/>
                    </a:cubicBezTo>
                    <a:cubicBezTo>
                      <a:pt x="421" y="210"/>
                      <a:pt x="407" y="199"/>
                      <a:pt x="390" y="192"/>
                    </a:cubicBezTo>
                    <a:lnTo>
                      <a:pt x="386" y="192"/>
                    </a:lnTo>
                    <a:cubicBezTo>
                      <a:pt x="257" y="127"/>
                      <a:pt x="129" y="65"/>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99" name="Google Shape;5899;p74"/>
          <p:cNvGrpSpPr/>
          <p:nvPr/>
        </p:nvGrpSpPr>
        <p:grpSpPr>
          <a:xfrm>
            <a:off x="8785555" y="4355353"/>
            <a:ext cx="215033" cy="215222"/>
            <a:chOff x="5062659" y="967188"/>
            <a:chExt cx="109716" cy="109813"/>
          </a:xfrm>
        </p:grpSpPr>
        <p:sp>
          <p:nvSpPr>
            <p:cNvPr id="5900" name="Google Shape;5900;p74"/>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4"/>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4"/>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3" name="Google Shape;5903;p74"/>
          <p:cNvGrpSpPr/>
          <p:nvPr/>
        </p:nvGrpSpPr>
        <p:grpSpPr>
          <a:xfrm>
            <a:off x="8508656" y="114934"/>
            <a:ext cx="587911" cy="563023"/>
            <a:chOff x="-2758050" y="2287950"/>
            <a:chExt cx="370875" cy="355175"/>
          </a:xfrm>
        </p:grpSpPr>
        <p:sp>
          <p:nvSpPr>
            <p:cNvPr id="5904" name="Google Shape;5904;p74"/>
            <p:cNvSpPr/>
            <p:nvPr/>
          </p:nvSpPr>
          <p:spPr>
            <a:xfrm>
              <a:off x="-2758050" y="2287950"/>
              <a:ext cx="370875" cy="355175"/>
            </a:xfrm>
            <a:custGeom>
              <a:rect b="b" l="l" r="r" t="t"/>
              <a:pathLst>
                <a:path extrusionOk="0" h="14207" w="14835">
                  <a:moveTo>
                    <a:pt x="7426" y="0"/>
                  </a:moveTo>
                  <a:cubicBezTo>
                    <a:pt x="5114" y="0"/>
                    <a:pt x="2833" y="1125"/>
                    <a:pt x="1456" y="3245"/>
                  </a:cubicBezTo>
                  <a:cubicBezTo>
                    <a:pt x="150" y="5257"/>
                    <a:pt x="1" y="7746"/>
                    <a:pt x="879" y="9854"/>
                  </a:cubicBezTo>
                  <a:cubicBezTo>
                    <a:pt x="881" y="9869"/>
                    <a:pt x="884" y="9880"/>
                    <a:pt x="889" y="9891"/>
                  </a:cubicBezTo>
                  <a:cubicBezTo>
                    <a:pt x="913" y="9946"/>
                    <a:pt x="936" y="9999"/>
                    <a:pt x="959" y="10051"/>
                  </a:cubicBezTo>
                  <a:cubicBezTo>
                    <a:pt x="961" y="10056"/>
                    <a:pt x="963" y="10061"/>
                    <a:pt x="966" y="10066"/>
                  </a:cubicBezTo>
                  <a:cubicBezTo>
                    <a:pt x="977" y="10092"/>
                    <a:pt x="990" y="10118"/>
                    <a:pt x="1002" y="10144"/>
                  </a:cubicBezTo>
                  <a:cubicBezTo>
                    <a:pt x="1008" y="10158"/>
                    <a:pt x="1013" y="10169"/>
                    <a:pt x="1019" y="10181"/>
                  </a:cubicBezTo>
                  <a:cubicBezTo>
                    <a:pt x="1042" y="10228"/>
                    <a:pt x="1065" y="10274"/>
                    <a:pt x="1088" y="10321"/>
                  </a:cubicBezTo>
                  <a:lnTo>
                    <a:pt x="1104" y="10352"/>
                  </a:lnTo>
                  <a:lnTo>
                    <a:pt x="1142" y="10426"/>
                  </a:lnTo>
                  <a:cubicBezTo>
                    <a:pt x="1150" y="10439"/>
                    <a:pt x="1157" y="10455"/>
                    <a:pt x="1166" y="10469"/>
                  </a:cubicBezTo>
                  <a:cubicBezTo>
                    <a:pt x="1186" y="10508"/>
                    <a:pt x="1207" y="10546"/>
                    <a:pt x="1229" y="10584"/>
                  </a:cubicBezTo>
                  <a:cubicBezTo>
                    <a:pt x="1238" y="10600"/>
                    <a:pt x="1246" y="10618"/>
                    <a:pt x="1256" y="10633"/>
                  </a:cubicBezTo>
                  <a:lnTo>
                    <a:pt x="1295" y="10698"/>
                  </a:lnTo>
                  <a:cubicBezTo>
                    <a:pt x="1305" y="10716"/>
                    <a:pt x="1315" y="10733"/>
                    <a:pt x="1326" y="10750"/>
                  </a:cubicBezTo>
                  <a:cubicBezTo>
                    <a:pt x="1343" y="10781"/>
                    <a:pt x="1362" y="10811"/>
                    <a:pt x="1380" y="10842"/>
                  </a:cubicBezTo>
                  <a:cubicBezTo>
                    <a:pt x="1395" y="10864"/>
                    <a:pt x="1408" y="10886"/>
                    <a:pt x="1422" y="10908"/>
                  </a:cubicBezTo>
                  <a:cubicBezTo>
                    <a:pt x="1435" y="10927"/>
                    <a:pt x="1446" y="10947"/>
                    <a:pt x="1460" y="10966"/>
                  </a:cubicBezTo>
                  <a:cubicBezTo>
                    <a:pt x="1472" y="10986"/>
                    <a:pt x="1487" y="11007"/>
                    <a:pt x="1499" y="11028"/>
                  </a:cubicBezTo>
                  <a:lnTo>
                    <a:pt x="1545" y="11098"/>
                  </a:lnTo>
                  <a:cubicBezTo>
                    <a:pt x="1564" y="11125"/>
                    <a:pt x="1583" y="11150"/>
                    <a:pt x="1600" y="11177"/>
                  </a:cubicBezTo>
                  <a:cubicBezTo>
                    <a:pt x="1612" y="11194"/>
                    <a:pt x="1623" y="11211"/>
                    <a:pt x="1636" y="11228"/>
                  </a:cubicBezTo>
                  <a:cubicBezTo>
                    <a:pt x="1653" y="11250"/>
                    <a:pt x="1670" y="11275"/>
                    <a:pt x="1687" y="11299"/>
                  </a:cubicBezTo>
                  <a:cubicBezTo>
                    <a:pt x="1698" y="11315"/>
                    <a:pt x="1711" y="11332"/>
                    <a:pt x="1724" y="11348"/>
                  </a:cubicBezTo>
                  <a:cubicBezTo>
                    <a:pt x="1746" y="11378"/>
                    <a:pt x="1769" y="11409"/>
                    <a:pt x="1792" y="11439"/>
                  </a:cubicBezTo>
                  <a:cubicBezTo>
                    <a:pt x="1803" y="11454"/>
                    <a:pt x="1814" y="11467"/>
                    <a:pt x="1826" y="11483"/>
                  </a:cubicBezTo>
                  <a:cubicBezTo>
                    <a:pt x="1847" y="11510"/>
                    <a:pt x="1867" y="11536"/>
                    <a:pt x="1889" y="11563"/>
                  </a:cubicBezTo>
                  <a:cubicBezTo>
                    <a:pt x="1898" y="11574"/>
                    <a:pt x="1907" y="11585"/>
                    <a:pt x="1916" y="11596"/>
                  </a:cubicBezTo>
                  <a:cubicBezTo>
                    <a:pt x="1944" y="11629"/>
                    <a:pt x="1971" y="11662"/>
                    <a:pt x="1998" y="11695"/>
                  </a:cubicBezTo>
                  <a:cubicBezTo>
                    <a:pt x="2008" y="11707"/>
                    <a:pt x="2018" y="11719"/>
                    <a:pt x="2028" y="11730"/>
                  </a:cubicBezTo>
                  <a:cubicBezTo>
                    <a:pt x="2053" y="11760"/>
                    <a:pt x="2079" y="11789"/>
                    <a:pt x="2105" y="11818"/>
                  </a:cubicBezTo>
                  <a:cubicBezTo>
                    <a:pt x="2110" y="11825"/>
                    <a:pt x="2116" y="11831"/>
                    <a:pt x="2121" y="11838"/>
                  </a:cubicBezTo>
                  <a:cubicBezTo>
                    <a:pt x="2152" y="11872"/>
                    <a:pt x="2182" y="11905"/>
                    <a:pt x="2214" y="11939"/>
                  </a:cubicBezTo>
                  <a:cubicBezTo>
                    <a:pt x="2225" y="11949"/>
                    <a:pt x="2234" y="11959"/>
                    <a:pt x="2244" y="11970"/>
                  </a:cubicBezTo>
                  <a:cubicBezTo>
                    <a:pt x="2273" y="12001"/>
                    <a:pt x="2302" y="12032"/>
                    <a:pt x="2332" y="12063"/>
                  </a:cubicBezTo>
                  <a:cubicBezTo>
                    <a:pt x="2335" y="12066"/>
                    <a:pt x="2339" y="12070"/>
                    <a:pt x="2342" y="12074"/>
                  </a:cubicBezTo>
                  <a:lnTo>
                    <a:pt x="2442" y="12174"/>
                  </a:lnTo>
                  <a:cubicBezTo>
                    <a:pt x="2452" y="12183"/>
                    <a:pt x="2461" y="12193"/>
                    <a:pt x="2471" y="12202"/>
                  </a:cubicBezTo>
                  <a:cubicBezTo>
                    <a:pt x="2504" y="12234"/>
                    <a:pt x="2538" y="12266"/>
                    <a:pt x="2571" y="12297"/>
                  </a:cubicBezTo>
                  <a:cubicBezTo>
                    <a:pt x="2573" y="12298"/>
                    <a:pt x="2575" y="12300"/>
                    <a:pt x="2576" y="12302"/>
                  </a:cubicBezTo>
                  <a:cubicBezTo>
                    <a:pt x="2612" y="12334"/>
                    <a:pt x="2648" y="12368"/>
                    <a:pt x="2684" y="12400"/>
                  </a:cubicBezTo>
                  <a:cubicBezTo>
                    <a:pt x="2693" y="12408"/>
                    <a:pt x="2701" y="12417"/>
                    <a:pt x="2712" y="12425"/>
                  </a:cubicBezTo>
                  <a:cubicBezTo>
                    <a:pt x="2748" y="12457"/>
                    <a:pt x="2786" y="12489"/>
                    <a:pt x="2822" y="12520"/>
                  </a:cubicBezTo>
                  <a:lnTo>
                    <a:pt x="2823" y="12522"/>
                  </a:lnTo>
                  <a:lnTo>
                    <a:pt x="2824" y="12522"/>
                  </a:lnTo>
                  <a:cubicBezTo>
                    <a:pt x="2870" y="12560"/>
                    <a:pt x="2916" y="12597"/>
                    <a:pt x="2961" y="12633"/>
                  </a:cubicBezTo>
                  <a:lnTo>
                    <a:pt x="3000" y="12664"/>
                  </a:lnTo>
                  <a:cubicBezTo>
                    <a:pt x="3038" y="12694"/>
                    <a:pt x="3076" y="12724"/>
                    <a:pt x="3113" y="12754"/>
                  </a:cubicBezTo>
                  <a:cubicBezTo>
                    <a:pt x="3123" y="12761"/>
                    <a:pt x="3133" y="12770"/>
                    <a:pt x="3143" y="12776"/>
                  </a:cubicBezTo>
                  <a:cubicBezTo>
                    <a:pt x="3189" y="12811"/>
                    <a:pt x="3236" y="12844"/>
                    <a:pt x="3282" y="12878"/>
                  </a:cubicBezTo>
                  <a:lnTo>
                    <a:pt x="3322" y="12905"/>
                  </a:lnTo>
                  <a:cubicBezTo>
                    <a:pt x="3358" y="12931"/>
                    <a:pt x="3394" y="12955"/>
                    <a:pt x="3430" y="12979"/>
                  </a:cubicBezTo>
                  <a:cubicBezTo>
                    <a:pt x="3443" y="12989"/>
                    <a:pt x="3458" y="12999"/>
                    <a:pt x="3472" y="13009"/>
                  </a:cubicBezTo>
                  <a:cubicBezTo>
                    <a:pt x="3519" y="13040"/>
                    <a:pt x="3565" y="13071"/>
                    <a:pt x="3612" y="13101"/>
                  </a:cubicBezTo>
                  <a:cubicBezTo>
                    <a:pt x="3623" y="13108"/>
                    <a:pt x="3634" y="13115"/>
                    <a:pt x="3647" y="13122"/>
                  </a:cubicBezTo>
                  <a:cubicBezTo>
                    <a:pt x="3683" y="13146"/>
                    <a:pt x="3720" y="13168"/>
                    <a:pt x="3757" y="13191"/>
                  </a:cubicBezTo>
                  <a:cubicBezTo>
                    <a:pt x="3776" y="13201"/>
                    <a:pt x="3793" y="13213"/>
                    <a:pt x="3810" y="13224"/>
                  </a:cubicBezTo>
                  <a:cubicBezTo>
                    <a:pt x="3846" y="13245"/>
                    <a:pt x="3884" y="13266"/>
                    <a:pt x="3920" y="13287"/>
                  </a:cubicBezTo>
                  <a:cubicBezTo>
                    <a:pt x="3937" y="13296"/>
                    <a:pt x="3952" y="13304"/>
                    <a:pt x="3969" y="13313"/>
                  </a:cubicBezTo>
                  <a:lnTo>
                    <a:pt x="4097" y="13384"/>
                  </a:lnTo>
                  <a:cubicBezTo>
                    <a:pt x="4117" y="13395"/>
                    <a:pt x="4138" y="13405"/>
                    <a:pt x="4160" y="13416"/>
                  </a:cubicBezTo>
                  <a:cubicBezTo>
                    <a:pt x="4189" y="13431"/>
                    <a:pt x="4219" y="13445"/>
                    <a:pt x="4248" y="13461"/>
                  </a:cubicBezTo>
                  <a:cubicBezTo>
                    <a:pt x="4271" y="13471"/>
                    <a:pt x="4292" y="13483"/>
                    <a:pt x="4313" y="13493"/>
                  </a:cubicBezTo>
                  <a:cubicBezTo>
                    <a:pt x="4357" y="13515"/>
                    <a:pt x="4401" y="13535"/>
                    <a:pt x="4444" y="13556"/>
                  </a:cubicBezTo>
                  <a:cubicBezTo>
                    <a:pt x="4469" y="13567"/>
                    <a:pt x="4494" y="13578"/>
                    <a:pt x="4519" y="13590"/>
                  </a:cubicBezTo>
                  <a:cubicBezTo>
                    <a:pt x="4542" y="13601"/>
                    <a:pt x="4568" y="13612"/>
                    <a:pt x="4593" y="13623"/>
                  </a:cubicBezTo>
                  <a:cubicBezTo>
                    <a:pt x="4620" y="13634"/>
                    <a:pt x="4646" y="13647"/>
                    <a:pt x="4673" y="13658"/>
                  </a:cubicBezTo>
                  <a:cubicBezTo>
                    <a:pt x="4697" y="13668"/>
                    <a:pt x="4721" y="13678"/>
                    <a:pt x="4746" y="13688"/>
                  </a:cubicBezTo>
                  <a:cubicBezTo>
                    <a:pt x="4793" y="13707"/>
                    <a:pt x="4841" y="13726"/>
                    <a:pt x="4890" y="13745"/>
                  </a:cubicBezTo>
                  <a:cubicBezTo>
                    <a:pt x="4909" y="13752"/>
                    <a:pt x="4928" y="13760"/>
                    <a:pt x="4948" y="13766"/>
                  </a:cubicBezTo>
                  <a:cubicBezTo>
                    <a:pt x="4979" y="13778"/>
                    <a:pt x="5010" y="13789"/>
                    <a:pt x="5042" y="13799"/>
                  </a:cubicBezTo>
                  <a:cubicBezTo>
                    <a:pt x="5058" y="13807"/>
                    <a:pt x="5076" y="13812"/>
                    <a:pt x="5092" y="13817"/>
                  </a:cubicBezTo>
                  <a:cubicBezTo>
                    <a:pt x="5162" y="13841"/>
                    <a:pt x="5233" y="13864"/>
                    <a:pt x="5304" y="13886"/>
                  </a:cubicBezTo>
                  <a:cubicBezTo>
                    <a:pt x="5306" y="13887"/>
                    <a:pt x="5308" y="13887"/>
                    <a:pt x="5310" y="13889"/>
                  </a:cubicBezTo>
                  <a:cubicBezTo>
                    <a:pt x="5346" y="13901"/>
                    <a:pt x="5382" y="13911"/>
                    <a:pt x="5419" y="13921"/>
                  </a:cubicBezTo>
                  <a:cubicBezTo>
                    <a:pt x="5430" y="13925"/>
                    <a:pt x="5441" y="13927"/>
                    <a:pt x="5454" y="13932"/>
                  </a:cubicBezTo>
                  <a:cubicBezTo>
                    <a:pt x="5569" y="13965"/>
                    <a:pt x="5687" y="13996"/>
                    <a:pt x="5806" y="14023"/>
                  </a:cubicBezTo>
                  <a:cubicBezTo>
                    <a:pt x="5812" y="14024"/>
                    <a:pt x="5817" y="14025"/>
                    <a:pt x="5823" y="14027"/>
                  </a:cubicBezTo>
                  <a:cubicBezTo>
                    <a:pt x="5991" y="14066"/>
                    <a:pt x="6161" y="14098"/>
                    <a:pt x="6331" y="14124"/>
                  </a:cubicBezTo>
                  <a:cubicBezTo>
                    <a:pt x="6691" y="14179"/>
                    <a:pt x="7054" y="14207"/>
                    <a:pt x="7417" y="14207"/>
                  </a:cubicBezTo>
                  <a:cubicBezTo>
                    <a:pt x="9727" y="14207"/>
                    <a:pt x="12007" y="13082"/>
                    <a:pt x="13385" y="10961"/>
                  </a:cubicBezTo>
                  <a:cubicBezTo>
                    <a:pt x="14666" y="8985"/>
                    <a:pt x="14834" y="6550"/>
                    <a:pt x="14006" y="4467"/>
                  </a:cubicBezTo>
                  <a:cubicBezTo>
                    <a:pt x="14006" y="4465"/>
                    <a:pt x="14005" y="4464"/>
                    <a:pt x="14005" y="4464"/>
                  </a:cubicBezTo>
                  <a:cubicBezTo>
                    <a:pt x="13947" y="4317"/>
                    <a:pt x="13883" y="4173"/>
                    <a:pt x="13815" y="4030"/>
                  </a:cubicBezTo>
                  <a:cubicBezTo>
                    <a:pt x="13814" y="4025"/>
                    <a:pt x="13811" y="4021"/>
                    <a:pt x="13810" y="4018"/>
                  </a:cubicBezTo>
                  <a:cubicBezTo>
                    <a:pt x="13794" y="3985"/>
                    <a:pt x="13778" y="3952"/>
                    <a:pt x="13762" y="3920"/>
                  </a:cubicBezTo>
                  <a:cubicBezTo>
                    <a:pt x="13758" y="3913"/>
                    <a:pt x="13756" y="3907"/>
                    <a:pt x="13752" y="3901"/>
                  </a:cubicBezTo>
                  <a:cubicBezTo>
                    <a:pt x="13702" y="3803"/>
                    <a:pt x="13651" y="3706"/>
                    <a:pt x="13597" y="3608"/>
                  </a:cubicBezTo>
                  <a:cubicBezTo>
                    <a:pt x="13593" y="3601"/>
                    <a:pt x="13588" y="3593"/>
                    <a:pt x="13584" y="3585"/>
                  </a:cubicBezTo>
                  <a:cubicBezTo>
                    <a:pt x="13568" y="3556"/>
                    <a:pt x="13552" y="3529"/>
                    <a:pt x="13536" y="3502"/>
                  </a:cubicBezTo>
                  <a:cubicBezTo>
                    <a:pt x="13529" y="3489"/>
                    <a:pt x="13522" y="3477"/>
                    <a:pt x="13515" y="3464"/>
                  </a:cubicBezTo>
                  <a:cubicBezTo>
                    <a:pt x="13499" y="3437"/>
                    <a:pt x="13483" y="3411"/>
                    <a:pt x="13467" y="3385"/>
                  </a:cubicBezTo>
                  <a:cubicBezTo>
                    <a:pt x="13461" y="3374"/>
                    <a:pt x="13454" y="3364"/>
                    <a:pt x="13447" y="3353"/>
                  </a:cubicBezTo>
                  <a:cubicBezTo>
                    <a:pt x="13418" y="3304"/>
                    <a:pt x="13388" y="3257"/>
                    <a:pt x="13358" y="3209"/>
                  </a:cubicBezTo>
                  <a:cubicBezTo>
                    <a:pt x="13348" y="3195"/>
                    <a:pt x="13338" y="3179"/>
                    <a:pt x="13329" y="3165"/>
                  </a:cubicBezTo>
                  <a:cubicBezTo>
                    <a:pt x="13313" y="3143"/>
                    <a:pt x="13299" y="3120"/>
                    <a:pt x="13283" y="3098"/>
                  </a:cubicBezTo>
                  <a:cubicBezTo>
                    <a:pt x="13272" y="3081"/>
                    <a:pt x="13261" y="3064"/>
                    <a:pt x="13249" y="3046"/>
                  </a:cubicBezTo>
                  <a:cubicBezTo>
                    <a:pt x="13235" y="3025"/>
                    <a:pt x="13219" y="3004"/>
                    <a:pt x="13205" y="2983"/>
                  </a:cubicBezTo>
                  <a:cubicBezTo>
                    <a:pt x="13191" y="2964"/>
                    <a:pt x="13177" y="2945"/>
                    <a:pt x="13163" y="2924"/>
                  </a:cubicBezTo>
                  <a:cubicBezTo>
                    <a:pt x="13144" y="2898"/>
                    <a:pt x="13127" y="2874"/>
                    <a:pt x="13107" y="2849"/>
                  </a:cubicBezTo>
                  <a:cubicBezTo>
                    <a:pt x="13086" y="2821"/>
                    <a:pt x="13066" y="2793"/>
                    <a:pt x="13044" y="2765"/>
                  </a:cubicBezTo>
                  <a:cubicBezTo>
                    <a:pt x="13031" y="2749"/>
                    <a:pt x="13018" y="2731"/>
                    <a:pt x="13004" y="2715"/>
                  </a:cubicBezTo>
                  <a:cubicBezTo>
                    <a:pt x="12987" y="2693"/>
                    <a:pt x="12971" y="2672"/>
                    <a:pt x="12952" y="2651"/>
                  </a:cubicBezTo>
                  <a:cubicBezTo>
                    <a:pt x="12940" y="2633"/>
                    <a:pt x="12925" y="2617"/>
                    <a:pt x="12912" y="2601"/>
                  </a:cubicBezTo>
                  <a:lnTo>
                    <a:pt x="12854" y="2532"/>
                  </a:lnTo>
                  <a:cubicBezTo>
                    <a:pt x="12843" y="2519"/>
                    <a:pt x="12832" y="2504"/>
                    <a:pt x="12820" y="2492"/>
                  </a:cubicBezTo>
                  <a:cubicBezTo>
                    <a:pt x="12791" y="2457"/>
                    <a:pt x="12760" y="2422"/>
                    <a:pt x="12729" y="2388"/>
                  </a:cubicBezTo>
                  <a:lnTo>
                    <a:pt x="12698" y="2353"/>
                  </a:lnTo>
                  <a:cubicBezTo>
                    <a:pt x="12677" y="2328"/>
                    <a:pt x="12653" y="2302"/>
                    <a:pt x="12629" y="2277"/>
                  </a:cubicBezTo>
                  <a:cubicBezTo>
                    <a:pt x="12617" y="2265"/>
                    <a:pt x="12605" y="2251"/>
                    <a:pt x="12592" y="2238"/>
                  </a:cubicBezTo>
                  <a:cubicBezTo>
                    <a:pt x="12569" y="2213"/>
                    <a:pt x="12546" y="2188"/>
                    <a:pt x="12522" y="2164"/>
                  </a:cubicBezTo>
                  <a:cubicBezTo>
                    <a:pt x="12510" y="2152"/>
                    <a:pt x="12500" y="2142"/>
                    <a:pt x="12489" y="2131"/>
                  </a:cubicBezTo>
                  <a:cubicBezTo>
                    <a:pt x="12456" y="2096"/>
                    <a:pt x="12421" y="2063"/>
                    <a:pt x="12386" y="2027"/>
                  </a:cubicBezTo>
                  <a:cubicBezTo>
                    <a:pt x="12379" y="2021"/>
                    <a:pt x="12373" y="2014"/>
                    <a:pt x="12367" y="2009"/>
                  </a:cubicBezTo>
                  <a:lnTo>
                    <a:pt x="12277" y="1924"/>
                  </a:lnTo>
                  <a:cubicBezTo>
                    <a:pt x="12266" y="1914"/>
                    <a:pt x="12254" y="1903"/>
                    <a:pt x="12243" y="1892"/>
                  </a:cubicBezTo>
                  <a:cubicBezTo>
                    <a:pt x="12215" y="1868"/>
                    <a:pt x="12189" y="1843"/>
                    <a:pt x="12163" y="1820"/>
                  </a:cubicBezTo>
                  <a:cubicBezTo>
                    <a:pt x="12151" y="1810"/>
                    <a:pt x="12141" y="1800"/>
                    <a:pt x="12130" y="1790"/>
                  </a:cubicBezTo>
                  <a:cubicBezTo>
                    <a:pt x="12091" y="1756"/>
                    <a:pt x="12054" y="1724"/>
                    <a:pt x="12016" y="1692"/>
                  </a:cubicBezTo>
                  <a:cubicBezTo>
                    <a:pt x="11969" y="1652"/>
                    <a:pt x="11921" y="1614"/>
                    <a:pt x="11874" y="1574"/>
                  </a:cubicBezTo>
                  <a:cubicBezTo>
                    <a:pt x="11858" y="1563"/>
                    <a:pt x="11844" y="1552"/>
                    <a:pt x="11828" y="1538"/>
                  </a:cubicBezTo>
                  <a:cubicBezTo>
                    <a:pt x="11795" y="1513"/>
                    <a:pt x="11761" y="1486"/>
                    <a:pt x="11728" y="1460"/>
                  </a:cubicBezTo>
                  <a:cubicBezTo>
                    <a:pt x="11711" y="1446"/>
                    <a:pt x="11693" y="1434"/>
                    <a:pt x="11677" y="1421"/>
                  </a:cubicBezTo>
                  <a:cubicBezTo>
                    <a:pt x="11643" y="1397"/>
                    <a:pt x="11611" y="1372"/>
                    <a:pt x="11577" y="1347"/>
                  </a:cubicBezTo>
                  <a:cubicBezTo>
                    <a:pt x="11560" y="1336"/>
                    <a:pt x="11544" y="1325"/>
                    <a:pt x="11528" y="1311"/>
                  </a:cubicBezTo>
                  <a:cubicBezTo>
                    <a:pt x="11487" y="1281"/>
                    <a:pt x="11445" y="1253"/>
                    <a:pt x="11403" y="1225"/>
                  </a:cubicBezTo>
                  <a:cubicBezTo>
                    <a:pt x="11395" y="1219"/>
                    <a:pt x="11388" y="1213"/>
                    <a:pt x="11379" y="1208"/>
                  </a:cubicBezTo>
                  <a:cubicBezTo>
                    <a:pt x="11331" y="1175"/>
                    <a:pt x="11281" y="1142"/>
                    <a:pt x="11232" y="1111"/>
                  </a:cubicBezTo>
                  <a:cubicBezTo>
                    <a:pt x="11214" y="1101"/>
                    <a:pt x="11199" y="1090"/>
                    <a:pt x="11182" y="1080"/>
                  </a:cubicBezTo>
                  <a:cubicBezTo>
                    <a:pt x="11147" y="1058"/>
                    <a:pt x="11114" y="1038"/>
                    <a:pt x="11079" y="1017"/>
                  </a:cubicBezTo>
                  <a:lnTo>
                    <a:pt x="11021" y="982"/>
                  </a:lnTo>
                  <a:cubicBezTo>
                    <a:pt x="10988" y="963"/>
                    <a:pt x="10956" y="945"/>
                    <a:pt x="10924" y="925"/>
                  </a:cubicBezTo>
                  <a:cubicBezTo>
                    <a:pt x="10905" y="914"/>
                    <a:pt x="10885" y="904"/>
                    <a:pt x="10864" y="892"/>
                  </a:cubicBezTo>
                  <a:cubicBezTo>
                    <a:pt x="10828" y="872"/>
                    <a:pt x="10792" y="852"/>
                    <a:pt x="10755" y="832"/>
                  </a:cubicBezTo>
                  <a:cubicBezTo>
                    <a:pt x="10740" y="825"/>
                    <a:pt x="10724" y="816"/>
                    <a:pt x="10709" y="809"/>
                  </a:cubicBezTo>
                  <a:cubicBezTo>
                    <a:pt x="10658" y="783"/>
                    <a:pt x="10608" y="757"/>
                    <a:pt x="10558" y="732"/>
                  </a:cubicBezTo>
                  <a:cubicBezTo>
                    <a:pt x="10538" y="723"/>
                    <a:pt x="10519" y="714"/>
                    <a:pt x="10500" y="703"/>
                  </a:cubicBezTo>
                  <a:cubicBezTo>
                    <a:pt x="10466" y="688"/>
                    <a:pt x="10434" y="671"/>
                    <a:pt x="10400" y="657"/>
                  </a:cubicBezTo>
                  <a:cubicBezTo>
                    <a:pt x="10377" y="647"/>
                    <a:pt x="10354" y="636"/>
                    <a:pt x="10332" y="626"/>
                  </a:cubicBezTo>
                  <a:cubicBezTo>
                    <a:pt x="10302" y="614"/>
                    <a:pt x="10271" y="599"/>
                    <a:pt x="10242" y="587"/>
                  </a:cubicBezTo>
                  <a:cubicBezTo>
                    <a:pt x="10218" y="576"/>
                    <a:pt x="10194" y="566"/>
                    <a:pt x="10171" y="556"/>
                  </a:cubicBezTo>
                  <a:lnTo>
                    <a:pt x="10078" y="517"/>
                  </a:lnTo>
                  <a:cubicBezTo>
                    <a:pt x="10054" y="507"/>
                    <a:pt x="10033" y="499"/>
                    <a:pt x="10010" y="490"/>
                  </a:cubicBezTo>
                  <a:cubicBezTo>
                    <a:pt x="9960" y="470"/>
                    <a:pt x="9910" y="451"/>
                    <a:pt x="9860" y="433"/>
                  </a:cubicBezTo>
                  <a:cubicBezTo>
                    <a:pt x="9835" y="424"/>
                    <a:pt x="9811" y="417"/>
                    <a:pt x="9786" y="407"/>
                  </a:cubicBezTo>
                  <a:cubicBezTo>
                    <a:pt x="9758" y="397"/>
                    <a:pt x="9728" y="387"/>
                    <a:pt x="9700" y="377"/>
                  </a:cubicBezTo>
                  <a:cubicBezTo>
                    <a:pt x="9672" y="368"/>
                    <a:pt x="9646" y="360"/>
                    <a:pt x="9618" y="350"/>
                  </a:cubicBezTo>
                  <a:cubicBezTo>
                    <a:pt x="9592" y="341"/>
                    <a:pt x="9564" y="334"/>
                    <a:pt x="9538" y="325"/>
                  </a:cubicBezTo>
                  <a:cubicBezTo>
                    <a:pt x="9510" y="315"/>
                    <a:pt x="9482" y="306"/>
                    <a:pt x="9454" y="299"/>
                  </a:cubicBezTo>
                  <a:cubicBezTo>
                    <a:pt x="9428" y="291"/>
                    <a:pt x="9402" y="283"/>
                    <a:pt x="9377" y="277"/>
                  </a:cubicBezTo>
                  <a:cubicBezTo>
                    <a:pt x="9347" y="269"/>
                    <a:pt x="9319" y="260"/>
                    <a:pt x="9290" y="252"/>
                  </a:cubicBezTo>
                  <a:cubicBezTo>
                    <a:pt x="9265" y="246"/>
                    <a:pt x="9242" y="239"/>
                    <a:pt x="9217" y="233"/>
                  </a:cubicBezTo>
                  <a:cubicBezTo>
                    <a:pt x="9161" y="218"/>
                    <a:pt x="9104" y="205"/>
                    <a:pt x="9048" y="191"/>
                  </a:cubicBezTo>
                  <a:cubicBezTo>
                    <a:pt x="9026" y="185"/>
                    <a:pt x="9005" y="180"/>
                    <a:pt x="8981" y="175"/>
                  </a:cubicBezTo>
                  <a:cubicBezTo>
                    <a:pt x="8949" y="167"/>
                    <a:pt x="8917" y="161"/>
                    <a:pt x="8885" y="154"/>
                  </a:cubicBezTo>
                  <a:cubicBezTo>
                    <a:pt x="8862" y="149"/>
                    <a:pt x="8841" y="145"/>
                    <a:pt x="8819" y="140"/>
                  </a:cubicBezTo>
                  <a:cubicBezTo>
                    <a:pt x="8787" y="134"/>
                    <a:pt x="8753" y="128"/>
                    <a:pt x="8721" y="120"/>
                  </a:cubicBezTo>
                  <a:cubicBezTo>
                    <a:pt x="8700" y="117"/>
                    <a:pt x="8680" y="113"/>
                    <a:pt x="8658" y="109"/>
                  </a:cubicBezTo>
                  <a:cubicBezTo>
                    <a:pt x="8624" y="103"/>
                    <a:pt x="8589" y="98"/>
                    <a:pt x="8556" y="91"/>
                  </a:cubicBezTo>
                  <a:cubicBezTo>
                    <a:pt x="8541" y="88"/>
                    <a:pt x="8527" y="87"/>
                    <a:pt x="8514" y="84"/>
                  </a:cubicBezTo>
                  <a:cubicBezTo>
                    <a:pt x="8438" y="73"/>
                    <a:pt x="8364" y="63"/>
                    <a:pt x="8289" y="53"/>
                  </a:cubicBezTo>
                  <a:cubicBezTo>
                    <a:pt x="8276" y="52"/>
                    <a:pt x="8263" y="50"/>
                    <a:pt x="8250" y="48"/>
                  </a:cubicBezTo>
                  <a:lnTo>
                    <a:pt x="8142" y="37"/>
                  </a:lnTo>
                  <a:cubicBezTo>
                    <a:pt x="8123" y="36"/>
                    <a:pt x="8106" y="33"/>
                    <a:pt x="8086" y="32"/>
                  </a:cubicBezTo>
                  <a:cubicBezTo>
                    <a:pt x="8050" y="27"/>
                    <a:pt x="8015" y="25"/>
                    <a:pt x="7979" y="22"/>
                  </a:cubicBezTo>
                  <a:lnTo>
                    <a:pt x="7925" y="19"/>
                  </a:lnTo>
                  <a:cubicBezTo>
                    <a:pt x="7887" y="16"/>
                    <a:pt x="7851" y="14"/>
                    <a:pt x="7814" y="11"/>
                  </a:cubicBezTo>
                  <a:cubicBezTo>
                    <a:pt x="7802" y="11"/>
                    <a:pt x="7791" y="10"/>
                    <a:pt x="7778" y="10"/>
                  </a:cubicBezTo>
                  <a:cubicBezTo>
                    <a:pt x="7689" y="6"/>
                    <a:pt x="7601" y="2"/>
                    <a:pt x="7512" y="1"/>
                  </a:cubicBezTo>
                  <a:lnTo>
                    <a:pt x="7510" y="1"/>
                  </a:lnTo>
                  <a:cubicBezTo>
                    <a:pt x="7482" y="0"/>
                    <a:pt x="7454" y="0"/>
                    <a:pt x="742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5" name="Google Shape;5905;p74"/>
            <p:cNvGrpSpPr/>
            <p:nvPr/>
          </p:nvGrpSpPr>
          <p:grpSpPr>
            <a:xfrm>
              <a:off x="-2755275" y="2288138"/>
              <a:ext cx="365275" cy="354875"/>
              <a:chOff x="-2755275" y="1020175"/>
              <a:chExt cx="365275" cy="354875"/>
            </a:xfrm>
          </p:grpSpPr>
          <p:sp>
            <p:nvSpPr>
              <p:cNvPr id="5906" name="Google Shape;5906;p74"/>
              <p:cNvSpPr/>
              <p:nvPr/>
            </p:nvSpPr>
            <p:spPr>
              <a:xfrm>
                <a:off x="-2755275" y="1020300"/>
                <a:ext cx="365275" cy="354750"/>
              </a:xfrm>
              <a:custGeom>
                <a:rect b="b" l="l" r="r" t="t"/>
                <a:pathLst>
                  <a:path extrusionOk="0" h="14190" w="14611">
                    <a:moveTo>
                      <a:pt x="7309" y="1"/>
                    </a:moveTo>
                    <a:cubicBezTo>
                      <a:pt x="6963" y="1"/>
                      <a:pt x="6616" y="26"/>
                      <a:pt x="6269" y="77"/>
                    </a:cubicBezTo>
                    <a:cubicBezTo>
                      <a:pt x="4405" y="353"/>
                      <a:pt x="2726" y="1356"/>
                      <a:pt x="1602" y="2867"/>
                    </a:cubicBezTo>
                    <a:cubicBezTo>
                      <a:pt x="477" y="4378"/>
                      <a:pt x="0" y="6273"/>
                      <a:pt x="275" y="8134"/>
                    </a:cubicBezTo>
                    <a:cubicBezTo>
                      <a:pt x="550" y="9995"/>
                      <a:pt x="1554" y="11671"/>
                      <a:pt x="3067" y="12792"/>
                    </a:cubicBezTo>
                    <a:cubicBezTo>
                      <a:pt x="4299" y="13705"/>
                      <a:pt x="5786" y="14190"/>
                      <a:pt x="7303" y="14190"/>
                    </a:cubicBezTo>
                    <a:cubicBezTo>
                      <a:pt x="7649" y="14190"/>
                      <a:pt x="7996" y="14165"/>
                      <a:pt x="8342" y="14114"/>
                    </a:cubicBezTo>
                    <a:cubicBezTo>
                      <a:pt x="10206" y="13838"/>
                      <a:pt x="11885" y="12834"/>
                      <a:pt x="13009" y="11323"/>
                    </a:cubicBezTo>
                    <a:cubicBezTo>
                      <a:pt x="14134" y="9813"/>
                      <a:pt x="14611" y="7919"/>
                      <a:pt x="14336" y="6057"/>
                    </a:cubicBezTo>
                    <a:cubicBezTo>
                      <a:pt x="14061" y="4196"/>
                      <a:pt x="13057" y="2520"/>
                      <a:pt x="11544" y="1399"/>
                    </a:cubicBezTo>
                    <a:cubicBezTo>
                      <a:pt x="10312" y="486"/>
                      <a:pt x="8826" y="1"/>
                      <a:pt x="7309" y="1"/>
                    </a:cubicBezTo>
                    <a:close/>
                  </a:path>
                </a:pathLst>
              </a:custGeom>
              <a:solidFill>
                <a:srgbClr val="020001">
                  <a:alpha val="8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4"/>
              <p:cNvSpPr/>
              <p:nvPr/>
            </p:nvSpPr>
            <p:spPr>
              <a:xfrm>
                <a:off x="-2737000" y="1020175"/>
                <a:ext cx="333050" cy="354175"/>
              </a:xfrm>
              <a:custGeom>
                <a:rect b="b" l="l" r="r" t="t"/>
                <a:pathLst>
                  <a:path extrusionOk="0" h="14167" w="13322">
                    <a:moveTo>
                      <a:pt x="6666" y="1"/>
                    </a:moveTo>
                    <a:cubicBezTo>
                      <a:pt x="7261" y="1957"/>
                      <a:pt x="9045" y="4031"/>
                      <a:pt x="8004" y="5732"/>
                    </a:cubicBezTo>
                    <a:cubicBezTo>
                      <a:pt x="7455" y="6679"/>
                      <a:pt x="5887" y="6312"/>
                      <a:pt x="4707" y="6870"/>
                    </a:cubicBezTo>
                    <a:cubicBezTo>
                      <a:pt x="3864" y="7282"/>
                      <a:pt x="2917" y="7215"/>
                      <a:pt x="1977" y="7552"/>
                    </a:cubicBezTo>
                    <a:cubicBezTo>
                      <a:pt x="1852" y="7618"/>
                      <a:pt x="1688" y="7736"/>
                      <a:pt x="1661" y="7875"/>
                    </a:cubicBezTo>
                    <a:cubicBezTo>
                      <a:pt x="1485" y="8790"/>
                      <a:pt x="998" y="9759"/>
                      <a:pt x="1" y="9771"/>
                    </a:cubicBezTo>
                    <a:cubicBezTo>
                      <a:pt x="418" y="10808"/>
                      <a:pt x="1082" y="11755"/>
                      <a:pt x="1978" y="12514"/>
                    </a:cubicBezTo>
                    <a:cubicBezTo>
                      <a:pt x="3132" y="13489"/>
                      <a:pt x="4491" y="14031"/>
                      <a:pt x="5871" y="14166"/>
                    </a:cubicBezTo>
                    <a:cubicBezTo>
                      <a:pt x="5795" y="13857"/>
                      <a:pt x="5741" y="13544"/>
                      <a:pt x="5707" y="13228"/>
                    </a:cubicBezTo>
                    <a:cubicBezTo>
                      <a:pt x="5686" y="13035"/>
                      <a:pt x="5674" y="12840"/>
                      <a:pt x="5666" y="12644"/>
                    </a:cubicBezTo>
                    <a:cubicBezTo>
                      <a:pt x="5454" y="11329"/>
                      <a:pt x="4520" y="10317"/>
                      <a:pt x="3963" y="9106"/>
                    </a:cubicBezTo>
                    <a:cubicBezTo>
                      <a:pt x="3466" y="8021"/>
                      <a:pt x="5191" y="7867"/>
                      <a:pt x="5960" y="7847"/>
                    </a:cubicBezTo>
                    <a:cubicBezTo>
                      <a:pt x="6062" y="7842"/>
                      <a:pt x="6159" y="7839"/>
                      <a:pt x="6250" y="7839"/>
                    </a:cubicBezTo>
                    <a:cubicBezTo>
                      <a:pt x="6432" y="7839"/>
                      <a:pt x="6594" y="7849"/>
                      <a:pt x="6737" y="7868"/>
                    </a:cubicBezTo>
                    <a:cubicBezTo>
                      <a:pt x="7110" y="8043"/>
                      <a:pt x="7463" y="8121"/>
                      <a:pt x="7797" y="8121"/>
                    </a:cubicBezTo>
                    <a:cubicBezTo>
                      <a:pt x="9183" y="8121"/>
                      <a:pt x="10232" y="6778"/>
                      <a:pt x="10965" y="5460"/>
                    </a:cubicBezTo>
                    <a:cubicBezTo>
                      <a:pt x="11079" y="5306"/>
                      <a:pt x="11280" y="5137"/>
                      <a:pt x="11530" y="5112"/>
                    </a:cubicBezTo>
                    <a:cubicBezTo>
                      <a:pt x="11739" y="5045"/>
                      <a:pt x="11958" y="5004"/>
                      <a:pt x="12180" y="4975"/>
                    </a:cubicBezTo>
                    <a:cubicBezTo>
                      <a:pt x="12499" y="4932"/>
                      <a:pt x="12819" y="4911"/>
                      <a:pt x="13140" y="4911"/>
                    </a:cubicBezTo>
                    <a:cubicBezTo>
                      <a:pt x="13200" y="4911"/>
                      <a:pt x="13261" y="4912"/>
                      <a:pt x="13322" y="4913"/>
                    </a:cubicBezTo>
                    <a:cubicBezTo>
                      <a:pt x="12928" y="3688"/>
                      <a:pt x="12203" y="2562"/>
                      <a:pt x="11170" y="1688"/>
                    </a:cubicBezTo>
                    <a:cubicBezTo>
                      <a:pt x="9846" y="569"/>
                      <a:pt x="8251" y="19"/>
                      <a:pt x="66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4"/>
              <p:cNvSpPr/>
              <p:nvPr/>
            </p:nvSpPr>
            <p:spPr>
              <a:xfrm>
                <a:off x="-2664450" y="1114125"/>
                <a:ext cx="175325" cy="167025"/>
              </a:xfrm>
              <a:custGeom>
                <a:rect b="b" l="l" r="r" t="t"/>
                <a:pathLst>
                  <a:path extrusionOk="0" h="6681" w="7013">
                    <a:moveTo>
                      <a:pt x="3684" y="0"/>
                    </a:moveTo>
                    <a:cubicBezTo>
                      <a:pt x="2827" y="0"/>
                      <a:pt x="1968" y="328"/>
                      <a:pt x="1312" y="984"/>
                    </a:cubicBezTo>
                    <a:cubicBezTo>
                      <a:pt x="5" y="2290"/>
                      <a:pt x="1" y="4406"/>
                      <a:pt x="1302" y="5707"/>
                    </a:cubicBezTo>
                    <a:cubicBezTo>
                      <a:pt x="1926" y="6331"/>
                      <a:pt x="2772" y="6681"/>
                      <a:pt x="3654" y="6681"/>
                    </a:cubicBezTo>
                    <a:cubicBezTo>
                      <a:pt x="3657" y="6681"/>
                      <a:pt x="3660" y="6681"/>
                      <a:pt x="3662" y="6681"/>
                    </a:cubicBezTo>
                    <a:cubicBezTo>
                      <a:pt x="4549" y="6679"/>
                      <a:pt x="5399" y="6326"/>
                      <a:pt x="6026" y="5697"/>
                    </a:cubicBezTo>
                    <a:cubicBezTo>
                      <a:pt x="6654" y="5070"/>
                      <a:pt x="7008" y="4219"/>
                      <a:pt x="7010" y="3334"/>
                    </a:cubicBezTo>
                    <a:cubicBezTo>
                      <a:pt x="7012" y="2447"/>
                      <a:pt x="6661" y="1599"/>
                      <a:pt x="6037" y="974"/>
                    </a:cubicBezTo>
                    <a:cubicBezTo>
                      <a:pt x="5388" y="324"/>
                      <a:pt x="4536" y="0"/>
                      <a:pt x="36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4"/>
              <p:cNvSpPr/>
              <p:nvPr/>
            </p:nvSpPr>
            <p:spPr>
              <a:xfrm>
                <a:off x="-2591150" y="1181150"/>
                <a:ext cx="36925" cy="32975"/>
              </a:xfrm>
              <a:custGeom>
                <a:rect b="b" l="l" r="r" t="t"/>
                <a:pathLst>
                  <a:path extrusionOk="0" h="1319" w="1477">
                    <a:moveTo>
                      <a:pt x="738" y="0"/>
                    </a:moveTo>
                    <a:cubicBezTo>
                      <a:pt x="326" y="0"/>
                      <a:pt x="1" y="381"/>
                      <a:pt x="96" y="810"/>
                    </a:cubicBezTo>
                    <a:cubicBezTo>
                      <a:pt x="150" y="1052"/>
                      <a:pt x="345" y="1247"/>
                      <a:pt x="588" y="1302"/>
                    </a:cubicBezTo>
                    <a:cubicBezTo>
                      <a:pt x="639" y="1313"/>
                      <a:pt x="689" y="1319"/>
                      <a:pt x="738" y="1319"/>
                    </a:cubicBezTo>
                    <a:cubicBezTo>
                      <a:pt x="1151" y="1319"/>
                      <a:pt x="1476" y="937"/>
                      <a:pt x="1380" y="508"/>
                    </a:cubicBezTo>
                    <a:cubicBezTo>
                      <a:pt x="1327" y="266"/>
                      <a:pt x="1132" y="71"/>
                      <a:pt x="889" y="17"/>
                    </a:cubicBezTo>
                    <a:cubicBezTo>
                      <a:pt x="838" y="6"/>
                      <a:pt x="787" y="0"/>
                      <a:pt x="7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10" name="Google Shape;5910;p74"/>
          <p:cNvGrpSpPr/>
          <p:nvPr/>
        </p:nvGrpSpPr>
        <p:grpSpPr>
          <a:xfrm rot="588872">
            <a:off x="75359" y="4494239"/>
            <a:ext cx="812858" cy="512799"/>
            <a:chOff x="-1963525" y="3710875"/>
            <a:chExt cx="260450" cy="164313"/>
          </a:xfrm>
        </p:grpSpPr>
        <p:sp>
          <p:nvSpPr>
            <p:cNvPr id="5911" name="Google Shape;5911;p74"/>
            <p:cNvSpPr/>
            <p:nvPr/>
          </p:nvSpPr>
          <p:spPr>
            <a:xfrm>
              <a:off x="-1963525" y="3710875"/>
              <a:ext cx="260450" cy="164225"/>
            </a:xfrm>
            <a:custGeom>
              <a:rect b="b" l="l" r="r" t="t"/>
              <a:pathLst>
                <a:path extrusionOk="0" h="6569" w="10418">
                  <a:moveTo>
                    <a:pt x="10075" y="0"/>
                  </a:moveTo>
                  <a:lnTo>
                    <a:pt x="365" y="1"/>
                  </a:lnTo>
                  <a:cubicBezTo>
                    <a:pt x="242" y="1"/>
                    <a:pt x="138" y="109"/>
                    <a:pt x="138" y="230"/>
                  </a:cubicBezTo>
                  <a:lnTo>
                    <a:pt x="138" y="739"/>
                  </a:lnTo>
                  <a:lnTo>
                    <a:pt x="138" y="3629"/>
                  </a:lnTo>
                  <a:lnTo>
                    <a:pt x="53" y="3629"/>
                  </a:lnTo>
                  <a:cubicBezTo>
                    <a:pt x="32" y="3656"/>
                    <a:pt x="28" y="3672"/>
                    <a:pt x="1" y="3695"/>
                  </a:cubicBezTo>
                  <a:lnTo>
                    <a:pt x="1" y="5827"/>
                  </a:lnTo>
                  <a:cubicBezTo>
                    <a:pt x="28" y="5849"/>
                    <a:pt x="33" y="5860"/>
                    <a:pt x="53" y="5883"/>
                  </a:cubicBezTo>
                  <a:lnTo>
                    <a:pt x="138" y="5883"/>
                  </a:lnTo>
                  <a:lnTo>
                    <a:pt x="138" y="6359"/>
                  </a:lnTo>
                  <a:cubicBezTo>
                    <a:pt x="138" y="6482"/>
                    <a:pt x="241" y="6569"/>
                    <a:pt x="365" y="6569"/>
                  </a:cubicBezTo>
                  <a:lnTo>
                    <a:pt x="10075" y="6567"/>
                  </a:lnTo>
                  <a:cubicBezTo>
                    <a:pt x="10197" y="6567"/>
                    <a:pt x="10282" y="6481"/>
                    <a:pt x="10282" y="6358"/>
                  </a:cubicBezTo>
                  <a:lnTo>
                    <a:pt x="10282" y="5881"/>
                  </a:lnTo>
                  <a:lnTo>
                    <a:pt x="10369" y="5881"/>
                  </a:lnTo>
                  <a:cubicBezTo>
                    <a:pt x="10391" y="5859"/>
                    <a:pt x="10391" y="5848"/>
                    <a:pt x="10418" y="5826"/>
                  </a:cubicBezTo>
                  <a:lnTo>
                    <a:pt x="10418" y="3693"/>
                  </a:lnTo>
                  <a:cubicBezTo>
                    <a:pt x="10391" y="3672"/>
                    <a:pt x="10391" y="3656"/>
                    <a:pt x="10369" y="3628"/>
                  </a:cubicBezTo>
                  <a:lnTo>
                    <a:pt x="10282" y="3628"/>
                  </a:lnTo>
                  <a:lnTo>
                    <a:pt x="10282" y="738"/>
                  </a:lnTo>
                  <a:lnTo>
                    <a:pt x="10282" y="229"/>
                  </a:lnTo>
                  <a:cubicBezTo>
                    <a:pt x="10282" y="107"/>
                    <a:pt x="10197" y="0"/>
                    <a:pt x="10075"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2" name="Google Shape;5912;p74"/>
            <p:cNvGrpSpPr/>
            <p:nvPr/>
          </p:nvGrpSpPr>
          <p:grpSpPr>
            <a:xfrm>
              <a:off x="-1963525" y="3710913"/>
              <a:ext cx="260450" cy="164275"/>
              <a:chOff x="-1963525" y="2442950"/>
              <a:chExt cx="260450" cy="164275"/>
            </a:xfrm>
          </p:grpSpPr>
          <p:sp>
            <p:nvSpPr>
              <p:cNvPr id="5913" name="Google Shape;5913;p74"/>
              <p:cNvSpPr/>
              <p:nvPr/>
            </p:nvSpPr>
            <p:spPr>
              <a:xfrm>
                <a:off x="-1963525" y="2533650"/>
                <a:ext cx="260450" cy="56425"/>
              </a:xfrm>
              <a:custGeom>
                <a:rect b="b" l="l" r="r" t="t"/>
                <a:pathLst>
                  <a:path extrusionOk="0" h="2257" w="10418">
                    <a:moveTo>
                      <a:pt x="10369" y="1"/>
                    </a:moveTo>
                    <a:lnTo>
                      <a:pt x="53" y="3"/>
                    </a:lnTo>
                    <a:cubicBezTo>
                      <a:pt x="33" y="31"/>
                      <a:pt x="28" y="47"/>
                      <a:pt x="1" y="69"/>
                    </a:cubicBezTo>
                    <a:lnTo>
                      <a:pt x="1" y="2202"/>
                    </a:lnTo>
                    <a:cubicBezTo>
                      <a:pt x="28" y="2224"/>
                      <a:pt x="32" y="2235"/>
                      <a:pt x="53" y="2257"/>
                    </a:cubicBezTo>
                    <a:lnTo>
                      <a:pt x="10369" y="2255"/>
                    </a:lnTo>
                    <a:cubicBezTo>
                      <a:pt x="10391" y="2233"/>
                      <a:pt x="10391" y="2221"/>
                      <a:pt x="10418" y="2199"/>
                    </a:cubicBezTo>
                    <a:lnTo>
                      <a:pt x="10418" y="67"/>
                    </a:lnTo>
                    <a:cubicBezTo>
                      <a:pt x="10391" y="44"/>
                      <a:pt x="10391" y="28"/>
                      <a:pt x="103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4"/>
              <p:cNvSpPr/>
              <p:nvPr/>
            </p:nvSpPr>
            <p:spPr>
              <a:xfrm>
                <a:off x="-1960125" y="2442950"/>
                <a:ext cx="253650" cy="164275"/>
              </a:xfrm>
              <a:custGeom>
                <a:rect b="b" l="l" r="r" t="t"/>
                <a:pathLst>
                  <a:path extrusionOk="0" h="6571" w="10146">
                    <a:moveTo>
                      <a:pt x="9937" y="0"/>
                    </a:moveTo>
                    <a:lnTo>
                      <a:pt x="227" y="1"/>
                    </a:lnTo>
                    <a:cubicBezTo>
                      <a:pt x="105" y="1"/>
                      <a:pt x="0" y="109"/>
                      <a:pt x="0" y="232"/>
                    </a:cubicBezTo>
                    <a:lnTo>
                      <a:pt x="0" y="739"/>
                    </a:lnTo>
                    <a:lnTo>
                      <a:pt x="2" y="6362"/>
                    </a:lnTo>
                    <a:cubicBezTo>
                      <a:pt x="2" y="6483"/>
                      <a:pt x="105" y="6570"/>
                      <a:pt x="229" y="6570"/>
                    </a:cubicBezTo>
                    <a:lnTo>
                      <a:pt x="9939" y="6569"/>
                    </a:lnTo>
                    <a:cubicBezTo>
                      <a:pt x="10061" y="6569"/>
                      <a:pt x="10146" y="6482"/>
                      <a:pt x="10146" y="6360"/>
                    </a:cubicBezTo>
                    <a:lnTo>
                      <a:pt x="10143" y="738"/>
                    </a:lnTo>
                    <a:lnTo>
                      <a:pt x="10143" y="230"/>
                    </a:lnTo>
                    <a:cubicBezTo>
                      <a:pt x="10143" y="108"/>
                      <a:pt x="10061" y="0"/>
                      <a:pt x="99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4"/>
              <p:cNvSpPr/>
              <p:nvPr/>
            </p:nvSpPr>
            <p:spPr>
              <a:xfrm>
                <a:off x="-1953625" y="2448675"/>
                <a:ext cx="11300" cy="11325"/>
              </a:xfrm>
              <a:custGeom>
                <a:rect b="b" l="l" r="r" t="t"/>
                <a:pathLst>
                  <a:path extrusionOk="0" h="453" w="452">
                    <a:moveTo>
                      <a:pt x="225" y="1"/>
                    </a:moveTo>
                    <a:cubicBezTo>
                      <a:pt x="100" y="1"/>
                      <a:pt x="0" y="102"/>
                      <a:pt x="0" y="227"/>
                    </a:cubicBezTo>
                    <a:cubicBezTo>
                      <a:pt x="0" y="351"/>
                      <a:pt x="100" y="453"/>
                      <a:pt x="225" y="453"/>
                    </a:cubicBezTo>
                    <a:cubicBezTo>
                      <a:pt x="351" y="453"/>
                      <a:pt x="451" y="351"/>
                      <a:pt x="451" y="227"/>
                    </a:cubicBezTo>
                    <a:cubicBezTo>
                      <a:pt x="451" y="102"/>
                      <a:pt x="350"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4"/>
              <p:cNvSpPr/>
              <p:nvPr/>
            </p:nvSpPr>
            <p:spPr>
              <a:xfrm>
                <a:off x="-1724150" y="2448650"/>
                <a:ext cx="11300" cy="11325"/>
              </a:xfrm>
              <a:custGeom>
                <a:rect b="b" l="l" r="r" t="t"/>
                <a:pathLst>
                  <a:path extrusionOk="0" h="453" w="452">
                    <a:moveTo>
                      <a:pt x="229" y="0"/>
                    </a:moveTo>
                    <a:cubicBezTo>
                      <a:pt x="228" y="0"/>
                      <a:pt x="227" y="0"/>
                      <a:pt x="227" y="0"/>
                    </a:cubicBezTo>
                    <a:cubicBezTo>
                      <a:pt x="101" y="0"/>
                      <a:pt x="1" y="102"/>
                      <a:pt x="1" y="226"/>
                    </a:cubicBezTo>
                    <a:cubicBezTo>
                      <a:pt x="1" y="351"/>
                      <a:pt x="101" y="452"/>
                      <a:pt x="227" y="452"/>
                    </a:cubicBezTo>
                    <a:cubicBezTo>
                      <a:pt x="352" y="452"/>
                      <a:pt x="452" y="351"/>
                      <a:pt x="452" y="226"/>
                    </a:cubicBezTo>
                    <a:cubicBezTo>
                      <a:pt x="452" y="102"/>
                      <a:pt x="353" y="0"/>
                      <a:pt x="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4"/>
              <p:cNvSpPr/>
              <p:nvPr/>
            </p:nvSpPr>
            <p:spPr>
              <a:xfrm>
                <a:off x="-1953600" y="2590250"/>
                <a:ext cx="11325" cy="11300"/>
              </a:xfrm>
              <a:custGeom>
                <a:rect b="b" l="l" r="r" t="t"/>
                <a:pathLst>
                  <a:path extrusionOk="0" h="452" w="453">
                    <a:moveTo>
                      <a:pt x="226" y="0"/>
                    </a:moveTo>
                    <a:cubicBezTo>
                      <a:pt x="100" y="0"/>
                      <a:pt x="0" y="100"/>
                      <a:pt x="0" y="225"/>
                    </a:cubicBezTo>
                    <a:cubicBezTo>
                      <a:pt x="0" y="351"/>
                      <a:pt x="100" y="451"/>
                      <a:pt x="226" y="451"/>
                    </a:cubicBezTo>
                    <a:cubicBezTo>
                      <a:pt x="351" y="451"/>
                      <a:pt x="452" y="351"/>
                      <a:pt x="452" y="225"/>
                    </a:cubicBezTo>
                    <a:cubicBezTo>
                      <a:pt x="452" y="100"/>
                      <a:pt x="350" y="0"/>
                      <a:pt x="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4"/>
              <p:cNvSpPr/>
              <p:nvPr/>
            </p:nvSpPr>
            <p:spPr>
              <a:xfrm>
                <a:off x="-1724125" y="2590175"/>
                <a:ext cx="11325" cy="11350"/>
              </a:xfrm>
              <a:custGeom>
                <a:rect b="b" l="l" r="r" t="t"/>
                <a:pathLst>
                  <a:path extrusionOk="0" h="454" w="453">
                    <a:moveTo>
                      <a:pt x="229" y="1"/>
                    </a:moveTo>
                    <a:cubicBezTo>
                      <a:pt x="228" y="1"/>
                      <a:pt x="227" y="1"/>
                      <a:pt x="227" y="1"/>
                    </a:cubicBezTo>
                    <a:cubicBezTo>
                      <a:pt x="101" y="1"/>
                      <a:pt x="1" y="102"/>
                      <a:pt x="1" y="227"/>
                    </a:cubicBezTo>
                    <a:cubicBezTo>
                      <a:pt x="1" y="352"/>
                      <a:pt x="101" y="453"/>
                      <a:pt x="227" y="453"/>
                    </a:cubicBezTo>
                    <a:cubicBezTo>
                      <a:pt x="352" y="453"/>
                      <a:pt x="453" y="352"/>
                      <a:pt x="453" y="227"/>
                    </a:cubicBezTo>
                    <a:cubicBezTo>
                      <a:pt x="453" y="103"/>
                      <a:pt x="352" y="1"/>
                      <a:pt x="2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4"/>
              <p:cNvSpPr/>
              <p:nvPr/>
            </p:nvSpPr>
            <p:spPr>
              <a:xfrm>
                <a:off x="-1942900" y="2460125"/>
                <a:ext cx="219250" cy="102425"/>
              </a:xfrm>
              <a:custGeom>
                <a:rect b="b" l="l" r="r" t="t"/>
                <a:pathLst>
                  <a:path extrusionOk="0" h="4097" w="8770">
                    <a:moveTo>
                      <a:pt x="8330" y="1"/>
                    </a:moveTo>
                    <a:lnTo>
                      <a:pt x="441" y="2"/>
                    </a:lnTo>
                    <a:cubicBezTo>
                      <a:pt x="270" y="174"/>
                      <a:pt x="166" y="270"/>
                      <a:pt x="0" y="442"/>
                    </a:cubicBezTo>
                    <a:lnTo>
                      <a:pt x="1" y="4018"/>
                    </a:lnTo>
                    <a:cubicBezTo>
                      <a:pt x="1" y="4062"/>
                      <a:pt x="39" y="4097"/>
                      <a:pt x="83" y="4097"/>
                    </a:cubicBezTo>
                    <a:lnTo>
                      <a:pt x="8692" y="4096"/>
                    </a:lnTo>
                    <a:cubicBezTo>
                      <a:pt x="8736" y="4096"/>
                      <a:pt x="8769" y="4061"/>
                      <a:pt x="8769" y="4016"/>
                    </a:cubicBezTo>
                    <a:lnTo>
                      <a:pt x="8768" y="440"/>
                    </a:lnTo>
                    <a:cubicBezTo>
                      <a:pt x="8603" y="269"/>
                      <a:pt x="8501" y="172"/>
                      <a:pt x="8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4"/>
              <p:cNvSpPr/>
              <p:nvPr/>
            </p:nvSpPr>
            <p:spPr>
              <a:xfrm>
                <a:off x="-1912775" y="2568700"/>
                <a:ext cx="159150" cy="38525"/>
              </a:xfrm>
              <a:custGeom>
                <a:rect b="b" l="l" r="r" t="t"/>
                <a:pathLst>
                  <a:path extrusionOk="0" h="1541" w="6366">
                    <a:moveTo>
                      <a:pt x="5940" y="0"/>
                    </a:moveTo>
                    <a:lnTo>
                      <a:pt x="425" y="1"/>
                    </a:lnTo>
                    <a:cubicBezTo>
                      <a:pt x="338" y="1"/>
                      <a:pt x="264" y="69"/>
                      <a:pt x="248" y="155"/>
                    </a:cubicBezTo>
                    <a:lnTo>
                      <a:pt x="1" y="1540"/>
                    </a:lnTo>
                    <a:lnTo>
                      <a:pt x="6365" y="1539"/>
                    </a:lnTo>
                    <a:lnTo>
                      <a:pt x="6116" y="153"/>
                    </a:lnTo>
                    <a:cubicBezTo>
                      <a:pt x="6101" y="68"/>
                      <a:pt x="6026" y="0"/>
                      <a:pt x="59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4"/>
              <p:cNvSpPr/>
              <p:nvPr/>
            </p:nvSpPr>
            <p:spPr>
              <a:xfrm>
                <a:off x="-1895300" y="2591325"/>
                <a:ext cx="12525" cy="12525"/>
              </a:xfrm>
              <a:custGeom>
                <a:rect b="b" l="l" r="r" t="t"/>
                <a:pathLst>
                  <a:path extrusionOk="0" h="501" w="501">
                    <a:moveTo>
                      <a:pt x="253" y="0"/>
                    </a:moveTo>
                    <a:cubicBezTo>
                      <a:pt x="252" y="0"/>
                      <a:pt x="252" y="0"/>
                      <a:pt x="251" y="0"/>
                    </a:cubicBezTo>
                    <a:cubicBezTo>
                      <a:pt x="113" y="0"/>
                      <a:pt x="0" y="113"/>
                      <a:pt x="0" y="251"/>
                    </a:cubicBezTo>
                    <a:cubicBezTo>
                      <a:pt x="0" y="388"/>
                      <a:pt x="113" y="501"/>
                      <a:pt x="251" y="501"/>
                    </a:cubicBezTo>
                    <a:cubicBezTo>
                      <a:pt x="388" y="501"/>
                      <a:pt x="501" y="388"/>
                      <a:pt x="501" y="251"/>
                    </a:cubicBezTo>
                    <a:cubicBezTo>
                      <a:pt x="501" y="113"/>
                      <a:pt x="389" y="0"/>
                      <a:pt x="2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4"/>
              <p:cNvSpPr/>
              <p:nvPr/>
            </p:nvSpPr>
            <p:spPr>
              <a:xfrm>
                <a:off x="-1783650" y="2591300"/>
                <a:ext cx="12550" cy="12525"/>
              </a:xfrm>
              <a:custGeom>
                <a:rect b="b" l="l" r="r" t="t"/>
                <a:pathLst>
                  <a:path extrusionOk="0" h="501" w="502">
                    <a:moveTo>
                      <a:pt x="251" y="0"/>
                    </a:moveTo>
                    <a:cubicBezTo>
                      <a:pt x="112" y="0"/>
                      <a:pt x="1" y="113"/>
                      <a:pt x="1" y="250"/>
                    </a:cubicBezTo>
                    <a:cubicBezTo>
                      <a:pt x="1" y="388"/>
                      <a:pt x="112" y="501"/>
                      <a:pt x="251" y="501"/>
                    </a:cubicBezTo>
                    <a:cubicBezTo>
                      <a:pt x="389" y="501"/>
                      <a:pt x="501" y="388"/>
                      <a:pt x="501" y="250"/>
                    </a:cubicBezTo>
                    <a:cubicBezTo>
                      <a:pt x="501" y="113"/>
                      <a:pt x="389" y="0"/>
                      <a:pt x="2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4"/>
              <p:cNvSpPr/>
              <p:nvPr/>
            </p:nvSpPr>
            <p:spPr>
              <a:xfrm>
                <a:off x="-1869350" y="2588650"/>
                <a:ext cx="9650" cy="9650"/>
              </a:xfrm>
              <a:custGeom>
                <a:rect b="b" l="l" r="r" t="t"/>
                <a:pathLst>
                  <a:path extrusionOk="0" h="386" w="386">
                    <a:moveTo>
                      <a:pt x="188" y="0"/>
                    </a:moveTo>
                    <a:cubicBezTo>
                      <a:pt x="85" y="0"/>
                      <a:pt x="1" y="85"/>
                      <a:pt x="1" y="188"/>
                    </a:cubicBezTo>
                    <a:lnTo>
                      <a:pt x="1" y="198"/>
                    </a:lnTo>
                    <a:cubicBezTo>
                      <a:pt x="1" y="301"/>
                      <a:pt x="85" y="385"/>
                      <a:pt x="188" y="385"/>
                    </a:cubicBezTo>
                    <a:lnTo>
                      <a:pt x="199" y="385"/>
                    </a:lnTo>
                    <a:cubicBezTo>
                      <a:pt x="302" y="385"/>
                      <a:pt x="386" y="301"/>
                      <a:pt x="386" y="198"/>
                    </a:cubicBezTo>
                    <a:lnTo>
                      <a:pt x="386" y="188"/>
                    </a:lnTo>
                    <a:cubicBezTo>
                      <a:pt x="386" y="85"/>
                      <a:pt x="302" y="0"/>
                      <a:pt x="1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4"/>
              <p:cNvSpPr/>
              <p:nvPr/>
            </p:nvSpPr>
            <p:spPr>
              <a:xfrm>
                <a:off x="-1806800" y="2588650"/>
                <a:ext cx="9650" cy="9650"/>
              </a:xfrm>
              <a:custGeom>
                <a:rect b="b" l="l" r="r" t="t"/>
                <a:pathLst>
                  <a:path extrusionOk="0" h="386" w="386">
                    <a:moveTo>
                      <a:pt x="187" y="0"/>
                    </a:moveTo>
                    <a:cubicBezTo>
                      <a:pt x="84" y="0"/>
                      <a:pt x="0" y="85"/>
                      <a:pt x="0" y="188"/>
                    </a:cubicBezTo>
                    <a:lnTo>
                      <a:pt x="0" y="198"/>
                    </a:lnTo>
                    <a:cubicBezTo>
                      <a:pt x="0" y="301"/>
                      <a:pt x="84" y="385"/>
                      <a:pt x="187" y="385"/>
                    </a:cubicBezTo>
                    <a:lnTo>
                      <a:pt x="197" y="385"/>
                    </a:lnTo>
                    <a:cubicBezTo>
                      <a:pt x="300" y="385"/>
                      <a:pt x="385" y="301"/>
                      <a:pt x="385" y="198"/>
                    </a:cubicBezTo>
                    <a:lnTo>
                      <a:pt x="385" y="188"/>
                    </a:lnTo>
                    <a:cubicBezTo>
                      <a:pt x="385" y="85"/>
                      <a:pt x="300" y="0"/>
                      <a:pt x="1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4"/>
              <p:cNvSpPr/>
              <p:nvPr/>
            </p:nvSpPr>
            <p:spPr>
              <a:xfrm>
                <a:off x="-1905125" y="2464250"/>
                <a:ext cx="144350" cy="22725"/>
              </a:xfrm>
              <a:custGeom>
                <a:rect b="b" l="l" r="r" t="t"/>
                <a:pathLst>
                  <a:path extrusionOk="0" h="909" w="5774">
                    <a:moveTo>
                      <a:pt x="5436" y="1"/>
                    </a:moveTo>
                    <a:lnTo>
                      <a:pt x="337" y="2"/>
                    </a:lnTo>
                    <a:cubicBezTo>
                      <a:pt x="151" y="2"/>
                      <a:pt x="0" y="154"/>
                      <a:pt x="0" y="339"/>
                    </a:cubicBezTo>
                    <a:lnTo>
                      <a:pt x="0" y="573"/>
                    </a:lnTo>
                    <a:cubicBezTo>
                      <a:pt x="0" y="758"/>
                      <a:pt x="151" y="909"/>
                      <a:pt x="337" y="909"/>
                    </a:cubicBezTo>
                    <a:lnTo>
                      <a:pt x="5436" y="908"/>
                    </a:lnTo>
                    <a:cubicBezTo>
                      <a:pt x="5622" y="908"/>
                      <a:pt x="5773" y="757"/>
                      <a:pt x="5773" y="572"/>
                    </a:cubicBezTo>
                    <a:lnTo>
                      <a:pt x="5773" y="337"/>
                    </a:lnTo>
                    <a:cubicBezTo>
                      <a:pt x="5773" y="151"/>
                      <a:pt x="5622" y="1"/>
                      <a:pt x="54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4"/>
              <p:cNvSpPr/>
              <p:nvPr/>
            </p:nvSpPr>
            <p:spPr>
              <a:xfrm>
                <a:off x="-1941500" y="2483875"/>
                <a:ext cx="218450" cy="77300"/>
              </a:xfrm>
              <a:custGeom>
                <a:rect b="b" l="l" r="r" t="t"/>
                <a:pathLst>
                  <a:path extrusionOk="0" h="3092" w="8738">
                    <a:moveTo>
                      <a:pt x="8737" y="0"/>
                    </a:moveTo>
                    <a:lnTo>
                      <a:pt x="0" y="2241"/>
                    </a:lnTo>
                    <a:lnTo>
                      <a:pt x="0" y="3092"/>
                    </a:lnTo>
                    <a:lnTo>
                      <a:pt x="8738" y="853"/>
                    </a:lnTo>
                    <a:lnTo>
                      <a:pt x="87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4"/>
              <p:cNvSpPr/>
              <p:nvPr/>
            </p:nvSpPr>
            <p:spPr>
              <a:xfrm>
                <a:off x="-1900975" y="2470700"/>
                <a:ext cx="135375" cy="1575"/>
              </a:xfrm>
              <a:custGeom>
                <a:rect b="b" l="l" r="r" t="t"/>
                <a:pathLst>
                  <a:path extrusionOk="0" h="63" w="5415">
                    <a:moveTo>
                      <a:pt x="0" y="1"/>
                    </a:moveTo>
                    <a:lnTo>
                      <a:pt x="0" y="63"/>
                    </a:lnTo>
                    <a:lnTo>
                      <a:pt x="5414" y="63"/>
                    </a:lnTo>
                    <a:lnTo>
                      <a:pt x="54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4"/>
              <p:cNvSpPr/>
              <p:nvPr/>
            </p:nvSpPr>
            <p:spPr>
              <a:xfrm>
                <a:off x="-1900975" y="2478975"/>
                <a:ext cx="135375" cy="1550"/>
              </a:xfrm>
              <a:custGeom>
                <a:rect b="b" l="l" r="r" t="t"/>
                <a:pathLst>
                  <a:path extrusionOk="0" h="62" w="5415">
                    <a:moveTo>
                      <a:pt x="0" y="0"/>
                    </a:moveTo>
                    <a:lnTo>
                      <a:pt x="0" y="62"/>
                    </a:lnTo>
                    <a:lnTo>
                      <a:pt x="5414" y="62"/>
                    </a:lnTo>
                    <a:lnTo>
                      <a:pt x="54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4"/>
              <p:cNvSpPr/>
              <p:nvPr/>
            </p:nvSpPr>
            <p:spPr>
              <a:xfrm>
                <a:off x="-1910875" y="2493450"/>
                <a:ext cx="155275" cy="44050"/>
              </a:xfrm>
              <a:custGeom>
                <a:rect b="b" l="l" r="r" t="t"/>
                <a:pathLst>
                  <a:path extrusionOk="0" h="1762" w="6211">
                    <a:moveTo>
                      <a:pt x="5330" y="0"/>
                    </a:moveTo>
                    <a:lnTo>
                      <a:pt x="880" y="2"/>
                    </a:lnTo>
                    <a:cubicBezTo>
                      <a:pt x="395" y="2"/>
                      <a:pt x="0" y="396"/>
                      <a:pt x="0" y="881"/>
                    </a:cubicBezTo>
                    <a:cubicBezTo>
                      <a:pt x="0" y="1366"/>
                      <a:pt x="395" y="1762"/>
                      <a:pt x="880" y="1762"/>
                    </a:cubicBezTo>
                    <a:lnTo>
                      <a:pt x="5330" y="1760"/>
                    </a:lnTo>
                    <a:cubicBezTo>
                      <a:pt x="5815" y="1760"/>
                      <a:pt x="6211" y="1365"/>
                      <a:pt x="6211" y="880"/>
                    </a:cubicBezTo>
                    <a:cubicBezTo>
                      <a:pt x="6211" y="395"/>
                      <a:pt x="5815" y="0"/>
                      <a:pt x="5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4"/>
              <p:cNvSpPr/>
              <p:nvPr/>
            </p:nvSpPr>
            <p:spPr>
              <a:xfrm>
                <a:off x="-1907850" y="2496900"/>
                <a:ext cx="148425" cy="37150"/>
              </a:xfrm>
              <a:custGeom>
                <a:rect b="b" l="l" r="r" t="t"/>
                <a:pathLst>
                  <a:path extrusionOk="0" h="1486" w="5937">
                    <a:moveTo>
                      <a:pt x="5196" y="0"/>
                    </a:moveTo>
                    <a:lnTo>
                      <a:pt x="742" y="1"/>
                    </a:lnTo>
                    <a:cubicBezTo>
                      <a:pt x="332" y="1"/>
                      <a:pt x="1" y="334"/>
                      <a:pt x="1" y="743"/>
                    </a:cubicBezTo>
                    <a:cubicBezTo>
                      <a:pt x="1" y="1154"/>
                      <a:pt x="332" y="1485"/>
                      <a:pt x="742" y="1485"/>
                    </a:cubicBezTo>
                    <a:lnTo>
                      <a:pt x="5196" y="1484"/>
                    </a:lnTo>
                    <a:cubicBezTo>
                      <a:pt x="5606" y="1484"/>
                      <a:pt x="5937" y="1152"/>
                      <a:pt x="5937" y="742"/>
                    </a:cubicBezTo>
                    <a:cubicBezTo>
                      <a:pt x="5937" y="334"/>
                      <a:pt x="5605" y="0"/>
                      <a:pt x="5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4"/>
              <p:cNvSpPr/>
              <p:nvPr/>
            </p:nvSpPr>
            <p:spPr>
              <a:xfrm>
                <a:off x="-179827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4"/>
              <p:cNvSpPr/>
              <p:nvPr/>
            </p:nvSpPr>
            <p:spPr>
              <a:xfrm>
                <a:off x="-179664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4"/>
              <p:cNvSpPr/>
              <p:nvPr/>
            </p:nvSpPr>
            <p:spPr>
              <a:xfrm>
                <a:off x="-178585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4"/>
              <p:cNvSpPr/>
              <p:nvPr/>
            </p:nvSpPr>
            <p:spPr>
              <a:xfrm>
                <a:off x="-191052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4"/>
              <p:cNvSpPr/>
              <p:nvPr/>
            </p:nvSpPr>
            <p:spPr>
              <a:xfrm>
                <a:off x="-190889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4"/>
              <p:cNvSpPr/>
              <p:nvPr/>
            </p:nvSpPr>
            <p:spPr>
              <a:xfrm>
                <a:off x="-189810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937" name="Shape 5937"/>
        <p:cNvGrpSpPr/>
        <p:nvPr/>
      </p:nvGrpSpPr>
      <p:grpSpPr>
        <a:xfrm>
          <a:off x="0" y="0"/>
          <a:ext cx="0" cy="0"/>
          <a:chOff x="0" y="0"/>
          <a:chExt cx="0" cy="0"/>
        </a:xfrm>
      </p:grpSpPr>
      <p:sp>
        <p:nvSpPr>
          <p:cNvPr id="5938" name="Google Shape;5938;p75"/>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5939" name="Google Shape;5939;p75"/>
          <p:cNvSpPr txBox="1"/>
          <p:nvPr>
            <p:ph idx="1" type="subTitle"/>
          </p:nvPr>
        </p:nvSpPr>
        <p:spPr>
          <a:xfrm>
            <a:off x="1537000" y="1657350"/>
            <a:ext cx="6076800" cy="1828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accent3"/>
              </a:buClr>
              <a:buSzPts val="1600"/>
              <a:buFont typeface="Work Sans Light"/>
              <a:buChar char="●"/>
              <a:defRPr/>
            </a:lvl1pPr>
            <a:lvl2pPr lvl="1" algn="ctr">
              <a:lnSpc>
                <a:spcPct val="100000"/>
              </a:lnSpc>
              <a:spcBef>
                <a:spcPts val="0"/>
              </a:spcBef>
              <a:spcAft>
                <a:spcPts val="0"/>
              </a:spcAft>
              <a:buClr>
                <a:srgbClr val="E76A28"/>
              </a:buClr>
              <a:buSzPts val="1600"/>
              <a:buFont typeface="Nunito Light"/>
              <a:buChar char="○"/>
              <a:defRPr/>
            </a:lvl2pPr>
            <a:lvl3pPr lvl="2" algn="ctr">
              <a:lnSpc>
                <a:spcPct val="100000"/>
              </a:lnSpc>
              <a:spcBef>
                <a:spcPts val="0"/>
              </a:spcBef>
              <a:spcAft>
                <a:spcPts val="0"/>
              </a:spcAft>
              <a:buClr>
                <a:srgbClr val="E76A28"/>
              </a:buClr>
              <a:buSzPts val="1500"/>
              <a:buFont typeface="Nunito Light"/>
              <a:buChar char="■"/>
              <a:defRPr/>
            </a:lvl3pPr>
            <a:lvl4pPr lvl="3" algn="ctr">
              <a:lnSpc>
                <a:spcPct val="100000"/>
              </a:lnSpc>
              <a:spcBef>
                <a:spcPts val="0"/>
              </a:spcBef>
              <a:spcAft>
                <a:spcPts val="0"/>
              </a:spcAft>
              <a:buClr>
                <a:srgbClr val="E76A28"/>
              </a:buClr>
              <a:buSzPts val="1500"/>
              <a:buFont typeface="Nunito Light"/>
              <a:buChar char="●"/>
              <a:defRPr/>
            </a:lvl4pPr>
            <a:lvl5pPr lvl="4" algn="ctr">
              <a:lnSpc>
                <a:spcPct val="100000"/>
              </a:lnSpc>
              <a:spcBef>
                <a:spcPts val="0"/>
              </a:spcBef>
              <a:spcAft>
                <a:spcPts val="0"/>
              </a:spcAft>
              <a:buClr>
                <a:srgbClr val="E76A28"/>
              </a:buClr>
              <a:buSzPts val="1400"/>
              <a:buFont typeface="Nunito Light"/>
              <a:buChar char="○"/>
              <a:defRPr/>
            </a:lvl5pPr>
            <a:lvl6pPr lvl="5" algn="ctr">
              <a:lnSpc>
                <a:spcPct val="100000"/>
              </a:lnSpc>
              <a:spcBef>
                <a:spcPts val="0"/>
              </a:spcBef>
              <a:spcAft>
                <a:spcPts val="0"/>
              </a:spcAft>
              <a:buClr>
                <a:srgbClr val="999999"/>
              </a:buClr>
              <a:buSzPts val="1400"/>
              <a:buFont typeface="Nunito Light"/>
              <a:buChar char="■"/>
              <a:defRPr/>
            </a:lvl6pPr>
            <a:lvl7pPr lvl="6" algn="ctr">
              <a:lnSpc>
                <a:spcPct val="100000"/>
              </a:lnSpc>
              <a:spcBef>
                <a:spcPts val="0"/>
              </a:spcBef>
              <a:spcAft>
                <a:spcPts val="0"/>
              </a:spcAft>
              <a:buClr>
                <a:srgbClr val="999999"/>
              </a:buClr>
              <a:buSzPts val="1300"/>
              <a:buFont typeface="Nunito Light"/>
              <a:buChar char="●"/>
              <a:defRPr/>
            </a:lvl7pPr>
            <a:lvl8pPr lvl="7" algn="ctr">
              <a:lnSpc>
                <a:spcPct val="100000"/>
              </a:lnSpc>
              <a:spcBef>
                <a:spcPts val="0"/>
              </a:spcBef>
              <a:spcAft>
                <a:spcPts val="0"/>
              </a:spcAft>
              <a:buClr>
                <a:srgbClr val="999999"/>
              </a:buClr>
              <a:buSzPts val="1300"/>
              <a:buFont typeface="Nunito Light"/>
              <a:buChar char="○"/>
              <a:defRPr/>
            </a:lvl8pPr>
            <a:lvl9pPr lvl="8" algn="ctr">
              <a:lnSpc>
                <a:spcPct val="100000"/>
              </a:lnSpc>
              <a:spcBef>
                <a:spcPts val="0"/>
              </a:spcBef>
              <a:spcAft>
                <a:spcPts val="0"/>
              </a:spcAft>
              <a:buClr>
                <a:srgbClr val="999999"/>
              </a:buClr>
              <a:buSzPts val="1400"/>
              <a:buFont typeface="Nunito Light"/>
              <a:buChar char="■"/>
              <a:defRPr/>
            </a:lvl9pPr>
          </a:lstStyle>
          <a:p/>
        </p:txBody>
      </p:sp>
      <p:grpSp>
        <p:nvGrpSpPr>
          <p:cNvPr id="5940" name="Google Shape;5940;p75"/>
          <p:cNvGrpSpPr/>
          <p:nvPr/>
        </p:nvGrpSpPr>
        <p:grpSpPr>
          <a:xfrm>
            <a:off x="-465804" y="64026"/>
            <a:ext cx="9505177" cy="4919935"/>
            <a:chOff x="-465804" y="64026"/>
            <a:chExt cx="9505177" cy="4919935"/>
          </a:xfrm>
        </p:grpSpPr>
        <p:grpSp>
          <p:nvGrpSpPr>
            <p:cNvPr id="5941" name="Google Shape;5941;p75"/>
            <p:cNvGrpSpPr/>
            <p:nvPr/>
          </p:nvGrpSpPr>
          <p:grpSpPr>
            <a:xfrm>
              <a:off x="-465804" y="952935"/>
              <a:ext cx="927849" cy="523955"/>
              <a:chOff x="3701784" y="1690738"/>
              <a:chExt cx="473416" cy="267338"/>
            </a:xfrm>
          </p:grpSpPr>
          <p:sp>
            <p:nvSpPr>
              <p:cNvPr id="5942" name="Google Shape;5942;p75"/>
              <p:cNvSpPr/>
              <p:nvPr/>
            </p:nvSpPr>
            <p:spPr>
              <a:xfrm>
                <a:off x="3701784" y="1690738"/>
                <a:ext cx="472025" cy="265900"/>
              </a:xfrm>
              <a:custGeom>
                <a:rect b="b" l="l" r="r" t="t"/>
                <a:pathLst>
                  <a:path extrusionOk="0" h="10636" w="18881">
                    <a:moveTo>
                      <a:pt x="9441" y="0"/>
                    </a:moveTo>
                    <a:cubicBezTo>
                      <a:pt x="4235" y="0"/>
                      <a:pt x="0" y="4236"/>
                      <a:pt x="0" y="9440"/>
                    </a:cubicBezTo>
                    <a:cubicBezTo>
                      <a:pt x="0" y="10102"/>
                      <a:pt x="536" y="10635"/>
                      <a:pt x="1195" y="10635"/>
                    </a:cubicBezTo>
                    <a:cubicBezTo>
                      <a:pt x="1855" y="10635"/>
                      <a:pt x="2389" y="10100"/>
                      <a:pt x="2389" y="9440"/>
                    </a:cubicBezTo>
                    <a:cubicBezTo>
                      <a:pt x="2389" y="5553"/>
                      <a:pt x="5552" y="2390"/>
                      <a:pt x="9439" y="2390"/>
                    </a:cubicBezTo>
                    <a:cubicBezTo>
                      <a:pt x="13326" y="2390"/>
                      <a:pt x="16489" y="5554"/>
                      <a:pt x="16489" y="9440"/>
                    </a:cubicBezTo>
                    <a:cubicBezTo>
                      <a:pt x="16489" y="10102"/>
                      <a:pt x="17024" y="10635"/>
                      <a:pt x="17683" y="10635"/>
                    </a:cubicBezTo>
                    <a:cubicBezTo>
                      <a:pt x="18343" y="10635"/>
                      <a:pt x="18878" y="10100"/>
                      <a:pt x="18878" y="9440"/>
                    </a:cubicBezTo>
                    <a:cubicBezTo>
                      <a:pt x="18880" y="4236"/>
                      <a:pt x="14646" y="0"/>
                      <a:pt x="9441"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5"/>
              <p:cNvSpPr/>
              <p:nvPr/>
            </p:nvSpPr>
            <p:spPr>
              <a:xfrm>
                <a:off x="3703175" y="1692175"/>
                <a:ext cx="472025" cy="265900"/>
              </a:xfrm>
              <a:custGeom>
                <a:rect b="b" l="l" r="r" t="t"/>
                <a:pathLst>
                  <a:path extrusionOk="0" h="10636" w="18881">
                    <a:moveTo>
                      <a:pt x="9441" y="0"/>
                    </a:moveTo>
                    <a:cubicBezTo>
                      <a:pt x="4236" y="0"/>
                      <a:pt x="1" y="4236"/>
                      <a:pt x="1" y="9440"/>
                    </a:cubicBezTo>
                    <a:cubicBezTo>
                      <a:pt x="1" y="10099"/>
                      <a:pt x="535" y="10635"/>
                      <a:pt x="1196" y="10635"/>
                    </a:cubicBezTo>
                    <a:cubicBezTo>
                      <a:pt x="1855" y="10635"/>
                      <a:pt x="2390" y="10100"/>
                      <a:pt x="2390" y="9440"/>
                    </a:cubicBezTo>
                    <a:cubicBezTo>
                      <a:pt x="2390" y="5553"/>
                      <a:pt x="5552" y="2390"/>
                      <a:pt x="9440" y="2390"/>
                    </a:cubicBezTo>
                    <a:cubicBezTo>
                      <a:pt x="13327" y="2390"/>
                      <a:pt x="16490" y="5552"/>
                      <a:pt x="16490" y="9440"/>
                    </a:cubicBezTo>
                    <a:cubicBezTo>
                      <a:pt x="16490" y="10099"/>
                      <a:pt x="17023" y="10635"/>
                      <a:pt x="17684" y="10635"/>
                    </a:cubicBezTo>
                    <a:cubicBezTo>
                      <a:pt x="18344" y="10635"/>
                      <a:pt x="18879" y="10099"/>
                      <a:pt x="18881" y="9440"/>
                    </a:cubicBezTo>
                    <a:cubicBezTo>
                      <a:pt x="18881" y="4236"/>
                      <a:pt x="14646" y="0"/>
                      <a:pt x="9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4" name="Google Shape;5944;p75"/>
            <p:cNvGrpSpPr/>
            <p:nvPr/>
          </p:nvGrpSpPr>
          <p:grpSpPr>
            <a:xfrm>
              <a:off x="986990" y="138810"/>
              <a:ext cx="261189" cy="248344"/>
              <a:chOff x="5164484" y="526738"/>
              <a:chExt cx="133266" cy="126713"/>
            </a:xfrm>
          </p:grpSpPr>
          <p:sp>
            <p:nvSpPr>
              <p:cNvPr id="5945" name="Google Shape;5945;p75"/>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5"/>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7" name="Google Shape;5947;p75"/>
            <p:cNvGrpSpPr/>
            <p:nvPr/>
          </p:nvGrpSpPr>
          <p:grpSpPr>
            <a:xfrm>
              <a:off x="8728353" y="3552920"/>
              <a:ext cx="311019" cy="311110"/>
              <a:chOff x="5038846" y="235350"/>
              <a:chExt cx="158691" cy="158738"/>
            </a:xfrm>
          </p:grpSpPr>
          <p:sp>
            <p:nvSpPr>
              <p:cNvPr id="5948" name="Google Shape;5948;p75"/>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5"/>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0" name="Google Shape;5950;p75"/>
            <p:cNvGrpSpPr/>
            <p:nvPr/>
          </p:nvGrpSpPr>
          <p:grpSpPr>
            <a:xfrm>
              <a:off x="7570896" y="4546097"/>
              <a:ext cx="393923" cy="394209"/>
              <a:chOff x="4296334" y="1527938"/>
              <a:chExt cx="200991" cy="201138"/>
            </a:xfrm>
          </p:grpSpPr>
          <p:sp>
            <p:nvSpPr>
              <p:cNvPr id="5951" name="Google Shape;5951;p75"/>
              <p:cNvSpPr/>
              <p:nvPr/>
            </p:nvSpPr>
            <p:spPr>
              <a:xfrm>
                <a:off x="4296334" y="1527938"/>
                <a:ext cx="199650" cy="199675"/>
              </a:xfrm>
              <a:custGeom>
                <a:rect b="b" l="l" r="r" t="t"/>
                <a:pathLst>
                  <a:path extrusionOk="0" h="7987" w="7986">
                    <a:moveTo>
                      <a:pt x="3993" y="0"/>
                    </a:moveTo>
                    <a:cubicBezTo>
                      <a:pt x="1788" y="0"/>
                      <a:pt x="0" y="1789"/>
                      <a:pt x="0" y="3993"/>
                    </a:cubicBezTo>
                    <a:cubicBezTo>
                      <a:pt x="0" y="6199"/>
                      <a:pt x="1789" y="7986"/>
                      <a:pt x="3993" y="7986"/>
                    </a:cubicBezTo>
                    <a:lnTo>
                      <a:pt x="7986" y="7986"/>
                    </a:lnTo>
                    <a:lnTo>
                      <a:pt x="7986" y="3993"/>
                    </a:lnTo>
                    <a:cubicBezTo>
                      <a:pt x="7986" y="1789"/>
                      <a:pt x="6197" y="0"/>
                      <a:pt x="3993"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5"/>
              <p:cNvSpPr/>
              <p:nvPr/>
            </p:nvSpPr>
            <p:spPr>
              <a:xfrm>
                <a:off x="4297675" y="1529400"/>
                <a:ext cx="199650" cy="199675"/>
              </a:xfrm>
              <a:custGeom>
                <a:rect b="b" l="l" r="r" t="t"/>
                <a:pathLst>
                  <a:path extrusionOk="0" h="7987" w="7986">
                    <a:moveTo>
                      <a:pt x="3994" y="0"/>
                    </a:moveTo>
                    <a:cubicBezTo>
                      <a:pt x="3994" y="0"/>
                      <a:pt x="3993" y="0"/>
                      <a:pt x="3993" y="0"/>
                    </a:cubicBezTo>
                    <a:cubicBezTo>
                      <a:pt x="1788" y="0"/>
                      <a:pt x="1" y="1787"/>
                      <a:pt x="1" y="3993"/>
                    </a:cubicBezTo>
                    <a:cubicBezTo>
                      <a:pt x="1" y="6198"/>
                      <a:pt x="1787" y="7986"/>
                      <a:pt x="3993" y="7986"/>
                    </a:cubicBezTo>
                    <a:lnTo>
                      <a:pt x="7985" y="7986"/>
                    </a:lnTo>
                    <a:lnTo>
                      <a:pt x="7985" y="3991"/>
                    </a:lnTo>
                    <a:cubicBezTo>
                      <a:pt x="7985" y="1787"/>
                      <a:pt x="6200" y="0"/>
                      <a:pt x="3994" y="0"/>
                    </a:cubicBezTo>
                    <a:close/>
                  </a:path>
                </a:pathLst>
              </a:custGeom>
              <a:solidFill>
                <a:srgbClr val="242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5"/>
              <p:cNvSpPr/>
              <p:nvPr/>
            </p:nvSpPr>
            <p:spPr>
              <a:xfrm>
                <a:off x="4297675" y="1529400"/>
                <a:ext cx="199650" cy="199675"/>
              </a:xfrm>
              <a:custGeom>
                <a:rect b="b" l="l" r="r" t="t"/>
                <a:pathLst>
                  <a:path extrusionOk="0" h="7987" w="7986">
                    <a:moveTo>
                      <a:pt x="3994" y="0"/>
                    </a:moveTo>
                    <a:cubicBezTo>
                      <a:pt x="3994" y="0"/>
                      <a:pt x="3993" y="0"/>
                      <a:pt x="3993" y="0"/>
                    </a:cubicBezTo>
                    <a:cubicBezTo>
                      <a:pt x="1788" y="0"/>
                      <a:pt x="1" y="1787"/>
                      <a:pt x="1" y="3993"/>
                    </a:cubicBezTo>
                    <a:cubicBezTo>
                      <a:pt x="1" y="6198"/>
                      <a:pt x="1787" y="7986"/>
                      <a:pt x="3993" y="7986"/>
                    </a:cubicBezTo>
                    <a:lnTo>
                      <a:pt x="7985" y="7986"/>
                    </a:lnTo>
                    <a:lnTo>
                      <a:pt x="7985" y="3991"/>
                    </a:lnTo>
                    <a:cubicBezTo>
                      <a:pt x="7985" y="1787"/>
                      <a:pt x="6200" y="0"/>
                      <a:pt x="3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5"/>
              <p:cNvSpPr/>
              <p:nvPr/>
            </p:nvSpPr>
            <p:spPr>
              <a:xfrm>
                <a:off x="4320825" y="1552575"/>
                <a:ext cx="153350" cy="153325"/>
              </a:xfrm>
              <a:custGeom>
                <a:rect b="b" l="l" r="r" t="t"/>
                <a:pathLst>
                  <a:path extrusionOk="0" h="6133" w="6134">
                    <a:moveTo>
                      <a:pt x="3067" y="0"/>
                    </a:moveTo>
                    <a:cubicBezTo>
                      <a:pt x="1376" y="0"/>
                      <a:pt x="1" y="1375"/>
                      <a:pt x="1" y="3066"/>
                    </a:cubicBezTo>
                    <a:cubicBezTo>
                      <a:pt x="1" y="4757"/>
                      <a:pt x="1376" y="6132"/>
                      <a:pt x="3067" y="6132"/>
                    </a:cubicBezTo>
                    <a:lnTo>
                      <a:pt x="6134" y="6132"/>
                    </a:lnTo>
                    <a:lnTo>
                      <a:pt x="6134" y="3066"/>
                    </a:lnTo>
                    <a:cubicBezTo>
                      <a:pt x="6134" y="1375"/>
                      <a:pt x="4758" y="0"/>
                      <a:pt x="30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5"/>
              <p:cNvSpPr/>
              <p:nvPr/>
            </p:nvSpPr>
            <p:spPr>
              <a:xfrm>
                <a:off x="4341275" y="1573000"/>
                <a:ext cx="112450" cy="112450"/>
              </a:xfrm>
              <a:custGeom>
                <a:rect b="b" l="l" r="r" t="t"/>
                <a:pathLst>
                  <a:path extrusionOk="0" h="4498" w="4498">
                    <a:moveTo>
                      <a:pt x="2250" y="1"/>
                    </a:moveTo>
                    <a:cubicBezTo>
                      <a:pt x="1009" y="1"/>
                      <a:pt x="1" y="1009"/>
                      <a:pt x="1" y="2249"/>
                    </a:cubicBezTo>
                    <a:cubicBezTo>
                      <a:pt x="1" y="3489"/>
                      <a:pt x="1009" y="4498"/>
                      <a:pt x="2250" y="4498"/>
                    </a:cubicBezTo>
                    <a:lnTo>
                      <a:pt x="4497" y="4498"/>
                    </a:lnTo>
                    <a:lnTo>
                      <a:pt x="4497" y="2249"/>
                    </a:lnTo>
                    <a:cubicBezTo>
                      <a:pt x="4497" y="1009"/>
                      <a:pt x="3489" y="1"/>
                      <a:pt x="22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5"/>
              <p:cNvSpPr/>
              <p:nvPr/>
            </p:nvSpPr>
            <p:spPr>
              <a:xfrm>
                <a:off x="4367125" y="1598825"/>
                <a:ext cx="60750" cy="60725"/>
              </a:xfrm>
              <a:custGeom>
                <a:rect b="b" l="l" r="r" t="t"/>
                <a:pathLst>
                  <a:path extrusionOk="0" h="2429" w="2430">
                    <a:moveTo>
                      <a:pt x="1215" y="1"/>
                    </a:moveTo>
                    <a:cubicBezTo>
                      <a:pt x="546" y="1"/>
                      <a:pt x="1" y="545"/>
                      <a:pt x="1" y="1214"/>
                    </a:cubicBezTo>
                    <a:cubicBezTo>
                      <a:pt x="1" y="1884"/>
                      <a:pt x="546" y="2429"/>
                      <a:pt x="1215" y="2429"/>
                    </a:cubicBezTo>
                    <a:lnTo>
                      <a:pt x="2429" y="2429"/>
                    </a:lnTo>
                    <a:lnTo>
                      <a:pt x="2429" y="1214"/>
                    </a:lnTo>
                    <a:cubicBezTo>
                      <a:pt x="2429" y="545"/>
                      <a:pt x="1884"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75"/>
            <p:cNvGrpSpPr/>
            <p:nvPr/>
          </p:nvGrpSpPr>
          <p:grpSpPr>
            <a:xfrm>
              <a:off x="71341" y="64026"/>
              <a:ext cx="735612" cy="682607"/>
              <a:chOff x="-3345900" y="2555950"/>
              <a:chExt cx="464050" cy="430613"/>
            </a:xfrm>
          </p:grpSpPr>
          <p:sp>
            <p:nvSpPr>
              <p:cNvPr id="5958" name="Google Shape;5958;p75"/>
              <p:cNvSpPr/>
              <p:nvPr/>
            </p:nvSpPr>
            <p:spPr>
              <a:xfrm>
                <a:off x="-3345900" y="2555950"/>
                <a:ext cx="464050" cy="430575"/>
              </a:xfrm>
              <a:custGeom>
                <a:rect b="b" l="l" r="r" t="t"/>
                <a:pathLst>
                  <a:path extrusionOk="0" h="17223" w="18562">
                    <a:moveTo>
                      <a:pt x="9284" y="7756"/>
                    </a:moveTo>
                    <a:cubicBezTo>
                      <a:pt x="9503" y="7756"/>
                      <a:pt x="9723" y="7840"/>
                      <a:pt x="9889" y="8006"/>
                    </a:cubicBezTo>
                    <a:cubicBezTo>
                      <a:pt x="10224" y="8341"/>
                      <a:pt x="10224" y="8883"/>
                      <a:pt x="9889" y="9218"/>
                    </a:cubicBezTo>
                    <a:cubicBezTo>
                      <a:pt x="9723" y="9385"/>
                      <a:pt x="9504" y="9469"/>
                      <a:pt x="9285" y="9469"/>
                    </a:cubicBezTo>
                    <a:cubicBezTo>
                      <a:pt x="9066" y="9469"/>
                      <a:pt x="8846" y="9385"/>
                      <a:pt x="8679" y="9218"/>
                    </a:cubicBezTo>
                    <a:cubicBezTo>
                      <a:pt x="8344" y="8883"/>
                      <a:pt x="8344" y="8341"/>
                      <a:pt x="8679" y="8006"/>
                    </a:cubicBezTo>
                    <a:cubicBezTo>
                      <a:pt x="8845" y="7840"/>
                      <a:pt x="9065" y="7756"/>
                      <a:pt x="9284" y="7756"/>
                    </a:cubicBezTo>
                    <a:close/>
                    <a:moveTo>
                      <a:pt x="9286" y="0"/>
                    </a:moveTo>
                    <a:cubicBezTo>
                      <a:pt x="8069" y="0"/>
                      <a:pt x="6853" y="257"/>
                      <a:pt x="5724" y="769"/>
                    </a:cubicBezTo>
                    <a:cubicBezTo>
                      <a:pt x="4809" y="1184"/>
                      <a:pt x="3949" y="1768"/>
                      <a:pt x="3196" y="2521"/>
                    </a:cubicBezTo>
                    <a:cubicBezTo>
                      <a:pt x="2441" y="3275"/>
                      <a:pt x="1857" y="4134"/>
                      <a:pt x="1440" y="5052"/>
                    </a:cubicBezTo>
                    <a:cubicBezTo>
                      <a:pt x="1" y="8223"/>
                      <a:pt x="585" y="12091"/>
                      <a:pt x="3196" y="14701"/>
                    </a:cubicBezTo>
                    <a:cubicBezTo>
                      <a:pt x="4876" y="16382"/>
                      <a:pt x="7079" y="17223"/>
                      <a:pt x="9282" y="17223"/>
                    </a:cubicBezTo>
                    <a:cubicBezTo>
                      <a:pt x="10475" y="17223"/>
                      <a:pt x="11668" y="16976"/>
                      <a:pt x="12778" y="16483"/>
                    </a:cubicBezTo>
                    <a:cubicBezTo>
                      <a:pt x="13719" y="16068"/>
                      <a:pt x="14599" y="15473"/>
                      <a:pt x="15373" y="14701"/>
                    </a:cubicBezTo>
                    <a:cubicBezTo>
                      <a:pt x="16146" y="13928"/>
                      <a:pt x="16741" y="13045"/>
                      <a:pt x="17156" y="12106"/>
                    </a:cubicBezTo>
                    <a:cubicBezTo>
                      <a:pt x="18561" y="8945"/>
                      <a:pt x="17967" y="5115"/>
                      <a:pt x="15373" y="2521"/>
                    </a:cubicBezTo>
                    <a:cubicBezTo>
                      <a:pt x="13691" y="840"/>
                      <a:pt x="11488" y="0"/>
                      <a:pt x="928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9" name="Google Shape;5959;p75"/>
              <p:cNvGrpSpPr/>
              <p:nvPr/>
            </p:nvGrpSpPr>
            <p:grpSpPr>
              <a:xfrm>
                <a:off x="-3345900" y="2555988"/>
                <a:ext cx="464050" cy="430575"/>
                <a:chOff x="-3345900" y="1288025"/>
                <a:chExt cx="464050" cy="430575"/>
              </a:xfrm>
            </p:grpSpPr>
            <p:sp>
              <p:nvSpPr>
                <p:cNvPr id="5960" name="Google Shape;5960;p75"/>
                <p:cNvSpPr/>
                <p:nvPr/>
              </p:nvSpPr>
              <p:spPr>
                <a:xfrm>
                  <a:off x="-3345900" y="1288025"/>
                  <a:ext cx="464050" cy="430575"/>
                </a:xfrm>
                <a:custGeom>
                  <a:rect b="b" l="l" r="r" t="t"/>
                  <a:pathLst>
                    <a:path extrusionOk="0" h="17223" w="18562">
                      <a:moveTo>
                        <a:pt x="9284" y="7757"/>
                      </a:moveTo>
                      <a:cubicBezTo>
                        <a:pt x="9503" y="7757"/>
                        <a:pt x="9723" y="7840"/>
                        <a:pt x="9889" y="8007"/>
                      </a:cubicBezTo>
                      <a:cubicBezTo>
                        <a:pt x="10224" y="8341"/>
                        <a:pt x="10224" y="8885"/>
                        <a:pt x="9889" y="9218"/>
                      </a:cubicBezTo>
                      <a:cubicBezTo>
                        <a:pt x="9723" y="9385"/>
                        <a:pt x="9504" y="9469"/>
                        <a:pt x="9285" y="9469"/>
                      </a:cubicBezTo>
                      <a:cubicBezTo>
                        <a:pt x="9066" y="9469"/>
                        <a:pt x="8846" y="9385"/>
                        <a:pt x="8679" y="9218"/>
                      </a:cubicBezTo>
                      <a:cubicBezTo>
                        <a:pt x="8344" y="8885"/>
                        <a:pt x="8344" y="8341"/>
                        <a:pt x="8679" y="8007"/>
                      </a:cubicBezTo>
                      <a:cubicBezTo>
                        <a:pt x="8845" y="7840"/>
                        <a:pt x="9065" y="7757"/>
                        <a:pt x="9284" y="7757"/>
                      </a:cubicBezTo>
                      <a:close/>
                      <a:moveTo>
                        <a:pt x="9285" y="1"/>
                      </a:moveTo>
                      <a:cubicBezTo>
                        <a:pt x="8069" y="1"/>
                        <a:pt x="6853" y="257"/>
                        <a:pt x="5724" y="769"/>
                      </a:cubicBezTo>
                      <a:cubicBezTo>
                        <a:pt x="4809" y="1184"/>
                        <a:pt x="3949" y="1769"/>
                        <a:pt x="3196" y="2522"/>
                      </a:cubicBezTo>
                      <a:cubicBezTo>
                        <a:pt x="2441" y="3276"/>
                        <a:pt x="1857" y="4134"/>
                        <a:pt x="1440" y="5052"/>
                      </a:cubicBezTo>
                      <a:cubicBezTo>
                        <a:pt x="1" y="8224"/>
                        <a:pt x="585" y="12091"/>
                        <a:pt x="3196" y="14701"/>
                      </a:cubicBezTo>
                      <a:cubicBezTo>
                        <a:pt x="4876" y="16382"/>
                        <a:pt x="7079" y="17223"/>
                        <a:pt x="9282" y="17223"/>
                      </a:cubicBezTo>
                      <a:cubicBezTo>
                        <a:pt x="10475" y="17223"/>
                        <a:pt x="11668" y="16976"/>
                        <a:pt x="12778" y="16483"/>
                      </a:cubicBezTo>
                      <a:cubicBezTo>
                        <a:pt x="13719" y="16068"/>
                        <a:pt x="14599" y="15474"/>
                        <a:pt x="15373" y="14701"/>
                      </a:cubicBezTo>
                      <a:cubicBezTo>
                        <a:pt x="16146" y="13928"/>
                        <a:pt x="16741" y="13046"/>
                        <a:pt x="17156" y="12106"/>
                      </a:cubicBezTo>
                      <a:cubicBezTo>
                        <a:pt x="18561" y="8946"/>
                        <a:pt x="17967" y="5115"/>
                        <a:pt x="15373" y="2522"/>
                      </a:cubicBezTo>
                      <a:cubicBezTo>
                        <a:pt x="13691" y="841"/>
                        <a:pt x="11488" y="1"/>
                        <a:pt x="92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5"/>
                <p:cNvSpPr/>
                <p:nvPr/>
              </p:nvSpPr>
              <p:spPr>
                <a:xfrm>
                  <a:off x="-3215075" y="1411025"/>
                  <a:ext cx="202575" cy="184600"/>
                </a:xfrm>
                <a:custGeom>
                  <a:rect b="b" l="l" r="r" t="t"/>
                  <a:pathLst>
                    <a:path extrusionOk="0" h="7384" w="8103">
                      <a:moveTo>
                        <a:pt x="4052" y="2837"/>
                      </a:moveTo>
                      <a:cubicBezTo>
                        <a:pt x="4272" y="2837"/>
                        <a:pt x="4491" y="2920"/>
                        <a:pt x="4658" y="3087"/>
                      </a:cubicBezTo>
                      <a:cubicBezTo>
                        <a:pt x="4993" y="3421"/>
                        <a:pt x="4993" y="3965"/>
                        <a:pt x="4658" y="4298"/>
                      </a:cubicBezTo>
                      <a:cubicBezTo>
                        <a:pt x="4491" y="4465"/>
                        <a:pt x="4272" y="4549"/>
                        <a:pt x="4052" y="4549"/>
                      </a:cubicBezTo>
                      <a:cubicBezTo>
                        <a:pt x="3833" y="4549"/>
                        <a:pt x="3614" y="4465"/>
                        <a:pt x="3447" y="4298"/>
                      </a:cubicBezTo>
                      <a:cubicBezTo>
                        <a:pt x="3112" y="3965"/>
                        <a:pt x="3112" y="3421"/>
                        <a:pt x="3447" y="3087"/>
                      </a:cubicBezTo>
                      <a:cubicBezTo>
                        <a:pt x="3614" y="2920"/>
                        <a:pt x="3833" y="2837"/>
                        <a:pt x="4052" y="2837"/>
                      </a:cubicBezTo>
                      <a:close/>
                      <a:moveTo>
                        <a:pt x="4051" y="1"/>
                      </a:moveTo>
                      <a:cubicBezTo>
                        <a:pt x="3107" y="1"/>
                        <a:pt x="2162" y="361"/>
                        <a:pt x="1442" y="1082"/>
                      </a:cubicBezTo>
                      <a:cubicBezTo>
                        <a:pt x="1" y="2523"/>
                        <a:pt x="1" y="4860"/>
                        <a:pt x="1442" y="6302"/>
                      </a:cubicBezTo>
                      <a:cubicBezTo>
                        <a:pt x="2162" y="7023"/>
                        <a:pt x="3107" y="7383"/>
                        <a:pt x="4052" y="7383"/>
                      </a:cubicBezTo>
                      <a:cubicBezTo>
                        <a:pt x="4997" y="7383"/>
                        <a:pt x="5941" y="7023"/>
                        <a:pt x="6661" y="6302"/>
                      </a:cubicBezTo>
                      <a:cubicBezTo>
                        <a:pt x="8102" y="4860"/>
                        <a:pt x="8102" y="2523"/>
                        <a:pt x="6661" y="1082"/>
                      </a:cubicBezTo>
                      <a:cubicBezTo>
                        <a:pt x="5940" y="361"/>
                        <a:pt x="4995" y="1"/>
                        <a:pt x="40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5"/>
                <p:cNvSpPr/>
                <p:nvPr/>
              </p:nvSpPr>
              <p:spPr>
                <a:xfrm>
                  <a:off x="-3169450" y="1452600"/>
                  <a:ext cx="111350" cy="101450"/>
                </a:xfrm>
                <a:custGeom>
                  <a:rect b="b" l="l" r="r" t="t"/>
                  <a:pathLst>
                    <a:path extrusionOk="0" h="4058" w="4454">
                      <a:moveTo>
                        <a:pt x="2227" y="1174"/>
                      </a:moveTo>
                      <a:cubicBezTo>
                        <a:pt x="2447" y="1174"/>
                        <a:pt x="2666" y="1257"/>
                        <a:pt x="2833" y="1424"/>
                      </a:cubicBezTo>
                      <a:cubicBezTo>
                        <a:pt x="3168" y="1758"/>
                        <a:pt x="3168" y="2302"/>
                        <a:pt x="2833" y="2635"/>
                      </a:cubicBezTo>
                      <a:cubicBezTo>
                        <a:pt x="2666" y="2802"/>
                        <a:pt x="2447" y="2886"/>
                        <a:pt x="2227" y="2886"/>
                      </a:cubicBezTo>
                      <a:cubicBezTo>
                        <a:pt x="2008" y="2886"/>
                        <a:pt x="1789" y="2802"/>
                        <a:pt x="1622" y="2635"/>
                      </a:cubicBezTo>
                      <a:cubicBezTo>
                        <a:pt x="1287" y="2302"/>
                        <a:pt x="1287" y="1758"/>
                        <a:pt x="1622" y="1424"/>
                      </a:cubicBezTo>
                      <a:cubicBezTo>
                        <a:pt x="1789" y="1257"/>
                        <a:pt x="2008" y="1174"/>
                        <a:pt x="2227" y="1174"/>
                      </a:cubicBezTo>
                      <a:close/>
                      <a:moveTo>
                        <a:pt x="2227" y="0"/>
                      </a:moveTo>
                      <a:cubicBezTo>
                        <a:pt x="1708" y="0"/>
                        <a:pt x="1188" y="198"/>
                        <a:pt x="792" y="595"/>
                      </a:cubicBezTo>
                      <a:cubicBezTo>
                        <a:pt x="0" y="1386"/>
                        <a:pt x="0" y="2671"/>
                        <a:pt x="792" y="3464"/>
                      </a:cubicBezTo>
                      <a:cubicBezTo>
                        <a:pt x="1188" y="3859"/>
                        <a:pt x="1708" y="4057"/>
                        <a:pt x="2227" y="4057"/>
                      </a:cubicBezTo>
                      <a:cubicBezTo>
                        <a:pt x="2746" y="4057"/>
                        <a:pt x="3265" y="3859"/>
                        <a:pt x="3661" y="3464"/>
                      </a:cubicBezTo>
                      <a:cubicBezTo>
                        <a:pt x="4454" y="2671"/>
                        <a:pt x="4454" y="1386"/>
                        <a:pt x="3661" y="595"/>
                      </a:cubicBezTo>
                      <a:cubicBezTo>
                        <a:pt x="3265" y="198"/>
                        <a:pt x="2746" y="0"/>
                        <a:pt x="22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63" name="Google Shape;5963;p75"/>
            <p:cNvGrpSpPr/>
            <p:nvPr/>
          </p:nvGrpSpPr>
          <p:grpSpPr>
            <a:xfrm>
              <a:off x="8180165" y="4175695"/>
              <a:ext cx="835764" cy="808265"/>
              <a:chOff x="-4685648" y="4235468"/>
              <a:chExt cx="778251" cy="752644"/>
            </a:xfrm>
          </p:grpSpPr>
          <p:sp>
            <p:nvSpPr>
              <p:cNvPr id="5964" name="Google Shape;5964;p75"/>
              <p:cNvSpPr/>
              <p:nvPr/>
            </p:nvSpPr>
            <p:spPr>
              <a:xfrm>
                <a:off x="-4685648" y="4235519"/>
                <a:ext cx="772057" cy="752339"/>
              </a:xfrm>
              <a:custGeom>
                <a:rect b="b" l="l" r="r" t="t"/>
                <a:pathLst>
                  <a:path extrusionOk="0" h="7402" w="7596">
                    <a:moveTo>
                      <a:pt x="772" y="5598"/>
                    </a:moveTo>
                    <a:lnTo>
                      <a:pt x="772" y="5627"/>
                    </a:lnTo>
                    <a:lnTo>
                      <a:pt x="772" y="6804"/>
                    </a:lnTo>
                    <a:lnTo>
                      <a:pt x="772" y="6895"/>
                    </a:lnTo>
                    <a:cubicBezTo>
                      <a:pt x="414" y="6895"/>
                      <a:pt x="124" y="6604"/>
                      <a:pt x="124" y="6247"/>
                    </a:cubicBezTo>
                    <a:cubicBezTo>
                      <a:pt x="124" y="5890"/>
                      <a:pt x="414" y="5598"/>
                      <a:pt x="772" y="5598"/>
                    </a:cubicBezTo>
                    <a:close/>
                    <a:moveTo>
                      <a:pt x="1954" y="1"/>
                    </a:moveTo>
                    <a:cubicBezTo>
                      <a:pt x="1806" y="1"/>
                      <a:pt x="1682" y="98"/>
                      <a:pt x="1640" y="231"/>
                    </a:cubicBezTo>
                    <a:lnTo>
                      <a:pt x="1135" y="231"/>
                    </a:lnTo>
                    <a:cubicBezTo>
                      <a:pt x="934" y="231"/>
                      <a:pt x="772" y="393"/>
                      <a:pt x="772" y="594"/>
                    </a:cubicBezTo>
                    <a:lnTo>
                      <a:pt x="772" y="759"/>
                    </a:lnTo>
                    <a:lnTo>
                      <a:pt x="772" y="934"/>
                    </a:lnTo>
                    <a:lnTo>
                      <a:pt x="772" y="1274"/>
                    </a:lnTo>
                    <a:lnTo>
                      <a:pt x="772" y="2450"/>
                    </a:lnTo>
                    <a:lnTo>
                      <a:pt x="772" y="3698"/>
                    </a:lnTo>
                    <a:lnTo>
                      <a:pt x="772" y="4379"/>
                    </a:lnTo>
                    <a:lnTo>
                      <a:pt x="772" y="5478"/>
                    </a:lnTo>
                    <a:cubicBezTo>
                      <a:pt x="346" y="5478"/>
                      <a:pt x="0" y="5823"/>
                      <a:pt x="0" y="6248"/>
                    </a:cubicBezTo>
                    <a:cubicBezTo>
                      <a:pt x="0" y="6672"/>
                      <a:pt x="346" y="7017"/>
                      <a:pt x="772" y="7017"/>
                    </a:cubicBezTo>
                    <a:lnTo>
                      <a:pt x="772" y="7087"/>
                    </a:lnTo>
                    <a:cubicBezTo>
                      <a:pt x="772" y="7262"/>
                      <a:pt x="912" y="7401"/>
                      <a:pt x="1085" y="7401"/>
                    </a:cubicBezTo>
                    <a:lnTo>
                      <a:pt x="5435" y="7401"/>
                    </a:lnTo>
                    <a:cubicBezTo>
                      <a:pt x="5608" y="7401"/>
                      <a:pt x="5748" y="7260"/>
                      <a:pt x="5748" y="7087"/>
                    </a:cubicBezTo>
                    <a:lnTo>
                      <a:pt x="5748" y="5639"/>
                    </a:lnTo>
                    <a:lnTo>
                      <a:pt x="5748" y="5420"/>
                    </a:lnTo>
                    <a:cubicBezTo>
                      <a:pt x="5881" y="5378"/>
                      <a:pt x="5978" y="5253"/>
                      <a:pt x="5978" y="5106"/>
                    </a:cubicBezTo>
                    <a:lnTo>
                      <a:pt x="5978" y="4941"/>
                    </a:lnTo>
                    <a:cubicBezTo>
                      <a:pt x="5978" y="4793"/>
                      <a:pt x="5881" y="4669"/>
                      <a:pt x="5748" y="4627"/>
                    </a:cubicBezTo>
                    <a:lnTo>
                      <a:pt x="5748" y="4346"/>
                    </a:lnTo>
                    <a:cubicBezTo>
                      <a:pt x="5881" y="4305"/>
                      <a:pt x="5978" y="4179"/>
                      <a:pt x="5978" y="4033"/>
                    </a:cubicBezTo>
                    <a:lnTo>
                      <a:pt x="5978" y="3868"/>
                    </a:lnTo>
                    <a:cubicBezTo>
                      <a:pt x="5978" y="3720"/>
                      <a:pt x="5881" y="3596"/>
                      <a:pt x="5748" y="3554"/>
                    </a:cubicBezTo>
                    <a:lnTo>
                      <a:pt x="5748" y="3332"/>
                    </a:lnTo>
                    <a:lnTo>
                      <a:pt x="5748" y="3063"/>
                    </a:lnTo>
                    <a:lnTo>
                      <a:pt x="6329" y="2698"/>
                    </a:lnTo>
                    <a:cubicBezTo>
                      <a:pt x="6345" y="2728"/>
                      <a:pt x="6376" y="2744"/>
                      <a:pt x="6407" y="2744"/>
                    </a:cubicBezTo>
                    <a:cubicBezTo>
                      <a:pt x="6412" y="2744"/>
                      <a:pt x="6417" y="2744"/>
                      <a:pt x="6422" y="2743"/>
                    </a:cubicBezTo>
                    <a:cubicBezTo>
                      <a:pt x="6577" y="2717"/>
                      <a:pt x="7031" y="2623"/>
                      <a:pt x="7419" y="2335"/>
                    </a:cubicBezTo>
                    <a:cubicBezTo>
                      <a:pt x="7497" y="2277"/>
                      <a:pt x="7550" y="2198"/>
                      <a:pt x="7576" y="2112"/>
                    </a:cubicBezTo>
                    <a:lnTo>
                      <a:pt x="7576" y="2113"/>
                    </a:lnTo>
                    <a:cubicBezTo>
                      <a:pt x="7584" y="2089"/>
                      <a:pt x="7589" y="2067"/>
                      <a:pt x="7591" y="2042"/>
                    </a:cubicBezTo>
                    <a:lnTo>
                      <a:pt x="7591" y="2041"/>
                    </a:lnTo>
                    <a:lnTo>
                      <a:pt x="7596" y="2002"/>
                    </a:lnTo>
                    <a:lnTo>
                      <a:pt x="7596" y="1996"/>
                    </a:lnTo>
                    <a:lnTo>
                      <a:pt x="7596" y="1957"/>
                    </a:lnTo>
                    <a:lnTo>
                      <a:pt x="7596" y="1954"/>
                    </a:lnTo>
                    <a:lnTo>
                      <a:pt x="7591" y="1916"/>
                    </a:lnTo>
                    <a:lnTo>
                      <a:pt x="7591" y="1912"/>
                    </a:lnTo>
                    <a:lnTo>
                      <a:pt x="7584" y="1873"/>
                    </a:lnTo>
                    <a:cubicBezTo>
                      <a:pt x="7584" y="1872"/>
                      <a:pt x="7583" y="1871"/>
                      <a:pt x="7583" y="1868"/>
                    </a:cubicBezTo>
                    <a:cubicBezTo>
                      <a:pt x="7575" y="1841"/>
                      <a:pt x="7566" y="1815"/>
                      <a:pt x="7553" y="1790"/>
                    </a:cubicBezTo>
                    <a:cubicBezTo>
                      <a:pt x="7553" y="1789"/>
                      <a:pt x="7552" y="1788"/>
                      <a:pt x="7552" y="1788"/>
                    </a:cubicBezTo>
                    <a:cubicBezTo>
                      <a:pt x="7545" y="1775"/>
                      <a:pt x="7539" y="1763"/>
                      <a:pt x="7532" y="1752"/>
                    </a:cubicBezTo>
                    <a:cubicBezTo>
                      <a:pt x="7529" y="1751"/>
                      <a:pt x="7529" y="1749"/>
                      <a:pt x="7528" y="1748"/>
                    </a:cubicBezTo>
                    <a:cubicBezTo>
                      <a:pt x="7521" y="1737"/>
                      <a:pt x="7513" y="1723"/>
                      <a:pt x="7504" y="1713"/>
                    </a:cubicBezTo>
                    <a:cubicBezTo>
                      <a:pt x="7419" y="1605"/>
                      <a:pt x="7289" y="1547"/>
                      <a:pt x="7158" y="1547"/>
                    </a:cubicBezTo>
                    <a:cubicBezTo>
                      <a:pt x="7117" y="1547"/>
                      <a:pt x="7075" y="1553"/>
                      <a:pt x="7034" y="1565"/>
                    </a:cubicBezTo>
                    <a:cubicBezTo>
                      <a:pt x="6991" y="1578"/>
                      <a:pt x="6948" y="1597"/>
                      <a:pt x="6908" y="1624"/>
                    </a:cubicBezTo>
                    <a:cubicBezTo>
                      <a:pt x="6907" y="1625"/>
                      <a:pt x="6904" y="1627"/>
                      <a:pt x="6903" y="1628"/>
                    </a:cubicBezTo>
                    <a:cubicBezTo>
                      <a:pt x="6895" y="1633"/>
                      <a:pt x="6889" y="1638"/>
                      <a:pt x="6882" y="1645"/>
                    </a:cubicBezTo>
                    <a:cubicBezTo>
                      <a:pt x="6878" y="1648"/>
                      <a:pt x="6876" y="1650"/>
                      <a:pt x="6873" y="1653"/>
                    </a:cubicBezTo>
                    <a:cubicBezTo>
                      <a:pt x="6867" y="1658"/>
                      <a:pt x="6862" y="1663"/>
                      <a:pt x="6857" y="1668"/>
                    </a:cubicBezTo>
                    <a:lnTo>
                      <a:pt x="6848" y="1676"/>
                    </a:lnTo>
                    <a:cubicBezTo>
                      <a:pt x="6841" y="1684"/>
                      <a:pt x="6833" y="1691"/>
                      <a:pt x="6827" y="1699"/>
                    </a:cubicBezTo>
                    <a:cubicBezTo>
                      <a:pt x="6826" y="1700"/>
                      <a:pt x="6825" y="1702"/>
                      <a:pt x="6823" y="1705"/>
                    </a:cubicBezTo>
                    <a:cubicBezTo>
                      <a:pt x="6817" y="1711"/>
                      <a:pt x="6811" y="1718"/>
                      <a:pt x="6806" y="1725"/>
                    </a:cubicBezTo>
                    <a:cubicBezTo>
                      <a:pt x="6805" y="1727"/>
                      <a:pt x="6802" y="1730"/>
                      <a:pt x="6801" y="1732"/>
                    </a:cubicBezTo>
                    <a:lnTo>
                      <a:pt x="6785" y="1756"/>
                    </a:lnTo>
                    <a:cubicBezTo>
                      <a:pt x="6784" y="1757"/>
                      <a:pt x="6783" y="1758"/>
                      <a:pt x="6783" y="1761"/>
                    </a:cubicBezTo>
                    <a:cubicBezTo>
                      <a:pt x="6778" y="1770"/>
                      <a:pt x="6773" y="1780"/>
                      <a:pt x="6768" y="1789"/>
                    </a:cubicBezTo>
                    <a:lnTo>
                      <a:pt x="6764" y="1797"/>
                    </a:lnTo>
                    <a:cubicBezTo>
                      <a:pt x="6760" y="1804"/>
                      <a:pt x="6758" y="1811"/>
                      <a:pt x="6754" y="1819"/>
                    </a:cubicBezTo>
                    <a:cubicBezTo>
                      <a:pt x="6753" y="1823"/>
                      <a:pt x="6752" y="1825"/>
                      <a:pt x="6750" y="1829"/>
                    </a:cubicBezTo>
                    <a:lnTo>
                      <a:pt x="6743" y="1852"/>
                    </a:lnTo>
                    <a:lnTo>
                      <a:pt x="6739" y="1868"/>
                    </a:lnTo>
                    <a:cubicBezTo>
                      <a:pt x="6738" y="1875"/>
                      <a:pt x="6735" y="1880"/>
                      <a:pt x="6734" y="1886"/>
                    </a:cubicBezTo>
                    <a:cubicBezTo>
                      <a:pt x="6733" y="1891"/>
                      <a:pt x="6732" y="1898"/>
                      <a:pt x="6730" y="1903"/>
                    </a:cubicBezTo>
                    <a:cubicBezTo>
                      <a:pt x="6729" y="1907"/>
                      <a:pt x="6729" y="1911"/>
                      <a:pt x="6729" y="1914"/>
                    </a:cubicBezTo>
                    <a:cubicBezTo>
                      <a:pt x="6717" y="1989"/>
                      <a:pt x="6723" y="2068"/>
                      <a:pt x="6752" y="2141"/>
                    </a:cubicBezTo>
                    <a:cubicBezTo>
                      <a:pt x="6778" y="2208"/>
                      <a:pt x="6754" y="2285"/>
                      <a:pt x="6697" y="2329"/>
                    </a:cubicBezTo>
                    <a:lnTo>
                      <a:pt x="6361" y="2578"/>
                    </a:lnTo>
                    <a:cubicBezTo>
                      <a:pt x="6329" y="2602"/>
                      <a:pt x="6312" y="2645"/>
                      <a:pt x="6325" y="2682"/>
                    </a:cubicBezTo>
                    <a:cubicBezTo>
                      <a:pt x="6228" y="2718"/>
                      <a:pt x="6035" y="2806"/>
                      <a:pt x="5752" y="3007"/>
                    </a:cubicBezTo>
                    <a:lnTo>
                      <a:pt x="5752" y="2285"/>
                    </a:lnTo>
                    <a:cubicBezTo>
                      <a:pt x="6018" y="2123"/>
                      <a:pt x="6141" y="1955"/>
                      <a:pt x="6193" y="1867"/>
                    </a:cubicBezTo>
                    <a:cubicBezTo>
                      <a:pt x="6206" y="1872"/>
                      <a:pt x="6219" y="1875"/>
                      <a:pt x="6232" y="1875"/>
                    </a:cubicBezTo>
                    <a:cubicBezTo>
                      <a:pt x="6256" y="1875"/>
                      <a:pt x="6279" y="1866"/>
                      <a:pt x="6296" y="1849"/>
                    </a:cubicBezTo>
                    <a:cubicBezTo>
                      <a:pt x="6408" y="1738"/>
                      <a:pt x="6721" y="1396"/>
                      <a:pt x="6869" y="937"/>
                    </a:cubicBezTo>
                    <a:cubicBezTo>
                      <a:pt x="6899" y="844"/>
                      <a:pt x="6897" y="748"/>
                      <a:pt x="6867" y="663"/>
                    </a:cubicBezTo>
                    <a:lnTo>
                      <a:pt x="6867" y="663"/>
                    </a:lnTo>
                    <a:lnTo>
                      <a:pt x="6868" y="664"/>
                    </a:lnTo>
                    <a:cubicBezTo>
                      <a:pt x="6861" y="642"/>
                      <a:pt x="6851" y="619"/>
                      <a:pt x="6840" y="597"/>
                    </a:cubicBezTo>
                    <a:cubicBezTo>
                      <a:pt x="6840" y="597"/>
                      <a:pt x="6840" y="596"/>
                      <a:pt x="6838" y="596"/>
                    </a:cubicBezTo>
                    <a:cubicBezTo>
                      <a:pt x="6832" y="585"/>
                      <a:pt x="6826" y="572"/>
                      <a:pt x="6817" y="562"/>
                    </a:cubicBezTo>
                    <a:cubicBezTo>
                      <a:pt x="6816" y="561"/>
                      <a:pt x="6815" y="559"/>
                      <a:pt x="6814" y="557"/>
                    </a:cubicBezTo>
                    <a:cubicBezTo>
                      <a:pt x="6806" y="547"/>
                      <a:pt x="6799" y="535"/>
                      <a:pt x="6791" y="526"/>
                    </a:cubicBezTo>
                    <a:lnTo>
                      <a:pt x="6790" y="525"/>
                    </a:lnTo>
                    <a:cubicBezTo>
                      <a:pt x="6781" y="515"/>
                      <a:pt x="6773" y="505"/>
                      <a:pt x="6764" y="497"/>
                    </a:cubicBezTo>
                    <a:lnTo>
                      <a:pt x="6761" y="494"/>
                    </a:lnTo>
                    <a:cubicBezTo>
                      <a:pt x="6752" y="485"/>
                      <a:pt x="6742" y="476"/>
                      <a:pt x="6732" y="467"/>
                    </a:cubicBezTo>
                    <a:cubicBezTo>
                      <a:pt x="6730" y="466"/>
                      <a:pt x="6729" y="464"/>
                      <a:pt x="6728" y="464"/>
                    </a:cubicBezTo>
                    <a:cubicBezTo>
                      <a:pt x="6706" y="448"/>
                      <a:pt x="6683" y="431"/>
                      <a:pt x="6657" y="418"/>
                    </a:cubicBezTo>
                    <a:cubicBezTo>
                      <a:pt x="6656" y="418"/>
                      <a:pt x="6656" y="417"/>
                      <a:pt x="6655" y="417"/>
                    </a:cubicBezTo>
                    <a:cubicBezTo>
                      <a:pt x="6642" y="410"/>
                      <a:pt x="6631" y="404"/>
                      <a:pt x="6618" y="399"/>
                    </a:cubicBezTo>
                    <a:cubicBezTo>
                      <a:pt x="6616" y="399"/>
                      <a:pt x="6615" y="397"/>
                      <a:pt x="6614" y="397"/>
                    </a:cubicBezTo>
                    <a:cubicBezTo>
                      <a:pt x="6601" y="392"/>
                      <a:pt x="6587" y="387"/>
                      <a:pt x="6573" y="384"/>
                    </a:cubicBezTo>
                    <a:cubicBezTo>
                      <a:pt x="6533" y="372"/>
                      <a:pt x="6493" y="366"/>
                      <a:pt x="6454" y="366"/>
                    </a:cubicBezTo>
                    <a:cubicBezTo>
                      <a:pt x="6318" y="366"/>
                      <a:pt x="6187" y="431"/>
                      <a:pt x="6103" y="538"/>
                    </a:cubicBezTo>
                    <a:cubicBezTo>
                      <a:pt x="6074" y="573"/>
                      <a:pt x="6052" y="614"/>
                      <a:pt x="6036" y="659"/>
                    </a:cubicBezTo>
                    <a:cubicBezTo>
                      <a:pt x="6035" y="662"/>
                      <a:pt x="6035" y="663"/>
                      <a:pt x="6035" y="665"/>
                    </a:cubicBezTo>
                    <a:cubicBezTo>
                      <a:pt x="6032" y="675"/>
                      <a:pt x="6030" y="682"/>
                      <a:pt x="6027" y="691"/>
                    </a:cubicBezTo>
                    <a:cubicBezTo>
                      <a:pt x="6026" y="695"/>
                      <a:pt x="6025" y="699"/>
                      <a:pt x="6025" y="702"/>
                    </a:cubicBezTo>
                    <a:cubicBezTo>
                      <a:pt x="6023" y="711"/>
                      <a:pt x="6021" y="719"/>
                      <a:pt x="6020" y="726"/>
                    </a:cubicBezTo>
                    <a:cubicBezTo>
                      <a:pt x="6020" y="730"/>
                      <a:pt x="6018" y="732"/>
                      <a:pt x="6018" y="737"/>
                    </a:cubicBezTo>
                    <a:cubicBezTo>
                      <a:pt x="6017" y="747"/>
                      <a:pt x="6016" y="758"/>
                      <a:pt x="6014" y="769"/>
                    </a:cubicBezTo>
                    <a:lnTo>
                      <a:pt x="6014" y="775"/>
                    </a:lnTo>
                    <a:cubicBezTo>
                      <a:pt x="6014" y="784"/>
                      <a:pt x="6012" y="793"/>
                      <a:pt x="6012" y="803"/>
                    </a:cubicBezTo>
                    <a:lnTo>
                      <a:pt x="6012" y="811"/>
                    </a:lnTo>
                    <a:cubicBezTo>
                      <a:pt x="6012" y="820"/>
                      <a:pt x="6012" y="829"/>
                      <a:pt x="6014" y="839"/>
                    </a:cubicBezTo>
                    <a:lnTo>
                      <a:pt x="6014" y="844"/>
                    </a:lnTo>
                    <a:cubicBezTo>
                      <a:pt x="6016" y="854"/>
                      <a:pt x="6017" y="866"/>
                      <a:pt x="6018" y="876"/>
                    </a:cubicBezTo>
                    <a:cubicBezTo>
                      <a:pt x="6018" y="878"/>
                      <a:pt x="6020" y="882"/>
                      <a:pt x="6020" y="885"/>
                    </a:cubicBezTo>
                    <a:cubicBezTo>
                      <a:pt x="6021" y="892"/>
                      <a:pt x="6022" y="901"/>
                      <a:pt x="6025" y="908"/>
                    </a:cubicBezTo>
                    <a:cubicBezTo>
                      <a:pt x="6026" y="912"/>
                      <a:pt x="6026" y="916"/>
                      <a:pt x="6027" y="918"/>
                    </a:cubicBezTo>
                    <a:cubicBezTo>
                      <a:pt x="6030" y="926"/>
                      <a:pt x="6032" y="934"/>
                      <a:pt x="6035" y="943"/>
                    </a:cubicBezTo>
                    <a:cubicBezTo>
                      <a:pt x="6036" y="948"/>
                      <a:pt x="6038" y="953"/>
                      <a:pt x="6040" y="958"/>
                    </a:cubicBezTo>
                    <a:cubicBezTo>
                      <a:pt x="6042" y="965"/>
                      <a:pt x="6043" y="970"/>
                      <a:pt x="6046" y="976"/>
                    </a:cubicBezTo>
                    <a:lnTo>
                      <a:pt x="6054" y="991"/>
                    </a:lnTo>
                    <a:cubicBezTo>
                      <a:pt x="6056" y="996"/>
                      <a:pt x="6058" y="999"/>
                      <a:pt x="6059" y="1002"/>
                    </a:cubicBezTo>
                    <a:cubicBezTo>
                      <a:pt x="6093" y="1071"/>
                      <a:pt x="6145" y="1130"/>
                      <a:pt x="6211" y="1172"/>
                    </a:cubicBezTo>
                    <a:cubicBezTo>
                      <a:pt x="6270" y="1212"/>
                      <a:pt x="6295" y="1288"/>
                      <a:pt x="6274" y="1357"/>
                    </a:cubicBezTo>
                    <a:lnTo>
                      <a:pt x="6146" y="1754"/>
                    </a:lnTo>
                    <a:cubicBezTo>
                      <a:pt x="6135" y="1788"/>
                      <a:pt x="6141" y="1825"/>
                      <a:pt x="6166" y="1851"/>
                    </a:cubicBezTo>
                    <a:lnTo>
                      <a:pt x="5752" y="2178"/>
                    </a:lnTo>
                    <a:lnTo>
                      <a:pt x="5752" y="594"/>
                    </a:lnTo>
                    <a:cubicBezTo>
                      <a:pt x="5752" y="393"/>
                      <a:pt x="5589" y="231"/>
                      <a:pt x="5388" y="231"/>
                    </a:cubicBezTo>
                    <a:lnTo>
                      <a:pt x="3479" y="231"/>
                    </a:lnTo>
                    <a:cubicBezTo>
                      <a:pt x="3438" y="98"/>
                      <a:pt x="3313" y="1"/>
                      <a:pt x="3166" y="1"/>
                    </a:cubicBezTo>
                    <a:lnTo>
                      <a:pt x="3001" y="1"/>
                    </a:lnTo>
                    <a:cubicBezTo>
                      <a:pt x="2853" y="1"/>
                      <a:pt x="2730" y="98"/>
                      <a:pt x="2687" y="231"/>
                    </a:cubicBezTo>
                    <a:lnTo>
                      <a:pt x="2431" y="231"/>
                    </a:lnTo>
                    <a:cubicBezTo>
                      <a:pt x="2390" y="98"/>
                      <a:pt x="2265" y="1"/>
                      <a:pt x="2119"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5"/>
              <p:cNvSpPr/>
              <p:nvPr/>
            </p:nvSpPr>
            <p:spPr>
              <a:xfrm>
                <a:off x="-4138220" y="4418727"/>
                <a:ext cx="84971" cy="67387"/>
              </a:xfrm>
              <a:custGeom>
                <a:rect b="b" l="l" r="r" t="t"/>
                <a:pathLst>
                  <a:path extrusionOk="0" fill="none" h="663" w="836">
                    <a:moveTo>
                      <a:pt x="836" y="1"/>
                    </a:moveTo>
                    <a:cubicBezTo>
                      <a:pt x="836" y="1"/>
                      <a:pt x="705" y="389"/>
                      <a:pt x="0" y="662"/>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5"/>
              <p:cNvSpPr/>
              <p:nvPr/>
            </p:nvSpPr>
            <p:spPr>
              <a:xfrm>
                <a:off x="-4079473" y="4272771"/>
                <a:ext cx="99302" cy="153680"/>
              </a:xfrm>
              <a:custGeom>
                <a:rect b="b" l="l" r="r" t="t"/>
                <a:pathLst>
                  <a:path extrusionOk="0" h="1512" w="977">
                    <a:moveTo>
                      <a:pt x="486" y="0"/>
                    </a:moveTo>
                    <a:cubicBezTo>
                      <a:pt x="305" y="0"/>
                      <a:pt x="132" y="115"/>
                      <a:pt x="69" y="292"/>
                    </a:cubicBezTo>
                    <a:cubicBezTo>
                      <a:pt x="1" y="488"/>
                      <a:pt x="78" y="697"/>
                      <a:pt x="242" y="805"/>
                    </a:cubicBezTo>
                    <a:cubicBezTo>
                      <a:pt x="302" y="845"/>
                      <a:pt x="327" y="921"/>
                      <a:pt x="305" y="990"/>
                    </a:cubicBezTo>
                    <a:lnTo>
                      <a:pt x="177" y="1387"/>
                    </a:lnTo>
                    <a:cubicBezTo>
                      <a:pt x="165" y="1427"/>
                      <a:pt x="176" y="1473"/>
                      <a:pt x="211" y="1495"/>
                    </a:cubicBezTo>
                    <a:cubicBezTo>
                      <a:pt x="227" y="1506"/>
                      <a:pt x="245" y="1512"/>
                      <a:pt x="263" y="1512"/>
                    </a:cubicBezTo>
                    <a:cubicBezTo>
                      <a:pt x="287" y="1512"/>
                      <a:pt x="311" y="1502"/>
                      <a:pt x="327" y="1485"/>
                    </a:cubicBezTo>
                    <a:cubicBezTo>
                      <a:pt x="439" y="1375"/>
                      <a:pt x="751" y="1032"/>
                      <a:pt x="900" y="573"/>
                    </a:cubicBezTo>
                    <a:cubicBezTo>
                      <a:pt x="976" y="339"/>
                      <a:pt x="843" y="87"/>
                      <a:pt x="606" y="18"/>
                    </a:cubicBezTo>
                    <a:cubicBezTo>
                      <a:pt x="566" y="6"/>
                      <a:pt x="526" y="0"/>
                      <a:pt x="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5"/>
              <p:cNvSpPr/>
              <p:nvPr/>
            </p:nvSpPr>
            <p:spPr>
              <a:xfrm>
                <a:off x="-4077745" y="4272872"/>
                <a:ext cx="89646" cy="70741"/>
              </a:xfrm>
              <a:custGeom>
                <a:rect b="b" l="l" r="r" t="t"/>
                <a:pathLst>
                  <a:path extrusionOk="0" h="696" w="882">
                    <a:moveTo>
                      <a:pt x="467" y="0"/>
                    </a:moveTo>
                    <a:cubicBezTo>
                      <a:pt x="286" y="0"/>
                      <a:pt x="114" y="115"/>
                      <a:pt x="51" y="292"/>
                    </a:cubicBezTo>
                    <a:cubicBezTo>
                      <a:pt x="0" y="435"/>
                      <a:pt x="27" y="584"/>
                      <a:pt x="110" y="696"/>
                    </a:cubicBezTo>
                    <a:cubicBezTo>
                      <a:pt x="81" y="607"/>
                      <a:pt x="79" y="507"/>
                      <a:pt x="113" y="411"/>
                    </a:cubicBezTo>
                    <a:cubicBezTo>
                      <a:pt x="175" y="234"/>
                      <a:pt x="348" y="119"/>
                      <a:pt x="528" y="119"/>
                    </a:cubicBezTo>
                    <a:cubicBezTo>
                      <a:pt x="568" y="119"/>
                      <a:pt x="609" y="124"/>
                      <a:pt x="649" y="136"/>
                    </a:cubicBezTo>
                    <a:cubicBezTo>
                      <a:pt x="747" y="166"/>
                      <a:pt x="826" y="225"/>
                      <a:pt x="882" y="301"/>
                    </a:cubicBezTo>
                    <a:cubicBezTo>
                      <a:pt x="837" y="169"/>
                      <a:pt x="732" y="60"/>
                      <a:pt x="588" y="18"/>
                    </a:cubicBezTo>
                    <a:cubicBezTo>
                      <a:pt x="548" y="6"/>
                      <a:pt x="507" y="0"/>
                      <a:pt x="4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5"/>
              <p:cNvSpPr/>
              <p:nvPr/>
            </p:nvSpPr>
            <p:spPr>
              <a:xfrm>
                <a:off x="-4138220" y="4506139"/>
                <a:ext cx="102453" cy="64135"/>
              </a:xfrm>
              <a:custGeom>
                <a:rect b="b" l="l" r="r" t="t"/>
                <a:pathLst>
                  <a:path extrusionOk="0" fill="none" h="631" w="1008">
                    <a:moveTo>
                      <a:pt x="1007" y="0"/>
                    </a:moveTo>
                    <a:cubicBezTo>
                      <a:pt x="1007" y="0"/>
                      <a:pt x="656" y="74"/>
                      <a:pt x="0" y="631"/>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5"/>
              <p:cNvSpPr/>
              <p:nvPr/>
            </p:nvSpPr>
            <p:spPr>
              <a:xfrm>
                <a:off x="-4044712" y="4393012"/>
                <a:ext cx="137316" cy="121866"/>
              </a:xfrm>
              <a:custGeom>
                <a:rect b="b" l="l" r="r" t="t"/>
                <a:pathLst>
                  <a:path extrusionOk="0" h="1199" w="1351">
                    <a:moveTo>
                      <a:pt x="849" y="0"/>
                    </a:moveTo>
                    <a:cubicBezTo>
                      <a:pt x="763" y="0"/>
                      <a:pt x="675" y="26"/>
                      <a:pt x="601" y="78"/>
                    </a:cubicBezTo>
                    <a:cubicBezTo>
                      <a:pt x="430" y="197"/>
                      <a:pt x="371" y="412"/>
                      <a:pt x="442" y="595"/>
                    </a:cubicBezTo>
                    <a:cubicBezTo>
                      <a:pt x="468" y="662"/>
                      <a:pt x="444" y="739"/>
                      <a:pt x="387" y="782"/>
                    </a:cubicBezTo>
                    <a:lnTo>
                      <a:pt x="51" y="1031"/>
                    </a:lnTo>
                    <a:cubicBezTo>
                      <a:pt x="18" y="1055"/>
                      <a:pt x="1" y="1100"/>
                      <a:pt x="15" y="1138"/>
                    </a:cubicBezTo>
                    <a:cubicBezTo>
                      <a:pt x="29" y="1176"/>
                      <a:pt x="64" y="1199"/>
                      <a:pt x="102" y="1199"/>
                    </a:cubicBezTo>
                    <a:cubicBezTo>
                      <a:pt x="107" y="1199"/>
                      <a:pt x="112" y="1199"/>
                      <a:pt x="116" y="1198"/>
                    </a:cubicBezTo>
                    <a:cubicBezTo>
                      <a:pt x="271" y="1172"/>
                      <a:pt x="725" y="1077"/>
                      <a:pt x="1113" y="790"/>
                    </a:cubicBezTo>
                    <a:cubicBezTo>
                      <a:pt x="1311" y="644"/>
                      <a:pt x="1350" y="361"/>
                      <a:pt x="1197" y="167"/>
                    </a:cubicBezTo>
                    <a:cubicBezTo>
                      <a:pt x="1112" y="58"/>
                      <a:pt x="981" y="0"/>
                      <a:pt x="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5"/>
              <p:cNvSpPr/>
              <p:nvPr/>
            </p:nvSpPr>
            <p:spPr>
              <a:xfrm>
                <a:off x="-4002837" y="4393012"/>
                <a:ext cx="91476" cy="57935"/>
              </a:xfrm>
              <a:custGeom>
                <a:rect b="b" l="l" r="r" t="t"/>
                <a:pathLst>
                  <a:path extrusionOk="0" h="570" w="900">
                    <a:moveTo>
                      <a:pt x="437" y="0"/>
                    </a:moveTo>
                    <a:cubicBezTo>
                      <a:pt x="350" y="0"/>
                      <a:pt x="263" y="25"/>
                      <a:pt x="189" y="77"/>
                    </a:cubicBezTo>
                    <a:cubicBezTo>
                      <a:pt x="66" y="164"/>
                      <a:pt x="0" y="301"/>
                      <a:pt x="1" y="440"/>
                    </a:cubicBezTo>
                    <a:cubicBezTo>
                      <a:pt x="29" y="350"/>
                      <a:pt x="86" y="269"/>
                      <a:pt x="170" y="210"/>
                    </a:cubicBezTo>
                    <a:cubicBezTo>
                      <a:pt x="244" y="158"/>
                      <a:pt x="331" y="133"/>
                      <a:pt x="418" y="133"/>
                    </a:cubicBezTo>
                    <a:cubicBezTo>
                      <a:pt x="549" y="133"/>
                      <a:pt x="680" y="191"/>
                      <a:pt x="764" y="299"/>
                    </a:cubicBezTo>
                    <a:cubicBezTo>
                      <a:pt x="827" y="380"/>
                      <a:pt x="858" y="474"/>
                      <a:pt x="858" y="569"/>
                    </a:cubicBezTo>
                    <a:cubicBezTo>
                      <a:pt x="899" y="436"/>
                      <a:pt x="878" y="286"/>
                      <a:pt x="785" y="167"/>
                    </a:cubicBezTo>
                    <a:cubicBezTo>
                      <a:pt x="700" y="58"/>
                      <a:pt x="569" y="0"/>
                      <a:pt x="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5"/>
              <p:cNvSpPr/>
              <p:nvPr/>
            </p:nvSpPr>
            <p:spPr>
              <a:xfrm>
                <a:off x="-4124804" y="4595583"/>
                <a:ext cx="46856" cy="83650"/>
              </a:xfrm>
              <a:custGeom>
                <a:rect b="b" l="l" r="r" t="t"/>
                <a:pathLst>
                  <a:path extrusionOk="0" h="823" w="461">
                    <a:moveTo>
                      <a:pt x="0" y="1"/>
                    </a:moveTo>
                    <a:lnTo>
                      <a:pt x="0" y="822"/>
                    </a:lnTo>
                    <a:lnTo>
                      <a:pt x="132" y="822"/>
                    </a:lnTo>
                    <a:cubicBezTo>
                      <a:pt x="313" y="822"/>
                      <a:pt x="460" y="676"/>
                      <a:pt x="460" y="495"/>
                    </a:cubicBezTo>
                    <a:lnTo>
                      <a:pt x="460" y="329"/>
                    </a:lnTo>
                    <a:cubicBezTo>
                      <a:pt x="460" y="147"/>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5"/>
              <p:cNvSpPr/>
              <p:nvPr/>
            </p:nvSpPr>
            <p:spPr>
              <a:xfrm>
                <a:off x="-4520891" y="4235468"/>
                <a:ext cx="83650" cy="46754"/>
              </a:xfrm>
              <a:custGeom>
                <a:rect b="b" l="l" r="r" t="t"/>
                <a:pathLst>
                  <a:path extrusionOk="0" h="460" w="823">
                    <a:moveTo>
                      <a:pt x="328" y="1"/>
                    </a:moveTo>
                    <a:cubicBezTo>
                      <a:pt x="147" y="1"/>
                      <a:pt x="0" y="148"/>
                      <a:pt x="0" y="328"/>
                    </a:cubicBezTo>
                    <a:lnTo>
                      <a:pt x="0" y="460"/>
                    </a:lnTo>
                    <a:lnTo>
                      <a:pt x="823" y="460"/>
                    </a:lnTo>
                    <a:lnTo>
                      <a:pt x="823" y="329"/>
                    </a:lnTo>
                    <a:cubicBezTo>
                      <a:pt x="823" y="148"/>
                      <a:pt x="675" y="1"/>
                      <a:pt x="495" y="1"/>
                    </a:cubicBezTo>
                    <a:lnTo>
                      <a:pt x="330" y="1"/>
                    </a:lnTo>
                    <a:cubicBezTo>
                      <a:pt x="329" y="1"/>
                      <a:pt x="328"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5"/>
              <p:cNvSpPr/>
              <p:nvPr/>
            </p:nvSpPr>
            <p:spPr>
              <a:xfrm>
                <a:off x="-4414577" y="4235468"/>
                <a:ext cx="83650" cy="46754"/>
              </a:xfrm>
              <a:custGeom>
                <a:rect b="b" l="l" r="r" t="t"/>
                <a:pathLst>
                  <a:path extrusionOk="0" h="460" w="823">
                    <a:moveTo>
                      <a:pt x="328" y="1"/>
                    </a:moveTo>
                    <a:cubicBezTo>
                      <a:pt x="147" y="1"/>
                      <a:pt x="1" y="148"/>
                      <a:pt x="1" y="328"/>
                    </a:cubicBezTo>
                    <a:lnTo>
                      <a:pt x="1" y="460"/>
                    </a:lnTo>
                    <a:lnTo>
                      <a:pt x="822" y="460"/>
                    </a:lnTo>
                    <a:lnTo>
                      <a:pt x="822" y="329"/>
                    </a:lnTo>
                    <a:cubicBezTo>
                      <a:pt x="822" y="148"/>
                      <a:pt x="676" y="1"/>
                      <a:pt x="495" y="1"/>
                    </a:cubicBezTo>
                    <a:lnTo>
                      <a:pt x="330" y="1"/>
                    </a:lnTo>
                    <a:cubicBezTo>
                      <a:pt x="329" y="1"/>
                      <a:pt x="329"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5"/>
              <p:cNvSpPr/>
              <p:nvPr/>
            </p:nvSpPr>
            <p:spPr>
              <a:xfrm>
                <a:off x="-4124804" y="4704644"/>
                <a:ext cx="46856" cy="83650"/>
              </a:xfrm>
              <a:custGeom>
                <a:rect b="b" l="l" r="r" t="t"/>
                <a:pathLst>
                  <a:path extrusionOk="0" h="823" w="461">
                    <a:moveTo>
                      <a:pt x="0" y="1"/>
                    </a:moveTo>
                    <a:lnTo>
                      <a:pt x="0" y="822"/>
                    </a:lnTo>
                    <a:lnTo>
                      <a:pt x="132" y="822"/>
                    </a:lnTo>
                    <a:cubicBezTo>
                      <a:pt x="313" y="822"/>
                      <a:pt x="460" y="676"/>
                      <a:pt x="460" y="495"/>
                    </a:cubicBezTo>
                    <a:lnTo>
                      <a:pt x="460" y="330"/>
                    </a:lnTo>
                    <a:cubicBezTo>
                      <a:pt x="460" y="146"/>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5"/>
              <p:cNvSpPr/>
              <p:nvPr/>
            </p:nvSpPr>
            <p:spPr>
              <a:xfrm>
                <a:off x="-4685648" y="4792055"/>
                <a:ext cx="156831" cy="156932"/>
              </a:xfrm>
              <a:custGeom>
                <a:rect b="b" l="l" r="r" t="t"/>
                <a:pathLst>
                  <a:path extrusionOk="0" h="1544" w="1543">
                    <a:moveTo>
                      <a:pt x="772" y="124"/>
                    </a:moveTo>
                    <a:cubicBezTo>
                      <a:pt x="1129" y="124"/>
                      <a:pt x="1419" y="415"/>
                      <a:pt x="1419" y="772"/>
                    </a:cubicBezTo>
                    <a:cubicBezTo>
                      <a:pt x="1419" y="1130"/>
                      <a:pt x="1129" y="1420"/>
                      <a:pt x="772" y="1420"/>
                    </a:cubicBezTo>
                    <a:cubicBezTo>
                      <a:pt x="414" y="1420"/>
                      <a:pt x="124" y="1130"/>
                      <a:pt x="124" y="772"/>
                    </a:cubicBezTo>
                    <a:cubicBezTo>
                      <a:pt x="124" y="415"/>
                      <a:pt x="414" y="124"/>
                      <a:pt x="772" y="124"/>
                    </a:cubicBezTo>
                    <a:close/>
                    <a:moveTo>
                      <a:pt x="772" y="1"/>
                    </a:moveTo>
                    <a:cubicBezTo>
                      <a:pt x="346" y="1"/>
                      <a:pt x="0" y="346"/>
                      <a:pt x="0" y="772"/>
                    </a:cubicBezTo>
                    <a:cubicBezTo>
                      <a:pt x="0" y="1198"/>
                      <a:pt x="346" y="1543"/>
                      <a:pt x="772" y="1543"/>
                    </a:cubicBezTo>
                    <a:cubicBezTo>
                      <a:pt x="1196" y="1543"/>
                      <a:pt x="1543" y="1199"/>
                      <a:pt x="1543" y="772"/>
                    </a:cubicBezTo>
                    <a:cubicBezTo>
                      <a:pt x="1543" y="346"/>
                      <a:pt x="1197" y="1"/>
                      <a:pt x="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5"/>
              <p:cNvSpPr/>
              <p:nvPr/>
            </p:nvSpPr>
            <p:spPr>
              <a:xfrm>
                <a:off x="-4607284" y="4258846"/>
                <a:ext cx="505964" cy="729267"/>
              </a:xfrm>
              <a:custGeom>
                <a:rect b="b" l="l" r="r" t="t"/>
                <a:pathLst>
                  <a:path extrusionOk="0" h="7175" w="4978">
                    <a:moveTo>
                      <a:pt x="4616" y="1"/>
                    </a:moveTo>
                    <a:cubicBezTo>
                      <a:pt x="4615" y="1"/>
                      <a:pt x="4615" y="1"/>
                      <a:pt x="4614" y="1"/>
                    </a:cubicBezTo>
                    <a:lnTo>
                      <a:pt x="364" y="1"/>
                    </a:lnTo>
                    <a:cubicBezTo>
                      <a:pt x="163" y="1"/>
                      <a:pt x="1" y="163"/>
                      <a:pt x="1" y="364"/>
                    </a:cubicBezTo>
                    <a:lnTo>
                      <a:pt x="1" y="6861"/>
                    </a:lnTo>
                    <a:cubicBezTo>
                      <a:pt x="1" y="7034"/>
                      <a:pt x="141" y="7174"/>
                      <a:pt x="314" y="7174"/>
                    </a:cubicBezTo>
                    <a:lnTo>
                      <a:pt x="4664" y="7174"/>
                    </a:lnTo>
                    <a:cubicBezTo>
                      <a:pt x="4837" y="7174"/>
                      <a:pt x="4977" y="7034"/>
                      <a:pt x="4977" y="6861"/>
                    </a:cubicBezTo>
                    <a:lnTo>
                      <a:pt x="4977" y="363"/>
                    </a:lnTo>
                    <a:cubicBezTo>
                      <a:pt x="4977" y="164"/>
                      <a:pt x="4814" y="1"/>
                      <a:pt x="4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5"/>
              <p:cNvSpPr/>
              <p:nvPr/>
            </p:nvSpPr>
            <p:spPr>
              <a:xfrm>
                <a:off x="-4607386" y="4312614"/>
                <a:ext cx="506066" cy="17787"/>
              </a:xfrm>
              <a:custGeom>
                <a:rect b="b" l="l" r="r" t="t"/>
                <a:pathLst>
                  <a:path extrusionOk="0" h="175" w="4979">
                    <a:moveTo>
                      <a:pt x="1" y="0"/>
                    </a:moveTo>
                    <a:lnTo>
                      <a:pt x="1" y="175"/>
                    </a:lnTo>
                    <a:lnTo>
                      <a:pt x="4978" y="175"/>
                    </a:lnTo>
                    <a:lnTo>
                      <a:pt x="49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5"/>
              <p:cNvSpPr/>
              <p:nvPr/>
            </p:nvSpPr>
            <p:spPr>
              <a:xfrm>
                <a:off x="-4119823" y="4574645"/>
                <a:ext cx="18498" cy="234280"/>
              </a:xfrm>
              <a:custGeom>
                <a:rect b="b" l="l" r="r" t="t"/>
                <a:pathLst>
                  <a:path extrusionOk="0" h="2305" w="182">
                    <a:moveTo>
                      <a:pt x="181" y="0"/>
                    </a:moveTo>
                    <a:cubicBezTo>
                      <a:pt x="79" y="12"/>
                      <a:pt x="1" y="98"/>
                      <a:pt x="1" y="203"/>
                    </a:cubicBezTo>
                    <a:lnTo>
                      <a:pt x="1" y="2101"/>
                    </a:lnTo>
                    <a:cubicBezTo>
                      <a:pt x="1" y="2206"/>
                      <a:pt x="79" y="2293"/>
                      <a:pt x="181" y="2305"/>
                    </a:cubicBezTo>
                    <a:lnTo>
                      <a:pt x="1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5"/>
              <p:cNvSpPr/>
              <p:nvPr/>
            </p:nvSpPr>
            <p:spPr>
              <a:xfrm>
                <a:off x="-4607386" y="4364959"/>
                <a:ext cx="436239" cy="562171"/>
              </a:xfrm>
              <a:custGeom>
                <a:rect b="b" l="l" r="r" t="t"/>
                <a:pathLst>
                  <a:path extrusionOk="0" h="5531" w="4292">
                    <a:moveTo>
                      <a:pt x="1" y="0"/>
                    </a:moveTo>
                    <a:lnTo>
                      <a:pt x="1" y="5531"/>
                    </a:lnTo>
                    <a:lnTo>
                      <a:pt x="3911" y="5531"/>
                    </a:lnTo>
                    <a:cubicBezTo>
                      <a:pt x="4122" y="5531"/>
                      <a:pt x="4292" y="5360"/>
                      <a:pt x="4292" y="5150"/>
                    </a:cubicBezTo>
                    <a:lnTo>
                      <a:pt x="4292" y="381"/>
                    </a:lnTo>
                    <a:cubicBezTo>
                      <a:pt x="4292" y="170"/>
                      <a:pt x="4121" y="0"/>
                      <a:pt x="39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5"/>
              <p:cNvSpPr/>
              <p:nvPr/>
            </p:nvSpPr>
            <p:spPr>
              <a:xfrm>
                <a:off x="-4484199" y="4421573"/>
                <a:ext cx="189864" cy="449046"/>
              </a:xfrm>
              <a:custGeom>
                <a:rect b="b" l="l" r="r" t="t"/>
                <a:pathLst>
                  <a:path extrusionOk="0" h="4418" w="1868">
                    <a:moveTo>
                      <a:pt x="1571" y="0"/>
                    </a:moveTo>
                    <a:cubicBezTo>
                      <a:pt x="1570" y="0"/>
                      <a:pt x="1570" y="0"/>
                      <a:pt x="1569" y="0"/>
                    </a:cubicBezTo>
                    <a:lnTo>
                      <a:pt x="299" y="0"/>
                    </a:lnTo>
                    <a:cubicBezTo>
                      <a:pt x="134" y="0"/>
                      <a:pt x="0" y="134"/>
                      <a:pt x="0" y="299"/>
                    </a:cubicBezTo>
                    <a:lnTo>
                      <a:pt x="0" y="4119"/>
                    </a:lnTo>
                    <a:cubicBezTo>
                      <a:pt x="0" y="4283"/>
                      <a:pt x="134" y="4417"/>
                      <a:pt x="299" y="4417"/>
                    </a:cubicBezTo>
                    <a:lnTo>
                      <a:pt x="1569" y="4417"/>
                    </a:lnTo>
                    <a:cubicBezTo>
                      <a:pt x="1734" y="4417"/>
                      <a:pt x="1867" y="4284"/>
                      <a:pt x="1867" y="4119"/>
                    </a:cubicBezTo>
                    <a:lnTo>
                      <a:pt x="1867" y="299"/>
                    </a:lnTo>
                    <a:cubicBezTo>
                      <a:pt x="1867" y="134"/>
                      <a:pt x="1735" y="0"/>
                      <a:pt x="1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5"/>
              <p:cNvSpPr/>
              <p:nvPr/>
            </p:nvSpPr>
            <p:spPr>
              <a:xfrm>
                <a:off x="-4409800" y="4518132"/>
                <a:ext cx="41063" cy="255828"/>
              </a:xfrm>
              <a:custGeom>
                <a:rect b="b" l="l" r="r" t="t"/>
                <a:pathLst>
                  <a:path extrusionOk="0" h="2517" w="404">
                    <a:moveTo>
                      <a:pt x="0" y="1"/>
                    </a:moveTo>
                    <a:lnTo>
                      <a:pt x="0" y="2517"/>
                    </a:lnTo>
                    <a:lnTo>
                      <a:pt x="404" y="2517"/>
                    </a:lnTo>
                    <a:lnTo>
                      <a:pt x="40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5"/>
              <p:cNvSpPr/>
              <p:nvPr/>
            </p:nvSpPr>
            <p:spPr>
              <a:xfrm>
                <a:off x="-4484098" y="4421472"/>
                <a:ext cx="189762" cy="204296"/>
              </a:xfrm>
              <a:custGeom>
                <a:rect b="b" l="l" r="r" t="t"/>
                <a:pathLst>
                  <a:path extrusionOk="0" h="2010" w="1867">
                    <a:moveTo>
                      <a:pt x="472" y="0"/>
                    </a:moveTo>
                    <a:cubicBezTo>
                      <a:pt x="272" y="99"/>
                      <a:pt x="107" y="258"/>
                      <a:pt x="1" y="455"/>
                    </a:cubicBezTo>
                    <a:lnTo>
                      <a:pt x="1" y="1450"/>
                    </a:lnTo>
                    <a:cubicBezTo>
                      <a:pt x="178" y="1783"/>
                      <a:pt x="530" y="2010"/>
                      <a:pt x="933" y="2010"/>
                    </a:cubicBezTo>
                    <a:cubicBezTo>
                      <a:pt x="1338" y="2010"/>
                      <a:pt x="1689" y="1783"/>
                      <a:pt x="1866" y="1450"/>
                    </a:cubicBezTo>
                    <a:lnTo>
                      <a:pt x="1866" y="455"/>
                    </a:lnTo>
                    <a:cubicBezTo>
                      <a:pt x="1762" y="258"/>
                      <a:pt x="1596" y="99"/>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5"/>
              <p:cNvSpPr/>
              <p:nvPr/>
            </p:nvSpPr>
            <p:spPr>
              <a:xfrm>
                <a:off x="-4457773" y="4449626"/>
                <a:ext cx="137214" cy="137214"/>
              </a:xfrm>
              <a:custGeom>
                <a:rect b="b" l="l" r="r" t="t"/>
                <a:pathLst>
                  <a:path extrusionOk="0" h="1350" w="1350">
                    <a:moveTo>
                      <a:pt x="674" y="0"/>
                    </a:moveTo>
                    <a:cubicBezTo>
                      <a:pt x="302" y="0"/>
                      <a:pt x="1" y="302"/>
                      <a:pt x="1" y="675"/>
                    </a:cubicBezTo>
                    <a:cubicBezTo>
                      <a:pt x="1" y="1048"/>
                      <a:pt x="302" y="1350"/>
                      <a:pt x="674" y="1350"/>
                    </a:cubicBezTo>
                    <a:cubicBezTo>
                      <a:pt x="1047" y="1350"/>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5"/>
              <p:cNvSpPr/>
              <p:nvPr/>
            </p:nvSpPr>
            <p:spPr>
              <a:xfrm>
                <a:off x="-4484098" y="4666427"/>
                <a:ext cx="189762" cy="204296"/>
              </a:xfrm>
              <a:custGeom>
                <a:rect b="b" l="l" r="r" t="t"/>
                <a:pathLst>
                  <a:path extrusionOk="0" h="2010" w="1867">
                    <a:moveTo>
                      <a:pt x="933" y="0"/>
                    </a:moveTo>
                    <a:cubicBezTo>
                      <a:pt x="530" y="0"/>
                      <a:pt x="179" y="227"/>
                      <a:pt x="1" y="560"/>
                    </a:cubicBezTo>
                    <a:lnTo>
                      <a:pt x="1" y="1555"/>
                    </a:lnTo>
                    <a:cubicBezTo>
                      <a:pt x="106" y="1754"/>
                      <a:pt x="271" y="1911"/>
                      <a:pt x="472" y="2009"/>
                    </a:cubicBezTo>
                    <a:lnTo>
                      <a:pt x="1396" y="2009"/>
                    </a:lnTo>
                    <a:cubicBezTo>
                      <a:pt x="1596" y="1911"/>
                      <a:pt x="1760" y="1751"/>
                      <a:pt x="1866" y="1555"/>
                    </a:cubicBezTo>
                    <a:lnTo>
                      <a:pt x="1866" y="560"/>
                    </a:lnTo>
                    <a:cubicBezTo>
                      <a:pt x="1689" y="227"/>
                      <a:pt x="1338" y="0"/>
                      <a:pt x="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5"/>
              <p:cNvSpPr/>
              <p:nvPr/>
            </p:nvSpPr>
            <p:spPr>
              <a:xfrm>
                <a:off x="-4457773" y="4705355"/>
                <a:ext cx="137214" cy="137112"/>
              </a:xfrm>
              <a:custGeom>
                <a:rect b="b" l="l" r="r" t="t"/>
                <a:pathLst>
                  <a:path extrusionOk="0" h="1349" w="1350">
                    <a:moveTo>
                      <a:pt x="674" y="0"/>
                    </a:moveTo>
                    <a:cubicBezTo>
                      <a:pt x="302" y="0"/>
                      <a:pt x="1" y="302"/>
                      <a:pt x="1" y="675"/>
                    </a:cubicBezTo>
                    <a:cubicBezTo>
                      <a:pt x="1" y="1048"/>
                      <a:pt x="302" y="1349"/>
                      <a:pt x="674" y="1349"/>
                    </a:cubicBezTo>
                    <a:cubicBezTo>
                      <a:pt x="1047" y="1349"/>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5"/>
              <p:cNvSpPr/>
              <p:nvPr/>
            </p:nvSpPr>
            <p:spPr>
              <a:xfrm>
                <a:off x="-4607284" y="4484489"/>
                <a:ext cx="72571" cy="323215"/>
              </a:xfrm>
              <a:custGeom>
                <a:rect b="b" l="l" r="r" t="t"/>
                <a:pathLst>
                  <a:path extrusionOk="0" h="3180" w="714">
                    <a:moveTo>
                      <a:pt x="1" y="1"/>
                    </a:moveTo>
                    <a:lnTo>
                      <a:pt x="1" y="3179"/>
                    </a:lnTo>
                    <a:lnTo>
                      <a:pt x="342" y="3064"/>
                    </a:lnTo>
                    <a:cubicBezTo>
                      <a:pt x="563" y="2987"/>
                      <a:pt x="713" y="2780"/>
                      <a:pt x="713" y="2545"/>
                    </a:cubicBezTo>
                    <a:lnTo>
                      <a:pt x="713" y="635"/>
                    </a:lnTo>
                    <a:cubicBezTo>
                      <a:pt x="713" y="401"/>
                      <a:pt x="563" y="193"/>
                      <a:pt x="342" y="117"/>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5"/>
              <p:cNvSpPr/>
              <p:nvPr/>
            </p:nvSpPr>
            <p:spPr>
              <a:xfrm>
                <a:off x="-4607284" y="4611439"/>
                <a:ext cx="34863" cy="69318"/>
              </a:xfrm>
              <a:custGeom>
                <a:rect b="b" l="l" r="r" t="t"/>
                <a:pathLst>
                  <a:path extrusionOk="0" h="682" w="343">
                    <a:moveTo>
                      <a:pt x="1" y="0"/>
                    </a:moveTo>
                    <a:lnTo>
                      <a:pt x="1" y="682"/>
                    </a:lnTo>
                    <a:cubicBezTo>
                      <a:pt x="189" y="682"/>
                      <a:pt x="342" y="530"/>
                      <a:pt x="343" y="342"/>
                    </a:cubicBezTo>
                    <a:cubicBezTo>
                      <a:pt x="343" y="153"/>
                      <a:pt x="18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5"/>
              <p:cNvSpPr/>
              <p:nvPr/>
            </p:nvSpPr>
            <p:spPr>
              <a:xfrm>
                <a:off x="-4439986" y="4467413"/>
                <a:ext cx="101538" cy="101640"/>
              </a:xfrm>
              <a:custGeom>
                <a:rect b="b" l="l" r="r" t="t"/>
                <a:pathLst>
                  <a:path extrusionOk="0" h="1000" w="999">
                    <a:moveTo>
                      <a:pt x="499" y="0"/>
                    </a:moveTo>
                    <a:cubicBezTo>
                      <a:pt x="224" y="0"/>
                      <a:pt x="1" y="224"/>
                      <a:pt x="1" y="500"/>
                    </a:cubicBezTo>
                    <a:cubicBezTo>
                      <a:pt x="1" y="776"/>
                      <a:pt x="224" y="999"/>
                      <a:pt x="499" y="999"/>
                    </a:cubicBezTo>
                    <a:cubicBezTo>
                      <a:pt x="775" y="999"/>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5"/>
              <p:cNvSpPr/>
              <p:nvPr/>
            </p:nvSpPr>
            <p:spPr>
              <a:xfrm>
                <a:off x="-4439986" y="4723142"/>
                <a:ext cx="101538" cy="101538"/>
              </a:xfrm>
              <a:custGeom>
                <a:rect b="b" l="l" r="r" t="t"/>
                <a:pathLst>
                  <a:path extrusionOk="0" h="999" w="999">
                    <a:moveTo>
                      <a:pt x="499" y="0"/>
                    </a:moveTo>
                    <a:cubicBezTo>
                      <a:pt x="224" y="0"/>
                      <a:pt x="1" y="224"/>
                      <a:pt x="1" y="500"/>
                    </a:cubicBezTo>
                    <a:cubicBezTo>
                      <a:pt x="1" y="776"/>
                      <a:pt x="224" y="998"/>
                      <a:pt x="499" y="998"/>
                    </a:cubicBezTo>
                    <a:cubicBezTo>
                      <a:pt x="775" y="998"/>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5"/>
              <p:cNvSpPr/>
              <p:nvPr/>
            </p:nvSpPr>
            <p:spPr>
              <a:xfrm>
                <a:off x="-4266895" y="4421472"/>
                <a:ext cx="17076" cy="449046"/>
              </a:xfrm>
              <a:custGeom>
                <a:rect b="b" l="l" r="r" t="t"/>
                <a:pathLst>
                  <a:path extrusionOk="0" h="4418" w="168">
                    <a:moveTo>
                      <a:pt x="70" y="0"/>
                    </a:moveTo>
                    <a:cubicBezTo>
                      <a:pt x="31" y="0"/>
                      <a:pt x="1" y="31"/>
                      <a:pt x="1" y="70"/>
                    </a:cubicBezTo>
                    <a:lnTo>
                      <a:pt x="1" y="4347"/>
                    </a:lnTo>
                    <a:cubicBezTo>
                      <a:pt x="1" y="4386"/>
                      <a:pt x="31" y="4417"/>
                      <a:pt x="70" y="4417"/>
                    </a:cubicBezTo>
                    <a:lnTo>
                      <a:pt x="99" y="4417"/>
                    </a:lnTo>
                    <a:cubicBezTo>
                      <a:pt x="137" y="4417"/>
                      <a:pt x="168" y="4386"/>
                      <a:pt x="168" y="4347"/>
                    </a:cubicBezTo>
                    <a:lnTo>
                      <a:pt x="168" y="70"/>
                    </a:lnTo>
                    <a:cubicBezTo>
                      <a:pt x="168" y="32"/>
                      <a:pt x="137" y="0"/>
                      <a:pt x="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5"/>
              <p:cNvSpPr/>
              <p:nvPr/>
            </p:nvSpPr>
            <p:spPr>
              <a:xfrm>
                <a:off x="-4232643" y="4421472"/>
                <a:ext cx="17279" cy="449046"/>
              </a:xfrm>
              <a:custGeom>
                <a:rect b="b" l="l" r="r" t="t"/>
                <a:pathLst>
                  <a:path extrusionOk="0" h="4418" w="170">
                    <a:moveTo>
                      <a:pt x="69" y="0"/>
                    </a:moveTo>
                    <a:cubicBezTo>
                      <a:pt x="31" y="0"/>
                      <a:pt x="0" y="31"/>
                      <a:pt x="0" y="70"/>
                    </a:cubicBezTo>
                    <a:lnTo>
                      <a:pt x="0" y="4347"/>
                    </a:lnTo>
                    <a:cubicBezTo>
                      <a:pt x="0" y="4386"/>
                      <a:pt x="31" y="4417"/>
                      <a:pt x="69" y="4417"/>
                    </a:cubicBezTo>
                    <a:lnTo>
                      <a:pt x="98" y="4417"/>
                    </a:lnTo>
                    <a:cubicBezTo>
                      <a:pt x="136" y="4417"/>
                      <a:pt x="167" y="4386"/>
                      <a:pt x="167" y="4347"/>
                    </a:cubicBezTo>
                    <a:lnTo>
                      <a:pt x="167" y="70"/>
                    </a:lnTo>
                    <a:cubicBezTo>
                      <a:pt x="169" y="32"/>
                      <a:pt x="136" y="0"/>
                      <a:pt x="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992" name="Shape 5992"/>
        <p:cNvGrpSpPr/>
        <p:nvPr/>
      </p:nvGrpSpPr>
      <p:grpSpPr>
        <a:xfrm>
          <a:off x="0" y="0"/>
          <a:ext cx="0" cy="0"/>
          <a:chOff x="0" y="0"/>
          <a:chExt cx="0" cy="0"/>
        </a:xfrm>
      </p:grpSpPr>
      <p:sp>
        <p:nvSpPr>
          <p:cNvPr id="5993" name="Google Shape;5993;p76"/>
          <p:cNvSpPr txBox="1"/>
          <p:nvPr>
            <p:ph type="title"/>
          </p:nvPr>
        </p:nvSpPr>
        <p:spPr>
          <a:xfrm rot="-161920">
            <a:off x="2383273" y="1776475"/>
            <a:ext cx="4377355" cy="1590569"/>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5994" name="Google Shape;5994;p76"/>
          <p:cNvGrpSpPr/>
          <p:nvPr/>
        </p:nvGrpSpPr>
        <p:grpSpPr>
          <a:xfrm>
            <a:off x="291567" y="-59920"/>
            <a:ext cx="8582062" cy="5087849"/>
            <a:chOff x="291567" y="-59920"/>
            <a:chExt cx="8582062" cy="5087849"/>
          </a:xfrm>
        </p:grpSpPr>
        <p:grpSp>
          <p:nvGrpSpPr>
            <p:cNvPr id="5995" name="Google Shape;5995;p76"/>
            <p:cNvGrpSpPr/>
            <p:nvPr/>
          </p:nvGrpSpPr>
          <p:grpSpPr>
            <a:xfrm rot="-2315132">
              <a:off x="7646002" y="138802"/>
              <a:ext cx="980410" cy="980298"/>
              <a:chOff x="223041" y="1065269"/>
              <a:chExt cx="980382" cy="980270"/>
            </a:xfrm>
          </p:grpSpPr>
          <p:sp>
            <p:nvSpPr>
              <p:cNvPr id="5996" name="Google Shape;5996;p76"/>
              <p:cNvSpPr/>
              <p:nvPr/>
            </p:nvSpPr>
            <p:spPr>
              <a:xfrm>
                <a:off x="223041" y="1065269"/>
                <a:ext cx="976822" cy="976272"/>
              </a:xfrm>
              <a:custGeom>
                <a:rect b="b" l="l" r="r" t="t"/>
                <a:pathLst>
                  <a:path extrusionOk="0" h="15262" w="15270">
                    <a:moveTo>
                      <a:pt x="5171" y="1"/>
                    </a:moveTo>
                    <a:cubicBezTo>
                      <a:pt x="2985" y="1"/>
                      <a:pt x="1116" y="1356"/>
                      <a:pt x="360" y="3270"/>
                    </a:cubicBezTo>
                    <a:lnTo>
                      <a:pt x="360" y="3273"/>
                    </a:lnTo>
                    <a:cubicBezTo>
                      <a:pt x="314" y="3387"/>
                      <a:pt x="271" y="3506"/>
                      <a:pt x="238" y="3626"/>
                    </a:cubicBezTo>
                    <a:cubicBezTo>
                      <a:pt x="106" y="4038"/>
                      <a:pt x="28" y="4477"/>
                      <a:pt x="6" y="4929"/>
                    </a:cubicBezTo>
                    <a:lnTo>
                      <a:pt x="0" y="4929"/>
                    </a:lnTo>
                    <a:lnTo>
                      <a:pt x="0" y="5197"/>
                    </a:lnTo>
                    <a:lnTo>
                      <a:pt x="0" y="5937"/>
                    </a:lnTo>
                    <a:lnTo>
                      <a:pt x="0" y="7415"/>
                    </a:lnTo>
                    <a:lnTo>
                      <a:pt x="0" y="8155"/>
                    </a:lnTo>
                    <a:lnTo>
                      <a:pt x="0" y="9636"/>
                    </a:lnTo>
                    <a:lnTo>
                      <a:pt x="0" y="10377"/>
                    </a:lnTo>
                    <a:lnTo>
                      <a:pt x="0" y="11855"/>
                    </a:lnTo>
                    <a:lnTo>
                      <a:pt x="0" y="12596"/>
                    </a:lnTo>
                    <a:lnTo>
                      <a:pt x="0" y="14076"/>
                    </a:lnTo>
                    <a:lnTo>
                      <a:pt x="0" y="14817"/>
                    </a:lnTo>
                    <a:lnTo>
                      <a:pt x="0" y="15262"/>
                    </a:lnTo>
                    <a:lnTo>
                      <a:pt x="10337" y="15262"/>
                    </a:lnTo>
                    <a:lnTo>
                      <a:pt x="10337" y="15256"/>
                    </a:lnTo>
                    <a:cubicBezTo>
                      <a:pt x="11011" y="15225"/>
                      <a:pt x="11648" y="15065"/>
                      <a:pt x="12230" y="14800"/>
                    </a:cubicBezTo>
                    <a:lnTo>
                      <a:pt x="12234" y="14800"/>
                    </a:lnTo>
                    <a:lnTo>
                      <a:pt x="12675" y="14575"/>
                    </a:lnTo>
                    <a:cubicBezTo>
                      <a:pt x="13102" y="14330"/>
                      <a:pt x="13494" y="14022"/>
                      <a:pt x="13831" y="13669"/>
                    </a:cubicBezTo>
                    <a:cubicBezTo>
                      <a:pt x="13865" y="13635"/>
                      <a:pt x="13898" y="13598"/>
                      <a:pt x="13929" y="13562"/>
                    </a:cubicBezTo>
                    <a:cubicBezTo>
                      <a:pt x="14092" y="13383"/>
                      <a:pt x="14241" y="13196"/>
                      <a:pt x="14372" y="12996"/>
                    </a:cubicBezTo>
                    <a:cubicBezTo>
                      <a:pt x="14940" y="12170"/>
                      <a:pt x="15270" y="11172"/>
                      <a:pt x="15270" y="10091"/>
                    </a:cubicBezTo>
                    <a:cubicBezTo>
                      <a:pt x="15270" y="8949"/>
                      <a:pt x="14901" y="7893"/>
                      <a:pt x="14272" y="7040"/>
                    </a:cubicBezTo>
                    <a:cubicBezTo>
                      <a:pt x="14149" y="6868"/>
                      <a:pt x="14014" y="6709"/>
                      <a:pt x="13869" y="6555"/>
                    </a:cubicBezTo>
                    <a:cubicBezTo>
                      <a:pt x="13525" y="6193"/>
                      <a:pt x="13131" y="5875"/>
                      <a:pt x="12695" y="5621"/>
                    </a:cubicBezTo>
                    <a:cubicBezTo>
                      <a:pt x="12493" y="5503"/>
                      <a:pt x="12280" y="5399"/>
                      <a:pt x="12061" y="5310"/>
                    </a:cubicBezTo>
                    <a:cubicBezTo>
                      <a:pt x="11524" y="5088"/>
                      <a:pt x="10944" y="4956"/>
                      <a:pt x="10332" y="4931"/>
                    </a:cubicBezTo>
                    <a:cubicBezTo>
                      <a:pt x="10327" y="4878"/>
                      <a:pt x="10325" y="4820"/>
                      <a:pt x="10319" y="4761"/>
                    </a:cubicBezTo>
                    <a:cubicBezTo>
                      <a:pt x="10304" y="4537"/>
                      <a:pt x="10270" y="4319"/>
                      <a:pt x="10223" y="4104"/>
                    </a:cubicBezTo>
                    <a:cubicBezTo>
                      <a:pt x="10008" y="3066"/>
                      <a:pt x="9479" y="2143"/>
                      <a:pt x="8745" y="1438"/>
                    </a:cubicBezTo>
                    <a:cubicBezTo>
                      <a:pt x="8683" y="1380"/>
                      <a:pt x="8625" y="1325"/>
                      <a:pt x="8561" y="1270"/>
                    </a:cubicBezTo>
                    <a:cubicBezTo>
                      <a:pt x="8382" y="1112"/>
                      <a:pt x="8191" y="968"/>
                      <a:pt x="7989" y="839"/>
                    </a:cubicBezTo>
                    <a:cubicBezTo>
                      <a:pt x="7988" y="837"/>
                      <a:pt x="7987" y="836"/>
                      <a:pt x="7987" y="836"/>
                    </a:cubicBezTo>
                    <a:cubicBezTo>
                      <a:pt x="7987" y="836"/>
                      <a:pt x="7987" y="837"/>
                      <a:pt x="7987" y="839"/>
                    </a:cubicBezTo>
                    <a:cubicBezTo>
                      <a:pt x="7178" y="307"/>
                      <a:pt x="6210" y="1"/>
                      <a:pt x="517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7" name="Google Shape;5997;p76"/>
              <p:cNvGrpSpPr/>
              <p:nvPr/>
            </p:nvGrpSpPr>
            <p:grpSpPr>
              <a:xfrm>
                <a:off x="226410" y="1069011"/>
                <a:ext cx="977014" cy="976528"/>
                <a:chOff x="226410" y="1069011"/>
                <a:chExt cx="977014" cy="976528"/>
              </a:xfrm>
            </p:grpSpPr>
            <p:grpSp>
              <p:nvGrpSpPr>
                <p:cNvPr id="5998" name="Google Shape;5998;p76"/>
                <p:cNvGrpSpPr/>
                <p:nvPr/>
              </p:nvGrpSpPr>
              <p:grpSpPr>
                <a:xfrm>
                  <a:off x="226410" y="1069011"/>
                  <a:ext cx="977014" cy="976528"/>
                  <a:chOff x="226410" y="1069011"/>
                  <a:chExt cx="977014" cy="976528"/>
                </a:xfrm>
              </p:grpSpPr>
              <p:sp>
                <p:nvSpPr>
                  <p:cNvPr id="5999" name="Google Shape;5999;p76"/>
                  <p:cNvSpPr/>
                  <p:nvPr/>
                </p:nvSpPr>
                <p:spPr>
                  <a:xfrm>
                    <a:off x="226474" y="1069011"/>
                    <a:ext cx="976950" cy="976528"/>
                  </a:xfrm>
                  <a:custGeom>
                    <a:rect b="b" l="l" r="r" t="t"/>
                    <a:pathLst>
                      <a:path extrusionOk="0" h="15266" w="15272">
                        <a:moveTo>
                          <a:pt x="5171" y="0"/>
                        </a:moveTo>
                        <a:cubicBezTo>
                          <a:pt x="2986" y="0"/>
                          <a:pt x="1117" y="1355"/>
                          <a:pt x="361" y="3270"/>
                        </a:cubicBezTo>
                        <a:lnTo>
                          <a:pt x="361" y="3273"/>
                        </a:lnTo>
                        <a:cubicBezTo>
                          <a:pt x="316" y="3386"/>
                          <a:pt x="272" y="3506"/>
                          <a:pt x="238" y="3626"/>
                        </a:cubicBezTo>
                        <a:cubicBezTo>
                          <a:pt x="106" y="4038"/>
                          <a:pt x="30" y="4477"/>
                          <a:pt x="8" y="4929"/>
                        </a:cubicBezTo>
                        <a:lnTo>
                          <a:pt x="1" y="4929"/>
                        </a:lnTo>
                        <a:lnTo>
                          <a:pt x="1" y="15266"/>
                        </a:lnTo>
                        <a:lnTo>
                          <a:pt x="10338" y="15266"/>
                        </a:lnTo>
                        <a:lnTo>
                          <a:pt x="10338" y="15260"/>
                        </a:lnTo>
                        <a:cubicBezTo>
                          <a:pt x="11011" y="15229"/>
                          <a:pt x="11651" y="15069"/>
                          <a:pt x="12232" y="14804"/>
                        </a:cubicBezTo>
                        <a:lnTo>
                          <a:pt x="12234" y="14804"/>
                        </a:lnTo>
                        <a:lnTo>
                          <a:pt x="12677" y="14579"/>
                        </a:lnTo>
                        <a:cubicBezTo>
                          <a:pt x="13104" y="14333"/>
                          <a:pt x="13495" y="14026"/>
                          <a:pt x="13833" y="13672"/>
                        </a:cubicBezTo>
                        <a:cubicBezTo>
                          <a:pt x="13867" y="13639"/>
                          <a:pt x="13900" y="13603"/>
                          <a:pt x="13931" y="13566"/>
                        </a:cubicBezTo>
                        <a:cubicBezTo>
                          <a:pt x="14094" y="13388"/>
                          <a:pt x="14241" y="13201"/>
                          <a:pt x="14373" y="13001"/>
                        </a:cubicBezTo>
                        <a:cubicBezTo>
                          <a:pt x="14942" y="12174"/>
                          <a:pt x="15271" y="11174"/>
                          <a:pt x="15271" y="10095"/>
                        </a:cubicBezTo>
                        <a:cubicBezTo>
                          <a:pt x="15271" y="8951"/>
                          <a:pt x="14902" y="7897"/>
                          <a:pt x="14272" y="7045"/>
                        </a:cubicBezTo>
                        <a:cubicBezTo>
                          <a:pt x="14149" y="6874"/>
                          <a:pt x="14014" y="6714"/>
                          <a:pt x="13870" y="6560"/>
                        </a:cubicBezTo>
                        <a:cubicBezTo>
                          <a:pt x="13525" y="6198"/>
                          <a:pt x="13132" y="5881"/>
                          <a:pt x="12696" y="5626"/>
                        </a:cubicBezTo>
                        <a:cubicBezTo>
                          <a:pt x="12493" y="5508"/>
                          <a:pt x="12280" y="5404"/>
                          <a:pt x="12063" y="5315"/>
                        </a:cubicBezTo>
                        <a:cubicBezTo>
                          <a:pt x="11525" y="5094"/>
                          <a:pt x="10944" y="4961"/>
                          <a:pt x="10333" y="4937"/>
                        </a:cubicBezTo>
                        <a:cubicBezTo>
                          <a:pt x="10329" y="4879"/>
                          <a:pt x="10326" y="4820"/>
                          <a:pt x="10320" y="4761"/>
                        </a:cubicBezTo>
                        <a:cubicBezTo>
                          <a:pt x="10304" y="4537"/>
                          <a:pt x="10271" y="4319"/>
                          <a:pt x="10225" y="4104"/>
                        </a:cubicBezTo>
                        <a:cubicBezTo>
                          <a:pt x="10009" y="3063"/>
                          <a:pt x="9480" y="2143"/>
                          <a:pt x="8746" y="1438"/>
                        </a:cubicBezTo>
                        <a:cubicBezTo>
                          <a:pt x="8684" y="1380"/>
                          <a:pt x="8626" y="1325"/>
                          <a:pt x="8561" y="1270"/>
                        </a:cubicBezTo>
                        <a:cubicBezTo>
                          <a:pt x="8384" y="1112"/>
                          <a:pt x="8193" y="967"/>
                          <a:pt x="7990" y="838"/>
                        </a:cubicBezTo>
                        <a:cubicBezTo>
                          <a:pt x="7989" y="837"/>
                          <a:pt x="7988" y="837"/>
                          <a:pt x="7988" y="837"/>
                        </a:cubicBezTo>
                        <a:cubicBezTo>
                          <a:pt x="7987" y="837"/>
                          <a:pt x="7987" y="837"/>
                          <a:pt x="7987" y="838"/>
                        </a:cubicBezTo>
                        <a:cubicBezTo>
                          <a:pt x="7178" y="307"/>
                          <a:pt x="6210" y="0"/>
                          <a:pt x="51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6"/>
                  <p:cNvSpPr/>
                  <p:nvPr/>
                </p:nvSpPr>
                <p:spPr>
                  <a:xfrm>
                    <a:off x="1112586" y="1488382"/>
                    <a:ext cx="26931" cy="31344"/>
                  </a:xfrm>
                  <a:custGeom>
                    <a:rect b="b" l="l" r="r" t="t"/>
                    <a:pathLst>
                      <a:path extrusionOk="0" h="490" w="421">
                        <a:moveTo>
                          <a:pt x="18" y="1"/>
                        </a:moveTo>
                        <a:cubicBezTo>
                          <a:pt x="6" y="39"/>
                          <a:pt x="0" y="78"/>
                          <a:pt x="0" y="118"/>
                        </a:cubicBezTo>
                        <a:cubicBezTo>
                          <a:pt x="0" y="324"/>
                          <a:pt x="165" y="490"/>
                          <a:pt x="372" y="490"/>
                        </a:cubicBezTo>
                        <a:cubicBezTo>
                          <a:pt x="389" y="490"/>
                          <a:pt x="405" y="490"/>
                          <a:pt x="420" y="488"/>
                        </a:cubicBezTo>
                        <a:cubicBezTo>
                          <a:pt x="296" y="314"/>
                          <a:pt x="161" y="155"/>
                          <a:pt x="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6"/>
                  <p:cNvSpPr/>
                  <p:nvPr/>
                </p:nvSpPr>
                <p:spPr>
                  <a:xfrm>
                    <a:off x="1112586" y="1614334"/>
                    <a:ext cx="47402" cy="47400"/>
                  </a:xfrm>
                  <a:custGeom>
                    <a:rect b="b" l="l" r="r" t="t"/>
                    <a:pathLst>
                      <a:path extrusionOk="0" h="741" w="741">
                        <a:moveTo>
                          <a:pt x="371" y="1"/>
                        </a:moveTo>
                        <a:cubicBezTo>
                          <a:pt x="165" y="1"/>
                          <a:pt x="0" y="166"/>
                          <a:pt x="0" y="371"/>
                        </a:cubicBezTo>
                        <a:cubicBezTo>
                          <a:pt x="0" y="576"/>
                          <a:pt x="165" y="741"/>
                          <a:pt x="371" y="741"/>
                        </a:cubicBezTo>
                        <a:cubicBezTo>
                          <a:pt x="575" y="741"/>
                          <a:pt x="740" y="576"/>
                          <a:pt x="740" y="371"/>
                        </a:cubicBezTo>
                        <a:cubicBezTo>
                          <a:pt x="740"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6"/>
                  <p:cNvSpPr/>
                  <p:nvPr/>
                </p:nvSpPr>
                <p:spPr>
                  <a:xfrm>
                    <a:off x="1112586" y="1756406"/>
                    <a:ext cx="47402" cy="47464"/>
                  </a:xfrm>
                  <a:custGeom>
                    <a:rect b="b" l="l" r="r" t="t"/>
                    <a:pathLst>
                      <a:path extrusionOk="0" h="742" w="741">
                        <a:moveTo>
                          <a:pt x="371" y="1"/>
                        </a:moveTo>
                        <a:cubicBezTo>
                          <a:pt x="165" y="1"/>
                          <a:pt x="0" y="167"/>
                          <a:pt x="0" y="371"/>
                        </a:cubicBezTo>
                        <a:cubicBezTo>
                          <a:pt x="0" y="575"/>
                          <a:pt x="165" y="742"/>
                          <a:pt x="371" y="742"/>
                        </a:cubicBezTo>
                        <a:cubicBezTo>
                          <a:pt x="575" y="742"/>
                          <a:pt x="740" y="575"/>
                          <a:pt x="740" y="371"/>
                        </a:cubicBezTo>
                        <a:cubicBezTo>
                          <a:pt x="740"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6"/>
                  <p:cNvSpPr/>
                  <p:nvPr/>
                </p:nvSpPr>
                <p:spPr>
                  <a:xfrm>
                    <a:off x="1112522" y="1898541"/>
                    <a:ext cx="33456" cy="38189"/>
                  </a:xfrm>
                  <a:custGeom>
                    <a:rect b="b" l="l" r="r" t="t"/>
                    <a:pathLst>
                      <a:path extrusionOk="0" h="597" w="523">
                        <a:moveTo>
                          <a:pt x="372" y="1"/>
                        </a:moveTo>
                        <a:cubicBezTo>
                          <a:pt x="166" y="1"/>
                          <a:pt x="0" y="167"/>
                          <a:pt x="0" y="369"/>
                        </a:cubicBezTo>
                        <a:cubicBezTo>
                          <a:pt x="0" y="455"/>
                          <a:pt x="27" y="534"/>
                          <a:pt x="80" y="596"/>
                        </a:cubicBezTo>
                        <a:cubicBezTo>
                          <a:pt x="243" y="419"/>
                          <a:pt x="390" y="232"/>
                          <a:pt x="522" y="32"/>
                        </a:cubicBezTo>
                        <a:cubicBezTo>
                          <a:pt x="476" y="13"/>
                          <a:pt x="424" y="2"/>
                          <a:pt x="3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6"/>
                  <p:cNvSpPr/>
                  <p:nvPr/>
                </p:nvSpPr>
                <p:spPr>
                  <a:xfrm>
                    <a:off x="849542" y="1330190"/>
                    <a:ext cx="37039" cy="47336"/>
                  </a:xfrm>
                  <a:custGeom>
                    <a:rect b="b" l="l" r="r" t="t"/>
                    <a:pathLst>
                      <a:path extrusionOk="0" h="740" w="579">
                        <a:moveTo>
                          <a:pt x="370" y="0"/>
                        </a:moveTo>
                        <a:cubicBezTo>
                          <a:pt x="167" y="0"/>
                          <a:pt x="1" y="165"/>
                          <a:pt x="1" y="372"/>
                        </a:cubicBezTo>
                        <a:cubicBezTo>
                          <a:pt x="1" y="574"/>
                          <a:pt x="167" y="740"/>
                          <a:pt x="370" y="740"/>
                        </a:cubicBezTo>
                        <a:cubicBezTo>
                          <a:pt x="448" y="740"/>
                          <a:pt x="517" y="716"/>
                          <a:pt x="579" y="676"/>
                        </a:cubicBezTo>
                        <a:cubicBezTo>
                          <a:pt x="563" y="451"/>
                          <a:pt x="530" y="233"/>
                          <a:pt x="484" y="18"/>
                        </a:cubicBezTo>
                        <a:cubicBezTo>
                          <a:pt x="448" y="6"/>
                          <a:pt x="409"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6"/>
                  <p:cNvSpPr/>
                  <p:nvPr/>
                </p:nvSpPr>
                <p:spPr>
                  <a:xfrm>
                    <a:off x="849542" y="1472262"/>
                    <a:ext cx="47402" cy="47464"/>
                  </a:xfrm>
                  <a:custGeom>
                    <a:rect b="b" l="l" r="r" t="t"/>
                    <a:pathLst>
                      <a:path extrusionOk="0" h="742" w="741">
                        <a:moveTo>
                          <a:pt x="371" y="1"/>
                        </a:moveTo>
                        <a:cubicBezTo>
                          <a:pt x="167" y="1"/>
                          <a:pt x="1" y="167"/>
                          <a:pt x="1" y="371"/>
                        </a:cubicBezTo>
                        <a:cubicBezTo>
                          <a:pt x="1" y="576"/>
                          <a:pt x="167" y="742"/>
                          <a:pt x="371" y="742"/>
                        </a:cubicBezTo>
                        <a:cubicBezTo>
                          <a:pt x="576" y="742"/>
                          <a:pt x="741" y="576"/>
                          <a:pt x="741" y="371"/>
                        </a:cubicBezTo>
                        <a:cubicBezTo>
                          <a:pt x="741"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6"/>
                  <p:cNvSpPr/>
                  <p:nvPr/>
                </p:nvSpPr>
                <p:spPr>
                  <a:xfrm>
                    <a:off x="849542" y="1614334"/>
                    <a:ext cx="47402" cy="47400"/>
                  </a:xfrm>
                  <a:custGeom>
                    <a:rect b="b" l="l" r="r" t="t"/>
                    <a:pathLst>
                      <a:path extrusionOk="0" h="741" w="741">
                        <a:moveTo>
                          <a:pt x="371" y="1"/>
                        </a:moveTo>
                        <a:cubicBezTo>
                          <a:pt x="167" y="1"/>
                          <a:pt x="1" y="166"/>
                          <a:pt x="1" y="371"/>
                        </a:cubicBezTo>
                        <a:cubicBezTo>
                          <a:pt x="1" y="576"/>
                          <a:pt x="167" y="741"/>
                          <a:pt x="371" y="741"/>
                        </a:cubicBezTo>
                        <a:cubicBezTo>
                          <a:pt x="576" y="741"/>
                          <a:pt x="741" y="576"/>
                          <a:pt x="741" y="371"/>
                        </a:cubicBezTo>
                        <a:cubicBezTo>
                          <a:pt x="741"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6"/>
                  <p:cNvSpPr/>
                  <p:nvPr/>
                </p:nvSpPr>
                <p:spPr>
                  <a:xfrm>
                    <a:off x="849542" y="1756406"/>
                    <a:ext cx="47402" cy="47464"/>
                  </a:xfrm>
                  <a:custGeom>
                    <a:rect b="b" l="l" r="r" t="t"/>
                    <a:pathLst>
                      <a:path extrusionOk="0" h="742" w="741">
                        <a:moveTo>
                          <a:pt x="371" y="1"/>
                        </a:moveTo>
                        <a:cubicBezTo>
                          <a:pt x="167" y="1"/>
                          <a:pt x="1" y="167"/>
                          <a:pt x="1" y="371"/>
                        </a:cubicBezTo>
                        <a:cubicBezTo>
                          <a:pt x="1" y="575"/>
                          <a:pt x="167" y="742"/>
                          <a:pt x="371" y="742"/>
                        </a:cubicBezTo>
                        <a:cubicBezTo>
                          <a:pt x="576" y="742"/>
                          <a:pt x="741" y="575"/>
                          <a:pt x="741" y="371"/>
                        </a:cubicBezTo>
                        <a:cubicBezTo>
                          <a:pt x="741"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6"/>
                  <p:cNvSpPr/>
                  <p:nvPr/>
                </p:nvSpPr>
                <p:spPr>
                  <a:xfrm>
                    <a:off x="849542" y="1898541"/>
                    <a:ext cx="47402" cy="47400"/>
                  </a:xfrm>
                  <a:custGeom>
                    <a:rect b="b" l="l" r="r" t="t"/>
                    <a:pathLst>
                      <a:path extrusionOk="0" h="741" w="741">
                        <a:moveTo>
                          <a:pt x="371" y="1"/>
                        </a:moveTo>
                        <a:cubicBezTo>
                          <a:pt x="167" y="1"/>
                          <a:pt x="1" y="166"/>
                          <a:pt x="1" y="370"/>
                        </a:cubicBezTo>
                        <a:cubicBezTo>
                          <a:pt x="1" y="575"/>
                          <a:pt x="167" y="740"/>
                          <a:pt x="371" y="740"/>
                        </a:cubicBezTo>
                        <a:cubicBezTo>
                          <a:pt x="576" y="740"/>
                          <a:pt x="741" y="575"/>
                          <a:pt x="741" y="370"/>
                        </a:cubicBezTo>
                        <a:cubicBezTo>
                          <a:pt x="741"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6"/>
                  <p:cNvSpPr/>
                  <p:nvPr/>
                </p:nvSpPr>
                <p:spPr>
                  <a:xfrm>
                    <a:off x="991555" y="1543394"/>
                    <a:ext cx="47466" cy="47400"/>
                  </a:xfrm>
                  <a:custGeom>
                    <a:rect b="b" l="l" r="r" t="t"/>
                    <a:pathLst>
                      <a:path extrusionOk="0" h="741" w="742">
                        <a:moveTo>
                          <a:pt x="371" y="0"/>
                        </a:moveTo>
                        <a:cubicBezTo>
                          <a:pt x="167" y="0"/>
                          <a:pt x="1" y="166"/>
                          <a:pt x="1" y="371"/>
                        </a:cubicBezTo>
                        <a:cubicBezTo>
                          <a:pt x="1" y="575"/>
                          <a:pt x="167" y="740"/>
                          <a:pt x="371" y="740"/>
                        </a:cubicBezTo>
                        <a:cubicBezTo>
                          <a:pt x="575" y="740"/>
                          <a:pt x="742" y="575"/>
                          <a:pt x="742" y="371"/>
                        </a:cubicBezTo>
                        <a:cubicBezTo>
                          <a:pt x="742"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6"/>
                  <p:cNvSpPr/>
                  <p:nvPr/>
                </p:nvSpPr>
                <p:spPr>
                  <a:xfrm>
                    <a:off x="991555" y="1685402"/>
                    <a:ext cx="47466" cy="47464"/>
                  </a:xfrm>
                  <a:custGeom>
                    <a:rect b="b" l="l" r="r" t="t"/>
                    <a:pathLst>
                      <a:path extrusionOk="0" h="742" w="742">
                        <a:moveTo>
                          <a:pt x="371" y="0"/>
                        </a:moveTo>
                        <a:cubicBezTo>
                          <a:pt x="167" y="0"/>
                          <a:pt x="1" y="166"/>
                          <a:pt x="1" y="371"/>
                        </a:cubicBezTo>
                        <a:cubicBezTo>
                          <a:pt x="1" y="575"/>
                          <a:pt x="167" y="741"/>
                          <a:pt x="371" y="741"/>
                        </a:cubicBezTo>
                        <a:cubicBezTo>
                          <a:pt x="575" y="741"/>
                          <a:pt x="742" y="575"/>
                          <a:pt x="742" y="371"/>
                        </a:cubicBezTo>
                        <a:cubicBezTo>
                          <a:pt x="742"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6"/>
                  <p:cNvSpPr/>
                  <p:nvPr/>
                </p:nvSpPr>
                <p:spPr>
                  <a:xfrm>
                    <a:off x="991555" y="1827537"/>
                    <a:ext cx="47466" cy="47400"/>
                  </a:xfrm>
                  <a:custGeom>
                    <a:rect b="b" l="l" r="r" t="t"/>
                    <a:pathLst>
                      <a:path extrusionOk="0" h="741" w="742">
                        <a:moveTo>
                          <a:pt x="371" y="0"/>
                        </a:moveTo>
                        <a:cubicBezTo>
                          <a:pt x="167" y="0"/>
                          <a:pt x="1" y="165"/>
                          <a:pt x="1" y="370"/>
                        </a:cubicBezTo>
                        <a:cubicBezTo>
                          <a:pt x="1" y="574"/>
                          <a:pt x="167" y="740"/>
                          <a:pt x="371" y="740"/>
                        </a:cubicBezTo>
                        <a:cubicBezTo>
                          <a:pt x="575" y="740"/>
                          <a:pt x="742" y="574"/>
                          <a:pt x="742" y="370"/>
                        </a:cubicBezTo>
                        <a:cubicBezTo>
                          <a:pt x="742" y="165"/>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6"/>
                  <p:cNvSpPr/>
                  <p:nvPr/>
                </p:nvSpPr>
                <p:spPr>
                  <a:xfrm>
                    <a:off x="991555" y="1969545"/>
                    <a:ext cx="47466" cy="46568"/>
                  </a:xfrm>
                  <a:custGeom>
                    <a:rect b="b" l="l" r="r" t="t"/>
                    <a:pathLst>
                      <a:path extrusionOk="0" h="728" w="742">
                        <a:moveTo>
                          <a:pt x="372" y="1"/>
                        </a:moveTo>
                        <a:cubicBezTo>
                          <a:pt x="168" y="1"/>
                          <a:pt x="1" y="167"/>
                          <a:pt x="1" y="370"/>
                        </a:cubicBezTo>
                        <a:cubicBezTo>
                          <a:pt x="1" y="542"/>
                          <a:pt x="114" y="683"/>
                          <a:pt x="272" y="726"/>
                        </a:cubicBezTo>
                        <a:cubicBezTo>
                          <a:pt x="272" y="727"/>
                          <a:pt x="272" y="727"/>
                          <a:pt x="272" y="727"/>
                        </a:cubicBezTo>
                        <a:cubicBezTo>
                          <a:pt x="273" y="727"/>
                          <a:pt x="274" y="726"/>
                          <a:pt x="274" y="726"/>
                        </a:cubicBezTo>
                        <a:lnTo>
                          <a:pt x="717" y="501"/>
                        </a:lnTo>
                        <a:cubicBezTo>
                          <a:pt x="732" y="461"/>
                          <a:pt x="742" y="417"/>
                          <a:pt x="742" y="370"/>
                        </a:cubicBezTo>
                        <a:cubicBezTo>
                          <a:pt x="742" y="167"/>
                          <a:pt x="575" y="1"/>
                          <a:pt x="3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6"/>
                  <p:cNvSpPr/>
                  <p:nvPr/>
                </p:nvSpPr>
                <p:spPr>
                  <a:xfrm>
                    <a:off x="586497" y="1188118"/>
                    <a:ext cx="47466" cy="47464"/>
                  </a:xfrm>
                  <a:custGeom>
                    <a:rect b="b" l="l" r="r" t="t"/>
                    <a:pathLst>
                      <a:path extrusionOk="0" h="742" w="742">
                        <a:moveTo>
                          <a:pt x="371" y="0"/>
                        </a:moveTo>
                        <a:cubicBezTo>
                          <a:pt x="166" y="0"/>
                          <a:pt x="0" y="166"/>
                          <a:pt x="0" y="371"/>
                        </a:cubicBezTo>
                        <a:cubicBezTo>
                          <a:pt x="0" y="575"/>
                          <a:pt x="166" y="741"/>
                          <a:pt x="371" y="741"/>
                        </a:cubicBezTo>
                        <a:cubicBezTo>
                          <a:pt x="575" y="741"/>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6"/>
                  <p:cNvSpPr/>
                  <p:nvPr/>
                </p:nvSpPr>
                <p:spPr>
                  <a:xfrm>
                    <a:off x="586497" y="1330254"/>
                    <a:ext cx="47466" cy="47400"/>
                  </a:xfrm>
                  <a:custGeom>
                    <a:rect b="b" l="l" r="r" t="t"/>
                    <a:pathLst>
                      <a:path extrusionOk="0" h="741" w="742">
                        <a:moveTo>
                          <a:pt x="371" y="0"/>
                        </a:moveTo>
                        <a:cubicBezTo>
                          <a:pt x="166" y="0"/>
                          <a:pt x="0" y="166"/>
                          <a:pt x="0" y="371"/>
                        </a:cubicBezTo>
                        <a:cubicBezTo>
                          <a:pt x="0" y="575"/>
                          <a:pt x="166" y="740"/>
                          <a:pt x="371" y="740"/>
                        </a:cubicBezTo>
                        <a:cubicBezTo>
                          <a:pt x="575" y="740"/>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6"/>
                  <p:cNvSpPr/>
                  <p:nvPr/>
                </p:nvSpPr>
                <p:spPr>
                  <a:xfrm>
                    <a:off x="728638" y="1259186"/>
                    <a:ext cx="47402" cy="47400"/>
                  </a:xfrm>
                  <a:custGeom>
                    <a:rect b="b" l="l" r="r" t="t"/>
                    <a:pathLst>
                      <a:path extrusionOk="0" h="741" w="741">
                        <a:moveTo>
                          <a:pt x="370" y="1"/>
                        </a:moveTo>
                        <a:cubicBezTo>
                          <a:pt x="165" y="1"/>
                          <a:pt x="0" y="166"/>
                          <a:pt x="0" y="371"/>
                        </a:cubicBezTo>
                        <a:cubicBezTo>
                          <a:pt x="0" y="575"/>
                          <a:pt x="165" y="741"/>
                          <a:pt x="370" y="741"/>
                        </a:cubicBezTo>
                        <a:cubicBezTo>
                          <a:pt x="574" y="741"/>
                          <a:pt x="740" y="575"/>
                          <a:pt x="740" y="371"/>
                        </a:cubicBezTo>
                        <a:cubicBezTo>
                          <a:pt x="740" y="166"/>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6"/>
                  <p:cNvSpPr/>
                  <p:nvPr/>
                </p:nvSpPr>
                <p:spPr>
                  <a:xfrm>
                    <a:off x="586497" y="1472262"/>
                    <a:ext cx="47466" cy="47464"/>
                  </a:xfrm>
                  <a:custGeom>
                    <a:rect b="b" l="l" r="r" t="t"/>
                    <a:pathLst>
                      <a:path extrusionOk="0" h="742" w="742">
                        <a:moveTo>
                          <a:pt x="371" y="1"/>
                        </a:moveTo>
                        <a:cubicBezTo>
                          <a:pt x="166" y="1"/>
                          <a:pt x="0" y="167"/>
                          <a:pt x="0" y="371"/>
                        </a:cubicBezTo>
                        <a:cubicBezTo>
                          <a:pt x="0"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6"/>
                  <p:cNvSpPr/>
                  <p:nvPr/>
                </p:nvSpPr>
                <p:spPr>
                  <a:xfrm>
                    <a:off x="586497" y="1614334"/>
                    <a:ext cx="47466" cy="47400"/>
                  </a:xfrm>
                  <a:custGeom>
                    <a:rect b="b" l="l" r="r" t="t"/>
                    <a:pathLst>
                      <a:path extrusionOk="0" h="741" w="742">
                        <a:moveTo>
                          <a:pt x="371" y="1"/>
                        </a:moveTo>
                        <a:cubicBezTo>
                          <a:pt x="166" y="1"/>
                          <a:pt x="0" y="166"/>
                          <a:pt x="0" y="371"/>
                        </a:cubicBezTo>
                        <a:cubicBezTo>
                          <a:pt x="0" y="576"/>
                          <a:pt x="166" y="741"/>
                          <a:pt x="371" y="741"/>
                        </a:cubicBezTo>
                        <a:cubicBezTo>
                          <a:pt x="575" y="741"/>
                          <a:pt x="741" y="576"/>
                          <a:pt x="741" y="371"/>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6"/>
                  <p:cNvSpPr/>
                  <p:nvPr/>
                </p:nvSpPr>
                <p:spPr>
                  <a:xfrm>
                    <a:off x="586497" y="1756406"/>
                    <a:ext cx="47466" cy="47464"/>
                  </a:xfrm>
                  <a:custGeom>
                    <a:rect b="b" l="l" r="r" t="t"/>
                    <a:pathLst>
                      <a:path extrusionOk="0" h="742" w="742">
                        <a:moveTo>
                          <a:pt x="371" y="1"/>
                        </a:moveTo>
                        <a:cubicBezTo>
                          <a:pt x="166" y="1"/>
                          <a:pt x="0" y="167"/>
                          <a:pt x="0" y="371"/>
                        </a:cubicBezTo>
                        <a:cubicBezTo>
                          <a:pt x="0" y="575"/>
                          <a:pt x="166" y="742"/>
                          <a:pt x="371" y="742"/>
                        </a:cubicBezTo>
                        <a:cubicBezTo>
                          <a:pt x="575" y="742"/>
                          <a:pt x="741" y="575"/>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6"/>
                  <p:cNvSpPr/>
                  <p:nvPr/>
                </p:nvSpPr>
                <p:spPr>
                  <a:xfrm>
                    <a:off x="586497" y="1898541"/>
                    <a:ext cx="47466" cy="47400"/>
                  </a:xfrm>
                  <a:custGeom>
                    <a:rect b="b" l="l" r="r" t="t"/>
                    <a:pathLst>
                      <a:path extrusionOk="0" h="741" w="742">
                        <a:moveTo>
                          <a:pt x="371" y="1"/>
                        </a:moveTo>
                        <a:cubicBezTo>
                          <a:pt x="166" y="1"/>
                          <a:pt x="0" y="166"/>
                          <a:pt x="0" y="370"/>
                        </a:cubicBezTo>
                        <a:cubicBezTo>
                          <a:pt x="0" y="575"/>
                          <a:pt x="166" y="740"/>
                          <a:pt x="371" y="740"/>
                        </a:cubicBezTo>
                        <a:cubicBezTo>
                          <a:pt x="575" y="740"/>
                          <a:pt x="741" y="575"/>
                          <a:pt x="741" y="370"/>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6"/>
                  <p:cNvSpPr/>
                  <p:nvPr/>
                </p:nvSpPr>
                <p:spPr>
                  <a:xfrm>
                    <a:off x="728638" y="1401258"/>
                    <a:ext cx="47402" cy="47464"/>
                  </a:xfrm>
                  <a:custGeom>
                    <a:rect b="b" l="l" r="r" t="t"/>
                    <a:pathLst>
                      <a:path extrusionOk="0" h="742" w="741">
                        <a:moveTo>
                          <a:pt x="370" y="1"/>
                        </a:moveTo>
                        <a:cubicBezTo>
                          <a:pt x="165" y="1"/>
                          <a:pt x="0" y="167"/>
                          <a:pt x="0" y="371"/>
                        </a:cubicBezTo>
                        <a:cubicBezTo>
                          <a:pt x="0" y="575"/>
                          <a:pt x="165" y="741"/>
                          <a:pt x="370" y="741"/>
                        </a:cubicBezTo>
                        <a:cubicBezTo>
                          <a:pt x="574" y="741"/>
                          <a:pt x="740" y="575"/>
                          <a:pt x="740" y="371"/>
                        </a:cubicBezTo>
                        <a:cubicBezTo>
                          <a:pt x="740" y="167"/>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6"/>
                  <p:cNvSpPr/>
                  <p:nvPr/>
                </p:nvSpPr>
                <p:spPr>
                  <a:xfrm>
                    <a:off x="728638" y="1543394"/>
                    <a:ext cx="47402" cy="47400"/>
                  </a:xfrm>
                  <a:custGeom>
                    <a:rect b="b" l="l" r="r" t="t"/>
                    <a:pathLst>
                      <a:path extrusionOk="0" h="741" w="741">
                        <a:moveTo>
                          <a:pt x="370" y="0"/>
                        </a:moveTo>
                        <a:cubicBezTo>
                          <a:pt x="165" y="0"/>
                          <a:pt x="0" y="166"/>
                          <a:pt x="0" y="371"/>
                        </a:cubicBezTo>
                        <a:cubicBezTo>
                          <a:pt x="0" y="575"/>
                          <a:pt x="165" y="740"/>
                          <a:pt x="370" y="740"/>
                        </a:cubicBezTo>
                        <a:cubicBezTo>
                          <a:pt x="574" y="740"/>
                          <a:pt x="740" y="575"/>
                          <a:pt x="740" y="371"/>
                        </a:cubicBezTo>
                        <a:cubicBezTo>
                          <a:pt x="740" y="166"/>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6"/>
                  <p:cNvSpPr/>
                  <p:nvPr/>
                </p:nvSpPr>
                <p:spPr>
                  <a:xfrm>
                    <a:off x="728638" y="1685402"/>
                    <a:ext cx="47402" cy="47464"/>
                  </a:xfrm>
                  <a:custGeom>
                    <a:rect b="b" l="l" r="r" t="t"/>
                    <a:pathLst>
                      <a:path extrusionOk="0" h="742" w="741">
                        <a:moveTo>
                          <a:pt x="370" y="0"/>
                        </a:moveTo>
                        <a:cubicBezTo>
                          <a:pt x="165" y="0"/>
                          <a:pt x="0" y="166"/>
                          <a:pt x="0" y="371"/>
                        </a:cubicBezTo>
                        <a:cubicBezTo>
                          <a:pt x="0" y="575"/>
                          <a:pt x="165" y="741"/>
                          <a:pt x="370" y="741"/>
                        </a:cubicBezTo>
                        <a:cubicBezTo>
                          <a:pt x="574" y="741"/>
                          <a:pt x="740" y="575"/>
                          <a:pt x="740" y="371"/>
                        </a:cubicBezTo>
                        <a:cubicBezTo>
                          <a:pt x="740" y="166"/>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6"/>
                  <p:cNvSpPr/>
                  <p:nvPr/>
                </p:nvSpPr>
                <p:spPr>
                  <a:xfrm>
                    <a:off x="728638" y="1827537"/>
                    <a:ext cx="47402" cy="47400"/>
                  </a:xfrm>
                  <a:custGeom>
                    <a:rect b="b" l="l" r="r" t="t"/>
                    <a:pathLst>
                      <a:path extrusionOk="0" h="741" w="741">
                        <a:moveTo>
                          <a:pt x="370" y="0"/>
                        </a:moveTo>
                        <a:cubicBezTo>
                          <a:pt x="165" y="0"/>
                          <a:pt x="0" y="165"/>
                          <a:pt x="0" y="370"/>
                        </a:cubicBezTo>
                        <a:cubicBezTo>
                          <a:pt x="0" y="574"/>
                          <a:pt x="165" y="740"/>
                          <a:pt x="370" y="740"/>
                        </a:cubicBezTo>
                        <a:cubicBezTo>
                          <a:pt x="574" y="740"/>
                          <a:pt x="740" y="574"/>
                          <a:pt x="740" y="370"/>
                        </a:cubicBezTo>
                        <a:cubicBezTo>
                          <a:pt x="740" y="165"/>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6"/>
                  <p:cNvSpPr/>
                  <p:nvPr/>
                </p:nvSpPr>
                <p:spPr>
                  <a:xfrm>
                    <a:off x="728638" y="1969545"/>
                    <a:ext cx="47402" cy="47464"/>
                  </a:xfrm>
                  <a:custGeom>
                    <a:rect b="b" l="l" r="r" t="t"/>
                    <a:pathLst>
                      <a:path extrusionOk="0" h="742" w="741">
                        <a:moveTo>
                          <a:pt x="370" y="1"/>
                        </a:moveTo>
                        <a:cubicBezTo>
                          <a:pt x="165" y="1"/>
                          <a:pt x="0" y="167"/>
                          <a:pt x="0" y="371"/>
                        </a:cubicBezTo>
                        <a:cubicBezTo>
                          <a:pt x="0" y="576"/>
                          <a:pt x="165" y="742"/>
                          <a:pt x="370" y="742"/>
                        </a:cubicBezTo>
                        <a:cubicBezTo>
                          <a:pt x="574" y="742"/>
                          <a:pt x="740" y="576"/>
                          <a:pt x="740" y="371"/>
                        </a:cubicBezTo>
                        <a:cubicBezTo>
                          <a:pt x="740" y="167"/>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6"/>
                  <p:cNvSpPr/>
                  <p:nvPr/>
                </p:nvSpPr>
                <p:spPr>
                  <a:xfrm>
                    <a:off x="728702" y="1122424"/>
                    <a:ext cx="45419" cy="42091"/>
                  </a:xfrm>
                  <a:custGeom>
                    <a:rect b="b" l="l" r="r" t="t"/>
                    <a:pathLst>
                      <a:path extrusionOk="0" h="658" w="710">
                        <a:moveTo>
                          <a:pt x="136" y="0"/>
                        </a:moveTo>
                        <a:cubicBezTo>
                          <a:pt x="135" y="0"/>
                          <a:pt x="135" y="1"/>
                          <a:pt x="135" y="2"/>
                        </a:cubicBezTo>
                        <a:cubicBezTo>
                          <a:pt x="53" y="71"/>
                          <a:pt x="0" y="172"/>
                          <a:pt x="0" y="288"/>
                        </a:cubicBezTo>
                        <a:cubicBezTo>
                          <a:pt x="0" y="491"/>
                          <a:pt x="166" y="658"/>
                          <a:pt x="369" y="658"/>
                        </a:cubicBezTo>
                        <a:cubicBezTo>
                          <a:pt x="522" y="658"/>
                          <a:pt x="654" y="565"/>
                          <a:pt x="709" y="433"/>
                        </a:cubicBezTo>
                        <a:cubicBezTo>
                          <a:pt x="532" y="276"/>
                          <a:pt x="342" y="131"/>
                          <a:pt x="138" y="2"/>
                        </a:cubicBezTo>
                        <a:cubicBezTo>
                          <a:pt x="137" y="1"/>
                          <a:pt x="136" y="0"/>
                          <a:pt x="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6"/>
                  <p:cNvSpPr/>
                  <p:nvPr/>
                </p:nvSpPr>
                <p:spPr>
                  <a:xfrm>
                    <a:off x="323452" y="1188118"/>
                    <a:ext cx="47466" cy="47464"/>
                  </a:xfrm>
                  <a:custGeom>
                    <a:rect b="b" l="l" r="r" t="t"/>
                    <a:pathLst>
                      <a:path extrusionOk="0" h="742" w="742">
                        <a:moveTo>
                          <a:pt x="371" y="0"/>
                        </a:moveTo>
                        <a:cubicBezTo>
                          <a:pt x="167" y="0"/>
                          <a:pt x="1" y="166"/>
                          <a:pt x="1" y="371"/>
                        </a:cubicBezTo>
                        <a:cubicBezTo>
                          <a:pt x="1" y="575"/>
                          <a:pt x="167" y="741"/>
                          <a:pt x="371" y="741"/>
                        </a:cubicBezTo>
                        <a:cubicBezTo>
                          <a:pt x="576" y="741"/>
                          <a:pt x="742" y="575"/>
                          <a:pt x="742" y="371"/>
                        </a:cubicBezTo>
                        <a:cubicBezTo>
                          <a:pt x="742" y="166"/>
                          <a:pt x="576"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6"/>
                  <p:cNvSpPr/>
                  <p:nvPr/>
                </p:nvSpPr>
                <p:spPr>
                  <a:xfrm>
                    <a:off x="323452" y="1330254"/>
                    <a:ext cx="47466" cy="47400"/>
                  </a:xfrm>
                  <a:custGeom>
                    <a:rect b="b" l="l" r="r" t="t"/>
                    <a:pathLst>
                      <a:path extrusionOk="0" h="741" w="742">
                        <a:moveTo>
                          <a:pt x="371" y="0"/>
                        </a:moveTo>
                        <a:cubicBezTo>
                          <a:pt x="167" y="0"/>
                          <a:pt x="1" y="166"/>
                          <a:pt x="1" y="371"/>
                        </a:cubicBezTo>
                        <a:cubicBezTo>
                          <a:pt x="1" y="575"/>
                          <a:pt x="167" y="740"/>
                          <a:pt x="371" y="740"/>
                        </a:cubicBezTo>
                        <a:cubicBezTo>
                          <a:pt x="576" y="740"/>
                          <a:pt x="742" y="575"/>
                          <a:pt x="742" y="371"/>
                        </a:cubicBezTo>
                        <a:cubicBezTo>
                          <a:pt x="742" y="166"/>
                          <a:pt x="576"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6"/>
                  <p:cNvSpPr/>
                  <p:nvPr/>
                </p:nvSpPr>
                <p:spPr>
                  <a:xfrm>
                    <a:off x="465594" y="1259186"/>
                    <a:ext cx="47402" cy="47400"/>
                  </a:xfrm>
                  <a:custGeom>
                    <a:rect b="b" l="l" r="r" t="t"/>
                    <a:pathLst>
                      <a:path extrusionOk="0" h="741" w="741">
                        <a:moveTo>
                          <a:pt x="371" y="1"/>
                        </a:moveTo>
                        <a:cubicBezTo>
                          <a:pt x="166" y="1"/>
                          <a:pt x="1" y="166"/>
                          <a:pt x="1" y="371"/>
                        </a:cubicBezTo>
                        <a:cubicBezTo>
                          <a:pt x="1" y="575"/>
                          <a:pt x="166" y="741"/>
                          <a:pt x="371" y="741"/>
                        </a:cubicBezTo>
                        <a:cubicBezTo>
                          <a:pt x="575" y="741"/>
                          <a:pt x="741" y="575"/>
                          <a:pt x="741" y="371"/>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6"/>
                  <p:cNvSpPr/>
                  <p:nvPr/>
                </p:nvSpPr>
                <p:spPr>
                  <a:xfrm>
                    <a:off x="323452" y="1472262"/>
                    <a:ext cx="47466" cy="47464"/>
                  </a:xfrm>
                  <a:custGeom>
                    <a:rect b="b" l="l" r="r" t="t"/>
                    <a:pathLst>
                      <a:path extrusionOk="0" h="742" w="742">
                        <a:moveTo>
                          <a:pt x="371" y="1"/>
                        </a:moveTo>
                        <a:cubicBezTo>
                          <a:pt x="167" y="1"/>
                          <a:pt x="1" y="167"/>
                          <a:pt x="1" y="371"/>
                        </a:cubicBezTo>
                        <a:cubicBezTo>
                          <a:pt x="1" y="576"/>
                          <a:pt x="167" y="742"/>
                          <a:pt x="371" y="742"/>
                        </a:cubicBezTo>
                        <a:cubicBezTo>
                          <a:pt x="576" y="742"/>
                          <a:pt x="742" y="576"/>
                          <a:pt x="742" y="371"/>
                        </a:cubicBezTo>
                        <a:cubicBezTo>
                          <a:pt x="742"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6"/>
                  <p:cNvSpPr/>
                  <p:nvPr/>
                </p:nvSpPr>
                <p:spPr>
                  <a:xfrm>
                    <a:off x="323452" y="1614334"/>
                    <a:ext cx="47466" cy="47400"/>
                  </a:xfrm>
                  <a:custGeom>
                    <a:rect b="b" l="l" r="r" t="t"/>
                    <a:pathLst>
                      <a:path extrusionOk="0" h="741" w="742">
                        <a:moveTo>
                          <a:pt x="371" y="1"/>
                        </a:moveTo>
                        <a:cubicBezTo>
                          <a:pt x="167" y="1"/>
                          <a:pt x="1" y="166"/>
                          <a:pt x="1" y="371"/>
                        </a:cubicBezTo>
                        <a:cubicBezTo>
                          <a:pt x="1" y="576"/>
                          <a:pt x="167" y="741"/>
                          <a:pt x="371" y="741"/>
                        </a:cubicBezTo>
                        <a:cubicBezTo>
                          <a:pt x="576" y="741"/>
                          <a:pt x="742" y="576"/>
                          <a:pt x="742" y="371"/>
                        </a:cubicBezTo>
                        <a:cubicBezTo>
                          <a:pt x="742"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6"/>
                  <p:cNvSpPr/>
                  <p:nvPr/>
                </p:nvSpPr>
                <p:spPr>
                  <a:xfrm>
                    <a:off x="323452" y="1756406"/>
                    <a:ext cx="47466" cy="47464"/>
                  </a:xfrm>
                  <a:custGeom>
                    <a:rect b="b" l="l" r="r" t="t"/>
                    <a:pathLst>
                      <a:path extrusionOk="0" h="742" w="742">
                        <a:moveTo>
                          <a:pt x="371" y="1"/>
                        </a:moveTo>
                        <a:cubicBezTo>
                          <a:pt x="167" y="1"/>
                          <a:pt x="1" y="167"/>
                          <a:pt x="1" y="371"/>
                        </a:cubicBezTo>
                        <a:cubicBezTo>
                          <a:pt x="1" y="575"/>
                          <a:pt x="167" y="742"/>
                          <a:pt x="371" y="742"/>
                        </a:cubicBezTo>
                        <a:cubicBezTo>
                          <a:pt x="576" y="742"/>
                          <a:pt x="742" y="575"/>
                          <a:pt x="742" y="371"/>
                        </a:cubicBezTo>
                        <a:cubicBezTo>
                          <a:pt x="742"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6"/>
                  <p:cNvSpPr/>
                  <p:nvPr/>
                </p:nvSpPr>
                <p:spPr>
                  <a:xfrm>
                    <a:off x="323452" y="1898541"/>
                    <a:ext cx="47466" cy="47400"/>
                  </a:xfrm>
                  <a:custGeom>
                    <a:rect b="b" l="l" r="r" t="t"/>
                    <a:pathLst>
                      <a:path extrusionOk="0" h="741" w="742">
                        <a:moveTo>
                          <a:pt x="371" y="1"/>
                        </a:moveTo>
                        <a:cubicBezTo>
                          <a:pt x="167" y="1"/>
                          <a:pt x="1" y="166"/>
                          <a:pt x="1" y="370"/>
                        </a:cubicBezTo>
                        <a:cubicBezTo>
                          <a:pt x="1" y="575"/>
                          <a:pt x="167" y="740"/>
                          <a:pt x="371" y="740"/>
                        </a:cubicBezTo>
                        <a:cubicBezTo>
                          <a:pt x="576" y="740"/>
                          <a:pt x="742" y="575"/>
                          <a:pt x="742" y="370"/>
                        </a:cubicBezTo>
                        <a:cubicBezTo>
                          <a:pt x="742"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6"/>
                  <p:cNvSpPr/>
                  <p:nvPr/>
                </p:nvSpPr>
                <p:spPr>
                  <a:xfrm>
                    <a:off x="465594" y="1401258"/>
                    <a:ext cx="47402" cy="47464"/>
                  </a:xfrm>
                  <a:custGeom>
                    <a:rect b="b" l="l" r="r" t="t"/>
                    <a:pathLst>
                      <a:path extrusionOk="0" h="742" w="741">
                        <a:moveTo>
                          <a:pt x="371" y="1"/>
                        </a:moveTo>
                        <a:cubicBezTo>
                          <a:pt x="166" y="1"/>
                          <a:pt x="1" y="167"/>
                          <a:pt x="1" y="371"/>
                        </a:cubicBezTo>
                        <a:cubicBezTo>
                          <a:pt x="1" y="575"/>
                          <a:pt x="166" y="741"/>
                          <a:pt x="371" y="741"/>
                        </a:cubicBezTo>
                        <a:cubicBezTo>
                          <a:pt x="575" y="741"/>
                          <a:pt x="741" y="575"/>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6"/>
                  <p:cNvSpPr/>
                  <p:nvPr/>
                </p:nvSpPr>
                <p:spPr>
                  <a:xfrm>
                    <a:off x="465594" y="1543394"/>
                    <a:ext cx="47402" cy="47400"/>
                  </a:xfrm>
                  <a:custGeom>
                    <a:rect b="b" l="l" r="r" t="t"/>
                    <a:pathLst>
                      <a:path extrusionOk="0" h="741" w="741">
                        <a:moveTo>
                          <a:pt x="371" y="0"/>
                        </a:moveTo>
                        <a:cubicBezTo>
                          <a:pt x="166" y="0"/>
                          <a:pt x="1" y="166"/>
                          <a:pt x="1" y="371"/>
                        </a:cubicBezTo>
                        <a:cubicBezTo>
                          <a:pt x="1" y="575"/>
                          <a:pt x="166" y="740"/>
                          <a:pt x="371" y="740"/>
                        </a:cubicBezTo>
                        <a:cubicBezTo>
                          <a:pt x="575" y="740"/>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6"/>
                  <p:cNvSpPr/>
                  <p:nvPr/>
                </p:nvSpPr>
                <p:spPr>
                  <a:xfrm>
                    <a:off x="465594" y="1685402"/>
                    <a:ext cx="47402" cy="47464"/>
                  </a:xfrm>
                  <a:custGeom>
                    <a:rect b="b" l="l" r="r" t="t"/>
                    <a:pathLst>
                      <a:path extrusionOk="0" h="742" w="741">
                        <a:moveTo>
                          <a:pt x="371" y="0"/>
                        </a:moveTo>
                        <a:cubicBezTo>
                          <a:pt x="166" y="0"/>
                          <a:pt x="1" y="166"/>
                          <a:pt x="1" y="371"/>
                        </a:cubicBezTo>
                        <a:cubicBezTo>
                          <a:pt x="1" y="575"/>
                          <a:pt x="166" y="741"/>
                          <a:pt x="371" y="741"/>
                        </a:cubicBezTo>
                        <a:cubicBezTo>
                          <a:pt x="575" y="741"/>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6"/>
                  <p:cNvSpPr/>
                  <p:nvPr/>
                </p:nvSpPr>
                <p:spPr>
                  <a:xfrm>
                    <a:off x="465594" y="1827537"/>
                    <a:ext cx="47402" cy="47400"/>
                  </a:xfrm>
                  <a:custGeom>
                    <a:rect b="b" l="l" r="r" t="t"/>
                    <a:pathLst>
                      <a:path extrusionOk="0" h="741" w="741">
                        <a:moveTo>
                          <a:pt x="371" y="0"/>
                        </a:moveTo>
                        <a:cubicBezTo>
                          <a:pt x="166" y="0"/>
                          <a:pt x="1" y="165"/>
                          <a:pt x="1" y="370"/>
                        </a:cubicBezTo>
                        <a:cubicBezTo>
                          <a:pt x="1" y="574"/>
                          <a:pt x="166" y="740"/>
                          <a:pt x="371" y="740"/>
                        </a:cubicBezTo>
                        <a:cubicBezTo>
                          <a:pt x="575" y="740"/>
                          <a:pt x="741" y="574"/>
                          <a:pt x="741" y="370"/>
                        </a:cubicBezTo>
                        <a:cubicBezTo>
                          <a:pt x="741" y="165"/>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6"/>
                  <p:cNvSpPr/>
                  <p:nvPr/>
                </p:nvSpPr>
                <p:spPr>
                  <a:xfrm>
                    <a:off x="465594" y="1969545"/>
                    <a:ext cx="47402" cy="47464"/>
                  </a:xfrm>
                  <a:custGeom>
                    <a:rect b="b" l="l" r="r" t="t"/>
                    <a:pathLst>
                      <a:path extrusionOk="0" h="742" w="741">
                        <a:moveTo>
                          <a:pt x="371" y="1"/>
                        </a:moveTo>
                        <a:cubicBezTo>
                          <a:pt x="166" y="1"/>
                          <a:pt x="1" y="167"/>
                          <a:pt x="1" y="371"/>
                        </a:cubicBezTo>
                        <a:cubicBezTo>
                          <a:pt x="1"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6"/>
                  <p:cNvSpPr/>
                  <p:nvPr/>
                </p:nvSpPr>
                <p:spPr>
                  <a:xfrm>
                    <a:off x="465594" y="1117050"/>
                    <a:ext cx="47402" cy="47464"/>
                  </a:xfrm>
                  <a:custGeom>
                    <a:rect b="b" l="l" r="r" t="t"/>
                    <a:pathLst>
                      <a:path extrusionOk="0" h="742" w="741">
                        <a:moveTo>
                          <a:pt x="371" y="1"/>
                        </a:moveTo>
                        <a:cubicBezTo>
                          <a:pt x="166" y="1"/>
                          <a:pt x="1" y="167"/>
                          <a:pt x="1" y="371"/>
                        </a:cubicBezTo>
                        <a:cubicBezTo>
                          <a:pt x="1"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6"/>
                  <p:cNvSpPr/>
                  <p:nvPr/>
                </p:nvSpPr>
                <p:spPr>
                  <a:xfrm>
                    <a:off x="241635" y="1278248"/>
                    <a:ext cx="8316" cy="22644"/>
                  </a:xfrm>
                  <a:custGeom>
                    <a:rect b="b" l="l" r="r" t="t"/>
                    <a:pathLst>
                      <a:path extrusionOk="0" h="354" w="130">
                        <a:moveTo>
                          <a:pt x="123" y="1"/>
                        </a:moveTo>
                        <a:cubicBezTo>
                          <a:pt x="77" y="114"/>
                          <a:pt x="34" y="234"/>
                          <a:pt x="0" y="354"/>
                        </a:cubicBezTo>
                        <a:cubicBezTo>
                          <a:pt x="81" y="287"/>
                          <a:pt x="129" y="185"/>
                          <a:pt x="129" y="71"/>
                        </a:cubicBezTo>
                        <a:cubicBezTo>
                          <a:pt x="129" y="47"/>
                          <a:pt x="127" y="23"/>
                          <a:pt x="1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6"/>
                  <p:cNvSpPr/>
                  <p:nvPr/>
                </p:nvSpPr>
                <p:spPr>
                  <a:xfrm>
                    <a:off x="226410" y="1401386"/>
                    <a:ext cx="23541" cy="47400"/>
                  </a:xfrm>
                  <a:custGeom>
                    <a:rect b="b" l="l" r="r" t="t"/>
                    <a:pathLst>
                      <a:path extrusionOk="0" h="741" w="368">
                        <a:moveTo>
                          <a:pt x="1" y="1"/>
                        </a:moveTo>
                        <a:lnTo>
                          <a:pt x="1" y="741"/>
                        </a:lnTo>
                        <a:cubicBezTo>
                          <a:pt x="205" y="738"/>
                          <a:pt x="367" y="575"/>
                          <a:pt x="367" y="369"/>
                        </a:cubicBezTo>
                        <a:cubicBezTo>
                          <a:pt x="367" y="166"/>
                          <a:pt x="205" y="3"/>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6"/>
                  <p:cNvSpPr/>
                  <p:nvPr/>
                </p:nvSpPr>
                <p:spPr>
                  <a:xfrm>
                    <a:off x="226410" y="1543330"/>
                    <a:ext cx="23541" cy="47400"/>
                  </a:xfrm>
                  <a:custGeom>
                    <a:rect b="b" l="l" r="r" t="t"/>
                    <a:pathLst>
                      <a:path extrusionOk="0" h="741" w="368">
                        <a:moveTo>
                          <a:pt x="1" y="0"/>
                        </a:moveTo>
                        <a:lnTo>
                          <a:pt x="1" y="740"/>
                        </a:lnTo>
                        <a:cubicBezTo>
                          <a:pt x="205" y="738"/>
                          <a:pt x="367" y="574"/>
                          <a:pt x="367" y="372"/>
                        </a:cubicBezTo>
                        <a:cubicBezTo>
                          <a:pt x="367" y="167"/>
                          <a:pt x="205" y="2"/>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6"/>
                  <p:cNvSpPr/>
                  <p:nvPr/>
                </p:nvSpPr>
                <p:spPr>
                  <a:xfrm>
                    <a:off x="226410" y="1685466"/>
                    <a:ext cx="23541" cy="47464"/>
                  </a:xfrm>
                  <a:custGeom>
                    <a:rect b="b" l="l" r="r" t="t"/>
                    <a:pathLst>
                      <a:path extrusionOk="0" h="742" w="368">
                        <a:moveTo>
                          <a:pt x="1" y="0"/>
                        </a:moveTo>
                        <a:lnTo>
                          <a:pt x="1" y="741"/>
                        </a:lnTo>
                        <a:cubicBezTo>
                          <a:pt x="205" y="738"/>
                          <a:pt x="367" y="576"/>
                          <a:pt x="367" y="370"/>
                        </a:cubicBezTo>
                        <a:cubicBezTo>
                          <a:pt x="367" y="165"/>
                          <a:pt x="205" y="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6"/>
                  <p:cNvSpPr/>
                  <p:nvPr/>
                </p:nvSpPr>
                <p:spPr>
                  <a:xfrm>
                    <a:off x="226410" y="1827409"/>
                    <a:ext cx="23541" cy="47464"/>
                  </a:xfrm>
                  <a:custGeom>
                    <a:rect b="b" l="l" r="r" t="t"/>
                    <a:pathLst>
                      <a:path extrusionOk="0" h="742" w="368">
                        <a:moveTo>
                          <a:pt x="1" y="0"/>
                        </a:moveTo>
                        <a:lnTo>
                          <a:pt x="1" y="741"/>
                        </a:lnTo>
                        <a:cubicBezTo>
                          <a:pt x="205" y="738"/>
                          <a:pt x="367" y="575"/>
                          <a:pt x="367" y="372"/>
                        </a:cubicBezTo>
                        <a:cubicBezTo>
                          <a:pt x="367" y="167"/>
                          <a:pt x="205" y="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6"/>
                  <p:cNvSpPr/>
                  <p:nvPr/>
                </p:nvSpPr>
                <p:spPr>
                  <a:xfrm>
                    <a:off x="226410" y="1969545"/>
                    <a:ext cx="23541" cy="47464"/>
                  </a:xfrm>
                  <a:custGeom>
                    <a:rect b="b" l="l" r="r" t="t"/>
                    <a:pathLst>
                      <a:path extrusionOk="0" h="742" w="368">
                        <a:moveTo>
                          <a:pt x="1" y="1"/>
                        </a:moveTo>
                        <a:lnTo>
                          <a:pt x="1" y="742"/>
                        </a:lnTo>
                        <a:cubicBezTo>
                          <a:pt x="205" y="739"/>
                          <a:pt x="367" y="577"/>
                          <a:pt x="367" y="370"/>
                        </a:cubicBezTo>
                        <a:cubicBezTo>
                          <a:pt x="367" y="166"/>
                          <a:pt x="205" y="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5" name="Google Shape;6045;p76"/>
                <p:cNvSpPr/>
                <p:nvPr/>
              </p:nvSpPr>
              <p:spPr>
                <a:xfrm>
                  <a:off x="991555" y="1408870"/>
                  <a:ext cx="47082" cy="39916"/>
                </a:xfrm>
                <a:custGeom>
                  <a:rect b="b" l="l" r="r" t="t"/>
                  <a:pathLst>
                    <a:path extrusionOk="0" h="624" w="736">
                      <a:moveTo>
                        <a:pt x="103" y="0"/>
                      </a:moveTo>
                      <a:cubicBezTo>
                        <a:pt x="39" y="67"/>
                        <a:pt x="1" y="154"/>
                        <a:pt x="1" y="252"/>
                      </a:cubicBezTo>
                      <a:cubicBezTo>
                        <a:pt x="1" y="457"/>
                        <a:pt x="166" y="624"/>
                        <a:pt x="372" y="624"/>
                      </a:cubicBezTo>
                      <a:cubicBezTo>
                        <a:pt x="553" y="624"/>
                        <a:pt x="707" y="488"/>
                        <a:pt x="735" y="310"/>
                      </a:cubicBezTo>
                      <a:cubicBezTo>
                        <a:pt x="532" y="193"/>
                        <a:pt x="320" y="88"/>
                        <a:pt x="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46" name="Google Shape;6046;p76"/>
            <p:cNvGrpSpPr/>
            <p:nvPr/>
          </p:nvGrpSpPr>
          <p:grpSpPr>
            <a:xfrm>
              <a:off x="440908" y="301411"/>
              <a:ext cx="712015" cy="872505"/>
              <a:chOff x="-476487" y="1228650"/>
              <a:chExt cx="263475" cy="322875"/>
            </a:xfrm>
          </p:grpSpPr>
          <p:sp>
            <p:nvSpPr>
              <p:cNvPr id="6047" name="Google Shape;6047;p76"/>
              <p:cNvSpPr/>
              <p:nvPr/>
            </p:nvSpPr>
            <p:spPr>
              <a:xfrm>
                <a:off x="-476487" y="1228650"/>
                <a:ext cx="263475" cy="322875"/>
              </a:xfrm>
              <a:custGeom>
                <a:rect b="b" l="l" r="r" t="t"/>
                <a:pathLst>
                  <a:path extrusionOk="0" h="12915" w="10539">
                    <a:moveTo>
                      <a:pt x="1124" y="0"/>
                    </a:moveTo>
                    <a:lnTo>
                      <a:pt x="1" y="12848"/>
                    </a:lnTo>
                    <a:lnTo>
                      <a:pt x="8339" y="12900"/>
                    </a:lnTo>
                    <a:lnTo>
                      <a:pt x="10538" y="12915"/>
                    </a:lnTo>
                    <a:lnTo>
                      <a:pt x="10124" y="222"/>
                    </a:lnTo>
                    <a:lnTo>
                      <a:pt x="8471" y="182"/>
                    </a:lnTo>
                    <a:lnTo>
                      <a:pt x="1124"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8" name="Google Shape;6048;p76"/>
              <p:cNvGrpSpPr/>
              <p:nvPr/>
            </p:nvGrpSpPr>
            <p:grpSpPr>
              <a:xfrm>
                <a:off x="-476487" y="1228650"/>
                <a:ext cx="263475" cy="322875"/>
                <a:chOff x="-4190125" y="677000"/>
                <a:chExt cx="263475" cy="322875"/>
              </a:xfrm>
            </p:grpSpPr>
            <p:sp>
              <p:nvSpPr>
                <p:cNvPr id="6049" name="Google Shape;6049;p76"/>
                <p:cNvSpPr/>
                <p:nvPr/>
              </p:nvSpPr>
              <p:spPr>
                <a:xfrm>
                  <a:off x="-4190125" y="677000"/>
                  <a:ext cx="263475" cy="322875"/>
                </a:xfrm>
                <a:custGeom>
                  <a:rect b="b" l="l" r="r" t="t"/>
                  <a:pathLst>
                    <a:path extrusionOk="0" h="12915" w="10539">
                      <a:moveTo>
                        <a:pt x="1124" y="0"/>
                      </a:moveTo>
                      <a:lnTo>
                        <a:pt x="1" y="12848"/>
                      </a:lnTo>
                      <a:lnTo>
                        <a:pt x="8339" y="12900"/>
                      </a:lnTo>
                      <a:lnTo>
                        <a:pt x="10538" y="12915"/>
                      </a:lnTo>
                      <a:lnTo>
                        <a:pt x="10124" y="222"/>
                      </a:lnTo>
                      <a:lnTo>
                        <a:pt x="8471" y="183"/>
                      </a:lnTo>
                      <a:lnTo>
                        <a:pt x="11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6"/>
                <p:cNvSpPr/>
                <p:nvPr/>
              </p:nvSpPr>
              <p:spPr>
                <a:xfrm>
                  <a:off x="-3981650" y="681550"/>
                  <a:ext cx="55000" cy="318325"/>
                </a:xfrm>
                <a:custGeom>
                  <a:rect b="b" l="l" r="r" t="t"/>
                  <a:pathLst>
                    <a:path extrusionOk="0" h="12733" w="2200">
                      <a:moveTo>
                        <a:pt x="132" y="1"/>
                      </a:moveTo>
                      <a:lnTo>
                        <a:pt x="0" y="12718"/>
                      </a:lnTo>
                      <a:lnTo>
                        <a:pt x="2199" y="12733"/>
                      </a:lnTo>
                      <a:lnTo>
                        <a:pt x="1785" y="40"/>
                      </a:lnTo>
                      <a:lnTo>
                        <a:pt x="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6"/>
                <p:cNvSpPr/>
                <p:nvPr/>
              </p:nvSpPr>
              <p:spPr>
                <a:xfrm>
                  <a:off x="-4130225" y="705650"/>
                  <a:ext cx="97075" cy="90600"/>
                </a:xfrm>
                <a:custGeom>
                  <a:rect b="b" l="l" r="r" t="t"/>
                  <a:pathLst>
                    <a:path extrusionOk="0" h="3624" w="3883">
                      <a:moveTo>
                        <a:pt x="1944" y="1"/>
                      </a:moveTo>
                      <a:cubicBezTo>
                        <a:pt x="1853" y="1"/>
                        <a:pt x="1761" y="7"/>
                        <a:pt x="1669" y="21"/>
                      </a:cubicBezTo>
                      <a:cubicBezTo>
                        <a:pt x="679" y="172"/>
                        <a:pt x="0" y="1096"/>
                        <a:pt x="151" y="2084"/>
                      </a:cubicBezTo>
                      <a:cubicBezTo>
                        <a:pt x="287" y="2982"/>
                        <a:pt x="1060" y="3623"/>
                        <a:pt x="1940" y="3623"/>
                      </a:cubicBezTo>
                      <a:cubicBezTo>
                        <a:pt x="2030" y="3623"/>
                        <a:pt x="2122" y="3617"/>
                        <a:pt x="2215" y="3603"/>
                      </a:cubicBezTo>
                      <a:cubicBezTo>
                        <a:pt x="3203" y="3452"/>
                        <a:pt x="3882" y="2527"/>
                        <a:pt x="3732" y="1539"/>
                      </a:cubicBezTo>
                      <a:cubicBezTo>
                        <a:pt x="3595" y="642"/>
                        <a:pt x="2823" y="1"/>
                        <a:pt x="1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6"/>
                <p:cNvSpPr/>
                <p:nvPr/>
              </p:nvSpPr>
              <p:spPr>
                <a:xfrm>
                  <a:off x="-4100850" y="732800"/>
                  <a:ext cx="38350" cy="36275"/>
                </a:xfrm>
                <a:custGeom>
                  <a:rect b="b" l="l" r="r" t="t"/>
                  <a:pathLst>
                    <a:path extrusionOk="0" h="1451" w="1534">
                      <a:moveTo>
                        <a:pt x="765" y="1"/>
                      </a:moveTo>
                      <a:cubicBezTo>
                        <a:pt x="402" y="1"/>
                        <a:pt x="90" y="272"/>
                        <a:pt x="47" y="641"/>
                      </a:cubicBezTo>
                      <a:cubicBezTo>
                        <a:pt x="1" y="1039"/>
                        <a:pt x="285" y="1399"/>
                        <a:pt x="683" y="1445"/>
                      </a:cubicBezTo>
                      <a:cubicBezTo>
                        <a:pt x="711" y="1449"/>
                        <a:pt x="740" y="1450"/>
                        <a:pt x="768" y="1450"/>
                      </a:cubicBezTo>
                      <a:cubicBezTo>
                        <a:pt x="1130" y="1450"/>
                        <a:pt x="1443" y="1178"/>
                        <a:pt x="1487" y="810"/>
                      </a:cubicBezTo>
                      <a:cubicBezTo>
                        <a:pt x="1533" y="412"/>
                        <a:pt x="1247" y="52"/>
                        <a:pt x="850" y="6"/>
                      </a:cubicBezTo>
                      <a:cubicBezTo>
                        <a:pt x="821" y="2"/>
                        <a:pt x="793"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6"/>
                <p:cNvSpPr/>
                <p:nvPr/>
              </p:nvSpPr>
              <p:spPr>
                <a:xfrm>
                  <a:off x="-4155525" y="827725"/>
                  <a:ext cx="133525" cy="126375"/>
                </a:xfrm>
                <a:custGeom>
                  <a:rect b="b" l="l" r="r" t="t"/>
                  <a:pathLst>
                    <a:path extrusionOk="0" h="5055" w="5341">
                      <a:moveTo>
                        <a:pt x="2668" y="1"/>
                      </a:moveTo>
                      <a:cubicBezTo>
                        <a:pt x="1402" y="1"/>
                        <a:pt x="309" y="950"/>
                        <a:pt x="161" y="2237"/>
                      </a:cubicBezTo>
                      <a:cubicBezTo>
                        <a:pt x="1" y="3623"/>
                        <a:pt x="993" y="4875"/>
                        <a:pt x="2379" y="5037"/>
                      </a:cubicBezTo>
                      <a:cubicBezTo>
                        <a:pt x="2478" y="5049"/>
                        <a:pt x="2575" y="5054"/>
                        <a:pt x="2672" y="5054"/>
                      </a:cubicBezTo>
                      <a:cubicBezTo>
                        <a:pt x="3937" y="5054"/>
                        <a:pt x="5030" y="4105"/>
                        <a:pt x="5179" y="2819"/>
                      </a:cubicBezTo>
                      <a:cubicBezTo>
                        <a:pt x="5340" y="1433"/>
                        <a:pt x="4346" y="179"/>
                        <a:pt x="2960" y="18"/>
                      </a:cubicBezTo>
                      <a:cubicBezTo>
                        <a:pt x="2862" y="6"/>
                        <a:pt x="2764" y="1"/>
                        <a:pt x="2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6"/>
                <p:cNvSpPr/>
                <p:nvPr/>
              </p:nvSpPr>
              <p:spPr>
                <a:xfrm>
                  <a:off x="-4116600" y="864625"/>
                  <a:ext cx="55600" cy="52625"/>
                </a:xfrm>
                <a:custGeom>
                  <a:rect b="b" l="l" r="r" t="t"/>
                  <a:pathLst>
                    <a:path extrusionOk="0" h="2105" w="2224">
                      <a:moveTo>
                        <a:pt x="1111" y="0"/>
                      </a:moveTo>
                      <a:cubicBezTo>
                        <a:pt x="584" y="0"/>
                        <a:pt x="130" y="394"/>
                        <a:pt x="68" y="931"/>
                      </a:cubicBezTo>
                      <a:cubicBezTo>
                        <a:pt x="1" y="1508"/>
                        <a:pt x="415" y="2030"/>
                        <a:pt x="991" y="2097"/>
                      </a:cubicBezTo>
                      <a:cubicBezTo>
                        <a:pt x="1032" y="2102"/>
                        <a:pt x="1073" y="2104"/>
                        <a:pt x="1113" y="2104"/>
                      </a:cubicBezTo>
                      <a:cubicBezTo>
                        <a:pt x="1640" y="2104"/>
                        <a:pt x="2095" y="1709"/>
                        <a:pt x="2158" y="1173"/>
                      </a:cubicBezTo>
                      <a:cubicBezTo>
                        <a:pt x="2224" y="596"/>
                        <a:pt x="1810" y="74"/>
                        <a:pt x="1234" y="7"/>
                      </a:cubicBezTo>
                      <a:cubicBezTo>
                        <a:pt x="1193" y="2"/>
                        <a:pt x="1152"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6"/>
                <p:cNvSpPr/>
                <p:nvPr/>
              </p:nvSpPr>
              <p:spPr>
                <a:xfrm>
                  <a:off x="-3999000" y="687450"/>
                  <a:ext cx="11200" cy="10600"/>
                </a:xfrm>
                <a:custGeom>
                  <a:rect b="b" l="l" r="r" t="t"/>
                  <a:pathLst>
                    <a:path extrusionOk="0" h="424" w="448">
                      <a:moveTo>
                        <a:pt x="224" y="1"/>
                      </a:moveTo>
                      <a:cubicBezTo>
                        <a:pt x="118" y="1"/>
                        <a:pt x="26" y="80"/>
                        <a:pt x="14" y="188"/>
                      </a:cubicBezTo>
                      <a:cubicBezTo>
                        <a:pt x="1" y="304"/>
                        <a:pt x="83" y="408"/>
                        <a:pt x="200" y="422"/>
                      </a:cubicBezTo>
                      <a:cubicBezTo>
                        <a:pt x="208" y="423"/>
                        <a:pt x="216" y="424"/>
                        <a:pt x="225" y="424"/>
                      </a:cubicBezTo>
                      <a:cubicBezTo>
                        <a:pt x="330" y="424"/>
                        <a:pt x="422" y="345"/>
                        <a:pt x="434" y="237"/>
                      </a:cubicBezTo>
                      <a:cubicBezTo>
                        <a:pt x="448" y="121"/>
                        <a:pt x="365" y="16"/>
                        <a:pt x="248" y="2"/>
                      </a:cubicBezTo>
                      <a:cubicBezTo>
                        <a:pt x="240" y="1"/>
                        <a:pt x="232"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6"/>
                <p:cNvSpPr/>
                <p:nvPr/>
              </p:nvSpPr>
              <p:spPr>
                <a:xfrm>
                  <a:off x="-4158425" y="683025"/>
                  <a:ext cx="11175" cy="10625"/>
                </a:xfrm>
                <a:custGeom>
                  <a:rect b="b" l="l" r="r" t="t"/>
                  <a:pathLst>
                    <a:path extrusionOk="0" h="425" w="447">
                      <a:moveTo>
                        <a:pt x="225" y="1"/>
                      </a:moveTo>
                      <a:cubicBezTo>
                        <a:pt x="119" y="1"/>
                        <a:pt x="27" y="80"/>
                        <a:pt x="14" y="188"/>
                      </a:cubicBezTo>
                      <a:cubicBezTo>
                        <a:pt x="0" y="304"/>
                        <a:pt x="83" y="408"/>
                        <a:pt x="199" y="423"/>
                      </a:cubicBezTo>
                      <a:cubicBezTo>
                        <a:pt x="207" y="424"/>
                        <a:pt x="215" y="424"/>
                        <a:pt x="222" y="424"/>
                      </a:cubicBezTo>
                      <a:cubicBezTo>
                        <a:pt x="328" y="424"/>
                        <a:pt x="421" y="345"/>
                        <a:pt x="434" y="237"/>
                      </a:cubicBezTo>
                      <a:cubicBezTo>
                        <a:pt x="447" y="120"/>
                        <a:pt x="364" y="16"/>
                        <a:pt x="248" y="2"/>
                      </a:cubicBezTo>
                      <a:cubicBezTo>
                        <a:pt x="240" y="1"/>
                        <a:pt x="232"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6"/>
                <p:cNvSpPr/>
                <p:nvPr/>
              </p:nvSpPr>
              <p:spPr>
                <a:xfrm>
                  <a:off x="-4183975" y="979075"/>
                  <a:ext cx="11200" cy="10625"/>
                </a:xfrm>
                <a:custGeom>
                  <a:rect b="b" l="l" r="r" t="t"/>
                  <a:pathLst>
                    <a:path extrusionOk="0" h="425" w="448">
                      <a:moveTo>
                        <a:pt x="225" y="1"/>
                      </a:moveTo>
                      <a:cubicBezTo>
                        <a:pt x="118" y="1"/>
                        <a:pt x="25" y="80"/>
                        <a:pt x="14" y="188"/>
                      </a:cubicBezTo>
                      <a:cubicBezTo>
                        <a:pt x="0" y="304"/>
                        <a:pt x="83" y="409"/>
                        <a:pt x="200" y="423"/>
                      </a:cubicBezTo>
                      <a:cubicBezTo>
                        <a:pt x="207" y="424"/>
                        <a:pt x="215" y="424"/>
                        <a:pt x="223" y="424"/>
                      </a:cubicBezTo>
                      <a:cubicBezTo>
                        <a:pt x="329" y="424"/>
                        <a:pt x="421" y="345"/>
                        <a:pt x="434" y="237"/>
                      </a:cubicBezTo>
                      <a:cubicBezTo>
                        <a:pt x="447" y="121"/>
                        <a:pt x="365" y="16"/>
                        <a:pt x="248" y="2"/>
                      </a:cubicBezTo>
                      <a:cubicBezTo>
                        <a:pt x="240" y="1"/>
                        <a:pt x="233"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6"/>
                <p:cNvSpPr/>
                <p:nvPr/>
              </p:nvSpPr>
              <p:spPr>
                <a:xfrm>
                  <a:off x="-4000300" y="980975"/>
                  <a:ext cx="11200" cy="10600"/>
                </a:xfrm>
                <a:custGeom>
                  <a:rect b="b" l="l" r="r" t="t"/>
                  <a:pathLst>
                    <a:path extrusionOk="0" h="424" w="448">
                      <a:moveTo>
                        <a:pt x="222" y="1"/>
                      </a:moveTo>
                      <a:cubicBezTo>
                        <a:pt x="115" y="1"/>
                        <a:pt x="25" y="81"/>
                        <a:pt x="14" y="188"/>
                      </a:cubicBezTo>
                      <a:cubicBezTo>
                        <a:pt x="0" y="305"/>
                        <a:pt x="83" y="409"/>
                        <a:pt x="199" y="422"/>
                      </a:cubicBezTo>
                      <a:cubicBezTo>
                        <a:pt x="208" y="423"/>
                        <a:pt x="216" y="424"/>
                        <a:pt x="224" y="424"/>
                      </a:cubicBezTo>
                      <a:cubicBezTo>
                        <a:pt x="329" y="424"/>
                        <a:pt x="420" y="345"/>
                        <a:pt x="434" y="237"/>
                      </a:cubicBezTo>
                      <a:cubicBezTo>
                        <a:pt x="447" y="121"/>
                        <a:pt x="363" y="17"/>
                        <a:pt x="248" y="2"/>
                      </a:cubicBezTo>
                      <a:cubicBezTo>
                        <a:pt x="239" y="1"/>
                        <a:pt x="230" y="1"/>
                        <a:pt x="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59" name="Google Shape;6059;p76"/>
            <p:cNvGrpSpPr/>
            <p:nvPr/>
          </p:nvGrpSpPr>
          <p:grpSpPr>
            <a:xfrm>
              <a:off x="1036125" y="239491"/>
              <a:ext cx="256221" cy="256445"/>
              <a:chOff x="5062659" y="967188"/>
              <a:chExt cx="109716" cy="109813"/>
            </a:xfrm>
          </p:grpSpPr>
          <p:sp>
            <p:nvSpPr>
              <p:cNvPr id="6060" name="Google Shape;6060;p76"/>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6"/>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6"/>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3" name="Google Shape;6063;p76"/>
            <p:cNvGrpSpPr/>
            <p:nvPr/>
          </p:nvGrpSpPr>
          <p:grpSpPr>
            <a:xfrm>
              <a:off x="440892" y="1880398"/>
              <a:ext cx="221270" cy="205069"/>
              <a:chOff x="3508459" y="336863"/>
              <a:chExt cx="94750" cy="87813"/>
            </a:xfrm>
          </p:grpSpPr>
          <p:sp>
            <p:nvSpPr>
              <p:cNvPr id="6064" name="Google Shape;6064;p76"/>
              <p:cNvSpPr/>
              <p:nvPr/>
            </p:nvSpPr>
            <p:spPr>
              <a:xfrm>
                <a:off x="3508459" y="336863"/>
                <a:ext cx="94750" cy="86125"/>
              </a:xfrm>
              <a:custGeom>
                <a:rect b="b" l="l" r="r" t="t"/>
                <a:pathLst>
                  <a:path extrusionOk="0" h="3445" w="3790">
                    <a:moveTo>
                      <a:pt x="1897" y="0"/>
                    </a:moveTo>
                    <a:cubicBezTo>
                      <a:pt x="1766" y="0"/>
                      <a:pt x="1633" y="15"/>
                      <a:pt x="1500" y="47"/>
                    </a:cubicBezTo>
                    <a:cubicBezTo>
                      <a:pt x="574" y="265"/>
                      <a:pt x="0" y="1192"/>
                      <a:pt x="219" y="2118"/>
                    </a:cubicBezTo>
                    <a:cubicBezTo>
                      <a:pt x="406" y="2911"/>
                      <a:pt x="1114" y="3445"/>
                      <a:pt x="1895" y="3445"/>
                    </a:cubicBezTo>
                    <a:cubicBezTo>
                      <a:pt x="2026" y="3445"/>
                      <a:pt x="2159" y="3430"/>
                      <a:pt x="2291" y="3399"/>
                    </a:cubicBezTo>
                    <a:cubicBezTo>
                      <a:pt x="3217" y="3180"/>
                      <a:pt x="3790" y="2252"/>
                      <a:pt x="3571" y="1326"/>
                    </a:cubicBezTo>
                    <a:cubicBezTo>
                      <a:pt x="3384" y="534"/>
                      <a:pt x="2678" y="0"/>
                      <a:pt x="1897"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6"/>
              <p:cNvSpPr/>
              <p:nvPr/>
            </p:nvSpPr>
            <p:spPr>
              <a:xfrm>
                <a:off x="3514125" y="338525"/>
                <a:ext cx="86100" cy="86150"/>
              </a:xfrm>
              <a:custGeom>
                <a:rect b="b" l="l" r="r" t="t"/>
                <a:pathLst>
                  <a:path extrusionOk="0" h="3446" w="3444">
                    <a:moveTo>
                      <a:pt x="1721" y="1"/>
                    </a:moveTo>
                    <a:cubicBezTo>
                      <a:pt x="771" y="1"/>
                      <a:pt x="0" y="772"/>
                      <a:pt x="0" y="1723"/>
                    </a:cubicBezTo>
                    <a:cubicBezTo>
                      <a:pt x="0" y="2674"/>
                      <a:pt x="771" y="3445"/>
                      <a:pt x="1721" y="3445"/>
                    </a:cubicBezTo>
                    <a:cubicBezTo>
                      <a:pt x="2673" y="3445"/>
                      <a:pt x="3444" y="2674"/>
                      <a:pt x="3444" y="1723"/>
                    </a:cubicBezTo>
                    <a:cubicBezTo>
                      <a:pt x="3444" y="772"/>
                      <a:pt x="2673" y="1"/>
                      <a:pt x="17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6"/>
              <p:cNvSpPr/>
              <p:nvPr/>
            </p:nvSpPr>
            <p:spPr>
              <a:xfrm>
                <a:off x="3514125" y="338525"/>
                <a:ext cx="86100" cy="43075"/>
              </a:xfrm>
              <a:custGeom>
                <a:rect b="b" l="l" r="r" t="t"/>
                <a:pathLst>
                  <a:path extrusionOk="0" h="1723" w="3444">
                    <a:moveTo>
                      <a:pt x="1721" y="1"/>
                    </a:moveTo>
                    <a:cubicBezTo>
                      <a:pt x="771" y="1"/>
                      <a:pt x="0" y="771"/>
                      <a:pt x="0" y="1723"/>
                    </a:cubicBezTo>
                    <a:lnTo>
                      <a:pt x="3444" y="1723"/>
                    </a:lnTo>
                    <a:cubicBezTo>
                      <a:pt x="3444" y="772"/>
                      <a:pt x="2674" y="1"/>
                      <a:pt x="17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7" name="Google Shape;6067;p76"/>
            <p:cNvGrpSpPr/>
            <p:nvPr/>
          </p:nvGrpSpPr>
          <p:grpSpPr>
            <a:xfrm>
              <a:off x="1677743" y="4604000"/>
              <a:ext cx="311217" cy="295912"/>
              <a:chOff x="5164484" y="526738"/>
              <a:chExt cx="133266" cy="126713"/>
            </a:xfrm>
          </p:grpSpPr>
          <p:sp>
            <p:nvSpPr>
              <p:cNvPr id="6068" name="Google Shape;6068;p76"/>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6"/>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0" name="Google Shape;6070;p76"/>
            <p:cNvGrpSpPr/>
            <p:nvPr/>
          </p:nvGrpSpPr>
          <p:grpSpPr>
            <a:xfrm>
              <a:off x="8394504" y="495922"/>
              <a:ext cx="370592" cy="370700"/>
              <a:chOff x="5038846" y="235350"/>
              <a:chExt cx="158691" cy="158738"/>
            </a:xfrm>
          </p:grpSpPr>
          <p:sp>
            <p:nvSpPr>
              <p:cNvPr id="6071" name="Google Shape;6071;p76"/>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6"/>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3" name="Google Shape;6073;p76"/>
            <p:cNvGrpSpPr/>
            <p:nvPr/>
          </p:nvGrpSpPr>
          <p:grpSpPr>
            <a:xfrm>
              <a:off x="8230628" y="3893463"/>
              <a:ext cx="616032" cy="908519"/>
              <a:chOff x="2960759" y="2145213"/>
              <a:chExt cx="263791" cy="389038"/>
            </a:xfrm>
          </p:grpSpPr>
          <p:sp>
            <p:nvSpPr>
              <p:cNvPr id="6074" name="Google Shape;6074;p76"/>
              <p:cNvSpPr/>
              <p:nvPr/>
            </p:nvSpPr>
            <p:spPr>
              <a:xfrm>
                <a:off x="2960759" y="2145213"/>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6"/>
              <p:cNvSpPr/>
              <p:nvPr/>
            </p:nvSpPr>
            <p:spPr>
              <a:xfrm>
                <a:off x="2962150" y="2146650"/>
                <a:ext cx="262400" cy="387600"/>
              </a:xfrm>
              <a:custGeom>
                <a:rect b="b" l="l" r="r" t="t"/>
                <a:pathLst>
                  <a:path extrusionOk="0" h="15504" w="10496">
                    <a:moveTo>
                      <a:pt x="1" y="1"/>
                    </a:moveTo>
                    <a:lnTo>
                      <a:pt x="1" y="10256"/>
                    </a:lnTo>
                    <a:cubicBezTo>
                      <a:pt x="1" y="13154"/>
                      <a:pt x="2349" y="15503"/>
                      <a:pt x="5248" y="15503"/>
                    </a:cubicBezTo>
                    <a:cubicBezTo>
                      <a:pt x="8145" y="15503"/>
                      <a:pt x="10496" y="13155"/>
                      <a:pt x="10496" y="10256"/>
                    </a:cubicBezTo>
                    <a:lnTo>
                      <a:pt x="104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6"/>
              <p:cNvSpPr/>
              <p:nvPr/>
            </p:nvSpPr>
            <p:spPr>
              <a:xfrm>
                <a:off x="3010300" y="2194800"/>
                <a:ext cx="166125" cy="291300"/>
              </a:xfrm>
              <a:custGeom>
                <a:rect b="b" l="l" r="r" t="t"/>
                <a:pathLst>
                  <a:path extrusionOk="0" h="11652" w="6645">
                    <a:moveTo>
                      <a:pt x="0" y="0"/>
                    </a:moveTo>
                    <a:lnTo>
                      <a:pt x="0" y="8330"/>
                    </a:lnTo>
                    <a:cubicBezTo>
                      <a:pt x="0" y="10162"/>
                      <a:pt x="1490" y="11652"/>
                      <a:pt x="3322" y="11652"/>
                    </a:cubicBezTo>
                    <a:cubicBezTo>
                      <a:pt x="5154" y="11652"/>
                      <a:pt x="6644" y="10162"/>
                      <a:pt x="6644" y="8330"/>
                    </a:cubicBezTo>
                    <a:lnTo>
                      <a:pt x="6644" y="0"/>
                    </a:lnTo>
                    <a:close/>
                  </a:path>
                </a:pathLst>
              </a:custGeom>
              <a:solidFill>
                <a:srgbClr val="4731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6"/>
              <p:cNvSpPr/>
              <p:nvPr/>
            </p:nvSpPr>
            <p:spPr>
              <a:xfrm>
                <a:off x="3010300" y="2194800"/>
                <a:ext cx="166125" cy="291300"/>
              </a:xfrm>
              <a:custGeom>
                <a:rect b="b" l="l" r="r" t="t"/>
                <a:pathLst>
                  <a:path extrusionOk="0" h="11652" w="6645">
                    <a:moveTo>
                      <a:pt x="0" y="0"/>
                    </a:moveTo>
                    <a:lnTo>
                      <a:pt x="0" y="8330"/>
                    </a:lnTo>
                    <a:cubicBezTo>
                      <a:pt x="0" y="10162"/>
                      <a:pt x="1490" y="11652"/>
                      <a:pt x="3322" y="11652"/>
                    </a:cubicBezTo>
                    <a:cubicBezTo>
                      <a:pt x="5154" y="11652"/>
                      <a:pt x="6644" y="10162"/>
                      <a:pt x="6644" y="8330"/>
                    </a:cubicBezTo>
                    <a:lnTo>
                      <a:pt x="66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6"/>
              <p:cNvSpPr/>
              <p:nvPr/>
            </p:nvSpPr>
            <p:spPr>
              <a:xfrm>
                <a:off x="3034325" y="2218900"/>
                <a:ext cx="118000" cy="243175"/>
              </a:xfrm>
              <a:custGeom>
                <a:rect b="b" l="l" r="r" t="t"/>
                <a:pathLst>
                  <a:path extrusionOk="0" h="9727" w="4720">
                    <a:moveTo>
                      <a:pt x="0" y="0"/>
                    </a:moveTo>
                    <a:lnTo>
                      <a:pt x="0" y="7367"/>
                    </a:lnTo>
                    <a:cubicBezTo>
                      <a:pt x="0" y="8669"/>
                      <a:pt x="1058" y="9727"/>
                      <a:pt x="2360" y="9727"/>
                    </a:cubicBezTo>
                    <a:cubicBezTo>
                      <a:pt x="3662" y="9727"/>
                      <a:pt x="4719" y="8667"/>
                      <a:pt x="4719" y="7367"/>
                    </a:cubicBezTo>
                    <a:lnTo>
                      <a:pt x="47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6"/>
              <p:cNvSpPr/>
              <p:nvPr/>
            </p:nvSpPr>
            <p:spPr>
              <a:xfrm>
                <a:off x="3058425" y="2242950"/>
                <a:ext cx="69825" cy="194975"/>
              </a:xfrm>
              <a:custGeom>
                <a:rect b="b" l="l" r="r" t="t"/>
                <a:pathLst>
                  <a:path extrusionOk="0" h="7799" w="2793">
                    <a:moveTo>
                      <a:pt x="1" y="0"/>
                    </a:moveTo>
                    <a:lnTo>
                      <a:pt x="1" y="6404"/>
                    </a:lnTo>
                    <a:cubicBezTo>
                      <a:pt x="1" y="7173"/>
                      <a:pt x="628" y="7799"/>
                      <a:pt x="1397" y="7799"/>
                    </a:cubicBezTo>
                    <a:cubicBezTo>
                      <a:pt x="2166" y="7799"/>
                      <a:pt x="2793" y="7174"/>
                      <a:pt x="2793" y="6404"/>
                    </a:cubicBezTo>
                    <a:lnTo>
                      <a:pt x="2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6"/>
              <p:cNvSpPr/>
              <p:nvPr/>
            </p:nvSpPr>
            <p:spPr>
              <a:xfrm>
                <a:off x="3082450" y="2267050"/>
                <a:ext cx="21725" cy="146875"/>
              </a:xfrm>
              <a:custGeom>
                <a:rect b="b" l="l" r="r" t="t"/>
                <a:pathLst>
                  <a:path extrusionOk="0" h="5875" w="869">
                    <a:moveTo>
                      <a:pt x="1" y="0"/>
                    </a:moveTo>
                    <a:lnTo>
                      <a:pt x="1" y="5441"/>
                    </a:lnTo>
                    <a:cubicBezTo>
                      <a:pt x="1" y="5680"/>
                      <a:pt x="196" y="5874"/>
                      <a:pt x="435" y="5874"/>
                    </a:cubicBezTo>
                    <a:cubicBezTo>
                      <a:pt x="674" y="5874"/>
                      <a:pt x="869" y="5680"/>
                      <a:pt x="869" y="5441"/>
                    </a:cubicBezTo>
                    <a:lnTo>
                      <a:pt x="8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1" name="Google Shape;6081;p76"/>
            <p:cNvGrpSpPr/>
            <p:nvPr/>
          </p:nvGrpSpPr>
          <p:grpSpPr>
            <a:xfrm>
              <a:off x="8009250" y="4027696"/>
              <a:ext cx="221386" cy="221386"/>
              <a:chOff x="5035425" y="2779450"/>
              <a:chExt cx="94800" cy="94800"/>
            </a:xfrm>
          </p:grpSpPr>
          <p:sp>
            <p:nvSpPr>
              <p:cNvPr id="6082" name="Google Shape;6082;p76"/>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6"/>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4" name="Google Shape;6084;p76"/>
            <p:cNvGrpSpPr/>
            <p:nvPr/>
          </p:nvGrpSpPr>
          <p:grpSpPr>
            <a:xfrm>
              <a:off x="440901" y="4269545"/>
              <a:ext cx="1033050" cy="758384"/>
              <a:chOff x="-3031700" y="3408550"/>
              <a:chExt cx="323475" cy="237463"/>
            </a:xfrm>
          </p:grpSpPr>
          <p:sp>
            <p:nvSpPr>
              <p:cNvPr id="6085" name="Google Shape;6085;p76"/>
              <p:cNvSpPr/>
              <p:nvPr/>
            </p:nvSpPr>
            <p:spPr>
              <a:xfrm>
                <a:off x="-3031700" y="3408550"/>
                <a:ext cx="323425" cy="236300"/>
              </a:xfrm>
              <a:custGeom>
                <a:rect b="b" l="l" r="r" t="t"/>
                <a:pathLst>
                  <a:path extrusionOk="0" h="9452" w="12937">
                    <a:moveTo>
                      <a:pt x="6968" y="1"/>
                    </a:moveTo>
                    <a:cubicBezTo>
                      <a:pt x="6829" y="1"/>
                      <a:pt x="6706" y="95"/>
                      <a:pt x="6686" y="228"/>
                    </a:cubicBezTo>
                    <a:lnTo>
                      <a:pt x="6684" y="228"/>
                    </a:lnTo>
                    <a:cubicBezTo>
                      <a:pt x="6683" y="239"/>
                      <a:pt x="6682" y="251"/>
                      <a:pt x="6682" y="263"/>
                    </a:cubicBezTo>
                    <a:lnTo>
                      <a:pt x="6682" y="289"/>
                    </a:lnTo>
                    <a:lnTo>
                      <a:pt x="792" y="289"/>
                    </a:lnTo>
                    <a:cubicBezTo>
                      <a:pt x="356" y="289"/>
                      <a:pt x="1" y="642"/>
                      <a:pt x="1" y="1079"/>
                    </a:cubicBezTo>
                    <a:lnTo>
                      <a:pt x="1" y="8660"/>
                    </a:lnTo>
                    <a:cubicBezTo>
                      <a:pt x="1" y="9097"/>
                      <a:pt x="355" y="9452"/>
                      <a:pt x="792" y="9452"/>
                    </a:cubicBezTo>
                    <a:lnTo>
                      <a:pt x="12146" y="9452"/>
                    </a:lnTo>
                    <a:cubicBezTo>
                      <a:pt x="12583" y="9452"/>
                      <a:pt x="12937" y="9098"/>
                      <a:pt x="12937" y="8660"/>
                    </a:cubicBezTo>
                    <a:lnTo>
                      <a:pt x="12937" y="1079"/>
                    </a:lnTo>
                    <a:cubicBezTo>
                      <a:pt x="12936" y="642"/>
                      <a:pt x="12583" y="289"/>
                      <a:pt x="12146" y="289"/>
                    </a:cubicBezTo>
                    <a:lnTo>
                      <a:pt x="11872" y="289"/>
                    </a:lnTo>
                    <a:lnTo>
                      <a:pt x="11872" y="263"/>
                    </a:lnTo>
                    <a:cubicBezTo>
                      <a:pt x="11872" y="251"/>
                      <a:pt x="11870" y="239"/>
                      <a:pt x="11869" y="228"/>
                    </a:cubicBezTo>
                    <a:lnTo>
                      <a:pt x="11868" y="228"/>
                    </a:lnTo>
                    <a:cubicBezTo>
                      <a:pt x="11851" y="95"/>
                      <a:pt x="11743" y="1"/>
                      <a:pt x="11604" y="1"/>
                    </a:cubicBezTo>
                    <a:lnTo>
                      <a:pt x="10284" y="1"/>
                    </a:lnTo>
                    <a:lnTo>
                      <a:pt x="10284" y="228"/>
                    </a:lnTo>
                    <a:lnTo>
                      <a:pt x="10284" y="288"/>
                    </a:lnTo>
                    <a:lnTo>
                      <a:pt x="10085" y="288"/>
                    </a:lnTo>
                    <a:lnTo>
                      <a:pt x="10085" y="228"/>
                    </a:lnTo>
                    <a:lnTo>
                      <a:pt x="10085" y="1"/>
                    </a:lnTo>
                    <a:lnTo>
                      <a:pt x="8497" y="1"/>
                    </a:lnTo>
                    <a:lnTo>
                      <a:pt x="8497" y="228"/>
                    </a:lnTo>
                    <a:lnTo>
                      <a:pt x="8497" y="288"/>
                    </a:lnTo>
                    <a:lnTo>
                      <a:pt x="8270" y="288"/>
                    </a:lnTo>
                    <a:lnTo>
                      <a:pt x="8270" y="228"/>
                    </a:lnTo>
                    <a:lnTo>
                      <a:pt x="8270" y="1"/>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6" name="Google Shape;6086;p76"/>
              <p:cNvGrpSpPr/>
              <p:nvPr/>
            </p:nvGrpSpPr>
            <p:grpSpPr>
              <a:xfrm>
                <a:off x="-3031650" y="3408613"/>
                <a:ext cx="323425" cy="237400"/>
                <a:chOff x="-2707800" y="2378775"/>
                <a:chExt cx="323425" cy="237400"/>
              </a:xfrm>
            </p:grpSpPr>
            <p:sp>
              <p:nvSpPr>
                <p:cNvPr id="6087" name="Google Shape;6087;p76"/>
                <p:cNvSpPr/>
                <p:nvPr/>
              </p:nvSpPr>
              <p:spPr>
                <a:xfrm>
                  <a:off x="-2540875" y="2378775"/>
                  <a:ext cx="39725" cy="29125"/>
                </a:xfrm>
                <a:custGeom>
                  <a:rect b="b" l="l" r="r" t="t"/>
                  <a:pathLst>
                    <a:path extrusionOk="0" h="1165" w="1589">
                      <a:moveTo>
                        <a:pt x="287" y="1"/>
                      </a:moveTo>
                      <a:cubicBezTo>
                        <a:pt x="147" y="2"/>
                        <a:pt x="24" y="96"/>
                        <a:pt x="4" y="229"/>
                      </a:cubicBezTo>
                      <a:cubicBezTo>
                        <a:pt x="2" y="240"/>
                        <a:pt x="1" y="252"/>
                        <a:pt x="1" y="263"/>
                      </a:cubicBezTo>
                      <a:lnTo>
                        <a:pt x="1" y="1165"/>
                      </a:lnTo>
                      <a:lnTo>
                        <a:pt x="1588" y="1165"/>
                      </a:lnTo>
                      <a:lnTo>
                        <a:pt x="1588" y="228"/>
                      </a:lnTo>
                      <a:lnTo>
                        <a:pt x="15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6"/>
                <p:cNvSpPr/>
                <p:nvPr/>
              </p:nvSpPr>
              <p:spPr>
                <a:xfrm>
                  <a:off x="-2495450" y="2378800"/>
                  <a:ext cx="39700" cy="29075"/>
                </a:xfrm>
                <a:custGeom>
                  <a:rect b="b" l="l" r="r" t="t"/>
                  <a:pathLst>
                    <a:path extrusionOk="0" h="1163" w="1588">
                      <a:moveTo>
                        <a:pt x="0" y="1"/>
                      </a:moveTo>
                      <a:lnTo>
                        <a:pt x="0" y="228"/>
                      </a:lnTo>
                      <a:lnTo>
                        <a:pt x="0" y="1163"/>
                      </a:lnTo>
                      <a:lnTo>
                        <a:pt x="1587" y="1163"/>
                      </a:lnTo>
                      <a:lnTo>
                        <a:pt x="1587" y="228"/>
                      </a:lnTo>
                      <a:lnTo>
                        <a:pt x="15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6"/>
                <p:cNvSpPr/>
                <p:nvPr/>
              </p:nvSpPr>
              <p:spPr>
                <a:xfrm>
                  <a:off x="-2450775" y="2378775"/>
                  <a:ext cx="39725" cy="29125"/>
                </a:xfrm>
                <a:custGeom>
                  <a:rect b="b" l="l" r="r" t="t"/>
                  <a:pathLst>
                    <a:path extrusionOk="0" h="1165" w="1589">
                      <a:moveTo>
                        <a:pt x="1" y="1"/>
                      </a:moveTo>
                      <a:lnTo>
                        <a:pt x="1" y="229"/>
                      </a:lnTo>
                      <a:lnTo>
                        <a:pt x="1" y="1165"/>
                      </a:lnTo>
                      <a:lnTo>
                        <a:pt x="1589" y="1165"/>
                      </a:lnTo>
                      <a:lnTo>
                        <a:pt x="1589" y="263"/>
                      </a:lnTo>
                      <a:cubicBezTo>
                        <a:pt x="1588" y="251"/>
                        <a:pt x="1588" y="240"/>
                        <a:pt x="1586" y="229"/>
                      </a:cubicBezTo>
                      <a:cubicBezTo>
                        <a:pt x="1568" y="96"/>
                        <a:pt x="1460" y="1"/>
                        <a:pt x="13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6"/>
                <p:cNvSpPr/>
                <p:nvPr/>
              </p:nvSpPr>
              <p:spPr>
                <a:xfrm>
                  <a:off x="-2707800" y="2387075"/>
                  <a:ext cx="323425" cy="229100"/>
                </a:xfrm>
                <a:custGeom>
                  <a:rect b="b" l="l" r="r" t="t"/>
                  <a:pathLst>
                    <a:path extrusionOk="0" h="9164" w="12937">
                      <a:moveTo>
                        <a:pt x="792" y="1"/>
                      </a:moveTo>
                      <a:cubicBezTo>
                        <a:pt x="355" y="1"/>
                        <a:pt x="1" y="356"/>
                        <a:pt x="1" y="791"/>
                      </a:cubicBezTo>
                      <a:lnTo>
                        <a:pt x="1" y="8373"/>
                      </a:lnTo>
                      <a:cubicBezTo>
                        <a:pt x="1" y="8810"/>
                        <a:pt x="356" y="9164"/>
                        <a:pt x="792" y="9164"/>
                      </a:cubicBezTo>
                      <a:lnTo>
                        <a:pt x="12146" y="9164"/>
                      </a:lnTo>
                      <a:cubicBezTo>
                        <a:pt x="12583" y="9164"/>
                        <a:pt x="12936" y="8809"/>
                        <a:pt x="12937" y="8373"/>
                      </a:cubicBezTo>
                      <a:lnTo>
                        <a:pt x="12937" y="791"/>
                      </a:lnTo>
                      <a:cubicBezTo>
                        <a:pt x="12937" y="355"/>
                        <a:pt x="12583" y="1"/>
                        <a:pt x="121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6"/>
                <p:cNvSpPr/>
                <p:nvPr/>
              </p:nvSpPr>
              <p:spPr>
                <a:xfrm>
                  <a:off x="-2645875" y="2538050"/>
                  <a:ext cx="224800" cy="29075"/>
                </a:xfrm>
                <a:custGeom>
                  <a:rect b="b" l="l" r="r" t="t"/>
                  <a:pathLst>
                    <a:path extrusionOk="0" h="1163" w="8992">
                      <a:moveTo>
                        <a:pt x="141" y="0"/>
                      </a:moveTo>
                      <a:cubicBezTo>
                        <a:pt x="64" y="0"/>
                        <a:pt x="1" y="63"/>
                        <a:pt x="1" y="141"/>
                      </a:cubicBezTo>
                      <a:lnTo>
                        <a:pt x="1" y="1022"/>
                      </a:lnTo>
                      <a:cubicBezTo>
                        <a:pt x="1" y="1099"/>
                        <a:pt x="64" y="1162"/>
                        <a:pt x="141" y="1162"/>
                      </a:cubicBezTo>
                      <a:lnTo>
                        <a:pt x="8851" y="1162"/>
                      </a:lnTo>
                      <a:cubicBezTo>
                        <a:pt x="8928" y="1162"/>
                        <a:pt x="8991" y="1099"/>
                        <a:pt x="8991" y="1022"/>
                      </a:cubicBezTo>
                      <a:lnTo>
                        <a:pt x="8991" y="141"/>
                      </a:lnTo>
                      <a:cubicBezTo>
                        <a:pt x="8991" y="63"/>
                        <a:pt x="8928" y="0"/>
                        <a:pt x="8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6"/>
                <p:cNvSpPr/>
                <p:nvPr/>
              </p:nvSpPr>
              <p:spPr>
                <a:xfrm>
                  <a:off x="-2700050" y="2444600"/>
                  <a:ext cx="307650" cy="165175"/>
                </a:xfrm>
                <a:custGeom>
                  <a:rect b="b" l="l" r="r" t="t"/>
                  <a:pathLst>
                    <a:path extrusionOk="0" h="6607" w="12306">
                      <a:moveTo>
                        <a:pt x="1508" y="0"/>
                      </a:moveTo>
                      <a:lnTo>
                        <a:pt x="1" y="604"/>
                      </a:lnTo>
                      <a:lnTo>
                        <a:pt x="1" y="6137"/>
                      </a:lnTo>
                      <a:cubicBezTo>
                        <a:pt x="1" y="6396"/>
                        <a:pt x="210" y="6606"/>
                        <a:pt x="470" y="6606"/>
                      </a:cubicBezTo>
                      <a:lnTo>
                        <a:pt x="11837" y="6606"/>
                      </a:lnTo>
                      <a:cubicBezTo>
                        <a:pt x="12097" y="6606"/>
                        <a:pt x="12306" y="6396"/>
                        <a:pt x="12306" y="6137"/>
                      </a:cubicBezTo>
                      <a:lnTo>
                        <a:pt x="12306" y="604"/>
                      </a:lnTo>
                      <a:lnTo>
                        <a:pt x="11702" y="0"/>
                      </a:lnTo>
                      <a:lnTo>
                        <a:pt x="11702" y="5772"/>
                      </a:lnTo>
                      <a:lnTo>
                        <a:pt x="11704" y="5772"/>
                      </a:lnTo>
                      <a:cubicBezTo>
                        <a:pt x="11704" y="5899"/>
                        <a:pt x="11601" y="6003"/>
                        <a:pt x="11474" y="6003"/>
                      </a:cubicBezTo>
                      <a:lnTo>
                        <a:pt x="1737" y="6003"/>
                      </a:lnTo>
                      <a:cubicBezTo>
                        <a:pt x="1611" y="6003"/>
                        <a:pt x="1508" y="5899"/>
                        <a:pt x="1508" y="5772"/>
                      </a:cubicBezTo>
                      <a:lnTo>
                        <a:pt x="150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6"/>
                <p:cNvSpPr/>
                <p:nvPr/>
              </p:nvSpPr>
              <p:spPr>
                <a:xfrm>
                  <a:off x="-2687925" y="2582975"/>
                  <a:ext cx="4275" cy="32075"/>
                </a:xfrm>
                <a:custGeom>
                  <a:rect b="b" l="l" r="r" t="t"/>
                  <a:pathLst>
                    <a:path extrusionOk="0" h="1283" w="171">
                      <a:moveTo>
                        <a:pt x="1" y="0"/>
                      </a:moveTo>
                      <a:lnTo>
                        <a:pt x="1" y="1283"/>
                      </a:lnTo>
                      <a:lnTo>
                        <a:pt x="171" y="1283"/>
                      </a:lnTo>
                      <a:lnTo>
                        <a:pt x="171" y="81"/>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6"/>
                <p:cNvSpPr/>
                <p:nvPr/>
              </p:nvSpPr>
              <p:spPr>
                <a:xfrm>
                  <a:off x="-2681550" y="2586050"/>
                  <a:ext cx="3575" cy="29000"/>
                </a:xfrm>
                <a:custGeom>
                  <a:rect b="b" l="l" r="r" t="t"/>
                  <a:pathLst>
                    <a:path extrusionOk="0" h="1160" w="143">
                      <a:moveTo>
                        <a:pt x="0" y="1"/>
                      </a:moveTo>
                      <a:lnTo>
                        <a:pt x="0" y="1160"/>
                      </a:lnTo>
                      <a:lnTo>
                        <a:pt x="143" y="1160"/>
                      </a:lnTo>
                      <a:lnTo>
                        <a:pt x="143" y="80"/>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6"/>
                <p:cNvSpPr/>
                <p:nvPr/>
              </p:nvSpPr>
              <p:spPr>
                <a:xfrm>
                  <a:off x="-2675875" y="2589125"/>
                  <a:ext cx="3575" cy="25925"/>
                </a:xfrm>
                <a:custGeom>
                  <a:rect b="b" l="l" r="r" t="t"/>
                  <a:pathLst>
                    <a:path extrusionOk="0" h="1037" w="143">
                      <a:moveTo>
                        <a:pt x="0" y="1"/>
                      </a:moveTo>
                      <a:lnTo>
                        <a:pt x="0" y="1037"/>
                      </a:lnTo>
                      <a:lnTo>
                        <a:pt x="143" y="1037"/>
                      </a:lnTo>
                      <a:lnTo>
                        <a:pt x="143" y="79"/>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6"/>
                <p:cNvSpPr/>
                <p:nvPr/>
              </p:nvSpPr>
              <p:spPr>
                <a:xfrm>
                  <a:off x="-2700000" y="2395100"/>
                  <a:ext cx="307825" cy="72175"/>
                </a:xfrm>
                <a:custGeom>
                  <a:rect b="b" l="l" r="r" t="t"/>
                  <a:pathLst>
                    <a:path extrusionOk="0" h="2887" w="12313">
                      <a:moveTo>
                        <a:pt x="468" y="0"/>
                      </a:moveTo>
                      <a:cubicBezTo>
                        <a:pt x="208" y="0"/>
                        <a:pt x="1" y="229"/>
                        <a:pt x="1" y="489"/>
                      </a:cubicBezTo>
                      <a:lnTo>
                        <a:pt x="1" y="2584"/>
                      </a:lnTo>
                      <a:lnTo>
                        <a:pt x="484" y="2390"/>
                      </a:lnTo>
                      <a:lnTo>
                        <a:pt x="484" y="2560"/>
                      </a:lnTo>
                      <a:lnTo>
                        <a:pt x="654" y="2639"/>
                      </a:lnTo>
                      <a:lnTo>
                        <a:pt x="654" y="2322"/>
                      </a:lnTo>
                      <a:lnTo>
                        <a:pt x="738" y="2288"/>
                      </a:lnTo>
                      <a:lnTo>
                        <a:pt x="738" y="2684"/>
                      </a:lnTo>
                      <a:lnTo>
                        <a:pt x="881" y="2763"/>
                      </a:lnTo>
                      <a:lnTo>
                        <a:pt x="881" y="2231"/>
                      </a:lnTo>
                      <a:lnTo>
                        <a:pt x="965" y="2198"/>
                      </a:lnTo>
                      <a:lnTo>
                        <a:pt x="965" y="2808"/>
                      </a:lnTo>
                      <a:lnTo>
                        <a:pt x="1108" y="2887"/>
                      </a:lnTo>
                      <a:lnTo>
                        <a:pt x="1108" y="2141"/>
                      </a:lnTo>
                      <a:lnTo>
                        <a:pt x="1505" y="1981"/>
                      </a:lnTo>
                      <a:lnTo>
                        <a:pt x="1505" y="1456"/>
                      </a:lnTo>
                      <a:cubicBezTo>
                        <a:pt x="1505" y="1330"/>
                        <a:pt x="1609" y="1222"/>
                        <a:pt x="1735" y="1222"/>
                      </a:cubicBezTo>
                      <a:lnTo>
                        <a:pt x="11472" y="1222"/>
                      </a:lnTo>
                      <a:cubicBezTo>
                        <a:pt x="11599" y="1222"/>
                        <a:pt x="11688" y="1330"/>
                        <a:pt x="11688" y="1456"/>
                      </a:cubicBezTo>
                      <a:lnTo>
                        <a:pt x="11688" y="1981"/>
                      </a:lnTo>
                      <a:lnTo>
                        <a:pt x="12312" y="2585"/>
                      </a:lnTo>
                      <a:lnTo>
                        <a:pt x="12312" y="490"/>
                      </a:lnTo>
                      <a:cubicBezTo>
                        <a:pt x="12312" y="229"/>
                        <a:pt x="12096" y="0"/>
                        <a:pt x="118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6"/>
                <p:cNvSpPr/>
                <p:nvPr/>
              </p:nvSpPr>
              <p:spPr>
                <a:xfrm>
                  <a:off x="-2667425" y="2422755"/>
                  <a:ext cx="265550" cy="169850"/>
                </a:xfrm>
                <a:custGeom>
                  <a:rect b="b" l="l" r="r" t="t"/>
                  <a:pathLst>
                    <a:path extrusionOk="0" h="6794" w="10622">
                      <a:moveTo>
                        <a:pt x="10163" y="337"/>
                      </a:moveTo>
                      <a:cubicBezTo>
                        <a:pt x="10244" y="337"/>
                        <a:pt x="10308" y="406"/>
                        <a:pt x="10308" y="493"/>
                      </a:cubicBezTo>
                      <a:lnTo>
                        <a:pt x="10308" y="6302"/>
                      </a:lnTo>
                      <a:cubicBezTo>
                        <a:pt x="10308" y="6388"/>
                        <a:pt x="10244" y="6457"/>
                        <a:pt x="10163" y="6457"/>
                      </a:cubicBezTo>
                      <a:lnTo>
                        <a:pt x="460" y="6457"/>
                      </a:lnTo>
                      <a:cubicBezTo>
                        <a:pt x="379" y="6457"/>
                        <a:pt x="315" y="6388"/>
                        <a:pt x="315" y="6302"/>
                      </a:cubicBezTo>
                      <a:lnTo>
                        <a:pt x="315" y="493"/>
                      </a:lnTo>
                      <a:cubicBezTo>
                        <a:pt x="315" y="406"/>
                        <a:pt x="379" y="337"/>
                        <a:pt x="460" y="337"/>
                      </a:cubicBezTo>
                      <a:close/>
                      <a:moveTo>
                        <a:pt x="458" y="0"/>
                      </a:moveTo>
                      <a:cubicBezTo>
                        <a:pt x="205" y="0"/>
                        <a:pt x="0" y="220"/>
                        <a:pt x="0" y="493"/>
                      </a:cubicBezTo>
                      <a:lnTo>
                        <a:pt x="0" y="6302"/>
                      </a:lnTo>
                      <a:cubicBezTo>
                        <a:pt x="0" y="6574"/>
                        <a:pt x="205" y="6794"/>
                        <a:pt x="458" y="6794"/>
                      </a:cubicBezTo>
                      <a:lnTo>
                        <a:pt x="10162" y="6794"/>
                      </a:lnTo>
                      <a:cubicBezTo>
                        <a:pt x="10415" y="6794"/>
                        <a:pt x="10622" y="6572"/>
                        <a:pt x="10621" y="6302"/>
                      </a:cubicBezTo>
                      <a:lnTo>
                        <a:pt x="10621" y="493"/>
                      </a:lnTo>
                      <a:cubicBezTo>
                        <a:pt x="10621" y="220"/>
                        <a:pt x="10415" y="0"/>
                        <a:pt x="10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8" name="Google Shape;6098;p76"/>
                <p:cNvGrpSpPr/>
                <p:nvPr/>
              </p:nvGrpSpPr>
              <p:grpSpPr>
                <a:xfrm rot="-30288">
                  <a:off x="-2658134" y="2392530"/>
                  <a:ext cx="249296" cy="188952"/>
                  <a:chOff x="-2273495" y="2002057"/>
                  <a:chExt cx="332782" cy="252263"/>
                </a:xfrm>
              </p:grpSpPr>
              <p:sp>
                <p:nvSpPr>
                  <p:cNvPr id="6099" name="Google Shape;6099;p76"/>
                  <p:cNvSpPr/>
                  <p:nvPr/>
                </p:nvSpPr>
                <p:spPr>
                  <a:xfrm rot="1176986">
                    <a:off x="-2254782" y="2046919"/>
                    <a:ext cx="295356" cy="162539"/>
                  </a:xfrm>
                  <a:custGeom>
                    <a:rect b="b" l="l" r="r" t="t"/>
                    <a:pathLst>
                      <a:path extrusionOk="0" h="6502" w="11815">
                        <a:moveTo>
                          <a:pt x="10085" y="0"/>
                        </a:moveTo>
                        <a:cubicBezTo>
                          <a:pt x="9955" y="0"/>
                          <a:pt x="9824" y="21"/>
                          <a:pt x="9694" y="66"/>
                        </a:cubicBezTo>
                        <a:lnTo>
                          <a:pt x="962" y="3066"/>
                        </a:lnTo>
                        <a:cubicBezTo>
                          <a:pt x="334" y="3281"/>
                          <a:pt x="1" y="3965"/>
                          <a:pt x="217" y="4593"/>
                        </a:cubicBezTo>
                        <a:lnTo>
                          <a:pt x="594" y="5690"/>
                        </a:lnTo>
                        <a:cubicBezTo>
                          <a:pt x="764" y="6188"/>
                          <a:pt x="1230" y="6501"/>
                          <a:pt x="1729" y="6501"/>
                        </a:cubicBezTo>
                        <a:cubicBezTo>
                          <a:pt x="1859" y="6501"/>
                          <a:pt x="1992" y="6480"/>
                          <a:pt x="2121" y="6435"/>
                        </a:cubicBezTo>
                        <a:lnTo>
                          <a:pt x="10853" y="3435"/>
                        </a:lnTo>
                        <a:cubicBezTo>
                          <a:pt x="11482" y="3220"/>
                          <a:pt x="11815" y="2535"/>
                          <a:pt x="11598" y="1908"/>
                        </a:cubicBezTo>
                        <a:lnTo>
                          <a:pt x="11222" y="811"/>
                        </a:lnTo>
                        <a:cubicBezTo>
                          <a:pt x="11051" y="313"/>
                          <a:pt x="10585" y="0"/>
                          <a:pt x="100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6"/>
                  <p:cNvSpPr/>
                  <p:nvPr/>
                </p:nvSpPr>
                <p:spPr>
                  <a:xfrm rot="1176986">
                    <a:off x="-2157279" y="2104752"/>
                    <a:ext cx="66346" cy="46472"/>
                  </a:xfrm>
                  <a:custGeom>
                    <a:rect b="b" l="l" r="r" t="t"/>
                    <a:pathLst>
                      <a:path extrusionOk="0" h="1859" w="2654">
                        <a:moveTo>
                          <a:pt x="1786" y="1"/>
                        </a:moveTo>
                        <a:cubicBezTo>
                          <a:pt x="1704" y="1"/>
                          <a:pt x="1619" y="14"/>
                          <a:pt x="1536" y="43"/>
                        </a:cubicBezTo>
                        <a:lnTo>
                          <a:pt x="617" y="359"/>
                        </a:lnTo>
                        <a:cubicBezTo>
                          <a:pt x="214" y="497"/>
                          <a:pt x="1" y="936"/>
                          <a:pt x="138" y="1338"/>
                        </a:cubicBezTo>
                        <a:cubicBezTo>
                          <a:pt x="248" y="1658"/>
                          <a:pt x="547" y="1858"/>
                          <a:pt x="868" y="1858"/>
                        </a:cubicBezTo>
                        <a:cubicBezTo>
                          <a:pt x="951" y="1858"/>
                          <a:pt x="1035" y="1845"/>
                          <a:pt x="1117" y="1817"/>
                        </a:cubicBezTo>
                        <a:lnTo>
                          <a:pt x="2037" y="1500"/>
                        </a:lnTo>
                        <a:cubicBezTo>
                          <a:pt x="2439" y="1363"/>
                          <a:pt x="2654" y="924"/>
                          <a:pt x="2516" y="522"/>
                        </a:cubicBezTo>
                        <a:cubicBezTo>
                          <a:pt x="2406" y="202"/>
                          <a:pt x="2107" y="1"/>
                          <a:pt x="1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6"/>
                  <p:cNvSpPr/>
                  <p:nvPr/>
                </p:nvSpPr>
                <p:spPr>
                  <a:xfrm rot="1176986">
                    <a:off x="-2079543" y="2109983"/>
                    <a:ext cx="25498" cy="37298"/>
                  </a:xfrm>
                  <a:custGeom>
                    <a:rect b="b" l="l" r="r" t="t"/>
                    <a:pathLst>
                      <a:path extrusionOk="0" h="1492" w="1020">
                        <a:moveTo>
                          <a:pt x="365" y="0"/>
                        </a:moveTo>
                        <a:cubicBezTo>
                          <a:pt x="330" y="0"/>
                          <a:pt x="294" y="6"/>
                          <a:pt x="259" y="18"/>
                        </a:cubicBezTo>
                        <a:cubicBezTo>
                          <a:pt x="91" y="75"/>
                          <a:pt x="0" y="260"/>
                          <a:pt x="58" y="429"/>
                        </a:cubicBezTo>
                        <a:lnTo>
                          <a:pt x="349" y="1273"/>
                        </a:lnTo>
                        <a:cubicBezTo>
                          <a:pt x="395" y="1407"/>
                          <a:pt x="521" y="1491"/>
                          <a:pt x="655" y="1491"/>
                        </a:cubicBezTo>
                        <a:cubicBezTo>
                          <a:pt x="690" y="1491"/>
                          <a:pt x="725" y="1486"/>
                          <a:pt x="760" y="1474"/>
                        </a:cubicBezTo>
                        <a:cubicBezTo>
                          <a:pt x="929" y="1416"/>
                          <a:pt x="1020" y="1231"/>
                          <a:pt x="961" y="1063"/>
                        </a:cubicBezTo>
                        <a:lnTo>
                          <a:pt x="671" y="219"/>
                        </a:lnTo>
                        <a:cubicBezTo>
                          <a:pt x="625" y="84"/>
                          <a:pt x="500"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6"/>
                  <p:cNvSpPr/>
                  <p:nvPr/>
                </p:nvSpPr>
                <p:spPr>
                  <a:xfrm rot="1176986">
                    <a:off x="-2240196" y="2097709"/>
                    <a:ext cx="63896" cy="58221"/>
                  </a:xfrm>
                  <a:custGeom>
                    <a:rect b="b" l="l" r="r" t="t"/>
                    <a:pathLst>
                      <a:path extrusionOk="0" h="2329" w="2556">
                        <a:moveTo>
                          <a:pt x="1278" y="1"/>
                        </a:moveTo>
                        <a:cubicBezTo>
                          <a:pt x="980" y="1"/>
                          <a:pt x="683" y="114"/>
                          <a:pt x="456" y="341"/>
                        </a:cubicBezTo>
                        <a:cubicBezTo>
                          <a:pt x="0" y="796"/>
                          <a:pt x="0" y="1532"/>
                          <a:pt x="456" y="1988"/>
                        </a:cubicBezTo>
                        <a:cubicBezTo>
                          <a:pt x="683" y="2215"/>
                          <a:pt x="980" y="2328"/>
                          <a:pt x="1278" y="2328"/>
                        </a:cubicBezTo>
                        <a:cubicBezTo>
                          <a:pt x="1576" y="2328"/>
                          <a:pt x="1874" y="2215"/>
                          <a:pt x="2101" y="1988"/>
                        </a:cubicBezTo>
                        <a:cubicBezTo>
                          <a:pt x="2556" y="1532"/>
                          <a:pt x="2556"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6"/>
                  <p:cNvSpPr/>
                  <p:nvPr/>
                </p:nvSpPr>
                <p:spPr>
                  <a:xfrm rot="1176986">
                    <a:off x="-2220723" y="2114887"/>
                    <a:ext cx="26098" cy="24223"/>
                  </a:xfrm>
                  <a:custGeom>
                    <a:rect b="b" l="l" r="r" t="t"/>
                    <a:pathLst>
                      <a:path extrusionOk="0" h="969" w="1044">
                        <a:moveTo>
                          <a:pt x="501" y="1"/>
                        </a:moveTo>
                        <a:cubicBezTo>
                          <a:pt x="449" y="1"/>
                          <a:pt x="395" y="10"/>
                          <a:pt x="343" y="29"/>
                        </a:cubicBezTo>
                        <a:cubicBezTo>
                          <a:pt x="221" y="71"/>
                          <a:pt x="123" y="158"/>
                          <a:pt x="67" y="273"/>
                        </a:cubicBezTo>
                        <a:cubicBezTo>
                          <a:pt x="10" y="390"/>
                          <a:pt x="1" y="520"/>
                          <a:pt x="43" y="643"/>
                        </a:cubicBezTo>
                        <a:cubicBezTo>
                          <a:pt x="110" y="837"/>
                          <a:pt x="294" y="969"/>
                          <a:pt x="500" y="969"/>
                        </a:cubicBezTo>
                        <a:cubicBezTo>
                          <a:pt x="553" y="969"/>
                          <a:pt x="605" y="960"/>
                          <a:pt x="657" y="942"/>
                        </a:cubicBezTo>
                        <a:cubicBezTo>
                          <a:pt x="910" y="855"/>
                          <a:pt x="1044" y="579"/>
                          <a:pt x="957" y="327"/>
                        </a:cubicBezTo>
                        <a:cubicBezTo>
                          <a:pt x="890" y="133"/>
                          <a:pt x="708" y="1"/>
                          <a:pt x="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6"/>
                  <p:cNvSpPr/>
                  <p:nvPr/>
                </p:nvSpPr>
                <p:spPr>
                  <a:xfrm rot="1176986">
                    <a:off x="-2038830" y="2100022"/>
                    <a:ext cx="63871" cy="58196"/>
                  </a:xfrm>
                  <a:custGeom>
                    <a:rect b="b" l="l" r="r" t="t"/>
                    <a:pathLst>
                      <a:path extrusionOk="0" h="2328" w="2555">
                        <a:moveTo>
                          <a:pt x="1278" y="1"/>
                        </a:moveTo>
                        <a:cubicBezTo>
                          <a:pt x="980" y="1"/>
                          <a:pt x="682" y="114"/>
                          <a:pt x="455" y="341"/>
                        </a:cubicBezTo>
                        <a:cubicBezTo>
                          <a:pt x="1" y="796"/>
                          <a:pt x="1" y="1533"/>
                          <a:pt x="455" y="1987"/>
                        </a:cubicBezTo>
                        <a:cubicBezTo>
                          <a:pt x="682" y="2214"/>
                          <a:pt x="980" y="2328"/>
                          <a:pt x="1278" y="2328"/>
                        </a:cubicBezTo>
                        <a:cubicBezTo>
                          <a:pt x="1576" y="2328"/>
                          <a:pt x="1874" y="2214"/>
                          <a:pt x="2101" y="1987"/>
                        </a:cubicBezTo>
                        <a:cubicBezTo>
                          <a:pt x="2555" y="1533"/>
                          <a:pt x="2555"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6"/>
                  <p:cNvSpPr/>
                  <p:nvPr/>
                </p:nvSpPr>
                <p:spPr>
                  <a:xfrm rot="1176986">
                    <a:off x="-2020432" y="2117028"/>
                    <a:ext cx="27248" cy="24223"/>
                  </a:xfrm>
                  <a:custGeom>
                    <a:rect b="b" l="l" r="r" t="t"/>
                    <a:pathLst>
                      <a:path extrusionOk="0" h="969" w="1090">
                        <a:moveTo>
                          <a:pt x="544" y="1"/>
                        </a:moveTo>
                        <a:cubicBezTo>
                          <a:pt x="492" y="1"/>
                          <a:pt x="439" y="10"/>
                          <a:pt x="387" y="28"/>
                        </a:cubicBezTo>
                        <a:cubicBezTo>
                          <a:pt x="135" y="114"/>
                          <a:pt x="0" y="391"/>
                          <a:pt x="86" y="642"/>
                        </a:cubicBezTo>
                        <a:cubicBezTo>
                          <a:pt x="153" y="837"/>
                          <a:pt x="337" y="969"/>
                          <a:pt x="543" y="969"/>
                        </a:cubicBezTo>
                        <a:cubicBezTo>
                          <a:pt x="597" y="969"/>
                          <a:pt x="651" y="960"/>
                          <a:pt x="702" y="941"/>
                        </a:cubicBezTo>
                        <a:cubicBezTo>
                          <a:pt x="955" y="854"/>
                          <a:pt x="1089" y="579"/>
                          <a:pt x="1002" y="327"/>
                        </a:cubicBezTo>
                        <a:cubicBezTo>
                          <a:pt x="935" y="132"/>
                          <a:pt x="751" y="1"/>
                          <a:pt x="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106" name="Google Shape;6106;p76"/>
            <p:cNvGrpSpPr/>
            <p:nvPr/>
          </p:nvGrpSpPr>
          <p:grpSpPr>
            <a:xfrm>
              <a:off x="291567" y="3656997"/>
              <a:ext cx="370592" cy="370700"/>
              <a:chOff x="5038846" y="235350"/>
              <a:chExt cx="158691" cy="158738"/>
            </a:xfrm>
          </p:grpSpPr>
          <p:sp>
            <p:nvSpPr>
              <p:cNvPr id="6107" name="Google Shape;6107;p76"/>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6"/>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9" name="Google Shape;6109;p76"/>
            <p:cNvGrpSpPr/>
            <p:nvPr/>
          </p:nvGrpSpPr>
          <p:grpSpPr>
            <a:xfrm>
              <a:off x="8612440" y="1858772"/>
              <a:ext cx="261189" cy="248344"/>
              <a:chOff x="5164484" y="526738"/>
              <a:chExt cx="133266" cy="126713"/>
            </a:xfrm>
          </p:grpSpPr>
          <p:sp>
            <p:nvSpPr>
              <p:cNvPr id="6110" name="Google Shape;6110;p76"/>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6"/>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112" name="Shape 6112"/>
        <p:cNvGrpSpPr/>
        <p:nvPr/>
      </p:nvGrpSpPr>
      <p:grpSpPr>
        <a:xfrm>
          <a:off x="0" y="0"/>
          <a:ext cx="0" cy="0"/>
          <a:chOff x="0" y="0"/>
          <a:chExt cx="0" cy="0"/>
        </a:xfrm>
      </p:grpSpPr>
      <p:sp>
        <p:nvSpPr>
          <p:cNvPr id="6113" name="Google Shape;6113;p77"/>
          <p:cNvSpPr txBox="1"/>
          <p:nvPr>
            <p:ph type="title"/>
          </p:nvPr>
        </p:nvSpPr>
        <p:spPr>
          <a:xfrm>
            <a:off x="2135550" y="1769100"/>
            <a:ext cx="4872900" cy="14607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sz="96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p:txBody>
      </p:sp>
      <p:sp>
        <p:nvSpPr>
          <p:cNvPr id="6114" name="Google Shape;6114;p77"/>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6115" name="Google Shape;6115;p77"/>
          <p:cNvGrpSpPr/>
          <p:nvPr/>
        </p:nvGrpSpPr>
        <p:grpSpPr>
          <a:xfrm>
            <a:off x="172598" y="6"/>
            <a:ext cx="8926160" cy="5009413"/>
            <a:chOff x="172598" y="6"/>
            <a:chExt cx="8926160" cy="5009413"/>
          </a:xfrm>
        </p:grpSpPr>
        <p:grpSp>
          <p:nvGrpSpPr>
            <p:cNvPr id="6116" name="Google Shape;6116;p77"/>
            <p:cNvGrpSpPr/>
            <p:nvPr/>
          </p:nvGrpSpPr>
          <p:grpSpPr>
            <a:xfrm rot="-558244">
              <a:off x="7576704" y="106903"/>
              <a:ext cx="1427255" cy="1288870"/>
              <a:chOff x="1288334" y="649138"/>
              <a:chExt cx="511300" cy="461725"/>
            </a:xfrm>
          </p:grpSpPr>
          <p:sp>
            <p:nvSpPr>
              <p:cNvPr id="6117" name="Google Shape;6117;p77"/>
              <p:cNvSpPr/>
              <p:nvPr/>
            </p:nvSpPr>
            <p:spPr>
              <a:xfrm>
                <a:off x="1288334" y="649575"/>
                <a:ext cx="511300" cy="457500"/>
              </a:xfrm>
              <a:custGeom>
                <a:rect b="b" l="l" r="r" t="t"/>
                <a:pathLst>
                  <a:path extrusionOk="0" h="18300" w="20452">
                    <a:moveTo>
                      <a:pt x="10584" y="1"/>
                    </a:moveTo>
                    <a:cubicBezTo>
                      <a:pt x="8686" y="1"/>
                      <a:pt x="6787" y="1083"/>
                      <a:pt x="6305" y="3244"/>
                    </a:cubicBezTo>
                    <a:cubicBezTo>
                      <a:pt x="6179" y="3722"/>
                      <a:pt x="6156" y="4251"/>
                      <a:pt x="6167" y="4748"/>
                    </a:cubicBezTo>
                    <a:cubicBezTo>
                      <a:pt x="6042" y="4740"/>
                      <a:pt x="5919" y="4737"/>
                      <a:pt x="5800" y="4737"/>
                    </a:cubicBezTo>
                    <a:cubicBezTo>
                      <a:pt x="1" y="4737"/>
                      <a:pt x="2" y="13593"/>
                      <a:pt x="5801" y="13593"/>
                    </a:cubicBezTo>
                    <a:cubicBezTo>
                      <a:pt x="5920" y="13593"/>
                      <a:pt x="6042" y="13590"/>
                      <a:pt x="6167" y="13582"/>
                    </a:cubicBezTo>
                    <a:lnTo>
                      <a:pt x="6167" y="13582"/>
                    </a:lnTo>
                    <a:cubicBezTo>
                      <a:pt x="5974" y="16727"/>
                      <a:pt x="8278" y="18299"/>
                      <a:pt x="10583" y="18299"/>
                    </a:cubicBezTo>
                    <a:cubicBezTo>
                      <a:pt x="12887" y="18299"/>
                      <a:pt x="15191" y="16727"/>
                      <a:pt x="14998" y="13582"/>
                    </a:cubicBezTo>
                    <a:lnTo>
                      <a:pt x="14998" y="13582"/>
                    </a:lnTo>
                    <a:cubicBezTo>
                      <a:pt x="15072" y="13584"/>
                      <a:pt x="15146" y="13585"/>
                      <a:pt x="15220" y="13585"/>
                    </a:cubicBezTo>
                    <a:cubicBezTo>
                      <a:pt x="15650" y="13585"/>
                      <a:pt x="16093" y="13553"/>
                      <a:pt x="16502" y="13444"/>
                    </a:cubicBezTo>
                    <a:cubicBezTo>
                      <a:pt x="18936" y="12872"/>
                      <a:pt x="20451" y="10063"/>
                      <a:pt x="19570" y="7720"/>
                    </a:cubicBezTo>
                    <a:cubicBezTo>
                      <a:pt x="18978" y="5917"/>
                      <a:pt x="17197" y="4735"/>
                      <a:pt x="15332" y="4735"/>
                    </a:cubicBezTo>
                    <a:cubicBezTo>
                      <a:pt x="15221" y="4735"/>
                      <a:pt x="15109" y="4739"/>
                      <a:pt x="14997" y="4748"/>
                    </a:cubicBezTo>
                    <a:cubicBezTo>
                      <a:pt x="15006" y="4250"/>
                      <a:pt x="14987" y="3723"/>
                      <a:pt x="14859" y="3244"/>
                    </a:cubicBezTo>
                    <a:cubicBezTo>
                      <a:pt x="14377" y="1081"/>
                      <a:pt x="12481" y="1"/>
                      <a:pt x="10584"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7"/>
              <p:cNvSpPr/>
              <p:nvPr/>
            </p:nvSpPr>
            <p:spPr>
              <a:xfrm>
                <a:off x="1323400" y="649138"/>
                <a:ext cx="461700" cy="461725"/>
              </a:xfrm>
              <a:custGeom>
                <a:rect b="b" l="l" r="r" t="t"/>
                <a:pathLst>
                  <a:path extrusionOk="0" h="18469" w="18468">
                    <a:moveTo>
                      <a:pt x="9234" y="0"/>
                    </a:moveTo>
                    <a:cubicBezTo>
                      <a:pt x="8924" y="0"/>
                      <a:pt x="8620" y="33"/>
                      <a:pt x="8324" y="91"/>
                    </a:cubicBezTo>
                    <a:cubicBezTo>
                      <a:pt x="7469" y="274"/>
                      <a:pt x="6707" y="698"/>
                      <a:pt x="6110" y="1293"/>
                    </a:cubicBezTo>
                    <a:cubicBezTo>
                      <a:pt x="6002" y="1401"/>
                      <a:pt x="5902" y="1514"/>
                      <a:pt x="5806" y="1632"/>
                    </a:cubicBezTo>
                    <a:cubicBezTo>
                      <a:pt x="5552" y="1946"/>
                      <a:pt x="5339" y="2292"/>
                      <a:pt x="5176" y="2668"/>
                    </a:cubicBezTo>
                    <a:cubicBezTo>
                      <a:pt x="5130" y="2779"/>
                      <a:pt x="5087" y="2890"/>
                      <a:pt x="5050" y="3004"/>
                    </a:cubicBezTo>
                    <a:cubicBezTo>
                      <a:pt x="5013" y="3105"/>
                      <a:pt x="4982" y="3210"/>
                      <a:pt x="4954" y="3314"/>
                    </a:cubicBezTo>
                    <a:lnTo>
                      <a:pt x="4954" y="3316"/>
                    </a:lnTo>
                    <a:cubicBezTo>
                      <a:pt x="4896" y="3550"/>
                      <a:pt x="4853" y="3793"/>
                      <a:pt x="4834" y="4042"/>
                    </a:cubicBezTo>
                    <a:cubicBezTo>
                      <a:pt x="4823" y="4166"/>
                      <a:pt x="4817" y="4290"/>
                      <a:pt x="4817" y="4417"/>
                    </a:cubicBezTo>
                    <a:lnTo>
                      <a:pt x="4817" y="4817"/>
                    </a:lnTo>
                    <a:lnTo>
                      <a:pt x="4417" y="4817"/>
                    </a:lnTo>
                    <a:cubicBezTo>
                      <a:pt x="4188" y="4817"/>
                      <a:pt x="3961" y="4835"/>
                      <a:pt x="3744" y="4872"/>
                    </a:cubicBezTo>
                    <a:cubicBezTo>
                      <a:pt x="3596" y="4890"/>
                      <a:pt x="3452" y="4918"/>
                      <a:pt x="3310" y="4955"/>
                    </a:cubicBezTo>
                    <a:cubicBezTo>
                      <a:pt x="3305" y="4959"/>
                      <a:pt x="3298" y="4959"/>
                      <a:pt x="3292" y="4961"/>
                    </a:cubicBezTo>
                    <a:lnTo>
                      <a:pt x="3290" y="4961"/>
                    </a:lnTo>
                    <a:cubicBezTo>
                      <a:pt x="2853" y="5076"/>
                      <a:pt x="2444" y="5256"/>
                      <a:pt x="2069" y="5497"/>
                    </a:cubicBezTo>
                    <a:cubicBezTo>
                      <a:pt x="1984" y="5548"/>
                      <a:pt x="1897" y="5607"/>
                      <a:pt x="1817" y="5666"/>
                    </a:cubicBezTo>
                    <a:cubicBezTo>
                      <a:pt x="1753" y="5712"/>
                      <a:pt x="1692" y="5761"/>
                      <a:pt x="1630" y="5811"/>
                    </a:cubicBezTo>
                    <a:cubicBezTo>
                      <a:pt x="861" y="6437"/>
                      <a:pt x="305" y="7315"/>
                      <a:pt x="97" y="8324"/>
                    </a:cubicBezTo>
                    <a:cubicBezTo>
                      <a:pt x="35" y="8615"/>
                      <a:pt x="1" y="8923"/>
                      <a:pt x="1" y="9234"/>
                    </a:cubicBezTo>
                    <a:cubicBezTo>
                      <a:pt x="1" y="9543"/>
                      <a:pt x="35" y="9852"/>
                      <a:pt x="97" y="10143"/>
                    </a:cubicBezTo>
                    <a:cubicBezTo>
                      <a:pt x="274" y="10998"/>
                      <a:pt x="701" y="11763"/>
                      <a:pt x="1295" y="12356"/>
                    </a:cubicBezTo>
                    <a:cubicBezTo>
                      <a:pt x="1403" y="12465"/>
                      <a:pt x="1513" y="12563"/>
                      <a:pt x="1630" y="12659"/>
                    </a:cubicBezTo>
                    <a:cubicBezTo>
                      <a:pt x="1701" y="12717"/>
                      <a:pt x="1775" y="12772"/>
                      <a:pt x="1852" y="12828"/>
                    </a:cubicBezTo>
                    <a:cubicBezTo>
                      <a:pt x="1981" y="12921"/>
                      <a:pt x="2114" y="13006"/>
                      <a:pt x="2252" y="13083"/>
                    </a:cubicBezTo>
                    <a:cubicBezTo>
                      <a:pt x="2579" y="13268"/>
                      <a:pt x="2929" y="13412"/>
                      <a:pt x="3301" y="13510"/>
                    </a:cubicBezTo>
                    <a:cubicBezTo>
                      <a:pt x="3305" y="13510"/>
                      <a:pt x="3311" y="13512"/>
                      <a:pt x="3313" y="13512"/>
                    </a:cubicBezTo>
                    <a:lnTo>
                      <a:pt x="3316" y="13512"/>
                    </a:lnTo>
                    <a:cubicBezTo>
                      <a:pt x="3458" y="13551"/>
                      <a:pt x="3602" y="13577"/>
                      <a:pt x="3750" y="13599"/>
                    </a:cubicBezTo>
                    <a:cubicBezTo>
                      <a:pt x="3968" y="13634"/>
                      <a:pt x="4193" y="13652"/>
                      <a:pt x="4420" y="13652"/>
                    </a:cubicBezTo>
                    <a:lnTo>
                      <a:pt x="4819" y="13652"/>
                    </a:lnTo>
                    <a:lnTo>
                      <a:pt x="4819" y="14052"/>
                    </a:lnTo>
                    <a:cubicBezTo>
                      <a:pt x="4819" y="14105"/>
                      <a:pt x="4819" y="14154"/>
                      <a:pt x="4825" y="14203"/>
                    </a:cubicBezTo>
                    <a:cubicBezTo>
                      <a:pt x="4825" y="14336"/>
                      <a:pt x="4838" y="14465"/>
                      <a:pt x="4853" y="14594"/>
                    </a:cubicBezTo>
                    <a:cubicBezTo>
                      <a:pt x="4875" y="14785"/>
                      <a:pt x="4911" y="14972"/>
                      <a:pt x="4957" y="15156"/>
                    </a:cubicBezTo>
                    <a:cubicBezTo>
                      <a:pt x="5119" y="15780"/>
                      <a:pt x="5412" y="16352"/>
                      <a:pt x="5809" y="16837"/>
                    </a:cubicBezTo>
                    <a:cubicBezTo>
                      <a:pt x="6435" y="17608"/>
                      <a:pt x="7316" y="18166"/>
                      <a:pt x="8326" y="18377"/>
                    </a:cubicBezTo>
                    <a:cubicBezTo>
                      <a:pt x="8620" y="18435"/>
                      <a:pt x="8925" y="18469"/>
                      <a:pt x="9235" y="18469"/>
                    </a:cubicBezTo>
                    <a:cubicBezTo>
                      <a:pt x="9545" y="18469"/>
                      <a:pt x="9849" y="18435"/>
                      <a:pt x="10144" y="18377"/>
                    </a:cubicBezTo>
                    <a:cubicBezTo>
                      <a:pt x="10995" y="18196"/>
                      <a:pt x="11758" y="17771"/>
                      <a:pt x="12354" y="17175"/>
                    </a:cubicBezTo>
                    <a:cubicBezTo>
                      <a:pt x="12462" y="17068"/>
                      <a:pt x="12563" y="16954"/>
                      <a:pt x="12658" y="16837"/>
                    </a:cubicBezTo>
                    <a:cubicBezTo>
                      <a:pt x="13054" y="16352"/>
                      <a:pt x="13347" y="15781"/>
                      <a:pt x="13509" y="15156"/>
                    </a:cubicBezTo>
                    <a:cubicBezTo>
                      <a:pt x="13554" y="14981"/>
                      <a:pt x="13590" y="14800"/>
                      <a:pt x="13612" y="14619"/>
                    </a:cubicBezTo>
                    <a:cubicBezTo>
                      <a:pt x="13632" y="14461"/>
                      <a:pt x="13646" y="14305"/>
                      <a:pt x="13646" y="14145"/>
                    </a:cubicBezTo>
                    <a:cubicBezTo>
                      <a:pt x="13648" y="14115"/>
                      <a:pt x="13648" y="14084"/>
                      <a:pt x="13648" y="14053"/>
                    </a:cubicBezTo>
                    <a:lnTo>
                      <a:pt x="13648" y="13654"/>
                    </a:lnTo>
                    <a:lnTo>
                      <a:pt x="14050" y="13654"/>
                    </a:lnTo>
                    <a:cubicBezTo>
                      <a:pt x="14333" y="13654"/>
                      <a:pt x="14609" y="13626"/>
                      <a:pt x="14880" y="13573"/>
                    </a:cubicBezTo>
                    <a:cubicBezTo>
                      <a:pt x="14972" y="13558"/>
                      <a:pt x="15065" y="13537"/>
                      <a:pt x="15153" y="13515"/>
                    </a:cubicBezTo>
                    <a:cubicBezTo>
                      <a:pt x="15200" y="13502"/>
                      <a:pt x="15245" y="13491"/>
                      <a:pt x="15292" y="13475"/>
                    </a:cubicBezTo>
                    <a:cubicBezTo>
                      <a:pt x="15676" y="13365"/>
                      <a:pt x="16036" y="13202"/>
                      <a:pt x="16367" y="12995"/>
                    </a:cubicBezTo>
                    <a:cubicBezTo>
                      <a:pt x="16505" y="12913"/>
                      <a:pt x="16638" y="12820"/>
                      <a:pt x="16760" y="12722"/>
                    </a:cubicBezTo>
                    <a:cubicBezTo>
                      <a:pt x="16789" y="12704"/>
                      <a:pt x="16814" y="12686"/>
                      <a:pt x="16838" y="12664"/>
                    </a:cubicBezTo>
                    <a:cubicBezTo>
                      <a:pt x="17409" y="12194"/>
                      <a:pt x="17864" y="11589"/>
                      <a:pt x="18147" y="10894"/>
                    </a:cubicBezTo>
                    <a:lnTo>
                      <a:pt x="18147" y="10892"/>
                    </a:lnTo>
                    <a:lnTo>
                      <a:pt x="18249" y="10603"/>
                    </a:lnTo>
                    <a:lnTo>
                      <a:pt x="18249" y="10600"/>
                    </a:lnTo>
                    <a:cubicBezTo>
                      <a:pt x="18298" y="10453"/>
                      <a:pt x="18341" y="10302"/>
                      <a:pt x="18372" y="10149"/>
                    </a:cubicBezTo>
                    <a:cubicBezTo>
                      <a:pt x="18434" y="9857"/>
                      <a:pt x="18467" y="9550"/>
                      <a:pt x="18467" y="9239"/>
                    </a:cubicBezTo>
                    <a:cubicBezTo>
                      <a:pt x="18467" y="8928"/>
                      <a:pt x="18434" y="8622"/>
                      <a:pt x="18370" y="8321"/>
                    </a:cubicBezTo>
                    <a:cubicBezTo>
                      <a:pt x="18346" y="8211"/>
                      <a:pt x="18322" y="8100"/>
                      <a:pt x="18291" y="7993"/>
                    </a:cubicBezTo>
                    <a:lnTo>
                      <a:pt x="18291" y="7986"/>
                    </a:lnTo>
                    <a:lnTo>
                      <a:pt x="18224" y="7790"/>
                    </a:lnTo>
                    <a:cubicBezTo>
                      <a:pt x="18224" y="7788"/>
                      <a:pt x="18224" y="7788"/>
                      <a:pt x="18220" y="7788"/>
                    </a:cubicBezTo>
                    <a:cubicBezTo>
                      <a:pt x="18002" y="7148"/>
                      <a:pt x="17639" y="6576"/>
                      <a:pt x="17172" y="6110"/>
                    </a:cubicBezTo>
                    <a:cubicBezTo>
                      <a:pt x="17064" y="6001"/>
                      <a:pt x="16954" y="5903"/>
                      <a:pt x="16837" y="5805"/>
                    </a:cubicBezTo>
                    <a:cubicBezTo>
                      <a:pt x="16825" y="5796"/>
                      <a:pt x="16816" y="5787"/>
                      <a:pt x="16804" y="5781"/>
                    </a:cubicBezTo>
                    <a:cubicBezTo>
                      <a:pt x="16690" y="5689"/>
                      <a:pt x="16569" y="5602"/>
                      <a:pt x="16448" y="5523"/>
                    </a:cubicBezTo>
                    <a:cubicBezTo>
                      <a:pt x="16120" y="5313"/>
                      <a:pt x="15764" y="5145"/>
                      <a:pt x="15387" y="5022"/>
                    </a:cubicBezTo>
                    <a:cubicBezTo>
                      <a:pt x="15310" y="4997"/>
                      <a:pt x="15233" y="4977"/>
                      <a:pt x="15153" y="4955"/>
                    </a:cubicBezTo>
                    <a:cubicBezTo>
                      <a:pt x="15077" y="4935"/>
                      <a:pt x="14998" y="4918"/>
                      <a:pt x="14917" y="4902"/>
                    </a:cubicBezTo>
                    <a:cubicBezTo>
                      <a:pt x="14637" y="4847"/>
                      <a:pt x="14348" y="4816"/>
                      <a:pt x="14050" y="4816"/>
                    </a:cubicBezTo>
                    <a:lnTo>
                      <a:pt x="13648" y="4816"/>
                    </a:lnTo>
                    <a:lnTo>
                      <a:pt x="13648" y="4415"/>
                    </a:lnTo>
                    <a:cubicBezTo>
                      <a:pt x="13648" y="4280"/>
                      <a:pt x="13642" y="4145"/>
                      <a:pt x="13626" y="4013"/>
                    </a:cubicBezTo>
                    <a:cubicBezTo>
                      <a:pt x="13606" y="3773"/>
                      <a:pt x="13566" y="3540"/>
                      <a:pt x="13508" y="3315"/>
                    </a:cubicBezTo>
                    <a:lnTo>
                      <a:pt x="13508" y="3313"/>
                    </a:lnTo>
                    <a:cubicBezTo>
                      <a:pt x="13346" y="2690"/>
                      <a:pt x="13053" y="2117"/>
                      <a:pt x="12657" y="1632"/>
                    </a:cubicBezTo>
                    <a:cubicBezTo>
                      <a:pt x="12033" y="860"/>
                      <a:pt x="11151" y="303"/>
                      <a:pt x="10143" y="91"/>
                    </a:cubicBezTo>
                    <a:cubicBezTo>
                      <a:pt x="9849" y="33"/>
                      <a:pt x="9543" y="0"/>
                      <a:pt x="9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7"/>
              <p:cNvSpPr/>
              <p:nvPr/>
            </p:nvSpPr>
            <p:spPr>
              <a:xfrm>
                <a:off x="1731350" y="787313"/>
                <a:ext cx="12175" cy="11600"/>
              </a:xfrm>
              <a:custGeom>
                <a:rect b="b" l="l" r="r" t="t"/>
                <a:pathLst>
                  <a:path extrusionOk="0" h="464" w="487">
                    <a:moveTo>
                      <a:pt x="130" y="1"/>
                    </a:moveTo>
                    <a:cubicBezTo>
                      <a:pt x="53" y="41"/>
                      <a:pt x="1" y="125"/>
                      <a:pt x="1" y="216"/>
                    </a:cubicBezTo>
                    <a:cubicBezTo>
                      <a:pt x="1" y="352"/>
                      <a:pt x="111" y="463"/>
                      <a:pt x="246" y="463"/>
                    </a:cubicBezTo>
                    <a:cubicBezTo>
                      <a:pt x="369" y="463"/>
                      <a:pt x="468" y="373"/>
                      <a:pt x="487" y="260"/>
                    </a:cubicBezTo>
                    <a:cubicBezTo>
                      <a:pt x="373" y="169"/>
                      <a:pt x="253" y="82"/>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7"/>
              <p:cNvSpPr/>
              <p:nvPr/>
            </p:nvSpPr>
            <p:spPr>
              <a:xfrm>
                <a:off x="1731375" y="823613"/>
                <a:ext cx="12325" cy="12375"/>
              </a:xfrm>
              <a:custGeom>
                <a:rect b="b" l="l" r="r" t="t"/>
                <a:pathLst>
                  <a:path extrusionOk="0" h="495" w="493">
                    <a:moveTo>
                      <a:pt x="247" y="1"/>
                    </a:moveTo>
                    <a:cubicBezTo>
                      <a:pt x="111" y="1"/>
                      <a:pt x="1" y="111"/>
                      <a:pt x="1" y="247"/>
                    </a:cubicBezTo>
                    <a:cubicBezTo>
                      <a:pt x="1" y="384"/>
                      <a:pt x="111" y="494"/>
                      <a:pt x="247" y="494"/>
                    </a:cubicBezTo>
                    <a:cubicBezTo>
                      <a:pt x="382" y="494"/>
                      <a:pt x="493" y="384"/>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7"/>
              <p:cNvSpPr/>
              <p:nvPr/>
            </p:nvSpPr>
            <p:spPr>
              <a:xfrm>
                <a:off x="1731375" y="860688"/>
                <a:ext cx="12325" cy="12350"/>
              </a:xfrm>
              <a:custGeom>
                <a:rect b="b" l="l" r="r" t="t"/>
                <a:pathLst>
                  <a:path extrusionOk="0" h="494" w="493">
                    <a:moveTo>
                      <a:pt x="247" y="1"/>
                    </a:moveTo>
                    <a:cubicBezTo>
                      <a:pt x="111" y="1"/>
                      <a:pt x="1" y="111"/>
                      <a:pt x="1" y="247"/>
                    </a:cubicBezTo>
                    <a:cubicBezTo>
                      <a:pt x="1" y="383"/>
                      <a:pt x="111" y="493"/>
                      <a:pt x="247" y="493"/>
                    </a:cubicBezTo>
                    <a:cubicBezTo>
                      <a:pt x="382" y="493"/>
                      <a:pt x="493" y="383"/>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7"/>
              <p:cNvSpPr/>
              <p:nvPr/>
            </p:nvSpPr>
            <p:spPr>
              <a:xfrm>
                <a:off x="1768375" y="842138"/>
                <a:ext cx="12325" cy="12425"/>
              </a:xfrm>
              <a:custGeom>
                <a:rect b="b" l="l" r="r" t="t"/>
                <a:pathLst>
                  <a:path extrusionOk="0" h="497" w="493">
                    <a:moveTo>
                      <a:pt x="246" y="1"/>
                    </a:moveTo>
                    <a:cubicBezTo>
                      <a:pt x="111" y="1"/>
                      <a:pt x="0" y="112"/>
                      <a:pt x="0" y="247"/>
                    </a:cubicBezTo>
                    <a:cubicBezTo>
                      <a:pt x="0" y="386"/>
                      <a:pt x="111" y="496"/>
                      <a:pt x="246" y="496"/>
                    </a:cubicBezTo>
                    <a:cubicBezTo>
                      <a:pt x="373" y="496"/>
                      <a:pt x="477" y="403"/>
                      <a:pt x="493" y="280"/>
                    </a:cubicBezTo>
                    <a:lnTo>
                      <a:pt x="493" y="274"/>
                    </a:lnTo>
                    <a:lnTo>
                      <a:pt x="425" y="77"/>
                    </a:lnTo>
                    <a:cubicBezTo>
                      <a:pt x="425" y="74"/>
                      <a:pt x="425" y="74"/>
                      <a:pt x="421" y="74"/>
                    </a:cubicBezTo>
                    <a:cubicBezTo>
                      <a:pt x="378" y="28"/>
                      <a:pt x="317"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7"/>
              <p:cNvSpPr/>
              <p:nvPr/>
            </p:nvSpPr>
            <p:spPr>
              <a:xfrm>
                <a:off x="1768400" y="879188"/>
                <a:ext cx="12325" cy="12350"/>
              </a:xfrm>
              <a:custGeom>
                <a:rect b="b" l="l" r="r" t="t"/>
                <a:pathLst>
                  <a:path extrusionOk="0" h="494"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7"/>
              <p:cNvSpPr/>
              <p:nvPr/>
            </p:nvSpPr>
            <p:spPr>
              <a:xfrm>
                <a:off x="1658750" y="749638"/>
                <a:ext cx="5850" cy="12150"/>
              </a:xfrm>
              <a:custGeom>
                <a:rect b="b" l="l" r="r" t="t"/>
                <a:pathLst>
                  <a:path extrusionOk="0" h="486" w="234">
                    <a:moveTo>
                      <a:pt x="212" y="0"/>
                    </a:moveTo>
                    <a:cubicBezTo>
                      <a:pt x="92" y="18"/>
                      <a:pt x="0" y="120"/>
                      <a:pt x="0" y="243"/>
                    </a:cubicBezTo>
                    <a:cubicBezTo>
                      <a:pt x="0" y="372"/>
                      <a:pt x="103" y="479"/>
                      <a:pt x="234" y="485"/>
                    </a:cubicBezTo>
                    <a:lnTo>
                      <a:pt x="234" y="402"/>
                    </a:lnTo>
                    <a:cubicBezTo>
                      <a:pt x="234" y="268"/>
                      <a:pt x="228" y="133"/>
                      <a:pt x="2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7"/>
              <p:cNvSpPr/>
              <p:nvPr/>
            </p:nvSpPr>
            <p:spPr>
              <a:xfrm>
                <a:off x="16587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7"/>
              <p:cNvSpPr/>
              <p:nvPr/>
            </p:nvSpPr>
            <p:spPr>
              <a:xfrm>
                <a:off x="16587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7"/>
              <p:cNvSpPr/>
              <p:nvPr/>
            </p:nvSpPr>
            <p:spPr>
              <a:xfrm>
                <a:off x="1695875" y="771838"/>
                <a:ext cx="12225" cy="8575"/>
              </a:xfrm>
              <a:custGeom>
                <a:rect b="b" l="l" r="r" t="t"/>
                <a:pathLst>
                  <a:path extrusionOk="0" h="343" w="489">
                    <a:moveTo>
                      <a:pt x="18" y="1"/>
                    </a:moveTo>
                    <a:cubicBezTo>
                      <a:pt x="7" y="29"/>
                      <a:pt x="1" y="62"/>
                      <a:pt x="1" y="97"/>
                    </a:cubicBezTo>
                    <a:cubicBezTo>
                      <a:pt x="1" y="232"/>
                      <a:pt x="111" y="342"/>
                      <a:pt x="246" y="342"/>
                    </a:cubicBezTo>
                    <a:cubicBezTo>
                      <a:pt x="372" y="342"/>
                      <a:pt x="476" y="243"/>
                      <a:pt x="489" y="120"/>
                    </a:cubicBezTo>
                    <a:cubicBezTo>
                      <a:pt x="411" y="97"/>
                      <a:pt x="334" y="74"/>
                      <a:pt x="254" y="53"/>
                    </a:cubicBezTo>
                    <a:cubicBezTo>
                      <a:pt x="178" y="35"/>
                      <a:pt x="99" y="16"/>
                      <a:pt x="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7"/>
              <p:cNvSpPr/>
              <p:nvPr/>
            </p:nvSpPr>
            <p:spPr>
              <a:xfrm>
                <a:off x="1695825" y="805088"/>
                <a:ext cx="12350" cy="12350"/>
              </a:xfrm>
              <a:custGeom>
                <a:rect b="b" l="l" r="r" t="t"/>
                <a:pathLst>
                  <a:path extrusionOk="0" h="494" w="494">
                    <a:moveTo>
                      <a:pt x="247" y="1"/>
                    </a:moveTo>
                    <a:cubicBezTo>
                      <a:pt x="111" y="1"/>
                      <a:pt x="0" y="111"/>
                      <a:pt x="0" y="246"/>
                    </a:cubicBezTo>
                    <a:cubicBezTo>
                      <a:pt x="0"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7"/>
              <p:cNvSpPr/>
              <p:nvPr/>
            </p:nvSpPr>
            <p:spPr>
              <a:xfrm>
                <a:off x="1695825" y="842138"/>
                <a:ext cx="12350" cy="12375"/>
              </a:xfrm>
              <a:custGeom>
                <a:rect b="b" l="l" r="r" t="t"/>
                <a:pathLst>
                  <a:path extrusionOk="0" h="495"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7"/>
              <p:cNvSpPr/>
              <p:nvPr/>
            </p:nvSpPr>
            <p:spPr>
              <a:xfrm>
                <a:off x="1695825" y="879188"/>
                <a:ext cx="12350" cy="12350"/>
              </a:xfrm>
              <a:custGeom>
                <a:rect b="b" l="l" r="r" t="t"/>
                <a:pathLst>
                  <a:path extrusionOk="0" h="494"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7"/>
              <p:cNvSpPr/>
              <p:nvPr/>
            </p:nvSpPr>
            <p:spPr>
              <a:xfrm>
                <a:off x="158620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7"/>
              <p:cNvSpPr/>
              <p:nvPr/>
            </p:nvSpPr>
            <p:spPr>
              <a:xfrm>
                <a:off x="158620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7"/>
              <p:cNvSpPr/>
              <p:nvPr/>
            </p:nvSpPr>
            <p:spPr>
              <a:xfrm>
                <a:off x="1623275" y="69393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7"/>
              <p:cNvSpPr/>
              <p:nvPr/>
            </p:nvSpPr>
            <p:spPr>
              <a:xfrm>
                <a:off x="158620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7"/>
              <p:cNvSpPr/>
              <p:nvPr/>
            </p:nvSpPr>
            <p:spPr>
              <a:xfrm>
                <a:off x="158620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7"/>
              <p:cNvSpPr/>
              <p:nvPr/>
            </p:nvSpPr>
            <p:spPr>
              <a:xfrm>
                <a:off x="158620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7"/>
              <p:cNvSpPr/>
              <p:nvPr/>
            </p:nvSpPr>
            <p:spPr>
              <a:xfrm>
                <a:off x="1623275" y="73098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7"/>
              <p:cNvSpPr/>
              <p:nvPr/>
            </p:nvSpPr>
            <p:spPr>
              <a:xfrm>
                <a:off x="1623275" y="768063"/>
                <a:ext cx="12325" cy="12350"/>
              </a:xfrm>
              <a:custGeom>
                <a:rect b="b" l="l" r="r" t="t"/>
                <a:pathLst>
                  <a:path extrusionOk="0" h="494" w="493">
                    <a:moveTo>
                      <a:pt x="246" y="1"/>
                    </a:moveTo>
                    <a:cubicBezTo>
                      <a:pt x="111" y="1"/>
                      <a:pt x="0" y="111"/>
                      <a:pt x="0" y="248"/>
                    </a:cubicBezTo>
                    <a:cubicBezTo>
                      <a:pt x="0"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7"/>
              <p:cNvSpPr/>
              <p:nvPr/>
            </p:nvSpPr>
            <p:spPr>
              <a:xfrm>
                <a:off x="1623275" y="805088"/>
                <a:ext cx="12325" cy="12350"/>
              </a:xfrm>
              <a:custGeom>
                <a:rect b="b" l="l" r="r" t="t"/>
                <a:pathLst>
                  <a:path extrusionOk="0" h="494" w="493">
                    <a:moveTo>
                      <a:pt x="246" y="1"/>
                    </a:moveTo>
                    <a:cubicBezTo>
                      <a:pt x="111" y="1"/>
                      <a:pt x="0" y="111"/>
                      <a:pt x="0" y="246"/>
                    </a:cubicBezTo>
                    <a:cubicBezTo>
                      <a:pt x="0"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7"/>
              <p:cNvSpPr/>
              <p:nvPr/>
            </p:nvSpPr>
            <p:spPr>
              <a:xfrm>
                <a:off x="1623275" y="842138"/>
                <a:ext cx="12325" cy="12375"/>
              </a:xfrm>
              <a:custGeom>
                <a:rect b="b" l="l" r="r" t="t"/>
                <a:pathLst>
                  <a:path extrusionOk="0" h="495"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7"/>
              <p:cNvSpPr/>
              <p:nvPr/>
            </p:nvSpPr>
            <p:spPr>
              <a:xfrm>
                <a:off x="151365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7"/>
              <p:cNvSpPr/>
              <p:nvPr/>
            </p:nvSpPr>
            <p:spPr>
              <a:xfrm>
                <a:off x="151365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7"/>
              <p:cNvSpPr/>
              <p:nvPr/>
            </p:nvSpPr>
            <p:spPr>
              <a:xfrm>
                <a:off x="1550700" y="693938"/>
                <a:ext cx="12350" cy="12375"/>
              </a:xfrm>
              <a:custGeom>
                <a:rect b="b" l="l" r="r" t="t"/>
                <a:pathLst>
                  <a:path extrusionOk="0" h="495" w="494">
                    <a:moveTo>
                      <a:pt x="247" y="1"/>
                    </a:moveTo>
                    <a:cubicBezTo>
                      <a:pt x="111" y="1"/>
                      <a:pt x="0" y="111"/>
                      <a:pt x="0" y="248"/>
                    </a:cubicBezTo>
                    <a:cubicBezTo>
                      <a:pt x="0"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7"/>
              <p:cNvSpPr/>
              <p:nvPr/>
            </p:nvSpPr>
            <p:spPr>
              <a:xfrm>
                <a:off x="151365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7"/>
              <p:cNvSpPr/>
              <p:nvPr/>
            </p:nvSpPr>
            <p:spPr>
              <a:xfrm>
                <a:off x="151365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7"/>
              <p:cNvSpPr/>
              <p:nvPr/>
            </p:nvSpPr>
            <p:spPr>
              <a:xfrm>
                <a:off x="151365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7"/>
              <p:cNvSpPr/>
              <p:nvPr/>
            </p:nvSpPr>
            <p:spPr>
              <a:xfrm>
                <a:off x="1550700" y="656913"/>
                <a:ext cx="12350" cy="12325"/>
              </a:xfrm>
              <a:custGeom>
                <a:rect b="b" l="l" r="r" t="t"/>
                <a:pathLst>
                  <a:path extrusionOk="0" h="493" w="494">
                    <a:moveTo>
                      <a:pt x="247" y="0"/>
                    </a:moveTo>
                    <a:cubicBezTo>
                      <a:pt x="111" y="0"/>
                      <a:pt x="0" y="110"/>
                      <a:pt x="0" y="247"/>
                    </a:cubicBezTo>
                    <a:cubicBezTo>
                      <a:pt x="0" y="383"/>
                      <a:pt x="111" y="492"/>
                      <a:pt x="247" y="492"/>
                    </a:cubicBezTo>
                    <a:cubicBezTo>
                      <a:pt x="383" y="492"/>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7"/>
              <p:cNvSpPr/>
              <p:nvPr/>
            </p:nvSpPr>
            <p:spPr>
              <a:xfrm>
                <a:off x="1449650" y="715963"/>
                <a:ext cx="3775" cy="8400"/>
              </a:xfrm>
              <a:custGeom>
                <a:rect b="b" l="l" r="r" t="t"/>
                <a:pathLst>
                  <a:path extrusionOk="0" h="336" w="151">
                    <a:moveTo>
                      <a:pt x="126" y="0"/>
                    </a:moveTo>
                    <a:cubicBezTo>
                      <a:pt x="80" y="111"/>
                      <a:pt x="37" y="222"/>
                      <a:pt x="0" y="336"/>
                    </a:cubicBezTo>
                    <a:cubicBezTo>
                      <a:pt x="89" y="295"/>
                      <a:pt x="151" y="211"/>
                      <a:pt x="151" y="109"/>
                    </a:cubicBezTo>
                    <a:cubicBezTo>
                      <a:pt x="151" y="68"/>
                      <a:pt x="142" y="35"/>
                      <a:pt x="1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7"/>
              <p:cNvSpPr/>
              <p:nvPr/>
            </p:nvSpPr>
            <p:spPr>
              <a:xfrm>
                <a:off x="1478150" y="6939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7"/>
              <p:cNvSpPr/>
              <p:nvPr/>
            </p:nvSpPr>
            <p:spPr>
              <a:xfrm>
                <a:off x="1443800" y="749563"/>
                <a:ext cx="9625" cy="12350"/>
              </a:xfrm>
              <a:custGeom>
                <a:rect b="b" l="l" r="r" t="t"/>
                <a:pathLst>
                  <a:path extrusionOk="0" h="494" w="385">
                    <a:moveTo>
                      <a:pt x="140" y="1"/>
                    </a:moveTo>
                    <a:cubicBezTo>
                      <a:pt x="139" y="1"/>
                      <a:pt x="139" y="1"/>
                      <a:pt x="138" y="1"/>
                    </a:cubicBezTo>
                    <a:cubicBezTo>
                      <a:pt x="96" y="1"/>
                      <a:pt x="53" y="14"/>
                      <a:pt x="18" y="32"/>
                    </a:cubicBezTo>
                    <a:cubicBezTo>
                      <a:pt x="7" y="156"/>
                      <a:pt x="1" y="282"/>
                      <a:pt x="1" y="408"/>
                    </a:cubicBezTo>
                    <a:lnTo>
                      <a:pt x="1" y="450"/>
                    </a:lnTo>
                    <a:cubicBezTo>
                      <a:pt x="40" y="478"/>
                      <a:pt x="86" y="493"/>
                      <a:pt x="138" y="493"/>
                    </a:cubicBezTo>
                    <a:cubicBezTo>
                      <a:pt x="274" y="493"/>
                      <a:pt x="385" y="382"/>
                      <a:pt x="385" y="247"/>
                    </a:cubicBezTo>
                    <a:cubicBezTo>
                      <a:pt x="385" y="112"/>
                      <a:pt x="276" y="1"/>
                      <a:pt x="1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7"/>
              <p:cNvSpPr/>
              <p:nvPr/>
            </p:nvSpPr>
            <p:spPr>
              <a:xfrm>
                <a:off x="14410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7"/>
              <p:cNvSpPr/>
              <p:nvPr/>
            </p:nvSpPr>
            <p:spPr>
              <a:xfrm>
                <a:off x="14410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7"/>
              <p:cNvSpPr/>
              <p:nvPr/>
            </p:nvSpPr>
            <p:spPr>
              <a:xfrm>
                <a:off x="1478150" y="73098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7"/>
              <p:cNvSpPr/>
              <p:nvPr/>
            </p:nvSpPr>
            <p:spPr>
              <a:xfrm>
                <a:off x="1478150" y="76806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7"/>
              <p:cNvSpPr/>
              <p:nvPr/>
            </p:nvSpPr>
            <p:spPr>
              <a:xfrm>
                <a:off x="1478150" y="805088"/>
                <a:ext cx="12325" cy="12350"/>
              </a:xfrm>
              <a:custGeom>
                <a:rect b="b" l="l" r="r" t="t"/>
                <a:pathLst>
                  <a:path extrusionOk="0" h="494" w="493">
                    <a:moveTo>
                      <a:pt x="246" y="1"/>
                    </a:moveTo>
                    <a:cubicBezTo>
                      <a:pt x="111" y="1"/>
                      <a:pt x="1" y="111"/>
                      <a:pt x="1" y="246"/>
                    </a:cubicBezTo>
                    <a:cubicBezTo>
                      <a:pt x="1"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7"/>
              <p:cNvSpPr/>
              <p:nvPr/>
            </p:nvSpPr>
            <p:spPr>
              <a:xfrm>
                <a:off x="1478150"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7"/>
              <p:cNvSpPr/>
              <p:nvPr/>
            </p:nvSpPr>
            <p:spPr>
              <a:xfrm>
                <a:off x="1368500" y="786663"/>
                <a:ext cx="12400" cy="12275"/>
              </a:xfrm>
              <a:custGeom>
                <a:rect b="b" l="l" r="r" t="t"/>
                <a:pathLst>
                  <a:path extrusionOk="0" h="491" w="496">
                    <a:moveTo>
                      <a:pt x="265" y="1"/>
                    </a:moveTo>
                    <a:cubicBezTo>
                      <a:pt x="179" y="53"/>
                      <a:pt x="93" y="112"/>
                      <a:pt x="13" y="170"/>
                    </a:cubicBezTo>
                    <a:cubicBezTo>
                      <a:pt x="3" y="191"/>
                      <a:pt x="1" y="219"/>
                      <a:pt x="1" y="243"/>
                    </a:cubicBezTo>
                    <a:cubicBezTo>
                      <a:pt x="1" y="379"/>
                      <a:pt x="111" y="490"/>
                      <a:pt x="246" y="490"/>
                    </a:cubicBezTo>
                    <a:cubicBezTo>
                      <a:pt x="384" y="490"/>
                      <a:pt x="496" y="379"/>
                      <a:pt x="496" y="243"/>
                    </a:cubicBezTo>
                    <a:cubicBezTo>
                      <a:pt x="496" y="114"/>
                      <a:pt x="394" y="7"/>
                      <a:pt x="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7"/>
              <p:cNvSpPr/>
              <p:nvPr/>
            </p:nvSpPr>
            <p:spPr>
              <a:xfrm>
                <a:off x="136852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7"/>
              <p:cNvSpPr/>
              <p:nvPr/>
            </p:nvSpPr>
            <p:spPr>
              <a:xfrm>
                <a:off x="1368525" y="86068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7"/>
              <p:cNvSpPr/>
              <p:nvPr/>
            </p:nvSpPr>
            <p:spPr>
              <a:xfrm>
                <a:off x="1405525" y="771063"/>
                <a:ext cx="12400" cy="9350"/>
              </a:xfrm>
              <a:custGeom>
                <a:rect b="b" l="l" r="r" t="t"/>
                <a:pathLst>
                  <a:path extrusionOk="0" h="374" w="496">
                    <a:moveTo>
                      <a:pt x="457" y="1"/>
                    </a:moveTo>
                    <a:cubicBezTo>
                      <a:pt x="310" y="19"/>
                      <a:pt x="166" y="46"/>
                      <a:pt x="23" y="83"/>
                    </a:cubicBezTo>
                    <a:cubicBezTo>
                      <a:pt x="18" y="87"/>
                      <a:pt x="12" y="87"/>
                      <a:pt x="6" y="89"/>
                    </a:cubicBezTo>
                    <a:lnTo>
                      <a:pt x="3" y="89"/>
                    </a:lnTo>
                    <a:cubicBezTo>
                      <a:pt x="0" y="103"/>
                      <a:pt x="0" y="114"/>
                      <a:pt x="0" y="128"/>
                    </a:cubicBezTo>
                    <a:cubicBezTo>
                      <a:pt x="0" y="263"/>
                      <a:pt x="111" y="373"/>
                      <a:pt x="249" y="373"/>
                    </a:cubicBezTo>
                    <a:cubicBezTo>
                      <a:pt x="384" y="373"/>
                      <a:pt x="496" y="263"/>
                      <a:pt x="496" y="128"/>
                    </a:cubicBezTo>
                    <a:cubicBezTo>
                      <a:pt x="496" y="81"/>
                      <a:pt x="484" y="38"/>
                      <a:pt x="4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7"/>
              <p:cNvSpPr/>
              <p:nvPr/>
            </p:nvSpPr>
            <p:spPr>
              <a:xfrm>
                <a:off x="1405575" y="805088"/>
                <a:ext cx="12350" cy="12350"/>
              </a:xfrm>
              <a:custGeom>
                <a:rect b="b" l="l" r="r" t="t"/>
                <a:pathLst>
                  <a:path extrusionOk="0" h="494" w="494">
                    <a:moveTo>
                      <a:pt x="247" y="1"/>
                    </a:moveTo>
                    <a:cubicBezTo>
                      <a:pt x="111" y="1"/>
                      <a:pt x="1" y="111"/>
                      <a:pt x="1" y="246"/>
                    </a:cubicBezTo>
                    <a:cubicBezTo>
                      <a:pt x="1"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7"/>
              <p:cNvSpPr/>
              <p:nvPr/>
            </p:nvSpPr>
            <p:spPr>
              <a:xfrm>
                <a:off x="1405575" y="8421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7"/>
              <p:cNvSpPr/>
              <p:nvPr/>
            </p:nvSpPr>
            <p:spPr>
              <a:xfrm>
                <a:off x="1333025"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7"/>
              <p:cNvSpPr/>
              <p:nvPr/>
            </p:nvSpPr>
            <p:spPr>
              <a:xfrm>
                <a:off x="1333025" y="879188"/>
                <a:ext cx="12325" cy="12350"/>
              </a:xfrm>
              <a:custGeom>
                <a:rect b="b" l="l" r="r" t="t"/>
                <a:pathLst>
                  <a:path extrusionOk="0" h="494"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7"/>
              <p:cNvSpPr/>
              <p:nvPr/>
            </p:nvSpPr>
            <p:spPr>
              <a:xfrm>
                <a:off x="1767675" y="910013"/>
                <a:ext cx="11975" cy="12375"/>
              </a:xfrm>
              <a:custGeom>
                <a:rect b="b" l="l" r="r" t="t"/>
                <a:pathLst>
                  <a:path extrusionOk="0" h="495" w="479">
                    <a:moveTo>
                      <a:pt x="247" y="1"/>
                    </a:moveTo>
                    <a:cubicBezTo>
                      <a:pt x="112" y="1"/>
                      <a:pt x="1" y="112"/>
                      <a:pt x="1" y="248"/>
                    </a:cubicBezTo>
                    <a:cubicBezTo>
                      <a:pt x="1" y="387"/>
                      <a:pt x="112" y="494"/>
                      <a:pt x="247" y="494"/>
                    </a:cubicBezTo>
                    <a:cubicBezTo>
                      <a:pt x="294" y="494"/>
                      <a:pt x="339" y="482"/>
                      <a:pt x="376" y="460"/>
                    </a:cubicBezTo>
                    <a:lnTo>
                      <a:pt x="376" y="458"/>
                    </a:lnTo>
                    <a:lnTo>
                      <a:pt x="478" y="166"/>
                    </a:lnTo>
                    <a:lnTo>
                      <a:pt x="478" y="164"/>
                    </a:lnTo>
                    <a:cubicBezTo>
                      <a:pt x="443" y="68"/>
                      <a:pt x="351"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7"/>
              <p:cNvSpPr/>
              <p:nvPr/>
            </p:nvSpPr>
            <p:spPr>
              <a:xfrm>
                <a:off x="1695125" y="9100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7"/>
              <p:cNvSpPr/>
              <p:nvPr/>
            </p:nvSpPr>
            <p:spPr>
              <a:xfrm>
                <a:off x="1695125" y="94711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7"/>
              <p:cNvSpPr/>
              <p:nvPr/>
            </p:nvSpPr>
            <p:spPr>
              <a:xfrm>
                <a:off x="173217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7"/>
              <p:cNvSpPr/>
              <p:nvPr/>
            </p:nvSpPr>
            <p:spPr>
              <a:xfrm>
                <a:off x="1695400" y="984138"/>
                <a:ext cx="10325" cy="4425"/>
              </a:xfrm>
              <a:custGeom>
                <a:rect b="b" l="l" r="r" t="t"/>
                <a:pathLst>
                  <a:path extrusionOk="0" h="177" w="413">
                    <a:moveTo>
                      <a:pt x="237" y="1"/>
                    </a:moveTo>
                    <a:cubicBezTo>
                      <a:pt x="124" y="1"/>
                      <a:pt x="32" y="74"/>
                      <a:pt x="1" y="176"/>
                    </a:cubicBezTo>
                    <a:cubicBezTo>
                      <a:pt x="93" y="161"/>
                      <a:pt x="186" y="140"/>
                      <a:pt x="274" y="119"/>
                    </a:cubicBezTo>
                    <a:cubicBezTo>
                      <a:pt x="321" y="105"/>
                      <a:pt x="366" y="94"/>
                      <a:pt x="413" y="78"/>
                    </a:cubicBezTo>
                    <a:cubicBezTo>
                      <a:pt x="368" y="32"/>
                      <a:pt x="308" y="1"/>
                      <a:pt x="2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7"/>
              <p:cNvSpPr/>
              <p:nvPr/>
            </p:nvSpPr>
            <p:spPr>
              <a:xfrm>
                <a:off x="1732150" y="965613"/>
                <a:ext cx="10325" cy="8500"/>
              </a:xfrm>
              <a:custGeom>
                <a:rect b="b" l="l" r="r" t="t"/>
                <a:pathLst>
                  <a:path extrusionOk="0" h="340" w="413">
                    <a:moveTo>
                      <a:pt x="249" y="1"/>
                    </a:moveTo>
                    <a:cubicBezTo>
                      <a:pt x="111" y="1"/>
                      <a:pt x="1" y="112"/>
                      <a:pt x="1" y="248"/>
                    </a:cubicBezTo>
                    <a:cubicBezTo>
                      <a:pt x="1" y="282"/>
                      <a:pt x="6" y="313"/>
                      <a:pt x="18" y="339"/>
                    </a:cubicBezTo>
                    <a:cubicBezTo>
                      <a:pt x="156" y="257"/>
                      <a:pt x="289" y="164"/>
                      <a:pt x="412" y="66"/>
                    </a:cubicBezTo>
                    <a:cubicBezTo>
                      <a:pt x="368" y="26"/>
                      <a:pt x="310" y="1"/>
                      <a:pt x="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7"/>
              <p:cNvSpPr/>
              <p:nvPr/>
            </p:nvSpPr>
            <p:spPr>
              <a:xfrm>
                <a:off x="173217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7"/>
              <p:cNvSpPr/>
              <p:nvPr/>
            </p:nvSpPr>
            <p:spPr>
              <a:xfrm>
                <a:off x="1622550" y="91003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7"/>
              <p:cNvSpPr/>
              <p:nvPr/>
            </p:nvSpPr>
            <p:spPr>
              <a:xfrm>
                <a:off x="1622550" y="947113"/>
                <a:ext cx="12350" cy="12350"/>
              </a:xfrm>
              <a:custGeom>
                <a:rect b="b" l="l" r="r" t="t"/>
                <a:pathLst>
                  <a:path extrusionOk="0" h="494" w="494">
                    <a:moveTo>
                      <a:pt x="247" y="1"/>
                    </a:moveTo>
                    <a:cubicBezTo>
                      <a:pt x="111" y="1"/>
                      <a:pt x="1" y="111"/>
                      <a:pt x="1" y="248"/>
                    </a:cubicBezTo>
                    <a:cubicBezTo>
                      <a:pt x="1" y="383"/>
                      <a:pt x="111" y="493"/>
                      <a:pt x="247" y="493"/>
                    </a:cubicBezTo>
                    <a:cubicBezTo>
                      <a:pt x="383" y="493"/>
                      <a:pt x="494" y="383"/>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7"/>
              <p:cNvSpPr/>
              <p:nvPr/>
            </p:nvSpPr>
            <p:spPr>
              <a:xfrm>
                <a:off x="1659625"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7"/>
              <p:cNvSpPr/>
              <p:nvPr/>
            </p:nvSpPr>
            <p:spPr>
              <a:xfrm>
                <a:off x="1622550" y="984163"/>
                <a:ext cx="12350" cy="12350"/>
              </a:xfrm>
              <a:custGeom>
                <a:rect b="b" l="l" r="r" t="t"/>
                <a:pathLst>
                  <a:path extrusionOk="0" h="494" w="494">
                    <a:moveTo>
                      <a:pt x="247" y="1"/>
                    </a:moveTo>
                    <a:cubicBezTo>
                      <a:pt x="111" y="1"/>
                      <a:pt x="1" y="111"/>
                      <a:pt x="1" y="248"/>
                    </a:cubicBezTo>
                    <a:cubicBezTo>
                      <a:pt x="1" y="384"/>
                      <a:pt x="111" y="493"/>
                      <a:pt x="247" y="493"/>
                    </a:cubicBezTo>
                    <a:cubicBezTo>
                      <a:pt x="383" y="493"/>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7"/>
              <p:cNvSpPr/>
              <p:nvPr/>
            </p:nvSpPr>
            <p:spPr>
              <a:xfrm>
                <a:off x="1622550" y="10212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7"/>
              <p:cNvSpPr/>
              <p:nvPr/>
            </p:nvSpPr>
            <p:spPr>
              <a:xfrm>
                <a:off x="1622550" y="10582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7"/>
              <p:cNvSpPr/>
              <p:nvPr/>
            </p:nvSpPr>
            <p:spPr>
              <a:xfrm>
                <a:off x="1659625"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7"/>
              <p:cNvSpPr/>
              <p:nvPr/>
            </p:nvSpPr>
            <p:spPr>
              <a:xfrm>
                <a:off x="1659575" y="1002838"/>
                <a:ext cx="4975" cy="11825"/>
              </a:xfrm>
              <a:custGeom>
                <a:rect b="b" l="l" r="r" t="t"/>
                <a:pathLst>
                  <a:path extrusionOk="0" h="473" w="199">
                    <a:moveTo>
                      <a:pt x="199" y="0"/>
                    </a:moveTo>
                    <a:lnTo>
                      <a:pt x="199" y="0"/>
                    </a:lnTo>
                    <a:cubicBezTo>
                      <a:pt x="87" y="22"/>
                      <a:pt x="1" y="120"/>
                      <a:pt x="3" y="239"/>
                    </a:cubicBezTo>
                    <a:cubicBezTo>
                      <a:pt x="3" y="347"/>
                      <a:pt x="70" y="440"/>
                      <a:pt x="165" y="473"/>
                    </a:cubicBezTo>
                    <a:cubicBezTo>
                      <a:pt x="185" y="316"/>
                      <a:pt x="199" y="160"/>
                      <a:pt x="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7"/>
              <p:cNvSpPr/>
              <p:nvPr/>
            </p:nvSpPr>
            <p:spPr>
              <a:xfrm>
                <a:off x="1587050"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7"/>
              <p:cNvSpPr/>
              <p:nvPr/>
            </p:nvSpPr>
            <p:spPr>
              <a:xfrm>
                <a:off x="1550000" y="1021213"/>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7"/>
              <p:cNvSpPr/>
              <p:nvPr/>
            </p:nvSpPr>
            <p:spPr>
              <a:xfrm>
                <a:off x="1550000" y="10582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7"/>
              <p:cNvSpPr/>
              <p:nvPr/>
            </p:nvSpPr>
            <p:spPr>
              <a:xfrm>
                <a:off x="1550000" y="1095313"/>
                <a:ext cx="12325" cy="12325"/>
              </a:xfrm>
              <a:custGeom>
                <a:rect b="b" l="l" r="r" t="t"/>
                <a:pathLst>
                  <a:path extrusionOk="0" h="493" w="493">
                    <a:moveTo>
                      <a:pt x="246" y="1"/>
                    </a:moveTo>
                    <a:cubicBezTo>
                      <a:pt x="111" y="1"/>
                      <a:pt x="1" y="110"/>
                      <a:pt x="1" y="246"/>
                    </a:cubicBezTo>
                    <a:cubicBezTo>
                      <a:pt x="1" y="383"/>
                      <a:pt x="111"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7"/>
              <p:cNvSpPr/>
              <p:nvPr/>
            </p:nvSpPr>
            <p:spPr>
              <a:xfrm>
                <a:off x="1587050"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7"/>
              <p:cNvSpPr/>
              <p:nvPr/>
            </p:nvSpPr>
            <p:spPr>
              <a:xfrm>
                <a:off x="1587050" y="1002688"/>
                <a:ext cx="12350" cy="12350"/>
              </a:xfrm>
              <a:custGeom>
                <a:rect b="b" l="l" r="r" t="t"/>
                <a:pathLst>
                  <a:path extrusionOk="0" h="494" w="494">
                    <a:moveTo>
                      <a:pt x="247" y="1"/>
                    </a:moveTo>
                    <a:cubicBezTo>
                      <a:pt x="111" y="1"/>
                      <a:pt x="1" y="110"/>
                      <a:pt x="1" y="246"/>
                    </a:cubicBezTo>
                    <a:cubicBezTo>
                      <a:pt x="1" y="383"/>
                      <a:pt x="111" y="493"/>
                      <a:pt x="247" y="493"/>
                    </a:cubicBezTo>
                    <a:cubicBezTo>
                      <a:pt x="383" y="493"/>
                      <a:pt x="494" y="383"/>
                      <a:pt x="494" y="246"/>
                    </a:cubicBezTo>
                    <a:cubicBezTo>
                      <a:pt x="494" y="110"/>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7"/>
              <p:cNvSpPr/>
              <p:nvPr/>
            </p:nvSpPr>
            <p:spPr>
              <a:xfrm>
                <a:off x="1587050" y="103973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7"/>
              <p:cNvSpPr/>
              <p:nvPr/>
            </p:nvSpPr>
            <p:spPr>
              <a:xfrm>
                <a:off x="1587050" y="1076788"/>
                <a:ext cx="12350" cy="12350"/>
              </a:xfrm>
              <a:custGeom>
                <a:rect b="b" l="l" r="r" t="t"/>
                <a:pathLst>
                  <a:path extrusionOk="0" h="494" w="494">
                    <a:moveTo>
                      <a:pt x="247" y="1"/>
                    </a:moveTo>
                    <a:cubicBezTo>
                      <a:pt x="111" y="1"/>
                      <a:pt x="1" y="111"/>
                      <a:pt x="1" y="247"/>
                    </a:cubicBezTo>
                    <a:cubicBezTo>
                      <a:pt x="1" y="384"/>
                      <a:pt x="111" y="493"/>
                      <a:pt x="247" y="493"/>
                    </a:cubicBezTo>
                    <a:cubicBezTo>
                      <a:pt x="383" y="493"/>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7"/>
              <p:cNvSpPr/>
              <p:nvPr/>
            </p:nvSpPr>
            <p:spPr>
              <a:xfrm>
                <a:off x="1477425"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7"/>
              <p:cNvSpPr/>
              <p:nvPr/>
            </p:nvSpPr>
            <p:spPr>
              <a:xfrm>
                <a:off x="1477425" y="947113"/>
                <a:ext cx="12350" cy="12350"/>
              </a:xfrm>
              <a:custGeom>
                <a:rect b="b" l="l" r="r" t="t"/>
                <a:pathLst>
                  <a:path extrusionOk="0" h="494" w="494">
                    <a:moveTo>
                      <a:pt x="247" y="1"/>
                    </a:moveTo>
                    <a:cubicBezTo>
                      <a:pt x="111" y="1"/>
                      <a:pt x="1" y="111"/>
                      <a:pt x="1" y="248"/>
                    </a:cubicBezTo>
                    <a:cubicBezTo>
                      <a:pt x="1" y="383"/>
                      <a:pt x="111" y="493"/>
                      <a:pt x="247" y="493"/>
                    </a:cubicBezTo>
                    <a:cubicBezTo>
                      <a:pt x="384" y="493"/>
                      <a:pt x="494" y="383"/>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7"/>
              <p:cNvSpPr/>
              <p:nvPr/>
            </p:nvSpPr>
            <p:spPr>
              <a:xfrm>
                <a:off x="1514500"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7"/>
              <p:cNvSpPr/>
              <p:nvPr/>
            </p:nvSpPr>
            <p:spPr>
              <a:xfrm>
                <a:off x="1477425" y="984163"/>
                <a:ext cx="12350" cy="12350"/>
              </a:xfrm>
              <a:custGeom>
                <a:rect b="b" l="l" r="r" t="t"/>
                <a:pathLst>
                  <a:path extrusionOk="0" h="494" w="494">
                    <a:moveTo>
                      <a:pt x="247" y="1"/>
                    </a:moveTo>
                    <a:cubicBezTo>
                      <a:pt x="111" y="1"/>
                      <a:pt x="1" y="111"/>
                      <a:pt x="1" y="248"/>
                    </a:cubicBezTo>
                    <a:cubicBezTo>
                      <a:pt x="1" y="384"/>
                      <a:pt x="111" y="493"/>
                      <a:pt x="247" y="493"/>
                    </a:cubicBezTo>
                    <a:cubicBezTo>
                      <a:pt x="384" y="493"/>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7"/>
              <p:cNvSpPr/>
              <p:nvPr/>
            </p:nvSpPr>
            <p:spPr>
              <a:xfrm>
                <a:off x="1477425" y="1021213"/>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7"/>
              <p:cNvSpPr/>
              <p:nvPr/>
            </p:nvSpPr>
            <p:spPr>
              <a:xfrm>
                <a:off x="1477425" y="1058238"/>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7"/>
              <p:cNvSpPr/>
              <p:nvPr/>
            </p:nvSpPr>
            <p:spPr>
              <a:xfrm>
                <a:off x="1514500"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7"/>
              <p:cNvSpPr/>
              <p:nvPr/>
            </p:nvSpPr>
            <p:spPr>
              <a:xfrm>
                <a:off x="1514500" y="1002688"/>
                <a:ext cx="12325" cy="12350"/>
              </a:xfrm>
              <a:custGeom>
                <a:rect b="b" l="l" r="r" t="t"/>
                <a:pathLst>
                  <a:path extrusionOk="0" h="494" w="493">
                    <a:moveTo>
                      <a:pt x="246" y="1"/>
                    </a:moveTo>
                    <a:cubicBezTo>
                      <a:pt x="110" y="1"/>
                      <a:pt x="1" y="110"/>
                      <a:pt x="1" y="246"/>
                    </a:cubicBezTo>
                    <a:cubicBezTo>
                      <a:pt x="1" y="383"/>
                      <a:pt x="110"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7"/>
              <p:cNvSpPr/>
              <p:nvPr/>
            </p:nvSpPr>
            <p:spPr>
              <a:xfrm>
                <a:off x="1514500" y="1039738"/>
                <a:ext cx="12325" cy="12350"/>
              </a:xfrm>
              <a:custGeom>
                <a:rect b="b" l="l" r="r" t="t"/>
                <a:pathLst>
                  <a:path extrusionOk="0" h="494" w="493">
                    <a:moveTo>
                      <a:pt x="246" y="1"/>
                    </a:moveTo>
                    <a:cubicBezTo>
                      <a:pt x="110" y="1"/>
                      <a:pt x="1" y="111"/>
                      <a:pt x="1" y="247"/>
                    </a:cubicBezTo>
                    <a:cubicBezTo>
                      <a:pt x="1" y="383"/>
                      <a:pt x="110" y="493"/>
                      <a:pt x="246" y="493"/>
                    </a:cubicBezTo>
                    <a:cubicBezTo>
                      <a:pt x="382" y="493"/>
                      <a:pt x="493" y="383"/>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7"/>
              <p:cNvSpPr/>
              <p:nvPr/>
            </p:nvSpPr>
            <p:spPr>
              <a:xfrm>
                <a:off x="1514500" y="1076788"/>
                <a:ext cx="12325" cy="12350"/>
              </a:xfrm>
              <a:custGeom>
                <a:rect b="b" l="l" r="r" t="t"/>
                <a:pathLst>
                  <a:path extrusionOk="0" h="494" w="493">
                    <a:moveTo>
                      <a:pt x="246" y="1"/>
                    </a:moveTo>
                    <a:cubicBezTo>
                      <a:pt x="110" y="1"/>
                      <a:pt x="1" y="111"/>
                      <a:pt x="1" y="247"/>
                    </a:cubicBezTo>
                    <a:cubicBezTo>
                      <a:pt x="1" y="384"/>
                      <a:pt x="110" y="493"/>
                      <a:pt x="246" y="493"/>
                    </a:cubicBezTo>
                    <a:cubicBezTo>
                      <a:pt x="382" y="493"/>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7"/>
              <p:cNvSpPr/>
              <p:nvPr/>
            </p:nvSpPr>
            <p:spPr>
              <a:xfrm>
                <a:off x="1404875" y="910038"/>
                <a:ext cx="12325" cy="12375"/>
              </a:xfrm>
              <a:custGeom>
                <a:rect b="b" l="l" r="r" t="t"/>
                <a:pathLst>
                  <a:path extrusionOk="0" h="495" w="493">
                    <a:moveTo>
                      <a:pt x="246" y="1"/>
                    </a:moveTo>
                    <a:cubicBezTo>
                      <a:pt x="111" y="1"/>
                      <a:pt x="1" y="111"/>
                      <a:pt x="1" y="248"/>
                    </a:cubicBezTo>
                    <a:cubicBezTo>
                      <a:pt x="1" y="384"/>
                      <a:pt x="111" y="494"/>
                      <a:pt x="246" y="494"/>
                    </a:cubicBezTo>
                    <a:cubicBezTo>
                      <a:pt x="383" y="494"/>
                      <a:pt x="493" y="384"/>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7"/>
              <p:cNvSpPr/>
              <p:nvPr/>
            </p:nvSpPr>
            <p:spPr>
              <a:xfrm>
                <a:off x="1404875" y="947113"/>
                <a:ext cx="12325" cy="12350"/>
              </a:xfrm>
              <a:custGeom>
                <a:rect b="b" l="l" r="r" t="t"/>
                <a:pathLst>
                  <a:path extrusionOk="0" h="494" w="493">
                    <a:moveTo>
                      <a:pt x="246" y="1"/>
                    </a:moveTo>
                    <a:cubicBezTo>
                      <a:pt x="111" y="1"/>
                      <a:pt x="1" y="111"/>
                      <a:pt x="1" y="248"/>
                    </a:cubicBezTo>
                    <a:cubicBezTo>
                      <a:pt x="1" y="383"/>
                      <a:pt x="111" y="493"/>
                      <a:pt x="246" y="493"/>
                    </a:cubicBezTo>
                    <a:cubicBezTo>
                      <a:pt x="383" y="493"/>
                      <a:pt x="493" y="383"/>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7"/>
              <p:cNvSpPr/>
              <p:nvPr/>
            </p:nvSpPr>
            <p:spPr>
              <a:xfrm>
                <a:off x="14419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7"/>
              <p:cNvSpPr/>
              <p:nvPr/>
            </p:nvSpPr>
            <p:spPr>
              <a:xfrm>
                <a:off x="1405825" y="984163"/>
                <a:ext cx="11250" cy="5100"/>
              </a:xfrm>
              <a:custGeom>
                <a:rect b="b" l="l" r="r" t="t"/>
                <a:pathLst>
                  <a:path extrusionOk="0" h="204" w="450">
                    <a:moveTo>
                      <a:pt x="209" y="1"/>
                    </a:moveTo>
                    <a:cubicBezTo>
                      <a:pt x="209" y="1"/>
                      <a:pt x="208" y="1"/>
                      <a:pt x="207" y="1"/>
                    </a:cubicBezTo>
                    <a:cubicBezTo>
                      <a:pt x="122" y="1"/>
                      <a:pt x="44" y="47"/>
                      <a:pt x="1" y="114"/>
                    </a:cubicBezTo>
                    <a:cubicBezTo>
                      <a:pt x="5" y="114"/>
                      <a:pt x="11" y="118"/>
                      <a:pt x="14" y="118"/>
                    </a:cubicBezTo>
                    <a:lnTo>
                      <a:pt x="16" y="118"/>
                    </a:lnTo>
                    <a:cubicBezTo>
                      <a:pt x="159" y="155"/>
                      <a:pt x="303" y="181"/>
                      <a:pt x="450" y="203"/>
                    </a:cubicBezTo>
                    <a:cubicBezTo>
                      <a:pt x="432" y="89"/>
                      <a:pt x="331" y="1"/>
                      <a:pt x="2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7"/>
              <p:cNvSpPr/>
              <p:nvPr/>
            </p:nvSpPr>
            <p:spPr>
              <a:xfrm>
                <a:off x="1441925"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7"/>
              <p:cNvSpPr/>
              <p:nvPr/>
            </p:nvSpPr>
            <p:spPr>
              <a:xfrm>
                <a:off x="1443975" y="1002638"/>
                <a:ext cx="10275" cy="12425"/>
              </a:xfrm>
              <a:custGeom>
                <a:rect b="b" l="l" r="r" t="t"/>
                <a:pathLst>
                  <a:path extrusionOk="0" h="497" w="411">
                    <a:moveTo>
                      <a:pt x="162" y="1"/>
                    </a:moveTo>
                    <a:cubicBezTo>
                      <a:pt x="101" y="1"/>
                      <a:pt x="42" y="26"/>
                      <a:pt x="0" y="66"/>
                    </a:cubicBezTo>
                    <a:cubicBezTo>
                      <a:pt x="0" y="199"/>
                      <a:pt x="11" y="328"/>
                      <a:pt x="27" y="457"/>
                    </a:cubicBezTo>
                    <a:cubicBezTo>
                      <a:pt x="67" y="481"/>
                      <a:pt x="114" y="496"/>
                      <a:pt x="162" y="496"/>
                    </a:cubicBezTo>
                    <a:cubicBezTo>
                      <a:pt x="300" y="496"/>
                      <a:pt x="411" y="386"/>
                      <a:pt x="411" y="247"/>
                    </a:cubicBezTo>
                    <a:cubicBezTo>
                      <a:pt x="411" y="112"/>
                      <a:pt x="301" y="3"/>
                      <a:pt x="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7"/>
              <p:cNvSpPr/>
              <p:nvPr/>
            </p:nvSpPr>
            <p:spPr>
              <a:xfrm>
                <a:off x="1332300"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7"/>
              <p:cNvSpPr/>
              <p:nvPr/>
            </p:nvSpPr>
            <p:spPr>
              <a:xfrm>
                <a:off x="13693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7"/>
              <p:cNvSpPr/>
              <p:nvPr/>
            </p:nvSpPr>
            <p:spPr>
              <a:xfrm>
                <a:off x="1369650" y="965638"/>
                <a:ext cx="12025" cy="10725"/>
              </a:xfrm>
              <a:custGeom>
                <a:rect b="b" l="l" r="r" t="t"/>
                <a:pathLst>
                  <a:path extrusionOk="0" h="429" w="481">
                    <a:moveTo>
                      <a:pt x="236" y="1"/>
                    </a:moveTo>
                    <a:cubicBezTo>
                      <a:pt x="235" y="1"/>
                      <a:pt x="235" y="1"/>
                      <a:pt x="234" y="1"/>
                    </a:cubicBezTo>
                    <a:cubicBezTo>
                      <a:pt x="124" y="1"/>
                      <a:pt x="32" y="75"/>
                      <a:pt x="1" y="173"/>
                    </a:cubicBezTo>
                    <a:cubicBezTo>
                      <a:pt x="130" y="266"/>
                      <a:pt x="263" y="351"/>
                      <a:pt x="400" y="428"/>
                    </a:cubicBezTo>
                    <a:cubicBezTo>
                      <a:pt x="450" y="385"/>
                      <a:pt x="481" y="320"/>
                      <a:pt x="481" y="247"/>
                    </a:cubicBezTo>
                    <a:cubicBezTo>
                      <a:pt x="481" y="112"/>
                      <a:pt x="370" y="1"/>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7"/>
              <p:cNvSpPr/>
              <p:nvPr/>
            </p:nvSpPr>
            <p:spPr>
              <a:xfrm>
                <a:off x="136932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7"/>
              <p:cNvSpPr/>
              <p:nvPr/>
            </p:nvSpPr>
            <p:spPr>
              <a:xfrm>
                <a:off x="1404400" y="730388"/>
                <a:ext cx="299650" cy="299550"/>
              </a:xfrm>
              <a:custGeom>
                <a:rect b="b" l="l" r="r" t="t"/>
                <a:pathLst>
                  <a:path extrusionOk="0" h="11982" w="11986">
                    <a:moveTo>
                      <a:pt x="5994" y="0"/>
                    </a:moveTo>
                    <a:cubicBezTo>
                      <a:pt x="5346" y="0"/>
                      <a:pt x="4818" y="526"/>
                      <a:pt x="4818" y="1174"/>
                    </a:cubicBezTo>
                    <a:lnTo>
                      <a:pt x="4818" y="4816"/>
                    </a:lnTo>
                    <a:lnTo>
                      <a:pt x="1176" y="4816"/>
                    </a:lnTo>
                    <a:cubicBezTo>
                      <a:pt x="526" y="4816"/>
                      <a:pt x="0" y="5343"/>
                      <a:pt x="0" y="5991"/>
                    </a:cubicBezTo>
                    <a:cubicBezTo>
                      <a:pt x="0" y="6638"/>
                      <a:pt x="527" y="7164"/>
                      <a:pt x="1176" y="7164"/>
                    </a:cubicBezTo>
                    <a:lnTo>
                      <a:pt x="4818" y="7164"/>
                    </a:lnTo>
                    <a:lnTo>
                      <a:pt x="4818" y="10807"/>
                    </a:lnTo>
                    <a:cubicBezTo>
                      <a:pt x="4818" y="11455"/>
                      <a:pt x="5346" y="11982"/>
                      <a:pt x="5994" y="11982"/>
                    </a:cubicBezTo>
                    <a:cubicBezTo>
                      <a:pt x="6641" y="11982"/>
                      <a:pt x="7167" y="11453"/>
                      <a:pt x="7167" y="10807"/>
                    </a:cubicBezTo>
                    <a:lnTo>
                      <a:pt x="7167" y="7164"/>
                    </a:lnTo>
                    <a:lnTo>
                      <a:pt x="10810" y="7164"/>
                    </a:lnTo>
                    <a:cubicBezTo>
                      <a:pt x="11459" y="7164"/>
                      <a:pt x="11986" y="6638"/>
                      <a:pt x="11986" y="5991"/>
                    </a:cubicBezTo>
                    <a:cubicBezTo>
                      <a:pt x="11986" y="5343"/>
                      <a:pt x="11458" y="4816"/>
                      <a:pt x="10810" y="4816"/>
                    </a:cubicBezTo>
                    <a:lnTo>
                      <a:pt x="7167" y="4816"/>
                    </a:lnTo>
                    <a:lnTo>
                      <a:pt x="7167" y="1174"/>
                    </a:lnTo>
                    <a:cubicBezTo>
                      <a:pt x="7167" y="526"/>
                      <a:pt x="6641"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9" name="Google Shape;6209;p77"/>
            <p:cNvGrpSpPr/>
            <p:nvPr/>
          </p:nvGrpSpPr>
          <p:grpSpPr>
            <a:xfrm rot="-627215">
              <a:off x="7645430" y="3655323"/>
              <a:ext cx="1289802" cy="1247437"/>
              <a:chOff x="-4685648" y="4235468"/>
              <a:chExt cx="778251" cy="752644"/>
            </a:xfrm>
          </p:grpSpPr>
          <p:sp>
            <p:nvSpPr>
              <p:cNvPr id="6210" name="Google Shape;6210;p77"/>
              <p:cNvSpPr/>
              <p:nvPr/>
            </p:nvSpPr>
            <p:spPr>
              <a:xfrm>
                <a:off x="-4685648" y="4235519"/>
                <a:ext cx="772057" cy="752339"/>
              </a:xfrm>
              <a:custGeom>
                <a:rect b="b" l="l" r="r" t="t"/>
                <a:pathLst>
                  <a:path extrusionOk="0" h="7402" w="7596">
                    <a:moveTo>
                      <a:pt x="772" y="5598"/>
                    </a:moveTo>
                    <a:lnTo>
                      <a:pt x="772" y="5627"/>
                    </a:lnTo>
                    <a:lnTo>
                      <a:pt x="772" y="6804"/>
                    </a:lnTo>
                    <a:lnTo>
                      <a:pt x="772" y="6895"/>
                    </a:lnTo>
                    <a:cubicBezTo>
                      <a:pt x="414" y="6895"/>
                      <a:pt x="124" y="6604"/>
                      <a:pt x="124" y="6247"/>
                    </a:cubicBezTo>
                    <a:cubicBezTo>
                      <a:pt x="124" y="5890"/>
                      <a:pt x="414" y="5598"/>
                      <a:pt x="772" y="5598"/>
                    </a:cubicBezTo>
                    <a:close/>
                    <a:moveTo>
                      <a:pt x="1954" y="1"/>
                    </a:moveTo>
                    <a:cubicBezTo>
                      <a:pt x="1806" y="1"/>
                      <a:pt x="1682" y="98"/>
                      <a:pt x="1640" y="231"/>
                    </a:cubicBezTo>
                    <a:lnTo>
                      <a:pt x="1135" y="231"/>
                    </a:lnTo>
                    <a:cubicBezTo>
                      <a:pt x="934" y="231"/>
                      <a:pt x="772" y="393"/>
                      <a:pt x="772" y="594"/>
                    </a:cubicBezTo>
                    <a:lnTo>
                      <a:pt x="772" y="759"/>
                    </a:lnTo>
                    <a:lnTo>
                      <a:pt x="772" y="934"/>
                    </a:lnTo>
                    <a:lnTo>
                      <a:pt x="772" y="1274"/>
                    </a:lnTo>
                    <a:lnTo>
                      <a:pt x="772" y="2450"/>
                    </a:lnTo>
                    <a:lnTo>
                      <a:pt x="772" y="3698"/>
                    </a:lnTo>
                    <a:lnTo>
                      <a:pt x="772" y="4379"/>
                    </a:lnTo>
                    <a:lnTo>
                      <a:pt x="772" y="5478"/>
                    </a:lnTo>
                    <a:cubicBezTo>
                      <a:pt x="346" y="5478"/>
                      <a:pt x="0" y="5823"/>
                      <a:pt x="0" y="6248"/>
                    </a:cubicBezTo>
                    <a:cubicBezTo>
                      <a:pt x="0" y="6672"/>
                      <a:pt x="346" y="7017"/>
                      <a:pt x="772" y="7017"/>
                    </a:cubicBezTo>
                    <a:lnTo>
                      <a:pt x="772" y="7087"/>
                    </a:lnTo>
                    <a:cubicBezTo>
                      <a:pt x="772" y="7262"/>
                      <a:pt x="912" y="7401"/>
                      <a:pt x="1085" y="7401"/>
                    </a:cubicBezTo>
                    <a:lnTo>
                      <a:pt x="5435" y="7401"/>
                    </a:lnTo>
                    <a:cubicBezTo>
                      <a:pt x="5608" y="7401"/>
                      <a:pt x="5748" y="7260"/>
                      <a:pt x="5748" y="7087"/>
                    </a:cubicBezTo>
                    <a:lnTo>
                      <a:pt x="5748" y="5639"/>
                    </a:lnTo>
                    <a:lnTo>
                      <a:pt x="5748" y="5420"/>
                    </a:lnTo>
                    <a:cubicBezTo>
                      <a:pt x="5881" y="5378"/>
                      <a:pt x="5978" y="5253"/>
                      <a:pt x="5978" y="5106"/>
                    </a:cubicBezTo>
                    <a:lnTo>
                      <a:pt x="5978" y="4941"/>
                    </a:lnTo>
                    <a:cubicBezTo>
                      <a:pt x="5978" y="4793"/>
                      <a:pt x="5881" y="4669"/>
                      <a:pt x="5748" y="4627"/>
                    </a:cubicBezTo>
                    <a:lnTo>
                      <a:pt x="5748" y="4346"/>
                    </a:lnTo>
                    <a:cubicBezTo>
                      <a:pt x="5881" y="4305"/>
                      <a:pt x="5978" y="4179"/>
                      <a:pt x="5978" y="4033"/>
                    </a:cubicBezTo>
                    <a:lnTo>
                      <a:pt x="5978" y="3868"/>
                    </a:lnTo>
                    <a:cubicBezTo>
                      <a:pt x="5978" y="3720"/>
                      <a:pt x="5881" y="3596"/>
                      <a:pt x="5748" y="3554"/>
                    </a:cubicBezTo>
                    <a:lnTo>
                      <a:pt x="5748" y="3332"/>
                    </a:lnTo>
                    <a:lnTo>
                      <a:pt x="5748" y="3063"/>
                    </a:lnTo>
                    <a:lnTo>
                      <a:pt x="6329" y="2698"/>
                    </a:lnTo>
                    <a:cubicBezTo>
                      <a:pt x="6345" y="2728"/>
                      <a:pt x="6376" y="2744"/>
                      <a:pt x="6407" y="2744"/>
                    </a:cubicBezTo>
                    <a:cubicBezTo>
                      <a:pt x="6412" y="2744"/>
                      <a:pt x="6417" y="2744"/>
                      <a:pt x="6422" y="2743"/>
                    </a:cubicBezTo>
                    <a:cubicBezTo>
                      <a:pt x="6577" y="2717"/>
                      <a:pt x="7031" y="2623"/>
                      <a:pt x="7419" y="2335"/>
                    </a:cubicBezTo>
                    <a:cubicBezTo>
                      <a:pt x="7497" y="2277"/>
                      <a:pt x="7550" y="2198"/>
                      <a:pt x="7576" y="2112"/>
                    </a:cubicBezTo>
                    <a:lnTo>
                      <a:pt x="7576" y="2113"/>
                    </a:lnTo>
                    <a:cubicBezTo>
                      <a:pt x="7584" y="2089"/>
                      <a:pt x="7589" y="2067"/>
                      <a:pt x="7591" y="2042"/>
                    </a:cubicBezTo>
                    <a:lnTo>
                      <a:pt x="7591" y="2041"/>
                    </a:lnTo>
                    <a:lnTo>
                      <a:pt x="7596" y="2002"/>
                    </a:lnTo>
                    <a:lnTo>
                      <a:pt x="7596" y="1996"/>
                    </a:lnTo>
                    <a:lnTo>
                      <a:pt x="7596" y="1957"/>
                    </a:lnTo>
                    <a:lnTo>
                      <a:pt x="7596" y="1954"/>
                    </a:lnTo>
                    <a:lnTo>
                      <a:pt x="7591" y="1916"/>
                    </a:lnTo>
                    <a:lnTo>
                      <a:pt x="7591" y="1912"/>
                    </a:lnTo>
                    <a:lnTo>
                      <a:pt x="7584" y="1873"/>
                    </a:lnTo>
                    <a:cubicBezTo>
                      <a:pt x="7584" y="1872"/>
                      <a:pt x="7583" y="1871"/>
                      <a:pt x="7583" y="1868"/>
                    </a:cubicBezTo>
                    <a:cubicBezTo>
                      <a:pt x="7575" y="1841"/>
                      <a:pt x="7566" y="1815"/>
                      <a:pt x="7553" y="1790"/>
                    </a:cubicBezTo>
                    <a:cubicBezTo>
                      <a:pt x="7553" y="1789"/>
                      <a:pt x="7552" y="1788"/>
                      <a:pt x="7552" y="1788"/>
                    </a:cubicBezTo>
                    <a:cubicBezTo>
                      <a:pt x="7545" y="1775"/>
                      <a:pt x="7539" y="1763"/>
                      <a:pt x="7532" y="1752"/>
                    </a:cubicBezTo>
                    <a:cubicBezTo>
                      <a:pt x="7529" y="1751"/>
                      <a:pt x="7529" y="1749"/>
                      <a:pt x="7528" y="1748"/>
                    </a:cubicBezTo>
                    <a:cubicBezTo>
                      <a:pt x="7521" y="1737"/>
                      <a:pt x="7513" y="1723"/>
                      <a:pt x="7504" y="1713"/>
                    </a:cubicBezTo>
                    <a:cubicBezTo>
                      <a:pt x="7419" y="1605"/>
                      <a:pt x="7289" y="1547"/>
                      <a:pt x="7158" y="1547"/>
                    </a:cubicBezTo>
                    <a:cubicBezTo>
                      <a:pt x="7117" y="1547"/>
                      <a:pt x="7075" y="1553"/>
                      <a:pt x="7034" y="1565"/>
                    </a:cubicBezTo>
                    <a:cubicBezTo>
                      <a:pt x="6991" y="1578"/>
                      <a:pt x="6948" y="1597"/>
                      <a:pt x="6908" y="1624"/>
                    </a:cubicBezTo>
                    <a:cubicBezTo>
                      <a:pt x="6907" y="1625"/>
                      <a:pt x="6904" y="1627"/>
                      <a:pt x="6903" y="1628"/>
                    </a:cubicBezTo>
                    <a:cubicBezTo>
                      <a:pt x="6895" y="1633"/>
                      <a:pt x="6889" y="1638"/>
                      <a:pt x="6882" y="1645"/>
                    </a:cubicBezTo>
                    <a:cubicBezTo>
                      <a:pt x="6878" y="1648"/>
                      <a:pt x="6876" y="1650"/>
                      <a:pt x="6873" y="1653"/>
                    </a:cubicBezTo>
                    <a:cubicBezTo>
                      <a:pt x="6867" y="1658"/>
                      <a:pt x="6862" y="1663"/>
                      <a:pt x="6857" y="1668"/>
                    </a:cubicBezTo>
                    <a:lnTo>
                      <a:pt x="6848" y="1676"/>
                    </a:lnTo>
                    <a:cubicBezTo>
                      <a:pt x="6841" y="1684"/>
                      <a:pt x="6833" y="1691"/>
                      <a:pt x="6827" y="1699"/>
                    </a:cubicBezTo>
                    <a:cubicBezTo>
                      <a:pt x="6826" y="1700"/>
                      <a:pt x="6825" y="1702"/>
                      <a:pt x="6823" y="1705"/>
                    </a:cubicBezTo>
                    <a:cubicBezTo>
                      <a:pt x="6817" y="1711"/>
                      <a:pt x="6811" y="1718"/>
                      <a:pt x="6806" y="1725"/>
                    </a:cubicBezTo>
                    <a:cubicBezTo>
                      <a:pt x="6805" y="1727"/>
                      <a:pt x="6802" y="1730"/>
                      <a:pt x="6801" y="1732"/>
                    </a:cubicBezTo>
                    <a:lnTo>
                      <a:pt x="6785" y="1756"/>
                    </a:lnTo>
                    <a:cubicBezTo>
                      <a:pt x="6784" y="1757"/>
                      <a:pt x="6783" y="1758"/>
                      <a:pt x="6783" y="1761"/>
                    </a:cubicBezTo>
                    <a:cubicBezTo>
                      <a:pt x="6778" y="1770"/>
                      <a:pt x="6773" y="1780"/>
                      <a:pt x="6768" y="1789"/>
                    </a:cubicBezTo>
                    <a:lnTo>
                      <a:pt x="6764" y="1797"/>
                    </a:lnTo>
                    <a:cubicBezTo>
                      <a:pt x="6760" y="1804"/>
                      <a:pt x="6758" y="1811"/>
                      <a:pt x="6754" y="1819"/>
                    </a:cubicBezTo>
                    <a:cubicBezTo>
                      <a:pt x="6753" y="1823"/>
                      <a:pt x="6752" y="1825"/>
                      <a:pt x="6750" y="1829"/>
                    </a:cubicBezTo>
                    <a:lnTo>
                      <a:pt x="6743" y="1852"/>
                    </a:lnTo>
                    <a:lnTo>
                      <a:pt x="6739" y="1868"/>
                    </a:lnTo>
                    <a:cubicBezTo>
                      <a:pt x="6738" y="1875"/>
                      <a:pt x="6735" y="1880"/>
                      <a:pt x="6734" y="1886"/>
                    </a:cubicBezTo>
                    <a:cubicBezTo>
                      <a:pt x="6733" y="1891"/>
                      <a:pt x="6732" y="1898"/>
                      <a:pt x="6730" y="1903"/>
                    </a:cubicBezTo>
                    <a:cubicBezTo>
                      <a:pt x="6729" y="1907"/>
                      <a:pt x="6729" y="1911"/>
                      <a:pt x="6729" y="1914"/>
                    </a:cubicBezTo>
                    <a:cubicBezTo>
                      <a:pt x="6717" y="1989"/>
                      <a:pt x="6723" y="2068"/>
                      <a:pt x="6752" y="2141"/>
                    </a:cubicBezTo>
                    <a:cubicBezTo>
                      <a:pt x="6778" y="2208"/>
                      <a:pt x="6754" y="2285"/>
                      <a:pt x="6697" y="2329"/>
                    </a:cubicBezTo>
                    <a:lnTo>
                      <a:pt x="6361" y="2578"/>
                    </a:lnTo>
                    <a:cubicBezTo>
                      <a:pt x="6329" y="2602"/>
                      <a:pt x="6312" y="2645"/>
                      <a:pt x="6325" y="2682"/>
                    </a:cubicBezTo>
                    <a:cubicBezTo>
                      <a:pt x="6228" y="2718"/>
                      <a:pt x="6035" y="2806"/>
                      <a:pt x="5752" y="3007"/>
                    </a:cubicBezTo>
                    <a:lnTo>
                      <a:pt x="5752" y="2285"/>
                    </a:lnTo>
                    <a:cubicBezTo>
                      <a:pt x="6018" y="2123"/>
                      <a:pt x="6141" y="1955"/>
                      <a:pt x="6193" y="1867"/>
                    </a:cubicBezTo>
                    <a:cubicBezTo>
                      <a:pt x="6206" y="1872"/>
                      <a:pt x="6219" y="1875"/>
                      <a:pt x="6232" y="1875"/>
                    </a:cubicBezTo>
                    <a:cubicBezTo>
                      <a:pt x="6256" y="1875"/>
                      <a:pt x="6279" y="1866"/>
                      <a:pt x="6296" y="1849"/>
                    </a:cubicBezTo>
                    <a:cubicBezTo>
                      <a:pt x="6408" y="1738"/>
                      <a:pt x="6721" y="1396"/>
                      <a:pt x="6869" y="937"/>
                    </a:cubicBezTo>
                    <a:cubicBezTo>
                      <a:pt x="6899" y="844"/>
                      <a:pt x="6897" y="748"/>
                      <a:pt x="6867" y="663"/>
                    </a:cubicBezTo>
                    <a:lnTo>
                      <a:pt x="6867" y="663"/>
                    </a:lnTo>
                    <a:lnTo>
                      <a:pt x="6868" y="664"/>
                    </a:lnTo>
                    <a:cubicBezTo>
                      <a:pt x="6861" y="642"/>
                      <a:pt x="6851" y="619"/>
                      <a:pt x="6840" y="597"/>
                    </a:cubicBezTo>
                    <a:cubicBezTo>
                      <a:pt x="6840" y="597"/>
                      <a:pt x="6840" y="596"/>
                      <a:pt x="6838" y="596"/>
                    </a:cubicBezTo>
                    <a:cubicBezTo>
                      <a:pt x="6832" y="585"/>
                      <a:pt x="6826" y="572"/>
                      <a:pt x="6817" y="562"/>
                    </a:cubicBezTo>
                    <a:cubicBezTo>
                      <a:pt x="6816" y="561"/>
                      <a:pt x="6815" y="559"/>
                      <a:pt x="6814" y="557"/>
                    </a:cubicBezTo>
                    <a:cubicBezTo>
                      <a:pt x="6806" y="547"/>
                      <a:pt x="6799" y="535"/>
                      <a:pt x="6791" y="526"/>
                    </a:cubicBezTo>
                    <a:lnTo>
                      <a:pt x="6790" y="525"/>
                    </a:lnTo>
                    <a:cubicBezTo>
                      <a:pt x="6781" y="515"/>
                      <a:pt x="6773" y="505"/>
                      <a:pt x="6764" y="497"/>
                    </a:cubicBezTo>
                    <a:lnTo>
                      <a:pt x="6761" y="494"/>
                    </a:lnTo>
                    <a:cubicBezTo>
                      <a:pt x="6752" y="485"/>
                      <a:pt x="6742" y="476"/>
                      <a:pt x="6732" y="467"/>
                    </a:cubicBezTo>
                    <a:cubicBezTo>
                      <a:pt x="6730" y="466"/>
                      <a:pt x="6729" y="464"/>
                      <a:pt x="6728" y="464"/>
                    </a:cubicBezTo>
                    <a:cubicBezTo>
                      <a:pt x="6706" y="448"/>
                      <a:pt x="6683" y="431"/>
                      <a:pt x="6657" y="418"/>
                    </a:cubicBezTo>
                    <a:cubicBezTo>
                      <a:pt x="6656" y="418"/>
                      <a:pt x="6656" y="417"/>
                      <a:pt x="6655" y="417"/>
                    </a:cubicBezTo>
                    <a:cubicBezTo>
                      <a:pt x="6642" y="410"/>
                      <a:pt x="6631" y="404"/>
                      <a:pt x="6618" y="399"/>
                    </a:cubicBezTo>
                    <a:cubicBezTo>
                      <a:pt x="6616" y="399"/>
                      <a:pt x="6615" y="397"/>
                      <a:pt x="6614" y="397"/>
                    </a:cubicBezTo>
                    <a:cubicBezTo>
                      <a:pt x="6601" y="392"/>
                      <a:pt x="6587" y="387"/>
                      <a:pt x="6573" y="384"/>
                    </a:cubicBezTo>
                    <a:cubicBezTo>
                      <a:pt x="6533" y="372"/>
                      <a:pt x="6493" y="366"/>
                      <a:pt x="6454" y="366"/>
                    </a:cubicBezTo>
                    <a:cubicBezTo>
                      <a:pt x="6318" y="366"/>
                      <a:pt x="6187" y="431"/>
                      <a:pt x="6103" y="538"/>
                    </a:cubicBezTo>
                    <a:cubicBezTo>
                      <a:pt x="6074" y="573"/>
                      <a:pt x="6052" y="614"/>
                      <a:pt x="6036" y="659"/>
                    </a:cubicBezTo>
                    <a:cubicBezTo>
                      <a:pt x="6035" y="662"/>
                      <a:pt x="6035" y="663"/>
                      <a:pt x="6035" y="665"/>
                    </a:cubicBezTo>
                    <a:cubicBezTo>
                      <a:pt x="6032" y="675"/>
                      <a:pt x="6030" y="682"/>
                      <a:pt x="6027" y="691"/>
                    </a:cubicBezTo>
                    <a:cubicBezTo>
                      <a:pt x="6026" y="695"/>
                      <a:pt x="6025" y="699"/>
                      <a:pt x="6025" y="702"/>
                    </a:cubicBezTo>
                    <a:cubicBezTo>
                      <a:pt x="6023" y="711"/>
                      <a:pt x="6021" y="719"/>
                      <a:pt x="6020" y="726"/>
                    </a:cubicBezTo>
                    <a:cubicBezTo>
                      <a:pt x="6020" y="730"/>
                      <a:pt x="6018" y="732"/>
                      <a:pt x="6018" y="737"/>
                    </a:cubicBezTo>
                    <a:cubicBezTo>
                      <a:pt x="6017" y="747"/>
                      <a:pt x="6016" y="758"/>
                      <a:pt x="6014" y="769"/>
                    </a:cubicBezTo>
                    <a:lnTo>
                      <a:pt x="6014" y="775"/>
                    </a:lnTo>
                    <a:cubicBezTo>
                      <a:pt x="6014" y="784"/>
                      <a:pt x="6012" y="793"/>
                      <a:pt x="6012" y="803"/>
                    </a:cubicBezTo>
                    <a:lnTo>
                      <a:pt x="6012" y="811"/>
                    </a:lnTo>
                    <a:cubicBezTo>
                      <a:pt x="6012" y="820"/>
                      <a:pt x="6012" y="829"/>
                      <a:pt x="6014" y="839"/>
                    </a:cubicBezTo>
                    <a:lnTo>
                      <a:pt x="6014" y="844"/>
                    </a:lnTo>
                    <a:cubicBezTo>
                      <a:pt x="6016" y="854"/>
                      <a:pt x="6017" y="866"/>
                      <a:pt x="6018" y="876"/>
                    </a:cubicBezTo>
                    <a:cubicBezTo>
                      <a:pt x="6018" y="878"/>
                      <a:pt x="6020" y="882"/>
                      <a:pt x="6020" y="885"/>
                    </a:cubicBezTo>
                    <a:cubicBezTo>
                      <a:pt x="6021" y="892"/>
                      <a:pt x="6022" y="901"/>
                      <a:pt x="6025" y="908"/>
                    </a:cubicBezTo>
                    <a:cubicBezTo>
                      <a:pt x="6026" y="912"/>
                      <a:pt x="6026" y="916"/>
                      <a:pt x="6027" y="918"/>
                    </a:cubicBezTo>
                    <a:cubicBezTo>
                      <a:pt x="6030" y="926"/>
                      <a:pt x="6032" y="934"/>
                      <a:pt x="6035" y="943"/>
                    </a:cubicBezTo>
                    <a:cubicBezTo>
                      <a:pt x="6036" y="948"/>
                      <a:pt x="6038" y="953"/>
                      <a:pt x="6040" y="958"/>
                    </a:cubicBezTo>
                    <a:cubicBezTo>
                      <a:pt x="6042" y="965"/>
                      <a:pt x="6043" y="970"/>
                      <a:pt x="6046" y="976"/>
                    </a:cubicBezTo>
                    <a:lnTo>
                      <a:pt x="6054" y="991"/>
                    </a:lnTo>
                    <a:cubicBezTo>
                      <a:pt x="6056" y="996"/>
                      <a:pt x="6058" y="999"/>
                      <a:pt x="6059" y="1002"/>
                    </a:cubicBezTo>
                    <a:cubicBezTo>
                      <a:pt x="6093" y="1071"/>
                      <a:pt x="6145" y="1130"/>
                      <a:pt x="6211" y="1172"/>
                    </a:cubicBezTo>
                    <a:cubicBezTo>
                      <a:pt x="6270" y="1212"/>
                      <a:pt x="6295" y="1288"/>
                      <a:pt x="6274" y="1357"/>
                    </a:cubicBezTo>
                    <a:lnTo>
                      <a:pt x="6146" y="1754"/>
                    </a:lnTo>
                    <a:cubicBezTo>
                      <a:pt x="6135" y="1788"/>
                      <a:pt x="6141" y="1825"/>
                      <a:pt x="6166" y="1851"/>
                    </a:cubicBezTo>
                    <a:lnTo>
                      <a:pt x="5752" y="2178"/>
                    </a:lnTo>
                    <a:lnTo>
                      <a:pt x="5752" y="594"/>
                    </a:lnTo>
                    <a:cubicBezTo>
                      <a:pt x="5752" y="393"/>
                      <a:pt x="5589" y="231"/>
                      <a:pt x="5388" y="231"/>
                    </a:cubicBezTo>
                    <a:lnTo>
                      <a:pt x="3479" y="231"/>
                    </a:lnTo>
                    <a:cubicBezTo>
                      <a:pt x="3438" y="98"/>
                      <a:pt x="3313" y="1"/>
                      <a:pt x="3166" y="1"/>
                    </a:cubicBezTo>
                    <a:lnTo>
                      <a:pt x="3001" y="1"/>
                    </a:lnTo>
                    <a:cubicBezTo>
                      <a:pt x="2853" y="1"/>
                      <a:pt x="2730" y="98"/>
                      <a:pt x="2687" y="231"/>
                    </a:cubicBezTo>
                    <a:lnTo>
                      <a:pt x="2431" y="231"/>
                    </a:lnTo>
                    <a:cubicBezTo>
                      <a:pt x="2390" y="98"/>
                      <a:pt x="2265" y="1"/>
                      <a:pt x="2119"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7"/>
              <p:cNvSpPr/>
              <p:nvPr/>
            </p:nvSpPr>
            <p:spPr>
              <a:xfrm>
                <a:off x="-4138220" y="4418727"/>
                <a:ext cx="84971" cy="67387"/>
              </a:xfrm>
              <a:custGeom>
                <a:rect b="b" l="l" r="r" t="t"/>
                <a:pathLst>
                  <a:path extrusionOk="0" fill="none" h="663" w="836">
                    <a:moveTo>
                      <a:pt x="836" y="1"/>
                    </a:moveTo>
                    <a:cubicBezTo>
                      <a:pt x="836" y="1"/>
                      <a:pt x="705" y="389"/>
                      <a:pt x="0" y="662"/>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7"/>
              <p:cNvSpPr/>
              <p:nvPr/>
            </p:nvSpPr>
            <p:spPr>
              <a:xfrm>
                <a:off x="-4079473" y="4272771"/>
                <a:ext cx="99302" cy="153680"/>
              </a:xfrm>
              <a:custGeom>
                <a:rect b="b" l="l" r="r" t="t"/>
                <a:pathLst>
                  <a:path extrusionOk="0" h="1512" w="977">
                    <a:moveTo>
                      <a:pt x="486" y="0"/>
                    </a:moveTo>
                    <a:cubicBezTo>
                      <a:pt x="305" y="0"/>
                      <a:pt x="132" y="115"/>
                      <a:pt x="69" y="292"/>
                    </a:cubicBezTo>
                    <a:cubicBezTo>
                      <a:pt x="1" y="488"/>
                      <a:pt x="78" y="697"/>
                      <a:pt x="242" y="805"/>
                    </a:cubicBezTo>
                    <a:cubicBezTo>
                      <a:pt x="302" y="845"/>
                      <a:pt x="327" y="921"/>
                      <a:pt x="305" y="990"/>
                    </a:cubicBezTo>
                    <a:lnTo>
                      <a:pt x="177" y="1387"/>
                    </a:lnTo>
                    <a:cubicBezTo>
                      <a:pt x="165" y="1427"/>
                      <a:pt x="176" y="1473"/>
                      <a:pt x="211" y="1495"/>
                    </a:cubicBezTo>
                    <a:cubicBezTo>
                      <a:pt x="227" y="1506"/>
                      <a:pt x="245" y="1512"/>
                      <a:pt x="263" y="1512"/>
                    </a:cubicBezTo>
                    <a:cubicBezTo>
                      <a:pt x="287" y="1512"/>
                      <a:pt x="311" y="1502"/>
                      <a:pt x="327" y="1485"/>
                    </a:cubicBezTo>
                    <a:cubicBezTo>
                      <a:pt x="439" y="1375"/>
                      <a:pt x="751" y="1032"/>
                      <a:pt x="900" y="573"/>
                    </a:cubicBezTo>
                    <a:cubicBezTo>
                      <a:pt x="976" y="339"/>
                      <a:pt x="843" y="87"/>
                      <a:pt x="606" y="18"/>
                    </a:cubicBezTo>
                    <a:cubicBezTo>
                      <a:pt x="566" y="6"/>
                      <a:pt x="526" y="0"/>
                      <a:pt x="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7"/>
              <p:cNvSpPr/>
              <p:nvPr/>
            </p:nvSpPr>
            <p:spPr>
              <a:xfrm>
                <a:off x="-4077745" y="4272872"/>
                <a:ext cx="89646" cy="70741"/>
              </a:xfrm>
              <a:custGeom>
                <a:rect b="b" l="l" r="r" t="t"/>
                <a:pathLst>
                  <a:path extrusionOk="0" h="696" w="882">
                    <a:moveTo>
                      <a:pt x="467" y="0"/>
                    </a:moveTo>
                    <a:cubicBezTo>
                      <a:pt x="286" y="0"/>
                      <a:pt x="114" y="115"/>
                      <a:pt x="51" y="292"/>
                    </a:cubicBezTo>
                    <a:cubicBezTo>
                      <a:pt x="0" y="435"/>
                      <a:pt x="27" y="584"/>
                      <a:pt x="110" y="696"/>
                    </a:cubicBezTo>
                    <a:cubicBezTo>
                      <a:pt x="81" y="607"/>
                      <a:pt x="79" y="507"/>
                      <a:pt x="113" y="411"/>
                    </a:cubicBezTo>
                    <a:cubicBezTo>
                      <a:pt x="175" y="234"/>
                      <a:pt x="348" y="119"/>
                      <a:pt x="528" y="119"/>
                    </a:cubicBezTo>
                    <a:cubicBezTo>
                      <a:pt x="568" y="119"/>
                      <a:pt x="609" y="124"/>
                      <a:pt x="649" y="136"/>
                    </a:cubicBezTo>
                    <a:cubicBezTo>
                      <a:pt x="747" y="166"/>
                      <a:pt x="826" y="225"/>
                      <a:pt x="882" y="301"/>
                    </a:cubicBezTo>
                    <a:cubicBezTo>
                      <a:pt x="837" y="169"/>
                      <a:pt x="732" y="60"/>
                      <a:pt x="588" y="18"/>
                    </a:cubicBezTo>
                    <a:cubicBezTo>
                      <a:pt x="548" y="6"/>
                      <a:pt x="507" y="0"/>
                      <a:pt x="4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7"/>
              <p:cNvSpPr/>
              <p:nvPr/>
            </p:nvSpPr>
            <p:spPr>
              <a:xfrm>
                <a:off x="-4138220" y="4506139"/>
                <a:ext cx="102453" cy="64135"/>
              </a:xfrm>
              <a:custGeom>
                <a:rect b="b" l="l" r="r" t="t"/>
                <a:pathLst>
                  <a:path extrusionOk="0" fill="none" h="631" w="1008">
                    <a:moveTo>
                      <a:pt x="1007" y="0"/>
                    </a:moveTo>
                    <a:cubicBezTo>
                      <a:pt x="1007" y="0"/>
                      <a:pt x="656" y="74"/>
                      <a:pt x="0" y="631"/>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7"/>
              <p:cNvSpPr/>
              <p:nvPr/>
            </p:nvSpPr>
            <p:spPr>
              <a:xfrm>
                <a:off x="-4044712" y="4393012"/>
                <a:ext cx="137316" cy="121866"/>
              </a:xfrm>
              <a:custGeom>
                <a:rect b="b" l="l" r="r" t="t"/>
                <a:pathLst>
                  <a:path extrusionOk="0" h="1199" w="1351">
                    <a:moveTo>
                      <a:pt x="849" y="0"/>
                    </a:moveTo>
                    <a:cubicBezTo>
                      <a:pt x="763" y="0"/>
                      <a:pt x="675" y="26"/>
                      <a:pt x="601" y="78"/>
                    </a:cubicBezTo>
                    <a:cubicBezTo>
                      <a:pt x="430" y="197"/>
                      <a:pt x="371" y="412"/>
                      <a:pt x="442" y="595"/>
                    </a:cubicBezTo>
                    <a:cubicBezTo>
                      <a:pt x="468" y="662"/>
                      <a:pt x="444" y="739"/>
                      <a:pt x="387" y="782"/>
                    </a:cubicBezTo>
                    <a:lnTo>
                      <a:pt x="51" y="1031"/>
                    </a:lnTo>
                    <a:cubicBezTo>
                      <a:pt x="18" y="1055"/>
                      <a:pt x="1" y="1100"/>
                      <a:pt x="15" y="1138"/>
                    </a:cubicBezTo>
                    <a:cubicBezTo>
                      <a:pt x="29" y="1176"/>
                      <a:pt x="64" y="1199"/>
                      <a:pt x="102" y="1199"/>
                    </a:cubicBezTo>
                    <a:cubicBezTo>
                      <a:pt x="107" y="1199"/>
                      <a:pt x="112" y="1199"/>
                      <a:pt x="116" y="1198"/>
                    </a:cubicBezTo>
                    <a:cubicBezTo>
                      <a:pt x="271" y="1172"/>
                      <a:pt x="725" y="1077"/>
                      <a:pt x="1113" y="790"/>
                    </a:cubicBezTo>
                    <a:cubicBezTo>
                      <a:pt x="1311" y="644"/>
                      <a:pt x="1350" y="361"/>
                      <a:pt x="1197" y="167"/>
                    </a:cubicBezTo>
                    <a:cubicBezTo>
                      <a:pt x="1112" y="58"/>
                      <a:pt x="981" y="0"/>
                      <a:pt x="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7"/>
              <p:cNvSpPr/>
              <p:nvPr/>
            </p:nvSpPr>
            <p:spPr>
              <a:xfrm>
                <a:off x="-4002837" y="4393012"/>
                <a:ext cx="91476" cy="57935"/>
              </a:xfrm>
              <a:custGeom>
                <a:rect b="b" l="l" r="r" t="t"/>
                <a:pathLst>
                  <a:path extrusionOk="0" h="570" w="900">
                    <a:moveTo>
                      <a:pt x="437" y="0"/>
                    </a:moveTo>
                    <a:cubicBezTo>
                      <a:pt x="350" y="0"/>
                      <a:pt x="263" y="25"/>
                      <a:pt x="189" y="77"/>
                    </a:cubicBezTo>
                    <a:cubicBezTo>
                      <a:pt x="66" y="164"/>
                      <a:pt x="0" y="301"/>
                      <a:pt x="1" y="440"/>
                    </a:cubicBezTo>
                    <a:cubicBezTo>
                      <a:pt x="29" y="350"/>
                      <a:pt x="86" y="269"/>
                      <a:pt x="170" y="210"/>
                    </a:cubicBezTo>
                    <a:cubicBezTo>
                      <a:pt x="244" y="158"/>
                      <a:pt x="331" y="133"/>
                      <a:pt x="418" y="133"/>
                    </a:cubicBezTo>
                    <a:cubicBezTo>
                      <a:pt x="549" y="133"/>
                      <a:pt x="680" y="191"/>
                      <a:pt x="764" y="299"/>
                    </a:cubicBezTo>
                    <a:cubicBezTo>
                      <a:pt x="827" y="380"/>
                      <a:pt x="858" y="474"/>
                      <a:pt x="858" y="569"/>
                    </a:cubicBezTo>
                    <a:cubicBezTo>
                      <a:pt x="899" y="436"/>
                      <a:pt x="878" y="286"/>
                      <a:pt x="785" y="167"/>
                    </a:cubicBezTo>
                    <a:cubicBezTo>
                      <a:pt x="700" y="58"/>
                      <a:pt x="569" y="0"/>
                      <a:pt x="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7"/>
              <p:cNvSpPr/>
              <p:nvPr/>
            </p:nvSpPr>
            <p:spPr>
              <a:xfrm>
                <a:off x="-4124804" y="4595583"/>
                <a:ext cx="46856" cy="83650"/>
              </a:xfrm>
              <a:custGeom>
                <a:rect b="b" l="l" r="r" t="t"/>
                <a:pathLst>
                  <a:path extrusionOk="0" h="823" w="461">
                    <a:moveTo>
                      <a:pt x="0" y="1"/>
                    </a:moveTo>
                    <a:lnTo>
                      <a:pt x="0" y="822"/>
                    </a:lnTo>
                    <a:lnTo>
                      <a:pt x="132" y="822"/>
                    </a:lnTo>
                    <a:cubicBezTo>
                      <a:pt x="313" y="822"/>
                      <a:pt x="460" y="676"/>
                      <a:pt x="460" y="495"/>
                    </a:cubicBezTo>
                    <a:lnTo>
                      <a:pt x="460" y="329"/>
                    </a:lnTo>
                    <a:cubicBezTo>
                      <a:pt x="460" y="147"/>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7"/>
              <p:cNvSpPr/>
              <p:nvPr/>
            </p:nvSpPr>
            <p:spPr>
              <a:xfrm>
                <a:off x="-4520891" y="4235468"/>
                <a:ext cx="83650" cy="46754"/>
              </a:xfrm>
              <a:custGeom>
                <a:rect b="b" l="l" r="r" t="t"/>
                <a:pathLst>
                  <a:path extrusionOk="0" h="460" w="823">
                    <a:moveTo>
                      <a:pt x="328" y="1"/>
                    </a:moveTo>
                    <a:cubicBezTo>
                      <a:pt x="147" y="1"/>
                      <a:pt x="0" y="148"/>
                      <a:pt x="0" y="328"/>
                    </a:cubicBezTo>
                    <a:lnTo>
                      <a:pt x="0" y="460"/>
                    </a:lnTo>
                    <a:lnTo>
                      <a:pt x="823" y="460"/>
                    </a:lnTo>
                    <a:lnTo>
                      <a:pt x="823" y="329"/>
                    </a:lnTo>
                    <a:cubicBezTo>
                      <a:pt x="823" y="148"/>
                      <a:pt x="675" y="1"/>
                      <a:pt x="495" y="1"/>
                    </a:cubicBezTo>
                    <a:lnTo>
                      <a:pt x="330" y="1"/>
                    </a:lnTo>
                    <a:cubicBezTo>
                      <a:pt x="329" y="1"/>
                      <a:pt x="328"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7"/>
              <p:cNvSpPr/>
              <p:nvPr/>
            </p:nvSpPr>
            <p:spPr>
              <a:xfrm>
                <a:off x="-4414577" y="4235468"/>
                <a:ext cx="83650" cy="46754"/>
              </a:xfrm>
              <a:custGeom>
                <a:rect b="b" l="l" r="r" t="t"/>
                <a:pathLst>
                  <a:path extrusionOk="0" h="460" w="823">
                    <a:moveTo>
                      <a:pt x="328" y="1"/>
                    </a:moveTo>
                    <a:cubicBezTo>
                      <a:pt x="147" y="1"/>
                      <a:pt x="1" y="148"/>
                      <a:pt x="1" y="328"/>
                    </a:cubicBezTo>
                    <a:lnTo>
                      <a:pt x="1" y="460"/>
                    </a:lnTo>
                    <a:lnTo>
                      <a:pt x="822" y="460"/>
                    </a:lnTo>
                    <a:lnTo>
                      <a:pt x="822" y="329"/>
                    </a:lnTo>
                    <a:cubicBezTo>
                      <a:pt x="822" y="148"/>
                      <a:pt x="676" y="1"/>
                      <a:pt x="495" y="1"/>
                    </a:cubicBezTo>
                    <a:lnTo>
                      <a:pt x="330" y="1"/>
                    </a:lnTo>
                    <a:cubicBezTo>
                      <a:pt x="329" y="1"/>
                      <a:pt x="329"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7"/>
              <p:cNvSpPr/>
              <p:nvPr/>
            </p:nvSpPr>
            <p:spPr>
              <a:xfrm>
                <a:off x="-4124804" y="4704644"/>
                <a:ext cx="46856" cy="83650"/>
              </a:xfrm>
              <a:custGeom>
                <a:rect b="b" l="l" r="r" t="t"/>
                <a:pathLst>
                  <a:path extrusionOk="0" h="823" w="461">
                    <a:moveTo>
                      <a:pt x="0" y="1"/>
                    </a:moveTo>
                    <a:lnTo>
                      <a:pt x="0" y="822"/>
                    </a:lnTo>
                    <a:lnTo>
                      <a:pt x="132" y="822"/>
                    </a:lnTo>
                    <a:cubicBezTo>
                      <a:pt x="313" y="822"/>
                      <a:pt x="460" y="676"/>
                      <a:pt x="460" y="495"/>
                    </a:cubicBezTo>
                    <a:lnTo>
                      <a:pt x="460" y="330"/>
                    </a:lnTo>
                    <a:cubicBezTo>
                      <a:pt x="460" y="146"/>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7"/>
              <p:cNvSpPr/>
              <p:nvPr/>
            </p:nvSpPr>
            <p:spPr>
              <a:xfrm>
                <a:off x="-4685648" y="4792055"/>
                <a:ext cx="156831" cy="156932"/>
              </a:xfrm>
              <a:custGeom>
                <a:rect b="b" l="l" r="r" t="t"/>
                <a:pathLst>
                  <a:path extrusionOk="0" h="1544" w="1543">
                    <a:moveTo>
                      <a:pt x="772" y="124"/>
                    </a:moveTo>
                    <a:cubicBezTo>
                      <a:pt x="1129" y="124"/>
                      <a:pt x="1419" y="415"/>
                      <a:pt x="1419" y="772"/>
                    </a:cubicBezTo>
                    <a:cubicBezTo>
                      <a:pt x="1419" y="1130"/>
                      <a:pt x="1129" y="1420"/>
                      <a:pt x="772" y="1420"/>
                    </a:cubicBezTo>
                    <a:cubicBezTo>
                      <a:pt x="414" y="1420"/>
                      <a:pt x="124" y="1130"/>
                      <a:pt x="124" y="772"/>
                    </a:cubicBezTo>
                    <a:cubicBezTo>
                      <a:pt x="124" y="415"/>
                      <a:pt x="414" y="124"/>
                      <a:pt x="772" y="124"/>
                    </a:cubicBezTo>
                    <a:close/>
                    <a:moveTo>
                      <a:pt x="772" y="1"/>
                    </a:moveTo>
                    <a:cubicBezTo>
                      <a:pt x="346" y="1"/>
                      <a:pt x="0" y="346"/>
                      <a:pt x="0" y="772"/>
                    </a:cubicBezTo>
                    <a:cubicBezTo>
                      <a:pt x="0" y="1198"/>
                      <a:pt x="346" y="1543"/>
                      <a:pt x="772" y="1543"/>
                    </a:cubicBezTo>
                    <a:cubicBezTo>
                      <a:pt x="1196" y="1543"/>
                      <a:pt x="1543" y="1199"/>
                      <a:pt x="1543" y="772"/>
                    </a:cubicBezTo>
                    <a:cubicBezTo>
                      <a:pt x="1543" y="346"/>
                      <a:pt x="1197" y="1"/>
                      <a:pt x="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7"/>
              <p:cNvSpPr/>
              <p:nvPr/>
            </p:nvSpPr>
            <p:spPr>
              <a:xfrm>
                <a:off x="-4607284" y="4258846"/>
                <a:ext cx="505964" cy="729267"/>
              </a:xfrm>
              <a:custGeom>
                <a:rect b="b" l="l" r="r" t="t"/>
                <a:pathLst>
                  <a:path extrusionOk="0" h="7175" w="4978">
                    <a:moveTo>
                      <a:pt x="4616" y="1"/>
                    </a:moveTo>
                    <a:cubicBezTo>
                      <a:pt x="4615" y="1"/>
                      <a:pt x="4615" y="1"/>
                      <a:pt x="4614" y="1"/>
                    </a:cubicBezTo>
                    <a:lnTo>
                      <a:pt x="364" y="1"/>
                    </a:lnTo>
                    <a:cubicBezTo>
                      <a:pt x="163" y="1"/>
                      <a:pt x="1" y="163"/>
                      <a:pt x="1" y="364"/>
                    </a:cubicBezTo>
                    <a:lnTo>
                      <a:pt x="1" y="6861"/>
                    </a:lnTo>
                    <a:cubicBezTo>
                      <a:pt x="1" y="7034"/>
                      <a:pt x="141" y="7174"/>
                      <a:pt x="314" y="7174"/>
                    </a:cubicBezTo>
                    <a:lnTo>
                      <a:pt x="4664" y="7174"/>
                    </a:lnTo>
                    <a:cubicBezTo>
                      <a:pt x="4837" y="7174"/>
                      <a:pt x="4977" y="7034"/>
                      <a:pt x="4977" y="6861"/>
                    </a:cubicBezTo>
                    <a:lnTo>
                      <a:pt x="4977" y="363"/>
                    </a:lnTo>
                    <a:cubicBezTo>
                      <a:pt x="4977" y="164"/>
                      <a:pt x="4814" y="1"/>
                      <a:pt x="4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7"/>
              <p:cNvSpPr/>
              <p:nvPr/>
            </p:nvSpPr>
            <p:spPr>
              <a:xfrm>
                <a:off x="-4607386" y="4312614"/>
                <a:ext cx="506066" cy="17787"/>
              </a:xfrm>
              <a:custGeom>
                <a:rect b="b" l="l" r="r" t="t"/>
                <a:pathLst>
                  <a:path extrusionOk="0" h="175" w="4979">
                    <a:moveTo>
                      <a:pt x="1" y="0"/>
                    </a:moveTo>
                    <a:lnTo>
                      <a:pt x="1" y="175"/>
                    </a:lnTo>
                    <a:lnTo>
                      <a:pt x="4978" y="175"/>
                    </a:lnTo>
                    <a:lnTo>
                      <a:pt x="49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7"/>
              <p:cNvSpPr/>
              <p:nvPr/>
            </p:nvSpPr>
            <p:spPr>
              <a:xfrm>
                <a:off x="-4119823" y="4574645"/>
                <a:ext cx="18498" cy="234280"/>
              </a:xfrm>
              <a:custGeom>
                <a:rect b="b" l="l" r="r" t="t"/>
                <a:pathLst>
                  <a:path extrusionOk="0" h="2305" w="182">
                    <a:moveTo>
                      <a:pt x="181" y="0"/>
                    </a:moveTo>
                    <a:cubicBezTo>
                      <a:pt x="79" y="12"/>
                      <a:pt x="1" y="98"/>
                      <a:pt x="1" y="203"/>
                    </a:cubicBezTo>
                    <a:lnTo>
                      <a:pt x="1" y="2101"/>
                    </a:lnTo>
                    <a:cubicBezTo>
                      <a:pt x="1" y="2206"/>
                      <a:pt x="79" y="2293"/>
                      <a:pt x="181" y="2305"/>
                    </a:cubicBezTo>
                    <a:lnTo>
                      <a:pt x="1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7"/>
              <p:cNvSpPr/>
              <p:nvPr/>
            </p:nvSpPr>
            <p:spPr>
              <a:xfrm>
                <a:off x="-4607386" y="4364959"/>
                <a:ext cx="436239" cy="562171"/>
              </a:xfrm>
              <a:custGeom>
                <a:rect b="b" l="l" r="r" t="t"/>
                <a:pathLst>
                  <a:path extrusionOk="0" h="5531" w="4292">
                    <a:moveTo>
                      <a:pt x="1" y="0"/>
                    </a:moveTo>
                    <a:lnTo>
                      <a:pt x="1" y="5531"/>
                    </a:lnTo>
                    <a:lnTo>
                      <a:pt x="3911" y="5531"/>
                    </a:lnTo>
                    <a:cubicBezTo>
                      <a:pt x="4122" y="5531"/>
                      <a:pt x="4292" y="5360"/>
                      <a:pt x="4292" y="5150"/>
                    </a:cubicBezTo>
                    <a:lnTo>
                      <a:pt x="4292" y="381"/>
                    </a:lnTo>
                    <a:cubicBezTo>
                      <a:pt x="4292" y="170"/>
                      <a:pt x="4121" y="0"/>
                      <a:pt x="39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7"/>
              <p:cNvSpPr/>
              <p:nvPr/>
            </p:nvSpPr>
            <p:spPr>
              <a:xfrm>
                <a:off x="-4484199" y="4421573"/>
                <a:ext cx="189864" cy="449046"/>
              </a:xfrm>
              <a:custGeom>
                <a:rect b="b" l="l" r="r" t="t"/>
                <a:pathLst>
                  <a:path extrusionOk="0" h="4418" w="1868">
                    <a:moveTo>
                      <a:pt x="1571" y="0"/>
                    </a:moveTo>
                    <a:cubicBezTo>
                      <a:pt x="1570" y="0"/>
                      <a:pt x="1570" y="0"/>
                      <a:pt x="1569" y="0"/>
                    </a:cubicBezTo>
                    <a:lnTo>
                      <a:pt x="299" y="0"/>
                    </a:lnTo>
                    <a:cubicBezTo>
                      <a:pt x="134" y="0"/>
                      <a:pt x="0" y="134"/>
                      <a:pt x="0" y="299"/>
                    </a:cubicBezTo>
                    <a:lnTo>
                      <a:pt x="0" y="4119"/>
                    </a:lnTo>
                    <a:cubicBezTo>
                      <a:pt x="0" y="4283"/>
                      <a:pt x="134" y="4417"/>
                      <a:pt x="299" y="4417"/>
                    </a:cubicBezTo>
                    <a:lnTo>
                      <a:pt x="1569" y="4417"/>
                    </a:lnTo>
                    <a:cubicBezTo>
                      <a:pt x="1734" y="4417"/>
                      <a:pt x="1867" y="4284"/>
                      <a:pt x="1867" y="4119"/>
                    </a:cubicBezTo>
                    <a:lnTo>
                      <a:pt x="1867" y="299"/>
                    </a:lnTo>
                    <a:cubicBezTo>
                      <a:pt x="1867" y="134"/>
                      <a:pt x="1735" y="0"/>
                      <a:pt x="1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7"/>
              <p:cNvSpPr/>
              <p:nvPr/>
            </p:nvSpPr>
            <p:spPr>
              <a:xfrm>
                <a:off x="-4409800" y="4518132"/>
                <a:ext cx="41063" cy="255828"/>
              </a:xfrm>
              <a:custGeom>
                <a:rect b="b" l="l" r="r" t="t"/>
                <a:pathLst>
                  <a:path extrusionOk="0" h="2517" w="404">
                    <a:moveTo>
                      <a:pt x="0" y="1"/>
                    </a:moveTo>
                    <a:lnTo>
                      <a:pt x="0" y="2517"/>
                    </a:lnTo>
                    <a:lnTo>
                      <a:pt x="404" y="2517"/>
                    </a:lnTo>
                    <a:lnTo>
                      <a:pt x="40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7"/>
              <p:cNvSpPr/>
              <p:nvPr/>
            </p:nvSpPr>
            <p:spPr>
              <a:xfrm>
                <a:off x="-4484098" y="4421472"/>
                <a:ext cx="189762" cy="204296"/>
              </a:xfrm>
              <a:custGeom>
                <a:rect b="b" l="l" r="r" t="t"/>
                <a:pathLst>
                  <a:path extrusionOk="0" h="2010" w="1867">
                    <a:moveTo>
                      <a:pt x="472" y="0"/>
                    </a:moveTo>
                    <a:cubicBezTo>
                      <a:pt x="272" y="99"/>
                      <a:pt x="107" y="258"/>
                      <a:pt x="1" y="455"/>
                    </a:cubicBezTo>
                    <a:lnTo>
                      <a:pt x="1" y="1450"/>
                    </a:lnTo>
                    <a:cubicBezTo>
                      <a:pt x="178" y="1783"/>
                      <a:pt x="530" y="2010"/>
                      <a:pt x="933" y="2010"/>
                    </a:cubicBezTo>
                    <a:cubicBezTo>
                      <a:pt x="1338" y="2010"/>
                      <a:pt x="1689" y="1783"/>
                      <a:pt x="1866" y="1450"/>
                    </a:cubicBezTo>
                    <a:lnTo>
                      <a:pt x="1866" y="455"/>
                    </a:lnTo>
                    <a:cubicBezTo>
                      <a:pt x="1762" y="258"/>
                      <a:pt x="1596" y="99"/>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7"/>
              <p:cNvSpPr/>
              <p:nvPr/>
            </p:nvSpPr>
            <p:spPr>
              <a:xfrm>
                <a:off x="-4457773" y="4449626"/>
                <a:ext cx="137214" cy="137214"/>
              </a:xfrm>
              <a:custGeom>
                <a:rect b="b" l="l" r="r" t="t"/>
                <a:pathLst>
                  <a:path extrusionOk="0" h="1350" w="1350">
                    <a:moveTo>
                      <a:pt x="674" y="0"/>
                    </a:moveTo>
                    <a:cubicBezTo>
                      <a:pt x="302" y="0"/>
                      <a:pt x="1" y="302"/>
                      <a:pt x="1" y="675"/>
                    </a:cubicBezTo>
                    <a:cubicBezTo>
                      <a:pt x="1" y="1048"/>
                      <a:pt x="302" y="1350"/>
                      <a:pt x="674" y="1350"/>
                    </a:cubicBezTo>
                    <a:cubicBezTo>
                      <a:pt x="1047" y="1350"/>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7"/>
              <p:cNvSpPr/>
              <p:nvPr/>
            </p:nvSpPr>
            <p:spPr>
              <a:xfrm>
                <a:off x="-4484098" y="4666427"/>
                <a:ext cx="189762" cy="204296"/>
              </a:xfrm>
              <a:custGeom>
                <a:rect b="b" l="l" r="r" t="t"/>
                <a:pathLst>
                  <a:path extrusionOk="0" h="2010" w="1867">
                    <a:moveTo>
                      <a:pt x="933" y="0"/>
                    </a:moveTo>
                    <a:cubicBezTo>
                      <a:pt x="530" y="0"/>
                      <a:pt x="179" y="227"/>
                      <a:pt x="1" y="560"/>
                    </a:cubicBezTo>
                    <a:lnTo>
                      <a:pt x="1" y="1555"/>
                    </a:lnTo>
                    <a:cubicBezTo>
                      <a:pt x="106" y="1754"/>
                      <a:pt x="271" y="1911"/>
                      <a:pt x="472" y="2009"/>
                    </a:cubicBezTo>
                    <a:lnTo>
                      <a:pt x="1396" y="2009"/>
                    </a:lnTo>
                    <a:cubicBezTo>
                      <a:pt x="1596" y="1911"/>
                      <a:pt x="1760" y="1751"/>
                      <a:pt x="1866" y="1555"/>
                    </a:cubicBezTo>
                    <a:lnTo>
                      <a:pt x="1866" y="560"/>
                    </a:lnTo>
                    <a:cubicBezTo>
                      <a:pt x="1689" y="227"/>
                      <a:pt x="1338" y="0"/>
                      <a:pt x="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7"/>
              <p:cNvSpPr/>
              <p:nvPr/>
            </p:nvSpPr>
            <p:spPr>
              <a:xfrm>
                <a:off x="-4457773" y="4705355"/>
                <a:ext cx="137214" cy="137112"/>
              </a:xfrm>
              <a:custGeom>
                <a:rect b="b" l="l" r="r" t="t"/>
                <a:pathLst>
                  <a:path extrusionOk="0" h="1349" w="1350">
                    <a:moveTo>
                      <a:pt x="674" y="0"/>
                    </a:moveTo>
                    <a:cubicBezTo>
                      <a:pt x="302" y="0"/>
                      <a:pt x="1" y="302"/>
                      <a:pt x="1" y="675"/>
                    </a:cubicBezTo>
                    <a:cubicBezTo>
                      <a:pt x="1" y="1048"/>
                      <a:pt x="302" y="1349"/>
                      <a:pt x="674" y="1349"/>
                    </a:cubicBezTo>
                    <a:cubicBezTo>
                      <a:pt x="1047" y="1349"/>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7"/>
              <p:cNvSpPr/>
              <p:nvPr/>
            </p:nvSpPr>
            <p:spPr>
              <a:xfrm>
                <a:off x="-4607284" y="4484489"/>
                <a:ext cx="72571" cy="323215"/>
              </a:xfrm>
              <a:custGeom>
                <a:rect b="b" l="l" r="r" t="t"/>
                <a:pathLst>
                  <a:path extrusionOk="0" h="3180" w="714">
                    <a:moveTo>
                      <a:pt x="1" y="1"/>
                    </a:moveTo>
                    <a:lnTo>
                      <a:pt x="1" y="3179"/>
                    </a:lnTo>
                    <a:lnTo>
                      <a:pt x="342" y="3064"/>
                    </a:lnTo>
                    <a:cubicBezTo>
                      <a:pt x="563" y="2987"/>
                      <a:pt x="713" y="2780"/>
                      <a:pt x="713" y="2545"/>
                    </a:cubicBezTo>
                    <a:lnTo>
                      <a:pt x="713" y="635"/>
                    </a:lnTo>
                    <a:cubicBezTo>
                      <a:pt x="713" y="401"/>
                      <a:pt x="563" y="193"/>
                      <a:pt x="342" y="117"/>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7"/>
              <p:cNvSpPr/>
              <p:nvPr/>
            </p:nvSpPr>
            <p:spPr>
              <a:xfrm>
                <a:off x="-4607284" y="4611439"/>
                <a:ext cx="34863" cy="69318"/>
              </a:xfrm>
              <a:custGeom>
                <a:rect b="b" l="l" r="r" t="t"/>
                <a:pathLst>
                  <a:path extrusionOk="0" h="682" w="343">
                    <a:moveTo>
                      <a:pt x="1" y="0"/>
                    </a:moveTo>
                    <a:lnTo>
                      <a:pt x="1" y="682"/>
                    </a:lnTo>
                    <a:cubicBezTo>
                      <a:pt x="189" y="682"/>
                      <a:pt x="342" y="530"/>
                      <a:pt x="343" y="342"/>
                    </a:cubicBezTo>
                    <a:cubicBezTo>
                      <a:pt x="343" y="153"/>
                      <a:pt x="18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7"/>
              <p:cNvSpPr/>
              <p:nvPr/>
            </p:nvSpPr>
            <p:spPr>
              <a:xfrm>
                <a:off x="-4439986" y="4467413"/>
                <a:ext cx="101538" cy="101640"/>
              </a:xfrm>
              <a:custGeom>
                <a:rect b="b" l="l" r="r" t="t"/>
                <a:pathLst>
                  <a:path extrusionOk="0" h="1000" w="999">
                    <a:moveTo>
                      <a:pt x="499" y="0"/>
                    </a:moveTo>
                    <a:cubicBezTo>
                      <a:pt x="224" y="0"/>
                      <a:pt x="1" y="224"/>
                      <a:pt x="1" y="500"/>
                    </a:cubicBezTo>
                    <a:cubicBezTo>
                      <a:pt x="1" y="776"/>
                      <a:pt x="224" y="999"/>
                      <a:pt x="499" y="999"/>
                    </a:cubicBezTo>
                    <a:cubicBezTo>
                      <a:pt x="775" y="999"/>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7"/>
              <p:cNvSpPr/>
              <p:nvPr/>
            </p:nvSpPr>
            <p:spPr>
              <a:xfrm>
                <a:off x="-4439986" y="4723142"/>
                <a:ext cx="101538" cy="101538"/>
              </a:xfrm>
              <a:custGeom>
                <a:rect b="b" l="l" r="r" t="t"/>
                <a:pathLst>
                  <a:path extrusionOk="0" h="999" w="999">
                    <a:moveTo>
                      <a:pt x="499" y="0"/>
                    </a:moveTo>
                    <a:cubicBezTo>
                      <a:pt x="224" y="0"/>
                      <a:pt x="1" y="224"/>
                      <a:pt x="1" y="500"/>
                    </a:cubicBezTo>
                    <a:cubicBezTo>
                      <a:pt x="1" y="776"/>
                      <a:pt x="224" y="998"/>
                      <a:pt x="499" y="998"/>
                    </a:cubicBezTo>
                    <a:cubicBezTo>
                      <a:pt x="775" y="998"/>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7"/>
              <p:cNvSpPr/>
              <p:nvPr/>
            </p:nvSpPr>
            <p:spPr>
              <a:xfrm>
                <a:off x="-4266895" y="4421472"/>
                <a:ext cx="17076" cy="449046"/>
              </a:xfrm>
              <a:custGeom>
                <a:rect b="b" l="l" r="r" t="t"/>
                <a:pathLst>
                  <a:path extrusionOk="0" h="4418" w="168">
                    <a:moveTo>
                      <a:pt x="70" y="0"/>
                    </a:moveTo>
                    <a:cubicBezTo>
                      <a:pt x="31" y="0"/>
                      <a:pt x="1" y="31"/>
                      <a:pt x="1" y="70"/>
                    </a:cubicBezTo>
                    <a:lnTo>
                      <a:pt x="1" y="4347"/>
                    </a:lnTo>
                    <a:cubicBezTo>
                      <a:pt x="1" y="4386"/>
                      <a:pt x="31" y="4417"/>
                      <a:pt x="70" y="4417"/>
                    </a:cubicBezTo>
                    <a:lnTo>
                      <a:pt x="99" y="4417"/>
                    </a:lnTo>
                    <a:cubicBezTo>
                      <a:pt x="137" y="4417"/>
                      <a:pt x="168" y="4386"/>
                      <a:pt x="168" y="4347"/>
                    </a:cubicBezTo>
                    <a:lnTo>
                      <a:pt x="168" y="70"/>
                    </a:lnTo>
                    <a:cubicBezTo>
                      <a:pt x="168" y="32"/>
                      <a:pt x="137" y="0"/>
                      <a:pt x="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7"/>
              <p:cNvSpPr/>
              <p:nvPr/>
            </p:nvSpPr>
            <p:spPr>
              <a:xfrm>
                <a:off x="-4232643" y="4421472"/>
                <a:ext cx="17279" cy="449046"/>
              </a:xfrm>
              <a:custGeom>
                <a:rect b="b" l="l" r="r" t="t"/>
                <a:pathLst>
                  <a:path extrusionOk="0" h="4418" w="170">
                    <a:moveTo>
                      <a:pt x="69" y="0"/>
                    </a:moveTo>
                    <a:cubicBezTo>
                      <a:pt x="31" y="0"/>
                      <a:pt x="0" y="31"/>
                      <a:pt x="0" y="70"/>
                    </a:cubicBezTo>
                    <a:lnTo>
                      <a:pt x="0" y="4347"/>
                    </a:lnTo>
                    <a:cubicBezTo>
                      <a:pt x="0" y="4386"/>
                      <a:pt x="31" y="4417"/>
                      <a:pt x="69" y="4417"/>
                    </a:cubicBezTo>
                    <a:lnTo>
                      <a:pt x="98" y="4417"/>
                    </a:lnTo>
                    <a:cubicBezTo>
                      <a:pt x="136" y="4417"/>
                      <a:pt x="167" y="4386"/>
                      <a:pt x="167" y="4347"/>
                    </a:cubicBezTo>
                    <a:lnTo>
                      <a:pt x="167" y="70"/>
                    </a:lnTo>
                    <a:cubicBezTo>
                      <a:pt x="169" y="32"/>
                      <a:pt x="136" y="0"/>
                      <a:pt x="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8" name="Google Shape;6238;p77"/>
            <p:cNvGrpSpPr/>
            <p:nvPr/>
          </p:nvGrpSpPr>
          <p:grpSpPr>
            <a:xfrm rot="-205495">
              <a:off x="204734" y="3443482"/>
              <a:ext cx="337182" cy="1085935"/>
              <a:chOff x="-507662" y="283925"/>
              <a:chExt cx="249300" cy="802900"/>
            </a:xfrm>
          </p:grpSpPr>
          <p:sp>
            <p:nvSpPr>
              <p:cNvPr id="6239" name="Google Shape;6239;p77"/>
              <p:cNvSpPr/>
              <p:nvPr/>
            </p:nvSpPr>
            <p:spPr>
              <a:xfrm>
                <a:off x="-507662" y="283925"/>
                <a:ext cx="249300" cy="802900"/>
              </a:xfrm>
              <a:custGeom>
                <a:rect b="b" l="l" r="r" t="t"/>
                <a:pathLst>
                  <a:path extrusionOk="0" h="32116" w="9972">
                    <a:moveTo>
                      <a:pt x="4820" y="1"/>
                    </a:moveTo>
                    <a:cubicBezTo>
                      <a:pt x="1333" y="1"/>
                      <a:pt x="220" y="2879"/>
                      <a:pt x="127" y="5466"/>
                    </a:cubicBezTo>
                    <a:cubicBezTo>
                      <a:pt x="45" y="5448"/>
                      <a:pt x="1" y="5439"/>
                      <a:pt x="1" y="5439"/>
                    </a:cubicBezTo>
                    <a:lnTo>
                      <a:pt x="0" y="6146"/>
                    </a:lnTo>
                    <a:cubicBezTo>
                      <a:pt x="0" y="6146"/>
                      <a:pt x="45" y="6157"/>
                      <a:pt x="135" y="6178"/>
                    </a:cubicBezTo>
                    <a:cubicBezTo>
                      <a:pt x="212" y="7236"/>
                      <a:pt x="628" y="8201"/>
                      <a:pt x="1276" y="8965"/>
                    </a:cubicBezTo>
                    <a:cubicBezTo>
                      <a:pt x="1273" y="8964"/>
                      <a:pt x="1272" y="8964"/>
                      <a:pt x="1272" y="8964"/>
                    </a:cubicBezTo>
                    <a:lnTo>
                      <a:pt x="1272" y="8964"/>
                    </a:lnTo>
                    <a:lnTo>
                      <a:pt x="1972" y="9757"/>
                    </a:lnTo>
                    <a:cubicBezTo>
                      <a:pt x="1985" y="9759"/>
                      <a:pt x="1998" y="9763"/>
                      <a:pt x="2013" y="9765"/>
                    </a:cubicBezTo>
                    <a:lnTo>
                      <a:pt x="1987" y="9765"/>
                    </a:lnTo>
                    <a:lnTo>
                      <a:pt x="2989" y="31481"/>
                    </a:lnTo>
                    <a:cubicBezTo>
                      <a:pt x="2989" y="31481"/>
                      <a:pt x="3673" y="32115"/>
                      <a:pt x="5032" y="32116"/>
                    </a:cubicBezTo>
                    <a:cubicBezTo>
                      <a:pt x="5034" y="32116"/>
                      <a:pt x="5035" y="32116"/>
                      <a:pt x="5036" y="32116"/>
                    </a:cubicBezTo>
                    <a:cubicBezTo>
                      <a:pt x="6471" y="32116"/>
                      <a:pt x="7092" y="31486"/>
                      <a:pt x="7092" y="31486"/>
                    </a:cubicBezTo>
                    <a:lnTo>
                      <a:pt x="8145" y="9772"/>
                    </a:lnTo>
                    <a:lnTo>
                      <a:pt x="8084" y="9772"/>
                    </a:lnTo>
                    <a:cubicBezTo>
                      <a:pt x="8114" y="9762"/>
                      <a:pt x="8129" y="9755"/>
                      <a:pt x="8129" y="9755"/>
                    </a:cubicBezTo>
                    <a:lnTo>
                      <a:pt x="8643" y="9035"/>
                    </a:lnTo>
                    <a:cubicBezTo>
                      <a:pt x="9322" y="8263"/>
                      <a:pt x="9763" y="7276"/>
                      <a:pt x="9844" y="6187"/>
                    </a:cubicBezTo>
                    <a:cubicBezTo>
                      <a:pt x="9928" y="6168"/>
                      <a:pt x="9971" y="6157"/>
                      <a:pt x="9971" y="6157"/>
                    </a:cubicBezTo>
                    <a:lnTo>
                      <a:pt x="9972" y="5450"/>
                    </a:lnTo>
                    <a:lnTo>
                      <a:pt x="9972" y="5450"/>
                    </a:lnTo>
                    <a:cubicBezTo>
                      <a:pt x="9972" y="5450"/>
                      <a:pt x="9930" y="5461"/>
                      <a:pt x="9851" y="5480"/>
                    </a:cubicBezTo>
                    <a:cubicBezTo>
                      <a:pt x="9738" y="2878"/>
                      <a:pt x="8299" y="43"/>
                      <a:pt x="4902" y="1"/>
                    </a:cubicBezTo>
                    <a:cubicBezTo>
                      <a:pt x="4875" y="1"/>
                      <a:pt x="4848" y="1"/>
                      <a:pt x="482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0" name="Google Shape;6240;p77"/>
              <p:cNvGrpSpPr/>
              <p:nvPr/>
            </p:nvGrpSpPr>
            <p:grpSpPr>
              <a:xfrm>
                <a:off x="-507662" y="283950"/>
                <a:ext cx="249300" cy="802850"/>
                <a:chOff x="-4628300" y="394775"/>
                <a:chExt cx="249300" cy="802850"/>
              </a:xfrm>
            </p:grpSpPr>
            <p:sp>
              <p:nvSpPr>
                <p:cNvPr id="6241" name="Google Shape;6241;p77"/>
                <p:cNvSpPr/>
                <p:nvPr/>
              </p:nvSpPr>
              <p:spPr>
                <a:xfrm>
                  <a:off x="-4625325" y="394775"/>
                  <a:ext cx="243575" cy="267125"/>
                </a:xfrm>
                <a:custGeom>
                  <a:rect b="b" l="l" r="r" t="t"/>
                  <a:pathLst>
                    <a:path extrusionOk="0" h="10685" w="9743">
                      <a:moveTo>
                        <a:pt x="4703" y="1"/>
                      </a:moveTo>
                      <a:cubicBezTo>
                        <a:pt x="1059" y="1"/>
                        <a:pt x="5" y="3143"/>
                        <a:pt x="2" y="5811"/>
                      </a:cubicBezTo>
                      <a:cubicBezTo>
                        <a:pt x="0" y="8499"/>
                        <a:pt x="2178" y="10682"/>
                        <a:pt x="4866" y="10685"/>
                      </a:cubicBezTo>
                      <a:cubicBezTo>
                        <a:pt x="4868" y="10685"/>
                        <a:pt x="4870" y="10685"/>
                        <a:pt x="4872" y="10685"/>
                      </a:cubicBezTo>
                      <a:cubicBezTo>
                        <a:pt x="7557" y="10685"/>
                        <a:pt x="9737" y="8508"/>
                        <a:pt x="9739" y="5822"/>
                      </a:cubicBezTo>
                      <a:cubicBezTo>
                        <a:pt x="9742" y="3133"/>
                        <a:pt x="8329" y="45"/>
                        <a:pt x="4783" y="1"/>
                      </a:cubicBezTo>
                      <a:cubicBezTo>
                        <a:pt x="4757" y="1"/>
                        <a:pt x="4730" y="1"/>
                        <a:pt x="4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7"/>
                <p:cNvSpPr/>
                <p:nvPr/>
              </p:nvSpPr>
              <p:spPr>
                <a:xfrm>
                  <a:off x="-4578650" y="638800"/>
                  <a:ext cx="153925" cy="558825"/>
                </a:xfrm>
                <a:custGeom>
                  <a:rect b="b" l="l" r="r" t="t"/>
                  <a:pathLst>
                    <a:path extrusionOk="0" h="22353" w="6157">
                      <a:moveTo>
                        <a:pt x="0" y="1"/>
                      </a:moveTo>
                      <a:lnTo>
                        <a:pt x="1002" y="21718"/>
                      </a:lnTo>
                      <a:cubicBezTo>
                        <a:pt x="1002" y="21718"/>
                        <a:pt x="1685" y="22352"/>
                        <a:pt x="3045" y="22353"/>
                      </a:cubicBezTo>
                      <a:cubicBezTo>
                        <a:pt x="3049" y="22353"/>
                        <a:pt x="3052" y="22353"/>
                        <a:pt x="3056" y="22353"/>
                      </a:cubicBezTo>
                      <a:cubicBezTo>
                        <a:pt x="4485" y="22353"/>
                        <a:pt x="5105" y="21723"/>
                        <a:pt x="5105" y="21723"/>
                      </a:cubicBezTo>
                      <a:lnTo>
                        <a:pt x="6157" y="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7"/>
                <p:cNvSpPr/>
                <p:nvPr/>
              </p:nvSpPr>
              <p:spPr>
                <a:xfrm>
                  <a:off x="-4596525" y="618825"/>
                  <a:ext cx="184925" cy="29825"/>
                </a:xfrm>
                <a:custGeom>
                  <a:rect b="b" l="l" r="r" t="t"/>
                  <a:pathLst>
                    <a:path extrusionOk="0" h="1193" w="7397">
                      <a:moveTo>
                        <a:pt x="1" y="0"/>
                      </a:moveTo>
                      <a:lnTo>
                        <a:pt x="701" y="793"/>
                      </a:lnTo>
                      <a:cubicBezTo>
                        <a:pt x="1992" y="1092"/>
                        <a:pt x="3106" y="1192"/>
                        <a:pt x="4019" y="1192"/>
                      </a:cubicBezTo>
                      <a:cubicBezTo>
                        <a:pt x="5843" y="1192"/>
                        <a:pt x="6857" y="793"/>
                        <a:pt x="6857" y="793"/>
                      </a:cubicBezTo>
                      <a:lnTo>
                        <a:pt x="7396" y="38"/>
                      </a:lnTo>
                      <a:lnTo>
                        <a:pt x="7396" y="38"/>
                      </a:lnTo>
                      <a:cubicBezTo>
                        <a:pt x="5867" y="370"/>
                        <a:pt x="4550" y="482"/>
                        <a:pt x="3469" y="482"/>
                      </a:cubicBezTo>
                      <a:cubicBezTo>
                        <a:pt x="1227" y="482"/>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7"/>
                <p:cNvSpPr/>
                <p:nvPr/>
              </p:nvSpPr>
              <p:spPr>
                <a:xfrm>
                  <a:off x="-4628300" y="530675"/>
                  <a:ext cx="249300" cy="29925"/>
                </a:xfrm>
                <a:custGeom>
                  <a:rect b="b" l="l" r="r" t="t"/>
                  <a:pathLst>
                    <a:path extrusionOk="0" h="1197" w="9972">
                      <a:moveTo>
                        <a:pt x="1" y="1"/>
                      </a:moveTo>
                      <a:lnTo>
                        <a:pt x="0" y="708"/>
                      </a:lnTo>
                      <a:cubicBezTo>
                        <a:pt x="0" y="708"/>
                        <a:pt x="1837" y="1193"/>
                        <a:pt x="4994" y="1197"/>
                      </a:cubicBezTo>
                      <a:cubicBezTo>
                        <a:pt x="5001" y="1197"/>
                        <a:pt x="5007" y="1197"/>
                        <a:pt x="5014" y="1197"/>
                      </a:cubicBezTo>
                      <a:cubicBezTo>
                        <a:pt x="8066" y="1197"/>
                        <a:pt x="9971" y="719"/>
                        <a:pt x="9971" y="719"/>
                      </a:cubicBezTo>
                      <a:lnTo>
                        <a:pt x="9972" y="12"/>
                      </a:lnTo>
                      <a:lnTo>
                        <a:pt x="9972" y="12"/>
                      </a:lnTo>
                      <a:cubicBezTo>
                        <a:pt x="9971" y="12"/>
                        <a:pt x="8240" y="490"/>
                        <a:pt x="5054" y="490"/>
                      </a:cubicBezTo>
                      <a:cubicBezTo>
                        <a:pt x="5040" y="490"/>
                        <a:pt x="5027" y="490"/>
                        <a:pt x="5013" y="490"/>
                      </a:cubicBezTo>
                      <a:cubicBezTo>
                        <a:pt x="2056" y="48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7"/>
                <p:cNvSpPr/>
                <p:nvPr/>
              </p:nvSpPr>
              <p:spPr>
                <a:xfrm>
                  <a:off x="-4517700" y="824050"/>
                  <a:ext cx="33375" cy="120300"/>
                </a:xfrm>
                <a:custGeom>
                  <a:rect b="b" l="l" r="r" t="t"/>
                  <a:pathLst>
                    <a:path extrusionOk="0" h="4812" w="1335">
                      <a:moveTo>
                        <a:pt x="630" y="0"/>
                      </a:moveTo>
                      <a:cubicBezTo>
                        <a:pt x="283" y="0"/>
                        <a:pt x="1" y="285"/>
                        <a:pt x="8" y="632"/>
                      </a:cubicBezTo>
                      <a:lnTo>
                        <a:pt x="76" y="4201"/>
                      </a:lnTo>
                      <a:cubicBezTo>
                        <a:pt x="82" y="4515"/>
                        <a:pt x="321" y="4776"/>
                        <a:pt x="633" y="4808"/>
                      </a:cubicBezTo>
                      <a:cubicBezTo>
                        <a:pt x="655" y="4810"/>
                        <a:pt x="677" y="4811"/>
                        <a:pt x="699" y="4811"/>
                      </a:cubicBezTo>
                      <a:cubicBezTo>
                        <a:pt x="1037" y="4811"/>
                        <a:pt x="1319" y="4538"/>
                        <a:pt x="1319" y="4193"/>
                      </a:cubicBezTo>
                      <a:lnTo>
                        <a:pt x="1334" y="627"/>
                      </a:lnTo>
                      <a:cubicBezTo>
                        <a:pt x="1335" y="292"/>
                        <a:pt x="1069" y="15"/>
                        <a:pt x="733" y="4"/>
                      </a:cubicBezTo>
                      <a:lnTo>
                        <a:pt x="651" y="1"/>
                      </a:lnTo>
                      <a:cubicBezTo>
                        <a:pt x="644" y="0"/>
                        <a:pt x="637"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7"/>
                <p:cNvSpPr/>
                <p:nvPr/>
              </p:nvSpPr>
              <p:spPr>
                <a:xfrm>
                  <a:off x="-4512225" y="910675"/>
                  <a:ext cx="23325" cy="18250"/>
                </a:xfrm>
                <a:custGeom>
                  <a:rect b="b" l="l" r="r" t="t"/>
                  <a:pathLst>
                    <a:path extrusionOk="0" h="730" w="933">
                      <a:moveTo>
                        <a:pt x="0" y="0"/>
                      </a:moveTo>
                      <a:lnTo>
                        <a:pt x="28" y="693"/>
                      </a:lnTo>
                      <a:lnTo>
                        <a:pt x="922" y="730"/>
                      </a:lnTo>
                      <a:lnTo>
                        <a:pt x="932"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47" name="Google Shape;6247;p77"/>
            <p:cNvGrpSpPr/>
            <p:nvPr/>
          </p:nvGrpSpPr>
          <p:grpSpPr>
            <a:xfrm rot="756415">
              <a:off x="1637257" y="303057"/>
              <a:ext cx="500563" cy="472888"/>
              <a:chOff x="-1174275" y="581450"/>
              <a:chExt cx="370100" cy="349638"/>
            </a:xfrm>
          </p:grpSpPr>
          <p:sp>
            <p:nvSpPr>
              <p:cNvPr id="6248" name="Google Shape;6248;p77"/>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7"/>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0" name="Google Shape;6250;p77"/>
            <p:cNvGrpSpPr/>
            <p:nvPr/>
          </p:nvGrpSpPr>
          <p:grpSpPr>
            <a:xfrm>
              <a:off x="8430776" y="2740077"/>
              <a:ext cx="606934" cy="489723"/>
              <a:chOff x="-1636175" y="409550"/>
              <a:chExt cx="448750" cy="362088"/>
            </a:xfrm>
          </p:grpSpPr>
          <p:sp>
            <p:nvSpPr>
              <p:cNvPr id="6251" name="Google Shape;6251;p77"/>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7"/>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3" name="Google Shape;6253;p77"/>
            <p:cNvGrpSpPr/>
            <p:nvPr/>
          </p:nvGrpSpPr>
          <p:grpSpPr>
            <a:xfrm rot="-708909">
              <a:off x="6890566" y="4305167"/>
              <a:ext cx="597549" cy="597688"/>
              <a:chOff x="5038846" y="235350"/>
              <a:chExt cx="158691" cy="158738"/>
            </a:xfrm>
          </p:grpSpPr>
          <p:sp>
            <p:nvSpPr>
              <p:cNvPr id="6254" name="Google Shape;6254;p77"/>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7"/>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6" name="Google Shape;6256;p77"/>
            <p:cNvGrpSpPr/>
            <p:nvPr/>
          </p:nvGrpSpPr>
          <p:grpSpPr>
            <a:xfrm>
              <a:off x="259252" y="1807327"/>
              <a:ext cx="546006" cy="519192"/>
              <a:chOff x="5164484" y="526738"/>
              <a:chExt cx="133266" cy="126713"/>
            </a:xfrm>
          </p:grpSpPr>
          <p:sp>
            <p:nvSpPr>
              <p:cNvPr id="6257" name="Google Shape;6257;p77"/>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7"/>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9" name="Google Shape;6259;p77"/>
            <p:cNvGrpSpPr/>
            <p:nvPr/>
          </p:nvGrpSpPr>
          <p:grpSpPr>
            <a:xfrm>
              <a:off x="511417" y="4538516"/>
              <a:ext cx="215033" cy="215222"/>
              <a:chOff x="5062659" y="967188"/>
              <a:chExt cx="109716" cy="109813"/>
            </a:xfrm>
          </p:grpSpPr>
          <p:sp>
            <p:nvSpPr>
              <p:cNvPr id="6260" name="Google Shape;6260;p77"/>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7"/>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7"/>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3" name="Google Shape;6263;p77"/>
            <p:cNvGrpSpPr/>
            <p:nvPr/>
          </p:nvGrpSpPr>
          <p:grpSpPr>
            <a:xfrm>
              <a:off x="172606" y="147288"/>
              <a:ext cx="1226224" cy="1460677"/>
              <a:chOff x="-2294600" y="1951375"/>
              <a:chExt cx="438125" cy="521913"/>
            </a:xfrm>
          </p:grpSpPr>
          <p:sp>
            <p:nvSpPr>
              <p:cNvPr id="6264" name="Google Shape;6264;p77"/>
              <p:cNvSpPr/>
              <p:nvPr/>
            </p:nvSpPr>
            <p:spPr>
              <a:xfrm>
                <a:off x="-2294600" y="1951375"/>
                <a:ext cx="438100" cy="521900"/>
              </a:xfrm>
              <a:custGeom>
                <a:rect b="b" l="l" r="r" t="t"/>
                <a:pathLst>
                  <a:path extrusionOk="0" h="20876" w="17524">
                    <a:moveTo>
                      <a:pt x="5361" y="0"/>
                    </a:moveTo>
                    <a:lnTo>
                      <a:pt x="0" y="13683"/>
                    </a:lnTo>
                    <a:lnTo>
                      <a:pt x="965" y="16487"/>
                    </a:lnTo>
                    <a:lnTo>
                      <a:pt x="12161" y="20875"/>
                    </a:lnTo>
                    <a:lnTo>
                      <a:pt x="17524" y="7192"/>
                    </a:lnTo>
                    <a:lnTo>
                      <a:pt x="16559" y="4387"/>
                    </a:lnTo>
                    <a:lnTo>
                      <a:pt x="5361"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5" name="Google Shape;6265;p77"/>
              <p:cNvGrpSpPr/>
              <p:nvPr/>
            </p:nvGrpSpPr>
            <p:grpSpPr>
              <a:xfrm>
                <a:off x="-2294575" y="1951463"/>
                <a:ext cx="438100" cy="521825"/>
                <a:chOff x="-2294575" y="1951463"/>
                <a:chExt cx="438100" cy="521825"/>
              </a:xfrm>
            </p:grpSpPr>
            <p:sp>
              <p:nvSpPr>
                <p:cNvPr id="6266" name="Google Shape;6266;p77"/>
                <p:cNvSpPr/>
                <p:nvPr/>
              </p:nvSpPr>
              <p:spPr>
                <a:xfrm>
                  <a:off x="-2294550" y="1951463"/>
                  <a:ext cx="413950" cy="451750"/>
                </a:xfrm>
                <a:custGeom>
                  <a:rect b="b" l="l" r="r" t="t"/>
                  <a:pathLst>
                    <a:path extrusionOk="0" h="18070" w="16558">
                      <a:moveTo>
                        <a:pt x="5361" y="0"/>
                      </a:moveTo>
                      <a:lnTo>
                        <a:pt x="0" y="13684"/>
                      </a:lnTo>
                      <a:lnTo>
                        <a:pt x="11196" y="18070"/>
                      </a:lnTo>
                      <a:lnTo>
                        <a:pt x="16558" y="4387"/>
                      </a:lnTo>
                      <a:lnTo>
                        <a:pt x="53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7"/>
                <p:cNvSpPr/>
                <p:nvPr/>
              </p:nvSpPr>
              <p:spPr>
                <a:xfrm>
                  <a:off x="-1933525" y="2073913"/>
                  <a:ext cx="20450" cy="14275"/>
                </a:xfrm>
                <a:custGeom>
                  <a:rect b="b" l="l" r="r" t="t"/>
                  <a:pathLst>
                    <a:path extrusionOk="0" h="571" w="818">
                      <a:moveTo>
                        <a:pt x="0" y="0"/>
                      </a:moveTo>
                      <a:lnTo>
                        <a:pt x="0" y="159"/>
                      </a:lnTo>
                      <a:lnTo>
                        <a:pt x="2" y="159"/>
                      </a:lnTo>
                      <a:cubicBezTo>
                        <a:pt x="2" y="322"/>
                        <a:pt x="99" y="477"/>
                        <a:pt x="261" y="542"/>
                      </a:cubicBezTo>
                      <a:cubicBezTo>
                        <a:pt x="310" y="561"/>
                        <a:pt x="361" y="570"/>
                        <a:pt x="411" y="570"/>
                      </a:cubicBezTo>
                      <a:cubicBezTo>
                        <a:pt x="576" y="570"/>
                        <a:pt x="731" y="471"/>
                        <a:pt x="795" y="310"/>
                      </a:cubicBezTo>
                      <a:cubicBezTo>
                        <a:pt x="812" y="259"/>
                        <a:pt x="817" y="209"/>
                        <a:pt x="817" y="159"/>
                      </a:cubicBezTo>
                      <a:lnTo>
                        <a:pt x="817" y="0"/>
                      </a:lnTo>
                      <a:close/>
                    </a:path>
                  </a:pathLst>
                </a:custGeom>
                <a:solidFill>
                  <a:srgbClr val="11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7"/>
                <p:cNvSpPr/>
                <p:nvPr/>
              </p:nvSpPr>
              <p:spPr>
                <a:xfrm>
                  <a:off x="-1934925" y="2064938"/>
                  <a:ext cx="23300" cy="20575"/>
                </a:xfrm>
                <a:custGeom>
                  <a:rect b="b" l="l" r="r" t="t"/>
                  <a:pathLst>
                    <a:path extrusionOk="0" h="823" w="932">
                      <a:moveTo>
                        <a:pt x="466" y="0"/>
                      </a:moveTo>
                      <a:cubicBezTo>
                        <a:pt x="302" y="0"/>
                        <a:pt x="147" y="99"/>
                        <a:pt x="84" y="261"/>
                      </a:cubicBezTo>
                      <a:cubicBezTo>
                        <a:pt x="0" y="473"/>
                        <a:pt x="105" y="711"/>
                        <a:pt x="316" y="794"/>
                      </a:cubicBezTo>
                      <a:cubicBezTo>
                        <a:pt x="366" y="813"/>
                        <a:pt x="417" y="823"/>
                        <a:pt x="467" y="823"/>
                      </a:cubicBezTo>
                      <a:cubicBezTo>
                        <a:pt x="631" y="823"/>
                        <a:pt x="785" y="723"/>
                        <a:pt x="849" y="561"/>
                      </a:cubicBezTo>
                      <a:cubicBezTo>
                        <a:pt x="931" y="351"/>
                        <a:pt x="828" y="113"/>
                        <a:pt x="616" y="29"/>
                      </a:cubicBezTo>
                      <a:cubicBezTo>
                        <a:pt x="567" y="9"/>
                        <a:pt x="516" y="0"/>
                        <a:pt x="4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7"/>
                <p:cNvSpPr/>
                <p:nvPr/>
              </p:nvSpPr>
              <p:spPr>
                <a:xfrm>
                  <a:off x="-2100450" y="2284813"/>
                  <a:ext cx="39275" cy="38750"/>
                </a:xfrm>
                <a:custGeom>
                  <a:rect b="b" l="l" r="r" t="t"/>
                  <a:pathLst>
                    <a:path extrusionOk="0" h="1550" w="1571">
                      <a:moveTo>
                        <a:pt x="1488" y="944"/>
                      </a:moveTo>
                      <a:cubicBezTo>
                        <a:pt x="1482" y="967"/>
                        <a:pt x="1474" y="988"/>
                        <a:pt x="1465" y="1012"/>
                      </a:cubicBezTo>
                      <a:cubicBezTo>
                        <a:pt x="1474" y="988"/>
                        <a:pt x="1482" y="966"/>
                        <a:pt x="1488" y="944"/>
                      </a:cubicBezTo>
                      <a:close/>
                      <a:moveTo>
                        <a:pt x="379" y="1369"/>
                      </a:moveTo>
                      <a:cubicBezTo>
                        <a:pt x="383" y="1370"/>
                        <a:pt x="387" y="1373"/>
                        <a:pt x="390" y="1375"/>
                      </a:cubicBezTo>
                      <a:cubicBezTo>
                        <a:pt x="387" y="1373"/>
                        <a:pt x="383" y="1372"/>
                        <a:pt x="379" y="1369"/>
                      </a:cubicBezTo>
                      <a:close/>
                      <a:moveTo>
                        <a:pt x="439" y="1403"/>
                      </a:moveTo>
                      <a:cubicBezTo>
                        <a:pt x="459" y="1413"/>
                        <a:pt x="480" y="1422"/>
                        <a:pt x="502" y="1431"/>
                      </a:cubicBezTo>
                      <a:cubicBezTo>
                        <a:pt x="479" y="1422"/>
                        <a:pt x="459" y="1413"/>
                        <a:pt x="439" y="1403"/>
                      </a:cubicBezTo>
                      <a:close/>
                      <a:moveTo>
                        <a:pt x="775" y="1"/>
                      </a:moveTo>
                      <a:cubicBezTo>
                        <a:pt x="480" y="1"/>
                        <a:pt x="199" y="179"/>
                        <a:pt x="85" y="471"/>
                      </a:cubicBezTo>
                      <a:cubicBezTo>
                        <a:pt x="0" y="688"/>
                        <a:pt x="24" y="919"/>
                        <a:pt x="130" y="1107"/>
                      </a:cubicBezTo>
                      <a:cubicBezTo>
                        <a:pt x="206" y="1279"/>
                        <a:pt x="346" y="1424"/>
                        <a:pt x="534" y="1498"/>
                      </a:cubicBezTo>
                      <a:cubicBezTo>
                        <a:pt x="622" y="1533"/>
                        <a:pt x="714" y="1550"/>
                        <a:pt x="804" y="1550"/>
                      </a:cubicBezTo>
                      <a:cubicBezTo>
                        <a:pt x="1100" y="1550"/>
                        <a:pt x="1380" y="1371"/>
                        <a:pt x="1494" y="1079"/>
                      </a:cubicBezTo>
                      <a:cubicBezTo>
                        <a:pt x="1571" y="883"/>
                        <a:pt x="1555" y="677"/>
                        <a:pt x="1476" y="501"/>
                      </a:cubicBezTo>
                      <a:cubicBezTo>
                        <a:pt x="1407" y="302"/>
                        <a:pt x="1256" y="135"/>
                        <a:pt x="1045" y="52"/>
                      </a:cubicBezTo>
                      <a:cubicBezTo>
                        <a:pt x="957" y="17"/>
                        <a:pt x="865" y="1"/>
                        <a:pt x="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7"/>
                <p:cNvSpPr/>
                <p:nvPr/>
              </p:nvSpPr>
              <p:spPr>
                <a:xfrm>
                  <a:off x="-2193050" y="2258163"/>
                  <a:ext cx="13675" cy="12050"/>
                </a:xfrm>
                <a:custGeom>
                  <a:rect b="b" l="l" r="r" t="t"/>
                  <a:pathLst>
                    <a:path extrusionOk="0" h="482" w="547">
                      <a:moveTo>
                        <a:pt x="273" y="0"/>
                      </a:moveTo>
                      <a:cubicBezTo>
                        <a:pt x="177" y="0"/>
                        <a:pt x="86" y="58"/>
                        <a:pt x="48" y="153"/>
                      </a:cubicBezTo>
                      <a:cubicBezTo>
                        <a:pt x="0" y="277"/>
                        <a:pt x="61" y="417"/>
                        <a:pt x="185" y="465"/>
                      </a:cubicBezTo>
                      <a:cubicBezTo>
                        <a:pt x="214" y="476"/>
                        <a:pt x="243" y="482"/>
                        <a:pt x="272" y="482"/>
                      </a:cubicBezTo>
                      <a:cubicBezTo>
                        <a:pt x="368" y="482"/>
                        <a:pt x="459" y="424"/>
                        <a:pt x="497" y="329"/>
                      </a:cubicBezTo>
                      <a:cubicBezTo>
                        <a:pt x="546" y="205"/>
                        <a:pt x="485" y="66"/>
                        <a:pt x="359" y="16"/>
                      </a:cubicBezTo>
                      <a:cubicBezTo>
                        <a:pt x="331" y="5"/>
                        <a:pt x="302"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7"/>
                <p:cNvSpPr/>
                <p:nvPr/>
              </p:nvSpPr>
              <p:spPr>
                <a:xfrm>
                  <a:off x="-2031325" y="2321538"/>
                  <a:ext cx="13650" cy="12050"/>
                </a:xfrm>
                <a:custGeom>
                  <a:rect b="b" l="l" r="r" t="t"/>
                  <a:pathLst>
                    <a:path extrusionOk="0" h="482" w="546">
                      <a:moveTo>
                        <a:pt x="272" y="0"/>
                      </a:moveTo>
                      <a:cubicBezTo>
                        <a:pt x="176" y="0"/>
                        <a:pt x="85" y="58"/>
                        <a:pt x="48" y="153"/>
                      </a:cubicBezTo>
                      <a:cubicBezTo>
                        <a:pt x="1" y="277"/>
                        <a:pt x="61" y="416"/>
                        <a:pt x="184" y="466"/>
                      </a:cubicBezTo>
                      <a:cubicBezTo>
                        <a:pt x="213" y="477"/>
                        <a:pt x="242" y="482"/>
                        <a:pt x="271" y="482"/>
                      </a:cubicBezTo>
                      <a:cubicBezTo>
                        <a:pt x="368" y="482"/>
                        <a:pt x="459" y="424"/>
                        <a:pt x="497" y="328"/>
                      </a:cubicBezTo>
                      <a:cubicBezTo>
                        <a:pt x="546" y="205"/>
                        <a:pt x="486" y="65"/>
                        <a:pt x="360" y="17"/>
                      </a:cubicBezTo>
                      <a:cubicBezTo>
                        <a:pt x="331" y="6"/>
                        <a:pt x="301"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7"/>
                <p:cNvSpPr/>
                <p:nvPr/>
              </p:nvSpPr>
              <p:spPr>
                <a:xfrm>
                  <a:off x="-2294575" y="2061113"/>
                  <a:ext cx="438100" cy="412175"/>
                </a:xfrm>
                <a:custGeom>
                  <a:rect b="b" l="l" r="r" t="t"/>
                  <a:pathLst>
                    <a:path extrusionOk="0" h="16487" w="17524">
                      <a:moveTo>
                        <a:pt x="16558" y="0"/>
                      </a:moveTo>
                      <a:lnTo>
                        <a:pt x="11197" y="13682"/>
                      </a:lnTo>
                      <a:lnTo>
                        <a:pt x="0" y="9296"/>
                      </a:lnTo>
                      <a:lnTo>
                        <a:pt x="965" y="12098"/>
                      </a:lnTo>
                      <a:lnTo>
                        <a:pt x="12162" y="16486"/>
                      </a:lnTo>
                      <a:lnTo>
                        <a:pt x="17524" y="2803"/>
                      </a:lnTo>
                      <a:lnTo>
                        <a:pt x="165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7"/>
                <p:cNvSpPr/>
                <p:nvPr/>
              </p:nvSpPr>
              <p:spPr>
                <a:xfrm>
                  <a:off x="-2087625" y="2056038"/>
                  <a:ext cx="184150" cy="187625"/>
                </a:xfrm>
                <a:custGeom>
                  <a:rect b="b" l="l" r="r" t="t"/>
                  <a:pathLst>
                    <a:path extrusionOk="0" h="7505" w="7366">
                      <a:moveTo>
                        <a:pt x="6207" y="0"/>
                      </a:moveTo>
                      <a:lnTo>
                        <a:pt x="5783" y="1083"/>
                      </a:lnTo>
                      <a:lnTo>
                        <a:pt x="5783" y="1189"/>
                      </a:lnTo>
                      <a:lnTo>
                        <a:pt x="5979" y="1266"/>
                      </a:lnTo>
                      <a:lnTo>
                        <a:pt x="1434" y="6904"/>
                      </a:lnTo>
                      <a:lnTo>
                        <a:pt x="713" y="6108"/>
                      </a:lnTo>
                      <a:lnTo>
                        <a:pt x="29" y="6546"/>
                      </a:lnTo>
                      <a:lnTo>
                        <a:pt x="1" y="6634"/>
                      </a:lnTo>
                      <a:lnTo>
                        <a:pt x="1004" y="7439"/>
                      </a:lnTo>
                      <a:lnTo>
                        <a:pt x="1057" y="7373"/>
                      </a:lnTo>
                      <a:lnTo>
                        <a:pt x="1435" y="6906"/>
                      </a:lnTo>
                      <a:lnTo>
                        <a:pt x="1058" y="7374"/>
                      </a:lnTo>
                      <a:lnTo>
                        <a:pt x="1004" y="7441"/>
                      </a:lnTo>
                      <a:cubicBezTo>
                        <a:pt x="1012" y="7449"/>
                        <a:pt x="1023" y="7455"/>
                        <a:pt x="1032" y="7461"/>
                      </a:cubicBezTo>
                      <a:lnTo>
                        <a:pt x="1040" y="7466"/>
                      </a:lnTo>
                      <a:cubicBezTo>
                        <a:pt x="1048" y="7471"/>
                        <a:pt x="1057" y="7475"/>
                        <a:pt x="1066" y="7479"/>
                      </a:cubicBezTo>
                      <a:cubicBezTo>
                        <a:pt x="1067" y="7480"/>
                        <a:pt x="1069" y="7480"/>
                        <a:pt x="1071" y="7481"/>
                      </a:cubicBezTo>
                      <a:cubicBezTo>
                        <a:pt x="1107" y="7497"/>
                        <a:pt x="1145" y="7504"/>
                        <a:pt x="1183" y="7504"/>
                      </a:cubicBezTo>
                      <a:cubicBezTo>
                        <a:pt x="1266" y="7504"/>
                        <a:pt x="1348" y="7468"/>
                        <a:pt x="1404" y="7397"/>
                      </a:cubicBezTo>
                      <a:lnTo>
                        <a:pt x="6259" y="1375"/>
                      </a:lnTo>
                      <a:lnTo>
                        <a:pt x="6941" y="1641"/>
                      </a:lnTo>
                      <a:lnTo>
                        <a:pt x="7365" y="559"/>
                      </a:lnTo>
                      <a:lnTo>
                        <a:pt x="7365" y="453"/>
                      </a:lnTo>
                      <a:lnTo>
                        <a:pt x="62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7"/>
                <p:cNvSpPr/>
                <p:nvPr/>
              </p:nvSpPr>
              <p:spPr>
                <a:xfrm>
                  <a:off x="-2153650" y="2264638"/>
                  <a:ext cx="39300" cy="38750"/>
                </a:xfrm>
                <a:custGeom>
                  <a:rect b="b" l="l" r="r" t="t"/>
                  <a:pathLst>
                    <a:path extrusionOk="0" h="1550" w="1572">
                      <a:moveTo>
                        <a:pt x="1505" y="876"/>
                      </a:moveTo>
                      <a:lnTo>
                        <a:pt x="1505" y="876"/>
                      </a:lnTo>
                      <a:cubicBezTo>
                        <a:pt x="1504" y="880"/>
                        <a:pt x="1504" y="884"/>
                        <a:pt x="1502" y="887"/>
                      </a:cubicBezTo>
                      <a:cubicBezTo>
                        <a:pt x="1502" y="882"/>
                        <a:pt x="1504" y="880"/>
                        <a:pt x="1505" y="876"/>
                      </a:cubicBezTo>
                      <a:close/>
                      <a:moveTo>
                        <a:pt x="380" y="1370"/>
                      </a:moveTo>
                      <a:lnTo>
                        <a:pt x="380" y="1370"/>
                      </a:lnTo>
                      <a:cubicBezTo>
                        <a:pt x="384" y="1371"/>
                        <a:pt x="387" y="1374"/>
                        <a:pt x="391" y="1376"/>
                      </a:cubicBezTo>
                      <a:cubicBezTo>
                        <a:pt x="387" y="1374"/>
                        <a:pt x="383" y="1372"/>
                        <a:pt x="380" y="1370"/>
                      </a:cubicBezTo>
                      <a:close/>
                      <a:moveTo>
                        <a:pt x="777" y="0"/>
                      </a:moveTo>
                      <a:cubicBezTo>
                        <a:pt x="481" y="0"/>
                        <a:pt x="201" y="179"/>
                        <a:pt x="86" y="471"/>
                      </a:cubicBezTo>
                      <a:cubicBezTo>
                        <a:pt x="0" y="688"/>
                        <a:pt x="25" y="918"/>
                        <a:pt x="131" y="1107"/>
                      </a:cubicBezTo>
                      <a:cubicBezTo>
                        <a:pt x="206" y="1278"/>
                        <a:pt x="346" y="1423"/>
                        <a:pt x="535" y="1498"/>
                      </a:cubicBezTo>
                      <a:cubicBezTo>
                        <a:pt x="623" y="1533"/>
                        <a:pt x="715" y="1550"/>
                        <a:pt x="804" y="1550"/>
                      </a:cubicBezTo>
                      <a:cubicBezTo>
                        <a:pt x="1101" y="1550"/>
                        <a:pt x="1381" y="1370"/>
                        <a:pt x="1495" y="1078"/>
                      </a:cubicBezTo>
                      <a:cubicBezTo>
                        <a:pt x="1572" y="884"/>
                        <a:pt x="1556" y="678"/>
                        <a:pt x="1476" y="500"/>
                      </a:cubicBezTo>
                      <a:cubicBezTo>
                        <a:pt x="1408" y="302"/>
                        <a:pt x="1257" y="134"/>
                        <a:pt x="1046" y="51"/>
                      </a:cubicBezTo>
                      <a:cubicBezTo>
                        <a:pt x="958" y="17"/>
                        <a:pt x="86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7"/>
                <p:cNvSpPr/>
                <p:nvPr/>
              </p:nvSpPr>
              <p:spPr>
                <a:xfrm>
                  <a:off x="-2259050" y="2223338"/>
                  <a:ext cx="39325" cy="38775"/>
                </a:xfrm>
                <a:custGeom>
                  <a:rect b="b" l="l" r="r" t="t"/>
                  <a:pathLst>
                    <a:path extrusionOk="0" h="1551" w="1573">
                      <a:moveTo>
                        <a:pt x="1505" y="877"/>
                      </a:moveTo>
                      <a:cubicBezTo>
                        <a:pt x="1505" y="881"/>
                        <a:pt x="1503" y="885"/>
                        <a:pt x="1502" y="887"/>
                      </a:cubicBezTo>
                      <a:cubicBezTo>
                        <a:pt x="1504" y="883"/>
                        <a:pt x="1505" y="879"/>
                        <a:pt x="1505" y="877"/>
                      </a:cubicBezTo>
                      <a:close/>
                      <a:moveTo>
                        <a:pt x="439" y="1404"/>
                      </a:moveTo>
                      <a:cubicBezTo>
                        <a:pt x="460" y="1413"/>
                        <a:pt x="482" y="1424"/>
                        <a:pt x="504" y="1433"/>
                      </a:cubicBezTo>
                      <a:cubicBezTo>
                        <a:pt x="482" y="1424"/>
                        <a:pt x="460" y="1414"/>
                        <a:pt x="439" y="1404"/>
                      </a:cubicBezTo>
                      <a:close/>
                      <a:moveTo>
                        <a:pt x="777" y="1"/>
                      </a:moveTo>
                      <a:cubicBezTo>
                        <a:pt x="481" y="1"/>
                        <a:pt x="201" y="180"/>
                        <a:pt x="86" y="472"/>
                      </a:cubicBezTo>
                      <a:cubicBezTo>
                        <a:pt x="0" y="689"/>
                        <a:pt x="25" y="919"/>
                        <a:pt x="131" y="1108"/>
                      </a:cubicBezTo>
                      <a:cubicBezTo>
                        <a:pt x="207" y="1279"/>
                        <a:pt x="346" y="1424"/>
                        <a:pt x="535" y="1499"/>
                      </a:cubicBezTo>
                      <a:cubicBezTo>
                        <a:pt x="624" y="1534"/>
                        <a:pt x="715" y="1550"/>
                        <a:pt x="805" y="1550"/>
                      </a:cubicBezTo>
                      <a:cubicBezTo>
                        <a:pt x="1101" y="1550"/>
                        <a:pt x="1381" y="1371"/>
                        <a:pt x="1496" y="1079"/>
                      </a:cubicBezTo>
                      <a:cubicBezTo>
                        <a:pt x="1572" y="883"/>
                        <a:pt x="1558" y="679"/>
                        <a:pt x="1476" y="501"/>
                      </a:cubicBezTo>
                      <a:cubicBezTo>
                        <a:pt x="1408" y="303"/>
                        <a:pt x="1257" y="135"/>
                        <a:pt x="1047" y="52"/>
                      </a:cubicBezTo>
                      <a:cubicBezTo>
                        <a:pt x="958" y="17"/>
                        <a:pt x="867"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7"/>
                <p:cNvSpPr/>
                <p:nvPr/>
              </p:nvSpPr>
              <p:spPr>
                <a:xfrm>
                  <a:off x="-2252275" y="2229838"/>
                  <a:ext cx="24300" cy="23125"/>
                </a:xfrm>
                <a:custGeom>
                  <a:rect b="b" l="l" r="r" t="t"/>
                  <a:pathLst>
                    <a:path extrusionOk="0" h="925" w="972">
                      <a:moveTo>
                        <a:pt x="468" y="1"/>
                      </a:moveTo>
                      <a:cubicBezTo>
                        <a:pt x="236" y="1"/>
                        <a:pt x="40" y="178"/>
                        <a:pt x="18" y="414"/>
                      </a:cubicBezTo>
                      <a:cubicBezTo>
                        <a:pt x="1" y="611"/>
                        <a:pt x="111" y="788"/>
                        <a:pt x="279" y="866"/>
                      </a:cubicBezTo>
                      <a:lnTo>
                        <a:pt x="279" y="869"/>
                      </a:lnTo>
                      <a:cubicBezTo>
                        <a:pt x="333" y="896"/>
                        <a:pt x="393" y="916"/>
                        <a:pt x="456" y="922"/>
                      </a:cubicBezTo>
                      <a:cubicBezTo>
                        <a:pt x="473" y="924"/>
                        <a:pt x="490" y="925"/>
                        <a:pt x="506" y="925"/>
                      </a:cubicBezTo>
                      <a:cubicBezTo>
                        <a:pt x="743" y="925"/>
                        <a:pt x="941" y="751"/>
                        <a:pt x="957" y="516"/>
                      </a:cubicBezTo>
                      <a:cubicBezTo>
                        <a:pt x="972" y="329"/>
                        <a:pt x="870" y="158"/>
                        <a:pt x="714" y="71"/>
                      </a:cubicBezTo>
                      <a:cubicBezTo>
                        <a:pt x="655" y="34"/>
                        <a:pt x="586" y="9"/>
                        <a:pt x="512" y="3"/>
                      </a:cubicBezTo>
                      <a:cubicBezTo>
                        <a:pt x="497" y="1"/>
                        <a:pt x="483"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7"/>
                <p:cNvSpPr/>
                <p:nvPr/>
              </p:nvSpPr>
              <p:spPr>
                <a:xfrm>
                  <a:off x="-1975575" y="2193263"/>
                  <a:ext cx="23375" cy="52875"/>
                </a:xfrm>
                <a:custGeom>
                  <a:rect b="b" l="l" r="r" t="t"/>
                  <a:pathLst>
                    <a:path extrusionOk="0" h="2115" w="935">
                      <a:moveTo>
                        <a:pt x="683" y="0"/>
                      </a:moveTo>
                      <a:lnTo>
                        <a:pt x="1" y="1743"/>
                      </a:lnTo>
                      <a:lnTo>
                        <a:pt x="1" y="2022"/>
                      </a:lnTo>
                      <a:lnTo>
                        <a:pt x="251" y="2115"/>
                      </a:lnTo>
                      <a:lnTo>
                        <a:pt x="935" y="372"/>
                      </a:lnTo>
                      <a:lnTo>
                        <a:pt x="935" y="93"/>
                      </a:lnTo>
                      <a:lnTo>
                        <a:pt x="6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7"/>
                <p:cNvSpPr/>
                <p:nvPr/>
              </p:nvSpPr>
              <p:spPr>
                <a:xfrm>
                  <a:off x="-2167200" y="1989363"/>
                  <a:ext cx="134500" cy="203875"/>
                </a:xfrm>
                <a:custGeom>
                  <a:rect b="b" l="l" r="r" t="t"/>
                  <a:pathLst>
                    <a:path extrusionOk="0" h="8155" w="5380">
                      <a:moveTo>
                        <a:pt x="2881" y="0"/>
                      </a:moveTo>
                      <a:cubicBezTo>
                        <a:pt x="1808" y="0"/>
                        <a:pt x="775" y="428"/>
                        <a:pt x="15" y="1179"/>
                      </a:cubicBezTo>
                      <a:cubicBezTo>
                        <a:pt x="0" y="1485"/>
                        <a:pt x="155" y="1740"/>
                        <a:pt x="660" y="1803"/>
                      </a:cubicBezTo>
                      <a:cubicBezTo>
                        <a:pt x="2133" y="1988"/>
                        <a:pt x="3800" y="2316"/>
                        <a:pt x="2089" y="4028"/>
                      </a:cubicBezTo>
                      <a:cubicBezTo>
                        <a:pt x="595" y="5525"/>
                        <a:pt x="2520" y="5619"/>
                        <a:pt x="3030" y="5619"/>
                      </a:cubicBezTo>
                      <a:cubicBezTo>
                        <a:pt x="3104" y="5619"/>
                        <a:pt x="3148" y="5618"/>
                        <a:pt x="3148" y="5618"/>
                      </a:cubicBezTo>
                      <a:lnTo>
                        <a:pt x="3148" y="5618"/>
                      </a:lnTo>
                      <a:cubicBezTo>
                        <a:pt x="3148" y="5618"/>
                        <a:pt x="4018" y="6541"/>
                        <a:pt x="2706" y="6726"/>
                      </a:cubicBezTo>
                      <a:cubicBezTo>
                        <a:pt x="1948" y="6831"/>
                        <a:pt x="1688" y="7465"/>
                        <a:pt x="1857" y="8022"/>
                      </a:cubicBezTo>
                      <a:cubicBezTo>
                        <a:pt x="2198" y="8112"/>
                        <a:pt x="2542" y="8155"/>
                        <a:pt x="2883" y="8155"/>
                      </a:cubicBezTo>
                      <a:cubicBezTo>
                        <a:pt x="3587" y="8155"/>
                        <a:pt x="4275" y="7970"/>
                        <a:pt x="4881" y="7630"/>
                      </a:cubicBezTo>
                      <a:cubicBezTo>
                        <a:pt x="4438" y="7437"/>
                        <a:pt x="4058" y="7138"/>
                        <a:pt x="4365" y="6727"/>
                      </a:cubicBezTo>
                      <a:cubicBezTo>
                        <a:pt x="4934" y="5963"/>
                        <a:pt x="5380" y="4346"/>
                        <a:pt x="4348" y="4346"/>
                      </a:cubicBezTo>
                      <a:cubicBezTo>
                        <a:pt x="4298" y="4346"/>
                        <a:pt x="4244" y="4350"/>
                        <a:pt x="4187" y="4357"/>
                      </a:cubicBezTo>
                      <a:cubicBezTo>
                        <a:pt x="4143" y="4363"/>
                        <a:pt x="4102" y="4366"/>
                        <a:pt x="4064" y="4366"/>
                      </a:cubicBezTo>
                      <a:cubicBezTo>
                        <a:pt x="3007" y="4366"/>
                        <a:pt x="3753" y="2192"/>
                        <a:pt x="2957" y="1834"/>
                      </a:cubicBezTo>
                      <a:cubicBezTo>
                        <a:pt x="2333" y="1556"/>
                        <a:pt x="2444" y="467"/>
                        <a:pt x="3109" y="7"/>
                      </a:cubicBezTo>
                      <a:cubicBezTo>
                        <a:pt x="3033" y="2"/>
                        <a:pt x="2957" y="0"/>
                        <a:pt x="2881"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7"/>
                <p:cNvSpPr/>
                <p:nvPr/>
              </p:nvSpPr>
              <p:spPr>
                <a:xfrm>
                  <a:off x="-2197600" y="1989338"/>
                  <a:ext cx="205850" cy="207900"/>
                </a:xfrm>
                <a:custGeom>
                  <a:rect b="b" l="l" r="r" t="t"/>
                  <a:pathLst>
                    <a:path extrusionOk="0" h="8316" w="8234">
                      <a:moveTo>
                        <a:pt x="8150" y="4500"/>
                      </a:moveTo>
                      <a:cubicBezTo>
                        <a:pt x="8150" y="4505"/>
                        <a:pt x="8150" y="4512"/>
                        <a:pt x="8149" y="4517"/>
                      </a:cubicBezTo>
                      <a:cubicBezTo>
                        <a:pt x="8149" y="4511"/>
                        <a:pt x="8150" y="4505"/>
                        <a:pt x="8150" y="4500"/>
                      </a:cubicBezTo>
                      <a:close/>
                      <a:moveTo>
                        <a:pt x="8136" y="4636"/>
                      </a:moveTo>
                      <a:cubicBezTo>
                        <a:pt x="8136" y="4637"/>
                        <a:pt x="8135" y="4638"/>
                        <a:pt x="8135" y="4639"/>
                      </a:cubicBezTo>
                      <a:lnTo>
                        <a:pt x="8135" y="4639"/>
                      </a:lnTo>
                      <a:cubicBezTo>
                        <a:pt x="8135" y="4638"/>
                        <a:pt x="8136" y="4637"/>
                        <a:pt x="8136" y="4636"/>
                      </a:cubicBezTo>
                      <a:close/>
                      <a:moveTo>
                        <a:pt x="1080" y="6817"/>
                      </a:moveTo>
                      <a:lnTo>
                        <a:pt x="1080" y="6817"/>
                      </a:lnTo>
                      <a:cubicBezTo>
                        <a:pt x="1081" y="6819"/>
                        <a:pt x="1082" y="6820"/>
                        <a:pt x="1084" y="6822"/>
                      </a:cubicBezTo>
                      <a:cubicBezTo>
                        <a:pt x="1082" y="6821"/>
                        <a:pt x="1081" y="6820"/>
                        <a:pt x="1080" y="6817"/>
                      </a:cubicBezTo>
                      <a:close/>
                      <a:moveTo>
                        <a:pt x="1469" y="7194"/>
                      </a:moveTo>
                      <a:cubicBezTo>
                        <a:pt x="1490" y="7212"/>
                        <a:pt x="1510" y="7229"/>
                        <a:pt x="1531" y="7246"/>
                      </a:cubicBezTo>
                      <a:cubicBezTo>
                        <a:pt x="1509" y="7229"/>
                        <a:pt x="1489" y="7212"/>
                        <a:pt x="1469" y="7194"/>
                      </a:cubicBezTo>
                      <a:close/>
                      <a:moveTo>
                        <a:pt x="1595" y="7297"/>
                      </a:moveTo>
                      <a:lnTo>
                        <a:pt x="1595" y="7297"/>
                      </a:lnTo>
                      <a:cubicBezTo>
                        <a:pt x="1623" y="7318"/>
                        <a:pt x="1651" y="7340"/>
                        <a:pt x="1680" y="7362"/>
                      </a:cubicBezTo>
                      <a:cubicBezTo>
                        <a:pt x="1650" y="7341"/>
                        <a:pt x="1622" y="7319"/>
                        <a:pt x="1595" y="7297"/>
                      </a:cubicBezTo>
                      <a:close/>
                      <a:moveTo>
                        <a:pt x="5632" y="7855"/>
                      </a:moveTo>
                      <a:cubicBezTo>
                        <a:pt x="5566" y="7883"/>
                        <a:pt x="5501" y="7908"/>
                        <a:pt x="5435" y="7930"/>
                      </a:cubicBezTo>
                      <a:cubicBezTo>
                        <a:pt x="5501" y="7906"/>
                        <a:pt x="5566" y="7883"/>
                        <a:pt x="5632" y="7855"/>
                      </a:cubicBezTo>
                      <a:close/>
                      <a:moveTo>
                        <a:pt x="5233" y="7993"/>
                      </a:moveTo>
                      <a:cubicBezTo>
                        <a:pt x="5132" y="8024"/>
                        <a:pt x="5029" y="8049"/>
                        <a:pt x="4925" y="8071"/>
                      </a:cubicBezTo>
                      <a:cubicBezTo>
                        <a:pt x="5028" y="8049"/>
                        <a:pt x="5132" y="8023"/>
                        <a:pt x="5233" y="7993"/>
                      </a:cubicBezTo>
                      <a:close/>
                      <a:moveTo>
                        <a:pt x="4822" y="8091"/>
                      </a:moveTo>
                      <a:cubicBezTo>
                        <a:pt x="4753" y="8105"/>
                        <a:pt x="4683" y="8115"/>
                        <a:pt x="4612" y="8123"/>
                      </a:cubicBezTo>
                      <a:cubicBezTo>
                        <a:pt x="4682" y="8115"/>
                        <a:pt x="4752" y="8105"/>
                        <a:pt x="4822" y="8091"/>
                      </a:cubicBezTo>
                      <a:close/>
                      <a:moveTo>
                        <a:pt x="4097" y="1"/>
                      </a:moveTo>
                      <a:cubicBezTo>
                        <a:pt x="2386" y="1"/>
                        <a:pt x="774" y="1086"/>
                        <a:pt x="212" y="2841"/>
                      </a:cubicBezTo>
                      <a:cubicBezTo>
                        <a:pt x="71" y="3280"/>
                        <a:pt x="11" y="3729"/>
                        <a:pt x="22" y="4170"/>
                      </a:cubicBezTo>
                      <a:cubicBezTo>
                        <a:pt x="1" y="5736"/>
                        <a:pt x="890" y="7240"/>
                        <a:pt x="2366" y="7929"/>
                      </a:cubicBezTo>
                      <a:cubicBezTo>
                        <a:pt x="2930" y="8192"/>
                        <a:pt x="3518" y="8316"/>
                        <a:pt x="4096" y="8316"/>
                      </a:cubicBezTo>
                      <a:cubicBezTo>
                        <a:pt x="5807" y="8316"/>
                        <a:pt x="7419" y="7231"/>
                        <a:pt x="7981" y="5475"/>
                      </a:cubicBezTo>
                      <a:cubicBezTo>
                        <a:pt x="8110" y="5073"/>
                        <a:pt x="8169" y="4663"/>
                        <a:pt x="8169" y="4256"/>
                      </a:cubicBezTo>
                      <a:cubicBezTo>
                        <a:pt x="8234" y="2650"/>
                        <a:pt x="7336" y="1091"/>
                        <a:pt x="5827" y="387"/>
                      </a:cubicBezTo>
                      <a:cubicBezTo>
                        <a:pt x="5264" y="124"/>
                        <a:pt x="4675" y="1"/>
                        <a:pt x="4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7"/>
                <p:cNvSpPr/>
                <p:nvPr/>
              </p:nvSpPr>
              <p:spPr>
                <a:xfrm>
                  <a:off x="-2149900" y="2043388"/>
                  <a:ext cx="109250" cy="95825"/>
                </a:xfrm>
                <a:custGeom>
                  <a:rect b="b" l="l" r="r" t="t"/>
                  <a:pathLst>
                    <a:path extrusionOk="0" h="3833" w="4370">
                      <a:moveTo>
                        <a:pt x="2190" y="0"/>
                      </a:moveTo>
                      <a:cubicBezTo>
                        <a:pt x="1932" y="0"/>
                        <a:pt x="1670" y="52"/>
                        <a:pt x="1419" y="162"/>
                      </a:cubicBezTo>
                      <a:cubicBezTo>
                        <a:pt x="446" y="588"/>
                        <a:pt x="1" y="1718"/>
                        <a:pt x="424" y="2686"/>
                      </a:cubicBezTo>
                      <a:cubicBezTo>
                        <a:pt x="738" y="3404"/>
                        <a:pt x="1441" y="3832"/>
                        <a:pt x="2180" y="3832"/>
                      </a:cubicBezTo>
                      <a:cubicBezTo>
                        <a:pt x="2438" y="3832"/>
                        <a:pt x="2700" y="3780"/>
                        <a:pt x="2951" y="3670"/>
                      </a:cubicBezTo>
                      <a:cubicBezTo>
                        <a:pt x="3924" y="3245"/>
                        <a:pt x="4369" y="2116"/>
                        <a:pt x="3946" y="1147"/>
                      </a:cubicBezTo>
                      <a:cubicBezTo>
                        <a:pt x="3632" y="428"/>
                        <a:pt x="2929" y="0"/>
                        <a:pt x="2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7"/>
                <p:cNvSpPr/>
                <p:nvPr/>
              </p:nvSpPr>
              <p:spPr>
                <a:xfrm>
                  <a:off x="-2107125" y="2079913"/>
                  <a:ext cx="23875" cy="22775"/>
                </a:xfrm>
                <a:custGeom>
                  <a:rect b="b" l="l" r="r" t="t"/>
                  <a:pathLst>
                    <a:path extrusionOk="0" h="911" w="955">
                      <a:moveTo>
                        <a:pt x="478" y="1"/>
                      </a:moveTo>
                      <a:cubicBezTo>
                        <a:pt x="264" y="1"/>
                        <a:pt x="63" y="153"/>
                        <a:pt x="27" y="391"/>
                      </a:cubicBezTo>
                      <a:cubicBezTo>
                        <a:pt x="1" y="560"/>
                        <a:pt x="77" y="735"/>
                        <a:pt x="219" y="830"/>
                      </a:cubicBezTo>
                      <a:cubicBezTo>
                        <a:pt x="300" y="885"/>
                        <a:pt x="390" y="911"/>
                        <a:pt x="477" y="911"/>
                      </a:cubicBezTo>
                      <a:cubicBezTo>
                        <a:pt x="691" y="911"/>
                        <a:pt x="892" y="759"/>
                        <a:pt x="929" y="521"/>
                      </a:cubicBezTo>
                      <a:cubicBezTo>
                        <a:pt x="954" y="351"/>
                        <a:pt x="878" y="177"/>
                        <a:pt x="737" y="81"/>
                      </a:cubicBezTo>
                      <a:cubicBezTo>
                        <a:pt x="655" y="26"/>
                        <a:pt x="565" y="1"/>
                        <a:pt x="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7"/>
                <p:cNvSpPr/>
                <p:nvPr/>
              </p:nvSpPr>
              <p:spPr>
                <a:xfrm>
                  <a:off x="-2146875" y="2271113"/>
                  <a:ext cx="24300" cy="23125"/>
                </a:xfrm>
                <a:custGeom>
                  <a:rect b="b" l="l" r="r" t="t"/>
                  <a:pathLst>
                    <a:path extrusionOk="0" h="925" w="972">
                      <a:moveTo>
                        <a:pt x="468" y="1"/>
                      </a:moveTo>
                      <a:cubicBezTo>
                        <a:pt x="236" y="1"/>
                        <a:pt x="39" y="178"/>
                        <a:pt x="18" y="415"/>
                      </a:cubicBezTo>
                      <a:cubicBezTo>
                        <a:pt x="0" y="611"/>
                        <a:pt x="111" y="788"/>
                        <a:pt x="279" y="867"/>
                      </a:cubicBezTo>
                      <a:lnTo>
                        <a:pt x="279" y="869"/>
                      </a:lnTo>
                      <a:cubicBezTo>
                        <a:pt x="333" y="897"/>
                        <a:pt x="393" y="916"/>
                        <a:pt x="456" y="922"/>
                      </a:cubicBezTo>
                      <a:cubicBezTo>
                        <a:pt x="473" y="924"/>
                        <a:pt x="489" y="925"/>
                        <a:pt x="506" y="925"/>
                      </a:cubicBezTo>
                      <a:cubicBezTo>
                        <a:pt x="742" y="925"/>
                        <a:pt x="941" y="751"/>
                        <a:pt x="957" y="516"/>
                      </a:cubicBezTo>
                      <a:cubicBezTo>
                        <a:pt x="972" y="331"/>
                        <a:pt x="869" y="161"/>
                        <a:pt x="714" y="71"/>
                      </a:cubicBezTo>
                      <a:cubicBezTo>
                        <a:pt x="654" y="34"/>
                        <a:pt x="586" y="9"/>
                        <a:pt x="511" y="3"/>
                      </a:cubicBezTo>
                      <a:cubicBezTo>
                        <a:pt x="497" y="1"/>
                        <a:pt x="482"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7"/>
                <p:cNvSpPr/>
                <p:nvPr/>
              </p:nvSpPr>
              <p:spPr>
                <a:xfrm>
                  <a:off x="-2093700" y="2291263"/>
                  <a:ext cx="24300" cy="23150"/>
                </a:xfrm>
                <a:custGeom>
                  <a:rect b="b" l="l" r="r" t="t"/>
                  <a:pathLst>
                    <a:path extrusionOk="0" h="926" w="972">
                      <a:moveTo>
                        <a:pt x="469" y="1"/>
                      </a:moveTo>
                      <a:cubicBezTo>
                        <a:pt x="236" y="1"/>
                        <a:pt x="39" y="178"/>
                        <a:pt x="18" y="415"/>
                      </a:cubicBezTo>
                      <a:cubicBezTo>
                        <a:pt x="0" y="611"/>
                        <a:pt x="111" y="788"/>
                        <a:pt x="279" y="868"/>
                      </a:cubicBezTo>
                      <a:lnTo>
                        <a:pt x="279" y="869"/>
                      </a:lnTo>
                      <a:cubicBezTo>
                        <a:pt x="333" y="897"/>
                        <a:pt x="393" y="916"/>
                        <a:pt x="456" y="922"/>
                      </a:cubicBezTo>
                      <a:cubicBezTo>
                        <a:pt x="473" y="924"/>
                        <a:pt x="490" y="925"/>
                        <a:pt x="507" y="925"/>
                      </a:cubicBezTo>
                      <a:cubicBezTo>
                        <a:pt x="743" y="925"/>
                        <a:pt x="941" y="751"/>
                        <a:pt x="957" y="517"/>
                      </a:cubicBezTo>
                      <a:cubicBezTo>
                        <a:pt x="972" y="331"/>
                        <a:pt x="870" y="161"/>
                        <a:pt x="714" y="71"/>
                      </a:cubicBezTo>
                      <a:cubicBezTo>
                        <a:pt x="655" y="34"/>
                        <a:pt x="587" y="9"/>
                        <a:pt x="511" y="3"/>
                      </a:cubicBezTo>
                      <a:cubicBezTo>
                        <a:pt x="497" y="2"/>
                        <a:pt x="483"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7"/>
                <p:cNvSpPr/>
                <p:nvPr/>
              </p:nvSpPr>
              <p:spPr>
                <a:xfrm>
                  <a:off x="-2222725" y="2179463"/>
                  <a:ext cx="114350" cy="64025"/>
                </a:xfrm>
                <a:custGeom>
                  <a:rect b="b" l="l" r="r" t="t"/>
                  <a:pathLst>
                    <a:path extrusionOk="0" h="2561" w="4574">
                      <a:moveTo>
                        <a:pt x="355" y="0"/>
                      </a:moveTo>
                      <a:lnTo>
                        <a:pt x="0" y="908"/>
                      </a:lnTo>
                      <a:lnTo>
                        <a:pt x="3360" y="2224"/>
                      </a:lnTo>
                      <a:lnTo>
                        <a:pt x="4010" y="2479"/>
                      </a:lnTo>
                      <a:lnTo>
                        <a:pt x="4217" y="2560"/>
                      </a:lnTo>
                      <a:lnTo>
                        <a:pt x="4573" y="1652"/>
                      </a:lnTo>
                      <a:lnTo>
                        <a:pt x="3807" y="1352"/>
                      </a:lnTo>
                      <a:lnTo>
                        <a:pt x="3596" y="1269"/>
                      </a:lnTo>
                      <a:lnTo>
                        <a:pt x="1863" y="591"/>
                      </a:lnTo>
                      <a:lnTo>
                        <a:pt x="1545" y="466"/>
                      </a:lnTo>
                      <a:lnTo>
                        <a:pt x="3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285" name="Shape 6285"/>
        <p:cNvGrpSpPr/>
        <p:nvPr/>
      </p:nvGrpSpPr>
      <p:grpSpPr>
        <a:xfrm>
          <a:off x="0" y="0"/>
          <a:ext cx="0" cy="0"/>
          <a:chOff x="0" y="0"/>
          <a:chExt cx="0" cy="0"/>
        </a:xfrm>
      </p:grpSpPr>
      <p:sp>
        <p:nvSpPr>
          <p:cNvPr id="6286" name="Google Shape;6286;p78"/>
          <p:cNvSpPr/>
          <p:nvPr>
            <p:ph idx="2" type="pic"/>
          </p:nvPr>
        </p:nvSpPr>
        <p:spPr>
          <a:xfrm>
            <a:off x="0" y="0"/>
            <a:ext cx="9149400" cy="5143500"/>
          </a:xfrm>
          <a:prstGeom prst="rect">
            <a:avLst/>
          </a:prstGeom>
          <a:noFill/>
          <a:ln>
            <a:noFill/>
          </a:ln>
        </p:spPr>
      </p:sp>
      <p:sp>
        <p:nvSpPr>
          <p:cNvPr id="6287" name="Google Shape;6287;p78"/>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algn="ctr">
              <a:spcBef>
                <a:spcPts val="0"/>
              </a:spcBef>
              <a:spcAft>
                <a:spcPts val="0"/>
              </a:spcAft>
              <a:buSzPts val="2200"/>
              <a:buNone/>
              <a:defRPr sz="2200">
                <a:solidFill>
                  <a:schemeClr val="lt1"/>
                </a:solidFill>
              </a:defRPr>
            </a:lvl1pPr>
            <a:lvl2pPr lvl="1" algn="ctr">
              <a:spcBef>
                <a:spcPts val="0"/>
              </a:spcBef>
              <a:spcAft>
                <a:spcPts val="0"/>
              </a:spcAft>
              <a:buSzPts val="2200"/>
              <a:buFont typeface="Coiny"/>
              <a:buNone/>
              <a:defRPr sz="2200">
                <a:latin typeface="Coiny"/>
                <a:ea typeface="Coiny"/>
                <a:cs typeface="Coiny"/>
                <a:sym typeface="Coiny"/>
              </a:defRPr>
            </a:lvl2pPr>
            <a:lvl3pPr lvl="2" algn="ctr">
              <a:spcBef>
                <a:spcPts val="0"/>
              </a:spcBef>
              <a:spcAft>
                <a:spcPts val="0"/>
              </a:spcAft>
              <a:buSzPts val="2200"/>
              <a:buFont typeface="Coiny"/>
              <a:buNone/>
              <a:defRPr sz="2200">
                <a:latin typeface="Coiny"/>
                <a:ea typeface="Coiny"/>
                <a:cs typeface="Coiny"/>
                <a:sym typeface="Coiny"/>
              </a:defRPr>
            </a:lvl3pPr>
            <a:lvl4pPr lvl="3" algn="ctr">
              <a:spcBef>
                <a:spcPts val="0"/>
              </a:spcBef>
              <a:spcAft>
                <a:spcPts val="0"/>
              </a:spcAft>
              <a:buSzPts val="2200"/>
              <a:buFont typeface="Coiny"/>
              <a:buNone/>
              <a:defRPr sz="2200">
                <a:latin typeface="Coiny"/>
                <a:ea typeface="Coiny"/>
                <a:cs typeface="Coiny"/>
                <a:sym typeface="Coiny"/>
              </a:defRPr>
            </a:lvl4pPr>
            <a:lvl5pPr lvl="4" algn="ctr">
              <a:spcBef>
                <a:spcPts val="0"/>
              </a:spcBef>
              <a:spcAft>
                <a:spcPts val="0"/>
              </a:spcAft>
              <a:buSzPts val="2200"/>
              <a:buFont typeface="Coiny"/>
              <a:buNone/>
              <a:defRPr sz="2200">
                <a:latin typeface="Coiny"/>
                <a:ea typeface="Coiny"/>
                <a:cs typeface="Coiny"/>
                <a:sym typeface="Coiny"/>
              </a:defRPr>
            </a:lvl5pPr>
            <a:lvl6pPr lvl="5" algn="ctr">
              <a:spcBef>
                <a:spcPts val="0"/>
              </a:spcBef>
              <a:spcAft>
                <a:spcPts val="0"/>
              </a:spcAft>
              <a:buSzPts val="2200"/>
              <a:buFont typeface="Coiny"/>
              <a:buNone/>
              <a:defRPr sz="2200">
                <a:latin typeface="Coiny"/>
                <a:ea typeface="Coiny"/>
                <a:cs typeface="Coiny"/>
                <a:sym typeface="Coiny"/>
              </a:defRPr>
            </a:lvl6pPr>
            <a:lvl7pPr lvl="6" algn="ctr">
              <a:spcBef>
                <a:spcPts val="0"/>
              </a:spcBef>
              <a:spcAft>
                <a:spcPts val="0"/>
              </a:spcAft>
              <a:buSzPts val="2200"/>
              <a:buFont typeface="Coiny"/>
              <a:buNone/>
              <a:defRPr sz="2200">
                <a:latin typeface="Coiny"/>
                <a:ea typeface="Coiny"/>
                <a:cs typeface="Coiny"/>
                <a:sym typeface="Coiny"/>
              </a:defRPr>
            </a:lvl7pPr>
            <a:lvl8pPr lvl="7" algn="ctr">
              <a:spcBef>
                <a:spcPts val="0"/>
              </a:spcBef>
              <a:spcAft>
                <a:spcPts val="0"/>
              </a:spcAft>
              <a:buSzPts val="2200"/>
              <a:buFont typeface="Coiny"/>
              <a:buNone/>
              <a:defRPr sz="2200">
                <a:latin typeface="Coiny"/>
                <a:ea typeface="Coiny"/>
                <a:cs typeface="Coiny"/>
                <a:sym typeface="Coiny"/>
              </a:defRPr>
            </a:lvl8pPr>
            <a:lvl9pPr lvl="8" algn="ctr">
              <a:spcBef>
                <a:spcPts val="0"/>
              </a:spcBef>
              <a:spcAft>
                <a:spcPts val="0"/>
              </a:spcAft>
              <a:buSzPts val="2200"/>
              <a:buFont typeface="Coiny"/>
              <a:buNone/>
              <a:defRPr sz="2200">
                <a:latin typeface="Coiny"/>
                <a:ea typeface="Coiny"/>
                <a:cs typeface="Coiny"/>
                <a:sym typeface="Coiny"/>
              </a:defRPr>
            </a:lvl9pPr>
          </a:lstStyle>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6288" name="Shape 6288"/>
        <p:cNvGrpSpPr/>
        <p:nvPr/>
      </p:nvGrpSpPr>
      <p:grpSpPr>
        <a:xfrm>
          <a:off x="0" y="0"/>
          <a:ext cx="0" cy="0"/>
          <a:chOff x="0" y="0"/>
          <a:chExt cx="0" cy="0"/>
        </a:xfrm>
      </p:grpSpPr>
      <p:sp>
        <p:nvSpPr>
          <p:cNvPr id="6289" name="Google Shape;6289;p79"/>
          <p:cNvSpPr txBox="1"/>
          <p:nvPr>
            <p:ph hasCustomPrompt="1" type="title"/>
          </p:nvPr>
        </p:nvSpPr>
        <p:spPr>
          <a:xfrm>
            <a:off x="1211539" y="1787300"/>
            <a:ext cx="6720900" cy="12216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7000">
                <a:solidFill>
                  <a:schemeClr val="accent3"/>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290" name="Google Shape;6290;p79"/>
          <p:cNvSpPr txBox="1"/>
          <p:nvPr>
            <p:ph idx="1" type="subTitle"/>
          </p:nvPr>
        </p:nvSpPr>
        <p:spPr>
          <a:xfrm>
            <a:off x="1211539" y="3008950"/>
            <a:ext cx="6720900" cy="497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grpSp>
        <p:nvGrpSpPr>
          <p:cNvPr id="6291" name="Google Shape;6291;p79"/>
          <p:cNvGrpSpPr/>
          <p:nvPr/>
        </p:nvGrpSpPr>
        <p:grpSpPr>
          <a:xfrm>
            <a:off x="213847" y="102639"/>
            <a:ext cx="8784101" cy="4871990"/>
            <a:chOff x="213847" y="102639"/>
            <a:chExt cx="8784101" cy="4871990"/>
          </a:xfrm>
        </p:grpSpPr>
        <p:grpSp>
          <p:nvGrpSpPr>
            <p:cNvPr id="6292" name="Google Shape;6292;p79"/>
            <p:cNvGrpSpPr/>
            <p:nvPr/>
          </p:nvGrpSpPr>
          <p:grpSpPr>
            <a:xfrm>
              <a:off x="7495905" y="189348"/>
              <a:ext cx="1274016" cy="1083408"/>
              <a:chOff x="2880571" y="194363"/>
              <a:chExt cx="650041" cy="552788"/>
            </a:xfrm>
          </p:grpSpPr>
          <p:sp>
            <p:nvSpPr>
              <p:cNvPr id="6293" name="Google Shape;6293;p79"/>
              <p:cNvSpPr/>
              <p:nvPr/>
            </p:nvSpPr>
            <p:spPr>
              <a:xfrm>
                <a:off x="2880571" y="194363"/>
                <a:ext cx="648725" cy="551800"/>
              </a:xfrm>
              <a:custGeom>
                <a:rect b="b" l="l" r="r" t="t"/>
                <a:pathLst>
                  <a:path extrusionOk="0" h="22072" w="25949">
                    <a:moveTo>
                      <a:pt x="14372" y="1"/>
                    </a:moveTo>
                    <a:cubicBezTo>
                      <a:pt x="11516" y="1"/>
                      <a:pt x="8653" y="1093"/>
                      <a:pt x="6502" y="3555"/>
                    </a:cubicBezTo>
                    <a:cubicBezTo>
                      <a:pt x="0" y="10327"/>
                      <a:pt x="5289" y="22072"/>
                      <a:pt x="14402" y="22072"/>
                    </a:cubicBezTo>
                    <a:cubicBezTo>
                      <a:pt x="14703" y="22072"/>
                      <a:pt x="15008" y="22059"/>
                      <a:pt x="15316" y="22033"/>
                    </a:cubicBezTo>
                    <a:cubicBezTo>
                      <a:pt x="20809" y="21806"/>
                      <a:pt x="25536" y="17001"/>
                      <a:pt x="25684" y="11509"/>
                    </a:cubicBezTo>
                    <a:cubicBezTo>
                      <a:pt x="25855" y="11340"/>
                      <a:pt x="25949" y="11241"/>
                      <a:pt x="25949" y="11241"/>
                    </a:cubicBezTo>
                    <a:cubicBezTo>
                      <a:pt x="25949" y="11241"/>
                      <a:pt x="25860" y="11147"/>
                      <a:pt x="25696" y="10985"/>
                    </a:cubicBezTo>
                    <a:cubicBezTo>
                      <a:pt x="25831" y="4414"/>
                      <a:pt x="20114" y="1"/>
                      <a:pt x="14372" y="1"/>
                    </a:cubicBezTo>
                    <a:close/>
                  </a:path>
                </a:pathLst>
              </a:custGeom>
              <a:solidFill>
                <a:schemeClr val="accent4"/>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9"/>
              <p:cNvSpPr/>
              <p:nvPr/>
            </p:nvSpPr>
            <p:spPr>
              <a:xfrm>
                <a:off x="2972013" y="194875"/>
                <a:ext cx="552275" cy="552275"/>
              </a:xfrm>
              <a:custGeom>
                <a:rect b="b" l="l" r="r" t="t"/>
                <a:pathLst>
                  <a:path extrusionOk="0" h="22091" w="22091">
                    <a:moveTo>
                      <a:pt x="11046" y="1"/>
                    </a:moveTo>
                    <a:cubicBezTo>
                      <a:pt x="8116" y="1"/>
                      <a:pt x="5307" y="1165"/>
                      <a:pt x="3236" y="3236"/>
                    </a:cubicBezTo>
                    <a:cubicBezTo>
                      <a:pt x="1165" y="5307"/>
                      <a:pt x="1" y="8116"/>
                      <a:pt x="1" y="11045"/>
                    </a:cubicBezTo>
                    <a:cubicBezTo>
                      <a:pt x="1" y="13975"/>
                      <a:pt x="1165" y="16784"/>
                      <a:pt x="3236" y="18855"/>
                    </a:cubicBezTo>
                    <a:cubicBezTo>
                      <a:pt x="5307" y="20926"/>
                      <a:pt x="8116" y="22090"/>
                      <a:pt x="11046" y="22090"/>
                    </a:cubicBezTo>
                    <a:cubicBezTo>
                      <a:pt x="13975" y="22090"/>
                      <a:pt x="16784" y="20926"/>
                      <a:pt x="18856" y="18855"/>
                    </a:cubicBezTo>
                    <a:cubicBezTo>
                      <a:pt x="20928" y="16784"/>
                      <a:pt x="22091" y="13975"/>
                      <a:pt x="22091" y="11045"/>
                    </a:cubicBezTo>
                    <a:cubicBezTo>
                      <a:pt x="22091" y="8116"/>
                      <a:pt x="20928" y="5307"/>
                      <a:pt x="18856" y="3236"/>
                    </a:cubicBezTo>
                    <a:cubicBezTo>
                      <a:pt x="16784" y="1165"/>
                      <a:pt x="13975" y="1"/>
                      <a:pt x="110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9"/>
              <p:cNvSpPr/>
              <p:nvPr/>
            </p:nvSpPr>
            <p:spPr>
              <a:xfrm>
                <a:off x="2985188" y="342975"/>
                <a:ext cx="281225" cy="129125"/>
              </a:xfrm>
              <a:custGeom>
                <a:rect b="b" l="l" r="r" t="t"/>
                <a:pathLst>
                  <a:path extrusionOk="0" h="5165" w="11249">
                    <a:moveTo>
                      <a:pt x="730" y="0"/>
                    </a:moveTo>
                    <a:cubicBezTo>
                      <a:pt x="437" y="553"/>
                      <a:pt x="191" y="1138"/>
                      <a:pt x="0" y="1743"/>
                    </a:cubicBezTo>
                    <a:cubicBezTo>
                      <a:pt x="2739" y="3889"/>
                      <a:pt x="6187" y="5164"/>
                      <a:pt x="9935" y="5164"/>
                    </a:cubicBezTo>
                    <a:cubicBezTo>
                      <a:pt x="9999" y="5164"/>
                      <a:pt x="10061" y="5164"/>
                      <a:pt x="10126" y="5161"/>
                    </a:cubicBezTo>
                    <a:lnTo>
                      <a:pt x="10179" y="5161"/>
                    </a:lnTo>
                    <a:cubicBezTo>
                      <a:pt x="10243" y="5161"/>
                      <a:pt x="10312" y="5159"/>
                      <a:pt x="10379" y="5159"/>
                    </a:cubicBezTo>
                    <a:cubicBezTo>
                      <a:pt x="10385" y="5156"/>
                      <a:pt x="10394" y="5156"/>
                      <a:pt x="10403" y="5156"/>
                    </a:cubicBezTo>
                    <a:lnTo>
                      <a:pt x="10464" y="5156"/>
                    </a:lnTo>
                    <a:cubicBezTo>
                      <a:pt x="10472" y="5154"/>
                      <a:pt x="10478" y="5154"/>
                      <a:pt x="10487" y="5154"/>
                    </a:cubicBezTo>
                    <a:lnTo>
                      <a:pt x="10540" y="5154"/>
                    </a:lnTo>
                    <a:cubicBezTo>
                      <a:pt x="10542" y="5152"/>
                      <a:pt x="10543" y="5152"/>
                      <a:pt x="10545" y="5152"/>
                    </a:cubicBezTo>
                    <a:cubicBezTo>
                      <a:pt x="10547" y="5152"/>
                      <a:pt x="10549" y="5152"/>
                      <a:pt x="10552" y="5154"/>
                    </a:cubicBezTo>
                    <a:cubicBezTo>
                      <a:pt x="10559" y="5151"/>
                      <a:pt x="10568" y="5151"/>
                      <a:pt x="10577" y="5151"/>
                    </a:cubicBezTo>
                    <a:lnTo>
                      <a:pt x="10604" y="5151"/>
                    </a:lnTo>
                    <a:cubicBezTo>
                      <a:pt x="10604" y="5150"/>
                      <a:pt x="10605" y="5149"/>
                      <a:pt x="10606" y="5149"/>
                    </a:cubicBezTo>
                    <a:cubicBezTo>
                      <a:pt x="10608" y="5149"/>
                      <a:pt x="10609" y="5150"/>
                      <a:pt x="10611" y="5151"/>
                    </a:cubicBezTo>
                    <a:cubicBezTo>
                      <a:pt x="10616" y="5149"/>
                      <a:pt x="10622" y="5149"/>
                      <a:pt x="10629" y="5149"/>
                    </a:cubicBezTo>
                    <a:lnTo>
                      <a:pt x="10644" y="5149"/>
                    </a:lnTo>
                    <a:cubicBezTo>
                      <a:pt x="10660" y="5149"/>
                      <a:pt x="10675" y="5146"/>
                      <a:pt x="10694" y="5146"/>
                    </a:cubicBezTo>
                    <a:lnTo>
                      <a:pt x="10702" y="5146"/>
                    </a:lnTo>
                    <a:cubicBezTo>
                      <a:pt x="10882" y="5135"/>
                      <a:pt x="11067" y="5124"/>
                      <a:pt x="11249" y="5109"/>
                    </a:cubicBezTo>
                    <a:cubicBezTo>
                      <a:pt x="11148" y="5099"/>
                      <a:pt x="11042" y="5091"/>
                      <a:pt x="10939" y="5071"/>
                    </a:cubicBezTo>
                    <a:cubicBezTo>
                      <a:pt x="10914" y="5071"/>
                      <a:pt x="10894" y="5067"/>
                      <a:pt x="10872" y="5065"/>
                    </a:cubicBezTo>
                    <a:cubicBezTo>
                      <a:pt x="10808" y="5062"/>
                      <a:pt x="10747" y="5053"/>
                      <a:pt x="10685" y="5047"/>
                    </a:cubicBezTo>
                    <a:lnTo>
                      <a:pt x="10682" y="5047"/>
                    </a:lnTo>
                    <a:cubicBezTo>
                      <a:pt x="10661" y="5045"/>
                      <a:pt x="10640" y="5040"/>
                      <a:pt x="10618" y="5037"/>
                    </a:cubicBezTo>
                    <a:cubicBezTo>
                      <a:pt x="10609" y="5037"/>
                      <a:pt x="10603" y="5037"/>
                      <a:pt x="10597" y="5035"/>
                    </a:cubicBezTo>
                    <a:lnTo>
                      <a:pt x="10581" y="5035"/>
                    </a:lnTo>
                    <a:cubicBezTo>
                      <a:pt x="10572" y="5035"/>
                      <a:pt x="10566" y="5032"/>
                      <a:pt x="10558" y="5032"/>
                    </a:cubicBezTo>
                    <a:lnTo>
                      <a:pt x="10546" y="5032"/>
                    </a:lnTo>
                    <a:cubicBezTo>
                      <a:pt x="10541" y="5030"/>
                      <a:pt x="10535" y="5030"/>
                      <a:pt x="10528" y="5030"/>
                    </a:cubicBezTo>
                    <a:cubicBezTo>
                      <a:pt x="10519" y="5027"/>
                      <a:pt x="10510" y="5027"/>
                      <a:pt x="10501" y="5027"/>
                    </a:cubicBezTo>
                    <a:lnTo>
                      <a:pt x="10499" y="5027"/>
                    </a:lnTo>
                    <a:cubicBezTo>
                      <a:pt x="10492" y="5025"/>
                      <a:pt x="10485" y="5025"/>
                      <a:pt x="10483" y="5025"/>
                    </a:cubicBezTo>
                    <a:lnTo>
                      <a:pt x="10477" y="5025"/>
                    </a:lnTo>
                    <a:cubicBezTo>
                      <a:pt x="10464" y="5021"/>
                      <a:pt x="10452" y="5021"/>
                      <a:pt x="10443" y="5019"/>
                    </a:cubicBezTo>
                    <a:cubicBezTo>
                      <a:pt x="10434" y="5019"/>
                      <a:pt x="10425" y="5019"/>
                      <a:pt x="10418" y="5016"/>
                    </a:cubicBezTo>
                    <a:cubicBezTo>
                      <a:pt x="10406" y="5016"/>
                      <a:pt x="10396" y="5014"/>
                      <a:pt x="10387" y="5014"/>
                    </a:cubicBezTo>
                    <a:cubicBezTo>
                      <a:pt x="10381" y="5014"/>
                      <a:pt x="10377" y="5011"/>
                      <a:pt x="10375" y="5011"/>
                    </a:cubicBezTo>
                    <a:cubicBezTo>
                      <a:pt x="10319" y="5004"/>
                      <a:pt x="10263" y="4995"/>
                      <a:pt x="10209" y="4986"/>
                    </a:cubicBezTo>
                    <a:lnTo>
                      <a:pt x="10190" y="4986"/>
                    </a:lnTo>
                    <a:cubicBezTo>
                      <a:pt x="6474" y="4439"/>
                      <a:pt x="3170" y="2628"/>
                      <a:pt x="7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9"/>
              <p:cNvSpPr/>
              <p:nvPr/>
            </p:nvSpPr>
            <p:spPr>
              <a:xfrm>
                <a:off x="3229863" y="470125"/>
                <a:ext cx="281325" cy="128825"/>
              </a:xfrm>
              <a:custGeom>
                <a:rect b="b" l="l" r="r" t="t"/>
                <a:pathLst>
                  <a:path extrusionOk="0" h="5153" w="11253">
                    <a:moveTo>
                      <a:pt x="1352" y="1"/>
                    </a:moveTo>
                    <a:cubicBezTo>
                      <a:pt x="1338" y="1"/>
                      <a:pt x="1325" y="1"/>
                      <a:pt x="1311" y="1"/>
                    </a:cubicBezTo>
                    <a:lnTo>
                      <a:pt x="1151" y="1"/>
                    </a:lnTo>
                    <a:cubicBezTo>
                      <a:pt x="1124" y="1"/>
                      <a:pt x="1095" y="3"/>
                      <a:pt x="1069" y="3"/>
                    </a:cubicBezTo>
                    <a:cubicBezTo>
                      <a:pt x="1003" y="3"/>
                      <a:pt x="939" y="6"/>
                      <a:pt x="871" y="6"/>
                    </a:cubicBezTo>
                    <a:cubicBezTo>
                      <a:pt x="862" y="6"/>
                      <a:pt x="853" y="6"/>
                      <a:pt x="845" y="8"/>
                    </a:cubicBezTo>
                    <a:lnTo>
                      <a:pt x="786" y="8"/>
                    </a:lnTo>
                    <a:cubicBezTo>
                      <a:pt x="780" y="8"/>
                      <a:pt x="770" y="8"/>
                      <a:pt x="762" y="11"/>
                    </a:cubicBezTo>
                    <a:cubicBezTo>
                      <a:pt x="761" y="10"/>
                      <a:pt x="760" y="10"/>
                      <a:pt x="758" y="10"/>
                    </a:cubicBezTo>
                    <a:cubicBezTo>
                      <a:pt x="755" y="10"/>
                      <a:pt x="751" y="11"/>
                      <a:pt x="747" y="11"/>
                    </a:cubicBezTo>
                    <a:cubicBezTo>
                      <a:pt x="745" y="12"/>
                      <a:pt x="744" y="12"/>
                      <a:pt x="743" y="12"/>
                    </a:cubicBezTo>
                    <a:cubicBezTo>
                      <a:pt x="741" y="12"/>
                      <a:pt x="739" y="11"/>
                      <a:pt x="739" y="11"/>
                    </a:cubicBezTo>
                    <a:lnTo>
                      <a:pt x="697" y="11"/>
                    </a:lnTo>
                    <a:cubicBezTo>
                      <a:pt x="691" y="11"/>
                      <a:pt x="682" y="11"/>
                      <a:pt x="672" y="13"/>
                    </a:cubicBezTo>
                    <a:lnTo>
                      <a:pt x="639" y="13"/>
                    </a:lnTo>
                    <a:cubicBezTo>
                      <a:pt x="634" y="13"/>
                      <a:pt x="628" y="13"/>
                      <a:pt x="621" y="16"/>
                    </a:cubicBezTo>
                    <a:cubicBezTo>
                      <a:pt x="621" y="16"/>
                      <a:pt x="619" y="15"/>
                      <a:pt x="618" y="15"/>
                    </a:cubicBezTo>
                    <a:cubicBezTo>
                      <a:pt x="617" y="15"/>
                      <a:pt x="616" y="15"/>
                      <a:pt x="615" y="16"/>
                    </a:cubicBezTo>
                    <a:cubicBezTo>
                      <a:pt x="597" y="16"/>
                      <a:pt x="578" y="16"/>
                      <a:pt x="557" y="18"/>
                    </a:cubicBezTo>
                    <a:lnTo>
                      <a:pt x="554" y="18"/>
                    </a:lnTo>
                    <a:cubicBezTo>
                      <a:pt x="370" y="25"/>
                      <a:pt x="185" y="37"/>
                      <a:pt x="0" y="52"/>
                    </a:cubicBezTo>
                    <a:cubicBezTo>
                      <a:pt x="114" y="61"/>
                      <a:pt x="228" y="70"/>
                      <a:pt x="339" y="83"/>
                    </a:cubicBezTo>
                    <a:cubicBezTo>
                      <a:pt x="354" y="87"/>
                      <a:pt x="368" y="87"/>
                      <a:pt x="381" y="90"/>
                    </a:cubicBezTo>
                    <a:cubicBezTo>
                      <a:pt x="443" y="95"/>
                      <a:pt x="504" y="101"/>
                      <a:pt x="566" y="107"/>
                    </a:cubicBezTo>
                    <a:lnTo>
                      <a:pt x="568" y="110"/>
                    </a:lnTo>
                    <a:cubicBezTo>
                      <a:pt x="590" y="110"/>
                      <a:pt x="610" y="114"/>
                      <a:pt x="633" y="116"/>
                    </a:cubicBezTo>
                    <a:cubicBezTo>
                      <a:pt x="639" y="116"/>
                      <a:pt x="649" y="116"/>
                      <a:pt x="655" y="120"/>
                    </a:cubicBezTo>
                    <a:lnTo>
                      <a:pt x="667" y="120"/>
                    </a:lnTo>
                    <a:cubicBezTo>
                      <a:pt x="674" y="120"/>
                      <a:pt x="683" y="122"/>
                      <a:pt x="692" y="122"/>
                    </a:cubicBezTo>
                    <a:lnTo>
                      <a:pt x="701" y="122"/>
                    </a:lnTo>
                    <a:cubicBezTo>
                      <a:pt x="707" y="125"/>
                      <a:pt x="714" y="125"/>
                      <a:pt x="723" y="125"/>
                    </a:cubicBezTo>
                    <a:cubicBezTo>
                      <a:pt x="729" y="127"/>
                      <a:pt x="738" y="127"/>
                      <a:pt x="748" y="127"/>
                    </a:cubicBezTo>
                    <a:lnTo>
                      <a:pt x="754" y="127"/>
                    </a:lnTo>
                    <a:cubicBezTo>
                      <a:pt x="758" y="130"/>
                      <a:pt x="760" y="130"/>
                      <a:pt x="767" y="130"/>
                    </a:cubicBezTo>
                    <a:lnTo>
                      <a:pt x="776" y="130"/>
                    </a:lnTo>
                    <a:cubicBezTo>
                      <a:pt x="785" y="133"/>
                      <a:pt x="796" y="133"/>
                      <a:pt x="810" y="136"/>
                    </a:cubicBezTo>
                    <a:cubicBezTo>
                      <a:pt x="816" y="136"/>
                      <a:pt x="822" y="136"/>
                      <a:pt x="831" y="139"/>
                    </a:cubicBezTo>
                    <a:cubicBezTo>
                      <a:pt x="841" y="139"/>
                      <a:pt x="852" y="141"/>
                      <a:pt x="865" y="141"/>
                    </a:cubicBezTo>
                    <a:cubicBezTo>
                      <a:pt x="867" y="144"/>
                      <a:pt x="871" y="144"/>
                      <a:pt x="874" y="144"/>
                    </a:cubicBezTo>
                    <a:cubicBezTo>
                      <a:pt x="929" y="151"/>
                      <a:pt x="987" y="160"/>
                      <a:pt x="1043" y="168"/>
                    </a:cubicBezTo>
                    <a:cubicBezTo>
                      <a:pt x="1049" y="168"/>
                      <a:pt x="1058" y="168"/>
                      <a:pt x="1064" y="171"/>
                    </a:cubicBezTo>
                    <a:cubicBezTo>
                      <a:pt x="4782" y="718"/>
                      <a:pt x="8085" y="2531"/>
                      <a:pt x="10523" y="5153"/>
                    </a:cubicBezTo>
                    <a:cubicBezTo>
                      <a:pt x="10812" y="4599"/>
                      <a:pt x="11058" y="4017"/>
                      <a:pt x="11252" y="3413"/>
                    </a:cubicBezTo>
                    <a:cubicBezTo>
                      <a:pt x="8519" y="1275"/>
                      <a:pt x="5086" y="1"/>
                      <a:pt x="13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9"/>
              <p:cNvSpPr/>
              <p:nvPr/>
            </p:nvSpPr>
            <p:spPr>
              <a:xfrm>
                <a:off x="3247238" y="208025"/>
                <a:ext cx="128900" cy="281250"/>
              </a:xfrm>
              <a:custGeom>
                <a:rect b="b" l="l" r="r" t="t"/>
                <a:pathLst>
                  <a:path extrusionOk="0" h="11250" w="5156">
                    <a:moveTo>
                      <a:pt x="3421" y="1"/>
                    </a:moveTo>
                    <a:cubicBezTo>
                      <a:pt x="1276" y="2742"/>
                      <a:pt x="0" y="6191"/>
                      <a:pt x="0" y="9938"/>
                    </a:cubicBezTo>
                    <a:cubicBezTo>
                      <a:pt x="0" y="10002"/>
                      <a:pt x="0" y="10064"/>
                      <a:pt x="2" y="10129"/>
                    </a:cubicBezTo>
                    <a:lnTo>
                      <a:pt x="2" y="10180"/>
                    </a:lnTo>
                    <a:cubicBezTo>
                      <a:pt x="2" y="10244"/>
                      <a:pt x="5" y="10309"/>
                      <a:pt x="5" y="10377"/>
                    </a:cubicBezTo>
                    <a:cubicBezTo>
                      <a:pt x="7" y="10386"/>
                      <a:pt x="7" y="10394"/>
                      <a:pt x="7" y="10403"/>
                    </a:cubicBezTo>
                    <a:lnTo>
                      <a:pt x="7" y="10419"/>
                    </a:lnTo>
                    <a:lnTo>
                      <a:pt x="7" y="10425"/>
                    </a:lnTo>
                    <a:lnTo>
                      <a:pt x="7" y="10463"/>
                    </a:lnTo>
                    <a:cubicBezTo>
                      <a:pt x="10" y="10469"/>
                      <a:pt x="10" y="10479"/>
                      <a:pt x="10" y="10487"/>
                    </a:cubicBezTo>
                    <a:lnTo>
                      <a:pt x="10" y="10536"/>
                    </a:lnTo>
                    <a:cubicBezTo>
                      <a:pt x="12" y="10539"/>
                      <a:pt x="12" y="10546"/>
                      <a:pt x="10" y="10552"/>
                    </a:cubicBezTo>
                    <a:cubicBezTo>
                      <a:pt x="12" y="10558"/>
                      <a:pt x="12" y="10567"/>
                      <a:pt x="12" y="10577"/>
                    </a:cubicBezTo>
                    <a:lnTo>
                      <a:pt x="12" y="10600"/>
                    </a:lnTo>
                    <a:lnTo>
                      <a:pt x="12" y="10608"/>
                    </a:lnTo>
                    <a:cubicBezTo>
                      <a:pt x="15" y="10614"/>
                      <a:pt x="15" y="10620"/>
                      <a:pt x="15" y="10629"/>
                    </a:cubicBezTo>
                    <a:lnTo>
                      <a:pt x="15" y="10642"/>
                    </a:lnTo>
                    <a:cubicBezTo>
                      <a:pt x="15" y="10657"/>
                      <a:pt x="18" y="10677"/>
                      <a:pt x="18" y="10695"/>
                    </a:cubicBezTo>
                    <a:lnTo>
                      <a:pt x="18" y="10697"/>
                    </a:lnTo>
                    <a:lnTo>
                      <a:pt x="18" y="10701"/>
                    </a:lnTo>
                    <a:cubicBezTo>
                      <a:pt x="28" y="10883"/>
                      <a:pt x="39" y="11065"/>
                      <a:pt x="55" y="11250"/>
                    </a:cubicBezTo>
                    <a:cubicBezTo>
                      <a:pt x="64" y="11145"/>
                      <a:pt x="73" y="11044"/>
                      <a:pt x="86" y="10943"/>
                    </a:cubicBezTo>
                    <a:cubicBezTo>
                      <a:pt x="86" y="10918"/>
                      <a:pt x="90" y="10898"/>
                      <a:pt x="93" y="10876"/>
                    </a:cubicBezTo>
                    <a:cubicBezTo>
                      <a:pt x="95" y="10811"/>
                      <a:pt x="104" y="10750"/>
                      <a:pt x="110" y="10688"/>
                    </a:cubicBezTo>
                    <a:lnTo>
                      <a:pt x="110" y="10686"/>
                    </a:lnTo>
                    <a:cubicBezTo>
                      <a:pt x="114" y="10665"/>
                      <a:pt x="117" y="10641"/>
                      <a:pt x="120" y="10619"/>
                    </a:cubicBezTo>
                    <a:cubicBezTo>
                      <a:pt x="120" y="10613"/>
                      <a:pt x="120" y="10604"/>
                      <a:pt x="122" y="10597"/>
                    </a:cubicBezTo>
                    <a:lnTo>
                      <a:pt x="122" y="10590"/>
                    </a:lnTo>
                    <a:lnTo>
                      <a:pt x="122" y="10584"/>
                    </a:lnTo>
                    <a:cubicBezTo>
                      <a:pt x="122" y="10578"/>
                      <a:pt x="125" y="10568"/>
                      <a:pt x="125" y="10559"/>
                    </a:cubicBezTo>
                    <a:lnTo>
                      <a:pt x="125" y="10551"/>
                    </a:lnTo>
                    <a:cubicBezTo>
                      <a:pt x="127" y="10544"/>
                      <a:pt x="127" y="10538"/>
                      <a:pt x="127" y="10528"/>
                    </a:cubicBezTo>
                    <a:cubicBezTo>
                      <a:pt x="130" y="10522"/>
                      <a:pt x="130" y="10513"/>
                      <a:pt x="130" y="10504"/>
                    </a:cubicBezTo>
                    <a:lnTo>
                      <a:pt x="130" y="10501"/>
                    </a:lnTo>
                    <a:cubicBezTo>
                      <a:pt x="132" y="10499"/>
                      <a:pt x="132" y="10492"/>
                      <a:pt x="132" y="10486"/>
                    </a:cubicBezTo>
                    <a:lnTo>
                      <a:pt x="132" y="10477"/>
                    </a:lnTo>
                    <a:cubicBezTo>
                      <a:pt x="136" y="10468"/>
                      <a:pt x="136" y="10456"/>
                      <a:pt x="139" y="10444"/>
                    </a:cubicBezTo>
                    <a:cubicBezTo>
                      <a:pt x="139" y="10438"/>
                      <a:pt x="139" y="10432"/>
                      <a:pt x="141" y="10425"/>
                    </a:cubicBezTo>
                    <a:cubicBezTo>
                      <a:pt x="141" y="10413"/>
                      <a:pt x="144" y="10401"/>
                      <a:pt x="144" y="10388"/>
                    </a:cubicBezTo>
                    <a:cubicBezTo>
                      <a:pt x="144" y="10386"/>
                      <a:pt x="147" y="10382"/>
                      <a:pt x="147" y="10379"/>
                    </a:cubicBezTo>
                    <a:cubicBezTo>
                      <a:pt x="153" y="10324"/>
                      <a:pt x="162" y="10265"/>
                      <a:pt x="171" y="10210"/>
                    </a:cubicBezTo>
                    <a:cubicBezTo>
                      <a:pt x="171" y="10203"/>
                      <a:pt x="171" y="10195"/>
                      <a:pt x="173" y="10188"/>
                    </a:cubicBezTo>
                    <a:cubicBezTo>
                      <a:pt x="720" y="6471"/>
                      <a:pt x="2530" y="3168"/>
                      <a:pt x="5156" y="729"/>
                    </a:cubicBezTo>
                    <a:cubicBezTo>
                      <a:pt x="4603" y="440"/>
                      <a:pt x="4018" y="195"/>
                      <a:pt x="34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9"/>
              <p:cNvSpPr/>
              <p:nvPr/>
            </p:nvSpPr>
            <p:spPr>
              <a:xfrm>
                <a:off x="3120213" y="452775"/>
                <a:ext cx="129050" cy="281225"/>
              </a:xfrm>
              <a:custGeom>
                <a:rect b="b" l="l" r="r" t="t"/>
                <a:pathLst>
                  <a:path extrusionOk="0" h="11249" w="5162">
                    <a:moveTo>
                      <a:pt x="5103" y="0"/>
                    </a:moveTo>
                    <a:cubicBezTo>
                      <a:pt x="5093" y="114"/>
                      <a:pt x="5084" y="227"/>
                      <a:pt x="5072" y="339"/>
                    </a:cubicBezTo>
                    <a:cubicBezTo>
                      <a:pt x="5068" y="354"/>
                      <a:pt x="5068" y="366"/>
                      <a:pt x="5065" y="381"/>
                    </a:cubicBezTo>
                    <a:cubicBezTo>
                      <a:pt x="5059" y="443"/>
                      <a:pt x="5053" y="505"/>
                      <a:pt x="5047" y="563"/>
                    </a:cubicBezTo>
                    <a:cubicBezTo>
                      <a:pt x="5047" y="566"/>
                      <a:pt x="5044" y="566"/>
                      <a:pt x="5044" y="566"/>
                    </a:cubicBezTo>
                    <a:cubicBezTo>
                      <a:pt x="5044" y="588"/>
                      <a:pt x="5041" y="608"/>
                      <a:pt x="5038" y="630"/>
                    </a:cubicBezTo>
                    <a:cubicBezTo>
                      <a:pt x="5038" y="639"/>
                      <a:pt x="5038" y="645"/>
                      <a:pt x="5036" y="652"/>
                    </a:cubicBezTo>
                    <a:lnTo>
                      <a:pt x="5036" y="665"/>
                    </a:lnTo>
                    <a:lnTo>
                      <a:pt x="5036" y="667"/>
                    </a:lnTo>
                    <a:cubicBezTo>
                      <a:pt x="5036" y="676"/>
                      <a:pt x="5033" y="683"/>
                      <a:pt x="5033" y="690"/>
                    </a:cubicBezTo>
                    <a:lnTo>
                      <a:pt x="5033" y="702"/>
                    </a:lnTo>
                    <a:cubicBezTo>
                      <a:pt x="5030" y="707"/>
                      <a:pt x="5030" y="713"/>
                      <a:pt x="5030" y="721"/>
                    </a:cubicBezTo>
                    <a:cubicBezTo>
                      <a:pt x="5027" y="729"/>
                      <a:pt x="5027" y="738"/>
                      <a:pt x="5027" y="748"/>
                    </a:cubicBezTo>
                    <a:lnTo>
                      <a:pt x="5027" y="750"/>
                    </a:lnTo>
                    <a:cubicBezTo>
                      <a:pt x="5025" y="757"/>
                      <a:pt x="5025" y="762"/>
                      <a:pt x="5025" y="765"/>
                    </a:cubicBezTo>
                    <a:lnTo>
                      <a:pt x="5025" y="772"/>
                    </a:lnTo>
                    <a:cubicBezTo>
                      <a:pt x="5021" y="784"/>
                      <a:pt x="5021" y="796"/>
                      <a:pt x="5018" y="805"/>
                    </a:cubicBezTo>
                    <a:cubicBezTo>
                      <a:pt x="5018" y="815"/>
                      <a:pt x="5016" y="824"/>
                      <a:pt x="5016" y="830"/>
                    </a:cubicBezTo>
                    <a:cubicBezTo>
                      <a:pt x="5016" y="842"/>
                      <a:pt x="5014" y="852"/>
                      <a:pt x="5014" y="861"/>
                    </a:cubicBezTo>
                    <a:cubicBezTo>
                      <a:pt x="5014" y="867"/>
                      <a:pt x="5011" y="871"/>
                      <a:pt x="5011" y="873"/>
                    </a:cubicBezTo>
                    <a:cubicBezTo>
                      <a:pt x="5005" y="929"/>
                      <a:pt x="4995" y="985"/>
                      <a:pt x="4986" y="1041"/>
                    </a:cubicBezTo>
                    <a:lnTo>
                      <a:pt x="4986" y="1058"/>
                    </a:lnTo>
                    <a:cubicBezTo>
                      <a:pt x="4439" y="4774"/>
                      <a:pt x="2626" y="8079"/>
                      <a:pt x="1" y="10519"/>
                    </a:cubicBezTo>
                    <a:cubicBezTo>
                      <a:pt x="554" y="10813"/>
                      <a:pt x="1136" y="11057"/>
                      <a:pt x="1740" y="11248"/>
                    </a:cubicBezTo>
                    <a:cubicBezTo>
                      <a:pt x="3886" y="8509"/>
                      <a:pt x="5162" y="5061"/>
                      <a:pt x="5162" y="1314"/>
                    </a:cubicBezTo>
                    <a:lnTo>
                      <a:pt x="5162" y="1154"/>
                    </a:lnTo>
                    <a:cubicBezTo>
                      <a:pt x="5162" y="1125"/>
                      <a:pt x="5159" y="1098"/>
                      <a:pt x="5151" y="1072"/>
                    </a:cubicBezTo>
                    <a:cubicBezTo>
                      <a:pt x="5151" y="1007"/>
                      <a:pt x="5149" y="938"/>
                      <a:pt x="5149" y="871"/>
                    </a:cubicBezTo>
                    <a:cubicBezTo>
                      <a:pt x="5149" y="865"/>
                      <a:pt x="5149" y="856"/>
                      <a:pt x="5146" y="847"/>
                    </a:cubicBezTo>
                    <a:lnTo>
                      <a:pt x="5146" y="785"/>
                    </a:lnTo>
                    <a:cubicBezTo>
                      <a:pt x="5146" y="778"/>
                      <a:pt x="5146" y="772"/>
                      <a:pt x="5144" y="763"/>
                    </a:cubicBezTo>
                    <a:cubicBezTo>
                      <a:pt x="5146" y="760"/>
                      <a:pt x="5144" y="754"/>
                      <a:pt x="5144" y="748"/>
                    </a:cubicBezTo>
                    <a:lnTo>
                      <a:pt x="5144" y="741"/>
                    </a:lnTo>
                    <a:lnTo>
                      <a:pt x="5144" y="698"/>
                    </a:lnTo>
                    <a:cubicBezTo>
                      <a:pt x="5144" y="692"/>
                      <a:pt x="5144" y="686"/>
                      <a:pt x="5141" y="676"/>
                    </a:cubicBezTo>
                    <a:lnTo>
                      <a:pt x="5141" y="636"/>
                    </a:lnTo>
                    <a:cubicBezTo>
                      <a:pt x="5141" y="634"/>
                      <a:pt x="5141" y="628"/>
                      <a:pt x="5139" y="621"/>
                    </a:cubicBezTo>
                    <a:cubicBezTo>
                      <a:pt x="5141" y="619"/>
                      <a:pt x="5141" y="614"/>
                      <a:pt x="5139" y="612"/>
                    </a:cubicBezTo>
                    <a:cubicBezTo>
                      <a:pt x="5139" y="594"/>
                      <a:pt x="5139" y="574"/>
                      <a:pt x="5136" y="557"/>
                    </a:cubicBezTo>
                    <a:lnTo>
                      <a:pt x="5136" y="554"/>
                    </a:lnTo>
                    <a:cubicBezTo>
                      <a:pt x="5130" y="370"/>
                      <a:pt x="5118" y="185"/>
                      <a:pt x="51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9"/>
              <p:cNvSpPr/>
              <p:nvPr/>
            </p:nvSpPr>
            <p:spPr>
              <a:xfrm>
                <a:off x="2972213" y="461625"/>
                <a:ext cx="291600" cy="71800"/>
              </a:xfrm>
              <a:custGeom>
                <a:rect b="b" l="l" r="r" t="t"/>
                <a:pathLst>
                  <a:path extrusionOk="0" h="2872" w="11664">
                    <a:moveTo>
                      <a:pt x="11664" y="0"/>
                    </a:moveTo>
                    <a:lnTo>
                      <a:pt x="11664" y="0"/>
                    </a:lnTo>
                    <a:cubicBezTo>
                      <a:pt x="11574" y="43"/>
                      <a:pt x="11484" y="83"/>
                      <a:pt x="11390" y="127"/>
                    </a:cubicBezTo>
                    <a:cubicBezTo>
                      <a:pt x="11368" y="140"/>
                      <a:pt x="11344" y="152"/>
                      <a:pt x="11319" y="161"/>
                    </a:cubicBezTo>
                    <a:cubicBezTo>
                      <a:pt x="11265" y="186"/>
                      <a:pt x="11205" y="213"/>
                      <a:pt x="11148" y="235"/>
                    </a:cubicBezTo>
                    <a:cubicBezTo>
                      <a:pt x="11148" y="235"/>
                      <a:pt x="11148" y="238"/>
                      <a:pt x="11145" y="238"/>
                    </a:cubicBezTo>
                    <a:cubicBezTo>
                      <a:pt x="11126" y="246"/>
                      <a:pt x="11105" y="255"/>
                      <a:pt x="11084" y="261"/>
                    </a:cubicBezTo>
                    <a:cubicBezTo>
                      <a:pt x="11076" y="269"/>
                      <a:pt x="11068" y="271"/>
                      <a:pt x="11061" y="271"/>
                    </a:cubicBezTo>
                    <a:cubicBezTo>
                      <a:pt x="11058" y="274"/>
                      <a:pt x="11058" y="274"/>
                      <a:pt x="11055" y="274"/>
                    </a:cubicBezTo>
                    <a:cubicBezTo>
                      <a:pt x="11055" y="274"/>
                      <a:pt x="11055" y="276"/>
                      <a:pt x="11053" y="276"/>
                    </a:cubicBezTo>
                    <a:lnTo>
                      <a:pt x="11050" y="276"/>
                    </a:lnTo>
                    <a:cubicBezTo>
                      <a:pt x="11040" y="283"/>
                      <a:pt x="11028" y="286"/>
                      <a:pt x="11019" y="289"/>
                    </a:cubicBezTo>
                    <a:lnTo>
                      <a:pt x="11016" y="289"/>
                    </a:lnTo>
                    <a:cubicBezTo>
                      <a:pt x="11009" y="295"/>
                      <a:pt x="11007" y="295"/>
                      <a:pt x="11001" y="299"/>
                    </a:cubicBezTo>
                    <a:cubicBezTo>
                      <a:pt x="10994" y="301"/>
                      <a:pt x="10986" y="305"/>
                      <a:pt x="10978" y="307"/>
                    </a:cubicBezTo>
                    <a:lnTo>
                      <a:pt x="10976" y="307"/>
                    </a:lnTo>
                    <a:cubicBezTo>
                      <a:pt x="10971" y="311"/>
                      <a:pt x="10965" y="314"/>
                      <a:pt x="10958" y="314"/>
                    </a:cubicBezTo>
                    <a:lnTo>
                      <a:pt x="10958" y="316"/>
                    </a:lnTo>
                    <a:cubicBezTo>
                      <a:pt x="10945" y="322"/>
                      <a:pt x="10931" y="330"/>
                      <a:pt x="10918" y="332"/>
                    </a:cubicBezTo>
                    <a:cubicBezTo>
                      <a:pt x="10913" y="335"/>
                      <a:pt x="10906" y="338"/>
                      <a:pt x="10900" y="341"/>
                    </a:cubicBezTo>
                    <a:cubicBezTo>
                      <a:pt x="10887" y="347"/>
                      <a:pt x="10875" y="350"/>
                      <a:pt x="10863" y="356"/>
                    </a:cubicBezTo>
                    <a:lnTo>
                      <a:pt x="10860" y="356"/>
                    </a:lnTo>
                    <a:cubicBezTo>
                      <a:pt x="10805" y="381"/>
                      <a:pt x="10750" y="403"/>
                      <a:pt x="10698" y="420"/>
                    </a:cubicBezTo>
                    <a:cubicBezTo>
                      <a:pt x="10695" y="424"/>
                      <a:pt x="10691" y="428"/>
                      <a:pt x="10688" y="428"/>
                    </a:cubicBezTo>
                    <a:cubicBezTo>
                      <a:pt x="8765" y="1190"/>
                      <a:pt x="6758" y="1558"/>
                      <a:pt x="4770" y="1558"/>
                    </a:cubicBezTo>
                    <a:cubicBezTo>
                      <a:pt x="3149" y="1558"/>
                      <a:pt x="1541" y="1314"/>
                      <a:pt x="1" y="838"/>
                    </a:cubicBezTo>
                    <a:lnTo>
                      <a:pt x="1" y="838"/>
                    </a:lnTo>
                    <a:cubicBezTo>
                      <a:pt x="29" y="1477"/>
                      <a:pt x="109" y="2105"/>
                      <a:pt x="240" y="2713"/>
                    </a:cubicBezTo>
                    <a:cubicBezTo>
                      <a:pt x="986" y="2818"/>
                      <a:pt x="1740" y="2872"/>
                      <a:pt x="2497" y="2872"/>
                    </a:cubicBezTo>
                    <a:cubicBezTo>
                      <a:pt x="5236" y="2872"/>
                      <a:pt x="8013" y="2174"/>
                      <a:pt x="10555" y="706"/>
                    </a:cubicBezTo>
                    <a:cubicBezTo>
                      <a:pt x="10599" y="681"/>
                      <a:pt x="10645" y="653"/>
                      <a:pt x="10687" y="629"/>
                    </a:cubicBezTo>
                    <a:cubicBezTo>
                      <a:pt x="10714" y="613"/>
                      <a:pt x="10740" y="598"/>
                      <a:pt x="10767" y="582"/>
                    </a:cubicBezTo>
                    <a:cubicBezTo>
                      <a:pt x="10822" y="548"/>
                      <a:pt x="10880" y="515"/>
                      <a:pt x="10936" y="477"/>
                    </a:cubicBezTo>
                    <a:cubicBezTo>
                      <a:pt x="10942" y="475"/>
                      <a:pt x="10945" y="471"/>
                      <a:pt x="10951" y="469"/>
                    </a:cubicBezTo>
                    <a:cubicBezTo>
                      <a:pt x="10961" y="465"/>
                      <a:pt x="10967" y="459"/>
                      <a:pt x="10973" y="455"/>
                    </a:cubicBezTo>
                    <a:cubicBezTo>
                      <a:pt x="10980" y="453"/>
                      <a:pt x="10983" y="449"/>
                      <a:pt x="10987" y="446"/>
                    </a:cubicBezTo>
                    <a:cubicBezTo>
                      <a:pt x="10996" y="443"/>
                      <a:pt x="11002" y="436"/>
                      <a:pt x="11008" y="434"/>
                    </a:cubicBezTo>
                    <a:cubicBezTo>
                      <a:pt x="11013" y="428"/>
                      <a:pt x="11020" y="423"/>
                      <a:pt x="11027" y="420"/>
                    </a:cubicBezTo>
                    <a:cubicBezTo>
                      <a:pt x="11033" y="418"/>
                      <a:pt x="11037" y="414"/>
                      <a:pt x="11039" y="412"/>
                    </a:cubicBezTo>
                    <a:cubicBezTo>
                      <a:pt x="11042" y="412"/>
                      <a:pt x="11045" y="409"/>
                      <a:pt x="11048" y="409"/>
                    </a:cubicBezTo>
                    <a:cubicBezTo>
                      <a:pt x="11055" y="403"/>
                      <a:pt x="11061" y="399"/>
                      <a:pt x="11064" y="397"/>
                    </a:cubicBezTo>
                    <a:cubicBezTo>
                      <a:pt x="11068" y="397"/>
                      <a:pt x="11070" y="397"/>
                      <a:pt x="11070" y="394"/>
                    </a:cubicBezTo>
                    <a:cubicBezTo>
                      <a:pt x="11076" y="389"/>
                      <a:pt x="11080" y="387"/>
                      <a:pt x="11084" y="387"/>
                    </a:cubicBezTo>
                    <a:cubicBezTo>
                      <a:pt x="11092" y="381"/>
                      <a:pt x="11099" y="378"/>
                      <a:pt x="11105" y="372"/>
                    </a:cubicBezTo>
                    <a:cubicBezTo>
                      <a:pt x="11115" y="366"/>
                      <a:pt x="11123" y="363"/>
                      <a:pt x="11130" y="356"/>
                    </a:cubicBezTo>
                    <a:cubicBezTo>
                      <a:pt x="11135" y="352"/>
                      <a:pt x="11141" y="346"/>
                      <a:pt x="11148" y="343"/>
                    </a:cubicBezTo>
                    <a:cubicBezTo>
                      <a:pt x="11152" y="343"/>
                      <a:pt x="11154" y="341"/>
                      <a:pt x="11154" y="341"/>
                    </a:cubicBezTo>
                    <a:cubicBezTo>
                      <a:pt x="11172" y="330"/>
                      <a:pt x="11188" y="320"/>
                      <a:pt x="11203" y="307"/>
                    </a:cubicBezTo>
                    <a:lnTo>
                      <a:pt x="11205" y="307"/>
                    </a:lnTo>
                    <a:cubicBezTo>
                      <a:pt x="11359" y="207"/>
                      <a:pt x="11513" y="105"/>
                      <a:pt x="116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9"/>
              <p:cNvSpPr/>
              <p:nvPr/>
            </p:nvSpPr>
            <p:spPr>
              <a:xfrm>
                <a:off x="3232513" y="408575"/>
                <a:ext cx="291575" cy="71875"/>
              </a:xfrm>
              <a:custGeom>
                <a:rect b="b" l="l" r="r" t="t"/>
                <a:pathLst>
                  <a:path extrusionOk="0" h="2875" w="11663">
                    <a:moveTo>
                      <a:pt x="9164" y="0"/>
                    </a:moveTo>
                    <a:cubicBezTo>
                      <a:pt x="6426" y="0"/>
                      <a:pt x="3649" y="697"/>
                      <a:pt x="1106" y="2166"/>
                    </a:cubicBezTo>
                    <a:cubicBezTo>
                      <a:pt x="1062" y="2191"/>
                      <a:pt x="1022" y="2216"/>
                      <a:pt x="979" y="2243"/>
                    </a:cubicBezTo>
                    <a:cubicBezTo>
                      <a:pt x="948" y="2259"/>
                      <a:pt x="921" y="2277"/>
                      <a:pt x="890" y="2299"/>
                    </a:cubicBezTo>
                    <a:cubicBezTo>
                      <a:pt x="835" y="2328"/>
                      <a:pt x="783" y="2361"/>
                      <a:pt x="728" y="2401"/>
                    </a:cubicBezTo>
                    <a:cubicBezTo>
                      <a:pt x="727" y="2400"/>
                      <a:pt x="725" y="2400"/>
                      <a:pt x="723" y="2400"/>
                    </a:cubicBezTo>
                    <a:cubicBezTo>
                      <a:pt x="717" y="2400"/>
                      <a:pt x="711" y="2405"/>
                      <a:pt x="706" y="2410"/>
                    </a:cubicBezTo>
                    <a:cubicBezTo>
                      <a:pt x="704" y="2410"/>
                      <a:pt x="699" y="2410"/>
                      <a:pt x="697" y="2416"/>
                    </a:cubicBezTo>
                    <a:cubicBezTo>
                      <a:pt x="696" y="2416"/>
                      <a:pt x="695" y="2415"/>
                      <a:pt x="695" y="2415"/>
                    </a:cubicBezTo>
                    <a:cubicBezTo>
                      <a:pt x="693" y="2415"/>
                      <a:pt x="692" y="2418"/>
                      <a:pt x="690" y="2423"/>
                    </a:cubicBezTo>
                    <a:cubicBezTo>
                      <a:pt x="690" y="2421"/>
                      <a:pt x="689" y="2421"/>
                      <a:pt x="688" y="2421"/>
                    </a:cubicBezTo>
                    <a:cubicBezTo>
                      <a:pt x="686" y="2421"/>
                      <a:pt x="683" y="2424"/>
                      <a:pt x="682" y="2426"/>
                    </a:cubicBezTo>
                    <a:cubicBezTo>
                      <a:pt x="673" y="2428"/>
                      <a:pt x="663" y="2434"/>
                      <a:pt x="654" y="2443"/>
                    </a:cubicBezTo>
                    <a:cubicBezTo>
                      <a:pt x="649" y="2443"/>
                      <a:pt x="643" y="2449"/>
                      <a:pt x="636" y="2457"/>
                    </a:cubicBezTo>
                    <a:cubicBezTo>
                      <a:pt x="636" y="2455"/>
                      <a:pt x="635" y="2455"/>
                      <a:pt x="634" y="2455"/>
                    </a:cubicBezTo>
                    <a:cubicBezTo>
                      <a:pt x="631" y="2455"/>
                      <a:pt x="629" y="2457"/>
                      <a:pt x="627" y="2459"/>
                    </a:cubicBezTo>
                    <a:cubicBezTo>
                      <a:pt x="625" y="2459"/>
                      <a:pt x="621" y="2463"/>
                      <a:pt x="618" y="2465"/>
                    </a:cubicBezTo>
                    <a:cubicBezTo>
                      <a:pt x="613" y="2469"/>
                      <a:pt x="607" y="2472"/>
                      <a:pt x="600" y="2478"/>
                    </a:cubicBezTo>
                    <a:cubicBezTo>
                      <a:pt x="596" y="2478"/>
                      <a:pt x="594" y="2478"/>
                      <a:pt x="594" y="2480"/>
                    </a:cubicBezTo>
                    <a:cubicBezTo>
                      <a:pt x="587" y="2480"/>
                      <a:pt x="584" y="2485"/>
                      <a:pt x="581" y="2488"/>
                    </a:cubicBezTo>
                    <a:cubicBezTo>
                      <a:pt x="576" y="2491"/>
                      <a:pt x="569" y="2498"/>
                      <a:pt x="563" y="2500"/>
                    </a:cubicBezTo>
                    <a:cubicBezTo>
                      <a:pt x="554" y="2506"/>
                      <a:pt x="548" y="2509"/>
                      <a:pt x="538" y="2516"/>
                    </a:cubicBezTo>
                    <a:lnTo>
                      <a:pt x="538" y="2519"/>
                    </a:lnTo>
                    <a:lnTo>
                      <a:pt x="535" y="2519"/>
                    </a:lnTo>
                    <a:cubicBezTo>
                      <a:pt x="529" y="2521"/>
                      <a:pt x="527" y="2525"/>
                      <a:pt x="520" y="2527"/>
                    </a:cubicBezTo>
                    <a:cubicBezTo>
                      <a:pt x="518" y="2527"/>
                      <a:pt x="514" y="2531"/>
                      <a:pt x="512" y="2534"/>
                    </a:cubicBezTo>
                    <a:cubicBezTo>
                      <a:pt x="496" y="2542"/>
                      <a:pt x="481" y="2552"/>
                      <a:pt x="465" y="2567"/>
                    </a:cubicBezTo>
                    <a:cubicBezTo>
                      <a:pt x="463" y="2566"/>
                      <a:pt x="461" y="2566"/>
                      <a:pt x="460" y="2566"/>
                    </a:cubicBezTo>
                    <a:cubicBezTo>
                      <a:pt x="459" y="2566"/>
                      <a:pt x="458" y="2566"/>
                      <a:pt x="458" y="2567"/>
                    </a:cubicBezTo>
                    <a:cubicBezTo>
                      <a:pt x="302" y="2668"/>
                      <a:pt x="151" y="2769"/>
                      <a:pt x="1" y="2875"/>
                    </a:cubicBezTo>
                    <a:cubicBezTo>
                      <a:pt x="92" y="2830"/>
                      <a:pt x="184" y="2788"/>
                      <a:pt x="276" y="2748"/>
                    </a:cubicBezTo>
                    <a:cubicBezTo>
                      <a:pt x="297" y="2735"/>
                      <a:pt x="319" y="2726"/>
                      <a:pt x="343" y="2717"/>
                    </a:cubicBezTo>
                    <a:cubicBezTo>
                      <a:pt x="398" y="2690"/>
                      <a:pt x="457" y="2665"/>
                      <a:pt x="515" y="2643"/>
                    </a:cubicBezTo>
                    <a:cubicBezTo>
                      <a:pt x="515" y="2643"/>
                      <a:pt x="515" y="2640"/>
                      <a:pt x="518" y="2640"/>
                    </a:cubicBezTo>
                    <a:cubicBezTo>
                      <a:pt x="535" y="2632"/>
                      <a:pt x="554" y="2623"/>
                      <a:pt x="576" y="2617"/>
                    </a:cubicBezTo>
                    <a:cubicBezTo>
                      <a:pt x="582" y="2609"/>
                      <a:pt x="591" y="2607"/>
                      <a:pt x="597" y="2607"/>
                    </a:cubicBezTo>
                    <a:cubicBezTo>
                      <a:pt x="601" y="2604"/>
                      <a:pt x="601" y="2604"/>
                      <a:pt x="604" y="2604"/>
                    </a:cubicBezTo>
                    <a:cubicBezTo>
                      <a:pt x="607" y="2602"/>
                      <a:pt x="611" y="2602"/>
                      <a:pt x="613" y="2602"/>
                    </a:cubicBezTo>
                    <a:cubicBezTo>
                      <a:pt x="622" y="2596"/>
                      <a:pt x="635" y="2589"/>
                      <a:pt x="644" y="2589"/>
                    </a:cubicBezTo>
                    <a:lnTo>
                      <a:pt x="647" y="2587"/>
                    </a:lnTo>
                    <a:cubicBezTo>
                      <a:pt x="651" y="2583"/>
                      <a:pt x="657" y="2581"/>
                      <a:pt x="659" y="2581"/>
                    </a:cubicBezTo>
                    <a:cubicBezTo>
                      <a:pt x="666" y="2577"/>
                      <a:pt x="675" y="2573"/>
                      <a:pt x="682" y="2571"/>
                    </a:cubicBezTo>
                    <a:cubicBezTo>
                      <a:pt x="684" y="2568"/>
                      <a:pt x="688" y="2568"/>
                      <a:pt x="690" y="2568"/>
                    </a:cubicBezTo>
                    <a:cubicBezTo>
                      <a:pt x="694" y="2565"/>
                      <a:pt x="700" y="2562"/>
                      <a:pt x="704" y="2562"/>
                    </a:cubicBezTo>
                    <a:lnTo>
                      <a:pt x="706" y="2562"/>
                    </a:lnTo>
                    <a:cubicBezTo>
                      <a:pt x="719" y="2556"/>
                      <a:pt x="730" y="2550"/>
                      <a:pt x="744" y="2546"/>
                    </a:cubicBezTo>
                    <a:cubicBezTo>
                      <a:pt x="752" y="2540"/>
                      <a:pt x="761" y="2536"/>
                      <a:pt x="768" y="2534"/>
                    </a:cubicBezTo>
                    <a:cubicBezTo>
                      <a:pt x="781" y="2530"/>
                      <a:pt x="790" y="2524"/>
                      <a:pt x="799" y="2521"/>
                    </a:cubicBezTo>
                    <a:cubicBezTo>
                      <a:pt x="803" y="2521"/>
                      <a:pt x="806" y="2519"/>
                      <a:pt x="806" y="2519"/>
                    </a:cubicBezTo>
                    <a:cubicBezTo>
                      <a:pt x="860" y="2496"/>
                      <a:pt x="912" y="2474"/>
                      <a:pt x="966" y="2457"/>
                    </a:cubicBezTo>
                    <a:cubicBezTo>
                      <a:pt x="972" y="2454"/>
                      <a:pt x="974" y="2449"/>
                      <a:pt x="981" y="2447"/>
                    </a:cubicBezTo>
                    <a:cubicBezTo>
                      <a:pt x="2904" y="1686"/>
                      <a:pt x="4911" y="1318"/>
                      <a:pt x="6898" y="1318"/>
                    </a:cubicBezTo>
                    <a:cubicBezTo>
                      <a:pt x="8518" y="1318"/>
                      <a:pt x="10125" y="1562"/>
                      <a:pt x="11662" y="2036"/>
                    </a:cubicBezTo>
                    <a:cubicBezTo>
                      <a:pt x="11633" y="1397"/>
                      <a:pt x="11554" y="770"/>
                      <a:pt x="11421" y="158"/>
                    </a:cubicBezTo>
                    <a:cubicBezTo>
                      <a:pt x="10675" y="53"/>
                      <a:pt x="9921" y="0"/>
                      <a:pt x="91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9"/>
              <p:cNvSpPr/>
              <p:nvPr/>
            </p:nvSpPr>
            <p:spPr>
              <a:xfrm>
                <a:off x="3177613" y="195250"/>
                <a:ext cx="79900" cy="291450"/>
              </a:xfrm>
              <a:custGeom>
                <a:rect b="b" l="l" r="r" t="t"/>
                <a:pathLst>
                  <a:path extrusionOk="0" h="11658" w="3196">
                    <a:moveTo>
                      <a:pt x="2358" y="1"/>
                    </a:moveTo>
                    <a:lnTo>
                      <a:pt x="2358" y="1"/>
                    </a:lnTo>
                    <a:cubicBezTo>
                      <a:pt x="1718" y="26"/>
                      <a:pt x="1095" y="105"/>
                      <a:pt x="486" y="237"/>
                    </a:cubicBezTo>
                    <a:cubicBezTo>
                      <a:pt x="1" y="3679"/>
                      <a:pt x="619" y="7306"/>
                      <a:pt x="2493" y="10552"/>
                    </a:cubicBezTo>
                    <a:cubicBezTo>
                      <a:pt x="2518" y="10595"/>
                      <a:pt x="2542" y="10638"/>
                      <a:pt x="2566" y="10678"/>
                    </a:cubicBezTo>
                    <a:cubicBezTo>
                      <a:pt x="2582" y="10707"/>
                      <a:pt x="2597" y="10734"/>
                      <a:pt x="2613" y="10759"/>
                    </a:cubicBezTo>
                    <a:cubicBezTo>
                      <a:pt x="2649" y="10816"/>
                      <a:pt x="2683" y="10874"/>
                      <a:pt x="2720" y="10930"/>
                    </a:cubicBezTo>
                    <a:cubicBezTo>
                      <a:pt x="2723" y="10936"/>
                      <a:pt x="2726" y="10942"/>
                      <a:pt x="2729" y="10945"/>
                    </a:cubicBezTo>
                    <a:cubicBezTo>
                      <a:pt x="2733" y="10955"/>
                      <a:pt x="2740" y="10961"/>
                      <a:pt x="2742" y="10967"/>
                    </a:cubicBezTo>
                    <a:lnTo>
                      <a:pt x="2742" y="10970"/>
                    </a:lnTo>
                    <a:cubicBezTo>
                      <a:pt x="2746" y="10972"/>
                      <a:pt x="2749" y="10976"/>
                      <a:pt x="2749" y="10978"/>
                    </a:cubicBezTo>
                    <a:cubicBezTo>
                      <a:pt x="2755" y="10988"/>
                      <a:pt x="2761" y="10997"/>
                      <a:pt x="2764" y="11003"/>
                    </a:cubicBezTo>
                    <a:cubicBezTo>
                      <a:pt x="2771" y="11008"/>
                      <a:pt x="2775" y="11014"/>
                      <a:pt x="2777" y="11022"/>
                    </a:cubicBezTo>
                    <a:cubicBezTo>
                      <a:pt x="2780" y="11028"/>
                      <a:pt x="2783" y="11032"/>
                      <a:pt x="2786" y="11034"/>
                    </a:cubicBezTo>
                    <a:cubicBezTo>
                      <a:pt x="2786" y="11038"/>
                      <a:pt x="2788" y="11040"/>
                      <a:pt x="2788" y="11040"/>
                    </a:cubicBezTo>
                    <a:cubicBezTo>
                      <a:pt x="2791" y="11047"/>
                      <a:pt x="2795" y="11054"/>
                      <a:pt x="2797" y="11056"/>
                    </a:cubicBezTo>
                    <a:cubicBezTo>
                      <a:pt x="2802" y="11059"/>
                      <a:pt x="2802" y="11063"/>
                      <a:pt x="2804" y="11065"/>
                    </a:cubicBezTo>
                    <a:cubicBezTo>
                      <a:pt x="2808" y="11069"/>
                      <a:pt x="2811" y="11075"/>
                      <a:pt x="2811" y="11078"/>
                    </a:cubicBezTo>
                    <a:cubicBezTo>
                      <a:pt x="2817" y="11084"/>
                      <a:pt x="2819" y="11090"/>
                      <a:pt x="2826" y="11096"/>
                    </a:cubicBezTo>
                    <a:cubicBezTo>
                      <a:pt x="2829" y="11105"/>
                      <a:pt x="2837" y="11111"/>
                      <a:pt x="2839" y="11121"/>
                    </a:cubicBezTo>
                    <a:cubicBezTo>
                      <a:pt x="2842" y="11121"/>
                      <a:pt x="2842" y="11124"/>
                      <a:pt x="2842" y="11124"/>
                    </a:cubicBezTo>
                    <a:cubicBezTo>
                      <a:pt x="2845" y="11129"/>
                      <a:pt x="2852" y="11135"/>
                      <a:pt x="2854" y="11141"/>
                    </a:cubicBezTo>
                    <a:cubicBezTo>
                      <a:pt x="2854" y="11146"/>
                      <a:pt x="2857" y="11146"/>
                      <a:pt x="2857" y="11148"/>
                    </a:cubicBezTo>
                    <a:cubicBezTo>
                      <a:pt x="2866" y="11163"/>
                      <a:pt x="2875" y="11178"/>
                      <a:pt x="2888" y="11191"/>
                    </a:cubicBezTo>
                    <a:cubicBezTo>
                      <a:pt x="2888" y="11194"/>
                      <a:pt x="2890" y="11197"/>
                      <a:pt x="2890" y="11197"/>
                    </a:cubicBezTo>
                    <a:lnTo>
                      <a:pt x="2890" y="11199"/>
                    </a:lnTo>
                    <a:cubicBezTo>
                      <a:pt x="2992" y="11356"/>
                      <a:pt x="3094" y="11507"/>
                      <a:pt x="3196" y="11657"/>
                    </a:cubicBezTo>
                    <a:cubicBezTo>
                      <a:pt x="3150" y="11561"/>
                      <a:pt x="3107" y="11466"/>
                      <a:pt x="3065" y="11368"/>
                    </a:cubicBezTo>
                    <a:cubicBezTo>
                      <a:pt x="3055" y="11350"/>
                      <a:pt x="3046" y="11332"/>
                      <a:pt x="3040" y="11311"/>
                    </a:cubicBezTo>
                    <a:cubicBezTo>
                      <a:pt x="3012" y="11255"/>
                      <a:pt x="2987" y="11199"/>
                      <a:pt x="2963" y="11141"/>
                    </a:cubicBezTo>
                    <a:lnTo>
                      <a:pt x="2963" y="11138"/>
                    </a:lnTo>
                    <a:cubicBezTo>
                      <a:pt x="2953" y="11121"/>
                      <a:pt x="2945" y="11102"/>
                      <a:pt x="2938" y="11081"/>
                    </a:cubicBezTo>
                    <a:cubicBezTo>
                      <a:pt x="2932" y="11074"/>
                      <a:pt x="2929" y="11065"/>
                      <a:pt x="2929" y="11059"/>
                    </a:cubicBezTo>
                    <a:cubicBezTo>
                      <a:pt x="2925" y="11056"/>
                      <a:pt x="2922" y="11053"/>
                      <a:pt x="2922" y="11050"/>
                    </a:cubicBezTo>
                    <a:lnTo>
                      <a:pt x="2922" y="11047"/>
                    </a:lnTo>
                    <a:cubicBezTo>
                      <a:pt x="2916" y="11038"/>
                      <a:pt x="2912" y="11025"/>
                      <a:pt x="2910" y="11017"/>
                    </a:cubicBezTo>
                    <a:lnTo>
                      <a:pt x="2910" y="11013"/>
                    </a:lnTo>
                    <a:cubicBezTo>
                      <a:pt x="2904" y="11007"/>
                      <a:pt x="2904" y="11004"/>
                      <a:pt x="2901" y="10998"/>
                    </a:cubicBezTo>
                    <a:cubicBezTo>
                      <a:pt x="2899" y="10989"/>
                      <a:pt x="2894" y="10982"/>
                      <a:pt x="2891" y="10973"/>
                    </a:cubicBezTo>
                    <a:cubicBezTo>
                      <a:pt x="2889" y="10973"/>
                      <a:pt x="2889" y="10973"/>
                      <a:pt x="2889" y="10971"/>
                    </a:cubicBezTo>
                    <a:cubicBezTo>
                      <a:pt x="2886" y="10967"/>
                      <a:pt x="2886" y="10961"/>
                      <a:pt x="2886" y="10958"/>
                    </a:cubicBezTo>
                    <a:cubicBezTo>
                      <a:pt x="2884" y="10955"/>
                      <a:pt x="2884" y="10955"/>
                      <a:pt x="2884" y="10952"/>
                    </a:cubicBezTo>
                    <a:cubicBezTo>
                      <a:pt x="2878" y="10939"/>
                      <a:pt x="2871" y="10927"/>
                      <a:pt x="2869" y="10914"/>
                    </a:cubicBezTo>
                    <a:cubicBezTo>
                      <a:pt x="2866" y="10905"/>
                      <a:pt x="2862" y="10899"/>
                      <a:pt x="2859" y="10893"/>
                    </a:cubicBezTo>
                    <a:cubicBezTo>
                      <a:pt x="2853" y="10880"/>
                      <a:pt x="2850" y="10868"/>
                      <a:pt x="2844" y="10859"/>
                    </a:cubicBezTo>
                    <a:lnTo>
                      <a:pt x="2844" y="10857"/>
                    </a:lnTo>
                    <a:cubicBezTo>
                      <a:pt x="2819" y="10801"/>
                      <a:pt x="2797" y="10746"/>
                      <a:pt x="2780" y="10694"/>
                    </a:cubicBezTo>
                    <a:cubicBezTo>
                      <a:pt x="2776" y="10691"/>
                      <a:pt x="2773" y="10687"/>
                      <a:pt x="2773" y="10684"/>
                    </a:cubicBezTo>
                    <a:cubicBezTo>
                      <a:pt x="1389" y="7194"/>
                      <a:pt x="1304" y="3424"/>
                      <a:pt x="2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9"/>
              <p:cNvSpPr/>
              <p:nvPr/>
            </p:nvSpPr>
            <p:spPr>
              <a:xfrm>
                <a:off x="3238738" y="455425"/>
                <a:ext cx="80000" cy="291550"/>
              </a:xfrm>
              <a:custGeom>
                <a:rect b="b" l="l" r="r" t="t"/>
                <a:pathLst>
                  <a:path extrusionOk="0" h="11662" w="3200">
                    <a:moveTo>
                      <a:pt x="0" y="1"/>
                    </a:moveTo>
                    <a:lnTo>
                      <a:pt x="0" y="1"/>
                    </a:lnTo>
                    <a:cubicBezTo>
                      <a:pt x="43" y="89"/>
                      <a:pt x="83" y="179"/>
                      <a:pt x="123" y="271"/>
                    </a:cubicBezTo>
                    <a:cubicBezTo>
                      <a:pt x="136" y="292"/>
                      <a:pt x="145" y="313"/>
                      <a:pt x="154" y="338"/>
                    </a:cubicBezTo>
                    <a:cubicBezTo>
                      <a:pt x="182" y="393"/>
                      <a:pt x="207" y="452"/>
                      <a:pt x="232" y="509"/>
                    </a:cubicBezTo>
                    <a:cubicBezTo>
                      <a:pt x="232" y="509"/>
                      <a:pt x="234" y="514"/>
                      <a:pt x="234" y="517"/>
                    </a:cubicBezTo>
                    <a:cubicBezTo>
                      <a:pt x="243" y="535"/>
                      <a:pt x="252" y="556"/>
                      <a:pt x="258" y="579"/>
                    </a:cubicBezTo>
                    <a:cubicBezTo>
                      <a:pt x="265" y="585"/>
                      <a:pt x="268" y="594"/>
                      <a:pt x="268" y="600"/>
                    </a:cubicBezTo>
                    <a:lnTo>
                      <a:pt x="270" y="602"/>
                    </a:lnTo>
                    <a:cubicBezTo>
                      <a:pt x="273" y="605"/>
                      <a:pt x="273" y="610"/>
                      <a:pt x="273" y="612"/>
                    </a:cubicBezTo>
                    <a:cubicBezTo>
                      <a:pt x="279" y="623"/>
                      <a:pt x="283" y="632"/>
                      <a:pt x="285" y="646"/>
                    </a:cubicBezTo>
                    <a:lnTo>
                      <a:pt x="288" y="646"/>
                    </a:lnTo>
                    <a:cubicBezTo>
                      <a:pt x="292" y="652"/>
                      <a:pt x="292" y="654"/>
                      <a:pt x="295" y="661"/>
                    </a:cubicBezTo>
                    <a:cubicBezTo>
                      <a:pt x="299" y="666"/>
                      <a:pt x="301" y="672"/>
                      <a:pt x="301" y="679"/>
                    </a:cubicBezTo>
                    <a:cubicBezTo>
                      <a:pt x="305" y="682"/>
                      <a:pt x="307" y="686"/>
                      <a:pt x="307" y="688"/>
                    </a:cubicBezTo>
                    <a:cubicBezTo>
                      <a:pt x="311" y="694"/>
                      <a:pt x="311" y="697"/>
                      <a:pt x="314" y="703"/>
                    </a:cubicBezTo>
                    <a:cubicBezTo>
                      <a:pt x="320" y="717"/>
                      <a:pt x="327" y="730"/>
                      <a:pt x="330" y="744"/>
                    </a:cubicBezTo>
                    <a:cubicBezTo>
                      <a:pt x="332" y="750"/>
                      <a:pt x="336" y="759"/>
                      <a:pt x="338" y="765"/>
                    </a:cubicBezTo>
                    <a:cubicBezTo>
                      <a:pt x="345" y="777"/>
                      <a:pt x="347" y="790"/>
                      <a:pt x="353" y="798"/>
                    </a:cubicBezTo>
                    <a:lnTo>
                      <a:pt x="353" y="801"/>
                    </a:lnTo>
                    <a:cubicBezTo>
                      <a:pt x="378" y="857"/>
                      <a:pt x="400" y="912"/>
                      <a:pt x="418" y="963"/>
                    </a:cubicBezTo>
                    <a:cubicBezTo>
                      <a:pt x="421" y="971"/>
                      <a:pt x="425" y="973"/>
                      <a:pt x="428" y="979"/>
                    </a:cubicBezTo>
                    <a:cubicBezTo>
                      <a:pt x="1810" y="4471"/>
                      <a:pt x="1894" y="8237"/>
                      <a:pt x="836" y="11661"/>
                    </a:cubicBezTo>
                    <a:cubicBezTo>
                      <a:pt x="1478" y="11632"/>
                      <a:pt x="2106" y="11553"/>
                      <a:pt x="2715" y="11421"/>
                    </a:cubicBezTo>
                    <a:cubicBezTo>
                      <a:pt x="3200" y="7979"/>
                      <a:pt x="2582" y="4352"/>
                      <a:pt x="709" y="1107"/>
                    </a:cubicBezTo>
                    <a:cubicBezTo>
                      <a:pt x="682" y="1058"/>
                      <a:pt x="655" y="1012"/>
                      <a:pt x="624" y="962"/>
                    </a:cubicBezTo>
                    <a:cubicBezTo>
                      <a:pt x="610" y="939"/>
                      <a:pt x="596" y="916"/>
                      <a:pt x="584" y="892"/>
                    </a:cubicBezTo>
                    <a:cubicBezTo>
                      <a:pt x="550" y="837"/>
                      <a:pt x="516" y="781"/>
                      <a:pt x="479" y="725"/>
                    </a:cubicBezTo>
                    <a:cubicBezTo>
                      <a:pt x="475" y="720"/>
                      <a:pt x="472" y="714"/>
                      <a:pt x="466" y="708"/>
                    </a:cubicBezTo>
                    <a:cubicBezTo>
                      <a:pt x="466" y="701"/>
                      <a:pt x="462" y="697"/>
                      <a:pt x="460" y="694"/>
                    </a:cubicBezTo>
                    <a:cubicBezTo>
                      <a:pt x="460" y="691"/>
                      <a:pt x="460" y="688"/>
                      <a:pt x="457" y="688"/>
                    </a:cubicBezTo>
                    <a:cubicBezTo>
                      <a:pt x="457" y="686"/>
                      <a:pt x="454" y="682"/>
                      <a:pt x="450" y="679"/>
                    </a:cubicBezTo>
                    <a:cubicBezTo>
                      <a:pt x="448" y="670"/>
                      <a:pt x="441" y="661"/>
                      <a:pt x="435" y="655"/>
                    </a:cubicBezTo>
                    <a:cubicBezTo>
                      <a:pt x="431" y="650"/>
                      <a:pt x="429" y="643"/>
                      <a:pt x="423" y="636"/>
                    </a:cubicBezTo>
                    <a:cubicBezTo>
                      <a:pt x="423" y="630"/>
                      <a:pt x="418" y="626"/>
                      <a:pt x="415" y="624"/>
                    </a:cubicBezTo>
                    <a:cubicBezTo>
                      <a:pt x="412" y="621"/>
                      <a:pt x="412" y="617"/>
                      <a:pt x="409" y="615"/>
                    </a:cubicBezTo>
                    <a:cubicBezTo>
                      <a:pt x="405" y="610"/>
                      <a:pt x="399" y="602"/>
                      <a:pt x="397" y="596"/>
                    </a:cubicBezTo>
                    <a:cubicBezTo>
                      <a:pt x="394" y="596"/>
                      <a:pt x="394" y="594"/>
                      <a:pt x="394" y="594"/>
                    </a:cubicBezTo>
                    <a:cubicBezTo>
                      <a:pt x="394" y="591"/>
                      <a:pt x="390" y="587"/>
                      <a:pt x="387" y="585"/>
                    </a:cubicBezTo>
                    <a:cubicBezTo>
                      <a:pt x="383" y="575"/>
                      <a:pt x="381" y="569"/>
                      <a:pt x="374" y="563"/>
                    </a:cubicBezTo>
                    <a:cubicBezTo>
                      <a:pt x="369" y="554"/>
                      <a:pt x="363" y="545"/>
                      <a:pt x="357" y="535"/>
                    </a:cubicBezTo>
                    <a:cubicBezTo>
                      <a:pt x="353" y="529"/>
                      <a:pt x="350" y="523"/>
                      <a:pt x="347" y="520"/>
                    </a:cubicBezTo>
                    <a:cubicBezTo>
                      <a:pt x="347" y="518"/>
                      <a:pt x="343" y="514"/>
                      <a:pt x="341" y="511"/>
                    </a:cubicBezTo>
                    <a:cubicBezTo>
                      <a:pt x="332" y="493"/>
                      <a:pt x="322" y="477"/>
                      <a:pt x="307" y="462"/>
                    </a:cubicBezTo>
                    <a:cubicBezTo>
                      <a:pt x="311" y="458"/>
                      <a:pt x="307" y="458"/>
                      <a:pt x="305" y="456"/>
                    </a:cubicBezTo>
                    <a:cubicBezTo>
                      <a:pt x="207" y="302"/>
                      <a:pt x="105" y="15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9"/>
              <p:cNvSpPr/>
              <p:nvPr/>
            </p:nvSpPr>
            <p:spPr>
              <a:xfrm>
                <a:off x="3014913" y="455025"/>
                <a:ext cx="242150" cy="201650"/>
              </a:xfrm>
              <a:custGeom>
                <a:rect b="b" l="l" r="r" t="t"/>
                <a:pathLst>
                  <a:path extrusionOk="0" h="8066" w="9686">
                    <a:moveTo>
                      <a:pt x="9685" y="0"/>
                    </a:moveTo>
                    <a:lnTo>
                      <a:pt x="9685" y="0"/>
                    </a:lnTo>
                    <a:cubicBezTo>
                      <a:pt x="9626" y="86"/>
                      <a:pt x="9568" y="168"/>
                      <a:pt x="9503" y="253"/>
                    </a:cubicBezTo>
                    <a:cubicBezTo>
                      <a:pt x="9492" y="271"/>
                      <a:pt x="9478" y="290"/>
                      <a:pt x="9465" y="308"/>
                    </a:cubicBezTo>
                    <a:cubicBezTo>
                      <a:pt x="9429" y="361"/>
                      <a:pt x="9389" y="414"/>
                      <a:pt x="9352" y="466"/>
                    </a:cubicBezTo>
                    <a:cubicBezTo>
                      <a:pt x="9338" y="481"/>
                      <a:pt x="9327" y="499"/>
                      <a:pt x="9315" y="514"/>
                    </a:cubicBezTo>
                    <a:cubicBezTo>
                      <a:pt x="9307" y="523"/>
                      <a:pt x="9301" y="530"/>
                      <a:pt x="9299" y="537"/>
                    </a:cubicBezTo>
                    <a:cubicBezTo>
                      <a:pt x="9295" y="540"/>
                      <a:pt x="9295" y="543"/>
                      <a:pt x="9292" y="543"/>
                    </a:cubicBezTo>
                    <a:cubicBezTo>
                      <a:pt x="9292" y="547"/>
                      <a:pt x="9286" y="549"/>
                      <a:pt x="9286" y="549"/>
                    </a:cubicBezTo>
                    <a:cubicBezTo>
                      <a:pt x="9284" y="558"/>
                      <a:pt x="9277" y="565"/>
                      <a:pt x="9270" y="571"/>
                    </a:cubicBezTo>
                    <a:lnTo>
                      <a:pt x="9268" y="571"/>
                    </a:lnTo>
                    <a:lnTo>
                      <a:pt x="9268" y="574"/>
                    </a:lnTo>
                    <a:cubicBezTo>
                      <a:pt x="9264" y="580"/>
                      <a:pt x="9261" y="586"/>
                      <a:pt x="9255" y="589"/>
                    </a:cubicBezTo>
                    <a:cubicBezTo>
                      <a:pt x="9255" y="596"/>
                      <a:pt x="9253" y="600"/>
                      <a:pt x="9246" y="602"/>
                    </a:cubicBezTo>
                    <a:cubicBezTo>
                      <a:pt x="9246" y="609"/>
                      <a:pt x="9243" y="612"/>
                      <a:pt x="9237" y="615"/>
                    </a:cubicBezTo>
                    <a:cubicBezTo>
                      <a:pt x="9237" y="621"/>
                      <a:pt x="9234" y="626"/>
                      <a:pt x="9228" y="628"/>
                    </a:cubicBezTo>
                    <a:cubicBezTo>
                      <a:pt x="9228" y="631"/>
                      <a:pt x="9226" y="631"/>
                      <a:pt x="9226" y="631"/>
                    </a:cubicBezTo>
                    <a:cubicBezTo>
                      <a:pt x="9219" y="640"/>
                      <a:pt x="9213" y="648"/>
                      <a:pt x="9203" y="658"/>
                    </a:cubicBezTo>
                    <a:cubicBezTo>
                      <a:pt x="9201" y="667"/>
                      <a:pt x="9195" y="676"/>
                      <a:pt x="9188" y="682"/>
                    </a:cubicBezTo>
                    <a:cubicBezTo>
                      <a:pt x="9179" y="692"/>
                      <a:pt x="9172" y="700"/>
                      <a:pt x="9164" y="709"/>
                    </a:cubicBezTo>
                    <a:cubicBezTo>
                      <a:pt x="9167" y="712"/>
                      <a:pt x="9161" y="712"/>
                      <a:pt x="9161" y="712"/>
                    </a:cubicBezTo>
                    <a:cubicBezTo>
                      <a:pt x="9130" y="759"/>
                      <a:pt x="9093" y="805"/>
                      <a:pt x="9059" y="847"/>
                    </a:cubicBezTo>
                    <a:cubicBezTo>
                      <a:pt x="9056" y="854"/>
                      <a:pt x="9048" y="857"/>
                      <a:pt x="9046" y="863"/>
                    </a:cubicBezTo>
                    <a:cubicBezTo>
                      <a:pt x="6716" y="3806"/>
                      <a:pt x="3495" y="5759"/>
                      <a:pt x="1" y="6558"/>
                    </a:cubicBezTo>
                    <a:cubicBezTo>
                      <a:pt x="338" y="7093"/>
                      <a:pt x="725" y="7598"/>
                      <a:pt x="1151" y="8065"/>
                    </a:cubicBezTo>
                    <a:cubicBezTo>
                      <a:pt x="4374" y="6762"/>
                      <a:pt x="7205" y="4413"/>
                      <a:pt x="9077" y="1167"/>
                    </a:cubicBezTo>
                    <a:cubicBezTo>
                      <a:pt x="9104" y="1121"/>
                      <a:pt x="9130" y="1075"/>
                      <a:pt x="9157" y="1029"/>
                    </a:cubicBezTo>
                    <a:cubicBezTo>
                      <a:pt x="9170" y="1003"/>
                      <a:pt x="9185" y="978"/>
                      <a:pt x="9197" y="952"/>
                    </a:cubicBezTo>
                    <a:cubicBezTo>
                      <a:pt x="9231" y="896"/>
                      <a:pt x="9262" y="841"/>
                      <a:pt x="9289" y="782"/>
                    </a:cubicBezTo>
                    <a:cubicBezTo>
                      <a:pt x="9293" y="777"/>
                      <a:pt x="9295" y="771"/>
                      <a:pt x="9301" y="765"/>
                    </a:cubicBezTo>
                    <a:cubicBezTo>
                      <a:pt x="9301" y="762"/>
                      <a:pt x="9305" y="756"/>
                      <a:pt x="9308" y="749"/>
                    </a:cubicBezTo>
                    <a:cubicBezTo>
                      <a:pt x="9312" y="749"/>
                      <a:pt x="9312" y="745"/>
                      <a:pt x="9315" y="743"/>
                    </a:cubicBezTo>
                    <a:cubicBezTo>
                      <a:pt x="9315" y="740"/>
                      <a:pt x="9319" y="734"/>
                      <a:pt x="9321" y="728"/>
                    </a:cubicBezTo>
                    <a:cubicBezTo>
                      <a:pt x="9325" y="720"/>
                      <a:pt x="9327" y="714"/>
                      <a:pt x="9334" y="705"/>
                    </a:cubicBezTo>
                    <a:cubicBezTo>
                      <a:pt x="9336" y="699"/>
                      <a:pt x="9340" y="693"/>
                      <a:pt x="9343" y="683"/>
                    </a:cubicBezTo>
                    <a:cubicBezTo>
                      <a:pt x="9347" y="681"/>
                      <a:pt x="9347" y="677"/>
                      <a:pt x="9350" y="674"/>
                    </a:cubicBezTo>
                    <a:cubicBezTo>
                      <a:pt x="9353" y="671"/>
                      <a:pt x="9353" y="668"/>
                      <a:pt x="9356" y="662"/>
                    </a:cubicBezTo>
                    <a:cubicBezTo>
                      <a:pt x="9360" y="659"/>
                      <a:pt x="9360" y="655"/>
                      <a:pt x="9362" y="652"/>
                    </a:cubicBezTo>
                    <a:cubicBezTo>
                      <a:pt x="9362" y="648"/>
                      <a:pt x="9366" y="642"/>
                      <a:pt x="9368" y="640"/>
                    </a:cubicBezTo>
                    <a:cubicBezTo>
                      <a:pt x="9368" y="636"/>
                      <a:pt x="9372" y="630"/>
                      <a:pt x="9376" y="627"/>
                    </a:cubicBezTo>
                    <a:cubicBezTo>
                      <a:pt x="9379" y="620"/>
                      <a:pt x="9382" y="611"/>
                      <a:pt x="9388" y="605"/>
                    </a:cubicBezTo>
                    <a:cubicBezTo>
                      <a:pt x="9392" y="596"/>
                      <a:pt x="9398" y="586"/>
                      <a:pt x="9401" y="578"/>
                    </a:cubicBezTo>
                    <a:cubicBezTo>
                      <a:pt x="9403" y="573"/>
                      <a:pt x="9408" y="566"/>
                      <a:pt x="9410" y="559"/>
                    </a:cubicBezTo>
                    <a:cubicBezTo>
                      <a:pt x="9413" y="555"/>
                      <a:pt x="9413" y="555"/>
                      <a:pt x="9413" y="553"/>
                    </a:cubicBezTo>
                    <a:cubicBezTo>
                      <a:pt x="9422" y="538"/>
                      <a:pt x="9428" y="522"/>
                      <a:pt x="9437" y="507"/>
                    </a:cubicBezTo>
                    <a:cubicBezTo>
                      <a:pt x="9437" y="504"/>
                      <a:pt x="9440" y="501"/>
                      <a:pt x="9440" y="498"/>
                    </a:cubicBezTo>
                    <a:cubicBezTo>
                      <a:pt x="9443" y="498"/>
                      <a:pt x="9443" y="495"/>
                      <a:pt x="9443" y="495"/>
                    </a:cubicBezTo>
                    <a:cubicBezTo>
                      <a:pt x="9525" y="331"/>
                      <a:pt x="9605" y="166"/>
                      <a:pt x="96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9"/>
              <p:cNvSpPr/>
              <p:nvPr/>
            </p:nvSpPr>
            <p:spPr>
              <a:xfrm>
                <a:off x="3239313" y="285400"/>
                <a:ext cx="242025" cy="201625"/>
              </a:xfrm>
              <a:custGeom>
                <a:rect b="b" l="l" r="r" t="t"/>
                <a:pathLst>
                  <a:path extrusionOk="0" h="8065" w="9681">
                    <a:moveTo>
                      <a:pt x="8535" y="1"/>
                    </a:moveTo>
                    <a:cubicBezTo>
                      <a:pt x="5311" y="1303"/>
                      <a:pt x="2480" y="3653"/>
                      <a:pt x="608" y="6899"/>
                    </a:cubicBezTo>
                    <a:cubicBezTo>
                      <a:pt x="579" y="6945"/>
                      <a:pt x="555" y="6989"/>
                      <a:pt x="528" y="7036"/>
                    </a:cubicBezTo>
                    <a:cubicBezTo>
                      <a:pt x="515" y="7061"/>
                      <a:pt x="501" y="7090"/>
                      <a:pt x="488" y="7113"/>
                    </a:cubicBezTo>
                    <a:cubicBezTo>
                      <a:pt x="454" y="7172"/>
                      <a:pt x="423" y="7227"/>
                      <a:pt x="392" y="7286"/>
                    </a:cubicBezTo>
                    <a:cubicBezTo>
                      <a:pt x="388" y="7292"/>
                      <a:pt x="382" y="7301"/>
                      <a:pt x="380" y="7307"/>
                    </a:cubicBezTo>
                    <a:cubicBezTo>
                      <a:pt x="376" y="7311"/>
                      <a:pt x="376" y="7318"/>
                      <a:pt x="373" y="7320"/>
                    </a:cubicBezTo>
                    <a:cubicBezTo>
                      <a:pt x="373" y="7320"/>
                      <a:pt x="373" y="7323"/>
                      <a:pt x="371" y="7323"/>
                    </a:cubicBezTo>
                    <a:cubicBezTo>
                      <a:pt x="371" y="7329"/>
                      <a:pt x="367" y="7332"/>
                      <a:pt x="364" y="7338"/>
                    </a:cubicBezTo>
                    <a:cubicBezTo>
                      <a:pt x="357" y="7348"/>
                      <a:pt x="354" y="7354"/>
                      <a:pt x="351" y="7363"/>
                    </a:cubicBezTo>
                    <a:cubicBezTo>
                      <a:pt x="345" y="7368"/>
                      <a:pt x="342" y="7374"/>
                      <a:pt x="342" y="7381"/>
                    </a:cubicBezTo>
                    <a:cubicBezTo>
                      <a:pt x="340" y="7387"/>
                      <a:pt x="336" y="7391"/>
                      <a:pt x="334" y="7394"/>
                    </a:cubicBezTo>
                    <a:cubicBezTo>
                      <a:pt x="329" y="7400"/>
                      <a:pt x="329" y="7404"/>
                      <a:pt x="327" y="7406"/>
                    </a:cubicBezTo>
                    <a:cubicBezTo>
                      <a:pt x="323" y="7413"/>
                      <a:pt x="323" y="7417"/>
                      <a:pt x="320" y="7420"/>
                    </a:cubicBezTo>
                    <a:cubicBezTo>
                      <a:pt x="318" y="7422"/>
                      <a:pt x="318" y="7426"/>
                      <a:pt x="318" y="7428"/>
                    </a:cubicBezTo>
                    <a:cubicBezTo>
                      <a:pt x="314" y="7431"/>
                      <a:pt x="312" y="7435"/>
                      <a:pt x="312" y="7437"/>
                    </a:cubicBezTo>
                    <a:cubicBezTo>
                      <a:pt x="305" y="7447"/>
                      <a:pt x="302" y="7456"/>
                      <a:pt x="298" y="7462"/>
                    </a:cubicBezTo>
                    <a:cubicBezTo>
                      <a:pt x="292" y="7471"/>
                      <a:pt x="288" y="7480"/>
                      <a:pt x="286" y="7487"/>
                    </a:cubicBezTo>
                    <a:lnTo>
                      <a:pt x="283" y="7489"/>
                    </a:lnTo>
                    <a:cubicBezTo>
                      <a:pt x="279" y="7495"/>
                      <a:pt x="277" y="7502"/>
                      <a:pt x="277" y="7504"/>
                    </a:cubicBezTo>
                    <a:cubicBezTo>
                      <a:pt x="274" y="7511"/>
                      <a:pt x="271" y="7515"/>
                      <a:pt x="267" y="7518"/>
                    </a:cubicBezTo>
                    <a:cubicBezTo>
                      <a:pt x="262" y="7533"/>
                      <a:pt x="256" y="7545"/>
                      <a:pt x="250" y="7557"/>
                    </a:cubicBezTo>
                    <a:cubicBezTo>
                      <a:pt x="246" y="7564"/>
                      <a:pt x="243" y="7570"/>
                      <a:pt x="243" y="7573"/>
                    </a:cubicBezTo>
                    <a:cubicBezTo>
                      <a:pt x="158" y="7736"/>
                      <a:pt x="78" y="7898"/>
                      <a:pt x="0" y="8065"/>
                    </a:cubicBezTo>
                    <a:cubicBezTo>
                      <a:pt x="60" y="7979"/>
                      <a:pt x="118" y="7896"/>
                      <a:pt x="183" y="7813"/>
                    </a:cubicBezTo>
                    <a:cubicBezTo>
                      <a:pt x="191" y="7792"/>
                      <a:pt x="207" y="7773"/>
                      <a:pt x="222" y="7755"/>
                    </a:cubicBezTo>
                    <a:cubicBezTo>
                      <a:pt x="256" y="7706"/>
                      <a:pt x="292" y="7657"/>
                      <a:pt x="329" y="7608"/>
                    </a:cubicBezTo>
                    <a:lnTo>
                      <a:pt x="329" y="7606"/>
                    </a:lnTo>
                    <a:cubicBezTo>
                      <a:pt x="345" y="7586"/>
                      <a:pt x="356" y="7570"/>
                      <a:pt x="370" y="7552"/>
                    </a:cubicBezTo>
                    <a:cubicBezTo>
                      <a:pt x="372" y="7546"/>
                      <a:pt x="379" y="7544"/>
                      <a:pt x="385" y="7536"/>
                    </a:cubicBezTo>
                    <a:cubicBezTo>
                      <a:pt x="385" y="7534"/>
                      <a:pt x="385" y="7530"/>
                      <a:pt x="387" y="7528"/>
                    </a:cubicBezTo>
                    <a:lnTo>
                      <a:pt x="396" y="7519"/>
                    </a:lnTo>
                    <a:cubicBezTo>
                      <a:pt x="401" y="7514"/>
                      <a:pt x="407" y="7508"/>
                      <a:pt x="410" y="7500"/>
                    </a:cubicBezTo>
                    <a:cubicBezTo>
                      <a:pt x="413" y="7497"/>
                      <a:pt x="413" y="7494"/>
                      <a:pt x="416" y="7494"/>
                    </a:cubicBezTo>
                    <a:cubicBezTo>
                      <a:pt x="418" y="7488"/>
                      <a:pt x="422" y="7484"/>
                      <a:pt x="425" y="7482"/>
                    </a:cubicBezTo>
                    <a:cubicBezTo>
                      <a:pt x="428" y="7475"/>
                      <a:pt x="432" y="7468"/>
                      <a:pt x="438" y="7466"/>
                    </a:cubicBezTo>
                    <a:cubicBezTo>
                      <a:pt x="438" y="7463"/>
                      <a:pt x="442" y="7459"/>
                      <a:pt x="444" y="7457"/>
                    </a:cubicBezTo>
                    <a:cubicBezTo>
                      <a:pt x="448" y="7451"/>
                      <a:pt x="451" y="7447"/>
                      <a:pt x="457" y="7444"/>
                    </a:cubicBezTo>
                    <a:lnTo>
                      <a:pt x="457" y="7441"/>
                    </a:lnTo>
                    <a:cubicBezTo>
                      <a:pt x="464" y="7428"/>
                      <a:pt x="473" y="7420"/>
                      <a:pt x="482" y="7411"/>
                    </a:cubicBezTo>
                    <a:cubicBezTo>
                      <a:pt x="484" y="7401"/>
                      <a:pt x="490" y="7395"/>
                      <a:pt x="498" y="7389"/>
                    </a:cubicBezTo>
                    <a:cubicBezTo>
                      <a:pt x="504" y="7375"/>
                      <a:pt x="513" y="7366"/>
                      <a:pt x="519" y="7358"/>
                    </a:cubicBezTo>
                    <a:lnTo>
                      <a:pt x="521" y="7358"/>
                    </a:lnTo>
                    <a:cubicBezTo>
                      <a:pt x="552" y="7315"/>
                      <a:pt x="586" y="7271"/>
                      <a:pt x="619" y="7229"/>
                    </a:cubicBezTo>
                    <a:cubicBezTo>
                      <a:pt x="625" y="7222"/>
                      <a:pt x="629" y="7213"/>
                      <a:pt x="638" y="7206"/>
                    </a:cubicBezTo>
                    <a:cubicBezTo>
                      <a:pt x="2967" y="4262"/>
                      <a:pt x="6189" y="2306"/>
                      <a:pt x="9680" y="1508"/>
                    </a:cubicBezTo>
                    <a:cubicBezTo>
                      <a:pt x="9343" y="972"/>
                      <a:pt x="8958" y="469"/>
                      <a:pt x="85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9"/>
              <p:cNvSpPr/>
              <p:nvPr/>
            </p:nvSpPr>
            <p:spPr>
              <a:xfrm>
                <a:off x="3062638" y="237825"/>
                <a:ext cx="201600" cy="242025"/>
              </a:xfrm>
              <a:custGeom>
                <a:rect b="b" l="l" r="r" t="t"/>
                <a:pathLst>
                  <a:path extrusionOk="0" h="9681" w="8064">
                    <a:moveTo>
                      <a:pt x="1507" y="1"/>
                    </a:moveTo>
                    <a:cubicBezTo>
                      <a:pt x="971" y="339"/>
                      <a:pt x="467" y="723"/>
                      <a:pt x="0" y="1147"/>
                    </a:cubicBezTo>
                    <a:cubicBezTo>
                      <a:pt x="1302" y="4372"/>
                      <a:pt x="3650" y="7203"/>
                      <a:pt x="6895" y="9072"/>
                    </a:cubicBezTo>
                    <a:cubicBezTo>
                      <a:pt x="6941" y="9100"/>
                      <a:pt x="6987" y="9125"/>
                      <a:pt x="7033" y="9152"/>
                    </a:cubicBezTo>
                    <a:cubicBezTo>
                      <a:pt x="7059" y="9165"/>
                      <a:pt x="7083" y="9179"/>
                      <a:pt x="7111" y="9192"/>
                    </a:cubicBezTo>
                    <a:cubicBezTo>
                      <a:pt x="7164" y="9226"/>
                      <a:pt x="7224" y="9257"/>
                      <a:pt x="7282" y="9288"/>
                    </a:cubicBezTo>
                    <a:cubicBezTo>
                      <a:pt x="7288" y="9291"/>
                      <a:pt x="7294" y="9298"/>
                      <a:pt x="7304" y="9300"/>
                    </a:cubicBezTo>
                    <a:cubicBezTo>
                      <a:pt x="7307" y="9300"/>
                      <a:pt x="7310" y="9303"/>
                      <a:pt x="7313" y="9303"/>
                    </a:cubicBezTo>
                    <a:cubicBezTo>
                      <a:pt x="7313" y="9306"/>
                      <a:pt x="7317" y="9306"/>
                      <a:pt x="7319" y="9309"/>
                    </a:cubicBezTo>
                    <a:cubicBezTo>
                      <a:pt x="7322" y="9309"/>
                      <a:pt x="7328" y="9314"/>
                      <a:pt x="7334" y="9316"/>
                    </a:cubicBezTo>
                    <a:cubicBezTo>
                      <a:pt x="7341" y="9320"/>
                      <a:pt x="7348" y="9326"/>
                      <a:pt x="7356" y="9329"/>
                    </a:cubicBezTo>
                    <a:cubicBezTo>
                      <a:pt x="7363" y="9331"/>
                      <a:pt x="7370" y="9335"/>
                      <a:pt x="7379" y="9337"/>
                    </a:cubicBezTo>
                    <a:cubicBezTo>
                      <a:pt x="7381" y="9341"/>
                      <a:pt x="7385" y="9344"/>
                      <a:pt x="7387" y="9344"/>
                    </a:cubicBezTo>
                    <a:cubicBezTo>
                      <a:pt x="7390" y="9348"/>
                      <a:pt x="7394" y="9348"/>
                      <a:pt x="7396" y="9351"/>
                    </a:cubicBezTo>
                    <a:cubicBezTo>
                      <a:pt x="7402" y="9353"/>
                      <a:pt x="7408" y="9357"/>
                      <a:pt x="7415" y="9360"/>
                    </a:cubicBezTo>
                    <a:cubicBezTo>
                      <a:pt x="7418" y="9360"/>
                      <a:pt x="7418" y="9362"/>
                      <a:pt x="7421" y="9362"/>
                    </a:cubicBezTo>
                    <a:cubicBezTo>
                      <a:pt x="7425" y="9366"/>
                      <a:pt x="7431" y="9366"/>
                      <a:pt x="7434" y="9368"/>
                    </a:cubicBezTo>
                    <a:cubicBezTo>
                      <a:pt x="7441" y="9372"/>
                      <a:pt x="7449" y="9379"/>
                      <a:pt x="7456" y="9382"/>
                    </a:cubicBezTo>
                    <a:cubicBezTo>
                      <a:pt x="7465" y="9386"/>
                      <a:pt x="7474" y="9392"/>
                      <a:pt x="7483" y="9394"/>
                    </a:cubicBezTo>
                    <a:lnTo>
                      <a:pt x="7485" y="9397"/>
                    </a:lnTo>
                    <a:cubicBezTo>
                      <a:pt x="7492" y="9401"/>
                      <a:pt x="7494" y="9403"/>
                      <a:pt x="7501" y="9403"/>
                    </a:cubicBezTo>
                    <a:lnTo>
                      <a:pt x="7508" y="9410"/>
                    </a:lnTo>
                    <a:cubicBezTo>
                      <a:pt x="7523" y="9417"/>
                      <a:pt x="7539" y="9425"/>
                      <a:pt x="7554" y="9432"/>
                    </a:cubicBezTo>
                    <a:cubicBezTo>
                      <a:pt x="7556" y="9434"/>
                      <a:pt x="7560" y="9434"/>
                      <a:pt x="7563" y="9434"/>
                    </a:cubicBezTo>
                    <a:lnTo>
                      <a:pt x="7563" y="9437"/>
                    </a:lnTo>
                    <a:cubicBezTo>
                      <a:pt x="7730" y="9521"/>
                      <a:pt x="7896" y="9604"/>
                      <a:pt x="8063" y="9681"/>
                    </a:cubicBezTo>
                    <a:cubicBezTo>
                      <a:pt x="7978" y="9622"/>
                      <a:pt x="7894" y="9563"/>
                      <a:pt x="7811" y="9499"/>
                    </a:cubicBezTo>
                    <a:cubicBezTo>
                      <a:pt x="7794" y="9489"/>
                      <a:pt x="7774" y="9475"/>
                      <a:pt x="7757" y="9462"/>
                    </a:cubicBezTo>
                    <a:cubicBezTo>
                      <a:pt x="7704" y="9424"/>
                      <a:pt x="7654" y="9388"/>
                      <a:pt x="7605" y="9351"/>
                    </a:cubicBezTo>
                    <a:lnTo>
                      <a:pt x="7603" y="9349"/>
                    </a:lnTo>
                    <a:cubicBezTo>
                      <a:pt x="7583" y="9335"/>
                      <a:pt x="7566" y="9324"/>
                      <a:pt x="7550" y="9310"/>
                    </a:cubicBezTo>
                    <a:cubicBezTo>
                      <a:pt x="7545" y="9304"/>
                      <a:pt x="7538" y="9302"/>
                      <a:pt x="7532" y="9295"/>
                    </a:cubicBezTo>
                    <a:cubicBezTo>
                      <a:pt x="7527" y="9295"/>
                      <a:pt x="7525" y="9293"/>
                      <a:pt x="7525" y="9293"/>
                    </a:cubicBezTo>
                    <a:lnTo>
                      <a:pt x="7516" y="9284"/>
                    </a:lnTo>
                    <a:cubicBezTo>
                      <a:pt x="7508" y="9282"/>
                      <a:pt x="7501" y="9274"/>
                      <a:pt x="7494" y="9268"/>
                    </a:cubicBezTo>
                    <a:cubicBezTo>
                      <a:pt x="7492" y="9268"/>
                      <a:pt x="7492" y="9268"/>
                      <a:pt x="7492" y="9266"/>
                    </a:cubicBezTo>
                    <a:cubicBezTo>
                      <a:pt x="7485" y="9263"/>
                      <a:pt x="7482" y="9259"/>
                      <a:pt x="7479" y="9257"/>
                    </a:cubicBezTo>
                    <a:cubicBezTo>
                      <a:pt x="7473" y="9253"/>
                      <a:pt x="7467" y="9251"/>
                      <a:pt x="7463" y="9243"/>
                    </a:cubicBezTo>
                    <a:cubicBezTo>
                      <a:pt x="7457" y="9243"/>
                      <a:pt x="7453" y="9241"/>
                      <a:pt x="7451" y="9235"/>
                    </a:cubicBezTo>
                    <a:cubicBezTo>
                      <a:pt x="7444" y="9235"/>
                      <a:pt x="7441" y="9232"/>
                      <a:pt x="7438" y="9226"/>
                    </a:cubicBezTo>
                    <a:lnTo>
                      <a:pt x="7436" y="9226"/>
                    </a:lnTo>
                    <a:cubicBezTo>
                      <a:pt x="7426" y="9217"/>
                      <a:pt x="7417" y="9210"/>
                      <a:pt x="7408" y="9201"/>
                    </a:cubicBezTo>
                    <a:cubicBezTo>
                      <a:pt x="7399" y="9199"/>
                      <a:pt x="7390" y="9192"/>
                      <a:pt x="7384" y="9186"/>
                    </a:cubicBezTo>
                    <a:cubicBezTo>
                      <a:pt x="7375" y="9176"/>
                      <a:pt x="7365" y="9170"/>
                      <a:pt x="7356" y="9161"/>
                    </a:cubicBezTo>
                    <a:cubicBezTo>
                      <a:pt x="7353" y="9161"/>
                      <a:pt x="7350" y="9161"/>
                      <a:pt x="7350" y="9159"/>
                    </a:cubicBezTo>
                    <a:cubicBezTo>
                      <a:pt x="7304" y="9125"/>
                      <a:pt x="7257" y="9092"/>
                      <a:pt x="7215" y="9054"/>
                    </a:cubicBezTo>
                    <a:cubicBezTo>
                      <a:pt x="7209" y="9050"/>
                      <a:pt x="7205" y="9044"/>
                      <a:pt x="7199" y="9041"/>
                    </a:cubicBezTo>
                    <a:cubicBezTo>
                      <a:pt x="4258" y="6712"/>
                      <a:pt x="2307" y="3493"/>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9"/>
              <p:cNvSpPr/>
              <p:nvPr/>
            </p:nvSpPr>
            <p:spPr>
              <a:xfrm>
                <a:off x="3232213" y="462000"/>
                <a:ext cx="201575" cy="242225"/>
              </a:xfrm>
              <a:custGeom>
                <a:rect b="b" l="l" r="r" t="t"/>
                <a:pathLst>
                  <a:path extrusionOk="0" h="9689" w="8063">
                    <a:moveTo>
                      <a:pt x="0" y="1"/>
                    </a:moveTo>
                    <a:lnTo>
                      <a:pt x="0" y="1"/>
                    </a:lnTo>
                    <a:cubicBezTo>
                      <a:pt x="86" y="60"/>
                      <a:pt x="170" y="117"/>
                      <a:pt x="252" y="182"/>
                    </a:cubicBezTo>
                    <a:cubicBezTo>
                      <a:pt x="273" y="192"/>
                      <a:pt x="292" y="207"/>
                      <a:pt x="310" y="223"/>
                    </a:cubicBezTo>
                    <a:cubicBezTo>
                      <a:pt x="364" y="256"/>
                      <a:pt x="412" y="293"/>
                      <a:pt x="462" y="333"/>
                    </a:cubicBezTo>
                    <a:lnTo>
                      <a:pt x="464" y="333"/>
                    </a:lnTo>
                    <a:cubicBezTo>
                      <a:pt x="479" y="347"/>
                      <a:pt x="498" y="358"/>
                      <a:pt x="513" y="370"/>
                    </a:cubicBezTo>
                    <a:cubicBezTo>
                      <a:pt x="518" y="377"/>
                      <a:pt x="525" y="380"/>
                      <a:pt x="531" y="386"/>
                    </a:cubicBezTo>
                    <a:cubicBezTo>
                      <a:pt x="534" y="386"/>
                      <a:pt x="537" y="390"/>
                      <a:pt x="540" y="393"/>
                    </a:cubicBezTo>
                    <a:cubicBezTo>
                      <a:pt x="544" y="393"/>
                      <a:pt x="546" y="399"/>
                      <a:pt x="546" y="399"/>
                    </a:cubicBezTo>
                    <a:cubicBezTo>
                      <a:pt x="553" y="403"/>
                      <a:pt x="560" y="405"/>
                      <a:pt x="562" y="412"/>
                    </a:cubicBezTo>
                    <a:cubicBezTo>
                      <a:pt x="565" y="412"/>
                      <a:pt x="568" y="416"/>
                      <a:pt x="571" y="419"/>
                    </a:cubicBezTo>
                    <a:cubicBezTo>
                      <a:pt x="577" y="421"/>
                      <a:pt x="583" y="425"/>
                      <a:pt x="587" y="427"/>
                    </a:cubicBezTo>
                    <a:cubicBezTo>
                      <a:pt x="593" y="431"/>
                      <a:pt x="597" y="434"/>
                      <a:pt x="599" y="440"/>
                    </a:cubicBezTo>
                    <a:cubicBezTo>
                      <a:pt x="602" y="440"/>
                      <a:pt x="606" y="445"/>
                      <a:pt x="608" y="447"/>
                    </a:cubicBezTo>
                    <a:cubicBezTo>
                      <a:pt x="614" y="451"/>
                      <a:pt x="622" y="453"/>
                      <a:pt x="624" y="460"/>
                    </a:cubicBezTo>
                    <a:cubicBezTo>
                      <a:pt x="626" y="460"/>
                      <a:pt x="626" y="462"/>
                      <a:pt x="626" y="462"/>
                    </a:cubicBezTo>
                    <a:cubicBezTo>
                      <a:pt x="635" y="468"/>
                      <a:pt x="644" y="476"/>
                      <a:pt x="654" y="484"/>
                    </a:cubicBezTo>
                    <a:cubicBezTo>
                      <a:pt x="663" y="487"/>
                      <a:pt x="669" y="493"/>
                      <a:pt x="675" y="499"/>
                    </a:cubicBezTo>
                    <a:cubicBezTo>
                      <a:pt x="685" y="504"/>
                      <a:pt x="694" y="512"/>
                      <a:pt x="702" y="518"/>
                    </a:cubicBezTo>
                    <a:cubicBezTo>
                      <a:pt x="702" y="522"/>
                      <a:pt x="705" y="524"/>
                      <a:pt x="705" y="524"/>
                    </a:cubicBezTo>
                    <a:cubicBezTo>
                      <a:pt x="752" y="555"/>
                      <a:pt x="794" y="593"/>
                      <a:pt x="840" y="626"/>
                    </a:cubicBezTo>
                    <a:cubicBezTo>
                      <a:pt x="847" y="632"/>
                      <a:pt x="850" y="637"/>
                      <a:pt x="856" y="639"/>
                    </a:cubicBezTo>
                    <a:cubicBezTo>
                      <a:pt x="3801" y="2973"/>
                      <a:pt x="5756" y="6194"/>
                      <a:pt x="6556" y="9688"/>
                    </a:cubicBezTo>
                    <a:cubicBezTo>
                      <a:pt x="7090" y="9351"/>
                      <a:pt x="7595" y="8964"/>
                      <a:pt x="8062" y="8540"/>
                    </a:cubicBezTo>
                    <a:cubicBezTo>
                      <a:pt x="6759" y="5316"/>
                      <a:pt x="4410" y="2484"/>
                      <a:pt x="1168" y="607"/>
                    </a:cubicBezTo>
                    <a:cubicBezTo>
                      <a:pt x="1122" y="580"/>
                      <a:pt x="1077" y="554"/>
                      <a:pt x="1030" y="527"/>
                    </a:cubicBezTo>
                    <a:cubicBezTo>
                      <a:pt x="1006" y="514"/>
                      <a:pt x="977" y="500"/>
                      <a:pt x="953" y="487"/>
                    </a:cubicBezTo>
                    <a:cubicBezTo>
                      <a:pt x="897" y="454"/>
                      <a:pt x="839" y="423"/>
                      <a:pt x="784" y="392"/>
                    </a:cubicBezTo>
                    <a:cubicBezTo>
                      <a:pt x="779" y="392"/>
                      <a:pt x="772" y="389"/>
                      <a:pt x="766" y="383"/>
                    </a:cubicBezTo>
                    <a:cubicBezTo>
                      <a:pt x="759" y="380"/>
                      <a:pt x="751" y="376"/>
                      <a:pt x="743" y="373"/>
                    </a:cubicBezTo>
                    <a:lnTo>
                      <a:pt x="743" y="371"/>
                    </a:lnTo>
                    <a:cubicBezTo>
                      <a:pt x="737" y="371"/>
                      <a:pt x="735" y="367"/>
                      <a:pt x="728" y="364"/>
                    </a:cubicBezTo>
                    <a:cubicBezTo>
                      <a:pt x="722" y="361"/>
                      <a:pt x="712" y="358"/>
                      <a:pt x="706" y="352"/>
                    </a:cubicBezTo>
                    <a:cubicBezTo>
                      <a:pt x="700" y="349"/>
                      <a:pt x="691" y="345"/>
                      <a:pt x="685" y="342"/>
                    </a:cubicBezTo>
                    <a:cubicBezTo>
                      <a:pt x="678" y="339"/>
                      <a:pt x="674" y="336"/>
                      <a:pt x="671" y="333"/>
                    </a:cubicBezTo>
                    <a:cubicBezTo>
                      <a:pt x="665" y="333"/>
                      <a:pt x="661" y="329"/>
                      <a:pt x="659" y="327"/>
                    </a:cubicBezTo>
                    <a:cubicBezTo>
                      <a:pt x="656" y="327"/>
                      <a:pt x="656" y="324"/>
                      <a:pt x="656" y="324"/>
                    </a:cubicBezTo>
                    <a:cubicBezTo>
                      <a:pt x="655" y="325"/>
                      <a:pt x="654" y="325"/>
                      <a:pt x="653" y="325"/>
                    </a:cubicBezTo>
                    <a:cubicBezTo>
                      <a:pt x="651" y="325"/>
                      <a:pt x="650" y="324"/>
                      <a:pt x="650" y="324"/>
                    </a:cubicBezTo>
                    <a:cubicBezTo>
                      <a:pt x="647" y="321"/>
                      <a:pt x="643" y="321"/>
                      <a:pt x="640" y="318"/>
                    </a:cubicBezTo>
                    <a:cubicBezTo>
                      <a:pt x="634" y="318"/>
                      <a:pt x="630" y="314"/>
                      <a:pt x="628" y="311"/>
                    </a:cubicBezTo>
                    <a:cubicBezTo>
                      <a:pt x="619" y="307"/>
                      <a:pt x="609" y="301"/>
                      <a:pt x="603" y="298"/>
                    </a:cubicBezTo>
                    <a:cubicBezTo>
                      <a:pt x="594" y="295"/>
                      <a:pt x="586" y="288"/>
                      <a:pt x="578" y="286"/>
                    </a:cubicBezTo>
                    <a:lnTo>
                      <a:pt x="578" y="283"/>
                    </a:lnTo>
                    <a:cubicBezTo>
                      <a:pt x="573" y="283"/>
                      <a:pt x="567" y="279"/>
                      <a:pt x="561" y="276"/>
                    </a:cubicBezTo>
                    <a:cubicBezTo>
                      <a:pt x="555" y="274"/>
                      <a:pt x="550" y="270"/>
                      <a:pt x="547" y="267"/>
                    </a:cubicBezTo>
                    <a:cubicBezTo>
                      <a:pt x="532" y="262"/>
                      <a:pt x="521" y="256"/>
                      <a:pt x="508" y="250"/>
                    </a:cubicBezTo>
                    <a:cubicBezTo>
                      <a:pt x="501" y="246"/>
                      <a:pt x="495" y="243"/>
                      <a:pt x="493" y="240"/>
                    </a:cubicBezTo>
                    <a:cubicBezTo>
                      <a:pt x="330" y="161"/>
                      <a:pt x="168" y="80"/>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9"/>
              <p:cNvSpPr/>
              <p:nvPr/>
            </p:nvSpPr>
            <p:spPr>
              <a:xfrm>
                <a:off x="2973913" y="343175"/>
                <a:ext cx="556700" cy="267225"/>
              </a:xfrm>
              <a:custGeom>
                <a:rect b="b" l="l" r="r" t="t"/>
                <a:pathLst>
                  <a:path extrusionOk="0" h="10689" w="22268">
                    <a:moveTo>
                      <a:pt x="11134" y="0"/>
                    </a:moveTo>
                    <a:cubicBezTo>
                      <a:pt x="4985" y="0"/>
                      <a:pt x="0" y="5344"/>
                      <a:pt x="0" y="5344"/>
                    </a:cubicBezTo>
                    <a:cubicBezTo>
                      <a:pt x="0" y="5344"/>
                      <a:pt x="4985" y="10689"/>
                      <a:pt x="11134" y="10689"/>
                    </a:cubicBezTo>
                    <a:cubicBezTo>
                      <a:pt x="17283" y="10689"/>
                      <a:pt x="22267" y="5344"/>
                      <a:pt x="22267" y="5344"/>
                    </a:cubicBezTo>
                    <a:cubicBezTo>
                      <a:pt x="22267" y="5344"/>
                      <a:pt x="17283" y="0"/>
                      <a:pt x="111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9"/>
              <p:cNvSpPr/>
              <p:nvPr/>
            </p:nvSpPr>
            <p:spPr>
              <a:xfrm>
                <a:off x="3135338" y="359875"/>
                <a:ext cx="233850" cy="233850"/>
              </a:xfrm>
              <a:custGeom>
                <a:rect b="b" l="l" r="r" t="t"/>
                <a:pathLst>
                  <a:path extrusionOk="0" h="9354" w="9354">
                    <a:moveTo>
                      <a:pt x="4677" y="0"/>
                    </a:moveTo>
                    <a:cubicBezTo>
                      <a:pt x="2094" y="0"/>
                      <a:pt x="0" y="2094"/>
                      <a:pt x="0" y="4676"/>
                    </a:cubicBezTo>
                    <a:cubicBezTo>
                      <a:pt x="0" y="7259"/>
                      <a:pt x="2094" y="9353"/>
                      <a:pt x="4677" y="9353"/>
                    </a:cubicBezTo>
                    <a:cubicBezTo>
                      <a:pt x="7259" y="9353"/>
                      <a:pt x="9353" y="7259"/>
                      <a:pt x="9353" y="4676"/>
                    </a:cubicBezTo>
                    <a:cubicBezTo>
                      <a:pt x="9353" y="2094"/>
                      <a:pt x="7259" y="0"/>
                      <a:pt x="4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9"/>
              <p:cNvSpPr/>
              <p:nvPr/>
            </p:nvSpPr>
            <p:spPr>
              <a:xfrm>
                <a:off x="3148238" y="377900"/>
                <a:ext cx="208075" cy="197850"/>
              </a:xfrm>
              <a:custGeom>
                <a:rect b="b" l="l" r="r" t="t"/>
                <a:pathLst>
                  <a:path extrusionOk="0" h="7914" w="8323">
                    <a:moveTo>
                      <a:pt x="5073" y="0"/>
                    </a:moveTo>
                    <a:cubicBezTo>
                      <a:pt x="4899" y="0"/>
                      <a:pt x="4724" y="84"/>
                      <a:pt x="4620" y="271"/>
                    </a:cubicBezTo>
                    <a:cubicBezTo>
                      <a:pt x="4520" y="451"/>
                      <a:pt x="4341" y="541"/>
                      <a:pt x="4161" y="541"/>
                    </a:cubicBezTo>
                    <a:cubicBezTo>
                      <a:pt x="3981" y="541"/>
                      <a:pt x="3802" y="451"/>
                      <a:pt x="3702" y="271"/>
                    </a:cubicBezTo>
                    <a:cubicBezTo>
                      <a:pt x="3598" y="84"/>
                      <a:pt x="3423" y="1"/>
                      <a:pt x="3249" y="1"/>
                    </a:cubicBezTo>
                    <a:cubicBezTo>
                      <a:pt x="2979" y="1"/>
                      <a:pt x="2711" y="203"/>
                      <a:pt x="2716" y="536"/>
                    </a:cubicBezTo>
                    <a:cubicBezTo>
                      <a:pt x="2721" y="846"/>
                      <a:pt x="2466" y="1071"/>
                      <a:pt x="2189" y="1071"/>
                    </a:cubicBezTo>
                    <a:cubicBezTo>
                      <a:pt x="2099" y="1071"/>
                      <a:pt x="2006" y="1047"/>
                      <a:pt x="1920" y="995"/>
                    </a:cubicBezTo>
                    <a:cubicBezTo>
                      <a:pt x="1829" y="941"/>
                      <a:pt x="1736" y="917"/>
                      <a:pt x="1647" y="917"/>
                    </a:cubicBezTo>
                    <a:cubicBezTo>
                      <a:pt x="1275" y="917"/>
                      <a:pt x="972" y="1337"/>
                      <a:pt x="1199" y="1716"/>
                    </a:cubicBezTo>
                    <a:cubicBezTo>
                      <a:pt x="1411" y="2067"/>
                      <a:pt x="1157" y="2512"/>
                      <a:pt x="749" y="2512"/>
                    </a:cubicBezTo>
                    <a:cubicBezTo>
                      <a:pt x="746" y="2512"/>
                      <a:pt x="743" y="2512"/>
                      <a:pt x="740" y="2512"/>
                    </a:cubicBezTo>
                    <a:cubicBezTo>
                      <a:pt x="737" y="2512"/>
                      <a:pt x="733" y="2512"/>
                      <a:pt x="730" y="2512"/>
                    </a:cubicBezTo>
                    <a:cubicBezTo>
                      <a:pt x="191" y="2512"/>
                      <a:pt x="0" y="3233"/>
                      <a:pt x="475" y="3498"/>
                    </a:cubicBezTo>
                    <a:cubicBezTo>
                      <a:pt x="835" y="3697"/>
                      <a:pt x="835" y="4216"/>
                      <a:pt x="475" y="4416"/>
                    </a:cubicBezTo>
                    <a:cubicBezTo>
                      <a:pt x="1" y="4680"/>
                      <a:pt x="191" y="5402"/>
                      <a:pt x="731" y="5402"/>
                    </a:cubicBezTo>
                    <a:cubicBezTo>
                      <a:pt x="734" y="5402"/>
                      <a:pt x="737" y="5402"/>
                      <a:pt x="740" y="5402"/>
                    </a:cubicBezTo>
                    <a:cubicBezTo>
                      <a:pt x="743" y="5402"/>
                      <a:pt x="747" y="5402"/>
                      <a:pt x="750" y="5402"/>
                    </a:cubicBezTo>
                    <a:cubicBezTo>
                      <a:pt x="1155" y="5402"/>
                      <a:pt x="1409" y="5846"/>
                      <a:pt x="1199" y="6198"/>
                    </a:cubicBezTo>
                    <a:cubicBezTo>
                      <a:pt x="972" y="6577"/>
                      <a:pt x="1275" y="6997"/>
                      <a:pt x="1648" y="6997"/>
                    </a:cubicBezTo>
                    <a:cubicBezTo>
                      <a:pt x="1737" y="6997"/>
                      <a:pt x="1829" y="6973"/>
                      <a:pt x="1920" y="6919"/>
                    </a:cubicBezTo>
                    <a:cubicBezTo>
                      <a:pt x="2007" y="6866"/>
                      <a:pt x="2100" y="6843"/>
                      <a:pt x="2190" y="6843"/>
                    </a:cubicBezTo>
                    <a:cubicBezTo>
                      <a:pt x="2467" y="6843"/>
                      <a:pt x="2721" y="7067"/>
                      <a:pt x="2716" y="7378"/>
                    </a:cubicBezTo>
                    <a:cubicBezTo>
                      <a:pt x="2711" y="7711"/>
                      <a:pt x="2978" y="7914"/>
                      <a:pt x="3249" y="7914"/>
                    </a:cubicBezTo>
                    <a:cubicBezTo>
                      <a:pt x="3423" y="7914"/>
                      <a:pt x="3598" y="7830"/>
                      <a:pt x="3702" y="7642"/>
                    </a:cubicBezTo>
                    <a:cubicBezTo>
                      <a:pt x="3802" y="7462"/>
                      <a:pt x="3981" y="7372"/>
                      <a:pt x="4161" y="7372"/>
                    </a:cubicBezTo>
                    <a:cubicBezTo>
                      <a:pt x="4341" y="7372"/>
                      <a:pt x="4520" y="7462"/>
                      <a:pt x="4620" y="7642"/>
                    </a:cubicBezTo>
                    <a:cubicBezTo>
                      <a:pt x="4724" y="7829"/>
                      <a:pt x="4899" y="7913"/>
                      <a:pt x="5073" y="7913"/>
                    </a:cubicBezTo>
                    <a:cubicBezTo>
                      <a:pt x="5343" y="7913"/>
                      <a:pt x="5611" y="7711"/>
                      <a:pt x="5606" y="7378"/>
                    </a:cubicBezTo>
                    <a:cubicBezTo>
                      <a:pt x="5601" y="7067"/>
                      <a:pt x="5855" y="6844"/>
                      <a:pt x="6132" y="6844"/>
                    </a:cubicBezTo>
                    <a:cubicBezTo>
                      <a:pt x="6223" y="6844"/>
                      <a:pt x="6315" y="6867"/>
                      <a:pt x="6402" y="6919"/>
                    </a:cubicBezTo>
                    <a:cubicBezTo>
                      <a:pt x="6492" y="6973"/>
                      <a:pt x="6585" y="6997"/>
                      <a:pt x="6674" y="6997"/>
                    </a:cubicBezTo>
                    <a:cubicBezTo>
                      <a:pt x="7046" y="6997"/>
                      <a:pt x="7350" y="6577"/>
                      <a:pt x="7122" y="6198"/>
                    </a:cubicBezTo>
                    <a:cubicBezTo>
                      <a:pt x="6911" y="5846"/>
                      <a:pt x="7165" y="5402"/>
                      <a:pt x="7572" y="5402"/>
                    </a:cubicBezTo>
                    <a:cubicBezTo>
                      <a:pt x="7576" y="5402"/>
                      <a:pt x="7579" y="5402"/>
                      <a:pt x="7582" y="5402"/>
                    </a:cubicBezTo>
                    <a:cubicBezTo>
                      <a:pt x="7585" y="5402"/>
                      <a:pt x="7588" y="5402"/>
                      <a:pt x="7592" y="5402"/>
                    </a:cubicBezTo>
                    <a:cubicBezTo>
                      <a:pt x="8130" y="5402"/>
                      <a:pt x="8323" y="4680"/>
                      <a:pt x="7847" y="4416"/>
                    </a:cubicBezTo>
                    <a:cubicBezTo>
                      <a:pt x="7486" y="4216"/>
                      <a:pt x="7486" y="3697"/>
                      <a:pt x="7847" y="3498"/>
                    </a:cubicBezTo>
                    <a:cubicBezTo>
                      <a:pt x="8320" y="3233"/>
                      <a:pt x="8131" y="2512"/>
                      <a:pt x="7593" y="2512"/>
                    </a:cubicBezTo>
                    <a:cubicBezTo>
                      <a:pt x="7589" y="2512"/>
                      <a:pt x="7586" y="2512"/>
                      <a:pt x="7582" y="2512"/>
                    </a:cubicBezTo>
                    <a:cubicBezTo>
                      <a:pt x="7580" y="2512"/>
                      <a:pt x="7577" y="2512"/>
                      <a:pt x="7574" y="2512"/>
                    </a:cubicBezTo>
                    <a:cubicBezTo>
                      <a:pt x="7167" y="2512"/>
                      <a:pt x="6913" y="2067"/>
                      <a:pt x="7122" y="1716"/>
                    </a:cubicBezTo>
                    <a:cubicBezTo>
                      <a:pt x="7349" y="1337"/>
                      <a:pt x="7047" y="917"/>
                      <a:pt x="6674" y="917"/>
                    </a:cubicBezTo>
                    <a:cubicBezTo>
                      <a:pt x="6585" y="917"/>
                      <a:pt x="6492" y="941"/>
                      <a:pt x="6402" y="995"/>
                    </a:cubicBezTo>
                    <a:cubicBezTo>
                      <a:pt x="6315" y="1048"/>
                      <a:pt x="6222" y="1071"/>
                      <a:pt x="6132" y="1071"/>
                    </a:cubicBezTo>
                    <a:cubicBezTo>
                      <a:pt x="5855" y="1071"/>
                      <a:pt x="5601" y="847"/>
                      <a:pt x="5606" y="536"/>
                    </a:cubicBezTo>
                    <a:cubicBezTo>
                      <a:pt x="5611" y="203"/>
                      <a:pt x="5343" y="0"/>
                      <a:pt x="50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9"/>
              <p:cNvSpPr/>
              <p:nvPr/>
            </p:nvSpPr>
            <p:spPr>
              <a:xfrm>
                <a:off x="3187513" y="412050"/>
                <a:ext cx="129475" cy="129475"/>
              </a:xfrm>
              <a:custGeom>
                <a:rect b="b" l="l" r="r" t="t"/>
                <a:pathLst>
                  <a:path extrusionOk="0" h="5179" w="5179">
                    <a:moveTo>
                      <a:pt x="2590" y="1"/>
                    </a:moveTo>
                    <a:cubicBezTo>
                      <a:pt x="1160" y="1"/>
                      <a:pt x="1" y="1160"/>
                      <a:pt x="1" y="2589"/>
                    </a:cubicBezTo>
                    <a:cubicBezTo>
                      <a:pt x="1" y="4019"/>
                      <a:pt x="1160" y="5178"/>
                      <a:pt x="2590" y="5178"/>
                    </a:cubicBezTo>
                    <a:cubicBezTo>
                      <a:pt x="4020" y="5178"/>
                      <a:pt x="5178" y="4019"/>
                      <a:pt x="5178" y="2589"/>
                    </a:cubicBezTo>
                    <a:cubicBezTo>
                      <a:pt x="5178" y="1160"/>
                      <a:pt x="4020" y="1"/>
                      <a:pt x="25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9"/>
              <p:cNvSpPr/>
              <p:nvPr/>
            </p:nvSpPr>
            <p:spPr>
              <a:xfrm>
                <a:off x="3217888" y="442425"/>
                <a:ext cx="68725" cy="68725"/>
              </a:xfrm>
              <a:custGeom>
                <a:rect b="b" l="l" r="r" t="t"/>
                <a:pathLst>
                  <a:path extrusionOk="0" h="2749" w="2749">
                    <a:moveTo>
                      <a:pt x="1375" y="1"/>
                    </a:moveTo>
                    <a:cubicBezTo>
                      <a:pt x="616" y="1"/>
                      <a:pt x="1" y="616"/>
                      <a:pt x="1" y="1374"/>
                    </a:cubicBezTo>
                    <a:cubicBezTo>
                      <a:pt x="1" y="2133"/>
                      <a:pt x="616" y="2749"/>
                      <a:pt x="1375" y="2749"/>
                    </a:cubicBezTo>
                    <a:cubicBezTo>
                      <a:pt x="2134" y="2749"/>
                      <a:pt x="2749" y="2133"/>
                      <a:pt x="2749" y="1374"/>
                    </a:cubicBezTo>
                    <a:cubicBezTo>
                      <a:pt x="2749" y="616"/>
                      <a:pt x="2134" y="1"/>
                      <a:pt x="13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2" name="Google Shape;6312;p79"/>
            <p:cNvGrpSpPr/>
            <p:nvPr/>
          </p:nvGrpSpPr>
          <p:grpSpPr>
            <a:xfrm>
              <a:off x="311200" y="506200"/>
              <a:ext cx="402025" cy="804000"/>
              <a:chOff x="2882200" y="374525"/>
              <a:chExt cx="402025" cy="804000"/>
            </a:xfrm>
          </p:grpSpPr>
          <p:sp>
            <p:nvSpPr>
              <p:cNvPr id="6313" name="Google Shape;6313;p79"/>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9"/>
              <p:cNvSpPr/>
              <p:nvPr/>
            </p:nvSpPr>
            <p:spPr>
              <a:xfrm>
                <a:off x="2882200" y="374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9"/>
              <p:cNvSpPr/>
              <p:nvPr/>
            </p:nvSpPr>
            <p:spPr>
              <a:xfrm>
                <a:off x="3083200" y="374525"/>
                <a:ext cx="201000" cy="201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9"/>
              <p:cNvSpPr/>
              <p:nvPr/>
            </p:nvSpPr>
            <p:spPr>
              <a:xfrm flipH="1">
                <a:off x="3083200" y="575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9"/>
              <p:cNvSpPr/>
              <p:nvPr/>
            </p:nvSpPr>
            <p:spPr>
              <a:xfrm flipH="1">
                <a:off x="2882200" y="575525"/>
                <a:ext cx="201000" cy="201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9"/>
              <p:cNvSpPr/>
              <p:nvPr/>
            </p:nvSpPr>
            <p:spPr>
              <a:xfrm>
                <a:off x="2882200" y="776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9"/>
              <p:cNvSpPr/>
              <p:nvPr/>
            </p:nvSpPr>
            <p:spPr>
              <a:xfrm>
                <a:off x="3083200" y="776525"/>
                <a:ext cx="201000" cy="201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9"/>
              <p:cNvSpPr/>
              <p:nvPr/>
            </p:nvSpPr>
            <p:spPr>
              <a:xfrm flipH="1">
                <a:off x="3083200" y="977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9"/>
              <p:cNvSpPr/>
              <p:nvPr/>
            </p:nvSpPr>
            <p:spPr>
              <a:xfrm flipH="1">
                <a:off x="2882200" y="977525"/>
                <a:ext cx="201000" cy="201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2" name="Google Shape;6322;p79"/>
            <p:cNvGrpSpPr/>
            <p:nvPr/>
          </p:nvGrpSpPr>
          <p:grpSpPr>
            <a:xfrm rot="-716816">
              <a:off x="551178" y="196556"/>
              <a:ext cx="1002072" cy="904912"/>
              <a:chOff x="1288334" y="649138"/>
              <a:chExt cx="511300" cy="461725"/>
            </a:xfrm>
          </p:grpSpPr>
          <p:sp>
            <p:nvSpPr>
              <p:cNvPr id="6323" name="Google Shape;6323;p79"/>
              <p:cNvSpPr/>
              <p:nvPr/>
            </p:nvSpPr>
            <p:spPr>
              <a:xfrm>
                <a:off x="1288334" y="649575"/>
                <a:ext cx="511300" cy="457500"/>
              </a:xfrm>
              <a:custGeom>
                <a:rect b="b" l="l" r="r" t="t"/>
                <a:pathLst>
                  <a:path extrusionOk="0" h="18300" w="20452">
                    <a:moveTo>
                      <a:pt x="10584" y="1"/>
                    </a:moveTo>
                    <a:cubicBezTo>
                      <a:pt x="8686" y="1"/>
                      <a:pt x="6787" y="1083"/>
                      <a:pt x="6305" y="3244"/>
                    </a:cubicBezTo>
                    <a:cubicBezTo>
                      <a:pt x="6179" y="3722"/>
                      <a:pt x="6156" y="4251"/>
                      <a:pt x="6167" y="4748"/>
                    </a:cubicBezTo>
                    <a:cubicBezTo>
                      <a:pt x="6042" y="4740"/>
                      <a:pt x="5919" y="4737"/>
                      <a:pt x="5800" y="4737"/>
                    </a:cubicBezTo>
                    <a:cubicBezTo>
                      <a:pt x="1" y="4737"/>
                      <a:pt x="2" y="13593"/>
                      <a:pt x="5801" y="13593"/>
                    </a:cubicBezTo>
                    <a:cubicBezTo>
                      <a:pt x="5920" y="13593"/>
                      <a:pt x="6042" y="13590"/>
                      <a:pt x="6167" y="13582"/>
                    </a:cubicBezTo>
                    <a:lnTo>
                      <a:pt x="6167" y="13582"/>
                    </a:lnTo>
                    <a:cubicBezTo>
                      <a:pt x="5974" y="16727"/>
                      <a:pt x="8278" y="18299"/>
                      <a:pt x="10583" y="18299"/>
                    </a:cubicBezTo>
                    <a:cubicBezTo>
                      <a:pt x="12887" y="18299"/>
                      <a:pt x="15191" y="16727"/>
                      <a:pt x="14998" y="13582"/>
                    </a:cubicBezTo>
                    <a:lnTo>
                      <a:pt x="14998" y="13582"/>
                    </a:lnTo>
                    <a:cubicBezTo>
                      <a:pt x="15072" y="13584"/>
                      <a:pt x="15146" y="13585"/>
                      <a:pt x="15220" y="13585"/>
                    </a:cubicBezTo>
                    <a:cubicBezTo>
                      <a:pt x="15650" y="13585"/>
                      <a:pt x="16093" y="13553"/>
                      <a:pt x="16502" y="13444"/>
                    </a:cubicBezTo>
                    <a:cubicBezTo>
                      <a:pt x="18936" y="12872"/>
                      <a:pt x="20451" y="10063"/>
                      <a:pt x="19570" y="7720"/>
                    </a:cubicBezTo>
                    <a:cubicBezTo>
                      <a:pt x="18978" y="5917"/>
                      <a:pt x="17197" y="4735"/>
                      <a:pt x="15332" y="4735"/>
                    </a:cubicBezTo>
                    <a:cubicBezTo>
                      <a:pt x="15221" y="4735"/>
                      <a:pt x="15109" y="4739"/>
                      <a:pt x="14997" y="4748"/>
                    </a:cubicBezTo>
                    <a:cubicBezTo>
                      <a:pt x="15006" y="4250"/>
                      <a:pt x="14987" y="3723"/>
                      <a:pt x="14859" y="3244"/>
                    </a:cubicBezTo>
                    <a:cubicBezTo>
                      <a:pt x="14377" y="1081"/>
                      <a:pt x="12481" y="1"/>
                      <a:pt x="10584"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9"/>
              <p:cNvSpPr/>
              <p:nvPr/>
            </p:nvSpPr>
            <p:spPr>
              <a:xfrm>
                <a:off x="1323400" y="649138"/>
                <a:ext cx="461700" cy="461725"/>
              </a:xfrm>
              <a:custGeom>
                <a:rect b="b" l="l" r="r" t="t"/>
                <a:pathLst>
                  <a:path extrusionOk="0" h="18469" w="18468">
                    <a:moveTo>
                      <a:pt x="9234" y="0"/>
                    </a:moveTo>
                    <a:cubicBezTo>
                      <a:pt x="8924" y="0"/>
                      <a:pt x="8620" y="33"/>
                      <a:pt x="8324" y="91"/>
                    </a:cubicBezTo>
                    <a:cubicBezTo>
                      <a:pt x="7469" y="274"/>
                      <a:pt x="6707" y="698"/>
                      <a:pt x="6110" y="1293"/>
                    </a:cubicBezTo>
                    <a:cubicBezTo>
                      <a:pt x="6002" y="1401"/>
                      <a:pt x="5902" y="1514"/>
                      <a:pt x="5806" y="1632"/>
                    </a:cubicBezTo>
                    <a:cubicBezTo>
                      <a:pt x="5552" y="1946"/>
                      <a:pt x="5339" y="2292"/>
                      <a:pt x="5176" y="2668"/>
                    </a:cubicBezTo>
                    <a:cubicBezTo>
                      <a:pt x="5130" y="2779"/>
                      <a:pt x="5087" y="2890"/>
                      <a:pt x="5050" y="3004"/>
                    </a:cubicBezTo>
                    <a:cubicBezTo>
                      <a:pt x="5013" y="3105"/>
                      <a:pt x="4982" y="3210"/>
                      <a:pt x="4954" y="3314"/>
                    </a:cubicBezTo>
                    <a:lnTo>
                      <a:pt x="4954" y="3316"/>
                    </a:lnTo>
                    <a:cubicBezTo>
                      <a:pt x="4896" y="3550"/>
                      <a:pt x="4853" y="3793"/>
                      <a:pt x="4834" y="4042"/>
                    </a:cubicBezTo>
                    <a:cubicBezTo>
                      <a:pt x="4823" y="4166"/>
                      <a:pt x="4817" y="4290"/>
                      <a:pt x="4817" y="4417"/>
                    </a:cubicBezTo>
                    <a:lnTo>
                      <a:pt x="4817" y="4817"/>
                    </a:lnTo>
                    <a:lnTo>
                      <a:pt x="4417" y="4817"/>
                    </a:lnTo>
                    <a:cubicBezTo>
                      <a:pt x="4188" y="4817"/>
                      <a:pt x="3961" y="4835"/>
                      <a:pt x="3744" y="4872"/>
                    </a:cubicBezTo>
                    <a:cubicBezTo>
                      <a:pt x="3596" y="4890"/>
                      <a:pt x="3452" y="4918"/>
                      <a:pt x="3310" y="4955"/>
                    </a:cubicBezTo>
                    <a:cubicBezTo>
                      <a:pt x="3305" y="4959"/>
                      <a:pt x="3298" y="4959"/>
                      <a:pt x="3292" y="4961"/>
                    </a:cubicBezTo>
                    <a:lnTo>
                      <a:pt x="3290" y="4961"/>
                    </a:lnTo>
                    <a:cubicBezTo>
                      <a:pt x="2853" y="5076"/>
                      <a:pt x="2444" y="5256"/>
                      <a:pt x="2069" y="5497"/>
                    </a:cubicBezTo>
                    <a:cubicBezTo>
                      <a:pt x="1984" y="5548"/>
                      <a:pt x="1897" y="5607"/>
                      <a:pt x="1817" y="5666"/>
                    </a:cubicBezTo>
                    <a:cubicBezTo>
                      <a:pt x="1753" y="5712"/>
                      <a:pt x="1692" y="5761"/>
                      <a:pt x="1630" y="5811"/>
                    </a:cubicBezTo>
                    <a:cubicBezTo>
                      <a:pt x="861" y="6437"/>
                      <a:pt x="305" y="7315"/>
                      <a:pt x="97" y="8324"/>
                    </a:cubicBezTo>
                    <a:cubicBezTo>
                      <a:pt x="35" y="8615"/>
                      <a:pt x="1" y="8923"/>
                      <a:pt x="1" y="9234"/>
                    </a:cubicBezTo>
                    <a:cubicBezTo>
                      <a:pt x="1" y="9543"/>
                      <a:pt x="35" y="9852"/>
                      <a:pt x="97" y="10143"/>
                    </a:cubicBezTo>
                    <a:cubicBezTo>
                      <a:pt x="274" y="10998"/>
                      <a:pt x="701" y="11763"/>
                      <a:pt x="1295" y="12356"/>
                    </a:cubicBezTo>
                    <a:cubicBezTo>
                      <a:pt x="1403" y="12465"/>
                      <a:pt x="1513" y="12563"/>
                      <a:pt x="1630" y="12659"/>
                    </a:cubicBezTo>
                    <a:cubicBezTo>
                      <a:pt x="1701" y="12717"/>
                      <a:pt x="1775" y="12772"/>
                      <a:pt x="1852" y="12828"/>
                    </a:cubicBezTo>
                    <a:cubicBezTo>
                      <a:pt x="1981" y="12921"/>
                      <a:pt x="2114" y="13006"/>
                      <a:pt x="2252" y="13083"/>
                    </a:cubicBezTo>
                    <a:cubicBezTo>
                      <a:pt x="2579" y="13268"/>
                      <a:pt x="2929" y="13412"/>
                      <a:pt x="3301" y="13510"/>
                    </a:cubicBezTo>
                    <a:cubicBezTo>
                      <a:pt x="3305" y="13510"/>
                      <a:pt x="3311" y="13512"/>
                      <a:pt x="3313" y="13512"/>
                    </a:cubicBezTo>
                    <a:lnTo>
                      <a:pt x="3316" y="13512"/>
                    </a:lnTo>
                    <a:cubicBezTo>
                      <a:pt x="3458" y="13551"/>
                      <a:pt x="3602" y="13577"/>
                      <a:pt x="3750" y="13599"/>
                    </a:cubicBezTo>
                    <a:cubicBezTo>
                      <a:pt x="3968" y="13634"/>
                      <a:pt x="4193" y="13652"/>
                      <a:pt x="4420" y="13652"/>
                    </a:cubicBezTo>
                    <a:lnTo>
                      <a:pt x="4819" y="13652"/>
                    </a:lnTo>
                    <a:lnTo>
                      <a:pt x="4819" y="14052"/>
                    </a:lnTo>
                    <a:cubicBezTo>
                      <a:pt x="4819" y="14105"/>
                      <a:pt x="4819" y="14154"/>
                      <a:pt x="4825" y="14203"/>
                    </a:cubicBezTo>
                    <a:cubicBezTo>
                      <a:pt x="4825" y="14336"/>
                      <a:pt x="4838" y="14465"/>
                      <a:pt x="4853" y="14594"/>
                    </a:cubicBezTo>
                    <a:cubicBezTo>
                      <a:pt x="4875" y="14785"/>
                      <a:pt x="4911" y="14972"/>
                      <a:pt x="4957" y="15156"/>
                    </a:cubicBezTo>
                    <a:cubicBezTo>
                      <a:pt x="5119" y="15780"/>
                      <a:pt x="5412" y="16352"/>
                      <a:pt x="5809" y="16837"/>
                    </a:cubicBezTo>
                    <a:cubicBezTo>
                      <a:pt x="6435" y="17608"/>
                      <a:pt x="7316" y="18166"/>
                      <a:pt x="8326" y="18377"/>
                    </a:cubicBezTo>
                    <a:cubicBezTo>
                      <a:pt x="8620" y="18435"/>
                      <a:pt x="8925" y="18469"/>
                      <a:pt x="9235" y="18469"/>
                    </a:cubicBezTo>
                    <a:cubicBezTo>
                      <a:pt x="9545" y="18469"/>
                      <a:pt x="9849" y="18435"/>
                      <a:pt x="10144" y="18377"/>
                    </a:cubicBezTo>
                    <a:cubicBezTo>
                      <a:pt x="10995" y="18196"/>
                      <a:pt x="11758" y="17771"/>
                      <a:pt x="12354" y="17175"/>
                    </a:cubicBezTo>
                    <a:cubicBezTo>
                      <a:pt x="12462" y="17068"/>
                      <a:pt x="12563" y="16954"/>
                      <a:pt x="12658" y="16837"/>
                    </a:cubicBezTo>
                    <a:cubicBezTo>
                      <a:pt x="13054" y="16352"/>
                      <a:pt x="13347" y="15781"/>
                      <a:pt x="13509" y="15156"/>
                    </a:cubicBezTo>
                    <a:cubicBezTo>
                      <a:pt x="13554" y="14981"/>
                      <a:pt x="13590" y="14800"/>
                      <a:pt x="13612" y="14619"/>
                    </a:cubicBezTo>
                    <a:cubicBezTo>
                      <a:pt x="13632" y="14461"/>
                      <a:pt x="13646" y="14305"/>
                      <a:pt x="13646" y="14145"/>
                    </a:cubicBezTo>
                    <a:cubicBezTo>
                      <a:pt x="13648" y="14115"/>
                      <a:pt x="13648" y="14084"/>
                      <a:pt x="13648" y="14053"/>
                    </a:cubicBezTo>
                    <a:lnTo>
                      <a:pt x="13648" y="13654"/>
                    </a:lnTo>
                    <a:lnTo>
                      <a:pt x="14050" y="13654"/>
                    </a:lnTo>
                    <a:cubicBezTo>
                      <a:pt x="14333" y="13654"/>
                      <a:pt x="14609" y="13626"/>
                      <a:pt x="14880" y="13573"/>
                    </a:cubicBezTo>
                    <a:cubicBezTo>
                      <a:pt x="14972" y="13558"/>
                      <a:pt x="15065" y="13537"/>
                      <a:pt x="15153" y="13515"/>
                    </a:cubicBezTo>
                    <a:cubicBezTo>
                      <a:pt x="15200" y="13502"/>
                      <a:pt x="15245" y="13491"/>
                      <a:pt x="15292" y="13475"/>
                    </a:cubicBezTo>
                    <a:cubicBezTo>
                      <a:pt x="15676" y="13365"/>
                      <a:pt x="16036" y="13202"/>
                      <a:pt x="16367" y="12995"/>
                    </a:cubicBezTo>
                    <a:cubicBezTo>
                      <a:pt x="16505" y="12913"/>
                      <a:pt x="16638" y="12820"/>
                      <a:pt x="16760" y="12722"/>
                    </a:cubicBezTo>
                    <a:cubicBezTo>
                      <a:pt x="16789" y="12704"/>
                      <a:pt x="16814" y="12686"/>
                      <a:pt x="16838" y="12664"/>
                    </a:cubicBezTo>
                    <a:cubicBezTo>
                      <a:pt x="17409" y="12194"/>
                      <a:pt x="17864" y="11589"/>
                      <a:pt x="18147" y="10894"/>
                    </a:cubicBezTo>
                    <a:lnTo>
                      <a:pt x="18147" y="10892"/>
                    </a:lnTo>
                    <a:lnTo>
                      <a:pt x="18249" y="10603"/>
                    </a:lnTo>
                    <a:lnTo>
                      <a:pt x="18249" y="10600"/>
                    </a:lnTo>
                    <a:cubicBezTo>
                      <a:pt x="18298" y="10453"/>
                      <a:pt x="18341" y="10302"/>
                      <a:pt x="18372" y="10149"/>
                    </a:cubicBezTo>
                    <a:cubicBezTo>
                      <a:pt x="18434" y="9857"/>
                      <a:pt x="18467" y="9550"/>
                      <a:pt x="18467" y="9239"/>
                    </a:cubicBezTo>
                    <a:cubicBezTo>
                      <a:pt x="18467" y="8928"/>
                      <a:pt x="18434" y="8622"/>
                      <a:pt x="18370" y="8321"/>
                    </a:cubicBezTo>
                    <a:cubicBezTo>
                      <a:pt x="18346" y="8211"/>
                      <a:pt x="18322" y="8100"/>
                      <a:pt x="18291" y="7993"/>
                    </a:cubicBezTo>
                    <a:lnTo>
                      <a:pt x="18291" y="7986"/>
                    </a:lnTo>
                    <a:lnTo>
                      <a:pt x="18224" y="7790"/>
                    </a:lnTo>
                    <a:cubicBezTo>
                      <a:pt x="18224" y="7788"/>
                      <a:pt x="18224" y="7788"/>
                      <a:pt x="18220" y="7788"/>
                    </a:cubicBezTo>
                    <a:cubicBezTo>
                      <a:pt x="18002" y="7148"/>
                      <a:pt x="17639" y="6576"/>
                      <a:pt x="17172" y="6110"/>
                    </a:cubicBezTo>
                    <a:cubicBezTo>
                      <a:pt x="17064" y="6001"/>
                      <a:pt x="16954" y="5903"/>
                      <a:pt x="16837" y="5805"/>
                    </a:cubicBezTo>
                    <a:cubicBezTo>
                      <a:pt x="16825" y="5796"/>
                      <a:pt x="16816" y="5787"/>
                      <a:pt x="16804" y="5781"/>
                    </a:cubicBezTo>
                    <a:cubicBezTo>
                      <a:pt x="16690" y="5689"/>
                      <a:pt x="16569" y="5602"/>
                      <a:pt x="16448" y="5523"/>
                    </a:cubicBezTo>
                    <a:cubicBezTo>
                      <a:pt x="16120" y="5313"/>
                      <a:pt x="15764" y="5145"/>
                      <a:pt x="15387" y="5022"/>
                    </a:cubicBezTo>
                    <a:cubicBezTo>
                      <a:pt x="15310" y="4997"/>
                      <a:pt x="15233" y="4977"/>
                      <a:pt x="15153" y="4955"/>
                    </a:cubicBezTo>
                    <a:cubicBezTo>
                      <a:pt x="15077" y="4935"/>
                      <a:pt x="14998" y="4918"/>
                      <a:pt x="14917" y="4902"/>
                    </a:cubicBezTo>
                    <a:cubicBezTo>
                      <a:pt x="14637" y="4847"/>
                      <a:pt x="14348" y="4816"/>
                      <a:pt x="14050" y="4816"/>
                    </a:cubicBezTo>
                    <a:lnTo>
                      <a:pt x="13648" y="4816"/>
                    </a:lnTo>
                    <a:lnTo>
                      <a:pt x="13648" y="4415"/>
                    </a:lnTo>
                    <a:cubicBezTo>
                      <a:pt x="13648" y="4280"/>
                      <a:pt x="13642" y="4145"/>
                      <a:pt x="13626" y="4013"/>
                    </a:cubicBezTo>
                    <a:cubicBezTo>
                      <a:pt x="13606" y="3773"/>
                      <a:pt x="13566" y="3540"/>
                      <a:pt x="13508" y="3315"/>
                    </a:cubicBezTo>
                    <a:lnTo>
                      <a:pt x="13508" y="3313"/>
                    </a:lnTo>
                    <a:cubicBezTo>
                      <a:pt x="13346" y="2690"/>
                      <a:pt x="13053" y="2117"/>
                      <a:pt x="12657" y="1632"/>
                    </a:cubicBezTo>
                    <a:cubicBezTo>
                      <a:pt x="12033" y="860"/>
                      <a:pt x="11151" y="303"/>
                      <a:pt x="10143" y="91"/>
                    </a:cubicBezTo>
                    <a:cubicBezTo>
                      <a:pt x="9849" y="33"/>
                      <a:pt x="9543" y="0"/>
                      <a:pt x="9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9"/>
              <p:cNvSpPr/>
              <p:nvPr/>
            </p:nvSpPr>
            <p:spPr>
              <a:xfrm>
                <a:off x="1731350" y="787313"/>
                <a:ext cx="12175" cy="11600"/>
              </a:xfrm>
              <a:custGeom>
                <a:rect b="b" l="l" r="r" t="t"/>
                <a:pathLst>
                  <a:path extrusionOk="0" h="464" w="487">
                    <a:moveTo>
                      <a:pt x="130" y="1"/>
                    </a:moveTo>
                    <a:cubicBezTo>
                      <a:pt x="53" y="41"/>
                      <a:pt x="1" y="125"/>
                      <a:pt x="1" y="216"/>
                    </a:cubicBezTo>
                    <a:cubicBezTo>
                      <a:pt x="1" y="352"/>
                      <a:pt x="111" y="463"/>
                      <a:pt x="246" y="463"/>
                    </a:cubicBezTo>
                    <a:cubicBezTo>
                      <a:pt x="369" y="463"/>
                      <a:pt x="468" y="373"/>
                      <a:pt x="487" y="260"/>
                    </a:cubicBezTo>
                    <a:cubicBezTo>
                      <a:pt x="373" y="169"/>
                      <a:pt x="253" y="82"/>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9"/>
              <p:cNvSpPr/>
              <p:nvPr/>
            </p:nvSpPr>
            <p:spPr>
              <a:xfrm>
                <a:off x="1731375" y="823613"/>
                <a:ext cx="12325" cy="12375"/>
              </a:xfrm>
              <a:custGeom>
                <a:rect b="b" l="l" r="r" t="t"/>
                <a:pathLst>
                  <a:path extrusionOk="0" h="495" w="493">
                    <a:moveTo>
                      <a:pt x="247" y="1"/>
                    </a:moveTo>
                    <a:cubicBezTo>
                      <a:pt x="111" y="1"/>
                      <a:pt x="1" y="111"/>
                      <a:pt x="1" y="247"/>
                    </a:cubicBezTo>
                    <a:cubicBezTo>
                      <a:pt x="1" y="384"/>
                      <a:pt x="111" y="494"/>
                      <a:pt x="247" y="494"/>
                    </a:cubicBezTo>
                    <a:cubicBezTo>
                      <a:pt x="382" y="494"/>
                      <a:pt x="493" y="384"/>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9"/>
              <p:cNvSpPr/>
              <p:nvPr/>
            </p:nvSpPr>
            <p:spPr>
              <a:xfrm>
                <a:off x="1731375" y="860688"/>
                <a:ext cx="12325" cy="12350"/>
              </a:xfrm>
              <a:custGeom>
                <a:rect b="b" l="l" r="r" t="t"/>
                <a:pathLst>
                  <a:path extrusionOk="0" h="494" w="493">
                    <a:moveTo>
                      <a:pt x="247" y="1"/>
                    </a:moveTo>
                    <a:cubicBezTo>
                      <a:pt x="111" y="1"/>
                      <a:pt x="1" y="111"/>
                      <a:pt x="1" y="247"/>
                    </a:cubicBezTo>
                    <a:cubicBezTo>
                      <a:pt x="1" y="383"/>
                      <a:pt x="111" y="493"/>
                      <a:pt x="247" y="493"/>
                    </a:cubicBezTo>
                    <a:cubicBezTo>
                      <a:pt x="382" y="493"/>
                      <a:pt x="493" y="383"/>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9"/>
              <p:cNvSpPr/>
              <p:nvPr/>
            </p:nvSpPr>
            <p:spPr>
              <a:xfrm>
                <a:off x="1768375" y="842138"/>
                <a:ext cx="12325" cy="12425"/>
              </a:xfrm>
              <a:custGeom>
                <a:rect b="b" l="l" r="r" t="t"/>
                <a:pathLst>
                  <a:path extrusionOk="0" h="497" w="493">
                    <a:moveTo>
                      <a:pt x="246" y="1"/>
                    </a:moveTo>
                    <a:cubicBezTo>
                      <a:pt x="111" y="1"/>
                      <a:pt x="0" y="112"/>
                      <a:pt x="0" y="247"/>
                    </a:cubicBezTo>
                    <a:cubicBezTo>
                      <a:pt x="0" y="386"/>
                      <a:pt x="111" y="496"/>
                      <a:pt x="246" y="496"/>
                    </a:cubicBezTo>
                    <a:cubicBezTo>
                      <a:pt x="373" y="496"/>
                      <a:pt x="477" y="403"/>
                      <a:pt x="493" y="280"/>
                    </a:cubicBezTo>
                    <a:lnTo>
                      <a:pt x="493" y="274"/>
                    </a:lnTo>
                    <a:lnTo>
                      <a:pt x="425" y="77"/>
                    </a:lnTo>
                    <a:cubicBezTo>
                      <a:pt x="425" y="74"/>
                      <a:pt x="425" y="74"/>
                      <a:pt x="421" y="74"/>
                    </a:cubicBezTo>
                    <a:cubicBezTo>
                      <a:pt x="378" y="28"/>
                      <a:pt x="317"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9"/>
              <p:cNvSpPr/>
              <p:nvPr/>
            </p:nvSpPr>
            <p:spPr>
              <a:xfrm>
                <a:off x="1768400" y="879188"/>
                <a:ext cx="12325" cy="12350"/>
              </a:xfrm>
              <a:custGeom>
                <a:rect b="b" l="l" r="r" t="t"/>
                <a:pathLst>
                  <a:path extrusionOk="0" h="494"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9"/>
              <p:cNvSpPr/>
              <p:nvPr/>
            </p:nvSpPr>
            <p:spPr>
              <a:xfrm>
                <a:off x="1658750" y="749638"/>
                <a:ext cx="5850" cy="12150"/>
              </a:xfrm>
              <a:custGeom>
                <a:rect b="b" l="l" r="r" t="t"/>
                <a:pathLst>
                  <a:path extrusionOk="0" h="486" w="234">
                    <a:moveTo>
                      <a:pt x="212" y="0"/>
                    </a:moveTo>
                    <a:cubicBezTo>
                      <a:pt x="92" y="18"/>
                      <a:pt x="0" y="120"/>
                      <a:pt x="0" y="243"/>
                    </a:cubicBezTo>
                    <a:cubicBezTo>
                      <a:pt x="0" y="372"/>
                      <a:pt x="103" y="479"/>
                      <a:pt x="234" y="485"/>
                    </a:cubicBezTo>
                    <a:lnTo>
                      <a:pt x="234" y="402"/>
                    </a:lnTo>
                    <a:cubicBezTo>
                      <a:pt x="234" y="268"/>
                      <a:pt x="228" y="133"/>
                      <a:pt x="2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9"/>
              <p:cNvSpPr/>
              <p:nvPr/>
            </p:nvSpPr>
            <p:spPr>
              <a:xfrm>
                <a:off x="16587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9"/>
              <p:cNvSpPr/>
              <p:nvPr/>
            </p:nvSpPr>
            <p:spPr>
              <a:xfrm>
                <a:off x="16587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9"/>
              <p:cNvSpPr/>
              <p:nvPr/>
            </p:nvSpPr>
            <p:spPr>
              <a:xfrm>
                <a:off x="1695875" y="771838"/>
                <a:ext cx="12225" cy="8575"/>
              </a:xfrm>
              <a:custGeom>
                <a:rect b="b" l="l" r="r" t="t"/>
                <a:pathLst>
                  <a:path extrusionOk="0" h="343" w="489">
                    <a:moveTo>
                      <a:pt x="18" y="1"/>
                    </a:moveTo>
                    <a:cubicBezTo>
                      <a:pt x="7" y="29"/>
                      <a:pt x="1" y="62"/>
                      <a:pt x="1" y="97"/>
                    </a:cubicBezTo>
                    <a:cubicBezTo>
                      <a:pt x="1" y="232"/>
                      <a:pt x="111" y="342"/>
                      <a:pt x="246" y="342"/>
                    </a:cubicBezTo>
                    <a:cubicBezTo>
                      <a:pt x="372" y="342"/>
                      <a:pt x="476" y="243"/>
                      <a:pt x="489" y="120"/>
                    </a:cubicBezTo>
                    <a:cubicBezTo>
                      <a:pt x="411" y="97"/>
                      <a:pt x="334" y="74"/>
                      <a:pt x="254" y="53"/>
                    </a:cubicBezTo>
                    <a:cubicBezTo>
                      <a:pt x="178" y="35"/>
                      <a:pt x="99" y="16"/>
                      <a:pt x="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9"/>
              <p:cNvSpPr/>
              <p:nvPr/>
            </p:nvSpPr>
            <p:spPr>
              <a:xfrm>
                <a:off x="1695825" y="805088"/>
                <a:ext cx="12350" cy="12350"/>
              </a:xfrm>
              <a:custGeom>
                <a:rect b="b" l="l" r="r" t="t"/>
                <a:pathLst>
                  <a:path extrusionOk="0" h="494" w="494">
                    <a:moveTo>
                      <a:pt x="247" y="1"/>
                    </a:moveTo>
                    <a:cubicBezTo>
                      <a:pt x="111" y="1"/>
                      <a:pt x="0" y="111"/>
                      <a:pt x="0" y="246"/>
                    </a:cubicBezTo>
                    <a:cubicBezTo>
                      <a:pt x="0"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9"/>
              <p:cNvSpPr/>
              <p:nvPr/>
            </p:nvSpPr>
            <p:spPr>
              <a:xfrm>
                <a:off x="1695825" y="842138"/>
                <a:ext cx="12350" cy="12375"/>
              </a:xfrm>
              <a:custGeom>
                <a:rect b="b" l="l" r="r" t="t"/>
                <a:pathLst>
                  <a:path extrusionOk="0" h="495"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9"/>
              <p:cNvSpPr/>
              <p:nvPr/>
            </p:nvSpPr>
            <p:spPr>
              <a:xfrm>
                <a:off x="1695825" y="879188"/>
                <a:ext cx="12350" cy="12350"/>
              </a:xfrm>
              <a:custGeom>
                <a:rect b="b" l="l" r="r" t="t"/>
                <a:pathLst>
                  <a:path extrusionOk="0" h="494"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9"/>
              <p:cNvSpPr/>
              <p:nvPr/>
            </p:nvSpPr>
            <p:spPr>
              <a:xfrm>
                <a:off x="158620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9"/>
              <p:cNvSpPr/>
              <p:nvPr/>
            </p:nvSpPr>
            <p:spPr>
              <a:xfrm>
                <a:off x="158620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9"/>
              <p:cNvSpPr/>
              <p:nvPr/>
            </p:nvSpPr>
            <p:spPr>
              <a:xfrm>
                <a:off x="1623275" y="69393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9"/>
              <p:cNvSpPr/>
              <p:nvPr/>
            </p:nvSpPr>
            <p:spPr>
              <a:xfrm>
                <a:off x="158620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9"/>
              <p:cNvSpPr/>
              <p:nvPr/>
            </p:nvSpPr>
            <p:spPr>
              <a:xfrm>
                <a:off x="158620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9"/>
              <p:cNvSpPr/>
              <p:nvPr/>
            </p:nvSpPr>
            <p:spPr>
              <a:xfrm>
                <a:off x="158620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9"/>
              <p:cNvSpPr/>
              <p:nvPr/>
            </p:nvSpPr>
            <p:spPr>
              <a:xfrm>
                <a:off x="1623275" y="73098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9"/>
              <p:cNvSpPr/>
              <p:nvPr/>
            </p:nvSpPr>
            <p:spPr>
              <a:xfrm>
                <a:off x="1623275" y="768063"/>
                <a:ext cx="12325" cy="12350"/>
              </a:xfrm>
              <a:custGeom>
                <a:rect b="b" l="l" r="r" t="t"/>
                <a:pathLst>
                  <a:path extrusionOk="0" h="494" w="493">
                    <a:moveTo>
                      <a:pt x="246" y="1"/>
                    </a:moveTo>
                    <a:cubicBezTo>
                      <a:pt x="111" y="1"/>
                      <a:pt x="0" y="111"/>
                      <a:pt x="0" y="248"/>
                    </a:cubicBezTo>
                    <a:cubicBezTo>
                      <a:pt x="0"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9"/>
              <p:cNvSpPr/>
              <p:nvPr/>
            </p:nvSpPr>
            <p:spPr>
              <a:xfrm>
                <a:off x="1623275" y="805088"/>
                <a:ext cx="12325" cy="12350"/>
              </a:xfrm>
              <a:custGeom>
                <a:rect b="b" l="l" r="r" t="t"/>
                <a:pathLst>
                  <a:path extrusionOk="0" h="494" w="493">
                    <a:moveTo>
                      <a:pt x="246" y="1"/>
                    </a:moveTo>
                    <a:cubicBezTo>
                      <a:pt x="111" y="1"/>
                      <a:pt x="0" y="111"/>
                      <a:pt x="0" y="246"/>
                    </a:cubicBezTo>
                    <a:cubicBezTo>
                      <a:pt x="0"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9"/>
              <p:cNvSpPr/>
              <p:nvPr/>
            </p:nvSpPr>
            <p:spPr>
              <a:xfrm>
                <a:off x="1623275" y="842138"/>
                <a:ext cx="12325" cy="12375"/>
              </a:xfrm>
              <a:custGeom>
                <a:rect b="b" l="l" r="r" t="t"/>
                <a:pathLst>
                  <a:path extrusionOk="0" h="495"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9"/>
              <p:cNvSpPr/>
              <p:nvPr/>
            </p:nvSpPr>
            <p:spPr>
              <a:xfrm>
                <a:off x="151365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9"/>
              <p:cNvSpPr/>
              <p:nvPr/>
            </p:nvSpPr>
            <p:spPr>
              <a:xfrm>
                <a:off x="151365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9"/>
              <p:cNvSpPr/>
              <p:nvPr/>
            </p:nvSpPr>
            <p:spPr>
              <a:xfrm>
                <a:off x="1550700" y="693938"/>
                <a:ext cx="12350" cy="12375"/>
              </a:xfrm>
              <a:custGeom>
                <a:rect b="b" l="l" r="r" t="t"/>
                <a:pathLst>
                  <a:path extrusionOk="0" h="495" w="494">
                    <a:moveTo>
                      <a:pt x="247" y="1"/>
                    </a:moveTo>
                    <a:cubicBezTo>
                      <a:pt x="111" y="1"/>
                      <a:pt x="0" y="111"/>
                      <a:pt x="0" y="248"/>
                    </a:cubicBezTo>
                    <a:cubicBezTo>
                      <a:pt x="0"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9"/>
              <p:cNvSpPr/>
              <p:nvPr/>
            </p:nvSpPr>
            <p:spPr>
              <a:xfrm>
                <a:off x="151365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9"/>
              <p:cNvSpPr/>
              <p:nvPr/>
            </p:nvSpPr>
            <p:spPr>
              <a:xfrm>
                <a:off x="151365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9"/>
              <p:cNvSpPr/>
              <p:nvPr/>
            </p:nvSpPr>
            <p:spPr>
              <a:xfrm>
                <a:off x="151365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9"/>
              <p:cNvSpPr/>
              <p:nvPr/>
            </p:nvSpPr>
            <p:spPr>
              <a:xfrm>
                <a:off x="1550700" y="656913"/>
                <a:ext cx="12350" cy="12325"/>
              </a:xfrm>
              <a:custGeom>
                <a:rect b="b" l="l" r="r" t="t"/>
                <a:pathLst>
                  <a:path extrusionOk="0" h="493" w="494">
                    <a:moveTo>
                      <a:pt x="247" y="0"/>
                    </a:moveTo>
                    <a:cubicBezTo>
                      <a:pt x="111" y="0"/>
                      <a:pt x="0" y="110"/>
                      <a:pt x="0" y="247"/>
                    </a:cubicBezTo>
                    <a:cubicBezTo>
                      <a:pt x="0" y="383"/>
                      <a:pt x="111" y="492"/>
                      <a:pt x="247" y="492"/>
                    </a:cubicBezTo>
                    <a:cubicBezTo>
                      <a:pt x="383" y="492"/>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9"/>
              <p:cNvSpPr/>
              <p:nvPr/>
            </p:nvSpPr>
            <p:spPr>
              <a:xfrm>
                <a:off x="1449650" y="715963"/>
                <a:ext cx="3775" cy="8400"/>
              </a:xfrm>
              <a:custGeom>
                <a:rect b="b" l="l" r="r" t="t"/>
                <a:pathLst>
                  <a:path extrusionOk="0" h="336" w="151">
                    <a:moveTo>
                      <a:pt x="126" y="0"/>
                    </a:moveTo>
                    <a:cubicBezTo>
                      <a:pt x="80" y="111"/>
                      <a:pt x="37" y="222"/>
                      <a:pt x="0" y="336"/>
                    </a:cubicBezTo>
                    <a:cubicBezTo>
                      <a:pt x="89" y="295"/>
                      <a:pt x="151" y="211"/>
                      <a:pt x="151" y="109"/>
                    </a:cubicBezTo>
                    <a:cubicBezTo>
                      <a:pt x="151" y="68"/>
                      <a:pt x="142" y="35"/>
                      <a:pt x="1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9"/>
              <p:cNvSpPr/>
              <p:nvPr/>
            </p:nvSpPr>
            <p:spPr>
              <a:xfrm>
                <a:off x="1478150" y="6939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9"/>
              <p:cNvSpPr/>
              <p:nvPr/>
            </p:nvSpPr>
            <p:spPr>
              <a:xfrm>
                <a:off x="1443800" y="749563"/>
                <a:ext cx="9625" cy="12350"/>
              </a:xfrm>
              <a:custGeom>
                <a:rect b="b" l="l" r="r" t="t"/>
                <a:pathLst>
                  <a:path extrusionOk="0" h="494" w="385">
                    <a:moveTo>
                      <a:pt x="140" y="1"/>
                    </a:moveTo>
                    <a:cubicBezTo>
                      <a:pt x="139" y="1"/>
                      <a:pt x="139" y="1"/>
                      <a:pt x="138" y="1"/>
                    </a:cubicBezTo>
                    <a:cubicBezTo>
                      <a:pt x="96" y="1"/>
                      <a:pt x="53" y="14"/>
                      <a:pt x="18" y="32"/>
                    </a:cubicBezTo>
                    <a:cubicBezTo>
                      <a:pt x="7" y="156"/>
                      <a:pt x="1" y="282"/>
                      <a:pt x="1" y="408"/>
                    </a:cubicBezTo>
                    <a:lnTo>
                      <a:pt x="1" y="450"/>
                    </a:lnTo>
                    <a:cubicBezTo>
                      <a:pt x="40" y="478"/>
                      <a:pt x="86" y="493"/>
                      <a:pt x="138" y="493"/>
                    </a:cubicBezTo>
                    <a:cubicBezTo>
                      <a:pt x="274" y="493"/>
                      <a:pt x="385" y="382"/>
                      <a:pt x="385" y="247"/>
                    </a:cubicBezTo>
                    <a:cubicBezTo>
                      <a:pt x="385" y="112"/>
                      <a:pt x="276" y="1"/>
                      <a:pt x="1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9"/>
              <p:cNvSpPr/>
              <p:nvPr/>
            </p:nvSpPr>
            <p:spPr>
              <a:xfrm>
                <a:off x="14410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9"/>
              <p:cNvSpPr/>
              <p:nvPr/>
            </p:nvSpPr>
            <p:spPr>
              <a:xfrm>
                <a:off x="14410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9"/>
              <p:cNvSpPr/>
              <p:nvPr/>
            </p:nvSpPr>
            <p:spPr>
              <a:xfrm>
                <a:off x="1478150" y="73098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9"/>
              <p:cNvSpPr/>
              <p:nvPr/>
            </p:nvSpPr>
            <p:spPr>
              <a:xfrm>
                <a:off x="1478150" y="76806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9"/>
              <p:cNvSpPr/>
              <p:nvPr/>
            </p:nvSpPr>
            <p:spPr>
              <a:xfrm>
                <a:off x="1478150" y="805088"/>
                <a:ext cx="12325" cy="12350"/>
              </a:xfrm>
              <a:custGeom>
                <a:rect b="b" l="l" r="r" t="t"/>
                <a:pathLst>
                  <a:path extrusionOk="0" h="494" w="493">
                    <a:moveTo>
                      <a:pt x="246" y="1"/>
                    </a:moveTo>
                    <a:cubicBezTo>
                      <a:pt x="111" y="1"/>
                      <a:pt x="1" y="111"/>
                      <a:pt x="1" y="246"/>
                    </a:cubicBezTo>
                    <a:cubicBezTo>
                      <a:pt x="1"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9"/>
              <p:cNvSpPr/>
              <p:nvPr/>
            </p:nvSpPr>
            <p:spPr>
              <a:xfrm>
                <a:off x="1478150"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9"/>
              <p:cNvSpPr/>
              <p:nvPr/>
            </p:nvSpPr>
            <p:spPr>
              <a:xfrm>
                <a:off x="1368500" y="786663"/>
                <a:ext cx="12400" cy="12275"/>
              </a:xfrm>
              <a:custGeom>
                <a:rect b="b" l="l" r="r" t="t"/>
                <a:pathLst>
                  <a:path extrusionOk="0" h="491" w="496">
                    <a:moveTo>
                      <a:pt x="265" y="1"/>
                    </a:moveTo>
                    <a:cubicBezTo>
                      <a:pt x="179" y="53"/>
                      <a:pt x="93" y="112"/>
                      <a:pt x="13" y="170"/>
                    </a:cubicBezTo>
                    <a:cubicBezTo>
                      <a:pt x="3" y="191"/>
                      <a:pt x="1" y="219"/>
                      <a:pt x="1" y="243"/>
                    </a:cubicBezTo>
                    <a:cubicBezTo>
                      <a:pt x="1" y="379"/>
                      <a:pt x="111" y="490"/>
                      <a:pt x="246" y="490"/>
                    </a:cubicBezTo>
                    <a:cubicBezTo>
                      <a:pt x="384" y="490"/>
                      <a:pt x="496" y="379"/>
                      <a:pt x="496" y="243"/>
                    </a:cubicBezTo>
                    <a:cubicBezTo>
                      <a:pt x="496" y="114"/>
                      <a:pt x="394" y="7"/>
                      <a:pt x="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9"/>
              <p:cNvSpPr/>
              <p:nvPr/>
            </p:nvSpPr>
            <p:spPr>
              <a:xfrm>
                <a:off x="136852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9"/>
              <p:cNvSpPr/>
              <p:nvPr/>
            </p:nvSpPr>
            <p:spPr>
              <a:xfrm>
                <a:off x="1368525" y="86068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9"/>
              <p:cNvSpPr/>
              <p:nvPr/>
            </p:nvSpPr>
            <p:spPr>
              <a:xfrm>
                <a:off x="1405525" y="771063"/>
                <a:ext cx="12400" cy="9350"/>
              </a:xfrm>
              <a:custGeom>
                <a:rect b="b" l="l" r="r" t="t"/>
                <a:pathLst>
                  <a:path extrusionOk="0" h="374" w="496">
                    <a:moveTo>
                      <a:pt x="457" y="1"/>
                    </a:moveTo>
                    <a:cubicBezTo>
                      <a:pt x="310" y="19"/>
                      <a:pt x="166" y="46"/>
                      <a:pt x="23" y="83"/>
                    </a:cubicBezTo>
                    <a:cubicBezTo>
                      <a:pt x="18" y="87"/>
                      <a:pt x="12" y="87"/>
                      <a:pt x="6" y="89"/>
                    </a:cubicBezTo>
                    <a:lnTo>
                      <a:pt x="3" y="89"/>
                    </a:lnTo>
                    <a:cubicBezTo>
                      <a:pt x="0" y="103"/>
                      <a:pt x="0" y="114"/>
                      <a:pt x="0" y="128"/>
                    </a:cubicBezTo>
                    <a:cubicBezTo>
                      <a:pt x="0" y="263"/>
                      <a:pt x="111" y="373"/>
                      <a:pt x="249" y="373"/>
                    </a:cubicBezTo>
                    <a:cubicBezTo>
                      <a:pt x="384" y="373"/>
                      <a:pt x="496" y="263"/>
                      <a:pt x="496" y="128"/>
                    </a:cubicBezTo>
                    <a:cubicBezTo>
                      <a:pt x="496" y="81"/>
                      <a:pt x="484" y="38"/>
                      <a:pt x="4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9"/>
              <p:cNvSpPr/>
              <p:nvPr/>
            </p:nvSpPr>
            <p:spPr>
              <a:xfrm>
                <a:off x="1405575" y="805088"/>
                <a:ext cx="12350" cy="12350"/>
              </a:xfrm>
              <a:custGeom>
                <a:rect b="b" l="l" r="r" t="t"/>
                <a:pathLst>
                  <a:path extrusionOk="0" h="494" w="494">
                    <a:moveTo>
                      <a:pt x="247" y="1"/>
                    </a:moveTo>
                    <a:cubicBezTo>
                      <a:pt x="111" y="1"/>
                      <a:pt x="1" y="111"/>
                      <a:pt x="1" y="246"/>
                    </a:cubicBezTo>
                    <a:cubicBezTo>
                      <a:pt x="1"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9"/>
              <p:cNvSpPr/>
              <p:nvPr/>
            </p:nvSpPr>
            <p:spPr>
              <a:xfrm>
                <a:off x="1405575" y="8421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9"/>
              <p:cNvSpPr/>
              <p:nvPr/>
            </p:nvSpPr>
            <p:spPr>
              <a:xfrm>
                <a:off x="1333025"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9"/>
              <p:cNvSpPr/>
              <p:nvPr/>
            </p:nvSpPr>
            <p:spPr>
              <a:xfrm>
                <a:off x="1333025" y="879188"/>
                <a:ext cx="12325" cy="12350"/>
              </a:xfrm>
              <a:custGeom>
                <a:rect b="b" l="l" r="r" t="t"/>
                <a:pathLst>
                  <a:path extrusionOk="0" h="494"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9"/>
              <p:cNvSpPr/>
              <p:nvPr/>
            </p:nvSpPr>
            <p:spPr>
              <a:xfrm>
                <a:off x="1767675" y="910013"/>
                <a:ext cx="11975" cy="12375"/>
              </a:xfrm>
              <a:custGeom>
                <a:rect b="b" l="l" r="r" t="t"/>
                <a:pathLst>
                  <a:path extrusionOk="0" h="495" w="479">
                    <a:moveTo>
                      <a:pt x="247" y="1"/>
                    </a:moveTo>
                    <a:cubicBezTo>
                      <a:pt x="112" y="1"/>
                      <a:pt x="1" y="112"/>
                      <a:pt x="1" y="248"/>
                    </a:cubicBezTo>
                    <a:cubicBezTo>
                      <a:pt x="1" y="387"/>
                      <a:pt x="112" y="494"/>
                      <a:pt x="247" y="494"/>
                    </a:cubicBezTo>
                    <a:cubicBezTo>
                      <a:pt x="294" y="494"/>
                      <a:pt x="339" y="482"/>
                      <a:pt x="376" y="460"/>
                    </a:cubicBezTo>
                    <a:lnTo>
                      <a:pt x="376" y="458"/>
                    </a:lnTo>
                    <a:lnTo>
                      <a:pt x="478" y="166"/>
                    </a:lnTo>
                    <a:lnTo>
                      <a:pt x="478" y="164"/>
                    </a:lnTo>
                    <a:cubicBezTo>
                      <a:pt x="443" y="68"/>
                      <a:pt x="351"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9"/>
              <p:cNvSpPr/>
              <p:nvPr/>
            </p:nvSpPr>
            <p:spPr>
              <a:xfrm>
                <a:off x="1695125" y="9100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9"/>
              <p:cNvSpPr/>
              <p:nvPr/>
            </p:nvSpPr>
            <p:spPr>
              <a:xfrm>
                <a:off x="1695125" y="94711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9"/>
              <p:cNvSpPr/>
              <p:nvPr/>
            </p:nvSpPr>
            <p:spPr>
              <a:xfrm>
                <a:off x="173217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9"/>
              <p:cNvSpPr/>
              <p:nvPr/>
            </p:nvSpPr>
            <p:spPr>
              <a:xfrm>
                <a:off x="1695400" y="984138"/>
                <a:ext cx="10325" cy="4425"/>
              </a:xfrm>
              <a:custGeom>
                <a:rect b="b" l="l" r="r" t="t"/>
                <a:pathLst>
                  <a:path extrusionOk="0" h="177" w="413">
                    <a:moveTo>
                      <a:pt x="237" y="1"/>
                    </a:moveTo>
                    <a:cubicBezTo>
                      <a:pt x="124" y="1"/>
                      <a:pt x="32" y="74"/>
                      <a:pt x="1" y="176"/>
                    </a:cubicBezTo>
                    <a:cubicBezTo>
                      <a:pt x="93" y="161"/>
                      <a:pt x="186" y="140"/>
                      <a:pt x="274" y="119"/>
                    </a:cubicBezTo>
                    <a:cubicBezTo>
                      <a:pt x="321" y="105"/>
                      <a:pt x="366" y="94"/>
                      <a:pt x="413" y="78"/>
                    </a:cubicBezTo>
                    <a:cubicBezTo>
                      <a:pt x="368" y="32"/>
                      <a:pt x="308" y="1"/>
                      <a:pt x="2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9"/>
              <p:cNvSpPr/>
              <p:nvPr/>
            </p:nvSpPr>
            <p:spPr>
              <a:xfrm>
                <a:off x="1732150" y="965613"/>
                <a:ext cx="10325" cy="8500"/>
              </a:xfrm>
              <a:custGeom>
                <a:rect b="b" l="l" r="r" t="t"/>
                <a:pathLst>
                  <a:path extrusionOk="0" h="340" w="413">
                    <a:moveTo>
                      <a:pt x="249" y="1"/>
                    </a:moveTo>
                    <a:cubicBezTo>
                      <a:pt x="111" y="1"/>
                      <a:pt x="1" y="112"/>
                      <a:pt x="1" y="248"/>
                    </a:cubicBezTo>
                    <a:cubicBezTo>
                      <a:pt x="1" y="282"/>
                      <a:pt x="6" y="313"/>
                      <a:pt x="18" y="339"/>
                    </a:cubicBezTo>
                    <a:cubicBezTo>
                      <a:pt x="156" y="257"/>
                      <a:pt x="289" y="164"/>
                      <a:pt x="412" y="66"/>
                    </a:cubicBezTo>
                    <a:cubicBezTo>
                      <a:pt x="368" y="26"/>
                      <a:pt x="310" y="1"/>
                      <a:pt x="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9"/>
              <p:cNvSpPr/>
              <p:nvPr/>
            </p:nvSpPr>
            <p:spPr>
              <a:xfrm>
                <a:off x="173217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9"/>
              <p:cNvSpPr/>
              <p:nvPr/>
            </p:nvSpPr>
            <p:spPr>
              <a:xfrm>
                <a:off x="1622550" y="91003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9"/>
              <p:cNvSpPr/>
              <p:nvPr/>
            </p:nvSpPr>
            <p:spPr>
              <a:xfrm>
                <a:off x="1622550" y="947113"/>
                <a:ext cx="12350" cy="12350"/>
              </a:xfrm>
              <a:custGeom>
                <a:rect b="b" l="l" r="r" t="t"/>
                <a:pathLst>
                  <a:path extrusionOk="0" h="494" w="494">
                    <a:moveTo>
                      <a:pt x="247" y="1"/>
                    </a:moveTo>
                    <a:cubicBezTo>
                      <a:pt x="111" y="1"/>
                      <a:pt x="1" y="111"/>
                      <a:pt x="1" y="248"/>
                    </a:cubicBezTo>
                    <a:cubicBezTo>
                      <a:pt x="1" y="383"/>
                      <a:pt x="111" y="493"/>
                      <a:pt x="247" y="493"/>
                    </a:cubicBezTo>
                    <a:cubicBezTo>
                      <a:pt x="383" y="493"/>
                      <a:pt x="494" y="383"/>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9"/>
              <p:cNvSpPr/>
              <p:nvPr/>
            </p:nvSpPr>
            <p:spPr>
              <a:xfrm>
                <a:off x="1659625"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9"/>
              <p:cNvSpPr/>
              <p:nvPr/>
            </p:nvSpPr>
            <p:spPr>
              <a:xfrm>
                <a:off x="1622550" y="984163"/>
                <a:ext cx="12350" cy="12350"/>
              </a:xfrm>
              <a:custGeom>
                <a:rect b="b" l="l" r="r" t="t"/>
                <a:pathLst>
                  <a:path extrusionOk="0" h="494" w="494">
                    <a:moveTo>
                      <a:pt x="247" y="1"/>
                    </a:moveTo>
                    <a:cubicBezTo>
                      <a:pt x="111" y="1"/>
                      <a:pt x="1" y="111"/>
                      <a:pt x="1" y="248"/>
                    </a:cubicBezTo>
                    <a:cubicBezTo>
                      <a:pt x="1" y="384"/>
                      <a:pt x="111" y="493"/>
                      <a:pt x="247" y="493"/>
                    </a:cubicBezTo>
                    <a:cubicBezTo>
                      <a:pt x="383" y="493"/>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9"/>
              <p:cNvSpPr/>
              <p:nvPr/>
            </p:nvSpPr>
            <p:spPr>
              <a:xfrm>
                <a:off x="1622550" y="10212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9"/>
              <p:cNvSpPr/>
              <p:nvPr/>
            </p:nvSpPr>
            <p:spPr>
              <a:xfrm>
                <a:off x="1622550" y="10582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9"/>
              <p:cNvSpPr/>
              <p:nvPr/>
            </p:nvSpPr>
            <p:spPr>
              <a:xfrm>
                <a:off x="1659625"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9"/>
              <p:cNvSpPr/>
              <p:nvPr/>
            </p:nvSpPr>
            <p:spPr>
              <a:xfrm>
                <a:off x="1659575" y="1002838"/>
                <a:ext cx="4975" cy="11825"/>
              </a:xfrm>
              <a:custGeom>
                <a:rect b="b" l="l" r="r" t="t"/>
                <a:pathLst>
                  <a:path extrusionOk="0" h="473" w="199">
                    <a:moveTo>
                      <a:pt x="199" y="0"/>
                    </a:moveTo>
                    <a:lnTo>
                      <a:pt x="199" y="0"/>
                    </a:lnTo>
                    <a:cubicBezTo>
                      <a:pt x="87" y="22"/>
                      <a:pt x="1" y="120"/>
                      <a:pt x="3" y="239"/>
                    </a:cubicBezTo>
                    <a:cubicBezTo>
                      <a:pt x="3" y="347"/>
                      <a:pt x="70" y="440"/>
                      <a:pt x="165" y="473"/>
                    </a:cubicBezTo>
                    <a:cubicBezTo>
                      <a:pt x="185" y="316"/>
                      <a:pt x="199" y="160"/>
                      <a:pt x="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9"/>
              <p:cNvSpPr/>
              <p:nvPr/>
            </p:nvSpPr>
            <p:spPr>
              <a:xfrm>
                <a:off x="1587050"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9"/>
              <p:cNvSpPr/>
              <p:nvPr/>
            </p:nvSpPr>
            <p:spPr>
              <a:xfrm>
                <a:off x="1550000" y="1021213"/>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9"/>
              <p:cNvSpPr/>
              <p:nvPr/>
            </p:nvSpPr>
            <p:spPr>
              <a:xfrm>
                <a:off x="1550000" y="10582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9"/>
              <p:cNvSpPr/>
              <p:nvPr/>
            </p:nvSpPr>
            <p:spPr>
              <a:xfrm>
                <a:off x="1550000" y="1095313"/>
                <a:ext cx="12325" cy="12325"/>
              </a:xfrm>
              <a:custGeom>
                <a:rect b="b" l="l" r="r" t="t"/>
                <a:pathLst>
                  <a:path extrusionOk="0" h="493" w="493">
                    <a:moveTo>
                      <a:pt x="246" y="1"/>
                    </a:moveTo>
                    <a:cubicBezTo>
                      <a:pt x="111" y="1"/>
                      <a:pt x="1" y="110"/>
                      <a:pt x="1" y="246"/>
                    </a:cubicBezTo>
                    <a:cubicBezTo>
                      <a:pt x="1" y="383"/>
                      <a:pt x="111"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9"/>
              <p:cNvSpPr/>
              <p:nvPr/>
            </p:nvSpPr>
            <p:spPr>
              <a:xfrm>
                <a:off x="1587050"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9"/>
              <p:cNvSpPr/>
              <p:nvPr/>
            </p:nvSpPr>
            <p:spPr>
              <a:xfrm>
                <a:off x="1587050" y="1002688"/>
                <a:ext cx="12350" cy="12350"/>
              </a:xfrm>
              <a:custGeom>
                <a:rect b="b" l="l" r="r" t="t"/>
                <a:pathLst>
                  <a:path extrusionOk="0" h="494" w="494">
                    <a:moveTo>
                      <a:pt x="247" y="1"/>
                    </a:moveTo>
                    <a:cubicBezTo>
                      <a:pt x="111" y="1"/>
                      <a:pt x="1" y="110"/>
                      <a:pt x="1" y="246"/>
                    </a:cubicBezTo>
                    <a:cubicBezTo>
                      <a:pt x="1" y="383"/>
                      <a:pt x="111" y="493"/>
                      <a:pt x="247" y="493"/>
                    </a:cubicBezTo>
                    <a:cubicBezTo>
                      <a:pt x="383" y="493"/>
                      <a:pt x="494" y="383"/>
                      <a:pt x="494" y="246"/>
                    </a:cubicBezTo>
                    <a:cubicBezTo>
                      <a:pt x="494" y="110"/>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9"/>
              <p:cNvSpPr/>
              <p:nvPr/>
            </p:nvSpPr>
            <p:spPr>
              <a:xfrm>
                <a:off x="1587050" y="103973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9"/>
              <p:cNvSpPr/>
              <p:nvPr/>
            </p:nvSpPr>
            <p:spPr>
              <a:xfrm>
                <a:off x="1587050" y="1076788"/>
                <a:ext cx="12350" cy="12350"/>
              </a:xfrm>
              <a:custGeom>
                <a:rect b="b" l="l" r="r" t="t"/>
                <a:pathLst>
                  <a:path extrusionOk="0" h="494" w="494">
                    <a:moveTo>
                      <a:pt x="247" y="1"/>
                    </a:moveTo>
                    <a:cubicBezTo>
                      <a:pt x="111" y="1"/>
                      <a:pt x="1" y="111"/>
                      <a:pt x="1" y="247"/>
                    </a:cubicBezTo>
                    <a:cubicBezTo>
                      <a:pt x="1" y="384"/>
                      <a:pt x="111" y="493"/>
                      <a:pt x="247" y="493"/>
                    </a:cubicBezTo>
                    <a:cubicBezTo>
                      <a:pt x="383" y="493"/>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9"/>
              <p:cNvSpPr/>
              <p:nvPr/>
            </p:nvSpPr>
            <p:spPr>
              <a:xfrm>
                <a:off x="1477425"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9"/>
              <p:cNvSpPr/>
              <p:nvPr/>
            </p:nvSpPr>
            <p:spPr>
              <a:xfrm>
                <a:off x="1477425" y="947113"/>
                <a:ext cx="12350" cy="12350"/>
              </a:xfrm>
              <a:custGeom>
                <a:rect b="b" l="l" r="r" t="t"/>
                <a:pathLst>
                  <a:path extrusionOk="0" h="494" w="494">
                    <a:moveTo>
                      <a:pt x="247" y="1"/>
                    </a:moveTo>
                    <a:cubicBezTo>
                      <a:pt x="111" y="1"/>
                      <a:pt x="1" y="111"/>
                      <a:pt x="1" y="248"/>
                    </a:cubicBezTo>
                    <a:cubicBezTo>
                      <a:pt x="1" y="383"/>
                      <a:pt x="111" y="493"/>
                      <a:pt x="247" y="493"/>
                    </a:cubicBezTo>
                    <a:cubicBezTo>
                      <a:pt x="384" y="493"/>
                      <a:pt x="494" y="383"/>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9"/>
              <p:cNvSpPr/>
              <p:nvPr/>
            </p:nvSpPr>
            <p:spPr>
              <a:xfrm>
                <a:off x="1514500"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9"/>
              <p:cNvSpPr/>
              <p:nvPr/>
            </p:nvSpPr>
            <p:spPr>
              <a:xfrm>
                <a:off x="1477425" y="984163"/>
                <a:ext cx="12350" cy="12350"/>
              </a:xfrm>
              <a:custGeom>
                <a:rect b="b" l="l" r="r" t="t"/>
                <a:pathLst>
                  <a:path extrusionOk="0" h="494" w="494">
                    <a:moveTo>
                      <a:pt x="247" y="1"/>
                    </a:moveTo>
                    <a:cubicBezTo>
                      <a:pt x="111" y="1"/>
                      <a:pt x="1" y="111"/>
                      <a:pt x="1" y="248"/>
                    </a:cubicBezTo>
                    <a:cubicBezTo>
                      <a:pt x="1" y="384"/>
                      <a:pt x="111" y="493"/>
                      <a:pt x="247" y="493"/>
                    </a:cubicBezTo>
                    <a:cubicBezTo>
                      <a:pt x="384" y="493"/>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9"/>
              <p:cNvSpPr/>
              <p:nvPr/>
            </p:nvSpPr>
            <p:spPr>
              <a:xfrm>
                <a:off x="1477425" y="1021213"/>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9"/>
              <p:cNvSpPr/>
              <p:nvPr/>
            </p:nvSpPr>
            <p:spPr>
              <a:xfrm>
                <a:off x="1477425" y="1058238"/>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9"/>
              <p:cNvSpPr/>
              <p:nvPr/>
            </p:nvSpPr>
            <p:spPr>
              <a:xfrm>
                <a:off x="1514500"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9"/>
              <p:cNvSpPr/>
              <p:nvPr/>
            </p:nvSpPr>
            <p:spPr>
              <a:xfrm>
                <a:off x="1514500" y="1002688"/>
                <a:ext cx="12325" cy="12350"/>
              </a:xfrm>
              <a:custGeom>
                <a:rect b="b" l="l" r="r" t="t"/>
                <a:pathLst>
                  <a:path extrusionOk="0" h="494" w="493">
                    <a:moveTo>
                      <a:pt x="246" y="1"/>
                    </a:moveTo>
                    <a:cubicBezTo>
                      <a:pt x="110" y="1"/>
                      <a:pt x="1" y="110"/>
                      <a:pt x="1" y="246"/>
                    </a:cubicBezTo>
                    <a:cubicBezTo>
                      <a:pt x="1" y="383"/>
                      <a:pt x="110"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9"/>
              <p:cNvSpPr/>
              <p:nvPr/>
            </p:nvSpPr>
            <p:spPr>
              <a:xfrm>
                <a:off x="1514500" y="1039738"/>
                <a:ext cx="12325" cy="12350"/>
              </a:xfrm>
              <a:custGeom>
                <a:rect b="b" l="l" r="r" t="t"/>
                <a:pathLst>
                  <a:path extrusionOk="0" h="494" w="493">
                    <a:moveTo>
                      <a:pt x="246" y="1"/>
                    </a:moveTo>
                    <a:cubicBezTo>
                      <a:pt x="110" y="1"/>
                      <a:pt x="1" y="111"/>
                      <a:pt x="1" y="247"/>
                    </a:cubicBezTo>
                    <a:cubicBezTo>
                      <a:pt x="1" y="383"/>
                      <a:pt x="110" y="493"/>
                      <a:pt x="246" y="493"/>
                    </a:cubicBezTo>
                    <a:cubicBezTo>
                      <a:pt x="382" y="493"/>
                      <a:pt x="493" y="383"/>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9"/>
              <p:cNvSpPr/>
              <p:nvPr/>
            </p:nvSpPr>
            <p:spPr>
              <a:xfrm>
                <a:off x="1514500" y="1076788"/>
                <a:ext cx="12325" cy="12350"/>
              </a:xfrm>
              <a:custGeom>
                <a:rect b="b" l="l" r="r" t="t"/>
                <a:pathLst>
                  <a:path extrusionOk="0" h="494" w="493">
                    <a:moveTo>
                      <a:pt x="246" y="1"/>
                    </a:moveTo>
                    <a:cubicBezTo>
                      <a:pt x="110" y="1"/>
                      <a:pt x="1" y="111"/>
                      <a:pt x="1" y="247"/>
                    </a:cubicBezTo>
                    <a:cubicBezTo>
                      <a:pt x="1" y="384"/>
                      <a:pt x="110" y="493"/>
                      <a:pt x="246" y="493"/>
                    </a:cubicBezTo>
                    <a:cubicBezTo>
                      <a:pt x="382" y="493"/>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9"/>
              <p:cNvSpPr/>
              <p:nvPr/>
            </p:nvSpPr>
            <p:spPr>
              <a:xfrm>
                <a:off x="1404875" y="910038"/>
                <a:ext cx="12325" cy="12375"/>
              </a:xfrm>
              <a:custGeom>
                <a:rect b="b" l="l" r="r" t="t"/>
                <a:pathLst>
                  <a:path extrusionOk="0" h="495" w="493">
                    <a:moveTo>
                      <a:pt x="246" y="1"/>
                    </a:moveTo>
                    <a:cubicBezTo>
                      <a:pt x="111" y="1"/>
                      <a:pt x="1" y="111"/>
                      <a:pt x="1" y="248"/>
                    </a:cubicBezTo>
                    <a:cubicBezTo>
                      <a:pt x="1" y="384"/>
                      <a:pt x="111" y="494"/>
                      <a:pt x="246" y="494"/>
                    </a:cubicBezTo>
                    <a:cubicBezTo>
                      <a:pt x="383" y="494"/>
                      <a:pt x="493" y="384"/>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9"/>
              <p:cNvSpPr/>
              <p:nvPr/>
            </p:nvSpPr>
            <p:spPr>
              <a:xfrm>
                <a:off x="1404875" y="947113"/>
                <a:ext cx="12325" cy="12350"/>
              </a:xfrm>
              <a:custGeom>
                <a:rect b="b" l="l" r="r" t="t"/>
                <a:pathLst>
                  <a:path extrusionOk="0" h="494" w="493">
                    <a:moveTo>
                      <a:pt x="246" y="1"/>
                    </a:moveTo>
                    <a:cubicBezTo>
                      <a:pt x="111" y="1"/>
                      <a:pt x="1" y="111"/>
                      <a:pt x="1" y="248"/>
                    </a:cubicBezTo>
                    <a:cubicBezTo>
                      <a:pt x="1" y="383"/>
                      <a:pt x="111" y="493"/>
                      <a:pt x="246" y="493"/>
                    </a:cubicBezTo>
                    <a:cubicBezTo>
                      <a:pt x="383" y="493"/>
                      <a:pt x="493" y="383"/>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9"/>
              <p:cNvSpPr/>
              <p:nvPr/>
            </p:nvSpPr>
            <p:spPr>
              <a:xfrm>
                <a:off x="14419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9"/>
              <p:cNvSpPr/>
              <p:nvPr/>
            </p:nvSpPr>
            <p:spPr>
              <a:xfrm>
                <a:off x="1405825" y="984163"/>
                <a:ext cx="11250" cy="5100"/>
              </a:xfrm>
              <a:custGeom>
                <a:rect b="b" l="l" r="r" t="t"/>
                <a:pathLst>
                  <a:path extrusionOk="0" h="204" w="450">
                    <a:moveTo>
                      <a:pt x="209" y="1"/>
                    </a:moveTo>
                    <a:cubicBezTo>
                      <a:pt x="209" y="1"/>
                      <a:pt x="208" y="1"/>
                      <a:pt x="207" y="1"/>
                    </a:cubicBezTo>
                    <a:cubicBezTo>
                      <a:pt x="122" y="1"/>
                      <a:pt x="44" y="47"/>
                      <a:pt x="1" y="114"/>
                    </a:cubicBezTo>
                    <a:cubicBezTo>
                      <a:pt x="5" y="114"/>
                      <a:pt x="11" y="118"/>
                      <a:pt x="14" y="118"/>
                    </a:cubicBezTo>
                    <a:lnTo>
                      <a:pt x="16" y="118"/>
                    </a:lnTo>
                    <a:cubicBezTo>
                      <a:pt x="159" y="155"/>
                      <a:pt x="303" y="181"/>
                      <a:pt x="450" y="203"/>
                    </a:cubicBezTo>
                    <a:cubicBezTo>
                      <a:pt x="432" y="89"/>
                      <a:pt x="331" y="1"/>
                      <a:pt x="2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9"/>
              <p:cNvSpPr/>
              <p:nvPr/>
            </p:nvSpPr>
            <p:spPr>
              <a:xfrm>
                <a:off x="1441925"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9"/>
              <p:cNvSpPr/>
              <p:nvPr/>
            </p:nvSpPr>
            <p:spPr>
              <a:xfrm>
                <a:off x="1443975" y="1002638"/>
                <a:ext cx="10275" cy="12425"/>
              </a:xfrm>
              <a:custGeom>
                <a:rect b="b" l="l" r="r" t="t"/>
                <a:pathLst>
                  <a:path extrusionOk="0" h="497" w="411">
                    <a:moveTo>
                      <a:pt x="162" y="1"/>
                    </a:moveTo>
                    <a:cubicBezTo>
                      <a:pt x="101" y="1"/>
                      <a:pt x="42" y="26"/>
                      <a:pt x="0" y="66"/>
                    </a:cubicBezTo>
                    <a:cubicBezTo>
                      <a:pt x="0" y="199"/>
                      <a:pt x="11" y="328"/>
                      <a:pt x="27" y="457"/>
                    </a:cubicBezTo>
                    <a:cubicBezTo>
                      <a:pt x="67" y="481"/>
                      <a:pt x="114" y="496"/>
                      <a:pt x="162" y="496"/>
                    </a:cubicBezTo>
                    <a:cubicBezTo>
                      <a:pt x="300" y="496"/>
                      <a:pt x="411" y="386"/>
                      <a:pt x="411" y="247"/>
                    </a:cubicBezTo>
                    <a:cubicBezTo>
                      <a:pt x="411" y="112"/>
                      <a:pt x="301" y="3"/>
                      <a:pt x="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9"/>
              <p:cNvSpPr/>
              <p:nvPr/>
            </p:nvSpPr>
            <p:spPr>
              <a:xfrm>
                <a:off x="1332300"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9"/>
              <p:cNvSpPr/>
              <p:nvPr/>
            </p:nvSpPr>
            <p:spPr>
              <a:xfrm>
                <a:off x="13693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9"/>
              <p:cNvSpPr/>
              <p:nvPr/>
            </p:nvSpPr>
            <p:spPr>
              <a:xfrm>
                <a:off x="1369650" y="965638"/>
                <a:ext cx="12025" cy="10725"/>
              </a:xfrm>
              <a:custGeom>
                <a:rect b="b" l="l" r="r" t="t"/>
                <a:pathLst>
                  <a:path extrusionOk="0" h="429" w="481">
                    <a:moveTo>
                      <a:pt x="236" y="1"/>
                    </a:moveTo>
                    <a:cubicBezTo>
                      <a:pt x="235" y="1"/>
                      <a:pt x="235" y="1"/>
                      <a:pt x="234" y="1"/>
                    </a:cubicBezTo>
                    <a:cubicBezTo>
                      <a:pt x="124" y="1"/>
                      <a:pt x="32" y="75"/>
                      <a:pt x="1" y="173"/>
                    </a:cubicBezTo>
                    <a:cubicBezTo>
                      <a:pt x="130" y="266"/>
                      <a:pt x="263" y="351"/>
                      <a:pt x="400" y="428"/>
                    </a:cubicBezTo>
                    <a:cubicBezTo>
                      <a:pt x="450" y="385"/>
                      <a:pt x="481" y="320"/>
                      <a:pt x="481" y="247"/>
                    </a:cubicBezTo>
                    <a:cubicBezTo>
                      <a:pt x="481" y="112"/>
                      <a:pt x="370" y="1"/>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9"/>
              <p:cNvSpPr/>
              <p:nvPr/>
            </p:nvSpPr>
            <p:spPr>
              <a:xfrm>
                <a:off x="136932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9"/>
              <p:cNvSpPr/>
              <p:nvPr/>
            </p:nvSpPr>
            <p:spPr>
              <a:xfrm>
                <a:off x="1404400" y="730388"/>
                <a:ext cx="299650" cy="299550"/>
              </a:xfrm>
              <a:custGeom>
                <a:rect b="b" l="l" r="r" t="t"/>
                <a:pathLst>
                  <a:path extrusionOk="0" h="11982" w="11986">
                    <a:moveTo>
                      <a:pt x="5994" y="0"/>
                    </a:moveTo>
                    <a:cubicBezTo>
                      <a:pt x="5346" y="0"/>
                      <a:pt x="4818" y="526"/>
                      <a:pt x="4818" y="1174"/>
                    </a:cubicBezTo>
                    <a:lnTo>
                      <a:pt x="4818" y="4816"/>
                    </a:lnTo>
                    <a:lnTo>
                      <a:pt x="1176" y="4816"/>
                    </a:lnTo>
                    <a:cubicBezTo>
                      <a:pt x="526" y="4816"/>
                      <a:pt x="0" y="5343"/>
                      <a:pt x="0" y="5991"/>
                    </a:cubicBezTo>
                    <a:cubicBezTo>
                      <a:pt x="0" y="6638"/>
                      <a:pt x="527" y="7164"/>
                      <a:pt x="1176" y="7164"/>
                    </a:cubicBezTo>
                    <a:lnTo>
                      <a:pt x="4818" y="7164"/>
                    </a:lnTo>
                    <a:lnTo>
                      <a:pt x="4818" y="10807"/>
                    </a:lnTo>
                    <a:cubicBezTo>
                      <a:pt x="4818" y="11455"/>
                      <a:pt x="5346" y="11982"/>
                      <a:pt x="5994" y="11982"/>
                    </a:cubicBezTo>
                    <a:cubicBezTo>
                      <a:pt x="6641" y="11982"/>
                      <a:pt x="7167" y="11453"/>
                      <a:pt x="7167" y="10807"/>
                    </a:cubicBezTo>
                    <a:lnTo>
                      <a:pt x="7167" y="7164"/>
                    </a:lnTo>
                    <a:lnTo>
                      <a:pt x="10810" y="7164"/>
                    </a:lnTo>
                    <a:cubicBezTo>
                      <a:pt x="11459" y="7164"/>
                      <a:pt x="11986" y="6638"/>
                      <a:pt x="11986" y="5991"/>
                    </a:cubicBezTo>
                    <a:cubicBezTo>
                      <a:pt x="11986" y="5343"/>
                      <a:pt x="11458" y="4816"/>
                      <a:pt x="10810" y="4816"/>
                    </a:cubicBezTo>
                    <a:lnTo>
                      <a:pt x="7167" y="4816"/>
                    </a:lnTo>
                    <a:lnTo>
                      <a:pt x="7167" y="1174"/>
                    </a:lnTo>
                    <a:cubicBezTo>
                      <a:pt x="7167" y="526"/>
                      <a:pt x="6641"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5" name="Google Shape;6415;p79"/>
            <p:cNvGrpSpPr/>
            <p:nvPr/>
          </p:nvGrpSpPr>
          <p:grpSpPr>
            <a:xfrm rot="-980920">
              <a:off x="8514758" y="1086406"/>
              <a:ext cx="337175" cy="1085911"/>
              <a:chOff x="-507662" y="283925"/>
              <a:chExt cx="249300" cy="802900"/>
            </a:xfrm>
          </p:grpSpPr>
          <p:sp>
            <p:nvSpPr>
              <p:cNvPr id="6416" name="Google Shape;6416;p79"/>
              <p:cNvSpPr/>
              <p:nvPr/>
            </p:nvSpPr>
            <p:spPr>
              <a:xfrm>
                <a:off x="-507662" y="283925"/>
                <a:ext cx="249300" cy="802900"/>
              </a:xfrm>
              <a:custGeom>
                <a:rect b="b" l="l" r="r" t="t"/>
                <a:pathLst>
                  <a:path extrusionOk="0" h="32116" w="9972">
                    <a:moveTo>
                      <a:pt x="4820" y="1"/>
                    </a:moveTo>
                    <a:cubicBezTo>
                      <a:pt x="1333" y="1"/>
                      <a:pt x="220" y="2879"/>
                      <a:pt x="127" y="5466"/>
                    </a:cubicBezTo>
                    <a:cubicBezTo>
                      <a:pt x="45" y="5448"/>
                      <a:pt x="1" y="5439"/>
                      <a:pt x="1" y="5439"/>
                    </a:cubicBezTo>
                    <a:lnTo>
                      <a:pt x="0" y="6146"/>
                    </a:lnTo>
                    <a:cubicBezTo>
                      <a:pt x="0" y="6146"/>
                      <a:pt x="45" y="6157"/>
                      <a:pt x="135" y="6178"/>
                    </a:cubicBezTo>
                    <a:cubicBezTo>
                      <a:pt x="212" y="7236"/>
                      <a:pt x="628" y="8201"/>
                      <a:pt x="1276" y="8965"/>
                    </a:cubicBezTo>
                    <a:cubicBezTo>
                      <a:pt x="1273" y="8964"/>
                      <a:pt x="1272" y="8964"/>
                      <a:pt x="1272" y="8964"/>
                    </a:cubicBezTo>
                    <a:lnTo>
                      <a:pt x="1272" y="8964"/>
                    </a:lnTo>
                    <a:lnTo>
                      <a:pt x="1972" y="9757"/>
                    </a:lnTo>
                    <a:cubicBezTo>
                      <a:pt x="1985" y="9759"/>
                      <a:pt x="1998" y="9763"/>
                      <a:pt x="2013" y="9765"/>
                    </a:cubicBezTo>
                    <a:lnTo>
                      <a:pt x="1987" y="9765"/>
                    </a:lnTo>
                    <a:lnTo>
                      <a:pt x="2989" y="31481"/>
                    </a:lnTo>
                    <a:cubicBezTo>
                      <a:pt x="2989" y="31481"/>
                      <a:pt x="3673" y="32115"/>
                      <a:pt x="5032" y="32116"/>
                    </a:cubicBezTo>
                    <a:cubicBezTo>
                      <a:pt x="5034" y="32116"/>
                      <a:pt x="5035" y="32116"/>
                      <a:pt x="5036" y="32116"/>
                    </a:cubicBezTo>
                    <a:cubicBezTo>
                      <a:pt x="6471" y="32116"/>
                      <a:pt x="7092" y="31486"/>
                      <a:pt x="7092" y="31486"/>
                    </a:cubicBezTo>
                    <a:lnTo>
                      <a:pt x="8145" y="9772"/>
                    </a:lnTo>
                    <a:lnTo>
                      <a:pt x="8084" y="9772"/>
                    </a:lnTo>
                    <a:cubicBezTo>
                      <a:pt x="8114" y="9762"/>
                      <a:pt x="8129" y="9755"/>
                      <a:pt x="8129" y="9755"/>
                    </a:cubicBezTo>
                    <a:lnTo>
                      <a:pt x="8643" y="9035"/>
                    </a:lnTo>
                    <a:cubicBezTo>
                      <a:pt x="9322" y="8263"/>
                      <a:pt x="9763" y="7276"/>
                      <a:pt x="9844" y="6187"/>
                    </a:cubicBezTo>
                    <a:cubicBezTo>
                      <a:pt x="9928" y="6168"/>
                      <a:pt x="9971" y="6157"/>
                      <a:pt x="9971" y="6157"/>
                    </a:cubicBezTo>
                    <a:lnTo>
                      <a:pt x="9972" y="5450"/>
                    </a:lnTo>
                    <a:lnTo>
                      <a:pt x="9972" y="5450"/>
                    </a:lnTo>
                    <a:cubicBezTo>
                      <a:pt x="9972" y="5450"/>
                      <a:pt x="9930" y="5461"/>
                      <a:pt x="9851" y="5480"/>
                    </a:cubicBezTo>
                    <a:cubicBezTo>
                      <a:pt x="9738" y="2878"/>
                      <a:pt x="8299" y="43"/>
                      <a:pt x="4902" y="1"/>
                    </a:cubicBezTo>
                    <a:cubicBezTo>
                      <a:pt x="4875" y="1"/>
                      <a:pt x="4848" y="1"/>
                      <a:pt x="482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7" name="Google Shape;6417;p79"/>
              <p:cNvGrpSpPr/>
              <p:nvPr/>
            </p:nvGrpSpPr>
            <p:grpSpPr>
              <a:xfrm>
                <a:off x="-507662" y="283950"/>
                <a:ext cx="249300" cy="802850"/>
                <a:chOff x="-4628300" y="394775"/>
                <a:chExt cx="249300" cy="802850"/>
              </a:xfrm>
            </p:grpSpPr>
            <p:sp>
              <p:nvSpPr>
                <p:cNvPr id="6418" name="Google Shape;6418;p79"/>
                <p:cNvSpPr/>
                <p:nvPr/>
              </p:nvSpPr>
              <p:spPr>
                <a:xfrm>
                  <a:off x="-4625325" y="394775"/>
                  <a:ext cx="243575" cy="267125"/>
                </a:xfrm>
                <a:custGeom>
                  <a:rect b="b" l="l" r="r" t="t"/>
                  <a:pathLst>
                    <a:path extrusionOk="0" h="10685" w="9743">
                      <a:moveTo>
                        <a:pt x="4703" y="1"/>
                      </a:moveTo>
                      <a:cubicBezTo>
                        <a:pt x="1059" y="1"/>
                        <a:pt x="5" y="3143"/>
                        <a:pt x="2" y="5811"/>
                      </a:cubicBezTo>
                      <a:cubicBezTo>
                        <a:pt x="0" y="8499"/>
                        <a:pt x="2178" y="10682"/>
                        <a:pt x="4866" y="10685"/>
                      </a:cubicBezTo>
                      <a:cubicBezTo>
                        <a:pt x="4868" y="10685"/>
                        <a:pt x="4870" y="10685"/>
                        <a:pt x="4872" y="10685"/>
                      </a:cubicBezTo>
                      <a:cubicBezTo>
                        <a:pt x="7557" y="10685"/>
                        <a:pt x="9737" y="8508"/>
                        <a:pt x="9739" y="5822"/>
                      </a:cubicBezTo>
                      <a:cubicBezTo>
                        <a:pt x="9742" y="3133"/>
                        <a:pt x="8329" y="45"/>
                        <a:pt x="4783" y="1"/>
                      </a:cubicBezTo>
                      <a:cubicBezTo>
                        <a:pt x="4757" y="1"/>
                        <a:pt x="4730" y="1"/>
                        <a:pt x="4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9"/>
                <p:cNvSpPr/>
                <p:nvPr/>
              </p:nvSpPr>
              <p:spPr>
                <a:xfrm>
                  <a:off x="-4578650" y="638800"/>
                  <a:ext cx="153925" cy="558825"/>
                </a:xfrm>
                <a:custGeom>
                  <a:rect b="b" l="l" r="r" t="t"/>
                  <a:pathLst>
                    <a:path extrusionOk="0" h="22353" w="6157">
                      <a:moveTo>
                        <a:pt x="0" y="1"/>
                      </a:moveTo>
                      <a:lnTo>
                        <a:pt x="1002" y="21718"/>
                      </a:lnTo>
                      <a:cubicBezTo>
                        <a:pt x="1002" y="21718"/>
                        <a:pt x="1685" y="22352"/>
                        <a:pt x="3045" y="22353"/>
                      </a:cubicBezTo>
                      <a:cubicBezTo>
                        <a:pt x="3049" y="22353"/>
                        <a:pt x="3052" y="22353"/>
                        <a:pt x="3056" y="22353"/>
                      </a:cubicBezTo>
                      <a:cubicBezTo>
                        <a:pt x="4485" y="22353"/>
                        <a:pt x="5105" y="21723"/>
                        <a:pt x="5105" y="21723"/>
                      </a:cubicBezTo>
                      <a:lnTo>
                        <a:pt x="6157" y="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9"/>
                <p:cNvSpPr/>
                <p:nvPr/>
              </p:nvSpPr>
              <p:spPr>
                <a:xfrm>
                  <a:off x="-4596525" y="618825"/>
                  <a:ext cx="184925" cy="29825"/>
                </a:xfrm>
                <a:custGeom>
                  <a:rect b="b" l="l" r="r" t="t"/>
                  <a:pathLst>
                    <a:path extrusionOk="0" h="1193" w="7397">
                      <a:moveTo>
                        <a:pt x="1" y="0"/>
                      </a:moveTo>
                      <a:lnTo>
                        <a:pt x="701" y="793"/>
                      </a:lnTo>
                      <a:cubicBezTo>
                        <a:pt x="1992" y="1092"/>
                        <a:pt x="3106" y="1192"/>
                        <a:pt x="4019" y="1192"/>
                      </a:cubicBezTo>
                      <a:cubicBezTo>
                        <a:pt x="5843" y="1192"/>
                        <a:pt x="6857" y="793"/>
                        <a:pt x="6857" y="793"/>
                      </a:cubicBezTo>
                      <a:lnTo>
                        <a:pt x="7396" y="38"/>
                      </a:lnTo>
                      <a:lnTo>
                        <a:pt x="7396" y="38"/>
                      </a:lnTo>
                      <a:cubicBezTo>
                        <a:pt x="5867" y="370"/>
                        <a:pt x="4550" y="482"/>
                        <a:pt x="3469" y="482"/>
                      </a:cubicBezTo>
                      <a:cubicBezTo>
                        <a:pt x="1227" y="482"/>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9"/>
                <p:cNvSpPr/>
                <p:nvPr/>
              </p:nvSpPr>
              <p:spPr>
                <a:xfrm>
                  <a:off x="-4628300" y="530675"/>
                  <a:ext cx="249300" cy="29925"/>
                </a:xfrm>
                <a:custGeom>
                  <a:rect b="b" l="l" r="r" t="t"/>
                  <a:pathLst>
                    <a:path extrusionOk="0" h="1197" w="9972">
                      <a:moveTo>
                        <a:pt x="1" y="1"/>
                      </a:moveTo>
                      <a:lnTo>
                        <a:pt x="0" y="708"/>
                      </a:lnTo>
                      <a:cubicBezTo>
                        <a:pt x="0" y="708"/>
                        <a:pt x="1837" y="1193"/>
                        <a:pt x="4994" y="1197"/>
                      </a:cubicBezTo>
                      <a:cubicBezTo>
                        <a:pt x="5001" y="1197"/>
                        <a:pt x="5007" y="1197"/>
                        <a:pt x="5014" y="1197"/>
                      </a:cubicBezTo>
                      <a:cubicBezTo>
                        <a:pt x="8066" y="1197"/>
                        <a:pt x="9971" y="719"/>
                        <a:pt x="9971" y="719"/>
                      </a:cubicBezTo>
                      <a:lnTo>
                        <a:pt x="9972" y="12"/>
                      </a:lnTo>
                      <a:lnTo>
                        <a:pt x="9972" y="12"/>
                      </a:lnTo>
                      <a:cubicBezTo>
                        <a:pt x="9971" y="12"/>
                        <a:pt x="8240" y="490"/>
                        <a:pt x="5054" y="490"/>
                      </a:cubicBezTo>
                      <a:cubicBezTo>
                        <a:pt x="5040" y="490"/>
                        <a:pt x="5027" y="490"/>
                        <a:pt x="5013" y="490"/>
                      </a:cubicBezTo>
                      <a:cubicBezTo>
                        <a:pt x="2056" y="48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9"/>
                <p:cNvSpPr/>
                <p:nvPr/>
              </p:nvSpPr>
              <p:spPr>
                <a:xfrm>
                  <a:off x="-4517700" y="824050"/>
                  <a:ext cx="33375" cy="120300"/>
                </a:xfrm>
                <a:custGeom>
                  <a:rect b="b" l="l" r="r" t="t"/>
                  <a:pathLst>
                    <a:path extrusionOk="0" h="4812" w="1335">
                      <a:moveTo>
                        <a:pt x="630" y="0"/>
                      </a:moveTo>
                      <a:cubicBezTo>
                        <a:pt x="283" y="0"/>
                        <a:pt x="1" y="285"/>
                        <a:pt x="8" y="632"/>
                      </a:cubicBezTo>
                      <a:lnTo>
                        <a:pt x="76" y="4201"/>
                      </a:lnTo>
                      <a:cubicBezTo>
                        <a:pt x="82" y="4515"/>
                        <a:pt x="321" y="4776"/>
                        <a:pt x="633" y="4808"/>
                      </a:cubicBezTo>
                      <a:cubicBezTo>
                        <a:pt x="655" y="4810"/>
                        <a:pt x="677" y="4811"/>
                        <a:pt x="699" y="4811"/>
                      </a:cubicBezTo>
                      <a:cubicBezTo>
                        <a:pt x="1037" y="4811"/>
                        <a:pt x="1319" y="4538"/>
                        <a:pt x="1319" y="4193"/>
                      </a:cubicBezTo>
                      <a:lnTo>
                        <a:pt x="1334" y="627"/>
                      </a:lnTo>
                      <a:cubicBezTo>
                        <a:pt x="1335" y="292"/>
                        <a:pt x="1069" y="15"/>
                        <a:pt x="733" y="4"/>
                      </a:cubicBezTo>
                      <a:lnTo>
                        <a:pt x="651" y="1"/>
                      </a:lnTo>
                      <a:cubicBezTo>
                        <a:pt x="644" y="0"/>
                        <a:pt x="637"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9"/>
                <p:cNvSpPr/>
                <p:nvPr/>
              </p:nvSpPr>
              <p:spPr>
                <a:xfrm>
                  <a:off x="-4512225" y="910675"/>
                  <a:ext cx="23325" cy="18250"/>
                </a:xfrm>
                <a:custGeom>
                  <a:rect b="b" l="l" r="r" t="t"/>
                  <a:pathLst>
                    <a:path extrusionOk="0" h="730" w="933">
                      <a:moveTo>
                        <a:pt x="0" y="0"/>
                      </a:moveTo>
                      <a:lnTo>
                        <a:pt x="28" y="693"/>
                      </a:lnTo>
                      <a:lnTo>
                        <a:pt x="922" y="730"/>
                      </a:lnTo>
                      <a:lnTo>
                        <a:pt x="932"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24" name="Google Shape;6424;p79"/>
            <p:cNvGrpSpPr/>
            <p:nvPr/>
          </p:nvGrpSpPr>
          <p:grpSpPr>
            <a:xfrm>
              <a:off x="213847" y="3456960"/>
              <a:ext cx="1274024" cy="1517669"/>
              <a:chOff x="-2294600" y="1951375"/>
              <a:chExt cx="438125" cy="521913"/>
            </a:xfrm>
          </p:grpSpPr>
          <p:sp>
            <p:nvSpPr>
              <p:cNvPr id="6425" name="Google Shape;6425;p79"/>
              <p:cNvSpPr/>
              <p:nvPr/>
            </p:nvSpPr>
            <p:spPr>
              <a:xfrm>
                <a:off x="-2294600" y="1951375"/>
                <a:ext cx="438100" cy="521900"/>
              </a:xfrm>
              <a:custGeom>
                <a:rect b="b" l="l" r="r" t="t"/>
                <a:pathLst>
                  <a:path extrusionOk="0" h="20876" w="17524">
                    <a:moveTo>
                      <a:pt x="5361" y="0"/>
                    </a:moveTo>
                    <a:lnTo>
                      <a:pt x="0" y="13683"/>
                    </a:lnTo>
                    <a:lnTo>
                      <a:pt x="965" y="16487"/>
                    </a:lnTo>
                    <a:lnTo>
                      <a:pt x="12161" y="20875"/>
                    </a:lnTo>
                    <a:lnTo>
                      <a:pt x="17524" y="7192"/>
                    </a:lnTo>
                    <a:lnTo>
                      <a:pt x="16559" y="4387"/>
                    </a:lnTo>
                    <a:lnTo>
                      <a:pt x="5361"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6" name="Google Shape;6426;p79"/>
              <p:cNvGrpSpPr/>
              <p:nvPr/>
            </p:nvGrpSpPr>
            <p:grpSpPr>
              <a:xfrm>
                <a:off x="-2294575" y="1951463"/>
                <a:ext cx="438100" cy="521825"/>
                <a:chOff x="-2294575" y="1951463"/>
                <a:chExt cx="438100" cy="521825"/>
              </a:xfrm>
            </p:grpSpPr>
            <p:sp>
              <p:nvSpPr>
                <p:cNvPr id="6427" name="Google Shape;6427;p79"/>
                <p:cNvSpPr/>
                <p:nvPr/>
              </p:nvSpPr>
              <p:spPr>
                <a:xfrm>
                  <a:off x="-2294550" y="1951463"/>
                  <a:ext cx="413950" cy="451750"/>
                </a:xfrm>
                <a:custGeom>
                  <a:rect b="b" l="l" r="r" t="t"/>
                  <a:pathLst>
                    <a:path extrusionOk="0" h="18070" w="16558">
                      <a:moveTo>
                        <a:pt x="5361" y="0"/>
                      </a:moveTo>
                      <a:lnTo>
                        <a:pt x="0" y="13684"/>
                      </a:lnTo>
                      <a:lnTo>
                        <a:pt x="11196" y="18070"/>
                      </a:lnTo>
                      <a:lnTo>
                        <a:pt x="16558" y="4387"/>
                      </a:lnTo>
                      <a:lnTo>
                        <a:pt x="53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9"/>
                <p:cNvSpPr/>
                <p:nvPr/>
              </p:nvSpPr>
              <p:spPr>
                <a:xfrm>
                  <a:off x="-1933525" y="2073913"/>
                  <a:ext cx="20450" cy="14275"/>
                </a:xfrm>
                <a:custGeom>
                  <a:rect b="b" l="l" r="r" t="t"/>
                  <a:pathLst>
                    <a:path extrusionOk="0" h="571" w="818">
                      <a:moveTo>
                        <a:pt x="0" y="0"/>
                      </a:moveTo>
                      <a:lnTo>
                        <a:pt x="0" y="159"/>
                      </a:lnTo>
                      <a:lnTo>
                        <a:pt x="2" y="159"/>
                      </a:lnTo>
                      <a:cubicBezTo>
                        <a:pt x="2" y="322"/>
                        <a:pt x="99" y="477"/>
                        <a:pt x="261" y="542"/>
                      </a:cubicBezTo>
                      <a:cubicBezTo>
                        <a:pt x="310" y="561"/>
                        <a:pt x="361" y="570"/>
                        <a:pt x="411" y="570"/>
                      </a:cubicBezTo>
                      <a:cubicBezTo>
                        <a:pt x="576" y="570"/>
                        <a:pt x="731" y="471"/>
                        <a:pt x="795" y="310"/>
                      </a:cubicBezTo>
                      <a:cubicBezTo>
                        <a:pt x="812" y="259"/>
                        <a:pt x="817" y="209"/>
                        <a:pt x="817" y="159"/>
                      </a:cubicBezTo>
                      <a:lnTo>
                        <a:pt x="817" y="0"/>
                      </a:lnTo>
                      <a:close/>
                    </a:path>
                  </a:pathLst>
                </a:custGeom>
                <a:solidFill>
                  <a:srgbClr val="11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9"/>
                <p:cNvSpPr/>
                <p:nvPr/>
              </p:nvSpPr>
              <p:spPr>
                <a:xfrm>
                  <a:off x="-1934925" y="2064938"/>
                  <a:ext cx="23300" cy="20575"/>
                </a:xfrm>
                <a:custGeom>
                  <a:rect b="b" l="l" r="r" t="t"/>
                  <a:pathLst>
                    <a:path extrusionOk="0" h="823" w="932">
                      <a:moveTo>
                        <a:pt x="466" y="0"/>
                      </a:moveTo>
                      <a:cubicBezTo>
                        <a:pt x="302" y="0"/>
                        <a:pt x="147" y="99"/>
                        <a:pt x="84" y="261"/>
                      </a:cubicBezTo>
                      <a:cubicBezTo>
                        <a:pt x="0" y="473"/>
                        <a:pt x="105" y="711"/>
                        <a:pt x="316" y="794"/>
                      </a:cubicBezTo>
                      <a:cubicBezTo>
                        <a:pt x="366" y="813"/>
                        <a:pt x="417" y="823"/>
                        <a:pt x="467" y="823"/>
                      </a:cubicBezTo>
                      <a:cubicBezTo>
                        <a:pt x="631" y="823"/>
                        <a:pt x="785" y="723"/>
                        <a:pt x="849" y="561"/>
                      </a:cubicBezTo>
                      <a:cubicBezTo>
                        <a:pt x="931" y="351"/>
                        <a:pt x="828" y="113"/>
                        <a:pt x="616" y="29"/>
                      </a:cubicBezTo>
                      <a:cubicBezTo>
                        <a:pt x="567" y="9"/>
                        <a:pt x="516" y="0"/>
                        <a:pt x="4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9"/>
                <p:cNvSpPr/>
                <p:nvPr/>
              </p:nvSpPr>
              <p:spPr>
                <a:xfrm>
                  <a:off x="-2100450" y="2284813"/>
                  <a:ext cx="39275" cy="38750"/>
                </a:xfrm>
                <a:custGeom>
                  <a:rect b="b" l="l" r="r" t="t"/>
                  <a:pathLst>
                    <a:path extrusionOk="0" h="1550" w="1571">
                      <a:moveTo>
                        <a:pt x="1488" y="944"/>
                      </a:moveTo>
                      <a:cubicBezTo>
                        <a:pt x="1482" y="967"/>
                        <a:pt x="1474" y="988"/>
                        <a:pt x="1465" y="1012"/>
                      </a:cubicBezTo>
                      <a:cubicBezTo>
                        <a:pt x="1474" y="988"/>
                        <a:pt x="1482" y="966"/>
                        <a:pt x="1488" y="944"/>
                      </a:cubicBezTo>
                      <a:close/>
                      <a:moveTo>
                        <a:pt x="379" y="1369"/>
                      </a:moveTo>
                      <a:cubicBezTo>
                        <a:pt x="383" y="1370"/>
                        <a:pt x="387" y="1373"/>
                        <a:pt x="390" y="1375"/>
                      </a:cubicBezTo>
                      <a:cubicBezTo>
                        <a:pt x="387" y="1373"/>
                        <a:pt x="383" y="1372"/>
                        <a:pt x="379" y="1369"/>
                      </a:cubicBezTo>
                      <a:close/>
                      <a:moveTo>
                        <a:pt x="439" y="1403"/>
                      </a:moveTo>
                      <a:cubicBezTo>
                        <a:pt x="459" y="1413"/>
                        <a:pt x="480" y="1422"/>
                        <a:pt x="502" y="1431"/>
                      </a:cubicBezTo>
                      <a:cubicBezTo>
                        <a:pt x="479" y="1422"/>
                        <a:pt x="459" y="1413"/>
                        <a:pt x="439" y="1403"/>
                      </a:cubicBezTo>
                      <a:close/>
                      <a:moveTo>
                        <a:pt x="775" y="1"/>
                      </a:moveTo>
                      <a:cubicBezTo>
                        <a:pt x="480" y="1"/>
                        <a:pt x="199" y="179"/>
                        <a:pt x="85" y="471"/>
                      </a:cubicBezTo>
                      <a:cubicBezTo>
                        <a:pt x="0" y="688"/>
                        <a:pt x="24" y="919"/>
                        <a:pt x="130" y="1107"/>
                      </a:cubicBezTo>
                      <a:cubicBezTo>
                        <a:pt x="206" y="1279"/>
                        <a:pt x="346" y="1424"/>
                        <a:pt x="534" y="1498"/>
                      </a:cubicBezTo>
                      <a:cubicBezTo>
                        <a:pt x="622" y="1533"/>
                        <a:pt x="714" y="1550"/>
                        <a:pt x="804" y="1550"/>
                      </a:cubicBezTo>
                      <a:cubicBezTo>
                        <a:pt x="1100" y="1550"/>
                        <a:pt x="1380" y="1371"/>
                        <a:pt x="1494" y="1079"/>
                      </a:cubicBezTo>
                      <a:cubicBezTo>
                        <a:pt x="1571" y="883"/>
                        <a:pt x="1555" y="677"/>
                        <a:pt x="1476" y="501"/>
                      </a:cubicBezTo>
                      <a:cubicBezTo>
                        <a:pt x="1407" y="302"/>
                        <a:pt x="1256" y="135"/>
                        <a:pt x="1045" y="52"/>
                      </a:cubicBezTo>
                      <a:cubicBezTo>
                        <a:pt x="957" y="17"/>
                        <a:pt x="865" y="1"/>
                        <a:pt x="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9"/>
                <p:cNvSpPr/>
                <p:nvPr/>
              </p:nvSpPr>
              <p:spPr>
                <a:xfrm>
                  <a:off x="-2193050" y="2258163"/>
                  <a:ext cx="13675" cy="12050"/>
                </a:xfrm>
                <a:custGeom>
                  <a:rect b="b" l="l" r="r" t="t"/>
                  <a:pathLst>
                    <a:path extrusionOk="0" h="482" w="547">
                      <a:moveTo>
                        <a:pt x="273" y="0"/>
                      </a:moveTo>
                      <a:cubicBezTo>
                        <a:pt x="177" y="0"/>
                        <a:pt x="86" y="58"/>
                        <a:pt x="48" y="153"/>
                      </a:cubicBezTo>
                      <a:cubicBezTo>
                        <a:pt x="0" y="277"/>
                        <a:pt x="61" y="417"/>
                        <a:pt x="185" y="465"/>
                      </a:cubicBezTo>
                      <a:cubicBezTo>
                        <a:pt x="214" y="476"/>
                        <a:pt x="243" y="482"/>
                        <a:pt x="272" y="482"/>
                      </a:cubicBezTo>
                      <a:cubicBezTo>
                        <a:pt x="368" y="482"/>
                        <a:pt x="459" y="424"/>
                        <a:pt x="497" y="329"/>
                      </a:cubicBezTo>
                      <a:cubicBezTo>
                        <a:pt x="546" y="205"/>
                        <a:pt x="485" y="66"/>
                        <a:pt x="359" y="16"/>
                      </a:cubicBezTo>
                      <a:cubicBezTo>
                        <a:pt x="331" y="5"/>
                        <a:pt x="302"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9"/>
                <p:cNvSpPr/>
                <p:nvPr/>
              </p:nvSpPr>
              <p:spPr>
                <a:xfrm>
                  <a:off x="-2031325" y="2321538"/>
                  <a:ext cx="13650" cy="12050"/>
                </a:xfrm>
                <a:custGeom>
                  <a:rect b="b" l="l" r="r" t="t"/>
                  <a:pathLst>
                    <a:path extrusionOk="0" h="482" w="546">
                      <a:moveTo>
                        <a:pt x="272" y="0"/>
                      </a:moveTo>
                      <a:cubicBezTo>
                        <a:pt x="176" y="0"/>
                        <a:pt x="85" y="58"/>
                        <a:pt x="48" y="153"/>
                      </a:cubicBezTo>
                      <a:cubicBezTo>
                        <a:pt x="1" y="277"/>
                        <a:pt x="61" y="416"/>
                        <a:pt x="184" y="466"/>
                      </a:cubicBezTo>
                      <a:cubicBezTo>
                        <a:pt x="213" y="477"/>
                        <a:pt x="242" y="482"/>
                        <a:pt x="271" y="482"/>
                      </a:cubicBezTo>
                      <a:cubicBezTo>
                        <a:pt x="368" y="482"/>
                        <a:pt x="459" y="424"/>
                        <a:pt x="497" y="328"/>
                      </a:cubicBezTo>
                      <a:cubicBezTo>
                        <a:pt x="546" y="205"/>
                        <a:pt x="486" y="65"/>
                        <a:pt x="360" y="17"/>
                      </a:cubicBezTo>
                      <a:cubicBezTo>
                        <a:pt x="331" y="6"/>
                        <a:pt x="301"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9"/>
                <p:cNvSpPr/>
                <p:nvPr/>
              </p:nvSpPr>
              <p:spPr>
                <a:xfrm>
                  <a:off x="-2294575" y="2061113"/>
                  <a:ext cx="438100" cy="412175"/>
                </a:xfrm>
                <a:custGeom>
                  <a:rect b="b" l="l" r="r" t="t"/>
                  <a:pathLst>
                    <a:path extrusionOk="0" h="16487" w="17524">
                      <a:moveTo>
                        <a:pt x="16558" y="0"/>
                      </a:moveTo>
                      <a:lnTo>
                        <a:pt x="11197" y="13682"/>
                      </a:lnTo>
                      <a:lnTo>
                        <a:pt x="0" y="9296"/>
                      </a:lnTo>
                      <a:lnTo>
                        <a:pt x="965" y="12098"/>
                      </a:lnTo>
                      <a:lnTo>
                        <a:pt x="12162" y="16486"/>
                      </a:lnTo>
                      <a:lnTo>
                        <a:pt x="17524" y="2803"/>
                      </a:lnTo>
                      <a:lnTo>
                        <a:pt x="165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9"/>
                <p:cNvSpPr/>
                <p:nvPr/>
              </p:nvSpPr>
              <p:spPr>
                <a:xfrm>
                  <a:off x="-2087625" y="2056038"/>
                  <a:ext cx="184150" cy="187625"/>
                </a:xfrm>
                <a:custGeom>
                  <a:rect b="b" l="l" r="r" t="t"/>
                  <a:pathLst>
                    <a:path extrusionOk="0" h="7505" w="7366">
                      <a:moveTo>
                        <a:pt x="6207" y="0"/>
                      </a:moveTo>
                      <a:lnTo>
                        <a:pt x="5783" y="1083"/>
                      </a:lnTo>
                      <a:lnTo>
                        <a:pt x="5783" y="1189"/>
                      </a:lnTo>
                      <a:lnTo>
                        <a:pt x="5979" y="1266"/>
                      </a:lnTo>
                      <a:lnTo>
                        <a:pt x="1434" y="6904"/>
                      </a:lnTo>
                      <a:lnTo>
                        <a:pt x="713" y="6108"/>
                      </a:lnTo>
                      <a:lnTo>
                        <a:pt x="29" y="6546"/>
                      </a:lnTo>
                      <a:lnTo>
                        <a:pt x="1" y="6634"/>
                      </a:lnTo>
                      <a:lnTo>
                        <a:pt x="1004" y="7439"/>
                      </a:lnTo>
                      <a:lnTo>
                        <a:pt x="1057" y="7373"/>
                      </a:lnTo>
                      <a:lnTo>
                        <a:pt x="1435" y="6906"/>
                      </a:lnTo>
                      <a:lnTo>
                        <a:pt x="1058" y="7374"/>
                      </a:lnTo>
                      <a:lnTo>
                        <a:pt x="1004" y="7441"/>
                      </a:lnTo>
                      <a:cubicBezTo>
                        <a:pt x="1012" y="7449"/>
                        <a:pt x="1023" y="7455"/>
                        <a:pt x="1032" y="7461"/>
                      </a:cubicBezTo>
                      <a:lnTo>
                        <a:pt x="1040" y="7466"/>
                      </a:lnTo>
                      <a:cubicBezTo>
                        <a:pt x="1048" y="7471"/>
                        <a:pt x="1057" y="7475"/>
                        <a:pt x="1066" y="7479"/>
                      </a:cubicBezTo>
                      <a:cubicBezTo>
                        <a:pt x="1067" y="7480"/>
                        <a:pt x="1069" y="7480"/>
                        <a:pt x="1071" y="7481"/>
                      </a:cubicBezTo>
                      <a:cubicBezTo>
                        <a:pt x="1107" y="7497"/>
                        <a:pt x="1145" y="7504"/>
                        <a:pt x="1183" y="7504"/>
                      </a:cubicBezTo>
                      <a:cubicBezTo>
                        <a:pt x="1266" y="7504"/>
                        <a:pt x="1348" y="7468"/>
                        <a:pt x="1404" y="7397"/>
                      </a:cubicBezTo>
                      <a:lnTo>
                        <a:pt x="6259" y="1375"/>
                      </a:lnTo>
                      <a:lnTo>
                        <a:pt x="6941" y="1641"/>
                      </a:lnTo>
                      <a:lnTo>
                        <a:pt x="7365" y="559"/>
                      </a:lnTo>
                      <a:lnTo>
                        <a:pt x="7365" y="453"/>
                      </a:lnTo>
                      <a:lnTo>
                        <a:pt x="62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9"/>
                <p:cNvSpPr/>
                <p:nvPr/>
              </p:nvSpPr>
              <p:spPr>
                <a:xfrm>
                  <a:off x="-2153650" y="2264638"/>
                  <a:ext cx="39300" cy="38750"/>
                </a:xfrm>
                <a:custGeom>
                  <a:rect b="b" l="l" r="r" t="t"/>
                  <a:pathLst>
                    <a:path extrusionOk="0" h="1550" w="1572">
                      <a:moveTo>
                        <a:pt x="1505" y="876"/>
                      </a:moveTo>
                      <a:lnTo>
                        <a:pt x="1505" y="876"/>
                      </a:lnTo>
                      <a:cubicBezTo>
                        <a:pt x="1504" y="880"/>
                        <a:pt x="1504" y="884"/>
                        <a:pt x="1502" y="887"/>
                      </a:cubicBezTo>
                      <a:cubicBezTo>
                        <a:pt x="1502" y="882"/>
                        <a:pt x="1504" y="880"/>
                        <a:pt x="1505" y="876"/>
                      </a:cubicBezTo>
                      <a:close/>
                      <a:moveTo>
                        <a:pt x="380" y="1370"/>
                      </a:moveTo>
                      <a:lnTo>
                        <a:pt x="380" y="1370"/>
                      </a:lnTo>
                      <a:cubicBezTo>
                        <a:pt x="384" y="1371"/>
                        <a:pt x="387" y="1374"/>
                        <a:pt x="391" y="1376"/>
                      </a:cubicBezTo>
                      <a:cubicBezTo>
                        <a:pt x="387" y="1374"/>
                        <a:pt x="383" y="1372"/>
                        <a:pt x="380" y="1370"/>
                      </a:cubicBezTo>
                      <a:close/>
                      <a:moveTo>
                        <a:pt x="777" y="0"/>
                      </a:moveTo>
                      <a:cubicBezTo>
                        <a:pt x="481" y="0"/>
                        <a:pt x="201" y="179"/>
                        <a:pt x="86" y="471"/>
                      </a:cubicBezTo>
                      <a:cubicBezTo>
                        <a:pt x="0" y="688"/>
                        <a:pt x="25" y="918"/>
                        <a:pt x="131" y="1107"/>
                      </a:cubicBezTo>
                      <a:cubicBezTo>
                        <a:pt x="206" y="1278"/>
                        <a:pt x="346" y="1423"/>
                        <a:pt x="535" y="1498"/>
                      </a:cubicBezTo>
                      <a:cubicBezTo>
                        <a:pt x="623" y="1533"/>
                        <a:pt x="715" y="1550"/>
                        <a:pt x="804" y="1550"/>
                      </a:cubicBezTo>
                      <a:cubicBezTo>
                        <a:pt x="1101" y="1550"/>
                        <a:pt x="1381" y="1370"/>
                        <a:pt x="1495" y="1078"/>
                      </a:cubicBezTo>
                      <a:cubicBezTo>
                        <a:pt x="1572" y="884"/>
                        <a:pt x="1556" y="678"/>
                        <a:pt x="1476" y="500"/>
                      </a:cubicBezTo>
                      <a:cubicBezTo>
                        <a:pt x="1408" y="302"/>
                        <a:pt x="1257" y="134"/>
                        <a:pt x="1046" y="51"/>
                      </a:cubicBezTo>
                      <a:cubicBezTo>
                        <a:pt x="958" y="17"/>
                        <a:pt x="86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9"/>
                <p:cNvSpPr/>
                <p:nvPr/>
              </p:nvSpPr>
              <p:spPr>
                <a:xfrm>
                  <a:off x="-2259050" y="2223338"/>
                  <a:ext cx="39325" cy="38775"/>
                </a:xfrm>
                <a:custGeom>
                  <a:rect b="b" l="l" r="r" t="t"/>
                  <a:pathLst>
                    <a:path extrusionOk="0" h="1551" w="1573">
                      <a:moveTo>
                        <a:pt x="1505" y="877"/>
                      </a:moveTo>
                      <a:cubicBezTo>
                        <a:pt x="1505" y="881"/>
                        <a:pt x="1503" y="885"/>
                        <a:pt x="1502" y="887"/>
                      </a:cubicBezTo>
                      <a:cubicBezTo>
                        <a:pt x="1504" y="883"/>
                        <a:pt x="1505" y="879"/>
                        <a:pt x="1505" y="877"/>
                      </a:cubicBezTo>
                      <a:close/>
                      <a:moveTo>
                        <a:pt x="439" y="1404"/>
                      </a:moveTo>
                      <a:cubicBezTo>
                        <a:pt x="460" y="1413"/>
                        <a:pt x="482" y="1424"/>
                        <a:pt x="504" y="1433"/>
                      </a:cubicBezTo>
                      <a:cubicBezTo>
                        <a:pt x="482" y="1424"/>
                        <a:pt x="460" y="1414"/>
                        <a:pt x="439" y="1404"/>
                      </a:cubicBezTo>
                      <a:close/>
                      <a:moveTo>
                        <a:pt x="777" y="1"/>
                      </a:moveTo>
                      <a:cubicBezTo>
                        <a:pt x="481" y="1"/>
                        <a:pt x="201" y="180"/>
                        <a:pt x="86" y="472"/>
                      </a:cubicBezTo>
                      <a:cubicBezTo>
                        <a:pt x="0" y="689"/>
                        <a:pt x="25" y="919"/>
                        <a:pt x="131" y="1108"/>
                      </a:cubicBezTo>
                      <a:cubicBezTo>
                        <a:pt x="207" y="1279"/>
                        <a:pt x="346" y="1424"/>
                        <a:pt x="535" y="1499"/>
                      </a:cubicBezTo>
                      <a:cubicBezTo>
                        <a:pt x="624" y="1534"/>
                        <a:pt x="715" y="1550"/>
                        <a:pt x="805" y="1550"/>
                      </a:cubicBezTo>
                      <a:cubicBezTo>
                        <a:pt x="1101" y="1550"/>
                        <a:pt x="1381" y="1371"/>
                        <a:pt x="1496" y="1079"/>
                      </a:cubicBezTo>
                      <a:cubicBezTo>
                        <a:pt x="1572" y="883"/>
                        <a:pt x="1558" y="679"/>
                        <a:pt x="1476" y="501"/>
                      </a:cubicBezTo>
                      <a:cubicBezTo>
                        <a:pt x="1408" y="303"/>
                        <a:pt x="1257" y="135"/>
                        <a:pt x="1047" y="52"/>
                      </a:cubicBezTo>
                      <a:cubicBezTo>
                        <a:pt x="958" y="17"/>
                        <a:pt x="867"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9"/>
                <p:cNvSpPr/>
                <p:nvPr/>
              </p:nvSpPr>
              <p:spPr>
                <a:xfrm>
                  <a:off x="-2252275" y="2229838"/>
                  <a:ext cx="24300" cy="23125"/>
                </a:xfrm>
                <a:custGeom>
                  <a:rect b="b" l="l" r="r" t="t"/>
                  <a:pathLst>
                    <a:path extrusionOk="0" h="925" w="972">
                      <a:moveTo>
                        <a:pt x="468" y="1"/>
                      </a:moveTo>
                      <a:cubicBezTo>
                        <a:pt x="236" y="1"/>
                        <a:pt x="40" y="178"/>
                        <a:pt x="18" y="414"/>
                      </a:cubicBezTo>
                      <a:cubicBezTo>
                        <a:pt x="1" y="611"/>
                        <a:pt x="111" y="788"/>
                        <a:pt x="279" y="866"/>
                      </a:cubicBezTo>
                      <a:lnTo>
                        <a:pt x="279" y="869"/>
                      </a:lnTo>
                      <a:cubicBezTo>
                        <a:pt x="333" y="896"/>
                        <a:pt x="393" y="916"/>
                        <a:pt x="456" y="922"/>
                      </a:cubicBezTo>
                      <a:cubicBezTo>
                        <a:pt x="473" y="924"/>
                        <a:pt x="490" y="925"/>
                        <a:pt x="506" y="925"/>
                      </a:cubicBezTo>
                      <a:cubicBezTo>
                        <a:pt x="743" y="925"/>
                        <a:pt x="941" y="751"/>
                        <a:pt x="957" y="516"/>
                      </a:cubicBezTo>
                      <a:cubicBezTo>
                        <a:pt x="972" y="329"/>
                        <a:pt x="870" y="158"/>
                        <a:pt x="714" y="71"/>
                      </a:cubicBezTo>
                      <a:cubicBezTo>
                        <a:pt x="655" y="34"/>
                        <a:pt x="586" y="9"/>
                        <a:pt x="512" y="3"/>
                      </a:cubicBezTo>
                      <a:cubicBezTo>
                        <a:pt x="497" y="1"/>
                        <a:pt x="483"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9"/>
                <p:cNvSpPr/>
                <p:nvPr/>
              </p:nvSpPr>
              <p:spPr>
                <a:xfrm>
                  <a:off x="-1975575" y="2193263"/>
                  <a:ext cx="23375" cy="52875"/>
                </a:xfrm>
                <a:custGeom>
                  <a:rect b="b" l="l" r="r" t="t"/>
                  <a:pathLst>
                    <a:path extrusionOk="0" h="2115" w="935">
                      <a:moveTo>
                        <a:pt x="683" y="0"/>
                      </a:moveTo>
                      <a:lnTo>
                        <a:pt x="1" y="1743"/>
                      </a:lnTo>
                      <a:lnTo>
                        <a:pt x="1" y="2022"/>
                      </a:lnTo>
                      <a:lnTo>
                        <a:pt x="251" y="2115"/>
                      </a:lnTo>
                      <a:lnTo>
                        <a:pt x="935" y="372"/>
                      </a:lnTo>
                      <a:lnTo>
                        <a:pt x="935" y="93"/>
                      </a:lnTo>
                      <a:lnTo>
                        <a:pt x="6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9"/>
                <p:cNvSpPr/>
                <p:nvPr/>
              </p:nvSpPr>
              <p:spPr>
                <a:xfrm>
                  <a:off x="-2167200" y="1989363"/>
                  <a:ext cx="134500" cy="203875"/>
                </a:xfrm>
                <a:custGeom>
                  <a:rect b="b" l="l" r="r" t="t"/>
                  <a:pathLst>
                    <a:path extrusionOk="0" h="8155" w="5380">
                      <a:moveTo>
                        <a:pt x="2881" y="0"/>
                      </a:moveTo>
                      <a:cubicBezTo>
                        <a:pt x="1808" y="0"/>
                        <a:pt x="775" y="428"/>
                        <a:pt x="15" y="1179"/>
                      </a:cubicBezTo>
                      <a:cubicBezTo>
                        <a:pt x="0" y="1485"/>
                        <a:pt x="155" y="1740"/>
                        <a:pt x="660" y="1803"/>
                      </a:cubicBezTo>
                      <a:cubicBezTo>
                        <a:pt x="2133" y="1988"/>
                        <a:pt x="3800" y="2316"/>
                        <a:pt x="2089" y="4028"/>
                      </a:cubicBezTo>
                      <a:cubicBezTo>
                        <a:pt x="595" y="5525"/>
                        <a:pt x="2520" y="5619"/>
                        <a:pt x="3030" y="5619"/>
                      </a:cubicBezTo>
                      <a:cubicBezTo>
                        <a:pt x="3104" y="5619"/>
                        <a:pt x="3148" y="5618"/>
                        <a:pt x="3148" y="5618"/>
                      </a:cubicBezTo>
                      <a:lnTo>
                        <a:pt x="3148" y="5618"/>
                      </a:lnTo>
                      <a:cubicBezTo>
                        <a:pt x="3148" y="5618"/>
                        <a:pt x="4018" y="6541"/>
                        <a:pt x="2706" y="6726"/>
                      </a:cubicBezTo>
                      <a:cubicBezTo>
                        <a:pt x="1948" y="6831"/>
                        <a:pt x="1688" y="7465"/>
                        <a:pt x="1857" y="8022"/>
                      </a:cubicBezTo>
                      <a:cubicBezTo>
                        <a:pt x="2198" y="8112"/>
                        <a:pt x="2542" y="8155"/>
                        <a:pt x="2883" y="8155"/>
                      </a:cubicBezTo>
                      <a:cubicBezTo>
                        <a:pt x="3587" y="8155"/>
                        <a:pt x="4275" y="7970"/>
                        <a:pt x="4881" y="7630"/>
                      </a:cubicBezTo>
                      <a:cubicBezTo>
                        <a:pt x="4438" y="7437"/>
                        <a:pt x="4058" y="7138"/>
                        <a:pt x="4365" y="6727"/>
                      </a:cubicBezTo>
                      <a:cubicBezTo>
                        <a:pt x="4934" y="5963"/>
                        <a:pt x="5380" y="4346"/>
                        <a:pt x="4348" y="4346"/>
                      </a:cubicBezTo>
                      <a:cubicBezTo>
                        <a:pt x="4298" y="4346"/>
                        <a:pt x="4244" y="4350"/>
                        <a:pt x="4187" y="4357"/>
                      </a:cubicBezTo>
                      <a:cubicBezTo>
                        <a:pt x="4143" y="4363"/>
                        <a:pt x="4102" y="4366"/>
                        <a:pt x="4064" y="4366"/>
                      </a:cubicBezTo>
                      <a:cubicBezTo>
                        <a:pt x="3007" y="4366"/>
                        <a:pt x="3753" y="2192"/>
                        <a:pt x="2957" y="1834"/>
                      </a:cubicBezTo>
                      <a:cubicBezTo>
                        <a:pt x="2333" y="1556"/>
                        <a:pt x="2444" y="467"/>
                        <a:pt x="3109" y="7"/>
                      </a:cubicBezTo>
                      <a:cubicBezTo>
                        <a:pt x="3033" y="2"/>
                        <a:pt x="2957" y="0"/>
                        <a:pt x="2881"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9"/>
                <p:cNvSpPr/>
                <p:nvPr/>
              </p:nvSpPr>
              <p:spPr>
                <a:xfrm>
                  <a:off x="-2197600" y="1989338"/>
                  <a:ext cx="205850" cy="207900"/>
                </a:xfrm>
                <a:custGeom>
                  <a:rect b="b" l="l" r="r" t="t"/>
                  <a:pathLst>
                    <a:path extrusionOk="0" h="8316" w="8234">
                      <a:moveTo>
                        <a:pt x="8150" y="4500"/>
                      </a:moveTo>
                      <a:cubicBezTo>
                        <a:pt x="8150" y="4505"/>
                        <a:pt x="8150" y="4512"/>
                        <a:pt x="8149" y="4517"/>
                      </a:cubicBezTo>
                      <a:cubicBezTo>
                        <a:pt x="8149" y="4511"/>
                        <a:pt x="8150" y="4505"/>
                        <a:pt x="8150" y="4500"/>
                      </a:cubicBezTo>
                      <a:close/>
                      <a:moveTo>
                        <a:pt x="8136" y="4636"/>
                      </a:moveTo>
                      <a:cubicBezTo>
                        <a:pt x="8136" y="4637"/>
                        <a:pt x="8135" y="4638"/>
                        <a:pt x="8135" y="4639"/>
                      </a:cubicBezTo>
                      <a:lnTo>
                        <a:pt x="8135" y="4639"/>
                      </a:lnTo>
                      <a:cubicBezTo>
                        <a:pt x="8135" y="4638"/>
                        <a:pt x="8136" y="4637"/>
                        <a:pt x="8136" y="4636"/>
                      </a:cubicBezTo>
                      <a:close/>
                      <a:moveTo>
                        <a:pt x="1080" y="6817"/>
                      </a:moveTo>
                      <a:lnTo>
                        <a:pt x="1080" y="6817"/>
                      </a:lnTo>
                      <a:cubicBezTo>
                        <a:pt x="1081" y="6819"/>
                        <a:pt x="1082" y="6820"/>
                        <a:pt x="1084" y="6822"/>
                      </a:cubicBezTo>
                      <a:cubicBezTo>
                        <a:pt x="1082" y="6821"/>
                        <a:pt x="1081" y="6820"/>
                        <a:pt x="1080" y="6817"/>
                      </a:cubicBezTo>
                      <a:close/>
                      <a:moveTo>
                        <a:pt x="1469" y="7194"/>
                      </a:moveTo>
                      <a:cubicBezTo>
                        <a:pt x="1490" y="7212"/>
                        <a:pt x="1510" y="7229"/>
                        <a:pt x="1531" y="7246"/>
                      </a:cubicBezTo>
                      <a:cubicBezTo>
                        <a:pt x="1509" y="7229"/>
                        <a:pt x="1489" y="7212"/>
                        <a:pt x="1469" y="7194"/>
                      </a:cubicBezTo>
                      <a:close/>
                      <a:moveTo>
                        <a:pt x="1595" y="7297"/>
                      </a:moveTo>
                      <a:lnTo>
                        <a:pt x="1595" y="7297"/>
                      </a:lnTo>
                      <a:cubicBezTo>
                        <a:pt x="1623" y="7318"/>
                        <a:pt x="1651" y="7340"/>
                        <a:pt x="1680" y="7362"/>
                      </a:cubicBezTo>
                      <a:cubicBezTo>
                        <a:pt x="1650" y="7341"/>
                        <a:pt x="1622" y="7319"/>
                        <a:pt x="1595" y="7297"/>
                      </a:cubicBezTo>
                      <a:close/>
                      <a:moveTo>
                        <a:pt x="5632" y="7855"/>
                      </a:moveTo>
                      <a:cubicBezTo>
                        <a:pt x="5566" y="7883"/>
                        <a:pt x="5501" y="7908"/>
                        <a:pt x="5435" y="7930"/>
                      </a:cubicBezTo>
                      <a:cubicBezTo>
                        <a:pt x="5501" y="7906"/>
                        <a:pt x="5566" y="7883"/>
                        <a:pt x="5632" y="7855"/>
                      </a:cubicBezTo>
                      <a:close/>
                      <a:moveTo>
                        <a:pt x="5233" y="7993"/>
                      </a:moveTo>
                      <a:cubicBezTo>
                        <a:pt x="5132" y="8024"/>
                        <a:pt x="5029" y="8049"/>
                        <a:pt x="4925" y="8071"/>
                      </a:cubicBezTo>
                      <a:cubicBezTo>
                        <a:pt x="5028" y="8049"/>
                        <a:pt x="5132" y="8023"/>
                        <a:pt x="5233" y="7993"/>
                      </a:cubicBezTo>
                      <a:close/>
                      <a:moveTo>
                        <a:pt x="4822" y="8091"/>
                      </a:moveTo>
                      <a:cubicBezTo>
                        <a:pt x="4753" y="8105"/>
                        <a:pt x="4683" y="8115"/>
                        <a:pt x="4612" y="8123"/>
                      </a:cubicBezTo>
                      <a:cubicBezTo>
                        <a:pt x="4682" y="8115"/>
                        <a:pt x="4752" y="8105"/>
                        <a:pt x="4822" y="8091"/>
                      </a:cubicBezTo>
                      <a:close/>
                      <a:moveTo>
                        <a:pt x="4097" y="1"/>
                      </a:moveTo>
                      <a:cubicBezTo>
                        <a:pt x="2386" y="1"/>
                        <a:pt x="774" y="1086"/>
                        <a:pt x="212" y="2841"/>
                      </a:cubicBezTo>
                      <a:cubicBezTo>
                        <a:pt x="71" y="3280"/>
                        <a:pt x="11" y="3729"/>
                        <a:pt x="22" y="4170"/>
                      </a:cubicBezTo>
                      <a:cubicBezTo>
                        <a:pt x="1" y="5736"/>
                        <a:pt x="890" y="7240"/>
                        <a:pt x="2366" y="7929"/>
                      </a:cubicBezTo>
                      <a:cubicBezTo>
                        <a:pt x="2930" y="8192"/>
                        <a:pt x="3518" y="8316"/>
                        <a:pt x="4096" y="8316"/>
                      </a:cubicBezTo>
                      <a:cubicBezTo>
                        <a:pt x="5807" y="8316"/>
                        <a:pt x="7419" y="7231"/>
                        <a:pt x="7981" y="5475"/>
                      </a:cubicBezTo>
                      <a:cubicBezTo>
                        <a:pt x="8110" y="5073"/>
                        <a:pt x="8169" y="4663"/>
                        <a:pt x="8169" y="4256"/>
                      </a:cubicBezTo>
                      <a:cubicBezTo>
                        <a:pt x="8234" y="2650"/>
                        <a:pt x="7336" y="1091"/>
                        <a:pt x="5827" y="387"/>
                      </a:cubicBezTo>
                      <a:cubicBezTo>
                        <a:pt x="5264" y="124"/>
                        <a:pt x="4675" y="1"/>
                        <a:pt x="4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9"/>
                <p:cNvSpPr/>
                <p:nvPr/>
              </p:nvSpPr>
              <p:spPr>
                <a:xfrm>
                  <a:off x="-2149900" y="2043388"/>
                  <a:ext cx="109250" cy="95825"/>
                </a:xfrm>
                <a:custGeom>
                  <a:rect b="b" l="l" r="r" t="t"/>
                  <a:pathLst>
                    <a:path extrusionOk="0" h="3833" w="4370">
                      <a:moveTo>
                        <a:pt x="2190" y="0"/>
                      </a:moveTo>
                      <a:cubicBezTo>
                        <a:pt x="1932" y="0"/>
                        <a:pt x="1670" y="52"/>
                        <a:pt x="1419" y="162"/>
                      </a:cubicBezTo>
                      <a:cubicBezTo>
                        <a:pt x="446" y="588"/>
                        <a:pt x="1" y="1718"/>
                        <a:pt x="424" y="2686"/>
                      </a:cubicBezTo>
                      <a:cubicBezTo>
                        <a:pt x="738" y="3404"/>
                        <a:pt x="1441" y="3832"/>
                        <a:pt x="2180" y="3832"/>
                      </a:cubicBezTo>
                      <a:cubicBezTo>
                        <a:pt x="2438" y="3832"/>
                        <a:pt x="2700" y="3780"/>
                        <a:pt x="2951" y="3670"/>
                      </a:cubicBezTo>
                      <a:cubicBezTo>
                        <a:pt x="3924" y="3245"/>
                        <a:pt x="4369" y="2116"/>
                        <a:pt x="3946" y="1147"/>
                      </a:cubicBezTo>
                      <a:cubicBezTo>
                        <a:pt x="3632" y="428"/>
                        <a:pt x="2929" y="0"/>
                        <a:pt x="2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9"/>
                <p:cNvSpPr/>
                <p:nvPr/>
              </p:nvSpPr>
              <p:spPr>
                <a:xfrm>
                  <a:off x="-2107125" y="2079913"/>
                  <a:ext cx="23875" cy="22775"/>
                </a:xfrm>
                <a:custGeom>
                  <a:rect b="b" l="l" r="r" t="t"/>
                  <a:pathLst>
                    <a:path extrusionOk="0" h="911" w="955">
                      <a:moveTo>
                        <a:pt x="478" y="1"/>
                      </a:moveTo>
                      <a:cubicBezTo>
                        <a:pt x="264" y="1"/>
                        <a:pt x="63" y="153"/>
                        <a:pt x="27" y="391"/>
                      </a:cubicBezTo>
                      <a:cubicBezTo>
                        <a:pt x="1" y="560"/>
                        <a:pt x="77" y="735"/>
                        <a:pt x="219" y="830"/>
                      </a:cubicBezTo>
                      <a:cubicBezTo>
                        <a:pt x="300" y="885"/>
                        <a:pt x="390" y="911"/>
                        <a:pt x="477" y="911"/>
                      </a:cubicBezTo>
                      <a:cubicBezTo>
                        <a:pt x="691" y="911"/>
                        <a:pt x="892" y="759"/>
                        <a:pt x="929" y="521"/>
                      </a:cubicBezTo>
                      <a:cubicBezTo>
                        <a:pt x="954" y="351"/>
                        <a:pt x="878" y="177"/>
                        <a:pt x="737" y="81"/>
                      </a:cubicBezTo>
                      <a:cubicBezTo>
                        <a:pt x="655" y="26"/>
                        <a:pt x="565" y="1"/>
                        <a:pt x="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9"/>
                <p:cNvSpPr/>
                <p:nvPr/>
              </p:nvSpPr>
              <p:spPr>
                <a:xfrm>
                  <a:off x="-2146875" y="2271113"/>
                  <a:ext cx="24300" cy="23125"/>
                </a:xfrm>
                <a:custGeom>
                  <a:rect b="b" l="l" r="r" t="t"/>
                  <a:pathLst>
                    <a:path extrusionOk="0" h="925" w="972">
                      <a:moveTo>
                        <a:pt x="468" y="1"/>
                      </a:moveTo>
                      <a:cubicBezTo>
                        <a:pt x="236" y="1"/>
                        <a:pt x="39" y="178"/>
                        <a:pt x="18" y="415"/>
                      </a:cubicBezTo>
                      <a:cubicBezTo>
                        <a:pt x="0" y="611"/>
                        <a:pt x="111" y="788"/>
                        <a:pt x="279" y="867"/>
                      </a:cubicBezTo>
                      <a:lnTo>
                        <a:pt x="279" y="869"/>
                      </a:lnTo>
                      <a:cubicBezTo>
                        <a:pt x="333" y="897"/>
                        <a:pt x="393" y="916"/>
                        <a:pt x="456" y="922"/>
                      </a:cubicBezTo>
                      <a:cubicBezTo>
                        <a:pt x="473" y="924"/>
                        <a:pt x="489" y="925"/>
                        <a:pt x="506" y="925"/>
                      </a:cubicBezTo>
                      <a:cubicBezTo>
                        <a:pt x="742" y="925"/>
                        <a:pt x="941" y="751"/>
                        <a:pt x="957" y="516"/>
                      </a:cubicBezTo>
                      <a:cubicBezTo>
                        <a:pt x="972" y="331"/>
                        <a:pt x="869" y="161"/>
                        <a:pt x="714" y="71"/>
                      </a:cubicBezTo>
                      <a:cubicBezTo>
                        <a:pt x="654" y="34"/>
                        <a:pt x="586" y="9"/>
                        <a:pt x="511" y="3"/>
                      </a:cubicBezTo>
                      <a:cubicBezTo>
                        <a:pt x="497" y="1"/>
                        <a:pt x="482"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9"/>
                <p:cNvSpPr/>
                <p:nvPr/>
              </p:nvSpPr>
              <p:spPr>
                <a:xfrm>
                  <a:off x="-2093700" y="2291263"/>
                  <a:ext cx="24300" cy="23150"/>
                </a:xfrm>
                <a:custGeom>
                  <a:rect b="b" l="l" r="r" t="t"/>
                  <a:pathLst>
                    <a:path extrusionOk="0" h="926" w="972">
                      <a:moveTo>
                        <a:pt x="469" y="1"/>
                      </a:moveTo>
                      <a:cubicBezTo>
                        <a:pt x="236" y="1"/>
                        <a:pt x="39" y="178"/>
                        <a:pt x="18" y="415"/>
                      </a:cubicBezTo>
                      <a:cubicBezTo>
                        <a:pt x="0" y="611"/>
                        <a:pt x="111" y="788"/>
                        <a:pt x="279" y="868"/>
                      </a:cubicBezTo>
                      <a:lnTo>
                        <a:pt x="279" y="869"/>
                      </a:lnTo>
                      <a:cubicBezTo>
                        <a:pt x="333" y="897"/>
                        <a:pt x="393" y="916"/>
                        <a:pt x="456" y="922"/>
                      </a:cubicBezTo>
                      <a:cubicBezTo>
                        <a:pt x="473" y="924"/>
                        <a:pt x="490" y="925"/>
                        <a:pt x="507" y="925"/>
                      </a:cubicBezTo>
                      <a:cubicBezTo>
                        <a:pt x="743" y="925"/>
                        <a:pt x="941" y="751"/>
                        <a:pt x="957" y="517"/>
                      </a:cubicBezTo>
                      <a:cubicBezTo>
                        <a:pt x="972" y="331"/>
                        <a:pt x="870" y="161"/>
                        <a:pt x="714" y="71"/>
                      </a:cubicBezTo>
                      <a:cubicBezTo>
                        <a:pt x="655" y="34"/>
                        <a:pt x="587" y="9"/>
                        <a:pt x="511" y="3"/>
                      </a:cubicBezTo>
                      <a:cubicBezTo>
                        <a:pt x="497" y="2"/>
                        <a:pt x="483"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9"/>
                <p:cNvSpPr/>
                <p:nvPr/>
              </p:nvSpPr>
              <p:spPr>
                <a:xfrm>
                  <a:off x="-2222725" y="2179463"/>
                  <a:ext cx="114350" cy="64025"/>
                </a:xfrm>
                <a:custGeom>
                  <a:rect b="b" l="l" r="r" t="t"/>
                  <a:pathLst>
                    <a:path extrusionOk="0" h="2561" w="4574">
                      <a:moveTo>
                        <a:pt x="355" y="0"/>
                      </a:moveTo>
                      <a:lnTo>
                        <a:pt x="0" y="908"/>
                      </a:lnTo>
                      <a:lnTo>
                        <a:pt x="3360" y="2224"/>
                      </a:lnTo>
                      <a:lnTo>
                        <a:pt x="4010" y="2479"/>
                      </a:lnTo>
                      <a:lnTo>
                        <a:pt x="4217" y="2560"/>
                      </a:lnTo>
                      <a:lnTo>
                        <a:pt x="4573" y="1652"/>
                      </a:lnTo>
                      <a:lnTo>
                        <a:pt x="3807" y="1352"/>
                      </a:lnTo>
                      <a:lnTo>
                        <a:pt x="3596" y="1269"/>
                      </a:lnTo>
                      <a:lnTo>
                        <a:pt x="1863" y="591"/>
                      </a:lnTo>
                      <a:lnTo>
                        <a:pt x="1545" y="466"/>
                      </a:lnTo>
                      <a:lnTo>
                        <a:pt x="3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46" name="Google Shape;6446;p79"/>
            <p:cNvGrpSpPr/>
            <p:nvPr/>
          </p:nvGrpSpPr>
          <p:grpSpPr>
            <a:xfrm>
              <a:off x="7080470" y="160872"/>
              <a:ext cx="500560" cy="472885"/>
              <a:chOff x="-1174275" y="581450"/>
              <a:chExt cx="370100" cy="349638"/>
            </a:xfrm>
          </p:grpSpPr>
          <p:sp>
            <p:nvSpPr>
              <p:cNvPr id="6447" name="Google Shape;6447;p79"/>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9"/>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9" name="Google Shape;6449;p79"/>
            <p:cNvGrpSpPr/>
            <p:nvPr/>
          </p:nvGrpSpPr>
          <p:grpSpPr>
            <a:xfrm>
              <a:off x="8482325" y="3813800"/>
              <a:ext cx="402025" cy="804000"/>
              <a:chOff x="2882200" y="374525"/>
              <a:chExt cx="402025" cy="804000"/>
            </a:xfrm>
          </p:grpSpPr>
          <p:sp>
            <p:nvSpPr>
              <p:cNvPr id="6450" name="Google Shape;6450;p79"/>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9"/>
              <p:cNvSpPr/>
              <p:nvPr/>
            </p:nvSpPr>
            <p:spPr>
              <a:xfrm>
                <a:off x="2882200" y="374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9"/>
              <p:cNvSpPr/>
              <p:nvPr/>
            </p:nvSpPr>
            <p:spPr>
              <a:xfrm>
                <a:off x="3083200" y="374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9"/>
              <p:cNvSpPr/>
              <p:nvPr/>
            </p:nvSpPr>
            <p:spPr>
              <a:xfrm flipH="1">
                <a:off x="3083200" y="575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9"/>
              <p:cNvSpPr/>
              <p:nvPr/>
            </p:nvSpPr>
            <p:spPr>
              <a:xfrm flipH="1">
                <a:off x="2882200" y="575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9"/>
              <p:cNvSpPr/>
              <p:nvPr/>
            </p:nvSpPr>
            <p:spPr>
              <a:xfrm>
                <a:off x="2882200" y="776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9"/>
              <p:cNvSpPr/>
              <p:nvPr/>
            </p:nvSpPr>
            <p:spPr>
              <a:xfrm>
                <a:off x="3083200" y="776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9"/>
              <p:cNvSpPr/>
              <p:nvPr/>
            </p:nvSpPr>
            <p:spPr>
              <a:xfrm flipH="1">
                <a:off x="3083200" y="977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9"/>
              <p:cNvSpPr/>
              <p:nvPr/>
            </p:nvSpPr>
            <p:spPr>
              <a:xfrm flipH="1">
                <a:off x="2882200" y="977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79"/>
            <p:cNvGrpSpPr/>
            <p:nvPr/>
          </p:nvGrpSpPr>
          <p:grpSpPr>
            <a:xfrm>
              <a:off x="1420895" y="4421322"/>
              <a:ext cx="500560" cy="472885"/>
              <a:chOff x="-1174275" y="581450"/>
              <a:chExt cx="370100" cy="349638"/>
            </a:xfrm>
          </p:grpSpPr>
          <p:sp>
            <p:nvSpPr>
              <p:cNvPr id="6460" name="Google Shape;6460;p79"/>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9"/>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2" name="Google Shape;6462;p79"/>
            <p:cNvGrpSpPr/>
            <p:nvPr/>
          </p:nvGrpSpPr>
          <p:grpSpPr>
            <a:xfrm>
              <a:off x="8686928" y="3679070"/>
              <a:ext cx="311019" cy="311110"/>
              <a:chOff x="5038846" y="235350"/>
              <a:chExt cx="158691" cy="158738"/>
            </a:xfrm>
          </p:grpSpPr>
          <p:sp>
            <p:nvSpPr>
              <p:cNvPr id="6463" name="Google Shape;6463;p79"/>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9"/>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5" name="Google Shape;6465;p79"/>
            <p:cNvGrpSpPr/>
            <p:nvPr/>
          </p:nvGrpSpPr>
          <p:grpSpPr>
            <a:xfrm>
              <a:off x="311203" y="3076995"/>
              <a:ext cx="311019" cy="311110"/>
              <a:chOff x="5038846" y="235350"/>
              <a:chExt cx="158691" cy="158738"/>
            </a:xfrm>
          </p:grpSpPr>
          <p:sp>
            <p:nvSpPr>
              <p:cNvPr id="6466" name="Google Shape;6466;p79"/>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9"/>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6468" name="Shape 6468"/>
        <p:cNvGrpSpPr/>
        <p:nvPr/>
      </p:nvGrpSpPr>
      <p:grpSpPr>
        <a:xfrm>
          <a:off x="0" y="0"/>
          <a:ext cx="0" cy="0"/>
          <a:chOff x="0" y="0"/>
          <a:chExt cx="0" cy="0"/>
        </a:xfrm>
      </p:grpSpPr>
    </p:spTree>
  </p:cSld>
  <p:clrMapOvr>
    <a:masterClrMapping/>
  </p:clrMapOvr>
</p:sldLayout>
</file>

<file path=ppt/slideLayouts/slideLayout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6469" name="Shape 6469"/>
        <p:cNvGrpSpPr/>
        <p:nvPr/>
      </p:nvGrpSpPr>
      <p:grpSpPr>
        <a:xfrm>
          <a:off x="0" y="0"/>
          <a:ext cx="0" cy="0"/>
          <a:chOff x="0" y="0"/>
          <a:chExt cx="0" cy="0"/>
        </a:xfrm>
      </p:grpSpPr>
      <p:sp>
        <p:nvSpPr>
          <p:cNvPr id="6470" name="Google Shape;6470;p8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6471" name="Google Shape;6471;p81"/>
          <p:cNvSpPr txBox="1"/>
          <p:nvPr>
            <p:ph idx="1" type="subTitle"/>
          </p:nvPr>
        </p:nvSpPr>
        <p:spPr>
          <a:xfrm>
            <a:off x="3005088" y="1918974"/>
            <a:ext cx="4305300" cy="457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472" name="Google Shape;6472;p81"/>
          <p:cNvSpPr txBox="1"/>
          <p:nvPr>
            <p:ph idx="2" type="subTitle"/>
          </p:nvPr>
        </p:nvSpPr>
        <p:spPr>
          <a:xfrm>
            <a:off x="3005123" y="2866781"/>
            <a:ext cx="4305300" cy="457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473" name="Google Shape;6473;p81"/>
          <p:cNvSpPr txBox="1"/>
          <p:nvPr>
            <p:ph idx="3" type="subTitle"/>
          </p:nvPr>
        </p:nvSpPr>
        <p:spPr>
          <a:xfrm>
            <a:off x="3005125" y="3874125"/>
            <a:ext cx="4305300" cy="457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474" name="Google Shape;6474;p81"/>
          <p:cNvSpPr txBox="1"/>
          <p:nvPr>
            <p:ph hasCustomPrompt="1" idx="4" type="title"/>
          </p:nvPr>
        </p:nvSpPr>
        <p:spPr>
          <a:xfrm>
            <a:off x="1989700" y="1730875"/>
            <a:ext cx="731400" cy="4482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a:solidFill>
                  <a:schemeClr val="lt2"/>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475" name="Google Shape;6475;p81"/>
          <p:cNvSpPr txBox="1"/>
          <p:nvPr>
            <p:ph hasCustomPrompt="1" idx="5" type="title"/>
          </p:nvPr>
        </p:nvSpPr>
        <p:spPr>
          <a:xfrm>
            <a:off x="1988060" y="2719183"/>
            <a:ext cx="734700" cy="4476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3000">
                <a:solidFill>
                  <a:schemeClr val="accent4"/>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476" name="Google Shape;6476;p81"/>
          <p:cNvSpPr txBox="1"/>
          <p:nvPr>
            <p:ph hasCustomPrompt="1" idx="6" type="title"/>
          </p:nvPr>
        </p:nvSpPr>
        <p:spPr>
          <a:xfrm>
            <a:off x="1988060" y="3726533"/>
            <a:ext cx="734700" cy="4476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3000">
                <a:solidFill>
                  <a:schemeClr val="accent1"/>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477" name="Google Shape;6477;p81"/>
          <p:cNvSpPr txBox="1"/>
          <p:nvPr>
            <p:ph idx="7" type="subTitle"/>
          </p:nvPr>
        </p:nvSpPr>
        <p:spPr>
          <a:xfrm>
            <a:off x="3005088" y="1614175"/>
            <a:ext cx="4305300" cy="457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478" name="Google Shape;6478;p81"/>
          <p:cNvSpPr txBox="1"/>
          <p:nvPr>
            <p:ph idx="8" type="subTitle"/>
          </p:nvPr>
        </p:nvSpPr>
        <p:spPr>
          <a:xfrm>
            <a:off x="3005134" y="2561981"/>
            <a:ext cx="4305300" cy="457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479" name="Google Shape;6479;p81"/>
          <p:cNvSpPr txBox="1"/>
          <p:nvPr>
            <p:ph idx="9" type="subTitle"/>
          </p:nvPr>
        </p:nvSpPr>
        <p:spPr>
          <a:xfrm>
            <a:off x="3005134" y="3569326"/>
            <a:ext cx="4305300" cy="457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6480" name="Google Shape;6480;p81"/>
          <p:cNvGrpSpPr/>
          <p:nvPr/>
        </p:nvGrpSpPr>
        <p:grpSpPr>
          <a:xfrm>
            <a:off x="47035" y="160020"/>
            <a:ext cx="8865383" cy="4920073"/>
            <a:chOff x="47035" y="160020"/>
            <a:chExt cx="8865383" cy="4920073"/>
          </a:xfrm>
        </p:grpSpPr>
        <p:grpSp>
          <p:nvGrpSpPr>
            <p:cNvPr id="6481" name="Google Shape;6481;p81"/>
            <p:cNvGrpSpPr/>
            <p:nvPr/>
          </p:nvGrpSpPr>
          <p:grpSpPr>
            <a:xfrm>
              <a:off x="8304933" y="226208"/>
              <a:ext cx="554593" cy="1109118"/>
              <a:chOff x="2882200" y="374525"/>
              <a:chExt cx="402025" cy="804000"/>
            </a:xfrm>
          </p:grpSpPr>
          <p:sp>
            <p:nvSpPr>
              <p:cNvPr id="6482" name="Google Shape;6482;p81"/>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1"/>
              <p:cNvSpPr/>
              <p:nvPr/>
            </p:nvSpPr>
            <p:spPr>
              <a:xfrm>
                <a:off x="2882200" y="374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1"/>
              <p:cNvSpPr/>
              <p:nvPr/>
            </p:nvSpPr>
            <p:spPr>
              <a:xfrm>
                <a:off x="3083200" y="374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1"/>
              <p:cNvSpPr/>
              <p:nvPr/>
            </p:nvSpPr>
            <p:spPr>
              <a:xfrm flipH="1">
                <a:off x="3083200" y="575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1"/>
              <p:cNvSpPr/>
              <p:nvPr/>
            </p:nvSpPr>
            <p:spPr>
              <a:xfrm flipH="1">
                <a:off x="2882200" y="575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1"/>
              <p:cNvSpPr/>
              <p:nvPr/>
            </p:nvSpPr>
            <p:spPr>
              <a:xfrm>
                <a:off x="2882200" y="776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1"/>
              <p:cNvSpPr/>
              <p:nvPr/>
            </p:nvSpPr>
            <p:spPr>
              <a:xfrm>
                <a:off x="3083200" y="776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1"/>
              <p:cNvSpPr/>
              <p:nvPr/>
            </p:nvSpPr>
            <p:spPr>
              <a:xfrm flipH="1">
                <a:off x="3083200" y="977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1"/>
              <p:cNvSpPr/>
              <p:nvPr/>
            </p:nvSpPr>
            <p:spPr>
              <a:xfrm flipH="1">
                <a:off x="2882200" y="977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1" name="Google Shape;6491;p81"/>
            <p:cNvGrpSpPr/>
            <p:nvPr/>
          </p:nvGrpSpPr>
          <p:grpSpPr>
            <a:xfrm>
              <a:off x="7854428" y="201920"/>
              <a:ext cx="311019" cy="311110"/>
              <a:chOff x="5038846" y="235350"/>
              <a:chExt cx="158691" cy="158738"/>
            </a:xfrm>
          </p:grpSpPr>
          <p:sp>
            <p:nvSpPr>
              <p:cNvPr id="6492" name="Google Shape;6492;p81"/>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1"/>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4" name="Google Shape;6494;p81"/>
            <p:cNvGrpSpPr/>
            <p:nvPr/>
          </p:nvGrpSpPr>
          <p:grpSpPr>
            <a:xfrm>
              <a:off x="922878" y="4680195"/>
              <a:ext cx="311019" cy="311110"/>
              <a:chOff x="5038846" y="235350"/>
              <a:chExt cx="158691" cy="158738"/>
            </a:xfrm>
          </p:grpSpPr>
          <p:sp>
            <p:nvSpPr>
              <p:cNvPr id="6495" name="Google Shape;6495;p81"/>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1"/>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7" name="Google Shape;6497;p81"/>
            <p:cNvGrpSpPr/>
            <p:nvPr/>
          </p:nvGrpSpPr>
          <p:grpSpPr>
            <a:xfrm>
              <a:off x="1131728" y="160020"/>
              <a:ext cx="311019" cy="311110"/>
              <a:chOff x="5038846" y="235350"/>
              <a:chExt cx="158691" cy="158738"/>
            </a:xfrm>
          </p:grpSpPr>
          <p:sp>
            <p:nvSpPr>
              <p:cNvPr id="6498" name="Google Shape;6498;p81"/>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1"/>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0" name="Google Shape;6500;p81"/>
            <p:cNvGrpSpPr/>
            <p:nvPr/>
          </p:nvGrpSpPr>
          <p:grpSpPr>
            <a:xfrm>
              <a:off x="278642" y="1854331"/>
              <a:ext cx="8633777" cy="2207272"/>
              <a:chOff x="278642" y="1854331"/>
              <a:chExt cx="8633777" cy="2207272"/>
            </a:xfrm>
          </p:grpSpPr>
          <p:grpSp>
            <p:nvGrpSpPr>
              <p:cNvPr id="6501" name="Google Shape;6501;p81"/>
              <p:cNvGrpSpPr/>
              <p:nvPr/>
            </p:nvGrpSpPr>
            <p:grpSpPr>
              <a:xfrm>
                <a:off x="8471067" y="1854331"/>
                <a:ext cx="441352" cy="419672"/>
                <a:chOff x="5164484" y="526738"/>
                <a:chExt cx="133266" cy="126713"/>
              </a:xfrm>
            </p:grpSpPr>
            <p:sp>
              <p:nvSpPr>
                <p:cNvPr id="6502" name="Google Shape;6502;p81"/>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1"/>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4" name="Google Shape;6504;p81"/>
              <p:cNvGrpSpPr/>
              <p:nvPr/>
            </p:nvGrpSpPr>
            <p:grpSpPr>
              <a:xfrm>
                <a:off x="278642" y="3641931"/>
                <a:ext cx="441352" cy="419672"/>
                <a:chOff x="5164484" y="526738"/>
                <a:chExt cx="133266" cy="126713"/>
              </a:xfrm>
            </p:grpSpPr>
            <p:sp>
              <p:nvSpPr>
                <p:cNvPr id="6505" name="Google Shape;6505;p81"/>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1"/>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07" name="Google Shape;6507;p81"/>
            <p:cNvGrpSpPr/>
            <p:nvPr/>
          </p:nvGrpSpPr>
          <p:grpSpPr>
            <a:xfrm rot="-674593">
              <a:off x="110368" y="4308005"/>
              <a:ext cx="659930" cy="714610"/>
              <a:chOff x="-2686850" y="3696525"/>
              <a:chExt cx="332050" cy="359563"/>
            </a:xfrm>
          </p:grpSpPr>
          <p:sp>
            <p:nvSpPr>
              <p:cNvPr id="6508" name="Google Shape;6508;p81"/>
              <p:cNvSpPr/>
              <p:nvPr/>
            </p:nvSpPr>
            <p:spPr>
              <a:xfrm>
                <a:off x="-2686850" y="3696525"/>
                <a:ext cx="332050" cy="359525"/>
              </a:xfrm>
              <a:custGeom>
                <a:rect b="b" l="l" r="r" t="t"/>
                <a:pathLst>
                  <a:path extrusionOk="0" h="14381" w="13282">
                    <a:moveTo>
                      <a:pt x="12504" y="10802"/>
                    </a:moveTo>
                    <a:lnTo>
                      <a:pt x="12497" y="10829"/>
                    </a:lnTo>
                    <a:lnTo>
                      <a:pt x="12497" y="10806"/>
                    </a:lnTo>
                    <a:lnTo>
                      <a:pt x="12504" y="10802"/>
                    </a:lnTo>
                    <a:close/>
                    <a:moveTo>
                      <a:pt x="6678" y="1"/>
                    </a:moveTo>
                    <a:cubicBezTo>
                      <a:pt x="4442" y="1"/>
                      <a:pt x="2280" y="1136"/>
                      <a:pt x="1036" y="2962"/>
                    </a:cubicBezTo>
                    <a:cubicBezTo>
                      <a:pt x="902" y="3158"/>
                      <a:pt x="912" y="3410"/>
                      <a:pt x="1042" y="3594"/>
                    </a:cubicBezTo>
                    <a:cubicBezTo>
                      <a:pt x="505" y="4550"/>
                      <a:pt x="247" y="5625"/>
                      <a:pt x="300" y="6729"/>
                    </a:cubicBezTo>
                    <a:cubicBezTo>
                      <a:pt x="352" y="7770"/>
                      <a:pt x="675" y="10117"/>
                      <a:pt x="739" y="10573"/>
                    </a:cubicBezTo>
                    <a:lnTo>
                      <a:pt x="739" y="10663"/>
                    </a:lnTo>
                    <a:lnTo>
                      <a:pt x="256" y="8957"/>
                    </a:lnTo>
                    <a:cubicBezTo>
                      <a:pt x="241" y="8903"/>
                      <a:pt x="192" y="8868"/>
                      <a:pt x="138" y="8868"/>
                    </a:cubicBezTo>
                    <a:cubicBezTo>
                      <a:pt x="126" y="8868"/>
                      <a:pt x="115" y="8869"/>
                      <a:pt x="103" y="8873"/>
                    </a:cubicBezTo>
                    <a:cubicBezTo>
                      <a:pt x="37" y="8890"/>
                      <a:pt x="0" y="8958"/>
                      <a:pt x="19" y="9024"/>
                    </a:cubicBezTo>
                    <a:lnTo>
                      <a:pt x="738" y="11566"/>
                    </a:lnTo>
                    <a:lnTo>
                      <a:pt x="738" y="12528"/>
                    </a:lnTo>
                    <a:lnTo>
                      <a:pt x="738" y="13556"/>
                    </a:lnTo>
                    <a:lnTo>
                      <a:pt x="738" y="13808"/>
                    </a:lnTo>
                    <a:lnTo>
                      <a:pt x="1665" y="13808"/>
                    </a:lnTo>
                    <a:lnTo>
                      <a:pt x="1665" y="14373"/>
                    </a:lnTo>
                    <a:lnTo>
                      <a:pt x="1947" y="14373"/>
                    </a:lnTo>
                    <a:lnTo>
                      <a:pt x="1947" y="14380"/>
                    </a:lnTo>
                    <a:lnTo>
                      <a:pt x="2635" y="14380"/>
                    </a:lnTo>
                    <a:lnTo>
                      <a:pt x="2635" y="14369"/>
                    </a:lnTo>
                    <a:cubicBezTo>
                      <a:pt x="3018" y="14307"/>
                      <a:pt x="3314" y="13987"/>
                      <a:pt x="3411" y="13555"/>
                    </a:cubicBezTo>
                    <a:cubicBezTo>
                      <a:pt x="3433" y="13457"/>
                      <a:pt x="3446" y="13353"/>
                      <a:pt x="3446" y="13245"/>
                    </a:cubicBezTo>
                    <a:lnTo>
                      <a:pt x="3446" y="12527"/>
                    </a:lnTo>
                    <a:lnTo>
                      <a:pt x="3446" y="11097"/>
                    </a:lnTo>
                    <a:cubicBezTo>
                      <a:pt x="3446" y="10515"/>
                      <a:pt x="3105" y="10039"/>
                      <a:pt x="2635" y="9961"/>
                    </a:cubicBezTo>
                    <a:lnTo>
                      <a:pt x="2635" y="9948"/>
                    </a:lnTo>
                    <a:lnTo>
                      <a:pt x="1985" y="9948"/>
                    </a:lnTo>
                    <a:lnTo>
                      <a:pt x="1985" y="9942"/>
                    </a:lnTo>
                    <a:lnTo>
                      <a:pt x="1665" y="9942"/>
                    </a:lnTo>
                    <a:lnTo>
                      <a:pt x="1665" y="10506"/>
                    </a:lnTo>
                    <a:lnTo>
                      <a:pt x="1165" y="10506"/>
                    </a:lnTo>
                    <a:cubicBezTo>
                      <a:pt x="1100" y="10047"/>
                      <a:pt x="780" y="7711"/>
                      <a:pt x="731" y="6704"/>
                    </a:cubicBezTo>
                    <a:cubicBezTo>
                      <a:pt x="680" y="5690"/>
                      <a:pt x="918" y="4700"/>
                      <a:pt x="1409" y="3819"/>
                    </a:cubicBezTo>
                    <a:cubicBezTo>
                      <a:pt x="1438" y="3823"/>
                      <a:pt x="1466" y="3825"/>
                      <a:pt x="1494" y="3825"/>
                    </a:cubicBezTo>
                    <a:cubicBezTo>
                      <a:pt x="1671" y="3825"/>
                      <a:pt x="1845" y="3741"/>
                      <a:pt x="1952" y="3583"/>
                    </a:cubicBezTo>
                    <a:cubicBezTo>
                      <a:pt x="2992" y="2056"/>
                      <a:pt x="4803" y="1106"/>
                      <a:pt x="6678" y="1106"/>
                    </a:cubicBezTo>
                    <a:cubicBezTo>
                      <a:pt x="8431" y="1106"/>
                      <a:pt x="10117" y="1922"/>
                      <a:pt x="11187" y="3286"/>
                    </a:cubicBezTo>
                    <a:cubicBezTo>
                      <a:pt x="11297" y="3426"/>
                      <a:pt x="11458" y="3497"/>
                      <a:pt x="11621" y="3497"/>
                    </a:cubicBezTo>
                    <a:cubicBezTo>
                      <a:pt x="11663" y="3497"/>
                      <a:pt x="11704" y="3493"/>
                      <a:pt x="11744" y="3484"/>
                    </a:cubicBezTo>
                    <a:cubicBezTo>
                      <a:pt x="12373" y="4446"/>
                      <a:pt x="12682" y="5559"/>
                      <a:pt x="12626" y="6704"/>
                    </a:cubicBezTo>
                    <a:cubicBezTo>
                      <a:pt x="12576" y="7711"/>
                      <a:pt x="12255" y="10047"/>
                      <a:pt x="12191" y="10506"/>
                    </a:cubicBezTo>
                    <a:lnTo>
                      <a:pt x="11569" y="10506"/>
                    </a:lnTo>
                    <a:lnTo>
                      <a:pt x="11569" y="9942"/>
                    </a:lnTo>
                    <a:lnTo>
                      <a:pt x="11249" y="9942"/>
                    </a:lnTo>
                    <a:lnTo>
                      <a:pt x="11249" y="9948"/>
                    </a:lnTo>
                    <a:lnTo>
                      <a:pt x="10602" y="9948"/>
                    </a:lnTo>
                    <a:lnTo>
                      <a:pt x="10602" y="9961"/>
                    </a:lnTo>
                    <a:cubicBezTo>
                      <a:pt x="10130" y="10039"/>
                      <a:pt x="9790" y="10515"/>
                      <a:pt x="9790" y="11097"/>
                    </a:cubicBezTo>
                    <a:lnTo>
                      <a:pt x="9790" y="12526"/>
                    </a:lnTo>
                    <a:lnTo>
                      <a:pt x="9790" y="13244"/>
                    </a:lnTo>
                    <a:cubicBezTo>
                      <a:pt x="9790" y="13353"/>
                      <a:pt x="9803" y="13456"/>
                      <a:pt x="9825" y="13554"/>
                    </a:cubicBezTo>
                    <a:cubicBezTo>
                      <a:pt x="9922" y="13984"/>
                      <a:pt x="10218" y="14306"/>
                      <a:pt x="10602" y="14368"/>
                    </a:cubicBezTo>
                    <a:lnTo>
                      <a:pt x="10602" y="14379"/>
                    </a:lnTo>
                    <a:lnTo>
                      <a:pt x="11289" y="14379"/>
                    </a:lnTo>
                    <a:lnTo>
                      <a:pt x="11289" y="14371"/>
                    </a:lnTo>
                    <a:lnTo>
                      <a:pt x="11572" y="14371"/>
                    </a:lnTo>
                    <a:lnTo>
                      <a:pt x="11572" y="13807"/>
                    </a:lnTo>
                    <a:lnTo>
                      <a:pt x="12498" y="13807"/>
                    </a:lnTo>
                    <a:lnTo>
                      <a:pt x="12498" y="13555"/>
                    </a:lnTo>
                    <a:lnTo>
                      <a:pt x="12498" y="12527"/>
                    </a:lnTo>
                    <a:lnTo>
                      <a:pt x="12498" y="11733"/>
                    </a:lnTo>
                    <a:lnTo>
                      <a:pt x="13265" y="9024"/>
                    </a:lnTo>
                    <a:cubicBezTo>
                      <a:pt x="13282" y="8957"/>
                      <a:pt x="13245" y="8889"/>
                      <a:pt x="13179" y="8871"/>
                    </a:cubicBezTo>
                    <a:cubicBezTo>
                      <a:pt x="13168" y="8868"/>
                      <a:pt x="13157" y="8866"/>
                      <a:pt x="13146" y="8866"/>
                    </a:cubicBezTo>
                    <a:cubicBezTo>
                      <a:pt x="13092" y="8866"/>
                      <a:pt x="13042" y="8901"/>
                      <a:pt x="13027" y="8956"/>
                    </a:cubicBezTo>
                    <a:lnTo>
                      <a:pt x="12664" y="10236"/>
                    </a:lnTo>
                    <a:cubicBezTo>
                      <a:pt x="12775" y="9420"/>
                      <a:pt x="13013" y="7608"/>
                      <a:pt x="13056" y="6728"/>
                    </a:cubicBezTo>
                    <a:cubicBezTo>
                      <a:pt x="13118" y="5484"/>
                      <a:pt x="12780" y="4275"/>
                      <a:pt x="12095" y="3234"/>
                    </a:cubicBezTo>
                    <a:cubicBezTo>
                      <a:pt x="12211" y="3042"/>
                      <a:pt x="12205" y="2791"/>
                      <a:pt x="12058" y="2604"/>
                    </a:cubicBezTo>
                    <a:cubicBezTo>
                      <a:pt x="10778" y="974"/>
                      <a:pt x="8767" y="1"/>
                      <a:pt x="6678"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9" name="Google Shape;6509;p81"/>
              <p:cNvGrpSpPr/>
              <p:nvPr/>
            </p:nvGrpSpPr>
            <p:grpSpPr>
              <a:xfrm>
                <a:off x="-2686850" y="3696563"/>
                <a:ext cx="332050" cy="359525"/>
                <a:chOff x="-2348725" y="2237525"/>
                <a:chExt cx="332050" cy="359525"/>
              </a:xfrm>
            </p:grpSpPr>
            <p:sp>
              <p:nvSpPr>
                <p:cNvPr id="6510" name="Google Shape;6510;p81"/>
                <p:cNvSpPr/>
                <p:nvPr/>
              </p:nvSpPr>
              <p:spPr>
                <a:xfrm>
                  <a:off x="-2343200" y="2245975"/>
                  <a:ext cx="322925" cy="262375"/>
                </a:xfrm>
                <a:custGeom>
                  <a:rect b="b" l="l" r="r" t="t"/>
                  <a:pathLst>
                    <a:path extrusionOk="0" h="10495" w="12917">
                      <a:moveTo>
                        <a:pt x="6459" y="0"/>
                      </a:moveTo>
                      <a:cubicBezTo>
                        <a:pt x="4680" y="0"/>
                        <a:pt x="2959" y="736"/>
                        <a:pt x="1736" y="2022"/>
                      </a:cubicBezTo>
                      <a:cubicBezTo>
                        <a:pt x="588" y="3226"/>
                        <a:pt x="0" y="4778"/>
                        <a:pt x="79" y="6389"/>
                      </a:cubicBezTo>
                      <a:cubicBezTo>
                        <a:pt x="135" y="7520"/>
                        <a:pt x="513" y="10195"/>
                        <a:pt x="528" y="10309"/>
                      </a:cubicBezTo>
                      <a:cubicBezTo>
                        <a:pt x="544" y="10417"/>
                        <a:pt x="636" y="10494"/>
                        <a:pt x="742" y="10494"/>
                      </a:cubicBezTo>
                      <a:cubicBezTo>
                        <a:pt x="752" y="10494"/>
                        <a:pt x="761" y="10494"/>
                        <a:pt x="773" y="10491"/>
                      </a:cubicBezTo>
                      <a:cubicBezTo>
                        <a:pt x="890" y="10475"/>
                        <a:pt x="972" y="10365"/>
                        <a:pt x="956" y="10248"/>
                      </a:cubicBezTo>
                      <a:cubicBezTo>
                        <a:pt x="952" y="10221"/>
                        <a:pt x="567" y="7479"/>
                        <a:pt x="511" y="6368"/>
                      </a:cubicBezTo>
                      <a:cubicBezTo>
                        <a:pt x="438" y="4875"/>
                        <a:pt x="982" y="3437"/>
                        <a:pt x="2049" y="2318"/>
                      </a:cubicBezTo>
                      <a:cubicBezTo>
                        <a:pt x="3190" y="1119"/>
                        <a:pt x="4798" y="430"/>
                        <a:pt x="6459" y="430"/>
                      </a:cubicBezTo>
                      <a:cubicBezTo>
                        <a:pt x="8120" y="430"/>
                        <a:pt x="9728" y="1119"/>
                        <a:pt x="10869" y="2318"/>
                      </a:cubicBezTo>
                      <a:cubicBezTo>
                        <a:pt x="11935" y="3437"/>
                        <a:pt x="12481" y="4875"/>
                        <a:pt x="12407" y="6368"/>
                      </a:cubicBezTo>
                      <a:cubicBezTo>
                        <a:pt x="12353" y="7479"/>
                        <a:pt x="11966" y="10221"/>
                        <a:pt x="11962" y="10248"/>
                      </a:cubicBezTo>
                      <a:cubicBezTo>
                        <a:pt x="11945" y="10367"/>
                        <a:pt x="12028" y="10475"/>
                        <a:pt x="12146" y="10491"/>
                      </a:cubicBezTo>
                      <a:cubicBezTo>
                        <a:pt x="12156" y="10493"/>
                        <a:pt x="12166" y="10493"/>
                        <a:pt x="12176" y="10493"/>
                      </a:cubicBezTo>
                      <a:cubicBezTo>
                        <a:pt x="12282" y="10493"/>
                        <a:pt x="12374" y="10415"/>
                        <a:pt x="12389" y="10309"/>
                      </a:cubicBezTo>
                      <a:cubicBezTo>
                        <a:pt x="12405" y="10195"/>
                        <a:pt x="12782" y="7520"/>
                        <a:pt x="12838" y="6389"/>
                      </a:cubicBezTo>
                      <a:cubicBezTo>
                        <a:pt x="12916" y="4778"/>
                        <a:pt x="12328" y="3226"/>
                        <a:pt x="11182" y="2022"/>
                      </a:cubicBezTo>
                      <a:cubicBezTo>
                        <a:pt x="9959" y="737"/>
                        <a:pt x="8237"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1"/>
                <p:cNvSpPr/>
                <p:nvPr/>
              </p:nvSpPr>
              <p:spPr>
                <a:xfrm>
                  <a:off x="-2327125" y="2237525"/>
                  <a:ext cx="284600" cy="95700"/>
                </a:xfrm>
                <a:custGeom>
                  <a:rect b="b" l="l" r="r" t="t"/>
                  <a:pathLst>
                    <a:path extrusionOk="0" h="3828" w="11384">
                      <a:moveTo>
                        <a:pt x="5815" y="1"/>
                      </a:moveTo>
                      <a:cubicBezTo>
                        <a:pt x="3578" y="1"/>
                        <a:pt x="1417" y="1136"/>
                        <a:pt x="173" y="2964"/>
                      </a:cubicBezTo>
                      <a:cubicBezTo>
                        <a:pt x="1" y="3216"/>
                        <a:pt x="66" y="3560"/>
                        <a:pt x="319" y="3732"/>
                      </a:cubicBezTo>
                      <a:cubicBezTo>
                        <a:pt x="415" y="3796"/>
                        <a:pt x="523" y="3827"/>
                        <a:pt x="630" y="3827"/>
                      </a:cubicBezTo>
                      <a:cubicBezTo>
                        <a:pt x="807" y="3827"/>
                        <a:pt x="981" y="3743"/>
                        <a:pt x="1088" y="3585"/>
                      </a:cubicBezTo>
                      <a:cubicBezTo>
                        <a:pt x="2128" y="2057"/>
                        <a:pt x="3939" y="1108"/>
                        <a:pt x="5814" y="1108"/>
                      </a:cubicBezTo>
                      <a:cubicBezTo>
                        <a:pt x="7567" y="1108"/>
                        <a:pt x="9251" y="1923"/>
                        <a:pt x="10323" y="3289"/>
                      </a:cubicBezTo>
                      <a:cubicBezTo>
                        <a:pt x="10433" y="3428"/>
                        <a:pt x="10595" y="3500"/>
                        <a:pt x="10760" y="3500"/>
                      </a:cubicBezTo>
                      <a:cubicBezTo>
                        <a:pt x="10879" y="3500"/>
                        <a:pt x="11000" y="3462"/>
                        <a:pt x="11101" y="3382"/>
                      </a:cubicBezTo>
                      <a:cubicBezTo>
                        <a:pt x="11343" y="3193"/>
                        <a:pt x="11384" y="2845"/>
                        <a:pt x="11195" y="2604"/>
                      </a:cubicBezTo>
                      <a:cubicBezTo>
                        <a:pt x="9915" y="974"/>
                        <a:pt x="7904" y="1"/>
                        <a:pt x="58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1"/>
                <p:cNvSpPr/>
                <p:nvPr/>
              </p:nvSpPr>
              <p:spPr>
                <a:xfrm>
                  <a:off x="-2083125" y="2486225"/>
                  <a:ext cx="4050" cy="450"/>
                </a:xfrm>
                <a:custGeom>
                  <a:rect b="b" l="l" r="r" t="t"/>
                  <a:pathLst>
                    <a:path extrusionOk="0" h="18" w="162">
                      <a:moveTo>
                        <a:pt x="1" y="0"/>
                      </a:moveTo>
                      <a:lnTo>
                        <a:pt x="1" y="18"/>
                      </a:lnTo>
                      <a:cubicBezTo>
                        <a:pt x="53" y="7"/>
                        <a:pt x="107" y="0"/>
                        <a:pt x="162" y="0"/>
                      </a:cubicBezTo>
                      <a:close/>
                    </a:path>
                  </a:pathLst>
                </a:custGeom>
                <a:solidFill>
                  <a:srgbClr val="E61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1"/>
                <p:cNvSpPr/>
                <p:nvPr/>
              </p:nvSpPr>
              <p:spPr>
                <a:xfrm>
                  <a:off x="-2330250" y="2550650"/>
                  <a:ext cx="23150" cy="32050"/>
                </a:xfrm>
                <a:custGeom>
                  <a:rect b="b" l="l" r="r" t="t"/>
                  <a:pathLst>
                    <a:path extrusionOk="0" h="1282" w="926">
                      <a:moveTo>
                        <a:pt x="0" y="1"/>
                      </a:moveTo>
                      <a:lnTo>
                        <a:pt x="0" y="1030"/>
                      </a:lnTo>
                      <a:lnTo>
                        <a:pt x="0"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1"/>
                <p:cNvSpPr/>
                <p:nvPr/>
              </p:nvSpPr>
              <p:spPr>
                <a:xfrm>
                  <a:off x="-2307125" y="2550650"/>
                  <a:ext cx="7075" cy="46200"/>
                </a:xfrm>
                <a:custGeom>
                  <a:rect b="b" l="l" r="r" t="t"/>
                  <a:pathLst>
                    <a:path extrusionOk="0" h="1848" w="283">
                      <a:moveTo>
                        <a:pt x="1" y="1"/>
                      </a:moveTo>
                      <a:lnTo>
                        <a:pt x="1" y="1030"/>
                      </a:lnTo>
                      <a:lnTo>
                        <a:pt x="1" y="1282"/>
                      </a:lnTo>
                      <a:lnTo>
                        <a:pt x="1" y="1847"/>
                      </a:lnTo>
                      <a:lnTo>
                        <a:pt x="283" y="1847"/>
                      </a:lnTo>
                      <a:lnTo>
                        <a:pt x="283" y="1030"/>
                      </a:lnTo>
                      <a:lnTo>
                        <a:pt x="283" y="1"/>
                      </a:lnTo>
                      <a:close/>
                    </a:path>
                  </a:pathLst>
                </a:custGeom>
                <a:solidFill>
                  <a:srgbClr val="B20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1"/>
                <p:cNvSpPr/>
                <p:nvPr/>
              </p:nvSpPr>
              <p:spPr>
                <a:xfrm>
                  <a:off x="-2282875" y="2486550"/>
                  <a:ext cx="20300" cy="110225"/>
                </a:xfrm>
                <a:custGeom>
                  <a:rect b="b" l="l" r="r" t="t"/>
                  <a:pathLst>
                    <a:path extrusionOk="0" h="4409" w="812">
                      <a:moveTo>
                        <a:pt x="1" y="0"/>
                      </a:moveTo>
                      <a:lnTo>
                        <a:pt x="1" y="2566"/>
                      </a:lnTo>
                      <a:lnTo>
                        <a:pt x="1" y="3594"/>
                      </a:lnTo>
                      <a:lnTo>
                        <a:pt x="1" y="4408"/>
                      </a:lnTo>
                      <a:cubicBezTo>
                        <a:pt x="384" y="4346"/>
                        <a:pt x="680" y="4026"/>
                        <a:pt x="777" y="3594"/>
                      </a:cubicBezTo>
                      <a:cubicBezTo>
                        <a:pt x="799" y="3496"/>
                        <a:pt x="812" y="3392"/>
                        <a:pt x="812" y="3284"/>
                      </a:cubicBezTo>
                      <a:lnTo>
                        <a:pt x="812" y="2566"/>
                      </a:lnTo>
                      <a:lnTo>
                        <a:pt x="812" y="1137"/>
                      </a:lnTo>
                      <a:cubicBezTo>
                        <a:pt x="812" y="554"/>
                        <a:pt x="471" y="7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1"/>
                <p:cNvSpPr/>
                <p:nvPr/>
              </p:nvSpPr>
              <p:spPr>
                <a:xfrm>
                  <a:off x="-2330250" y="2500225"/>
                  <a:ext cx="23150" cy="82475"/>
                </a:xfrm>
                <a:custGeom>
                  <a:rect b="b" l="l" r="r" t="t"/>
                  <a:pathLst>
                    <a:path extrusionOk="0" h="3299" w="926">
                      <a:moveTo>
                        <a:pt x="0" y="0"/>
                      </a:moveTo>
                      <a:lnTo>
                        <a:pt x="0" y="2018"/>
                      </a:lnTo>
                      <a:lnTo>
                        <a:pt x="0" y="3047"/>
                      </a:lnTo>
                      <a:lnTo>
                        <a:pt x="0"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1"/>
                <p:cNvSpPr/>
                <p:nvPr/>
              </p:nvSpPr>
              <p:spPr>
                <a:xfrm>
                  <a:off x="-2307125" y="2486050"/>
                  <a:ext cx="8025" cy="110800"/>
                </a:xfrm>
                <a:custGeom>
                  <a:rect b="b" l="l" r="r" t="t"/>
                  <a:pathLst>
                    <a:path extrusionOk="0" h="4432" w="321">
                      <a:moveTo>
                        <a:pt x="1" y="1"/>
                      </a:moveTo>
                      <a:lnTo>
                        <a:pt x="1" y="567"/>
                      </a:lnTo>
                      <a:lnTo>
                        <a:pt x="1" y="2585"/>
                      </a:lnTo>
                      <a:lnTo>
                        <a:pt x="1" y="3614"/>
                      </a:lnTo>
                      <a:lnTo>
                        <a:pt x="1" y="3866"/>
                      </a:lnTo>
                      <a:lnTo>
                        <a:pt x="1" y="4431"/>
                      </a:lnTo>
                      <a:lnTo>
                        <a:pt x="283" y="4431"/>
                      </a:lnTo>
                      <a:lnTo>
                        <a:pt x="283" y="3614"/>
                      </a:lnTo>
                      <a:lnTo>
                        <a:pt x="283" y="2585"/>
                      </a:lnTo>
                      <a:lnTo>
                        <a:pt x="283" y="7"/>
                      </a:lnTo>
                      <a:lnTo>
                        <a:pt x="321" y="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1"/>
                <p:cNvSpPr/>
                <p:nvPr/>
              </p:nvSpPr>
              <p:spPr>
                <a:xfrm>
                  <a:off x="-2300075" y="2486225"/>
                  <a:ext cx="17225" cy="110825"/>
                </a:xfrm>
                <a:custGeom>
                  <a:rect b="b" l="l" r="r" t="t"/>
                  <a:pathLst>
                    <a:path extrusionOk="0" h="4433" w="689">
                      <a:moveTo>
                        <a:pt x="1" y="0"/>
                      </a:moveTo>
                      <a:lnTo>
                        <a:pt x="1" y="2578"/>
                      </a:lnTo>
                      <a:lnTo>
                        <a:pt x="1" y="3607"/>
                      </a:lnTo>
                      <a:lnTo>
                        <a:pt x="1" y="4424"/>
                      </a:lnTo>
                      <a:lnTo>
                        <a:pt x="1" y="4432"/>
                      </a:lnTo>
                      <a:lnTo>
                        <a:pt x="689" y="4432"/>
                      </a:lnTo>
                      <a:lnTo>
                        <a:pt x="689" y="4420"/>
                      </a:lnTo>
                      <a:lnTo>
                        <a:pt x="689" y="3607"/>
                      </a:lnTo>
                      <a:lnTo>
                        <a:pt x="689" y="2578"/>
                      </a:lnTo>
                      <a:lnTo>
                        <a:pt x="689" y="13"/>
                      </a:lnTo>
                      <a:lnTo>
                        <a:pt x="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1"/>
                <p:cNvSpPr/>
                <p:nvPr/>
              </p:nvSpPr>
              <p:spPr>
                <a:xfrm>
                  <a:off x="-2059450" y="2550650"/>
                  <a:ext cx="23150" cy="32050"/>
                </a:xfrm>
                <a:custGeom>
                  <a:rect b="b" l="l" r="r" t="t"/>
                  <a:pathLst>
                    <a:path extrusionOk="0" h="1282" w="926">
                      <a:moveTo>
                        <a:pt x="1" y="1"/>
                      </a:moveTo>
                      <a:lnTo>
                        <a:pt x="1" y="1030"/>
                      </a:lnTo>
                      <a:lnTo>
                        <a:pt x="1"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1"/>
                <p:cNvSpPr/>
                <p:nvPr/>
              </p:nvSpPr>
              <p:spPr>
                <a:xfrm>
                  <a:off x="-2104000" y="2486525"/>
                  <a:ext cx="20325" cy="110225"/>
                </a:xfrm>
                <a:custGeom>
                  <a:rect b="b" l="l" r="r" t="t"/>
                  <a:pathLst>
                    <a:path extrusionOk="0" h="4409" w="813">
                      <a:moveTo>
                        <a:pt x="813" y="0"/>
                      </a:moveTo>
                      <a:cubicBezTo>
                        <a:pt x="341" y="79"/>
                        <a:pt x="1" y="555"/>
                        <a:pt x="1" y="1137"/>
                      </a:cubicBezTo>
                      <a:lnTo>
                        <a:pt x="1" y="2566"/>
                      </a:lnTo>
                      <a:lnTo>
                        <a:pt x="1" y="3284"/>
                      </a:lnTo>
                      <a:cubicBezTo>
                        <a:pt x="1" y="3393"/>
                        <a:pt x="14" y="3496"/>
                        <a:pt x="36" y="3594"/>
                      </a:cubicBezTo>
                      <a:cubicBezTo>
                        <a:pt x="133" y="4024"/>
                        <a:pt x="429" y="4346"/>
                        <a:pt x="813" y="4408"/>
                      </a:cubicBezTo>
                      <a:lnTo>
                        <a:pt x="813" y="3594"/>
                      </a:lnTo>
                      <a:lnTo>
                        <a:pt x="813" y="2566"/>
                      </a:lnTo>
                      <a:lnTo>
                        <a:pt x="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1"/>
                <p:cNvSpPr/>
                <p:nvPr/>
              </p:nvSpPr>
              <p:spPr>
                <a:xfrm>
                  <a:off x="-2059450" y="2500225"/>
                  <a:ext cx="23150" cy="82475"/>
                </a:xfrm>
                <a:custGeom>
                  <a:rect b="b" l="l" r="r" t="t"/>
                  <a:pathLst>
                    <a:path extrusionOk="0" h="3299" w="926">
                      <a:moveTo>
                        <a:pt x="1" y="0"/>
                      </a:moveTo>
                      <a:lnTo>
                        <a:pt x="1" y="2018"/>
                      </a:lnTo>
                      <a:lnTo>
                        <a:pt x="1" y="3047"/>
                      </a:lnTo>
                      <a:lnTo>
                        <a:pt x="1"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1"/>
                <p:cNvSpPr/>
                <p:nvPr/>
              </p:nvSpPr>
              <p:spPr>
                <a:xfrm>
                  <a:off x="-2067450" y="2486050"/>
                  <a:ext cx="8025" cy="110800"/>
                </a:xfrm>
                <a:custGeom>
                  <a:rect b="b" l="l" r="r" t="t"/>
                  <a:pathLst>
                    <a:path extrusionOk="0" h="4432" w="321">
                      <a:moveTo>
                        <a:pt x="1" y="1"/>
                      </a:moveTo>
                      <a:lnTo>
                        <a:pt x="1" y="7"/>
                      </a:lnTo>
                      <a:lnTo>
                        <a:pt x="37" y="7"/>
                      </a:lnTo>
                      <a:lnTo>
                        <a:pt x="37" y="2585"/>
                      </a:lnTo>
                      <a:lnTo>
                        <a:pt x="37" y="3614"/>
                      </a:lnTo>
                      <a:lnTo>
                        <a:pt x="37" y="4431"/>
                      </a:lnTo>
                      <a:lnTo>
                        <a:pt x="321" y="4431"/>
                      </a:lnTo>
                      <a:lnTo>
                        <a:pt x="321" y="3866"/>
                      </a:lnTo>
                      <a:lnTo>
                        <a:pt x="321" y="3614"/>
                      </a:lnTo>
                      <a:lnTo>
                        <a:pt x="321" y="2585"/>
                      </a:lnTo>
                      <a:lnTo>
                        <a:pt x="321" y="56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1"/>
                <p:cNvSpPr/>
                <p:nvPr/>
              </p:nvSpPr>
              <p:spPr>
                <a:xfrm>
                  <a:off x="-2083700" y="2486225"/>
                  <a:ext cx="17200" cy="110825"/>
                </a:xfrm>
                <a:custGeom>
                  <a:rect b="b" l="l" r="r" t="t"/>
                  <a:pathLst>
                    <a:path extrusionOk="0" h="4433" w="688">
                      <a:moveTo>
                        <a:pt x="1" y="0"/>
                      </a:moveTo>
                      <a:lnTo>
                        <a:pt x="1" y="13"/>
                      </a:lnTo>
                      <a:lnTo>
                        <a:pt x="1" y="2578"/>
                      </a:lnTo>
                      <a:lnTo>
                        <a:pt x="1" y="3607"/>
                      </a:lnTo>
                      <a:lnTo>
                        <a:pt x="1" y="4420"/>
                      </a:lnTo>
                      <a:lnTo>
                        <a:pt x="1" y="4432"/>
                      </a:lnTo>
                      <a:lnTo>
                        <a:pt x="687" y="4432"/>
                      </a:lnTo>
                      <a:lnTo>
                        <a:pt x="687" y="4424"/>
                      </a:lnTo>
                      <a:lnTo>
                        <a:pt x="687" y="3607"/>
                      </a:lnTo>
                      <a:lnTo>
                        <a:pt x="687" y="2578"/>
                      </a:lnTo>
                      <a:lnTo>
                        <a:pt x="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1"/>
                <p:cNvSpPr/>
                <p:nvPr/>
              </p:nvSpPr>
              <p:spPr>
                <a:xfrm>
                  <a:off x="-2047700" y="2459150"/>
                  <a:ext cx="31025" cy="91650"/>
                </a:xfrm>
                <a:custGeom>
                  <a:rect b="b" l="l" r="r" t="t"/>
                  <a:pathLst>
                    <a:path extrusionOk="0" h="3666" w="1241">
                      <a:moveTo>
                        <a:pt x="1105" y="0"/>
                      </a:moveTo>
                      <a:cubicBezTo>
                        <a:pt x="1050" y="0"/>
                        <a:pt x="1001" y="35"/>
                        <a:pt x="986" y="90"/>
                      </a:cubicBezTo>
                      <a:lnTo>
                        <a:pt x="18" y="3507"/>
                      </a:lnTo>
                      <a:cubicBezTo>
                        <a:pt x="0" y="3573"/>
                        <a:pt x="38" y="3641"/>
                        <a:pt x="104" y="3660"/>
                      </a:cubicBezTo>
                      <a:cubicBezTo>
                        <a:pt x="115" y="3663"/>
                        <a:pt x="125" y="3665"/>
                        <a:pt x="137" y="3665"/>
                      </a:cubicBezTo>
                      <a:cubicBezTo>
                        <a:pt x="191" y="3665"/>
                        <a:pt x="240" y="3629"/>
                        <a:pt x="255" y="3574"/>
                      </a:cubicBezTo>
                      <a:lnTo>
                        <a:pt x="1223" y="157"/>
                      </a:lnTo>
                      <a:cubicBezTo>
                        <a:pt x="1241" y="91"/>
                        <a:pt x="1204" y="23"/>
                        <a:pt x="1138" y="5"/>
                      </a:cubicBezTo>
                      <a:cubicBezTo>
                        <a:pt x="1127" y="2"/>
                        <a:pt x="1116" y="0"/>
                        <a:pt x="1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1"/>
                <p:cNvSpPr/>
                <p:nvPr/>
              </p:nvSpPr>
              <p:spPr>
                <a:xfrm>
                  <a:off x="-2348725" y="2459175"/>
                  <a:ext cx="31050" cy="91625"/>
                </a:xfrm>
                <a:custGeom>
                  <a:rect b="b" l="l" r="r" t="t"/>
                  <a:pathLst>
                    <a:path extrusionOk="0" h="3665" w="1242">
                      <a:moveTo>
                        <a:pt x="138" y="1"/>
                      </a:moveTo>
                      <a:cubicBezTo>
                        <a:pt x="126" y="1"/>
                        <a:pt x="115" y="2"/>
                        <a:pt x="103" y="6"/>
                      </a:cubicBezTo>
                      <a:cubicBezTo>
                        <a:pt x="37" y="24"/>
                        <a:pt x="0" y="91"/>
                        <a:pt x="19" y="157"/>
                      </a:cubicBezTo>
                      <a:lnTo>
                        <a:pt x="986" y="3574"/>
                      </a:lnTo>
                      <a:cubicBezTo>
                        <a:pt x="1001" y="3629"/>
                        <a:pt x="1051" y="3664"/>
                        <a:pt x="1104" y="3664"/>
                      </a:cubicBezTo>
                      <a:cubicBezTo>
                        <a:pt x="1116" y="3664"/>
                        <a:pt x="1128" y="3661"/>
                        <a:pt x="1138" y="3660"/>
                      </a:cubicBezTo>
                      <a:cubicBezTo>
                        <a:pt x="1203" y="3640"/>
                        <a:pt x="1242" y="3573"/>
                        <a:pt x="1223" y="3507"/>
                      </a:cubicBezTo>
                      <a:lnTo>
                        <a:pt x="256" y="90"/>
                      </a:lnTo>
                      <a:cubicBezTo>
                        <a:pt x="240" y="36"/>
                        <a:pt x="191" y="1"/>
                        <a:pt x="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6526" name="Shape 6526"/>
        <p:cNvGrpSpPr/>
        <p:nvPr/>
      </p:nvGrpSpPr>
      <p:grpSpPr>
        <a:xfrm>
          <a:off x="0" y="0"/>
          <a:ext cx="0" cy="0"/>
          <a:chOff x="0" y="0"/>
          <a:chExt cx="0" cy="0"/>
        </a:xfrm>
      </p:grpSpPr>
      <p:sp>
        <p:nvSpPr>
          <p:cNvPr id="6527" name="Google Shape;6527;p82"/>
          <p:cNvSpPr txBox="1"/>
          <p:nvPr>
            <p:ph type="title"/>
          </p:nvPr>
        </p:nvSpPr>
        <p:spPr>
          <a:xfrm>
            <a:off x="2132100" y="3045000"/>
            <a:ext cx="4879800" cy="5319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sz="2400"/>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6528" name="Google Shape;6528;p82"/>
          <p:cNvSpPr txBox="1"/>
          <p:nvPr>
            <p:ph idx="1" type="subTitle"/>
          </p:nvPr>
        </p:nvSpPr>
        <p:spPr>
          <a:xfrm>
            <a:off x="914400" y="1566600"/>
            <a:ext cx="7315200" cy="147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3000"/>
              <a:buNone/>
              <a:defRPr sz="2400"/>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grpSp>
        <p:nvGrpSpPr>
          <p:cNvPr id="6529" name="Google Shape;6529;p82"/>
          <p:cNvGrpSpPr/>
          <p:nvPr/>
        </p:nvGrpSpPr>
        <p:grpSpPr>
          <a:xfrm rot="635817">
            <a:off x="7679450" y="3881664"/>
            <a:ext cx="1232366" cy="1066715"/>
            <a:chOff x="3725309" y="381575"/>
            <a:chExt cx="533375" cy="461700"/>
          </a:xfrm>
        </p:grpSpPr>
        <p:sp>
          <p:nvSpPr>
            <p:cNvPr id="6530" name="Google Shape;6530;p82"/>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2"/>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2"/>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2"/>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2"/>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2"/>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2"/>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2"/>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2"/>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2"/>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2"/>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2"/>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2"/>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2"/>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2"/>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5" name="Google Shape;6545;p82"/>
          <p:cNvGrpSpPr/>
          <p:nvPr/>
        </p:nvGrpSpPr>
        <p:grpSpPr>
          <a:xfrm>
            <a:off x="4212491" y="361790"/>
            <a:ext cx="719021" cy="355403"/>
            <a:chOff x="3442209" y="513788"/>
            <a:chExt cx="366866" cy="181338"/>
          </a:xfrm>
        </p:grpSpPr>
        <p:sp>
          <p:nvSpPr>
            <p:cNvPr id="6546" name="Google Shape;6546;p82"/>
            <p:cNvSpPr/>
            <p:nvPr/>
          </p:nvSpPr>
          <p:spPr>
            <a:xfrm>
              <a:off x="3442209" y="513788"/>
              <a:ext cx="365475" cy="179900"/>
            </a:xfrm>
            <a:custGeom>
              <a:rect b="b" l="l" r="r" t="t"/>
              <a:pathLst>
                <a:path extrusionOk="0" h="7196" w="14619">
                  <a:moveTo>
                    <a:pt x="7310" y="1"/>
                  </a:moveTo>
                  <a:cubicBezTo>
                    <a:pt x="3273" y="2"/>
                    <a:pt x="1" y="3510"/>
                    <a:pt x="1" y="3510"/>
                  </a:cubicBezTo>
                  <a:cubicBezTo>
                    <a:pt x="82" y="3487"/>
                    <a:pt x="164" y="3466"/>
                    <a:pt x="244" y="3443"/>
                  </a:cubicBezTo>
                  <a:lnTo>
                    <a:pt x="244" y="3443"/>
                  </a:lnTo>
                  <a:cubicBezTo>
                    <a:pt x="85" y="3595"/>
                    <a:pt x="1" y="3687"/>
                    <a:pt x="1" y="3687"/>
                  </a:cubicBezTo>
                  <a:cubicBezTo>
                    <a:pt x="1" y="3687"/>
                    <a:pt x="3273" y="7196"/>
                    <a:pt x="7310" y="7196"/>
                  </a:cubicBezTo>
                  <a:cubicBezTo>
                    <a:pt x="11346" y="7196"/>
                    <a:pt x="14619" y="3687"/>
                    <a:pt x="14619" y="3687"/>
                  </a:cubicBezTo>
                  <a:cubicBezTo>
                    <a:pt x="14619" y="3687"/>
                    <a:pt x="14532" y="3594"/>
                    <a:pt x="14371" y="3440"/>
                  </a:cubicBezTo>
                  <a:lnTo>
                    <a:pt x="14371" y="3440"/>
                  </a:lnTo>
                  <a:cubicBezTo>
                    <a:pt x="14454" y="3463"/>
                    <a:pt x="14536" y="3486"/>
                    <a:pt x="14619" y="3509"/>
                  </a:cubicBezTo>
                  <a:cubicBezTo>
                    <a:pt x="14619" y="3509"/>
                    <a:pt x="11346" y="1"/>
                    <a:pt x="731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2"/>
            <p:cNvSpPr/>
            <p:nvPr/>
          </p:nvSpPr>
          <p:spPr>
            <a:xfrm>
              <a:off x="3443600" y="519675"/>
              <a:ext cx="365475" cy="175450"/>
            </a:xfrm>
            <a:custGeom>
              <a:rect b="b" l="l" r="r" t="t"/>
              <a:pathLst>
                <a:path extrusionOk="0" h="7018" w="14619">
                  <a:moveTo>
                    <a:pt x="7309" y="0"/>
                  </a:moveTo>
                  <a:cubicBezTo>
                    <a:pt x="3273" y="0"/>
                    <a:pt x="0" y="3509"/>
                    <a:pt x="0" y="3509"/>
                  </a:cubicBezTo>
                  <a:cubicBezTo>
                    <a:pt x="0" y="3509"/>
                    <a:pt x="3273" y="7018"/>
                    <a:pt x="7309" y="7018"/>
                  </a:cubicBezTo>
                  <a:cubicBezTo>
                    <a:pt x="11346" y="7018"/>
                    <a:pt x="14618" y="3509"/>
                    <a:pt x="14618" y="3509"/>
                  </a:cubicBezTo>
                  <a:cubicBezTo>
                    <a:pt x="14618" y="3509"/>
                    <a:pt x="11346"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2"/>
            <p:cNvSpPr/>
            <p:nvPr/>
          </p:nvSpPr>
          <p:spPr>
            <a:xfrm>
              <a:off x="3549550" y="530625"/>
              <a:ext cx="153525" cy="153550"/>
            </a:xfrm>
            <a:custGeom>
              <a:rect b="b" l="l" r="r" t="t"/>
              <a:pathLst>
                <a:path extrusionOk="0" h="6142" w="6141">
                  <a:moveTo>
                    <a:pt x="3071" y="1"/>
                  </a:moveTo>
                  <a:cubicBezTo>
                    <a:pt x="1375" y="1"/>
                    <a:pt x="1" y="1374"/>
                    <a:pt x="1" y="3071"/>
                  </a:cubicBezTo>
                  <a:cubicBezTo>
                    <a:pt x="1" y="4766"/>
                    <a:pt x="1375" y="6141"/>
                    <a:pt x="3071" y="6141"/>
                  </a:cubicBezTo>
                  <a:cubicBezTo>
                    <a:pt x="4766" y="6141"/>
                    <a:pt x="6141" y="4766"/>
                    <a:pt x="6141" y="3071"/>
                  </a:cubicBezTo>
                  <a:cubicBezTo>
                    <a:pt x="6141" y="1374"/>
                    <a:pt x="4766"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2"/>
            <p:cNvSpPr/>
            <p:nvPr/>
          </p:nvSpPr>
          <p:spPr>
            <a:xfrm>
              <a:off x="3562700" y="547025"/>
              <a:ext cx="127200" cy="120775"/>
            </a:xfrm>
            <a:custGeom>
              <a:rect b="b" l="l" r="r" t="t"/>
              <a:pathLst>
                <a:path extrusionOk="0" h="4831" w="5088">
                  <a:moveTo>
                    <a:pt x="2545" y="1"/>
                  </a:moveTo>
                  <a:cubicBezTo>
                    <a:pt x="2345" y="1"/>
                    <a:pt x="2144" y="128"/>
                    <a:pt x="2113" y="383"/>
                  </a:cubicBezTo>
                  <a:cubicBezTo>
                    <a:pt x="2085" y="616"/>
                    <a:pt x="1887" y="766"/>
                    <a:pt x="1680" y="766"/>
                  </a:cubicBezTo>
                  <a:cubicBezTo>
                    <a:pt x="1588" y="766"/>
                    <a:pt x="1494" y="737"/>
                    <a:pt x="1413" y="673"/>
                  </a:cubicBezTo>
                  <a:cubicBezTo>
                    <a:pt x="1326" y="604"/>
                    <a:pt x="1233" y="575"/>
                    <a:pt x="1145" y="575"/>
                  </a:cubicBezTo>
                  <a:cubicBezTo>
                    <a:pt x="822" y="575"/>
                    <a:pt x="553" y="966"/>
                    <a:pt x="803" y="1283"/>
                  </a:cubicBezTo>
                  <a:cubicBezTo>
                    <a:pt x="1011" y="1550"/>
                    <a:pt x="849" y="1943"/>
                    <a:pt x="512" y="1983"/>
                  </a:cubicBezTo>
                  <a:cubicBezTo>
                    <a:pt x="1" y="2045"/>
                    <a:pt x="1" y="2786"/>
                    <a:pt x="512" y="2846"/>
                  </a:cubicBezTo>
                  <a:cubicBezTo>
                    <a:pt x="849" y="2888"/>
                    <a:pt x="1011" y="3280"/>
                    <a:pt x="803" y="3547"/>
                  </a:cubicBezTo>
                  <a:cubicBezTo>
                    <a:pt x="553" y="3864"/>
                    <a:pt x="822" y="4255"/>
                    <a:pt x="1145" y="4255"/>
                  </a:cubicBezTo>
                  <a:cubicBezTo>
                    <a:pt x="1233" y="4255"/>
                    <a:pt x="1326" y="4225"/>
                    <a:pt x="1413" y="4157"/>
                  </a:cubicBezTo>
                  <a:cubicBezTo>
                    <a:pt x="1494" y="4093"/>
                    <a:pt x="1588" y="4064"/>
                    <a:pt x="1680" y="4064"/>
                  </a:cubicBezTo>
                  <a:cubicBezTo>
                    <a:pt x="1887" y="4064"/>
                    <a:pt x="2085" y="4214"/>
                    <a:pt x="2113" y="4448"/>
                  </a:cubicBezTo>
                  <a:cubicBezTo>
                    <a:pt x="2144" y="4703"/>
                    <a:pt x="2344" y="4830"/>
                    <a:pt x="2545" y="4830"/>
                  </a:cubicBezTo>
                  <a:cubicBezTo>
                    <a:pt x="2745" y="4830"/>
                    <a:pt x="2946" y="4703"/>
                    <a:pt x="2976" y="4448"/>
                  </a:cubicBezTo>
                  <a:cubicBezTo>
                    <a:pt x="3005" y="4214"/>
                    <a:pt x="3202" y="4064"/>
                    <a:pt x="3410" y="4064"/>
                  </a:cubicBezTo>
                  <a:cubicBezTo>
                    <a:pt x="3502" y="4064"/>
                    <a:pt x="3595" y="4093"/>
                    <a:pt x="3677" y="4157"/>
                  </a:cubicBezTo>
                  <a:cubicBezTo>
                    <a:pt x="3764" y="4225"/>
                    <a:pt x="3856" y="4255"/>
                    <a:pt x="3944" y="4255"/>
                  </a:cubicBezTo>
                  <a:cubicBezTo>
                    <a:pt x="4267" y="4255"/>
                    <a:pt x="4535" y="3864"/>
                    <a:pt x="4287" y="3547"/>
                  </a:cubicBezTo>
                  <a:cubicBezTo>
                    <a:pt x="4077" y="3280"/>
                    <a:pt x="4240" y="2886"/>
                    <a:pt x="4577" y="2846"/>
                  </a:cubicBezTo>
                  <a:cubicBezTo>
                    <a:pt x="5088" y="2784"/>
                    <a:pt x="5088" y="2044"/>
                    <a:pt x="4577" y="1983"/>
                  </a:cubicBezTo>
                  <a:cubicBezTo>
                    <a:pt x="4240" y="1942"/>
                    <a:pt x="4077" y="1550"/>
                    <a:pt x="4287" y="1283"/>
                  </a:cubicBezTo>
                  <a:cubicBezTo>
                    <a:pt x="4535" y="966"/>
                    <a:pt x="4266" y="575"/>
                    <a:pt x="3944" y="575"/>
                  </a:cubicBezTo>
                  <a:cubicBezTo>
                    <a:pt x="3856" y="575"/>
                    <a:pt x="3764" y="605"/>
                    <a:pt x="3677" y="673"/>
                  </a:cubicBezTo>
                  <a:cubicBezTo>
                    <a:pt x="3595" y="737"/>
                    <a:pt x="3501" y="766"/>
                    <a:pt x="3410" y="766"/>
                  </a:cubicBezTo>
                  <a:cubicBezTo>
                    <a:pt x="3202" y="766"/>
                    <a:pt x="3004" y="616"/>
                    <a:pt x="2976" y="383"/>
                  </a:cubicBezTo>
                  <a:cubicBezTo>
                    <a:pt x="2946" y="128"/>
                    <a:pt x="2745" y="1"/>
                    <a:pt x="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2"/>
            <p:cNvSpPr/>
            <p:nvPr/>
          </p:nvSpPr>
          <p:spPr>
            <a:xfrm>
              <a:off x="3600975" y="582025"/>
              <a:ext cx="50725" cy="50725"/>
            </a:xfrm>
            <a:custGeom>
              <a:rect b="b" l="l" r="r" t="t"/>
              <a:pathLst>
                <a:path extrusionOk="0" h="2029" w="2029">
                  <a:moveTo>
                    <a:pt x="1014" y="0"/>
                  </a:moveTo>
                  <a:cubicBezTo>
                    <a:pt x="454" y="0"/>
                    <a:pt x="0" y="454"/>
                    <a:pt x="0" y="1015"/>
                  </a:cubicBezTo>
                  <a:cubicBezTo>
                    <a:pt x="0" y="1574"/>
                    <a:pt x="454" y="2028"/>
                    <a:pt x="1014" y="2028"/>
                  </a:cubicBezTo>
                  <a:cubicBezTo>
                    <a:pt x="1574" y="2028"/>
                    <a:pt x="2028" y="1574"/>
                    <a:pt x="2028" y="1015"/>
                  </a:cubicBezTo>
                  <a:cubicBezTo>
                    <a:pt x="2028" y="454"/>
                    <a:pt x="1574" y="0"/>
                    <a:pt x="1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2"/>
            <p:cNvSpPr/>
            <p:nvPr/>
          </p:nvSpPr>
          <p:spPr>
            <a:xfrm>
              <a:off x="3443600" y="515225"/>
              <a:ext cx="365475" cy="87750"/>
            </a:xfrm>
            <a:custGeom>
              <a:rect b="b" l="l" r="r" t="t"/>
              <a:pathLst>
                <a:path extrusionOk="0" h="3510" w="14619">
                  <a:moveTo>
                    <a:pt x="7309" y="1"/>
                  </a:moveTo>
                  <a:cubicBezTo>
                    <a:pt x="3273" y="1"/>
                    <a:pt x="0" y="3509"/>
                    <a:pt x="0" y="3509"/>
                  </a:cubicBezTo>
                  <a:cubicBezTo>
                    <a:pt x="2504" y="2781"/>
                    <a:pt x="4955" y="2431"/>
                    <a:pt x="7357" y="2431"/>
                  </a:cubicBezTo>
                  <a:cubicBezTo>
                    <a:pt x="9828" y="2431"/>
                    <a:pt x="12247" y="2801"/>
                    <a:pt x="14618" y="3509"/>
                  </a:cubicBezTo>
                  <a:cubicBezTo>
                    <a:pt x="14618" y="3509"/>
                    <a:pt x="11346" y="1"/>
                    <a:pt x="7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82"/>
          <p:cNvGrpSpPr/>
          <p:nvPr/>
        </p:nvGrpSpPr>
        <p:grpSpPr>
          <a:xfrm>
            <a:off x="151400" y="3899596"/>
            <a:ext cx="1371801" cy="1105170"/>
            <a:chOff x="-1208112" y="2710525"/>
            <a:chExt cx="531150" cy="427913"/>
          </a:xfrm>
        </p:grpSpPr>
        <p:sp>
          <p:nvSpPr>
            <p:cNvPr id="6553" name="Google Shape;6553;p82"/>
            <p:cNvSpPr/>
            <p:nvPr/>
          </p:nvSpPr>
          <p:spPr>
            <a:xfrm>
              <a:off x="-1208087" y="2710525"/>
              <a:ext cx="531125" cy="427850"/>
            </a:xfrm>
            <a:custGeom>
              <a:rect b="b" l="l" r="r" t="t"/>
              <a:pathLst>
                <a:path extrusionOk="0" h="17114" w="21245">
                  <a:moveTo>
                    <a:pt x="16464" y="1"/>
                  </a:moveTo>
                  <a:cubicBezTo>
                    <a:pt x="16305" y="1"/>
                    <a:pt x="16145" y="26"/>
                    <a:pt x="15987" y="80"/>
                  </a:cubicBezTo>
                  <a:lnTo>
                    <a:pt x="1181" y="5168"/>
                  </a:lnTo>
                  <a:cubicBezTo>
                    <a:pt x="412" y="5433"/>
                    <a:pt x="0" y="6277"/>
                    <a:pt x="264" y="7043"/>
                  </a:cubicBezTo>
                  <a:lnTo>
                    <a:pt x="3381" y="16117"/>
                  </a:lnTo>
                  <a:cubicBezTo>
                    <a:pt x="3592" y="16728"/>
                    <a:pt x="4168" y="17114"/>
                    <a:pt x="4782" y="17114"/>
                  </a:cubicBezTo>
                  <a:cubicBezTo>
                    <a:pt x="4940" y="17114"/>
                    <a:pt x="5101" y="17088"/>
                    <a:pt x="5258" y="17034"/>
                  </a:cubicBezTo>
                  <a:lnTo>
                    <a:pt x="7426" y="16290"/>
                  </a:lnTo>
                  <a:lnTo>
                    <a:pt x="16069" y="13320"/>
                  </a:lnTo>
                  <a:lnTo>
                    <a:pt x="16622" y="13130"/>
                  </a:lnTo>
                  <a:lnTo>
                    <a:pt x="17896" y="12692"/>
                  </a:lnTo>
                  <a:lnTo>
                    <a:pt x="20065" y="11947"/>
                  </a:lnTo>
                  <a:cubicBezTo>
                    <a:pt x="20832" y="11682"/>
                    <a:pt x="21245" y="10837"/>
                    <a:pt x="20981" y="10069"/>
                  </a:cubicBezTo>
                  <a:lnTo>
                    <a:pt x="17863" y="996"/>
                  </a:lnTo>
                  <a:cubicBezTo>
                    <a:pt x="17654" y="386"/>
                    <a:pt x="17077" y="1"/>
                    <a:pt x="16464"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4" name="Google Shape;6554;p82"/>
            <p:cNvGrpSpPr/>
            <p:nvPr/>
          </p:nvGrpSpPr>
          <p:grpSpPr>
            <a:xfrm>
              <a:off x="-1208112" y="2710563"/>
              <a:ext cx="531150" cy="427875"/>
              <a:chOff x="-1651000" y="1758875"/>
              <a:chExt cx="531150" cy="427875"/>
            </a:xfrm>
          </p:grpSpPr>
          <p:sp>
            <p:nvSpPr>
              <p:cNvPr id="6555" name="Google Shape;6555;p82"/>
              <p:cNvSpPr/>
              <p:nvPr/>
            </p:nvSpPr>
            <p:spPr>
              <a:xfrm>
                <a:off x="-1651000" y="1758875"/>
                <a:ext cx="531150" cy="427875"/>
              </a:xfrm>
              <a:custGeom>
                <a:rect b="b" l="l" r="r" t="t"/>
                <a:pathLst>
                  <a:path extrusionOk="0" h="17115" w="21246">
                    <a:moveTo>
                      <a:pt x="16465" y="1"/>
                    </a:moveTo>
                    <a:cubicBezTo>
                      <a:pt x="16306" y="1"/>
                      <a:pt x="16145" y="26"/>
                      <a:pt x="15987" y="81"/>
                    </a:cubicBezTo>
                    <a:lnTo>
                      <a:pt x="1181" y="5168"/>
                    </a:lnTo>
                    <a:cubicBezTo>
                      <a:pt x="413" y="5433"/>
                      <a:pt x="0" y="6277"/>
                      <a:pt x="264" y="7043"/>
                    </a:cubicBezTo>
                    <a:lnTo>
                      <a:pt x="3381" y="16117"/>
                    </a:lnTo>
                    <a:cubicBezTo>
                      <a:pt x="3591" y="16728"/>
                      <a:pt x="4168" y="17114"/>
                      <a:pt x="4781" y="17114"/>
                    </a:cubicBezTo>
                    <a:cubicBezTo>
                      <a:pt x="4940" y="17114"/>
                      <a:pt x="5101" y="17088"/>
                      <a:pt x="5258" y="17034"/>
                    </a:cubicBezTo>
                    <a:lnTo>
                      <a:pt x="20064" y="11946"/>
                    </a:lnTo>
                    <a:cubicBezTo>
                      <a:pt x="20833" y="11682"/>
                      <a:pt x="21246" y="10838"/>
                      <a:pt x="20982" y="10069"/>
                    </a:cubicBezTo>
                    <a:lnTo>
                      <a:pt x="17864" y="996"/>
                    </a:lnTo>
                    <a:cubicBezTo>
                      <a:pt x="17655" y="386"/>
                      <a:pt x="17079" y="1"/>
                      <a:pt x="16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2"/>
              <p:cNvSpPr/>
              <p:nvPr/>
            </p:nvSpPr>
            <p:spPr>
              <a:xfrm>
                <a:off x="-1627375" y="1911950"/>
                <a:ext cx="20650" cy="19975"/>
              </a:xfrm>
              <a:custGeom>
                <a:rect b="b" l="l" r="r" t="t"/>
                <a:pathLst>
                  <a:path extrusionOk="0" h="799" w="826">
                    <a:moveTo>
                      <a:pt x="413" y="1"/>
                    </a:moveTo>
                    <a:cubicBezTo>
                      <a:pt x="370" y="1"/>
                      <a:pt x="326" y="8"/>
                      <a:pt x="283" y="23"/>
                    </a:cubicBezTo>
                    <a:cubicBezTo>
                      <a:pt x="182" y="58"/>
                      <a:pt x="101" y="130"/>
                      <a:pt x="54" y="225"/>
                    </a:cubicBezTo>
                    <a:cubicBezTo>
                      <a:pt x="7" y="321"/>
                      <a:pt x="1" y="429"/>
                      <a:pt x="36" y="529"/>
                    </a:cubicBezTo>
                    <a:cubicBezTo>
                      <a:pt x="91" y="690"/>
                      <a:pt x="242" y="799"/>
                      <a:pt x="412" y="799"/>
                    </a:cubicBezTo>
                    <a:cubicBezTo>
                      <a:pt x="456" y="799"/>
                      <a:pt x="500" y="791"/>
                      <a:pt x="542" y="777"/>
                    </a:cubicBezTo>
                    <a:cubicBezTo>
                      <a:pt x="644" y="742"/>
                      <a:pt x="724" y="670"/>
                      <a:pt x="771" y="575"/>
                    </a:cubicBezTo>
                    <a:cubicBezTo>
                      <a:pt x="819" y="479"/>
                      <a:pt x="825" y="370"/>
                      <a:pt x="790" y="270"/>
                    </a:cubicBezTo>
                    <a:cubicBezTo>
                      <a:pt x="734" y="109"/>
                      <a:pt x="584"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2"/>
              <p:cNvSpPr/>
              <p:nvPr/>
            </p:nvSpPr>
            <p:spPr>
              <a:xfrm>
                <a:off x="-1243900" y="1780175"/>
                <a:ext cx="21500" cy="20000"/>
              </a:xfrm>
              <a:custGeom>
                <a:rect b="b" l="l" r="r" t="t"/>
                <a:pathLst>
                  <a:path extrusionOk="0" h="800" w="860">
                    <a:moveTo>
                      <a:pt x="413" y="0"/>
                    </a:moveTo>
                    <a:cubicBezTo>
                      <a:pt x="369" y="0"/>
                      <a:pt x="325" y="9"/>
                      <a:pt x="282" y="22"/>
                    </a:cubicBezTo>
                    <a:cubicBezTo>
                      <a:pt x="182" y="57"/>
                      <a:pt x="100" y="129"/>
                      <a:pt x="54" y="225"/>
                    </a:cubicBezTo>
                    <a:cubicBezTo>
                      <a:pt x="6" y="320"/>
                      <a:pt x="0" y="429"/>
                      <a:pt x="34" y="530"/>
                    </a:cubicBezTo>
                    <a:cubicBezTo>
                      <a:pt x="90" y="691"/>
                      <a:pt x="243" y="799"/>
                      <a:pt x="413" y="799"/>
                    </a:cubicBezTo>
                    <a:cubicBezTo>
                      <a:pt x="456" y="799"/>
                      <a:pt x="501" y="791"/>
                      <a:pt x="542" y="778"/>
                    </a:cubicBezTo>
                    <a:cubicBezTo>
                      <a:pt x="749" y="706"/>
                      <a:pt x="860" y="478"/>
                      <a:pt x="790" y="270"/>
                    </a:cubicBezTo>
                    <a:cubicBezTo>
                      <a:pt x="735" y="109"/>
                      <a:pt x="583" y="0"/>
                      <a:pt x="4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2"/>
              <p:cNvSpPr/>
              <p:nvPr/>
            </p:nvSpPr>
            <p:spPr>
              <a:xfrm>
                <a:off x="-1547425" y="2147300"/>
                <a:ext cx="22450" cy="20000"/>
              </a:xfrm>
              <a:custGeom>
                <a:rect b="b" l="l" r="r" t="t"/>
                <a:pathLst>
                  <a:path extrusionOk="0" h="800" w="898">
                    <a:moveTo>
                      <a:pt x="450" y="1"/>
                    </a:moveTo>
                    <a:cubicBezTo>
                      <a:pt x="405" y="1"/>
                      <a:pt x="362" y="9"/>
                      <a:pt x="320" y="22"/>
                    </a:cubicBezTo>
                    <a:cubicBezTo>
                      <a:pt x="111" y="94"/>
                      <a:pt x="1" y="322"/>
                      <a:pt x="72" y="530"/>
                    </a:cubicBezTo>
                    <a:cubicBezTo>
                      <a:pt x="127" y="691"/>
                      <a:pt x="279" y="800"/>
                      <a:pt x="450" y="800"/>
                    </a:cubicBezTo>
                    <a:cubicBezTo>
                      <a:pt x="493" y="800"/>
                      <a:pt x="537" y="791"/>
                      <a:pt x="579" y="778"/>
                    </a:cubicBezTo>
                    <a:cubicBezTo>
                      <a:pt x="786" y="707"/>
                      <a:pt x="898" y="479"/>
                      <a:pt x="826" y="270"/>
                    </a:cubicBezTo>
                    <a:cubicBezTo>
                      <a:pt x="772" y="109"/>
                      <a:pt x="620" y="1"/>
                      <a:pt x="4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2"/>
              <p:cNvSpPr/>
              <p:nvPr/>
            </p:nvSpPr>
            <p:spPr>
              <a:xfrm>
                <a:off x="-1163000" y="2015550"/>
                <a:ext cx="21550" cy="19975"/>
              </a:xfrm>
              <a:custGeom>
                <a:rect b="b" l="l" r="r" t="t"/>
                <a:pathLst>
                  <a:path extrusionOk="0" h="799" w="862">
                    <a:moveTo>
                      <a:pt x="413" y="0"/>
                    </a:moveTo>
                    <a:cubicBezTo>
                      <a:pt x="369" y="0"/>
                      <a:pt x="326" y="8"/>
                      <a:pt x="283" y="22"/>
                    </a:cubicBezTo>
                    <a:cubicBezTo>
                      <a:pt x="182" y="57"/>
                      <a:pt x="101" y="129"/>
                      <a:pt x="54" y="224"/>
                    </a:cubicBezTo>
                    <a:cubicBezTo>
                      <a:pt x="7" y="320"/>
                      <a:pt x="0" y="429"/>
                      <a:pt x="35" y="529"/>
                    </a:cubicBezTo>
                    <a:cubicBezTo>
                      <a:pt x="89" y="690"/>
                      <a:pt x="241" y="798"/>
                      <a:pt x="412" y="798"/>
                    </a:cubicBezTo>
                    <a:cubicBezTo>
                      <a:pt x="456" y="798"/>
                      <a:pt x="500" y="791"/>
                      <a:pt x="542" y="776"/>
                    </a:cubicBezTo>
                    <a:cubicBezTo>
                      <a:pt x="750" y="705"/>
                      <a:pt x="861" y="477"/>
                      <a:pt x="790" y="270"/>
                    </a:cubicBezTo>
                    <a:cubicBezTo>
                      <a:pt x="735" y="109"/>
                      <a:pt x="584" y="0"/>
                      <a:pt x="4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2"/>
              <p:cNvSpPr/>
              <p:nvPr/>
            </p:nvSpPr>
            <p:spPr>
              <a:xfrm>
                <a:off x="-1550125" y="1984975"/>
                <a:ext cx="386425" cy="140200"/>
              </a:xfrm>
              <a:custGeom>
                <a:rect b="b" l="l" r="r" t="t"/>
                <a:pathLst>
                  <a:path extrusionOk="0" h="5608" w="15457">
                    <a:moveTo>
                      <a:pt x="15341" y="0"/>
                    </a:moveTo>
                    <a:lnTo>
                      <a:pt x="0" y="5273"/>
                    </a:lnTo>
                    <a:lnTo>
                      <a:pt x="115" y="5607"/>
                    </a:lnTo>
                    <a:lnTo>
                      <a:pt x="15457" y="335"/>
                    </a:lnTo>
                    <a:lnTo>
                      <a:pt x="153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2"/>
              <p:cNvSpPr/>
              <p:nvPr/>
            </p:nvSpPr>
            <p:spPr>
              <a:xfrm>
                <a:off x="-1604400" y="1802800"/>
                <a:ext cx="437850" cy="314175"/>
              </a:xfrm>
              <a:custGeom>
                <a:rect b="b" l="l" r="r" t="t"/>
                <a:pathLst>
                  <a:path extrusionOk="0" h="12567" w="17514">
                    <a:moveTo>
                      <a:pt x="13353" y="1"/>
                    </a:moveTo>
                    <a:lnTo>
                      <a:pt x="8687" y="1604"/>
                    </a:lnTo>
                    <a:lnTo>
                      <a:pt x="8187" y="1776"/>
                    </a:lnTo>
                    <a:lnTo>
                      <a:pt x="7581" y="1984"/>
                    </a:lnTo>
                    <a:lnTo>
                      <a:pt x="6742" y="2273"/>
                    </a:lnTo>
                    <a:lnTo>
                      <a:pt x="6136" y="2480"/>
                    </a:lnTo>
                    <a:lnTo>
                      <a:pt x="5636" y="2652"/>
                    </a:lnTo>
                    <a:lnTo>
                      <a:pt x="969" y="4255"/>
                    </a:lnTo>
                    <a:cubicBezTo>
                      <a:pt x="1250" y="5072"/>
                      <a:pt x="814" y="5963"/>
                      <a:pt x="1" y="6242"/>
                    </a:cubicBezTo>
                    <a:lnTo>
                      <a:pt x="0" y="6243"/>
                    </a:lnTo>
                    <a:lnTo>
                      <a:pt x="2171" y="12566"/>
                    </a:lnTo>
                    <a:lnTo>
                      <a:pt x="8317" y="10454"/>
                    </a:lnTo>
                    <a:lnTo>
                      <a:pt x="8817" y="10282"/>
                    </a:lnTo>
                    <a:lnTo>
                      <a:pt x="9422" y="10075"/>
                    </a:lnTo>
                    <a:lnTo>
                      <a:pt x="10262" y="9786"/>
                    </a:lnTo>
                    <a:lnTo>
                      <a:pt x="10867" y="9578"/>
                    </a:lnTo>
                    <a:lnTo>
                      <a:pt x="11368" y="9406"/>
                    </a:lnTo>
                    <a:lnTo>
                      <a:pt x="17513" y="7295"/>
                    </a:lnTo>
                    <a:lnTo>
                      <a:pt x="15340" y="973"/>
                    </a:lnTo>
                    <a:cubicBezTo>
                      <a:pt x="15173" y="1030"/>
                      <a:pt x="15003" y="1057"/>
                      <a:pt x="14835" y="1057"/>
                    </a:cubicBezTo>
                    <a:cubicBezTo>
                      <a:pt x="14185" y="1057"/>
                      <a:pt x="13576" y="648"/>
                      <a:pt x="133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2"/>
              <p:cNvSpPr/>
              <p:nvPr/>
            </p:nvSpPr>
            <p:spPr>
              <a:xfrm>
                <a:off x="-1463475" y="1842900"/>
                <a:ext cx="143275" cy="221250"/>
              </a:xfrm>
              <a:custGeom>
                <a:rect b="b" l="l" r="r" t="t"/>
                <a:pathLst>
                  <a:path extrusionOk="0" h="8850" w="5731">
                    <a:moveTo>
                      <a:pt x="3051" y="0"/>
                    </a:moveTo>
                    <a:lnTo>
                      <a:pt x="2551" y="174"/>
                    </a:lnTo>
                    <a:lnTo>
                      <a:pt x="1946" y="380"/>
                    </a:lnTo>
                    <a:lnTo>
                      <a:pt x="1106" y="669"/>
                    </a:lnTo>
                    <a:lnTo>
                      <a:pt x="501" y="876"/>
                    </a:lnTo>
                    <a:lnTo>
                      <a:pt x="1" y="1048"/>
                    </a:lnTo>
                    <a:lnTo>
                      <a:pt x="2681" y="8850"/>
                    </a:lnTo>
                    <a:lnTo>
                      <a:pt x="3180" y="8678"/>
                    </a:lnTo>
                    <a:lnTo>
                      <a:pt x="3785" y="8471"/>
                    </a:lnTo>
                    <a:lnTo>
                      <a:pt x="4626" y="8182"/>
                    </a:lnTo>
                    <a:lnTo>
                      <a:pt x="5231" y="7974"/>
                    </a:lnTo>
                    <a:lnTo>
                      <a:pt x="5731" y="7802"/>
                    </a:lnTo>
                    <a:lnTo>
                      <a:pt x="30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2"/>
              <p:cNvSpPr/>
              <p:nvPr/>
            </p:nvSpPr>
            <p:spPr>
              <a:xfrm>
                <a:off x="-1450950" y="1847225"/>
                <a:ext cx="118275" cy="212650"/>
              </a:xfrm>
              <a:custGeom>
                <a:rect b="b" l="l" r="r" t="t"/>
                <a:pathLst>
                  <a:path extrusionOk="0" h="8506" w="4731">
                    <a:moveTo>
                      <a:pt x="2050" y="1"/>
                    </a:moveTo>
                    <a:lnTo>
                      <a:pt x="1445" y="207"/>
                    </a:lnTo>
                    <a:lnTo>
                      <a:pt x="605" y="496"/>
                    </a:lnTo>
                    <a:lnTo>
                      <a:pt x="0" y="703"/>
                    </a:lnTo>
                    <a:lnTo>
                      <a:pt x="2679" y="8505"/>
                    </a:lnTo>
                    <a:lnTo>
                      <a:pt x="3284" y="8298"/>
                    </a:lnTo>
                    <a:lnTo>
                      <a:pt x="4125" y="8009"/>
                    </a:lnTo>
                    <a:lnTo>
                      <a:pt x="4730" y="7801"/>
                    </a:lnTo>
                    <a:lnTo>
                      <a:pt x="20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2"/>
              <p:cNvSpPr/>
              <p:nvPr/>
            </p:nvSpPr>
            <p:spPr>
              <a:xfrm>
                <a:off x="-1435800" y="1852475"/>
                <a:ext cx="88125" cy="202250"/>
              </a:xfrm>
              <a:custGeom>
                <a:rect b="b" l="l" r="r" t="t"/>
                <a:pathLst>
                  <a:path extrusionOk="0" h="8090" w="3525">
                    <a:moveTo>
                      <a:pt x="840" y="0"/>
                    </a:moveTo>
                    <a:lnTo>
                      <a:pt x="0" y="289"/>
                    </a:lnTo>
                    <a:lnTo>
                      <a:pt x="2684" y="8090"/>
                    </a:lnTo>
                    <a:lnTo>
                      <a:pt x="3524" y="7801"/>
                    </a:lnTo>
                    <a:lnTo>
                      <a:pt x="84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2"/>
              <p:cNvSpPr/>
              <p:nvPr/>
            </p:nvSpPr>
            <p:spPr>
              <a:xfrm>
                <a:off x="-1465375" y="2039125"/>
                <a:ext cx="261800" cy="127000"/>
              </a:xfrm>
              <a:custGeom>
                <a:rect b="b" l="l" r="r" t="t"/>
                <a:pathLst>
                  <a:path extrusionOk="0" h="5080" w="10472">
                    <a:moveTo>
                      <a:pt x="8573" y="1"/>
                    </a:moveTo>
                    <a:cubicBezTo>
                      <a:pt x="8454" y="1"/>
                      <a:pt x="8334" y="20"/>
                      <a:pt x="8217" y="60"/>
                    </a:cubicBezTo>
                    <a:lnTo>
                      <a:pt x="905" y="2573"/>
                    </a:lnTo>
                    <a:cubicBezTo>
                      <a:pt x="502" y="2712"/>
                      <a:pt x="218" y="3068"/>
                      <a:pt x="172" y="3491"/>
                    </a:cubicBezTo>
                    <a:lnTo>
                      <a:pt x="1" y="5079"/>
                    </a:lnTo>
                    <a:lnTo>
                      <a:pt x="1" y="5079"/>
                    </a:lnTo>
                    <a:lnTo>
                      <a:pt x="10471" y="1480"/>
                    </a:lnTo>
                    <a:lnTo>
                      <a:pt x="9358" y="334"/>
                    </a:lnTo>
                    <a:cubicBezTo>
                      <a:pt x="9149" y="117"/>
                      <a:pt x="8864" y="1"/>
                      <a:pt x="8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2"/>
              <p:cNvSpPr/>
              <p:nvPr/>
            </p:nvSpPr>
            <p:spPr>
              <a:xfrm>
                <a:off x="-1437200" y="2136150"/>
                <a:ext cx="19575" cy="18825"/>
              </a:xfrm>
              <a:custGeom>
                <a:rect b="b" l="l" r="r" t="t"/>
                <a:pathLst>
                  <a:path extrusionOk="0" h="753" w="783">
                    <a:moveTo>
                      <a:pt x="365" y="1"/>
                    </a:moveTo>
                    <a:cubicBezTo>
                      <a:pt x="330" y="1"/>
                      <a:pt x="295" y="7"/>
                      <a:pt x="261" y="18"/>
                    </a:cubicBezTo>
                    <a:cubicBezTo>
                      <a:pt x="91" y="76"/>
                      <a:pt x="0" y="261"/>
                      <a:pt x="59" y="430"/>
                    </a:cubicBezTo>
                    <a:lnTo>
                      <a:pt x="170" y="752"/>
                    </a:lnTo>
                    <a:lnTo>
                      <a:pt x="783" y="543"/>
                    </a:lnTo>
                    <a:lnTo>
                      <a:pt x="671" y="220"/>
                    </a:lnTo>
                    <a:cubicBezTo>
                      <a:pt x="625" y="85"/>
                      <a:pt x="499" y="1"/>
                      <a:pt x="3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2"/>
              <p:cNvSpPr/>
              <p:nvPr/>
            </p:nvSpPr>
            <p:spPr>
              <a:xfrm>
                <a:off x="-1254975" y="2073575"/>
                <a:ext cx="19550" cy="18800"/>
              </a:xfrm>
              <a:custGeom>
                <a:rect b="b" l="l" r="r" t="t"/>
                <a:pathLst>
                  <a:path extrusionOk="0" h="752" w="782">
                    <a:moveTo>
                      <a:pt x="365" y="0"/>
                    </a:moveTo>
                    <a:cubicBezTo>
                      <a:pt x="330" y="0"/>
                      <a:pt x="294" y="6"/>
                      <a:pt x="259" y="18"/>
                    </a:cubicBezTo>
                    <a:cubicBezTo>
                      <a:pt x="90" y="76"/>
                      <a:pt x="0" y="260"/>
                      <a:pt x="58" y="430"/>
                    </a:cubicBezTo>
                    <a:lnTo>
                      <a:pt x="170" y="752"/>
                    </a:lnTo>
                    <a:lnTo>
                      <a:pt x="782" y="541"/>
                    </a:lnTo>
                    <a:lnTo>
                      <a:pt x="671" y="219"/>
                    </a:lnTo>
                    <a:cubicBezTo>
                      <a:pt x="625" y="85"/>
                      <a:pt x="499" y="0"/>
                      <a:pt x="3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2"/>
              <p:cNvSpPr/>
              <p:nvPr/>
            </p:nvSpPr>
            <p:spPr>
              <a:xfrm>
                <a:off x="-1538675" y="1874725"/>
                <a:ext cx="295375" cy="162550"/>
              </a:xfrm>
              <a:custGeom>
                <a:rect b="b" l="l" r="r" t="t"/>
                <a:pathLst>
                  <a:path extrusionOk="0" h="6502" w="11815">
                    <a:moveTo>
                      <a:pt x="10085" y="0"/>
                    </a:moveTo>
                    <a:cubicBezTo>
                      <a:pt x="9955" y="0"/>
                      <a:pt x="9824" y="21"/>
                      <a:pt x="9694" y="66"/>
                    </a:cubicBezTo>
                    <a:lnTo>
                      <a:pt x="962" y="3066"/>
                    </a:lnTo>
                    <a:cubicBezTo>
                      <a:pt x="334" y="3281"/>
                      <a:pt x="1" y="3965"/>
                      <a:pt x="217" y="4593"/>
                    </a:cubicBezTo>
                    <a:lnTo>
                      <a:pt x="594" y="5690"/>
                    </a:lnTo>
                    <a:cubicBezTo>
                      <a:pt x="764" y="6188"/>
                      <a:pt x="1230" y="6501"/>
                      <a:pt x="1729" y="6501"/>
                    </a:cubicBezTo>
                    <a:cubicBezTo>
                      <a:pt x="1859" y="6501"/>
                      <a:pt x="1992" y="6480"/>
                      <a:pt x="2121" y="6435"/>
                    </a:cubicBezTo>
                    <a:lnTo>
                      <a:pt x="10853" y="3435"/>
                    </a:lnTo>
                    <a:cubicBezTo>
                      <a:pt x="11482" y="3220"/>
                      <a:pt x="11815" y="2535"/>
                      <a:pt x="11598" y="1908"/>
                    </a:cubicBezTo>
                    <a:lnTo>
                      <a:pt x="11222" y="811"/>
                    </a:lnTo>
                    <a:cubicBezTo>
                      <a:pt x="11051" y="313"/>
                      <a:pt x="10585" y="0"/>
                      <a:pt x="100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2"/>
              <p:cNvSpPr/>
              <p:nvPr/>
            </p:nvSpPr>
            <p:spPr>
              <a:xfrm>
                <a:off x="-1440250" y="1938275"/>
                <a:ext cx="66350" cy="46475"/>
              </a:xfrm>
              <a:custGeom>
                <a:rect b="b" l="l" r="r" t="t"/>
                <a:pathLst>
                  <a:path extrusionOk="0" h="1859" w="2654">
                    <a:moveTo>
                      <a:pt x="1786" y="1"/>
                    </a:moveTo>
                    <a:cubicBezTo>
                      <a:pt x="1704" y="1"/>
                      <a:pt x="1619" y="14"/>
                      <a:pt x="1536" y="43"/>
                    </a:cubicBezTo>
                    <a:lnTo>
                      <a:pt x="617" y="359"/>
                    </a:lnTo>
                    <a:cubicBezTo>
                      <a:pt x="214" y="497"/>
                      <a:pt x="1" y="936"/>
                      <a:pt x="138" y="1338"/>
                    </a:cubicBezTo>
                    <a:cubicBezTo>
                      <a:pt x="248" y="1658"/>
                      <a:pt x="547" y="1858"/>
                      <a:pt x="868" y="1858"/>
                    </a:cubicBezTo>
                    <a:cubicBezTo>
                      <a:pt x="951" y="1858"/>
                      <a:pt x="1035" y="1845"/>
                      <a:pt x="1117" y="1817"/>
                    </a:cubicBezTo>
                    <a:lnTo>
                      <a:pt x="2037" y="1500"/>
                    </a:lnTo>
                    <a:cubicBezTo>
                      <a:pt x="2439" y="1363"/>
                      <a:pt x="2654" y="924"/>
                      <a:pt x="2516" y="522"/>
                    </a:cubicBezTo>
                    <a:cubicBezTo>
                      <a:pt x="2406" y="202"/>
                      <a:pt x="2107" y="1"/>
                      <a:pt x="1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2"/>
              <p:cNvSpPr/>
              <p:nvPr/>
            </p:nvSpPr>
            <p:spPr>
              <a:xfrm>
                <a:off x="-1365625" y="1924225"/>
                <a:ext cx="25500" cy="37300"/>
              </a:xfrm>
              <a:custGeom>
                <a:rect b="b" l="l" r="r" t="t"/>
                <a:pathLst>
                  <a:path extrusionOk="0" h="1492" w="1020">
                    <a:moveTo>
                      <a:pt x="365" y="0"/>
                    </a:moveTo>
                    <a:cubicBezTo>
                      <a:pt x="330" y="0"/>
                      <a:pt x="294" y="6"/>
                      <a:pt x="259" y="18"/>
                    </a:cubicBezTo>
                    <a:cubicBezTo>
                      <a:pt x="91" y="75"/>
                      <a:pt x="0" y="260"/>
                      <a:pt x="58" y="429"/>
                    </a:cubicBezTo>
                    <a:lnTo>
                      <a:pt x="349" y="1273"/>
                    </a:lnTo>
                    <a:cubicBezTo>
                      <a:pt x="395" y="1407"/>
                      <a:pt x="521" y="1491"/>
                      <a:pt x="655" y="1491"/>
                    </a:cubicBezTo>
                    <a:cubicBezTo>
                      <a:pt x="690" y="1491"/>
                      <a:pt x="725" y="1486"/>
                      <a:pt x="760" y="1474"/>
                    </a:cubicBezTo>
                    <a:cubicBezTo>
                      <a:pt x="929" y="1416"/>
                      <a:pt x="1020" y="1231"/>
                      <a:pt x="961" y="1063"/>
                    </a:cubicBezTo>
                    <a:lnTo>
                      <a:pt x="671" y="219"/>
                    </a:lnTo>
                    <a:cubicBezTo>
                      <a:pt x="625" y="84"/>
                      <a:pt x="500"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2"/>
              <p:cNvSpPr/>
              <p:nvPr/>
            </p:nvSpPr>
            <p:spPr>
              <a:xfrm>
                <a:off x="-1523650" y="1955000"/>
                <a:ext cx="73850" cy="67300"/>
              </a:xfrm>
              <a:custGeom>
                <a:rect b="b" l="l" r="r" t="t"/>
                <a:pathLst>
                  <a:path extrusionOk="0" h="2692" w="2954">
                    <a:moveTo>
                      <a:pt x="1477" y="1"/>
                    </a:moveTo>
                    <a:cubicBezTo>
                      <a:pt x="1133" y="1"/>
                      <a:pt x="788" y="132"/>
                      <a:pt x="526" y="394"/>
                    </a:cubicBezTo>
                    <a:cubicBezTo>
                      <a:pt x="0" y="921"/>
                      <a:pt x="0" y="1772"/>
                      <a:pt x="526" y="2297"/>
                    </a:cubicBezTo>
                    <a:cubicBezTo>
                      <a:pt x="788" y="2560"/>
                      <a:pt x="1133" y="2691"/>
                      <a:pt x="1477" y="2691"/>
                    </a:cubicBezTo>
                    <a:cubicBezTo>
                      <a:pt x="1821" y="2691"/>
                      <a:pt x="2166" y="2560"/>
                      <a:pt x="2429" y="2297"/>
                    </a:cubicBezTo>
                    <a:cubicBezTo>
                      <a:pt x="2954" y="1772"/>
                      <a:pt x="2954" y="921"/>
                      <a:pt x="2429" y="394"/>
                    </a:cubicBezTo>
                    <a:cubicBezTo>
                      <a:pt x="2166" y="132"/>
                      <a:pt x="1821" y="1"/>
                      <a:pt x="1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2"/>
              <p:cNvSpPr/>
              <p:nvPr/>
            </p:nvSpPr>
            <p:spPr>
              <a:xfrm>
                <a:off x="-1518675" y="1959550"/>
                <a:ext cx="63900" cy="58225"/>
              </a:xfrm>
              <a:custGeom>
                <a:rect b="b" l="l" r="r" t="t"/>
                <a:pathLst>
                  <a:path extrusionOk="0" h="2329" w="2556">
                    <a:moveTo>
                      <a:pt x="1278" y="1"/>
                    </a:moveTo>
                    <a:cubicBezTo>
                      <a:pt x="980" y="1"/>
                      <a:pt x="683" y="114"/>
                      <a:pt x="456" y="341"/>
                    </a:cubicBezTo>
                    <a:cubicBezTo>
                      <a:pt x="0" y="796"/>
                      <a:pt x="0" y="1532"/>
                      <a:pt x="456" y="1988"/>
                    </a:cubicBezTo>
                    <a:cubicBezTo>
                      <a:pt x="683" y="2215"/>
                      <a:pt x="980" y="2328"/>
                      <a:pt x="1278" y="2328"/>
                    </a:cubicBezTo>
                    <a:cubicBezTo>
                      <a:pt x="1576" y="2328"/>
                      <a:pt x="1874" y="2215"/>
                      <a:pt x="2101" y="1988"/>
                    </a:cubicBezTo>
                    <a:cubicBezTo>
                      <a:pt x="2556" y="1532"/>
                      <a:pt x="2556"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2"/>
              <p:cNvSpPr/>
              <p:nvPr/>
            </p:nvSpPr>
            <p:spPr>
              <a:xfrm>
                <a:off x="-1499175" y="1976525"/>
                <a:ext cx="26100" cy="24225"/>
              </a:xfrm>
              <a:custGeom>
                <a:rect b="b" l="l" r="r" t="t"/>
                <a:pathLst>
                  <a:path extrusionOk="0" h="969" w="1044">
                    <a:moveTo>
                      <a:pt x="501" y="1"/>
                    </a:moveTo>
                    <a:cubicBezTo>
                      <a:pt x="449" y="1"/>
                      <a:pt x="395" y="10"/>
                      <a:pt x="343" y="29"/>
                    </a:cubicBezTo>
                    <a:cubicBezTo>
                      <a:pt x="221" y="71"/>
                      <a:pt x="123" y="158"/>
                      <a:pt x="67" y="273"/>
                    </a:cubicBezTo>
                    <a:cubicBezTo>
                      <a:pt x="10" y="390"/>
                      <a:pt x="1" y="520"/>
                      <a:pt x="43" y="643"/>
                    </a:cubicBezTo>
                    <a:cubicBezTo>
                      <a:pt x="110" y="837"/>
                      <a:pt x="294" y="969"/>
                      <a:pt x="500" y="969"/>
                    </a:cubicBezTo>
                    <a:cubicBezTo>
                      <a:pt x="553" y="969"/>
                      <a:pt x="605" y="960"/>
                      <a:pt x="657" y="942"/>
                    </a:cubicBezTo>
                    <a:cubicBezTo>
                      <a:pt x="910" y="855"/>
                      <a:pt x="1044" y="579"/>
                      <a:pt x="957" y="327"/>
                    </a:cubicBezTo>
                    <a:cubicBezTo>
                      <a:pt x="890" y="133"/>
                      <a:pt x="708" y="1"/>
                      <a:pt x="5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2"/>
              <p:cNvSpPr/>
              <p:nvPr/>
            </p:nvSpPr>
            <p:spPr>
              <a:xfrm>
                <a:off x="-1333200" y="1889600"/>
                <a:ext cx="73850" cy="67300"/>
              </a:xfrm>
              <a:custGeom>
                <a:rect b="b" l="l" r="r" t="t"/>
                <a:pathLst>
                  <a:path extrusionOk="0" h="2692" w="2954">
                    <a:moveTo>
                      <a:pt x="1477" y="0"/>
                    </a:moveTo>
                    <a:cubicBezTo>
                      <a:pt x="1133" y="0"/>
                      <a:pt x="788" y="132"/>
                      <a:pt x="526" y="394"/>
                    </a:cubicBezTo>
                    <a:cubicBezTo>
                      <a:pt x="0" y="920"/>
                      <a:pt x="0" y="1771"/>
                      <a:pt x="526" y="2296"/>
                    </a:cubicBezTo>
                    <a:cubicBezTo>
                      <a:pt x="788" y="2559"/>
                      <a:pt x="1133" y="2691"/>
                      <a:pt x="1477" y="2691"/>
                    </a:cubicBezTo>
                    <a:cubicBezTo>
                      <a:pt x="1821" y="2691"/>
                      <a:pt x="2166" y="2559"/>
                      <a:pt x="2429" y="2296"/>
                    </a:cubicBezTo>
                    <a:cubicBezTo>
                      <a:pt x="2954" y="1771"/>
                      <a:pt x="2954" y="920"/>
                      <a:pt x="2429" y="394"/>
                    </a:cubicBezTo>
                    <a:cubicBezTo>
                      <a:pt x="2166" y="132"/>
                      <a:pt x="1821" y="0"/>
                      <a:pt x="14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2"/>
              <p:cNvSpPr/>
              <p:nvPr/>
            </p:nvSpPr>
            <p:spPr>
              <a:xfrm>
                <a:off x="-1328225" y="1894125"/>
                <a:ext cx="63875" cy="58200"/>
              </a:xfrm>
              <a:custGeom>
                <a:rect b="b" l="l" r="r" t="t"/>
                <a:pathLst>
                  <a:path extrusionOk="0" h="2328" w="2555">
                    <a:moveTo>
                      <a:pt x="1278" y="1"/>
                    </a:moveTo>
                    <a:cubicBezTo>
                      <a:pt x="980" y="1"/>
                      <a:pt x="682" y="114"/>
                      <a:pt x="455" y="341"/>
                    </a:cubicBezTo>
                    <a:cubicBezTo>
                      <a:pt x="1" y="796"/>
                      <a:pt x="1" y="1533"/>
                      <a:pt x="455" y="1987"/>
                    </a:cubicBezTo>
                    <a:cubicBezTo>
                      <a:pt x="682" y="2214"/>
                      <a:pt x="980" y="2328"/>
                      <a:pt x="1278" y="2328"/>
                    </a:cubicBezTo>
                    <a:cubicBezTo>
                      <a:pt x="1576" y="2328"/>
                      <a:pt x="1874" y="2214"/>
                      <a:pt x="2101" y="1987"/>
                    </a:cubicBezTo>
                    <a:cubicBezTo>
                      <a:pt x="2555" y="1533"/>
                      <a:pt x="2555"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2"/>
              <p:cNvSpPr/>
              <p:nvPr/>
            </p:nvSpPr>
            <p:spPr>
              <a:xfrm>
                <a:off x="-1309825" y="1911100"/>
                <a:ext cx="27250" cy="24225"/>
              </a:xfrm>
              <a:custGeom>
                <a:rect b="b" l="l" r="r" t="t"/>
                <a:pathLst>
                  <a:path extrusionOk="0" h="969" w="1090">
                    <a:moveTo>
                      <a:pt x="544" y="1"/>
                    </a:moveTo>
                    <a:cubicBezTo>
                      <a:pt x="492" y="1"/>
                      <a:pt x="439" y="10"/>
                      <a:pt x="387" y="28"/>
                    </a:cubicBezTo>
                    <a:cubicBezTo>
                      <a:pt x="135" y="114"/>
                      <a:pt x="0" y="391"/>
                      <a:pt x="86" y="642"/>
                    </a:cubicBezTo>
                    <a:cubicBezTo>
                      <a:pt x="153" y="837"/>
                      <a:pt x="337" y="969"/>
                      <a:pt x="543" y="969"/>
                    </a:cubicBezTo>
                    <a:cubicBezTo>
                      <a:pt x="597" y="969"/>
                      <a:pt x="651" y="960"/>
                      <a:pt x="702" y="941"/>
                    </a:cubicBezTo>
                    <a:cubicBezTo>
                      <a:pt x="955" y="854"/>
                      <a:pt x="1089" y="579"/>
                      <a:pt x="1002" y="327"/>
                    </a:cubicBezTo>
                    <a:cubicBezTo>
                      <a:pt x="935" y="132"/>
                      <a:pt x="751" y="1"/>
                      <a:pt x="5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2"/>
              <p:cNvSpPr/>
              <p:nvPr/>
            </p:nvSpPr>
            <p:spPr>
              <a:xfrm>
                <a:off x="-1508450" y="1967225"/>
                <a:ext cx="275125" cy="94550"/>
              </a:xfrm>
              <a:custGeom>
                <a:rect b="b" l="l" r="r" t="t"/>
                <a:pathLst>
                  <a:path extrusionOk="0" fill="none" h="3782" w="11005">
                    <a:moveTo>
                      <a:pt x="0" y="3782"/>
                    </a:moveTo>
                    <a:lnTo>
                      <a:pt x="11004" y="0"/>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2"/>
              <p:cNvSpPr/>
              <p:nvPr/>
            </p:nvSpPr>
            <p:spPr>
              <a:xfrm>
                <a:off x="-1504425" y="1979000"/>
                <a:ext cx="275175" cy="94550"/>
              </a:xfrm>
              <a:custGeom>
                <a:rect b="b" l="l" r="r" t="t"/>
                <a:pathLst>
                  <a:path extrusionOk="0" fill="none" h="3782" w="11007">
                    <a:moveTo>
                      <a:pt x="0" y="3781"/>
                    </a:moveTo>
                    <a:lnTo>
                      <a:pt x="11006" y="0"/>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2"/>
              <p:cNvSpPr/>
              <p:nvPr/>
            </p:nvSpPr>
            <p:spPr>
              <a:xfrm>
                <a:off x="-1500375" y="1990775"/>
                <a:ext cx="275200" cy="94550"/>
              </a:xfrm>
              <a:custGeom>
                <a:rect b="b" l="l" r="r" t="t"/>
                <a:pathLst>
                  <a:path extrusionOk="0" fill="none" h="3782" w="11008">
                    <a:moveTo>
                      <a:pt x="0" y="3782"/>
                    </a:moveTo>
                    <a:lnTo>
                      <a:pt x="11007" y="1"/>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80" name="Google Shape;6580;p82"/>
          <p:cNvGrpSpPr/>
          <p:nvPr/>
        </p:nvGrpSpPr>
        <p:grpSpPr>
          <a:xfrm>
            <a:off x="263399" y="361811"/>
            <a:ext cx="807432" cy="773251"/>
            <a:chOff x="-2758050" y="2287950"/>
            <a:chExt cx="370875" cy="355175"/>
          </a:xfrm>
        </p:grpSpPr>
        <p:sp>
          <p:nvSpPr>
            <p:cNvPr id="6581" name="Google Shape;6581;p82"/>
            <p:cNvSpPr/>
            <p:nvPr/>
          </p:nvSpPr>
          <p:spPr>
            <a:xfrm>
              <a:off x="-2758050" y="2287950"/>
              <a:ext cx="370875" cy="355175"/>
            </a:xfrm>
            <a:custGeom>
              <a:rect b="b" l="l" r="r" t="t"/>
              <a:pathLst>
                <a:path extrusionOk="0" h="14207" w="14835">
                  <a:moveTo>
                    <a:pt x="7426" y="0"/>
                  </a:moveTo>
                  <a:cubicBezTo>
                    <a:pt x="5114" y="0"/>
                    <a:pt x="2833" y="1125"/>
                    <a:pt x="1456" y="3245"/>
                  </a:cubicBezTo>
                  <a:cubicBezTo>
                    <a:pt x="150" y="5257"/>
                    <a:pt x="1" y="7746"/>
                    <a:pt x="879" y="9854"/>
                  </a:cubicBezTo>
                  <a:cubicBezTo>
                    <a:pt x="881" y="9869"/>
                    <a:pt x="884" y="9880"/>
                    <a:pt x="889" y="9891"/>
                  </a:cubicBezTo>
                  <a:cubicBezTo>
                    <a:pt x="913" y="9946"/>
                    <a:pt x="936" y="9999"/>
                    <a:pt x="959" y="10051"/>
                  </a:cubicBezTo>
                  <a:cubicBezTo>
                    <a:pt x="961" y="10056"/>
                    <a:pt x="963" y="10061"/>
                    <a:pt x="966" y="10066"/>
                  </a:cubicBezTo>
                  <a:cubicBezTo>
                    <a:pt x="977" y="10092"/>
                    <a:pt x="990" y="10118"/>
                    <a:pt x="1002" y="10144"/>
                  </a:cubicBezTo>
                  <a:cubicBezTo>
                    <a:pt x="1008" y="10158"/>
                    <a:pt x="1013" y="10169"/>
                    <a:pt x="1019" y="10181"/>
                  </a:cubicBezTo>
                  <a:cubicBezTo>
                    <a:pt x="1042" y="10228"/>
                    <a:pt x="1065" y="10274"/>
                    <a:pt x="1088" y="10321"/>
                  </a:cubicBezTo>
                  <a:lnTo>
                    <a:pt x="1104" y="10352"/>
                  </a:lnTo>
                  <a:lnTo>
                    <a:pt x="1142" y="10426"/>
                  </a:lnTo>
                  <a:cubicBezTo>
                    <a:pt x="1150" y="10439"/>
                    <a:pt x="1157" y="10455"/>
                    <a:pt x="1166" y="10469"/>
                  </a:cubicBezTo>
                  <a:cubicBezTo>
                    <a:pt x="1186" y="10508"/>
                    <a:pt x="1207" y="10546"/>
                    <a:pt x="1229" y="10584"/>
                  </a:cubicBezTo>
                  <a:cubicBezTo>
                    <a:pt x="1238" y="10600"/>
                    <a:pt x="1246" y="10618"/>
                    <a:pt x="1256" y="10633"/>
                  </a:cubicBezTo>
                  <a:lnTo>
                    <a:pt x="1295" y="10698"/>
                  </a:lnTo>
                  <a:cubicBezTo>
                    <a:pt x="1305" y="10716"/>
                    <a:pt x="1315" y="10733"/>
                    <a:pt x="1326" y="10750"/>
                  </a:cubicBezTo>
                  <a:cubicBezTo>
                    <a:pt x="1343" y="10781"/>
                    <a:pt x="1362" y="10811"/>
                    <a:pt x="1380" y="10842"/>
                  </a:cubicBezTo>
                  <a:cubicBezTo>
                    <a:pt x="1395" y="10864"/>
                    <a:pt x="1408" y="10886"/>
                    <a:pt x="1422" y="10908"/>
                  </a:cubicBezTo>
                  <a:cubicBezTo>
                    <a:pt x="1435" y="10927"/>
                    <a:pt x="1446" y="10947"/>
                    <a:pt x="1460" y="10966"/>
                  </a:cubicBezTo>
                  <a:cubicBezTo>
                    <a:pt x="1472" y="10986"/>
                    <a:pt x="1487" y="11007"/>
                    <a:pt x="1499" y="11028"/>
                  </a:cubicBezTo>
                  <a:lnTo>
                    <a:pt x="1545" y="11098"/>
                  </a:lnTo>
                  <a:cubicBezTo>
                    <a:pt x="1564" y="11125"/>
                    <a:pt x="1583" y="11150"/>
                    <a:pt x="1600" y="11177"/>
                  </a:cubicBezTo>
                  <a:cubicBezTo>
                    <a:pt x="1612" y="11194"/>
                    <a:pt x="1623" y="11211"/>
                    <a:pt x="1636" y="11228"/>
                  </a:cubicBezTo>
                  <a:cubicBezTo>
                    <a:pt x="1653" y="11250"/>
                    <a:pt x="1670" y="11275"/>
                    <a:pt x="1687" y="11299"/>
                  </a:cubicBezTo>
                  <a:cubicBezTo>
                    <a:pt x="1698" y="11315"/>
                    <a:pt x="1711" y="11332"/>
                    <a:pt x="1724" y="11348"/>
                  </a:cubicBezTo>
                  <a:cubicBezTo>
                    <a:pt x="1746" y="11378"/>
                    <a:pt x="1769" y="11409"/>
                    <a:pt x="1792" y="11439"/>
                  </a:cubicBezTo>
                  <a:cubicBezTo>
                    <a:pt x="1803" y="11454"/>
                    <a:pt x="1814" y="11467"/>
                    <a:pt x="1826" y="11483"/>
                  </a:cubicBezTo>
                  <a:cubicBezTo>
                    <a:pt x="1847" y="11510"/>
                    <a:pt x="1867" y="11536"/>
                    <a:pt x="1889" y="11563"/>
                  </a:cubicBezTo>
                  <a:cubicBezTo>
                    <a:pt x="1898" y="11574"/>
                    <a:pt x="1907" y="11585"/>
                    <a:pt x="1916" y="11596"/>
                  </a:cubicBezTo>
                  <a:cubicBezTo>
                    <a:pt x="1944" y="11629"/>
                    <a:pt x="1971" y="11662"/>
                    <a:pt x="1998" y="11695"/>
                  </a:cubicBezTo>
                  <a:cubicBezTo>
                    <a:pt x="2008" y="11707"/>
                    <a:pt x="2018" y="11719"/>
                    <a:pt x="2028" y="11730"/>
                  </a:cubicBezTo>
                  <a:cubicBezTo>
                    <a:pt x="2053" y="11760"/>
                    <a:pt x="2079" y="11789"/>
                    <a:pt x="2105" y="11818"/>
                  </a:cubicBezTo>
                  <a:cubicBezTo>
                    <a:pt x="2110" y="11825"/>
                    <a:pt x="2116" y="11831"/>
                    <a:pt x="2121" y="11838"/>
                  </a:cubicBezTo>
                  <a:cubicBezTo>
                    <a:pt x="2152" y="11872"/>
                    <a:pt x="2182" y="11905"/>
                    <a:pt x="2214" y="11939"/>
                  </a:cubicBezTo>
                  <a:cubicBezTo>
                    <a:pt x="2225" y="11949"/>
                    <a:pt x="2234" y="11959"/>
                    <a:pt x="2244" y="11970"/>
                  </a:cubicBezTo>
                  <a:cubicBezTo>
                    <a:pt x="2273" y="12001"/>
                    <a:pt x="2302" y="12032"/>
                    <a:pt x="2332" y="12063"/>
                  </a:cubicBezTo>
                  <a:cubicBezTo>
                    <a:pt x="2335" y="12066"/>
                    <a:pt x="2339" y="12070"/>
                    <a:pt x="2342" y="12074"/>
                  </a:cubicBezTo>
                  <a:lnTo>
                    <a:pt x="2442" y="12174"/>
                  </a:lnTo>
                  <a:cubicBezTo>
                    <a:pt x="2452" y="12183"/>
                    <a:pt x="2461" y="12193"/>
                    <a:pt x="2471" y="12202"/>
                  </a:cubicBezTo>
                  <a:cubicBezTo>
                    <a:pt x="2504" y="12234"/>
                    <a:pt x="2538" y="12266"/>
                    <a:pt x="2571" y="12297"/>
                  </a:cubicBezTo>
                  <a:cubicBezTo>
                    <a:pt x="2573" y="12298"/>
                    <a:pt x="2575" y="12300"/>
                    <a:pt x="2576" y="12302"/>
                  </a:cubicBezTo>
                  <a:cubicBezTo>
                    <a:pt x="2612" y="12334"/>
                    <a:pt x="2648" y="12368"/>
                    <a:pt x="2684" y="12400"/>
                  </a:cubicBezTo>
                  <a:cubicBezTo>
                    <a:pt x="2693" y="12408"/>
                    <a:pt x="2701" y="12417"/>
                    <a:pt x="2712" y="12425"/>
                  </a:cubicBezTo>
                  <a:cubicBezTo>
                    <a:pt x="2748" y="12457"/>
                    <a:pt x="2786" y="12489"/>
                    <a:pt x="2822" y="12520"/>
                  </a:cubicBezTo>
                  <a:lnTo>
                    <a:pt x="2823" y="12522"/>
                  </a:lnTo>
                  <a:lnTo>
                    <a:pt x="2824" y="12522"/>
                  </a:lnTo>
                  <a:cubicBezTo>
                    <a:pt x="2870" y="12560"/>
                    <a:pt x="2916" y="12597"/>
                    <a:pt x="2961" y="12633"/>
                  </a:cubicBezTo>
                  <a:lnTo>
                    <a:pt x="3000" y="12664"/>
                  </a:lnTo>
                  <a:cubicBezTo>
                    <a:pt x="3038" y="12694"/>
                    <a:pt x="3076" y="12724"/>
                    <a:pt x="3113" y="12754"/>
                  </a:cubicBezTo>
                  <a:cubicBezTo>
                    <a:pt x="3123" y="12761"/>
                    <a:pt x="3133" y="12770"/>
                    <a:pt x="3143" y="12776"/>
                  </a:cubicBezTo>
                  <a:cubicBezTo>
                    <a:pt x="3189" y="12811"/>
                    <a:pt x="3236" y="12844"/>
                    <a:pt x="3282" y="12878"/>
                  </a:cubicBezTo>
                  <a:lnTo>
                    <a:pt x="3322" y="12905"/>
                  </a:lnTo>
                  <a:cubicBezTo>
                    <a:pt x="3358" y="12931"/>
                    <a:pt x="3394" y="12955"/>
                    <a:pt x="3430" y="12979"/>
                  </a:cubicBezTo>
                  <a:cubicBezTo>
                    <a:pt x="3443" y="12989"/>
                    <a:pt x="3458" y="12999"/>
                    <a:pt x="3472" y="13009"/>
                  </a:cubicBezTo>
                  <a:cubicBezTo>
                    <a:pt x="3519" y="13040"/>
                    <a:pt x="3565" y="13071"/>
                    <a:pt x="3612" y="13101"/>
                  </a:cubicBezTo>
                  <a:cubicBezTo>
                    <a:pt x="3623" y="13108"/>
                    <a:pt x="3634" y="13115"/>
                    <a:pt x="3647" y="13122"/>
                  </a:cubicBezTo>
                  <a:cubicBezTo>
                    <a:pt x="3683" y="13146"/>
                    <a:pt x="3720" y="13168"/>
                    <a:pt x="3757" y="13191"/>
                  </a:cubicBezTo>
                  <a:cubicBezTo>
                    <a:pt x="3776" y="13201"/>
                    <a:pt x="3793" y="13213"/>
                    <a:pt x="3810" y="13224"/>
                  </a:cubicBezTo>
                  <a:cubicBezTo>
                    <a:pt x="3846" y="13245"/>
                    <a:pt x="3884" y="13266"/>
                    <a:pt x="3920" y="13287"/>
                  </a:cubicBezTo>
                  <a:cubicBezTo>
                    <a:pt x="3937" y="13296"/>
                    <a:pt x="3952" y="13304"/>
                    <a:pt x="3969" y="13313"/>
                  </a:cubicBezTo>
                  <a:lnTo>
                    <a:pt x="4097" y="13384"/>
                  </a:lnTo>
                  <a:cubicBezTo>
                    <a:pt x="4117" y="13395"/>
                    <a:pt x="4138" y="13405"/>
                    <a:pt x="4160" y="13416"/>
                  </a:cubicBezTo>
                  <a:cubicBezTo>
                    <a:pt x="4189" y="13431"/>
                    <a:pt x="4219" y="13445"/>
                    <a:pt x="4248" y="13461"/>
                  </a:cubicBezTo>
                  <a:cubicBezTo>
                    <a:pt x="4271" y="13471"/>
                    <a:pt x="4292" y="13483"/>
                    <a:pt x="4313" y="13493"/>
                  </a:cubicBezTo>
                  <a:cubicBezTo>
                    <a:pt x="4357" y="13515"/>
                    <a:pt x="4401" y="13535"/>
                    <a:pt x="4444" y="13556"/>
                  </a:cubicBezTo>
                  <a:cubicBezTo>
                    <a:pt x="4469" y="13567"/>
                    <a:pt x="4494" y="13578"/>
                    <a:pt x="4519" y="13590"/>
                  </a:cubicBezTo>
                  <a:cubicBezTo>
                    <a:pt x="4542" y="13601"/>
                    <a:pt x="4568" y="13612"/>
                    <a:pt x="4593" y="13623"/>
                  </a:cubicBezTo>
                  <a:cubicBezTo>
                    <a:pt x="4620" y="13634"/>
                    <a:pt x="4646" y="13647"/>
                    <a:pt x="4673" y="13658"/>
                  </a:cubicBezTo>
                  <a:cubicBezTo>
                    <a:pt x="4697" y="13668"/>
                    <a:pt x="4721" y="13678"/>
                    <a:pt x="4746" y="13688"/>
                  </a:cubicBezTo>
                  <a:cubicBezTo>
                    <a:pt x="4793" y="13707"/>
                    <a:pt x="4841" y="13726"/>
                    <a:pt x="4890" y="13745"/>
                  </a:cubicBezTo>
                  <a:cubicBezTo>
                    <a:pt x="4909" y="13752"/>
                    <a:pt x="4928" y="13760"/>
                    <a:pt x="4948" y="13766"/>
                  </a:cubicBezTo>
                  <a:cubicBezTo>
                    <a:pt x="4979" y="13778"/>
                    <a:pt x="5010" y="13789"/>
                    <a:pt x="5042" y="13799"/>
                  </a:cubicBezTo>
                  <a:cubicBezTo>
                    <a:pt x="5058" y="13807"/>
                    <a:pt x="5076" y="13812"/>
                    <a:pt x="5092" y="13817"/>
                  </a:cubicBezTo>
                  <a:cubicBezTo>
                    <a:pt x="5162" y="13841"/>
                    <a:pt x="5233" y="13864"/>
                    <a:pt x="5304" y="13886"/>
                  </a:cubicBezTo>
                  <a:cubicBezTo>
                    <a:pt x="5306" y="13887"/>
                    <a:pt x="5308" y="13887"/>
                    <a:pt x="5310" y="13889"/>
                  </a:cubicBezTo>
                  <a:cubicBezTo>
                    <a:pt x="5346" y="13901"/>
                    <a:pt x="5382" y="13911"/>
                    <a:pt x="5419" y="13921"/>
                  </a:cubicBezTo>
                  <a:cubicBezTo>
                    <a:pt x="5430" y="13925"/>
                    <a:pt x="5441" y="13927"/>
                    <a:pt x="5454" y="13932"/>
                  </a:cubicBezTo>
                  <a:cubicBezTo>
                    <a:pt x="5569" y="13965"/>
                    <a:pt x="5687" y="13996"/>
                    <a:pt x="5806" y="14023"/>
                  </a:cubicBezTo>
                  <a:cubicBezTo>
                    <a:pt x="5812" y="14024"/>
                    <a:pt x="5817" y="14025"/>
                    <a:pt x="5823" y="14027"/>
                  </a:cubicBezTo>
                  <a:cubicBezTo>
                    <a:pt x="5991" y="14066"/>
                    <a:pt x="6161" y="14098"/>
                    <a:pt x="6331" y="14124"/>
                  </a:cubicBezTo>
                  <a:cubicBezTo>
                    <a:pt x="6691" y="14179"/>
                    <a:pt x="7054" y="14207"/>
                    <a:pt x="7417" y="14207"/>
                  </a:cubicBezTo>
                  <a:cubicBezTo>
                    <a:pt x="9727" y="14207"/>
                    <a:pt x="12007" y="13082"/>
                    <a:pt x="13385" y="10961"/>
                  </a:cubicBezTo>
                  <a:cubicBezTo>
                    <a:pt x="14666" y="8985"/>
                    <a:pt x="14834" y="6550"/>
                    <a:pt x="14006" y="4467"/>
                  </a:cubicBezTo>
                  <a:cubicBezTo>
                    <a:pt x="14006" y="4465"/>
                    <a:pt x="14005" y="4464"/>
                    <a:pt x="14005" y="4464"/>
                  </a:cubicBezTo>
                  <a:cubicBezTo>
                    <a:pt x="13947" y="4317"/>
                    <a:pt x="13883" y="4173"/>
                    <a:pt x="13815" y="4030"/>
                  </a:cubicBezTo>
                  <a:cubicBezTo>
                    <a:pt x="13814" y="4025"/>
                    <a:pt x="13811" y="4021"/>
                    <a:pt x="13810" y="4018"/>
                  </a:cubicBezTo>
                  <a:cubicBezTo>
                    <a:pt x="13794" y="3985"/>
                    <a:pt x="13778" y="3952"/>
                    <a:pt x="13762" y="3920"/>
                  </a:cubicBezTo>
                  <a:cubicBezTo>
                    <a:pt x="13758" y="3913"/>
                    <a:pt x="13756" y="3907"/>
                    <a:pt x="13752" y="3901"/>
                  </a:cubicBezTo>
                  <a:cubicBezTo>
                    <a:pt x="13702" y="3803"/>
                    <a:pt x="13651" y="3706"/>
                    <a:pt x="13597" y="3608"/>
                  </a:cubicBezTo>
                  <a:cubicBezTo>
                    <a:pt x="13593" y="3601"/>
                    <a:pt x="13588" y="3593"/>
                    <a:pt x="13584" y="3585"/>
                  </a:cubicBezTo>
                  <a:cubicBezTo>
                    <a:pt x="13568" y="3556"/>
                    <a:pt x="13552" y="3529"/>
                    <a:pt x="13536" y="3502"/>
                  </a:cubicBezTo>
                  <a:cubicBezTo>
                    <a:pt x="13529" y="3489"/>
                    <a:pt x="13522" y="3477"/>
                    <a:pt x="13515" y="3464"/>
                  </a:cubicBezTo>
                  <a:cubicBezTo>
                    <a:pt x="13499" y="3437"/>
                    <a:pt x="13483" y="3411"/>
                    <a:pt x="13467" y="3385"/>
                  </a:cubicBezTo>
                  <a:cubicBezTo>
                    <a:pt x="13461" y="3374"/>
                    <a:pt x="13454" y="3364"/>
                    <a:pt x="13447" y="3353"/>
                  </a:cubicBezTo>
                  <a:cubicBezTo>
                    <a:pt x="13418" y="3304"/>
                    <a:pt x="13388" y="3257"/>
                    <a:pt x="13358" y="3209"/>
                  </a:cubicBezTo>
                  <a:cubicBezTo>
                    <a:pt x="13348" y="3195"/>
                    <a:pt x="13338" y="3179"/>
                    <a:pt x="13329" y="3165"/>
                  </a:cubicBezTo>
                  <a:cubicBezTo>
                    <a:pt x="13313" y="3143"/>
                    <a:pt x="13299" y="3120"/>
                    <a:pt x="13283" y="3098"/>
                  </a:cubicBezTo>
                  <a:cubicBezTo>
                    <a:pt x="13272" y="3081"/>
                    <a:pt x="13261" y="3064"/>
                    <a:pt x="13249" y="3046"/>
                  </a:cubicBezTo>
                  <a:cubicBezTo>
                    <a:pt x="13235" y="3025"/>
                    <a:pt x="13219" y="3004"/>
                    <a:pt x="13205" y="2983"/>
                  </a:cubicBezTo>
                  <a:cubicBezTo>
                    <a:pt x="13191" y="2964"/>
                    <a:pt x="13177" y="2945"/>
                    <a:pt x="13163" y="2924"/>
                  </a:cubicBezTo>
                  <a:cubicBezTo>
                    <a:pt x="13144" y="2898"/>
                    <a:pt x="13127" y="2874"/>
                    <a:pt x="13107" y="2849"/>
                  </a:cubicBezTo>
                  <a:cubicBezTo>
                    <a:pt x="13086" y="2821"/>
                    <a:pt x="13066" y="2793"/>
                    <a:pt x="13044" y="2765"/>
                  </a:cubicBezTo>
                  <a:cubicBezTo>
                    <a:pt x="13031" y="2749"/>
                    <a:pt x="13018" y="2731"/>
                    <a:pt x="13004" y="2715"/>
                  </a:cubicBezTo>
                  <a:cubicBezTo>
                    <a:pt x="12987" y="2693"/>
                    <a:pt x="12971" y="2672"/>
                    <a:pt x="12952" y="2651"/>
                  </a:cubicBezTo>
                  <a:cubicBezTo>
                    <a:pt x="12940" y="2633"/>
                    <a:pt x="12925" y="2617"/>
                    <a:pt x="12912" y="2601"/>
                  </a:cubicBezTo>
                  <a:lnTo>
                    <a:pt x="12854" y="2532"/>
                  </a:lnTo>
                  <a:cubicBezTo>
                    <a:pt x="12843" y="2519"/>
                    <a:pt x="12832" y="2504"/>
                    <a:pt x="12820" y="2492"/>
                  </a:cubicBezTo>
                  <a:cubicBezTo>
                    <a:pt x="12791" y="2457"/>
                    <a:pt x="12760" y="2422"/>
                    <a:pt x="12729" y="2388"/>
                  </a:cubicBezTo>
                  <a:lnTo>
                    <a:pt x="12698" y="2353"/>
                  </a:lnTo>
                  <a:cubicBezTo>
                    <a:pt x="12677" y="2328"/>
                    <a:pt x="12653" y="2302"/>
                    <a:pt x="12629" y="2277"/>
                  </a:cubicBezTo>
                  <a:cubicBezTo>
                    <a:pt x="12617" y="2265"/>
                    <a:pt x="12605" y="2251"/>
                    <a:pt x="12592" y="2238"/>
                  </a:cubicBezTo>
                  <a:cubicBezTo>
                    <a:pt x="12569" y="2213"/>
                    <a:pt x="12546" y="2188"/>
                    <a:pt x="12522" y="2164"/>
                  </a:cubicBezTo>
                  <a:cubicBezTo>
                    <a:pt x="12510" y="2152"/>
                    <a:pt x="12500" y="2142"/>
                    <a:pt x="12489" y="2131"/>
                  </a:cubicBezTo>
                  <a:cubicBezTo>
                    <a:pt x="12456" y="2096"/>
                    <a:pt x="12421" y="2063"/>
                    <a:pt x="12386" y="2027"/>
                  </a:cubicBezTo>
                  <a:cubicBezTo>
                    <a:pt x="12379" y="2021"/>
                    <a:pt x="12373" y="2014"/>
                    <a:pt x="12367" y="2009"/>
                  </a:cubicBezTo>
                  <a:lnTo>
                    <a:pt x="12277" y="1924"/>
                  </a:lnTo>
                  <a:cubicBezTo>
                    <a:pt x="12266" y="1914"/>
                    <a:pt x="12254" y="1903"/>
                    <a:pt x="12243" y="1892"/>
                  </a:cubicBezTo>
                  <a:cubicBezTo>
                    <a:pt x="12215" y="1868"/>
                    <a:pt x="12189" y="1843"/>
                    <a:pt x="12163" y="1820"/>
                  </a:cubicBezTo>
                  <a:cubicBezTo>
                    <a:pt x="12151" y="1810"/>
                    <a:pt x="12141" y="1800"/>
                    <a:pt x="12130" y="1790"/>
                  </a:cubicBezTo>
                  <a:cubicBezTo>
                    <a:pt x="12091" y="1756"/>
                    <a:pt x="12054" y="1724"/>
                    <a:pt x="12016" y="1692"/>
                  </a:cubicBezTo>
                  <a:cubicBezTo>
                    <a:pt x="11969" y="1652"/>
                    <a:pt x="11921" y="1614"/>
                    <a:pt x="11874" y="1574"/>
                  </a:cubicBezTo>
                  <a:cubicBezTo>
                    <a:pt x="11858" y="1563"/>
                    <a:pt x="11844" y="1552"/>
                    <a:pt x="11828" y="1538"/>
                  </a:cubicBezTo>
                  <a:cubicBezTo>
                    <a:pt x="11795" y="1513"/>
                    <a:pt x="11761" y="1486"/>
                    <a:pt x="11728" y="1460"/>
                  </a:cubicBezTo>
                  <a:cubicBezTo>
                    <a:pt x="11711" y="1446"/>
                    <a:pt x="11693" y="1434"/>
                    <a:pt x="11677" y="1421"/>
                  </a:cubicBezTo>
                  <a:cubicBezTo>
                    <a:pt x="11643" y="1397"/>
                    <a:pt x="11611" y="1372"/>
                    <a:pt x="11577" y="1347"/>
                  </a:cubicBezTo>
                  <a:cubicBezTo>
                    <a:pt x="11560" y="1336"/>
                    <a:pt x="11544" y="1325"/>
                    <a:pt x="11528" y="1311"/>
                  </a:cubicBezTo>
                  <a:cubicBezTo>
                    <a:pt x="11487" y="1281"/>
                    <a:pt x="11445" y="1253"/>
                    <a:pt x="11403" y="1225"/>
                  </a:cubicBezTo>
                  <a:cubicBezTo>
                    <a:pt x="11395" y="1219"/>
                    <a:pt x="11388" y="1213"/>
                    <a:pt x="11379" y="1208"/>
                  </a:cubicBezTo>
                  <a:cubicBezTo>
                    <a:pt x="11331" y="1175"/>
                    <a:pt x="11281" y="1142"/>
                    <a:pt x="11232" y="1111"/>
                  </a:cubicBezTo>
                  <a:cubicBezTo>
                    <a:pt x="11214" y="1101"/>
                    <a:pt x="11199" y="1090"/>
                    <a:pt x="11182" y="1080"/>
                  </a:cubicBezTo>
                  <a:cubicBezTo>
                    <a:pt x="11147" y="1058"/>
                    <a:pt x="11114" y="1038"/>
                    <a:pt x="11079" y="1017"/>
                  </a:cubicBezTo>
                  <a:lnTo>
                    <a:pt x="11021" y="982"/>
                  </a:lnTo>
                  <a:cubicBezTo>
                    <a:pt x="10988" y="963"/>
                    <a:pt x="10956" y="945"/>
                    <a:pt x="10924" y="925"/>
                  </a:cubicBezTo>
                  <a:cubicBezTo>
                    <a:pt x="10905" y="914"/>
                    <a:pt x="10885" y="904"/>
                    <a:pt x="10864" y="892"/>
                  </a:cubicBezTo>
                  <a:cubicBezTo>
                    <a:pt x="10828" y="872"/>
                    <a:pt x="10792" y="852"/>
                    <a:pt x="10755" y="832"/>
                  </a:cubicBezTo>
                  <a:cubicBezTo>
                    <a:pt x="10740" y="825"/>
                    <a:pt x="10724" y="816"/>
                    <a:pt x="10709" y="809"/>
                  </a:cubicBezTo>
                  <a:cubicBezTo>
                    <a:pt x="10658" y="783"/>
                    <a:pt x="10608" y="757"/>
                    <a:pt x="10558" y="732"/>
                  </a:cubicBezTo>
                  <a:cubicBezTo>
                    <a:pt x="10538" y="723"/>
                    <a:pt x="10519" y="714"/>
                    <a:pt x="10500" y="703"/>
                  </a:cubicBezTo>
                  <a:cubicBezTo>
                    <a:pt x="10466" y="688"/>
                    <a:pt x="10434" y="671"/>
                    <a:pt x="10400" y="657"/>
                  </a:cubicBezTo>
                  <a:cubicBezTo>
                    <a:pt x="10377" y="647"/>
                    <a:pt x="10354" y="636"/>
                    <a:pt x="10332" y="626"/>
                  </a:cubicBezTo>
                  <a:cubicBezTo>
                    <a:pt x="10302" y="614"/>
                    <a:pt x="10271" y="599"/>
                    <a:pt x="10242" y="587"/>
                  </a:cubicBezTo>
                  <a:cubicBezTo>
                    <a:pt x="10218" y="576"/>
                    <a:pt x="10194" y="566"/>
                    <a:pt x="10171" y="556"/>
                  </a:cubicBezTo>
                  <a:lnTo>
                    <a:pt x="10078" y="517"/>
                  </a:lnTo>
                  <a:cubicBezTo>
                    <a:pt x="10054" y="507"/>
                    <a:pt x="10033" y="499"/>
                    <a:pt x="10010" y="490"/>
                  </a:cubicBezTo>
                  <a:cubicBezTo>
                    <a:pt x="9960" y="470"/>
                    <a:pt x="9910" y="451"/>
                    <a:pt x="9860" y="433"/>
                  </a:cubicBezTo>
                  <a:cubicBezTo>
                    <a:pt x="9835" y="424"/>
                    <a:pt x="9811" y="417"/>
                    <a:pt x="9786" y="407"/>
                  </a:cubicBezTo>
                  <a:cubicBezTo>
                    <a:pt x="9758" y="397"/>
                    <a:pt x="9728" y="387"/>
                    <a:pt x="9700" y="377"/>
                  </a:cubicBezTo>
                  <a:cubicBezTo>
                    <a:pt x="9672" y="368"/>
                    <a:pt x="9646" y="360"/>
                    <a:pt x="9618" y="350"/>
                  </a:cubicBezTo>
                  <a:cubicBezTo>
                    <a:pt x="9592" y="341"/>
                    <a:pt x="9564" y="334"/>
                    <a:pt x="9538" y="325"/>
                  </a:cubicBezTo>
                  <a:cubicBezTo>
                    <a:pt x="9510" y="315"/>
                    <a:pt x="9482" y="306"/>
                    <a:pt x="9454" y="299"/>
                  </a:cubicBezTo>
                  <a:cubicBezTo>
                    <a:pt x="9428" y="291"/>
                    <a:pt x="9402" y="283"/>
                    <a:pt x="9377" y="277"/>
                  </a:cubicBezTo>
                  <a:cubicBezTo>
                    <a:pt x="9347" y="269"/>
                    <a:pt x="9319" y="260"/>
                    <a:pt x="9290" y="252"/>
                  </a:cubicBezTo>
                  <a:cubicBezTo>
                    <a:pt x="9265" y="246"/>
                    <a:pt x="9242" y="239"/>
                    <a:pt x="9217" y="233"/>
                  </a:cubicBezTo>
                  <a:cubicBezTo>
                    <a:pt x="9161" y="218"/>
                    <a:pt x="9104" y="205"/>
                    <a:pt x="9048" y="191"/>
                  </a:cubicBezTo>
                  <a:cubicBezTo>
                    <a:pt x="9026" y="185"/>
                    <a:pt x="9005" y="180"/>
                    <a:pt x="8981" y="175"/>
                  </a:cubicBezTo>
                  <a:cubicBezTo>
                    <a:pt x="8949" y="167"/>
                    <a:pt x="8917" y="161"/>
                    <a:pt x="8885" y="154"/>
                  </a:cubicBezTo>
                  <a:cubicBezTo>
                    <a:pt x="8862" y="149"/>
                    <a:pt x="8841" y="145"/>
                    <a:pt x="8819" y="140"/>
                  </a:cubicBezTo>
                  <a:cubicBezTo>
                    <a:pt x="8787" y="134"/>
                    <a:pt x="8753" y="128"/>
                    <a:pt x="8721" y="120"/>
                  </a:cubicBezTo>
                  <a:cubicBezTo>
                    <a:pt x="8700" y="117"/>
                    <a:pt x="8680" y="113"/>
                    <a:pt x="8658" y="109"/>
                  </a:cubicBezTo>
                  <a:cubicBezTo>
                    <a:pt x="8624" y="103"/>
                    <a:pt x="8589" y="98"/>
                    <a:pt x="8556" y="91"/>
                  </a:cubicBezTo>
                  <a:cubicBezTo>
                    <a:pt x="8541" y="88"/>
                    <a:pt x="8527" y="87"/>
                    <a:pt x="8514" y="84"/>
                  </a:cubicBezTo>
                  <a:cubicBezTo>
                    <a:pt x="8438" y="73"/>
                    <a:pt x="8364" y="63"/>
                    <a:pt x="8289" y="53"/>
                  </a:cubicBezTo>
                  <a:cubicBezTo>
                    <a:pt x="8276" y="52"/>
                    <a:pt x="8263" y="50"/>
                    <a:pt x="8250" y="48"/>
                  </a:cubicBezTo>
                  <a:lnTo>
                    <a:pt x="8142" y="37"/>
                  </a:lnTo>
                  <a:cubicBezTo>
                    <a:pt x="8123" y="36"/>
                    <a:pt x="8106" y="33"/>
                    <a:pt x="8086" y="32"/>
                  </a:cubicBezTo>
                  <a:cubicBezTo>
                    <a:pt x="8050" y="27"/>
                    <a:pt x="8015" y="25"/>
                    <a:pt x="7979" y="22"/>
                  </a:cubicBezTo>
                  <a:lnTo>
                    <a:pt x="7925" y="19"/>
                  </a:lnTo>
                  <a:cubicBezTo>
                    <a:pt x="7887" y="16"/>
                    <a:pt x="7851" y="14"/>
                    <a:pt x="7814" y="11"/>
                  </a:cubicBezTo>
                  <a:cubicBezTo>
                    <a:pt x="7802" y="11"/>
                    <a:pt x="7791" y="10"/>
                    <a:pt x="7778" y="10"/>
                  </a:cubicBezTo>
                  <a:cubicBezTo>
                    <a:pt x="7689" y="6"/>
                    <a:pt x="7601" y="2"/>
                    <a:pt x="7512" y="1"/>
                  </a:cubicBezTo>
                  <a:lnTo>
                    <a:pt x="7510" y="1"/>
                  </a:lnTo>
                  <a:cubicBezTo>
                    <a:pt x="7482" y="0"/>
                    <a:pt x="7454" y="0"/>
                    <a:pt x="742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2" name="Google Shape;6582;p82"/>
            <p:cNvGrpSpPr/>
            <p:nvPr/>
          </p:nvGrpSpPr>
          <p:grpSpPr>
            <a:xfrm>
              <a:off x="-2755275" y="2288138"/>
              <a:ext cx="365275" cy="354875"/>
              <a:chOff x="-2755275" y="1020175"/>
              <a:chExt cx="365275" cy="354875"/>
            </a:xfrm>
          </p:grpSpPr>
          <p:sp>
            <p:nvSpPr>
              <p:cNvPr id="6583" name="Google Shape;6583;p82"/>
              <p:cNvSpPr/>
              <p:nvPr/>
            </p:nvSpPr>
            <p:spPr>
              <a:xfrm>
                <a:off x="-2755275" y="1020300"/>
                <a:ext cx="365275" cy="354750"/>
              </a:xfrm>
              <a:custGeom>
                <a:rect b="b" l="l" r="r" t="t"/>
                <a:pathLst>
                  <a:path extrusionOk="0" h="14190" w="14611">
                    <a:moveTo>
                      <a:pt x="7309" y="1"/>
                    </a:moveTo>
                    <a:cubicBezTo>
                      <a:pt x="6963" y="1"/>
                      <a:pt x="6616" y="26"/>
                      <a:pt x="6269" y="77"/>
                    </a:cubicBezTo>
                    <a:cubicBezTo>
                      <a:pt x="4405" y="353"/>
                      <a:pt x="2726" y="1356"/>
                      <a:pt x="1602" y="2867"/>
                    </a:cubicBezTo>
                    <a:cubicBezTo>
                      <a:pt x="477" y="4378"/>
                      <a:pt x="0" y="6273"/>
                      <a:pt x="275" y="8134"/>
                    </a:cubicBezTo>
                    <a:cubicBezTo>
                      <a:pt x="550" y="9995"/>
                      <a:pt x="1554" y="11671"/>
                      <a:pt x="3067" y="12792"/>
                    </a:cubicBezTo>
                    <a:cubicBezTo>
                      <a:pt x="4299" y="13705"/>
                      <a:pt x="5786" y="14190"/>
                      <a:pt x="7303" y="14190"/>
                    </a:cubicBezTo>
                    <a:cubicBezTo>
                      <a:pt x="7649" y="14190"/>
                      <a:pt x="7996" y="14165"/>
                      <a:pt x="8342" y="14114"/>
                    </a:cubicBezTo>
                    <a:cubicBezTo>
                      <a:pt x="10206" y="13838"/>
                      <a:pt x="11885" y="12834"/>
                      <a:pt x="13009" y="11323"/>
                    </a:cubicBezTo>
                    <a:cubicBezTo>
                      <a:pt x="14134" y="9813"/>
                      <a:pt x="14611" y="7919"/>
                      <a:pt x="14336" y="6057"/>
                    </a:cubicBezTo>
                    <a:cubicBezTo>
                      <a:pt x="14061" y="4196"/>
                      <a:pt x="13057" y="2520"/>
                      <a:pt x="11544" y="1399"/>
                    </a:cubicBezTo>
                    <a:cubicBezTo>
                      <a:pt x="10312" y="486"/>
                      <a:pt x="8826" y="1"/>
                      <a:pt x="7309" y="1"/>
                    </a:cubicBezTo>
                    <a:close/>
                  </a:path>
                </a:pathLst>
              </a:custGeom>
              <a:solidFill>
                <a:srgbClr val="020001">
                  <a:alpha val="8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2"/>
              <p:cNvSpPr/>
              <p:nvPr/>
            </p:nvSpPr>
            <p:spPr>
              <a:xfrm>
                <a:off x="-2737000" y="1020175"/>
                <a:ext cx="333050" cy="354175"/>
              </a:xfrm>
              <a:custGeom>
                <a:rect b="b" l="l" r="r" t="t"/>
                <a:pathLst>
                  <a:path extrusionOk="0" h="14167" w="13322">
                    <a:moveTo>
                      <a:pt x="6666" y="1"/>
                    </a:moveTo>
                    <a:cubicBezTo>
                      <a:pt x="7261" y="1957"/>
                      <a:pt x="9045" y="4031"/>
                      <a:pt x="8004" y="5732"/>
                    </a:cubicBezTo>
                    <a:cubicBezTo>
                      <a:pt x="7455" y="6679"/>
                      <a:pt x="5887" y="6312"/>
                      <a:pt x="4707" y="6870"/>
                    </a:cubicBezTo>
                    <a:cubicBezTo>
                      <a:pt x="3864" y="7282"/>
                      <a:pt x="2917" y="7215"/>
                      <a:pt x="1977" y="7552"/>
                    </a:cubicBezTo>
                    <a:cubicBezTo>
                      <a:pt x="1852" y="7618"/>
                      <a:pt x="1688" y="7736"/>
                      <a:pt x="1661" y="7875"/>
                    </a:cubicBezTo>
                    <a:cubicBezTo>
                      <a:pt x="1485" y="8790"/>
                      <a:pt x="998" y="9759"/>
                      <a:pt x="1" y="9771"/>
                    </a:cubicBezTo>
                    <a:cubicBezTo>
                      <a:pt x="418" y="10808"/>
                      <a:pt x="1082" y="11755"/>
                      <a:pt x="1978" y="12514"/>
                    </a:cubicBezTo>
                    <a:cubicBezTo>
                      <a:pt x="3132" y="13489"/>
                      <a:pt x="4491" y="14031"/>
                      <a:pt x="5871" y="14166"/>
                    </a:cubicBezTo>
                    <a:cubicBezTo>
                      <a:pt x="5795" y="13857"/>
                      <a:pt x="5741" y="13544"/>
                      <a:pt x="5707" y="13228"/>
                    </a:cubicBezTo>
                    <a:cubicBezTo>
                      <a:pt x="5686" y="13035"/>
                      <a:pt x="5674" y="12840"/>
                      <a:pt x="5666" y="12644"/>
                    </a:cubicBezTo>
                    <a:cubicBezTo>
                      <a:pt x="5454" y="11329"/>
                      <a:pt x="4520" y="10317"/>
                      <a:pt x="3963" y="9106"/>
                    </a:cubicBezTo>
                    <a:cubicBezTo>
                      <a:pt x="3466" y="8021"/>
                      <a:pt x="5191" y="7867"/>
                      <a:pt x="5960" y="7847"/>
                    </a:cubicBezTo>
                    <a:cubicBezTo>
                      <a:pt x="6062" y="7842"/>
                      <a:pt x="6159" y="7839"/>
                      <a:pt x="6250" y="7839"/>
                    </a:cubicBezTo>
                    <a:cubicBezTo>
                      <a:pt x="6432" y="7839"/>
                      <a:pt x="6594" y="7849"/>
                      <a:pt x="6737" y="7868"/>
                    </a:cubicBezTo>
                    <a:cubicBezTo>
                      <a:pt x="7110" y="8043"/>
                      <a:pt x="7463" y="8121"/>
                      <a:pt x="7797" y="8121"/>
                    </a:cubicBezTo>
                    <a:cubicBezTo>
                      <a:pt x="9183" y="8121"/>
                      <a:pt x="10232" y="6778"/>
                      <a:pt x="10965" y="5460"/>
                    </a:cubicBezTo>
                    <a:cubicBezTo>
                      <a:pt x="11079" y="5306"/>
                      <a:pt x="11280" y="5137"/>
                      <a:pt x="11530" y="5112"/>
                    </a:cubicBezTo>
                    <a:cubicBezTo>
                      <a:pt x="11739" y="5045"/>
                      <a:pt x="11958" y="5004"/>
                      <a:pt x="12180" y="4975"/>
                    </a:cubicBezTo>
                    <a:cubicBezTo>
                      <a:pt x="12499" y="4932"/>
                      <a:pt x="12819" y="4911"/>
                      <a:pt x="13140" y="4911"/>
                    </a:cubicBezTo>
                    <a:cubicBezTo>
                      <a:pt x="13200" y="4911"/>
                      <a:pt x="13261" y="4912"/>
                      <a:pt x="13322" y="4913"/>
                    </a:cubicBezTo>
                    <a:cubicBezTo>
                      <a:pt x="12928" y="3688"/>
                      <a:pt x="12203" y="2562"/>
                      <a:pt x="11170" y="1688"/>
                    </a:cubicBezTo>
                    <a:cubicBezTo>
                      <a:pt x="9846" y="569"/>
                      <a:pt x="8251" y="19"/>
                      <a:pt x="66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2"/>
              <p:cNvSpPr/>
              <p:nvPr/>
            </p:nvSpPr>
            <p:spPr>
              <a:xfrm>
                <a:off x="-2664450" y="1114125"/>
                <a:ext cx="175325" cy="167025"/>
              </a:xfrm>
              <a:custGeom>
                <a:rect b="b" l="l" r="r" t="t"/>
                <a:pathLst>
                  <a:path extrusionOk="0" h="6681" w="7013">
                    <a:moveTo>
                      <a:pt x="3684" y="0"/>
                    </a:moveTo>
                    <a:cubicBezTo>
                      <a:pt x="2827" y="0"/>
                      <a:pt x="1968" y="328"/>
                      <a:pt x="1312" y="984"/>
                    </a:cubicBezTo>
                    <a:cubicBezTo>
                      <a:pt x="5" y="2290"/>
                      <a:pt x="1" y="4406"/>
                      <a:pt x="1302" y="5707"/>
                    </a:cubicBezTo>
                    <a:cubicBezTo>
                      <a:pt x="1926" y="6331"/>
                      <a:pt x="2772" y="6681"/>
                      <a:pt x="3654" y="6681"/>
                    </a:cubicBezTo>
                    <a:cubicBezTo>
                      <a:pt x="3657" y="6681"/>
                      <a:pt x="3660" y="6681"/>
                      <a:pt x="3662" y="6681"/>
                    </a:cubicBezTo>
                    <a:cubicBezTo>
                      <a:pt x="4549" y="6679"/>
                      <a:pt x="5399" y="6326"/>
                      <a:pt x="6026" y="5697"/>
                    </a:cubicBezTo>
                    <a:cubicBezTo>
                      <a:pt x="6654" y="5070"/>
                      <a:pt x="7008" y="4219"/>
                      <a:pt x="7010" y="3334"/>
                    </a:cubicBezTo>
                    <a:cubicBezTo>
                      <a:pt x="7012" y="2447"/>
                      <a:pt x="6661" y="1599"/>
                      <a:pt x="6037" y="974"/>
                    </a:cubicBezTo>
                    <a:cubicBezTo>
                      <a:pt x="5388" y="324"/>
                      <a:pt x="4536" y="0"/>
                      <a:pt x="36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2"/>
              <p:cNvSpPr/>
              <p:nvPr/>
            </p:nvSpPr>
            <p:spPr>
              <a:xfrm>
                <a:off x="-2591150" y="1181150"/>
                <a:ext cx="36925" cy="32975"/>
              </a:xfrm>
              <a:custGeom>
                <a:rect b="b" l="l" r="r" t="t"/>
                <a:pathLst>
                  <a:path extrusionOk="0" h="1319" w="1477">
                    <a:moveTo>
                      <a:pt x="738" y="0"/>
                    </a:moveTo>
                    <a:cubicBezTo>
                      <a:pt x="326" y="0"/>
                      <a:pt x="1" y="381"/>
                      <a:pt x="96" y="810"/>
                    </a:cubicBezTo>
                    <a:cubicBezTo>
                      <a:pt x="150" y="1052"/>
                      <a:pt x="345" y="1247"/>
                      <a:pt x="588" y="1302"/>
                    </a:cubicBezTo>
                    <a:cubicBezTo>
                      <a:pt x="639" y="1313"/>
                      <a:pt x="689" y="1319"/>
                      <a:pt x="738" y="1319"/>
                    </a:cubicBezTo>
                    <a:cubicBezTo>
                      <a:pt x="1151" y="1319"/>
                      <a:pt x="1476" y="937"/>
                      <a:pt x="1380" y="508"/>
                    </a:cubicBezTo>
                    <a:cubicBezTo>
                      <a:pt x="1327" y="266"/>
                      <a:pt x="1132" y="71"/>
                      <a:pt x="889" y="17"/>
                    </a:cubicBezTo>
                    <a:cubicBezTo>
                      <a:pt x="838" y="6"/>
                      <a:pt x="787" y="0"/>
                      <a:pt x="7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87" name="Google Shape;6587;p82"/>
          <p:cNvGrpSpPr/>
          <p:nvPr/>
        </p:nvGrpSpPr>
        <p:grpSpPr>
          <a:xfrm rot="462642">
            <a:off x="7356193" y="232561"/>
            <a:ext cx="1264572" cy="903121"/>
            <a:chOff x="-3697515" y="4955078"/>
            <a:chExt cx="799195" cy="570763"/>
          </a:xfrm>
        </p:grpSpPr>
        <p:sp>
          <p:nvSpPr>
            <p:cNvPr id="6588" name="Google Shape;6588;p82"/>
            <p:cNvSpPr/>
            <p:nvPr/>
          </p:nvSpPr>
          <p:spPr>
            <a:xfrm>
              <a:off x="-3697312" y="4955078"/>
              <a:ext cx="798992" cy="570607"/>
            </a:xfrm>
            <a:custGeom>
              <a:rect b="b" l="l" r="r" t="t"/>
              <a:pathLst>
                <a:path extrusionOk="0" h="5614" w="7861">
                  <a:moveTo>
                    <a:pt x="1176" y="0"/>
                  </a:moveTo>
                  <a:cubicBezTo>
                    <a:pt x="1091" y="0"/>
                    <a:pt x="1022" y="70"/>
                    <a:pt x="1022" y="155"/>
                  </a:cubicBezTo>
                  <a:lnTo>
                    <a:pt x="1022" y="268"/>
                  </a:lnTo>
                  <a:lnTo>
                    <a:pt x="325" y="268"/>
                  </a:lnTo>
                  <a:cubicBezTo>
                    <a:pt x="145" y="268"/>
                    <a:pt x="1" y="413"/>
                    <a:pt x="1" y="593"/>
                  </a:cubicBezTo>
                  <a:lnTo>
                    <a:pt x="1" y="2816"/>
                  </a:lnTo>
                  <a:lnTo>
                    <a:pt x="1" y="5289"/>
                  </a:lnTo>
                  <a:cubicBezTo>
                    <a:pt x="1" y="5469"/>
                    <a:pt x="146" y="5613"/>
                    <a:pt x="325" y="5613"/>
                  </a:cubicBezTo>
                  <a:lnTo>
                    <a:pt x="7537" y="5613"/>
                  </a:lnTo>
                  <a:cubicBezTo>
                    <a:pt x="7716" y="5613"/>
                    <a:pt x="7861" y="5469"/>
                    <a:pt x="7861" y="5289"/>
                  </a:cubicBezTo>
                  <a:lnTo>
                    <a:pt x="7861" y="2816"/>
                  </a:lnTo>
                  <a:lnTo>
                    <a:pt x="7861" y="593"/>
                  </a:lnTo>
                  <a:cubicBezTo>
                    <a:pt x="7860" y="414"/>
                    <a:pt x="7715" y="268"/>
                    <a:pt x="7536" y="268"/>
                  </a:cubicBezTo>
                  <a:lnTo>
                    <a:pt x="6870" y="268"/>
                  </a:lnTo>
                  <a:lnTo>
                    <a:pt x="6870" y="155"/>
                  </a:lnTo>
                  <a:cubicBezTo>
                    <a:pt x="6870" y="70"/>
                    <a:pt x="6801" y="0"/>
                    <a:pt x="6715" y="0"/>
                  </a:cubicBezTo>
                  <a:lnTo>
                    <a:pt x="6355" y="0"/>
                  </a:lnTo>
                  <a:cubicBezTo>
                    <a:pt x="6270" y="0"/>
                    <a:pt x="6200" y="70"/>
                    <a:pt x="6200" y="155"/>
                  </a:cubicBezTo>
                  <a:lnTo>
                    <a:pt x="6200" y="268"/>
                  </a:lnTo>
                  <a:lnTo>
                    <a:pt x="1690" y="268"/>
                  </a:lnTo>
                  <a:lnTo>
                    <a:pt x="1690" y="155"/>
                  </a:lnTo>
                  <a:cubicBezTo>
                    <a:pt x="1690" y="70"/>
                    <a:pt x="1621" y="0"/>
                    <a:pt x="153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2"/>
            <p:cNvSpPr/>
            <p:nvPr/>
          </p:nvSpPr>
          <p:spPr>
            <a:xfrm>
              <a:off x="-3697515" y="4982572"/>
              <a:ext cx="799094" cy="543266"/>
            </a:xfrm>
            <a:custGeom>
              <a:rect b="b" l="l" r="r" t="t"/>
              <a:pathLst>
                <a:path extrusionOk="0" h="5345" w="7862">
                  <a:moveTo>
                    <a:pt x="7539" y="1"/>
                  </a:moveTo>
                  <a:cubicBezTo>
                    <a:pt x="7539" y="1"/>
                    <a:pt x="7538" y="1"/>
                    <a:pt x="7538" y="1"/>
                  </a:cubicBezTo>
                  <a:lnTo>
                    <a:pt x="325" y="1"/>
                  </a:lnTo>
                  <a:cubicBezTo>
                    <a:pt x="147" y="1"/>
                    <a:pt x="1" y="146"/>
                    <a:pt x="1" y="325"/>
                  </a:cubicBezTo>
                  <a:lnTo>
                    <a:pt x="1" y="5020"/>
                  </a:lnTo>
                  <a:cubicBezTo>
                    <a:pt x="1" y="5200"/>
                    <a:pt x="146" y="5344"/>
                    <a:pt x="325" y="5344"/>
                  </a:cubicBezTo>
                  <a:lnTo>
                    <a:pt x="7538" y="5344"/>
                  </a:lnTo>
                  <a:cubicBezTo>
                    <a:pt x="7716" y="5344"/>
                    <a:pt x="7862" y="5200"/>
                    <a:pt x="7862" y="5020"/>
                  </a:cubicBezTo>
                  <a:lnTo>
                    <a:pt x="7862" y="325"/>
                  </a:lnTo>
                  <a:cubicBezTo>
                    <a:pt x="7862" y="147"/>
                    <a:pt x="7718" y="1"/>
                    <a:pt x="75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2"/>
            <p:cNvSpPr/>
            <p:nvPr/>
          </p:nvSpPr>
          <p:spPr>
            <a:xfrm>
              <a:off x="-3697515" y="5241452"/>
              <a:ext cx="799094" cy="284389"/>
            </a:xfrm>
            <a:custGeom>
              <a:rect b="b" l="l" r="r" t="t"/>
              <a:pathLst>
                <a:path extrusionOk="0" h="2798" w="7862">
                  <a:moveTo>
                    <a:pt x="1" y="1"/>
                  </a:moveTo>
                  <a:lnTo>
                    <a:pt x="1" y="2473"/>
                  </a:lnTo>
                  <a:cubicBezTo>
                    <a:pt x="1" y="2653"/>
                    <a:pt x="146" y="2797"/>
                    <a:pt x="325" y="2797"/>
                  </a:cubicBezTo>
                  <a:lnTo>
                    <a:pt x="7538" y="2797"/>
                  </a:lnTo>
                  <a:cubicBezTo>
                    <a:pt x="7716" y="2797"/>
                    <a:pt x="7862" y="2653"/>
                    <a:pt x="7862" y="2473"/>
                  </a:cubicBezTo>
                  <a:lnTo>
                    <a:pt x="786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2"/>
            <p:cNvSpPr/>
            <p:nvPr/>
          </p:nvSpPr>
          <p:spPr>
            <a:xfrm>
              <a:off x="-3097235" y="5017028"/>
              <a:ext cx="128168" cy="128066"/>
            </a:xfrm>
            <a:custGeom>
              <a:rect b="b" l="l" r="r" t="t"/>
              <a:pathLst>
                <a:path extrusionOk="0" h="1260" w="1261">
                  <a:moveTo>
                    <a:pt x="631" y="0"/>
                  </a:moveTo>
                  <a:cubicBezTo>
                    <a:pt x="283" y="0"/>
                    <a:pt x="1" y="282"/>
                    <a:pt x="1" y="630"/>
                  </a:cubicBezTo>
                  <a:cubicBezTo>
                    <a:pt x="1" y="977"/>
                    <a:pt x="283" y="1259"/>
                    <a:pt x="631" y="1259"/>
                  </a:cubicBezTo>
                  <a:cubicBezTo>
                    <a:pt x="978" y="1259"/>
                    <a:pt x="1260" y="977"/>
                    <a:pt x="1260" y="630"/>
                  </a:cubicBezTo>
                  <a:cubicBezTo>
                    <a:pt x="1260" y="282"/>
                    <a:pt x="978"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2"/>
            <p:cNvSpPr/>
            <p:nvPr/>
          </p:nvSpPr>
          <p:spPr>
            <a:xfrm>
              <a:off x="-3079753" y="5034409"/>
              <a:ext cx="93204" cy="93204"/>
            </a:xfrm>
            <a:custGeom>
              <a:rect b="b" l="l" r="r" t="t"/>
              <a:pathLst>
                <a:path extrusionOk="0" h="917" w="917">
                  <a:moveTo>
                    <a:pt x="459" y="0"/>
                  </a:moveTo>
                  <a:cubicBezTo>
                    <a:pt x="206" y="0"/>
                    <a:pt x="0" y="206"/>
                    <a:pt x="0" y="459"/>
                  </a:cubicBezTo>
                  <a:cubicBezTo>
                    <a:pt x="0" y="711"/>
                    <a:pt x="206" y="917"/>
                    <a:pt x="459" y="917"/>
                  </a:cubicBezTo>
                  <a:cubicBezTo>
                    <a:pt x="711" y="917"/>
                    <a:pt x="917" y="711"/>
                    <a:pt x="917" y="459"/>
                  </a:cubicBezTo>
                  <a:cubicBezTo>
                    <a:pt x="917" y="206"/>
                    <a:pt x="711" y="0"/>
                    <a:pt x="4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2"/>
            <p:cNvSpPr/>
            <p:nvPr/>
          </p:nvSpPr>
          <p:spPr>
            <a:xfrm>
              <a:off x="-3045704" y="4982470"/>
              <a:ext cx="25207" cy="419468"/>
            </a:xfrm>
            <a:custGeom>
              <a:rect b="b" l="l" r="r" t="t"/>
              <a:pathLst>
                <a:path extrusionOk="0" h="4127" w="248">
                  <a:moveTo>
                    <a:pt x="1" y="1"/>
                  </a:moveTo>
                  <a:lnTo>
                    <a:pt x="1" y="4127"/>
                  </a:lnTo>
                  <a:lnTo>
                    <a:pt x="247" y="4127"/>
                  </a:lnTo>
                  <a:lnTo>
                    <a:pt x="2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2"/>
            <p:cNvSpPr/>
            <p:nvPr/>
          </p:nvSpPr>
          <p:spPr>
            <a:xfrm>
              <a:off x="-3067252" y="5057888"/>
              <a:ext cx="68200" cy="46449"/>
            </a:xfrm>
            <a:custGeom>
              <a:rect b="b" l="l" r="r" t="t"/>
              <a:pathLst>
                <a:path extrusionOk="0" h="457" w="671">
                  <a:moveTo>
                    <a:pt x="190" y="1"/>
                  </a:moveTo>
                  <a:cubicBezTo>
                    <a:pt x="86" y="1"/>
                    <a:pt x="0" y="86"/>
                    <a:pt x="0" y="190"/>
                  </a:cubicBezTo>
                  <a:lnTo>
                    <a:pt x="0" y="268"/>
                  </a:lnTo>
                  <a:cubicBezTo>
                    <a:pt x="0" y="372"/>
                    <a:pt x="86" y="457"/>
                    <a:pt x="190" y="457"/>
                  </a:cubicBezTo>
                  <a:lnTo>
                    <a:pt x="481" y="457"/>
                  </a:lnTo>
                  <a:cubicBezTo>
                    <a:pt x="586" y="457"/>
                    <a:pt x="671" y="372"/>
                    <a:pt x="671" y="268"/>
                  </a:cubicBezTo>
                  <a:lnTo>
                    <a:pt x="671" y="190"/>
                  </a:lnTo>
                  <a:cubicBezTo>
                    <a:pt x="671" y="84"/>
                    <a:pt x="586" y="1"/>
                    <a:pt x="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2"/>
            <p:cNvSpPr/>
            <p:nvPr/>
          </p:nvSpPr>
          <p:spPr>
            <a:xfrm>
              <a:off x="-3067150" y="4955434"/>
              <a:ext cx="68099" cy="27341"/>
            </a:xfrm>
            <a:custGeom>
              <a:rect b="b" l="l" r="r" t="t"/>
              <a:pathLst>
                <a:path extrusionOk="0" h="269" w="670">
                  <a:moveTo>
                    <a:pt x="519" y="0"/>
                  </a:moveTo>
                  <a:cubicBezTo>
                    <a:pt x="518" y="0"/>
                    <a:pt x="516" y="0"/>
                    <a:pt x="515" y="0"/>
                  </a:cubicBezTo>
                  <a:lnTo>
                    <a:pt x="155" y="0"/>
                  </a:lnTo>
                  <a:cubicBezTo>
                    <a:pt x="70" y="0"/>
                    <a:pt x="0" y="69"/>
                    <a:pt x="0" y="155"/>
                  </a:cubicBezTo>
                  <a:lnTo>
                    <a:pt x="0" y="269"/>
                  </a:lnTo>
                  <a:lnTo>
                    <a:pt x="670" y="269"/>
                  </a:lnTo>
                  <a:lnTo>
                    <a:pt x="670" y="155"/>
                  </a:lnTo>
                  <a:cubicBezTo>
                    <a:pt x="670" y="70"/>
                    <a:pt x="603" y="0"/>
                    <a:pt x="5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2"/>
            <p:cNvSpPr/>
            <p:nvPr/>
          </p:nvSpPr>
          <p:spPr>
            <a:xfrm>
              <a:off x="-3593742" y="4955434"/>
              <a:ext cx="68200" cy="27341"/>
            </a:xfrm>
            <a:custGeom>
              <a:rect b="b" l="l" r="r" t="t"/>
              <a:pathLst>
                <a:path extrusionOk="0" h="269" w="671">
                  <a:moveTo>
                    <a:pt x="152" y="0"/>
                  </a:moveTo>
                  <a:cubicBezTo>
                    <a:pt x="68" y="0"/>
                    <a:pt x="1" y="70"/>
                    <a:pt x="1" y="155"/>
                  </a:cubicBezTo>
                  <a:lnTo>
                    <a:pt x="1" y="269"/>
                  </a:lnTo>
                  <a:lnTo>
                    <a:pt x="670" y="269"/>
                  </a:lnTo>
                  <a:lnTo>
                    <a:pt x="670" y="155"/>
                  </a:lnTo>
                  <a:cubicBezTo>
                    <a:pt x="670" y="69"/>
                    <a:pt x="601" y="0"/>
                    <a:pt x="516" y="0"/>
                  </a:cubicBezTo>
                  <a:lnTo>
                    <a:pt x="155" y="0"/>
                  </a:lnTo>
                  <a:cubicBezTo>
                    <a:pt x="154" y="0"/>
                    <a:pt x="153" y="0"/>
                    <a:pt x="1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2"/>
            <p:cNvSpPr/>
            <p:nvPr/>
          </p:nvSpPr>
          <p:spPr>
            <a:xfrm>
              <a:off x="-3053225" y="4962447"/>
              <a:ext cx="40148" cy="40249"/>
            </a:xfrm>
            <a:custGeom>
              <a:rect b="b" l="l" r="r" t="t"/>
              <a:pathLst>
                <a:path extrusionOk="0" h="396" w="395">
                  <a:moveTo>
                    <a:pt x="198" y="0"/>
                  </a:moveTo>
                  <a:cubicBezTo>
                    <a:pt x="88" y="0"/>
                    <a:pt x="0" y="89"/>
                    <a:pt x="0" y="198"/>
                  </a:cubicBezTo>
                  <a:cubicBezTo>
                    <a:pt x="0" y="307"/>
                    <a:pt x="88" y="396"/>
                    <a:pt x="198" y="396"/>
                  </a:cubicBezTo>
                  <a:cubicBezTo>
                    <a:pt x="307" y="396"/>
                    <a:pt x="395" y="307"/>
                    <a:pt x="395" y="198"/>
                  </a:cubicBezTo>
                  <a:cubicBezTo>
                    <a:pt x="395" y="89"/>
                    <a:pt x="307" y="0"/>
                    <a:pt x="1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2"/>
            <p:cNvSpPr/>
            <p:nvPr/>
          </p:nvSpPr>
          <p:spPr>
            <a:xfrm>
              <a:off x="-3044078" y="4971595"/>
              <a:ext cx="21853" cy="21853"/>
            </a:xfrm>
            <a:custGeom>
              <a:rect b="b" l="l" r="r" t="t"/>
              <a:pathLst>
                <a:path extrusionOk="0" h="215" w="215">
                  <a:moveTo>
                    <a:pt x="108" y="0"/>
                  </a:moveTo>
                  <a:cubicBezTo>
                    <a:pt x="49" y="0"/>
                    <a:pt x="0" y="49"/>
                    <a:pt x="0" y="108"/>
                  </a:cubicBezTo>
                  <a:cubicBezTo>
                    <a:pt x="0" y="167"/>
                    <a:pt x="49" y="215"/>
                    <a:pt x="108" y="215"/>
                  </a:cubicBezTo>
                  <a:cubicBezTo>
                    <a:pt x="166" y="215"/>
                    <a:pt x="215" y="167"/>
                    <a:pt x="215" y="108"/>
                  </a:cubicBezTo>
                  <a:cubicBezTo>
                    <a:pt x="215" y="49"/>
                    <a:pt x="166" y="0"/>
                    <a:pt x="1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2"/>
            <p:cNvSpPr/>
            <p:nvPr/>
          </p:nvSpPr>
          <p:spPr>
            <a:xfrm>
              <a:off x="-3050977" y="5384004"/>
              <a:ext cx="35676" cy="35676"/>
            </a:xfrm>
            <a:custGeom>
              <a:rect b="b" l="l" r="r" t="t"/>
              <a:pathLst>
                <a:path extrusionOk="0" h="351" w="351">
                  <a:moveTo>
                    <a:pt x="176" y="0"/>
                  </a:moveTo>
                  <a:cubicBezTo>
                    <a:pt x="79" y="0"/>
                    <a:pt x="0" y="78"/>
                    <a:pt x="0" y="176"/>
                  </a:cubicBezTo>
                  <a:cubicBezTo>
                    <a:pt x="0" y="273"/>
                    <a:pt x="79" y="351"/>
                    <a:pt x="176" y="351"/>
                  </a:cubicBezTo>
                  <a:cubicBezTo>
                    <a:pt x="273" y="351"/>
                    <a:pt x="351" y="273"/>
                    <a:pt x="351" y="176"/>
                  </a:cubicBezTo>
                  <a:cubicBezTo>
                    <a:pt x="351" y="78"/>
                    <a:pt x="273" y="0"/>
                    <a:pt x="1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2"/>
            <p:cNvSpPr/>
            <p:nvPr/>
          </p:nvSpPr>
          <p:spPr>
            <a:xfrm>
              <a:off x="-3042045" y="5392999"/>
              <a:ext cx="17787" cy="17685"/>
            </a:xfrm>
            <a:custGeom>
              <a:rect b="b" l="l" r="r" t="t"/>
              <a:pathLst>
                <a:path extrusionOk="0" h="174" w="175">
                  <a:moveTo>
                    <a:pt x="88" y="1"/>
                  </a:moveTo>
                  <a:cubicBezTo>
                    <a:pt x="40" y="1"/>
                    <a:pt x="1" y="39"/>
                    <a:pt x="1" y="88"/>
                  </a:cubicBezTo>
                  <a:cubicBezTo>
                    <a:pt x="1" y="135"/>
                    <a:pt x="40" y="173"/>
                    <a:pt x="88" y="173"/>
                  </a:cubicBezTo>
                  <a:cubicBezTo>
                    <a:pt x="135" y="173"/>
                    <a:pt x="174" y="135"/>
                    <a:pt x="174" y="88"/>
                  </a:cubicBezTo>
                  <a:cubicBezTo>
                    <a:pt x="174" y="39"/>
                    <a:pt x="135" y="1"/>
                    <a:pt x="8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2"/>
            <p:cNvSpPr/>
            <p:nvPr/>
          </p:nvSpPr>
          <p:spPr>
            <a:xfrm>
              <a:off x="-3098048" y="5389340"/>
              <a:ext cx="77551" cy="75823"/>
            </a:xfrm>
            <a:custGeom>
              <a:rect b="b" l="l" r="r" t="t"/>
              <a:pathLst>
                <a:path extrusionOk="0" h="746" w="763">
                  <a:moveTo>
                    <a:pt x="515" y="1"/>
                  </a:moveTo>
                  <a:lnTo>
                    <a:pt x="68" y="334"/>
                  </a:lnTo>
                  <a:cubicBezTo>
                    <a:pt x="8" y="378"/>
                    <a:pt x="1" y="468"/>
                    <a:pt x="54" y="522"/>
                  </a:cubicBezTo>
                  <a:lnTo>
                    <a:pt x="241" y="709"/>
                  </a:lnTo>
                  <a:cubicBezTo>
                    <a:pt x="266" y="734"/>
                    <a:pt x="298" y="746"/>
                    <a:pt x="329" y="746"/>
                  </a:cubicBezTo>
                  <a:cubicBezTo>
                    <a:pt x="367" y="746"/>
                    <a:pt x="404" y="729"/>
                    <a:pt x="429" y="695"/>
                  </a:cubicBezTo>
                  <a:lnTo>
                    <a:pt x="762" y="248"/>
                  </a:lnTo>
                  <a:lnTo>
                    <a:pt x="5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2"/>
            <p:cNvSpPr/>
            <p:nvPr/>
          </p:nvSpPr>
          <p:spPr>
            <a:xfrm>
              <a:off x="-3042045" y="5392999"/>
              <a:ext cx="17787" cy="17685"/>
            </a:xfrm>
            <a:custGeom>
              <a:rect b="b" l="l" r="r" t="t"/>
              <a:pathLst>
                <a:path extrusionOk="0" h="174" w="175">
                  <a:moveTo>
                    <a:pt x="88" y="1"/>
                  </a:moveTo>
                  <a:cubicBezTo>
                    <a:pt x="40" y="1"/>
                    <a:pt x="1" y="39"/>
                    <a:pt x="1" y="88"/>
                  </a:cubicBezTo>
                  <a:cubicBezTo>
                    <a:pt x="1" y="135"/>
                    <a:pt x="40" y="173"/>
                    <a:pt x="88" y="173"/>
                  </a:cubicBezTo>
                  <a:cubicBezTo>
                    <a:pt x="135" y="173"/>
                    <a:pt x="174" y="135"/>
                    <a:pt x="174" y="88"/>
                  </a:cubicBezTo>
                  <a:cubicBezTo>
                    <a:pt x="174" y="39"/>
                    <a:pt x="135" y="1"/>
                    <a:pt x="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2"/>
            <p:cNvSpPr/>
            <p:nvPr/>
          </p:nvSpPr>
          <p:spPr>
            <a:xfrm>
              <a:off x="-3643748" y="5451646"/>
              <a:ext cx="46449" cy="46449"/>
            </a:xfrm>
            <a:custGeom>
              <a:rect b="b" l="l" r="r" t="t"/>
              <a:pathLst>
                <a:path extrusionOk="0" h="457" w="457">
                  <a:moveTo>
                    <a:pt x="228" y="1"/>
                  </a:moveTo>
                  <a:cubicBezTo>
                    <a:pt x="102" y="1"/>
                    <a:pt x="0" y="103"/>
                    <a:pt x="0" y="229"/>
                  </a:cubicBezTo>
                  <a:cubicBezTo>
                    <a:pt x="0" y="355"/>
                    <a:pt x="102" y="457"/>
                    <a:pt x="228" y="457"/>
                  </a:cubicBezTo>
                  <a:cubicBezTo>
                    <a:pt x="354" y="457"/>
                    <a:pt x="456" y="355"/>
                    <a:pt x="456" y="229"/>
                  </a:cubicBezTo>
                  <a:cubicBezTo>
                    <a:pt x="456" y="103"/>
                    <a:pt x="354" y="1"/>
                    <a:pt x="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2"/>
            <p:cNvSpPr/>
            <p:nvPr/>
          </p:nvSpPr>
          <p:spPr>
            <a:xfrm>
              <a:off x="-3638870" y="5458761"/>
              <a:ext cx="35676" cy="32830"/>
            </a:xfrm>
            <a:custGeom>
              <a:rect b="b" l="l" r="r" t="t"/>
              <a:pathLst>
                <a:path extrusionOk="0" h="323" w="351">
                  <a:moveTo>
                    <a:pt x="176" y="0"/>
                  </a:moveTo>
                  <a:cubicBezTo>
                    <a:pt x="100" y="0"/>
                    <a:pt x="32" y="54"/>
                    <a:pt x="17" y="132"/>
                  </a:cubicBezTo>
                  <a:cubicBezTo>
                    <a:pt x="1" y="219"/>
                    <a:pt x="58" y="303"/>
                    <a:pt x="145" y="320"/>
                  </a:cubicBezTo>
                  <a:cubicBezTo>
                    <a:pt x="155" y="322"/>
                    <a:pt x="166" y="323"/>
                    <a:pt x="176" y="323"/>
                  </a:cubicBezTo>
                  <a:cubicBezTo>
                    <a:pt x="252" y="323"/>
                    <a:pt x="320" y="269"/>
                    <a:pt x="334" y="192"/>
                  </a:cubicBezTo>
                  <a:cubicBezTo>
                    <a:pt x="351" y="104"/>
                    <a:pt x="293" y="19"/>
                    <a:pt x="206" y="3"/>
                  </a:cubicBezTo>
                  <a:cubicBezTo>
                    <a:pt x="196" y="1"/>
                    <a:pt x="186" y="0"/>
                    <a:pt x="1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2"/>
            <p:cNvSpPr/>
            <p:nvPr/>
          </p:nvSpPr>
          <p:spPr>
            <a:xfrm>
              <a:off x="-3628807" y="5466790"/>
              <a:ext cx="16364" cy="16262"/>
            </a:xfrm>
            <a:custGeom>
              <a:rect b="b" l="l" r="r" t="t"/>
              <a:pathLst>
                <a:path extrusionOk="0" h="160" w="161">
                  <a:moveTo>
                    <a:pt x="81" y="0"/>
                  </a:moveTo>
                  <a:cubicBezTo>
                    <a:pt x="37" y="0"/>
                    <a:pt x="1" y="35"/>
                    <a:pt x="1" y="80"/>
                  </a:cubicBezTo>
                  <a:cubicBezTo>
                    <a:pt x="1" y="124"/>
                    <a:pt x="37" y="159"/>
                    <a:pt x="81" y="159"/>
                  </a:cubicBezTo>
                  <a:cubicBezTo>
                    <a:pt x="126" y="159"/>
                    <a:pt x="161" y="124"/>
                    <a:pt x="161" y="80"/>
                  </a:cubicBezTo>
                  <a:cubicBezTo>
                    <a:pt x="161" y="35"/>
                    <a:pt x="126" y="0"/>
                    <a:pt x="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2"/>
            <p:cNvSpPr/>
            <p:nvPr/>
          </p:nvSpPr>
          <p:spPr>
            <a:xfrm>
              <a:off x="-3655640" y="5014284"/>
              <a:ext cx="489905" cy="454636"/>
            </a:xfrm>
            <a:custGeom>
              <a:rect b="b" l="l" r="r" t="t"/>
              <a:pathLst>
                <a:path extrusionOk="0" h="4473" w="4820">
                  <a:moveTo>
                    <a:pt x="2412" y="1"/>
                  </a:moveTo>
                  <a:cubicBezTo>
                    <a:pt x="2096" y="1"/>
                    <a:pt x="1780" y="67"/>
                    <a:pt x="1487" y="200"/>
                  </a:cubicBezTo>
                  <a:cubicBezTo>
                    <a:pt x="1249" y="309"/>
                    <a:pt x="1026" y="460"/>
                    <a:pt x="830" y="656"/>
                  </a:cubicBezTo>
                  <a:cubicBezTo>
                    <a:pt x="634" y="850"/>
                    <a:pt x="484" y="1074"/>
                    <a:pt x="375" y="1312"/>
                  </a:cubicBezTo>
                  <a:cubicBezTo>
                    <a:pt x="1" y="2135"/>
                    <a:pt x="153" y="3140"/>
                    <a:pt x="830" y="3818"/>
                  </a:cubicBezTo>
                  <a:cubicBezTo>
                    <a:pt x="1267" y="4254"/>
                    <a:pt x="1839" y="4473"/>
                    <a:pt x="2411" y="4473"/>
                  </a:cubicBezTo>
                  <a:cubicBezTo>
                    <a:pt x="2720" y="4473"/>
                    <a:pt x="3030" y="4408"/>
                    <a:pt x="3319" y="4280"/>
                  </a:cubicBezTo>
                  <a:cubicBezTo>
                    <a:pt x="3563" y="4172"/>
                    <a:pt x="3791" y="4019"/>
                    <a:pt x="3992" y="3818"/>
                  </a:cubicBezTo>
                  <a:cubicBezTo>
                    <a:pt x="4194" y="3617"/>
                    <a:pt x="4347" y="3387"/>
                    <a:pt x="4456" y="3144"/>
                  </a:cubicBezTo>
                  <a:cubicBezTo>
                    <a:pt x="4819" y="2322"/>
                    <a:pt x="4665" y="1327"/>
                    <a:pt x="3992" y="656"/>
                  </a:cubicBezTo>
                  <a:cubicBezTo>
                    <a:pt x="3556" y="219"/>
                    <a:pt x="2984" y="1"/>
                    <a:pt x="24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2"/>
            <p:cNvSpPr/>
            <p:nvPr/>
          </p:nvSpPr>
          <p:spPr>
            <a:xfrm>
              <a:off x="-3612240" y="5044065"/>
              <a:ext cx="414488" cy="394973"/>
            </a:xfrm>
            <a:custGeom>
              <a:rect b="b" l="l" r="r" t="t"/>
              <a:pathLst>
                <a:path extrusionOk="0" h="3886" w="4078">
                  <a:moveTo>
                    <a:pt x="1984" y="0"/>
                  </a:moveTo>
                  <a:cubicBezTo>
                    <a:pt x="1710" y="0"/>
                    <a:pt x="1436" y="58"/>
                    <a:pt x="1182" y="174"/>
                  </a:cubicBezTo>
                  <a:cubicBezTo>
                    <a:pt x="975" y="269"/>
                    <a:pt x="781" y="400"/>
                    <a:pt x="611" y="570"/>
                  </a:cubicBezTo>
                  <a:cubicBezTo>
                    <a:pt x="441" y="739"/>
                    <a:pt x="309" y="934"/>
                    <a:pt x="216" y="1141"/>
                  </a:cubicBezTo>
                  <a:cubicBezTo>
                    <a:pt x="130" y="1326"/>
                    <a:pt x="77" y="1524"/>
                    <a:pt x="54" y="1724"/>
                  </a:cubicBezTo>
                  <a:cubicBezTo>
                    <a:pt x="1" y="2189"/>
                    <a:pt x="118" y="2670"/>
                    <a:pt x="401" y="3068"/>
                  </a:cubicBezTo>
                  <a:cubicBezTo>
                    <a:pt x="461" y="3156"/>
                    <a:pt x="532" y="3239"/>
                    <a:pt x="610" y="3316"/>
                  </a:cubicBezTo>
                  <a:cubicBezTo>
                    <a:pt x="989" y="3696"/>
                    <a:pt x="1486" y="3886"/>
                    <a:pt x="1983" y="3886"/>
                  </a:cubicBezTo>
                  <a:cubicBezTo>
                    <a:pt x="2252" y="3886"/>
                    <a:pt x="2521" y="3830"/>
                    <a:pt x="2772" y="3719"/>
                  </a:cubicBezTo>
                  <a:cubicBezTo>
                    <a:pt x="2984" y="3625"/>
                    <a:pt x="3184" y="3491"/>
                    <a:pt x="3358" y="3316"/>
                  </a:cubicBezTo>
                  <a:cubicBezTo>
                    <a:pt x="3531" y="3143"/>
                    <a:pt x="3666" y="2944"/>
                    <a:pt x="3760" y="2731"/>
                  </a:cubicBezTo>
                  <a:cubicBezTo>
                    <a:pt x="4077" y="2019"/>
                    <a:pt x="3943" y="1154"/>
                    <a:pt x="3358" y="570"/>
                  </a:cubicBezTo>
                  <a:cubicBezTo>
                    <a:pt x="2978" y="190"/>
                    <a:pt x="2481" y="0"/>
                    <a:pt x="19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2"/>
            <p:cNvSpPr/>
            <p:nvPr/>
          </p:nvSpPr>
          <p:spPr>
            <a:xfrm>
              <a:off x="-3515378" y="5148755"/>
              <a:ext cx="210192" cy="185086"/>
            </a:xfrm>
            <a:custGeom>
              <a:rect b="b" l="l" r="r" t="t"/>
              <a:pathLst>
                <a:path extrusionOk="0" h="1821" w="2068">
                  <a:moveTo>
                    <a:pt x="1034" y="1"/>
                  </a:moveTo>
                  <a:cubicBezTo>
                    <a:pt x="916" y="1"/>
                    <a:pt x="796" y="24"/>
                    <a:pt x="681" y="73"/>
                  </a:cubicBezTo>
                  <a:cubicBezTo>
                    <a:pt x="218" y="268"/>
                    <a:pt x="0" y="800"/>
                    <a:pt x="195" y="1263"/>
                  </a:cubicBezTo>
                  <a:cubicBezTo>
                    <a:pt x="342" y="1611"/>
                    <a:pt x="679" y="1820"/>
                    <a:pt x="1034" y="1820"/>
                  </a:cubicBezTo>
                  <a:cubicBezTo>
                    <a:pt x="1152" y="1820"/>
                    <a:pt x="1272" y="1797"/>
                    <a:pt x="1387" y="1748"/>
                  </a:cubicBezTo>
                  <a:cubicBezTo>
                    <a:pt x="1850" y="1553"/>
                    <a:pt x="2068" y="1020"/>
                    <a:pt x="1872" y="558"/>
                  </a:cubicBezTo>
                  <a:cubicBezTo>
                    <a:pt x="1726" y="210"/>
                    <a:pt x="1389" y="1"/>
                    <a:pt x="10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2"/>
            <p:cNvSpPr/>
            <p:nvPr/>
          </p:nvSpPr>
          <p:spPr>
            <a:xfrm>
              <a:off x="-3503588" y="5156988"/>
              <a:ext cx="185696" cy="169231"/>
            </a:xfrm>
            <a:custGeom>
              <a:rect b="b" l="l" r="r" t="t"/>
              <a:pathLst>
                <a:path extrusionOk="0" h="1665" w="1827">
                  <a:moveTo>
                    <a:pt x="913" y="1"/>
                  </a:moveTo>
                  <a:cubicBezTo>
                    <a:pt x="700" y="1"/>
                    <a:pt x="488" y="82"/>
                    <a:pt x="325" y="244"/>
                  </a:cubicBezTo>
                  <a:cubicBezTo>
                    <a:pt x="0" y="568"/>
                    <a:pt x="0" y="1096"/>
                    <a:pt x="325" y="1421"/>
                  </a:cubicBezTo>
                  <a:cubicBezTo>
                    <a:pt x="488" y="1583"/>
                    <a:pt x="700" y="1665"/>
                    <a:pt x="913" y="1665"/>
                  </a:cubicBezTo>
                  <a:cubicBezTo>
                    <a:pt x="1126" y="1665"/>
                    <a:pt x="1339" y="1583"/>
                    <a:pt x="1502" y="1421"/>
                  </a:cubicBezTo>
                  <a:cubicBezTo>
                    <a:pt x="1827" y="1096"/>
                    <a:pt x="1827" y="568"/>
                    <a:pt x="1502" y="244"/>
                  </a:cubicBezTo>
                  <a:cubicBezTo>
                    <a:pt x="1339" y="82"/>
                    <a:pt x="1126" y="1"/>
                    <a:pt x="9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2"/>
            <p:cNvSpPr/>
            <p:nvPr/>
          </p:nvSpPr>
          <p:spPr>
            <a:xfrm>
              <a:off x="-3482752" y="5169388"/>
              <a:ext cx="151240" cy="144329"/>
            </a:xfrm>
            <a:custGeom>
              <a:rect b="b" l="l" r="r" t="t"/>
              <a:pathLst>
                <a:path extrusionOk="0" h="1420" w="1488">
                  <a:moveTo>
                    <a:pt x="709" y="112"/>
                  </a:moveTo>
                  <a:cubicBezTo>
                    <a:pt x="863" y="112"/>
                    <a:pt x="1017" y="171"/>
                    <a:pt x="1132" y="285"/>
                  </a:cubicBezTo>
                  <a:cubicBezTo>
                    <a:pt x="1366" y="519"/>
                    <a:pt x="1366" y="896"/>
                    <a:pt x="1132" y="1130"/>
                  </a:cubicBezTo>
                  <a:cubicBezTo>
                    <a:pt x="1016" y="1247"/>
                    <a:pt x="863" y="1305"/>
                    <a:pt x="710" y="1305"/>
                  </a:cubicBezTo>
                  <a:cubicBezTo>
                    <a:pt x="558" y="1305"/>
                    <a:pt x="405" y="1247"/>
                    <a:pt x="288" y="1130"/>
                  </a:cubicBezTo>
                  <a:cubicBezTo>
                    <a:pt x="175" y="1018"/>
                    <a:pt x="113" y="869"/>
                    <a:pt x="113" y="709"/>
                  </a:cubicBezTo>
                  <a:cubicBezTo>
                    <a:pt x="113" y="550"/>
                    <a:pt x="176" y="399"/>
                    <a:pt x="288" y="286"/>
                  </a:cubicBezTo>
                  <a:cubicBezTo>
                    <a:pt x="404" y="171"/>
                    <a:pt x="557" y="112"/>
                    <a:pt x="709" y="112"/>
                  </a:cubicBezTo>
                  <a:close/>
                  <a:moveTo>
                    <a:pt x="709" y="1"/>
                  </a:moveTo>
                  <a:cubicBezTo>
                    <a:pt x="521" y="1"/>
                    <a:pt x="342" y="74"/>
                    <a:pt x="208" y="208"/>
                  </a:cubicBezTo>
                  <a:cubicBezTo>
                    <a:pt x="74" y="342"/>
                    <a:pt x="0" y="520"/>
                    <a:pt x="0" y="710"/>
                  </a:cubicBezTo>
                  <a:cubicBezTo>
                    <a:pt x="0" y="899"/>
                    <a:pt x="74" y="1077"/>
                    <a:pt x="208" y="1211"/>
                  </a:cubicBezTo>
                  <a:cubicBezTo>
                    <a:pt x="342" y="1345"/>
                    <a:pt x="521" y="1420"/>
                    <a:pt x="709" y="1420"/>
                  </a:cubicBezTo>
                  <a:cubicBezTo>
                    <a:pt x="899" y="1420"/>
                    <a:pt x="1078" y="1344"/>
                    <a:pt x="1211" y="1210"/>
                  </a:cubicBezTo>
                  <a:cubicBezTo>
                    <a:pt x="1487" y="935"/>
                    <a:pt x="1487" y="484"/>
                    <a:pt x="1211" y="208"/>
                  </a:cubicBezTo>
                  <a:cubicBezTo>
                    <a:pt x="1078" y="74"/>
                    <a:pt x="899" y="1"/>
                    <a:pt x="7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2"/>
            <p:cNvSpPr/>
            <p:nvPr/>
          </p:nvSpPr>
          <p:spPr>
            <a:xfrm>
              <a:off x="-3463034" y="5194799"/>
              <a:ext cx="106214" cy="93204"/>
            </a:xfrm>
            <a:custGeom>
              <a:rect b="b" l="l" r="r" t="t"/>
              <a:pathLst>
                <a:path extrusionOk="0" h="917" w="1045">
                  <a:moveTo>
                    <a:pt x="522" y="0"/>
                  </a:moveTo>
                  <a:cubicBezTo>
                    <a:pt x="457" y="0"/>
                    <a:pt x="391" y="14"/>
                    <a:pt x="328" y="44"/>
                  </a:cubicBezTo>
                  <a:cubicBezTo>
                    <a:pt x="99" y="151"/>
                    <a:pt x="0" y="423"/>
                    <a:pt x="108" y="653"/>
                  </a:cubicBezTo>
                  <a:cubicBezTo>
                    <a:pt x="186" y="819"/>
                    <a:pt x="351" y="916"/>
                    <a:pt x="523" y="916"/>
                  </a:cubicBezTo>
                  <a:cubicBezTo>
                    <a:pt x="588" y="916"/>
                    <a:pt x="655" y="902"/>
                    <a:pt x="718" y="872"/>
                  </a:cubicBezTo>
                  <a:cubicBezTo>
                    <a:pt x="946" y="765"/>
                    <a:pt x="1045" y="493"/>
                    <a:pt x="937" y="264"/>
                  </a:cubicBezTo>
                  <a:cubicBezTo>
                    <a:pt x="860" y="97"/>
                    <a:pt x="694" y="0"/>
                    <a:pt x="5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2"/>
            <p:cNvSpPr/>
            <p:nvPr/>
          </p:nvSpPr>
          <p:spPr>
            <a:xfrm>
              <a:off x="-3430306" y="5221835"/>
              <a:ext cx="39436" cy="39436"/>
            </a:xfrm>
            <a:custGeom>
              <a:rect b="b" l="l" r="r" t="t"/>
              <a:pathLst>
                <a:path extrusionOk="0" h="388" w="388">
                  <a:moveTo>
                    <a:pt x="193" y="1"/>
                  </a:moveTo>
                  <a:cubicBezTo>
                    <a:pt x="87" y="1"/>
                    <a:pt x="0" y="86"/>
                    <a:pt x="0" y="194"/>
                  </a:cubicBezTo>
                  <a:cubicBezTo>
                    <a:pt x="0" y="301"/>
                    <a:pt x="87" y="388"/>
                    <a:pt x="193" y="388"/>
                  </a:cubicBezTo>
                  <a:cubicBezTo>
                    <a:pt x="301" y="388"/>
                    <a:pt x="387" y="301"/>
                    <a:pt x="387" y="194"/>
                  </a:cubicBezTo>
                  <a:cubicBezTo>
                    <a:pt x="387" y="86"/>
                    <a:pt x="301" y="1"/>
                    <a:pt x="1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2"/>
            <p:cNvSpPr/>
            <p:nvPr/>
          </p:nvSpPr>
          <p:spPr>
            <a:xfrm>
              <a:off x="-3179664" y="5451646"/>
              <a:ext cx="46449" cy="46449"/>
            </a:xfrm>
            <a:custGeom>
              <a:rect b="b" l="l" r="r" t="t"/>
              <a:pathLst>
                <a:path extrusionOk="0" h="457" w="457">
                  <a:moveTo>
                    <a:pt x="229" y="1"/>
                  </a:moveTo>
                  <a:cubicBezTo>
                    <a:pt x="103" y="1"/>
                    <a:pt x="1" y="103"/>
                    <a:pt x="1" y="229"/>
                  </a:cubicBezTo>
                  <a:cubicBezTo>
                    <a:pt x="1" y="355"/>
                    <a:pt x="103" y="457"/>
                    <a:pt x="229" y="457"/>
                  </a:cubicBezTo>
                  <a:cubicBezTo>
                    <a:pt x="355" y="457"/>
                    <a:pt x="457" y="355"/>
                    <a:pt x="457" y="229"/>
                  </a:cubicBezTo>
                  <a:cubicBezTo>
                    <a:pt x="457" y="103"/>
                    <a:pt x="355" y="1"/>
                    <a:pt x="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2"/>
            <p:cNvSpPr/>
            <p:nvPr/>
          </p:nvSpPr>
          <p:spPr>
            <a:xfrm>
              <a:off x="-3174786" y="5458761"/>
              <a:ext cx="35676" cy="32830"/>
            </a:xfrm>
            <a:custGeom>
              <a:rect b="b" l="l" r="r" t="t"/>
              <a:pathLst>
                <a:path extrusionOk="0" h="323" w="351">
                  <a:moveTo>
                    <a:pt x="175" y="0"/>
                  </a:moveTo>
                  <a:cubicBezTo>
                    <a:pt x="99" y="0"/>
                    <a:pt x="31" y="53"/>
                    <a:pt x="17" y="131"/>
                  </a:cubicBezTo>
                  <a:cubicBezTo>
                    <a:pt x="0" y="219"/>
                    <a:pt x="58" y="303"/>
                    <a:pt x="146" y="320"/>
                  </a:cubicBezTo>
                  <a:cubicBezTo>
                    <a:pt x="156" y="322"/>
                    <a:pt x="166" y="323"/>
                    <a:pt x="176" y="323"/>
                  </a:cubicBezTo>
                  <a:cubicBezTo>
                    <a:pt x="251" y="323"/>
                    <a:pt x="319" y="268"/>
                    <a:pt x="334" y="191"/>
                  </a:cubicBezTo>
                  <a:cubicBezTo>
                    <a:pt x="350" y="104"/>
                    <a:pt x="293" y="19"/>
                    <a:pt x="206" y="3"/>
                  </a:cubicBezTo>
                  <a:cubicBezTo>
                    <a:pt x="195" y="1"/>
                    <a:pt x="185" y="0"/>
                    <a:pt x="1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2"/>
            <p:cNvSpPr/>
            <p:nvPr/>
          </p:nvSpPr>
          <p:spPr>
            <a:xfrm>
              <a:off x="-3164622" y="5466790"/>
              <a:ext cx="16364" cy="16262"/>
            </a:xfrm>
            <a:custGeom>
              <a:rect b="b" l="l" r="r" t="t"/>
              <a:pathLst>
                <a:path extrusionOk="0" h="160" w="161">
                  <a:moveTo>
                    <a:pt x="81" y="0"/>
                  </a:moveTo>
                  <a:cubicBezTo>
                    <a:pt x="37" y="0"/>
                    <a:pt x="0" y="35"/>
                    <a:pt x="0" y="80"/>
                  </a:cubicBezTo>
                  <a:cubicBezTo>
                    <a:pt x="0" y="124"/>
                    <a:pt x="37" y="159"/>
                    <a:pt x="81" y="159"/>
                  </a:cubicBezTo>
                  <a:cubicBezTo>
                    <a:pt x="125" y="159"/>
                    <a:pt x="160" y="124"/>
                    <a:pt x="160" y="80"/>
                  </a:cubicBezTo>
                  <a:cubicBezTo>
                    <a:pt x="160" y="35"/>
                    <a:pt x="125" y="0"/>
                    <a:pt x="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2"/>
            <p:cNvSpPr/>
            <p:nvPr/>
          </p:nvSpPr>
          <p:spPr>
            <a:xfrm>
              <a:off x="-3040012" y="5074151"/>
              <a:ext cx="13721" cy="13721"/>
            </a:xfrm>
            <a:custGeom>
              <a:rect b="b" l="l" r="r" t="t"/>
              <a:pathLst>
                <a:path extrusionOk="0" h="135" w="135">
                  <a:moveTo>
                    <a:pt x="68" y="1"/>
                  </a:moveTo>
                  <a:cubicBezTo>
                    <a:pt x="30" y="1"/>
                    <a:pt x="0" y="30"/>
                    <a:pt x="0" y="68"/>
                  </a:cubicBezTo>
                  <a:cubicBezTo>
                    <a:pt x="0" y="105"/>
                    <a:pt x="30" y="135"/>
                    <a:pt x="68" y="135"/>
                  </a:cubicBezTo>
                  <a:cubicBezTo>
                    <a:pt x="105" y="135"/>
                    <a:pt x="135" y="105"/>
                    <a:pt x="135" y="68"/>
                  </a:cubicBezTo>
                  <a:cubicBezTo>
                    <a:pt x="135" y="30"/>
                    <a:pt x="105" y="1"/>
                    <a:pt x="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7" name="Google Shape;6617;p82"/>
          <p:cNvGrpSpPr/>
          <p:nvPr/>
        </p:nvGrpSpPr>
        <p:grpSpPr>
          <a:xfrm>
            <a:off x="1583315" y="4756435"/>
            <a:ext cx="261189" cy="248344"/>
            <a:chOff x="5164484" y="526738"/>
            <a:chExt cx="133266" cy="126713"/>
          </a:xfrm>
        </p:grpSpPr>
        <p:sp>
          <p:nvSpPr>
            <p:cNvPr id="6618" name="Google Shape;6618;p82"/>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2"/>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0" name="Google Shape;6620;p82"/>
          <p:cNvGrpSpPr/>
          <p:nvPr/>
        </p:nvGrpSpPr>
        <p:grpSpPr>
          <a:xfrm>
            <a:off x="7203078" y="89520"/>
            <a:ext cx="311019" cy="311110"/>
            <a:chOff x="5038846" y="235350"/>
            <a:chExt cx="158691" cy="158738"/>
          </a:xfrm>
        </p:grpSpPr>
        <p:sp>
          <p:nvSpPr>
            <p:cNvPr id="6621" name="Google Shape;6621;p82"/>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2"/>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82"/>
          <p:cNvGrpSpPr/>
          <p:nvPr/>
        </p:nvGrpSpPr>
        <p:grpSpPr>
          <a:xfrm>
            <a:off x="8675624" y="3899608"/>
            <a:ext cx="185799" cy="185799"/>
            <a:chOff x="5035425" y="2779450"/>
            <a:chExt cx="94800" cy="94800"/>
          </a:xfrm>
        </p:grpSpPr>
        <p:sp>
          <p:nvSpPr>
            <p:cNvPr id="6624" name="Google Shape;6624;p82"/>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2"/>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6" name="Google Shape;6626;p82"/>
          <p:cNvGrpSpPr/>
          <p:nvPr/>
        </p:nvGrpSpPr>
        <p:grpSpPr>
          <a:xfrm>
            <a:off x="177301" y="3490152"/>
            <a:ext cx="606934" cy="489723"/>
            <a:chOff x="-1636175" y="409550"/>
            <a:chExt cx="448750" cy="362088"/>
          </a:xfrm>
        </p:grpSpPr>
        <p:sp>
          <p:nvSpPr>
            <p:cNvPr id="6627" name="Google Shape;6627;p82"/>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2"/>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9" name="Google Shape;6629;p82"/>
          <p:cNvGrpSpPr/>
          <p:nvPr/>
        </p:nvGrpSpPr>
        <p:grpSpPr>
          <a:xfrm>
            <a:off x="1260345" y="201022"/>
            <a:ext cx="500560" cy="472885"/>
            <a:chOff x="-1174275" y="581450"/>
            <a:chExt cx="370100" cy="349638"/>
          </a:xfrm>
        </p:grpSpPr>
        <p:sp>
          <p:nvSpPr>
            <p:cNvPr id="6630" name="Google Shape;6630;p82"/>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2"/>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82"/>
          <p:cNvGrpSpPr/>
          <p:nvPr/>
        </p:nvGrpSpPr>
        <p:grpSpPr>
          <a:xfrm>
            <a:off x="8744449" y="1061233"/>
            <a:ext cx="185799" cy="185799"/>
            <a:chOff x="5035425" y="2779450"/>
            <a:chExt cx="94800" cy="94800"/>
          </a:xfrm>
        </p:grpSpPr>
        <p:sp>
          <p:nvSpPr>
            <p:cNvPr id="6633" name="Google Shape;6633;p82"/>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2"/>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5" name="Google Shape;6635;p82"/>
          <p:cNvGrpSpPr/>
          <p:nvPr/>
        </p:nvGrpSpPr>
        <p:grpSpPr>
          <a:xfrm rot="-1018503">
            <a:off x="115615" y="998348"/>
            <a:ext cx="311017" cy="311108"/>
            <a:chOff x="5038846" y="235350"/>
            <a:chExt cx="158691" cy="158738"/>
          </a:xfrm>
        </p:grpSpPr>
        <p:sp>
          <p:nvSpPr>
            <p:cNvPr id="6636" name="Google Shape;6636;p82"/>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2"/>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6638" name="Shape 6638"/>
        <p:cNvGrpSpPr/>
        <p:nvPr/>
      </p:nvGrpSpPr>
      <p:grpSpPr>
        <a:xfrm>
          <a:off x="0" y="0"/>
          <a:ext cx="0" cy="0"/>
          <a:chOff x="0" y="0"/>
          <a:chExt cx="0" cy="0"/>
        </a:xfrm>
      </p:grpSpPr>
      <p:sp>
        <p:nvSpPr>
          <p:cNvPr id="6639" name="Google Shape;6639;p83"/>
          <p:cNvSpPr txBox="1"/>
          <p:nvPr>
            <p:ph type="title"/>
          </p:nvPr>
        </p:nvSpPr>
        <p:spPr>
          <a:xfrm>
            <a:off x="720000" y="2947100"/>
            <a:ext cx="6193800" cy="10593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6640" name="Google Shape;6640;p83"/>
          <p:cNvSpPr txBox="1"/>
          <p:nvPr>
            <p:ph idx="1" type="subTitle"/>
          </p:nvPr>
        </p:nvSpPr>
        <p:spPr>
          <a:xfrm>
            <a:off x="720000" y="4006400"/>
            <a:ext cx="6193800" cy="597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641" name="Google Shape;6641;p83"/>
          <p:cNvSpPr/>
          <p:nvPr>
            <p:ph idx="2" type="pic"/>
          </p:nvPr>
        </p:nvSpPr>
        <p:spPr>
          <a:xfrm rot="479771">
            <a:off x="4739114" y="616870"/>
            <a:ext cx="3793483" cy="2243303"/>
          </a:xfrm>
          <a:prstGeom prst="roundRect">
            <a:avLst>
              <a:gd fmla="val 16667" name="adj"/>
            </a:avLst>
          </a:prstGeom>
          <a:noFill/>
          <a:ln>
            <a:noFill/>
          </a:ln>
        </p:spPr>
      </p:sp>
      <p:grpSp>
        <p:nvGrpSpPr>
          <p:cNvPr id="6642" name="Google Shape;6642;p83"/>
          <p:cNvGrpSpPr/>
          <p:nvPr/>
        </p:nvGrpSpPr>
        <p:grpSpPr>
          <a:xfrm>
            <a:off x="115405" y="3725187"/>
            <a:ext cx="9128817" cy="1366445"/>
            <a:chOff x="115405" y="3725187"/>
            <a:chExt cx="9128817" cy="1366445"/>
          </a:xfrm>
        </p:grpSpPr>
        <p:grpSp>
          <p:nvGrpSpPr>
            <p:cNvPr id="6643" name="Google Shape;6643;p83"/>
            <p:cNvGrpSpPr/>
            <p:nvPr/>
          </p:nvGrpSpPr>
          <p:grpSpPr>
            <a:xfrm>
              <a:off x="8319007" y="3725187"/>
              <a:ext cx="925215" cy="1366445"/>
              <a:chOff x="1886004" y="3062663"/>
              <a:chExt cx="262450" cy="387600"/>
            </a:xfrm>
          </p:grpSpPr>
          <p:sp>
            <p:nvSpPr>
              <p:cNvPr id="6644" name="Google Shape;6644;p83"/>
              <p:cNvSpPr/>
              <p:nvPr/>
            </p:nvSpPr>
            <p:spPr>
              <a:xfrm>
                <a:off x="1886029" y="3062663"/>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5" name="Google Shape;6645;p83"/>
              <p:cNvGrpSpPr/>
              <p:nvPr/>
            </p:nvGrpSpPr>
            <p:grpSpPr>
              <a:xfrm>
                <a:off x="1886004" y="3062688"/>
                <a:ext cx="262450" cy="387550"/>
                <a:chOff x="2433900" y="2829400"/>
                <a:chExt cx="262450" cy="387550"/>
              </a:xfrm>
            </p:grpSpPr>
            <p:sp>
              <p:nvSpPr>
                <p:cNvPr id="6646" name="Google Shape;6646;p83"/>
                <p:cNvSpPr/>
                <p:nvPr/>
              </p:nvSpPr>
              <p:spPr>
                <a:xfrm>
                  <a:off x="2433900" y="2829400"/>
                  <a:ext cx="262450" cy="387550"/>
                </a:xfrm>
                <a:custGeom>
                  <a:rect b="b" l="l" r="r" t="t"/>
                  <a:pathLst>
                    <a:path extrusionOk="0" h="15502" w="10498">
                      <a:moveTo>
                        <a:pt x="0" y="1"/>
                      </a:moveTo>
                      <a:lnTo>
                        <a:pt x="0" y="10257"/>
                      </a:lnTo>
                      <a:cubicBezTo>
                        <a:pt x="0" y="10417"/>
                        <a:pt x="7" y="10575"/>
                        <a:pt x="22" y="10733"/>
                      </a:cubicBezTo>
                      <a:cubicBezTo>
                        <a:pt x="26" y="10779"/>
                        <a:pt x="31" y="10826"/>
                        <a:pt x="36" y="10871"/>
                      </a:cubicBezTo>
                      <a:cubicBezTo>
                        <a:pt x="56" y="11038"/>
                        <a:pt x="84" y="11204"/>
                        <a:pt x="119" y="11367"/>
                      </a:cubicBezTo>
                      <a:cubicBezTo>
                        <a:pt x="133" y="11431"/>
                        <a:pt x="147" y="11495"/>
                        <a:pt x="164" y="11558"/>
                      </a:cubicBezTo>
                      <a:cubicBezTo>
                        <a:pt x="224" y="11795"/>
                        <a:pt x="300" y="12024"/>
                        <a:pt x="392" y="12246"/>
                      </a:cubicBezTo>
                      <a:cubicBezTo>
                        <a:pt x="490" y="12484"/>
                        <a:pt x="605" y="12714"/>
                        <a:pt x="735" y="12933"/>
                      </a:cubicBezTo>
                      <a:cubicBezTo>
                        <a:pt x="846" y="13119"/>
                        <a:pt x="967" y="13298"/>
                        <a:pt x="1100" y="13468"/>
                      </a:cubicBezTo>
                      <a:cubicBezTo>
                        <a:pt x="1140" y="13520"/>
                        <a:pt x="1182" y="13571"/>
                        <a:pt x="1223" y="13621"/>
                      </a:cubicBezTo>
                      <a:cubicBezTo>
                        <a:pt x="1317" y="13733"/>
                        <a:pt x="1416" y="13843"/>
                        <a:pt x="1521" y="13947"/>
                      </a:cubicBezTo>
                      <a:lnTo>
                        <a:pt x="1539" y="13965"/>
                      </a:lnTo>
                      <a:cubicBezTo>
                        <a:pt x="1658" y="14086"/>
                        <a:pt x="1785" y="14200"/>
                        <a:pt x="1916" y="14309"/>
                      </a:cubicBezTo>
                      <a:cubicBezTo>
                        <a:pt x="2028" y="14400"/>
                        <a:pt x="2142" y="14486"/>
                        <a:pt x="2261" y="14569"/>
                      </a:cubicBezTo>
                      <a:cubicBezTo>
                        <a:pt x="2425" y="14682"/>
                        <a:pt x="2596" y="14788"/>
                        <a:pt x="2772" y="14882"/>
                      </a:cubicBezTo>
                      <a:cubicBezTo>
                        <a:pt x="2847" y="14922"/>
                        <a:pt x="2922" y="14960"/>
                        <a:pt x="2998" y="14996"/>
                      </a:cubicBezTo>
                      <a:cubicBezTo>
                        <a:pt x="3200" y="15093"/>
                        <a:pt x="3411" y="15176"/>
                        <a:pt x="3628" y="15247"/>
                      </a:cubicBezTo>
                      <a:cubicBezTo>
                        <a:pt x="3774" y="15294"/>
                        <a:pt x="3923" y="15335"/>
                        <a:pt x="4075" y="15370"/>
                      </a:cubicBezTo>
                      <a:cubicBezTo>
                        <a:pt x="4452" y="15456"/>
                        <a:pt x="4845" y="15501"/>
                        <a:pt x="5249" y="15501"/>
                      </a:cubicBezTo>
                      <a:cubicBezTo>
                        <a:pt x="5501" y="15501"/>
                        <a:pt x="5748" y="15485"/>
                        <a:pt x="5991" y="15450"/>
                      </a:cubicBezTo>
                      <a:cubicBezTo>
                        <a:pt x="6186" y="15422"/>
                        <a:pt x="6378" y="15384"/>
                        <a:pt x="6565" y="15335"/>
                      </a:cubicBezTo>
                      <a:cubicBezTo>
                        <a:pt x="6890" y="15252"/>
                        <a:pt x="7202" y="15138"/>
                        <a:pt x="7500" y="14996"/>
                      </a:cubicBezTo>
                      <a:cubicBezTo>
                        <a:pt x="7533" y="14980"/>
                        <a:pt x="7565" y="14964"/>
                        <a:pt x="7597" y="14948"/>
                      </a:cubicBezTo>
                      <a:cubicBezTo>
                        <a:pt x="7689" y="14902"/>
                        <a:pt x="7778" y="14854"/>
                        <a:pt x="7868" y="14803"/>
                      </a:cubicBezTo>
                      <a:cubicBezTo>
                        <a:pt x="8121" y="14656"/>
                        <a:pt x="8359" y="14490"/>
                        <a:pt x="8582" y="14307"/>
                      </a:cubicBezTo>
                      <a:cubicBezTo>
                        <a:pt x="8683" y="14223"/>
                        <a:pt x="8780" y="14137"/>
                        <a:pt x="8875" y="14046"/>
                      </a:cubicBezTo>
                      <a:cubicBezTo>
                        <a:pt x="8963" y="13963"/>
                        <a:pt x="9048" y="13875"/>
                        <a:pt x="9130" y="13784"/>
                      </a:cubicBezTo>
                      <a:cubicBezTo>
                        <a:pt x="9180" y="13730"/>
                        <a:pt x="9228" y="13675"/>
                        <a:pt x="9275" y="13618"/>
                      </a:cubicBezTo>
                      <a:cubicBezTo>
                        <a:pt x="9455" y="13402"/>
                        <a:pt x="9618" y="13173"/>
                        <a:pt x="9763" y="12931"/>
                      </a:cubicBezTo>
                      <a:cubicBezTo>
                        <a:pt x="9772" y="12914"/>
                        <a:pt x="9782" y="12899"/>
                        <a:pt x="9791" y="12881"/>
                      </a:cubicBezTo>
                      <a:cubicBezTo>
                        <a:pt x="9855" y="12772"/>
                        <a:pt x="9913" y="12661"/>
                        <a:pt x="9969" y="12548"/>
                      </a:cubicBezTo>
                      <a:cubicBezTo>
                        <a:pt x="10018" y="12447"/>
                        <a:pt x="10063" y="12345"/>
                        <a:pt x="10105" y="12241"/>
                      </a:cubicBezTo>
                      <a:cubicBezTo>
                        <a:pt x="10197" y="12020"/>
                        <a:pt x="10274" y="11790"/>
                        <a:pt x="10334" y="11554"/>
                      </a:cubicBezTo>
                      <a:cubicBezTo>
                        <a:pt x="10392" y="11331"/>
                        <a:pt x="10435" y="11101"/>
                        <a:pt x="10461" y="10867"/>
                      </a:cubicBezTo>
                      <a:cubicBezTo>
                        <a:pt x="10486" y="10666"/>
                        <a:pt x="10498" y="10460"/>
                        <a:pt x="10498" y="10253"/>
                      </a:cubicBezTo>
                      <a:lnTo>
                        <a:pt x="10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3"/>
                <p:cNvSpPr/>
                <p:nvPr/>
              </p:nvSpPr>
              <p:spPr>
                <a:xfrm>
                  <a:off x="2433925" y="28430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3"/>
                <p:cNvSpPr/>
                <p:nvPr/>
              </p:nvSpPr>
              <p:spPr>
                <a:xfrm>
                  <a:off x="2433925" y="2877500"/>
                  <a:ext cx="262425" cy="17200"/>
                </a:xfrm>
                <a:custGeom>
                  <a:rect b="b" l="l" r="r" t="t"/>
                  <a:pathLst>
                    <a:path extrusionOk="0" h="688"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3"/>
                <p:cNvSpPr/>
                <p:nvPr/>
              </p:nvSpPr>
              <p:spPr>
                <a:xfrm>
                  <a:off x="2433925" y="2911875"/>
                  <a:ext cx="262425" cy="17225"/>
                </a:xfrm>
                <a:custGeom>
                  <a:rect b="b" l="l" r="r" t="t"/>
                  <a:pathLst>
                    <a:path extrusionOk="0" h="689" w="10497">
                      <a:moveTo>
                        <a:pt x="0" y="0"/>
                      </a:moveTo>
                      <a:lnTo>
                        <a:pt x="0" y="689"/>
                      </a:lnTo>
                      <a:lnTo>
                        <a:pt x="10497" y="689"/>
                      </a:lnTo>
                      <a:lnTo>
                        <a:pt x="104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3"/>
                <p:cNvSpPr/>
                <p:nvPr/>
              </p:nvSpPr>
              <p:spPr>
                <a:xfrm>
                  <a:off x="2433925" y="29462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3"/>
                <p:cNvSpPr/>
                <p:nvPr/>
              </p:nvSpPr>
              <p:spPr>
                <a:xfrm>
                  <a:off x="2433925" y="2980700"/>
                  <a:ext cx="262425" cy="17200"/>
                </a:xfrm>
                <a:custGeom>
                  <a:rect b="b" l="l" r="r" t="t"/>
                  <a:pathLst>
                    <a:path extrusionOk="0" h="688"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3"/>
                <p:cNvSpPr/>
                <p:nvPr/>
              </p:nvSpPr>
              <p:spPr>
                <a:xfrm>
                  <a:off x="2433925" y="3015075"/>
                  <a:ext cx="262425" cy="17225"/>
                </a:xfrm>
                <a:custGeom>
                  <a:rect b="b" l="l" r="r" t="t"/>
                  <a:pathLst>
                    <a:path extrusionOk="0" h="689" w="10497">
                      <a:moveTo>
                        <a:pt x="0" y="0"/>
                      </a:moveTo>
                      <a:lnTo>
                        <a:pt x="0" y="688"/>
                      </a:lnTo>
                      <a:lnTo>
                        <a:pt x="10497" y="688"/>
                      </a:lnTo>
                      <a:lnTo>
                        <a:pt x="104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3"/>
                <p:cNvSpPr/>
                <p:nvPr/>
              </p:nvSpPr>
              <p:spPr>
                <a:xfrm>
                  <a:off x="2433925" y="30494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3"/>
                <p:cNvSpPr/>
                <p:nvPr/>
              </p:nvSpPr>
              <p:spPr>
                <a:xfrm>
                  <a:off x="2433900" y="3083900"/>
                  <a:ext cx="262450" cy="17200"/>
                </a:xfrm>
                <a:custGeom>
                  <a:rect b="b" l="l" r="r" t="t"/>
                  <a:pathLst>
                    <a:path extrusionOk="0" h="688" w="10498">
                      <a:moveTo>
                        <a:pt x="0" y="1"/>
                      </a:moveTo>
                      <a:lnTo>
                        <a:pt x="0" y="74"/>
                      </a:lnTo>
                      <a:cubicBezTo>
                        <a:pt x="0" y="234"/>
                        <a:pt x="7" y="393"/>
                        <a:pt x="22" y="550"/>
                      </a:cubicBezTo>
                      <a:cubicBezTo>
                        <a:pt x="26" y="596"/>
                        <a:pt x="31" y="642"/>
                        <a:pt x="36" y="688"/>
                      </a:cubicBezTo>
                      <a:lnTo>
                        <a:pt x="10461" y="688"/>
                      </a:lnTo>
                      <a:cubicBezTo>
                        <a:pt x="10486" y="487"/>
                        <a:pt x="10498" y="281"/>
                        <a:pt x="10498" y="74"/>
                      </a:cubicBezTo>
                      <a:lnTo>
                        <a:pt x="104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3"/>
                <p:cNvSpPr/>
                <p:nvPr/>
              </p:nvSpPr>
              <p:spPr>
                <a:xfrm>
                  <a:off x="2438000" y="3118275"/>
                  <a:ext cx="254300" cy="17225"/>
                </a:xfrm>
                <a:custGeom>
                  <a:rect b="b" l="l" r="r" t="t"/>
                  <a:pathLst>
                    <a:path extrusionOk="0" h="689" w="10172">
                      <a:moveTo>
                        <a:pt x="0" y="0"/>
                      </a:moveTo>
                      <a:cubicBezTo>
                        <a:pt x="60" y="236"/>
                        <a:pt x="136" y="467"/>
                        <a:pt x="228" y="688"/>
                      </a:cubicBezTo>
                      <a:lnTo>
                        <a:pt x="9943" y="688"/>
                      </a:lnTo>
                      <a:cubicBezTo>
                        <a:pt x="10034" y="467"/>
                        <a:pt x="10111" y="236"/>
                        <a:pt x="101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3"/>
                <p:cNvSpPr/>
                <p:nvPr/>
              </p:nvSpPr>
              <p:spPr>
                <a:xfrm>
                  <a:off x="2452250" y="3152675"/>
                  <a:ext cx="225750" cy="17225"/>
                </a:xfrm>
                <a:custGeom>
                  <a:rect b="b" l="l" r="r" t="t"/>
                  <a:pathLst>
                    <a:path extrusionOk="0" h="689" w="9030">
                      <a:moveTo>
                        <a:pt x="1" y="1"/>
                      </a:moveTo>
                      <a:cubicBezTo>
                        <a:pt x="112" y="187"/>
                        <a:pt x="233" y="366"/>
                        <a:pt x="366" y="536"/>
                      </a:cubicBezTo>
                      <a:cubicBezTo>
                        <a:pt x="406" y="588"/>
                        <a:pt x="448" y="639"/>
                        <a:pt x="489" y="688"/>
                      </a:cubicBezTo>
                      <a:lnTo>
                        <a:pt x="8543" y="688"/>
                      </a:lnTo>
                      <a:cubicBezTo>
                        <a:pt x="8723" y="473"/>
                        <a:pt x="8885" y="243"/>
                        <a:pt x="90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3"/>
                <p:cNvSpPr/>
                <p:nvPr/>
              </p:nvSpPr>
              <p:spPr>
                <a:xfrm>
                  <a:off x="2481800" y="3187100"/>
                  <a:ext cx="166675" cy="17225"/>
                </a:xfrm>
                <a:custGeom>
                  <a:rect b="b" l="l" r="r" t="t"/>
                  <a:pathLst>
                    <a:path extrusionOk="0" h="689" w="6667">
                      <a:moveTo>
                        <a:pt x="6666" y="1"/>
                      </a:moveTo>
                      <a:cubicBezTo>
                        <a:pt x="6666" y="1"/>
                        <a:pt x="6665" y="1"/>
                        <a:pt x="6665" y="2"/>
                      </a:cubicBezTo>
                      <a:lnTo>
                        <a:pt x="6666" y="2"/>
                      </a:lnTo>
                      <a:lnTo>
                        <a:pt x="6666" y="1"/>
                      </a:lnTo>
                      <a:close/>
                      <a:moveTo>
                        <a:pt x="0" y="2"/>
                      </a:moveTo>
                      <a:cubicBezTo>
                        <a:pt x="112" y="93"/>
                        <a:pt x="226" y="180"/>
                        <a:pt x="345" y="263"/>
                      </a:cubicBezTo>
                      <a:cubicBezTo>
                        <a:pt x="509" y="376"/>
                        <a:pt x="680" y="481"/>
                        <a:pt x="856" y="575"/>
                      </a:cubicBezTo>
                      <a:cubicBezTo>
                        <a:pt x="931" y="615"/>
                        <a:pt x="1006" y="653"/>
                        <a:pt x="1082" y="689"/>
                      </a:cubicBezTo>
                      <a:lnTo>
                        <a:pt x="5584" y="689"/>
                      </a:lnTo>
                      <a:cubicBezTo>
                        <a:pt x="5617" y="673"/>
                        <a:pt x="5649" y="657"/>
                        <a:pt x="5681" y="641"/>
                      </a:cubicBezTo>
                      <a:cubicBezTo>
                        <a:pt x="5773" y="595"/>
                        <a:pt x="5862" y="547"/>
                        <a:pt x="5952" y="496"/>
                      </a:cubicBezTo>
                      <a:cubicBezTo>
                        <a:pt x="6204" y="351"/>
                        <a:pt x="6442" y="184"/>
                        <a:pt x="6665"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58" name="Google Shape;6658;p83"/>
            <p:cNvGrpSpPr/>
            <p:nvPr/>
          </p:nvGrpSpPr>
          <p:grpSpPr>
            <a:xfrm>
              <a:off x="115405" y="4207971"/>
              <a:ext cx="530160" cy="504126"/>
              <a:chOff x="5164484" y="526738"/>
              <a:chExt cx="133266" cy="126713"/>
            </a:xfrm>
          </p:grpSpPr>
          <p:sp>
            <p:nvSpPr>
              <p:cNvPr id="6659" name="Google Shape;6659;p83"/>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3"/>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1" name="Google Shape;6661;p83"/>
            <p:cNvGrpSpPr/>
            <p:nvPr/>
          </p:nvGrpSpPr>
          <p:grpSpPr>
            <a:xfrm>
              <a:off x="547399" y="4735483"/>
              <a:ext cx="185799" cy="185799"/>
              <a:chOff x="5035425" y="2779450"/>
              <a:chExt cx="94800" cy="94800"/>
            </a:xfrm>
          </p:grpSpPr>
          <p:sp>
            <p:nvSpPr>
              <p:cNvPr id="6662" name="Google Shape;6662;p83"/>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3"/>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6664" name="Shape 6664"/>
        <p:cNvGrpSpPr/>
        <p:nvPr/>
      </p:nvGrpSpPr>
      <p:grpSpPr>
        <a:xfrm>
          <a:off x="0" y="0"/>
          <a:ext cx="0" cy="0"/>
          <a:chOff x="0" y="0"/>
          <a:chExt cx="0" cy="0"/>
        </a:xfrm>
      </p:grpSpPr>
      <p:sp>
        <p:nvSpPr>
          <p:cNvPr id="6665" name="Google Shape;6665;p84"/>
          <p:cNvSpPr txBox="1"/>
          <p:nvPr>
            <p:ph type="title"/>
          </p:nvPr>
        </p:nvSpPr>
        <p:spPr>
          <a:xfrm>
            <a:off x="720000" y="657425"/>
            <a:ext cx="4480500" cy="5727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6666" name="Google Shape;6666;p84"/>
          <p:cNvSpPr txBox="1"/>
          <p:nvPr>
            <p:ph idx="1" type="subTitle"/>
          </p:nvPr>
        </p:nvSpPr>
        <p:spPr>
          <a:xfrm>
            <a:off x="720000" y="1153925"/>
            <a:ext cx="4480500" cy="8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6667" name="Google Shape;6667;p84"/>
          <p:cNvGrpSpPr/>
          <p:nvPr/>
        </p:nvGrpSpPr>
        <p:grpSpPr>
          <a:xfrm>
            <a:off x="168951" y="137791"/>
            <a:ext cx="8768448" cy="4868867"/>
            <a:chOff x="168951" y="137791"/>
            <a:chExt cx="8768448" cy="4868867"/>
          </a:xfrm>
        </p:grpSpPr>
        <p:grpSp>
          <p:nvGrpSpPr>
            <p:cNvPr id="6668" name="Google Shape;6668;p84"/>
            <p:cNvGrpSpPr/>
            <p:nvPr/>
          </p:nvGrpSpPr>
          <p:grpSpPr>
            <a:xfrm>
              <a:off x="8189762" y="137791"/>
              <a:ext cx="747636" cy="747873"/>
              <a:chOff x="3026409" y="2027588"/>
              <a:chExt cx="381466" cy="381588"/>
            </a:xfrm>
          </p:grpSpPr>
          <p:sp>
            <p:nvSpPr>
              <p:cNvPr id="6669" name="Google Shape;6669;p84"/>
              <p:cNvSpPr/>
              <p:nvPr/>
            </p:nvSpPr>
            <p:spPr>
              <a:xfrm>
                <a:off x="3026409" y="2027588"/>
                <a:ext cx="380100" cy="380100"/>
              </a:xfrm>
              <a:custGeom>
                <a:rect b="b" l="l" r="r" t="t"/>
                <a:pathLst>
                  <a:path extrusionOk="0" h="15204" w="15204">
                    <a:moveTo>
                      <a:pt x="7601" y="0"/>
                    </a:moveTo>
                    <a:cubicBezTo>
                      <a:pt x="7494" y="0"/>
                      <a:pt x="7388" y="4"/>
                      <a:pt x="7282" y="8"/>
                    </a:cubicBezTo>
                    <a:lnTo>
                      <a:pt x="7282" y="6"/>
                    </a:lnTo>
                    <a:cubicBezTo>
                      <a:pt x="7272" y="6"/>
                      <a:pt x="7263" y="9"/>
                      <a:pt x="7252" y="9"/>
                    </a:cubicBezTo>
                    <a:cubicBezTo>
                      <a:pt x="7060" y="19"/>
                      <a:pt x="6869" y="35"/>
                      <a:pt x="6681" y="58"/>
                    </a:cubicBezTo>
                    <a:cubicBezTo>
                      <a:pt x="6649" y="62"/>
                      <a:pt x="6617" y="66"/>
                      <a:pt x="6586" y="70"/>
                    </a:cubicBezTo>
                    <a:cubicBezTo>
                      <a:pt x="5471" y="218"/>
                      <a:pt x="4434" y="608"/>
                      <a:pt x="3527" y="1186"/>
                    </a:cubicBezTo>
                    <a:lnTo>
                      <a:pt x="3527" y="1185"/>
                    </a:lnTo>
                    <a:cubicBezTo>
                      <a:pt x="3517" y="1191"/>
                      <a:pt x="3507" y="1198"/>
                      <a:pt x="3497" y="1206"/>
                    </a:cubicBezTo>
                    <a:cubicBezTo>
                      <a:pt x="3336" y="1310"/>
                      <a:pt x="3177" y="1418"/>
                      <a:pt x="3024" y="1534"/>
                    </a:cubicBezTo>
                    <a:cubicBezTo>
                      <a:pt x="2994" y="1556"/>
                      <a:pt x="2965" y="1579"/>
                      <a:pt x="2938" y="1603"/>
                    </a:cubicBezTo>
                    <a:cubicBezTo>
                      <a:pt x="2789" y="1718"/>
                      <a:pt x="2643" y="1838"/>
                      <a:pt x="2504" y="1965"/>
                    </a:cubicBezTo>
                    <a:cubicBezTo>
                      <a:pt x="2501" y="1967"/>
                      <a:pt x="2499" y="1969"/>
                      <a:pt x="2496" y="1971"/>
                    </a:cubicBezTo>
                    <a:cubicBezTo>
                      <a:pt x="1835" y="2570"/>
                      <a:pt x="1283" y="3285"/>
                      <a:pt x="865" y="4082"/>
                    </a:cubicBezTo>
                    <a:lnTo>
                      <a:pt x="864" y="4081"/>
                    </a:lnTo>
                    <a:cubicBezTo>
                      <a:pt x="853" y="4101"/>
                      <a:pt x="845" y="4124"/>
                      <a:pt x="833" y="4145"/>
                    </a:cubicBezTo>
                    <a:cubicBezTo>
                      <a:pt x="749" y="4312"/>
                      <a:pt x="667" y="4482"/>
                      <a:pt x="594" y="4654"/>
                    </a:cubicBezTo>
                    <a:cubicBezTo>
                      <a:pt x="587" y="4670"/>
                      <a:pt x="582" y="4684"/>
                      <a:pt x="575" y="4700"/>
                    </a:cubicBezTo>
                    <a:cubicBezTo>
                      <a:pt x="497" y="4890"/>
                      <a:pt x="427" y="5082"/>
                      <a:pt x="364" y="5279"/>
                    </a:cubicBezTo>
                    <a:cubicBezTo>
                      <a:pt x="364" y="5280"/>
                      <a:pt x="363" y="5282"/>
                      <a:pt x="363" y="5282"/>
                    </a:cubicBezTo>
                    <a:cubicBezTo>
                      <a:pt x="127" y="6013"/>
                      <a:pt x="1" y="6794"/>
                      <a:pt x="1" y="7602"/>
                    </a:cubicBezTo>
                    <a:cubicBezTo>
                      <a:pt x="1" y="7708"/>
                      <a:pt x="4" y="7813"/>
                      <a:pt x="8" y="7920"/>
                    </a:cubicBezTo>
                    <a:cubicBezTo>
                      <a:pt x="7" y="7920"/>
                      <a:pt x="7" y="7920"/>
                      <a:pt x="6" y="7919"/>
                    </a:cubicBezTo>
                    <a:lnTo>
                      <a:pt x="6" y="7919"/>
                    </a:lnTo>
                    <a:cubicBezTo>
                      <a:pt x="6" y="7932"/>
                      <a:pt x="8" y="7945"/>
                      <a:pt x="9" y="7958"/>
                    </a:cubicBezTo>
                    <a:cubicBezTo>
                      <a:pt x="18" y="8143"/>
                      <a:pt x="34" y="8323"/>
                      <a:pt x="55" y="8504"/>
                    </a:cubicBezTo>
                    <a:cubicBezTo>
                      <a:pt x="60" y="8548"/>
                      <a:pt x="66" y="8592"/>
                      <a:pt x="73" y="8634"/>
                    </a:cubicBezTo>
                    <a:cubicBezTo>
                      <a:pt x="99" y="8827"/>
                      <a:pt x="132" y="9018"/>
                      <a:pt x="172" y="9205"/>
                    </a:cubicBezTo>
                    <a:lnTo>
                      <a:pt x="172" y="9209"/>
                    </a:lnTo>
                    <a:cubicBezTo>
                      <a:pt x="408" y="10306"/>
                      <a:pt x="881" y="11316"/>
                      <a:pt x="1536" y="12182"/>
                    </a:cubicBezTo>
                    <a:cubicBezTo>
                      <a:pt x="1557" y="12209"/>
                      <a:pt x="1577" y="12234"/>
                      <a:pt x="1598" y="12261"/>
                    </a:cubicBezTo>
                    <a:cubicBezTo>
                      <a:pt x="1699" y="12392"/>
                      <a:pt x="1804" y="12518"/>
                      <a:pt x="1913" y="12642"/>
                    </a:cubicBezTo>
                    <a:cubicBezTo>
                      <a:pt x="1932" y="12664"/>
                      <a:pt x="1949" y="12688"/>
                      <a:pt x="1969" y="12709"/>
                    </a:cubicBezTo>
                    <a:cubicBezTo>
                      <a:pt x="1969" y="12709"/>
                      <a:pt x="1970" y="12709"/>
                      <a:pt x="1970" y="12708"/>
                    </a:cubicBezTo>
                    <a:cubicBezTo>
                      <a:pt x="2568" y="13368"/>
                      <a:pt x="3282" y="13920"/>
                      <a:pt x="4078" y="14338"/>
                    </a:cubicBezTo>
                    <a:lnTo>
                      <a:pt x="4077" y="14339"/>
                    </a:lnTo>
                    <a:cubicBezTo>
                      <a:pt x="4090" y="14346"/>
                      <a:pt x="4106" y="14351"/>
                      <a:pt x="4120" y="14359"/>
                    </a:cubicBezTo>
                    <a:cubicBezTo>
                      <a:pt x="4296" y="14449"/>
                      <a:pt x="4474" y="14535"/>
                      <a:pt x="4656" y="14612"/>
                    </a:cubicBezTo>
                    <a:cubicBezTo>
                      <a:pt x="4663" y="14616"/>
                      <a:pt x="4671" y="14618"/>
                      <a:pt x="4681" y="14621"/>
                    </a:cubicBezTo>
                    <a:cubicBezTo>
                      <a:pt x="4874" y="14702"/>
                      <a:pt x="5073" y="14774"/>
                      <a:pt x="5274" y="14839"/>
                    </a:cubicBezTo>
                    <a:lnTo>
                      <a:pt x="5275" y="14839"/>
                    </a:lnTo>
                    <a:cubicBezTo>
                      <a:pt x="6008" y="15075"/>
                      <a:pt x="6788" y="15204"/>
                      <a:pt x="7599" y="15204"/>
                    </a:cubicBezTo>
                    <a:cubicBezTo>
                      <a:pt x="7705" y="15204"/>
                      <a:pt x="7811" y="15199"/>
                      <a:pt x="7916" y="15195"/>
                    </a:cubicBezTo>
                    <a:lnTo>
                      <a:pt x="7916" y="15196"/>
                    </a:lnTo>
                    <a:cubicBezTo>
                      <a:pt x="7922" y="15196"/>
                      <a:pt x="7927" y="15195"/>
                      <a:pt x="7933" y="15195"/>
                    </a:cubicBezTo>
                    <a:cubicBezTo>
                      <a:pt x="8136" y="15186"/>
                      <a:pt x="8336" y="15168"/>
                      <a:pt x="8533" y="15145"/>
                    </a:cubicBezTo>
                    <a:cubicBezTo>
                      <a:pt x="8557" y="15143"/>
                      <a:pt x="8579" y="15140"/>
                      <a:pt x="8603" y="15135"/>
                    </a:cubicBezTo>
                    <a:cubicBezTo>
                      <a:pt x="10166" y="14929"/>
                      <a:pt x="11577" y="14251"/>
                      <a:pt x="12691" y="13246"/>
                    </a:cubicBezTo>
                    <a:cubicBezTo>
                      <a:pt x="12696" y="13241"/>
                      <a:pt x="12701" y="13237"/>
                      <a:pt x="12706" y="13233"/>
                    </a:cubicBezTo>
                    <a:cubicBezTo>
                      <a:pt x="13366" y="12635"/>
                      <a:pt x="13918" y="11921"/>
                      <a:pt x="14336" y="11125"/>
                    </a:cubicBezTo>
                    <a:cubicBezTo>
                      <a:pt x="14338" y="11122"/>
                      <a:pt x="14340" y="11116"/>
                      <a:pt x="14342" y="11113"/>
                    </a:cubicBezTo>
                    <a:cubicBezTo>
                      <a:pt x="14889" y="10062"/>
                      <a:pt x="15202" y="8869"/>
                      <a:pt x="15202" y="7604"/>
                    </a:cubicBezTo>
                    <a:cubicBezTo>
                      <a:pt x="15204" y="7498"/>
                      <a:pt x="15201" y="7392"/>
                      <a:pt x="15197" y="7286"/>
                    </a:cubicBezTo>
                    <a:lnTo>
                      <a:pt x="15197" y="7278"/>
                    </a:lnTo>
                    <a:cubicBezTo>
                      <a:pt x="15187" y="7068"/>
                      <a:pt x="15169" y="6862"/>
                      <a:pt x="15143" y="6659"/>
                    </a:cubicBezTo>
                    <a:cubicBezTo>
                      <a:pt x="15141" y="6641"/>
                      <a:pt x="15140" y="6625"/>
                      <a:pt x="15137" y="6608"/>
                    </a:cubicBezTo>
                    <a:cubicBezTo>
                      <a:pt x="14961" y="5266"/>
                      <a:pt x="14436" y="4034"/>
                      <a:pt x="13656" y="3007"/>
                    </a:cubicBezTo>
                    <a:lnTo>
                      <a:pt x="13629" y="2972"/>
                    </a:lnTo>
                    <a:cubicBezTo>
                      <a:pt x="13510" y="2820"/>
                      <a:pt x="13388" y="2670"/>
                      <a:pt x="13258" y="2524"/>
                    </a:cubicBezTo>
                    <a:cubicBezTo>
                      <a:pt x="13248" y="2515"/>
                      <a:pt x="13241" y="2504"/>
                      <a:pt x="13232" y="2493"/>
                    </a:cubicBezTo>
                    <a:lnTo>
                      <a:pt x="13231" y="2493"/>
                    </a:lnTo>
                    <a:cubicBezTo>
                      <a:pt x="12489" y="1677"/>
                      <a:pt x="11571" y="1022"/>
                      <a:pt x="10538" y="589"/>
                    </a:cubicBezTo>
                    <a:cubicBezTo>
                      <a:pt x="10537" y="589"/>
                      <a:pt x="10537" y="589"/>
                      <a:pt x="10535" y="588"/>
                    </a:cubicBezTo>
                    <a:cubicBezTo>
                      <a:pt x="10337" y="505"/>
                      <a:pt x="10133" y="432"/>
                      <a:pt x="9925" y="364"/>
                    </a:cubicBezTo>
                    <a:cubicBezTo>
                      <a:pt x="9925" y="364"/>
                      <a:pt x="9924" y="364"/>
                      <a:pt x="9924" y="362"/>
                    </a:cubicBezTo>
                    <a:cubicBezTo>
                      <a:pt x="9191" y="128"/>
                      <a:pt x="8412" y="0"/>
                      <a:pt x="7601"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4"/>
              <p:cNvSpPr/>
              <p:nvPr/>
            </p:nvSpPr>
            <p:spPr>
              <a:xfrm>
                <a:off x="3027725" y="2029050"/>
                <a:ext cx="380150" cy="380125"/>
              </a:xfrm>
              <a:custGeom>
                <a:rect b="b" l="l" r="r" t="t"/>
                <a:pathLst>
                  <a:path extrusionOk="0" h="15205" w="15206">
                    <a:moveTo>
                      <a:pt x="7603" y="0"/>
                    </a:moveTo>
                    <a:cubicBezTo>
                      <a:pt x="5587" y="0"/>
                      <a:pt x="3653" y="801"/>
                      <a:pt x="2228" y="2227"/>
                    </a:cubicBezTo>
                    <a:cubicBezTo>
                      <a:pt x="802" y="3652"/>
                      <a:pt x="1" y="5586"/>
                      <a:pt x="1" y="7603"/>
                    </a:cubicBezTo>
                    <a:cubicBezTo>
                      <a:pt x="1" y="9618"/>
                      <a:pt x="802" y="11552"/>
                      <a:pt x="2228" y="12977"/>
                    </a:cubicBezTo>
                    <a:cubicBezTo>
                      <a:pt x="3653" y="14404"/>
                      <a:pt x="5587" y="15204"/>
                      <a:pt x="7603" y="15204"/>
                    </a:cubicBezTo>
                    <a:cubicBezTo>
                      <a:pt x="9619" y="15204"/>
                      <a:pt x="11553" y="14404"/>
                      <a:pt x="12978" y="12977"/>
                    </a:cubicBezTo>
                    <a:cubicBezTo>
                      <a:pt x="14405" y="11552"/>
                      <a:pt x="15205" y="9618"/>
                      <a:pt x="15205" y="7603"/>
                    </a:cubicBezTo>
                    <a:cubicBezTo>
                      <a:pt x="15205" y="5586"/>
                      <a:pt x="14405" y="3652"/>
                      <a:pt x="12978" y="2227"/>
                    </a:cubicBezTo>
                    <a:cubicBezTo>
                      <a:pt x="11553" y="801"/>
                      <a:pt x="9619" y="0"/>
                      <a:pt x="76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4"/>
              <p:cNvSpPr/>
              <p:nvPr/>
            </p:nvSpPr>
            <p:spPr>
              <a:xfrm>
                <a:off x="3036775" y="2130950"/>
                <a:ext cx="193625" cy="88875"/>
              </a:xfrm>
              <a:custGeom>
                <a:rect b="b" l="l" r="r" t="t"/>
                <a:pathLst>
                  <a:path extrusionOk="0" h="3555" w="7745">
                    <a:moveTo>
                      <a:pt x="501" y="0"/>
                    </a:moveTo>
                    <a:cubicBezTo>
                      <a:pt x="303" y="382"/>
                      <a:pt x="132" y="785"/>
                      <a:pt x="0" y="1203"/>
                    </a:cubicBezTo>
                    <a:cubicBezTo>
                      <a:pt x="1886" y="2676"/>
                      <a:pt x="4261" y="3555"/>
                      <a:pt x="6840" y="3555"/>
                    </a:cubicBezTo>
                    <a:cubicBezTo>
                      <a:pt x="6875" y="3555"/>
                      <a:pt x="6908" y="3555"/>
                      <a:pt x="6942" y="3552"/>
                    </a:cubicBezTo>
                    <a:cubicBezTo>
                      <a:pt x="6955" y="3553"/>
                      <a:pt x="6967" y="3554"/>
                      <a:pt x="6979" y="3554"/>
                    </a:cubicBezTo>
                    <a:cubicBezTo>
                      <a:pt x="6993" y="3554"/>
                      <a:pt x="7007" y="3553"/>
                      <a:pt x="7022" y="3550"/>
                    </a:cubicBezTo>
                    <a:cubicBezTo>
                      <a:pt x="7041" y="3551"/>
                      <a:pt x="7059" y="3552"/>
                      <a:pt x="7077" y="3552"/>
                    </a:cubicBezTo>
                    <a:cubicBezTo>
                      <a:pt x="7101" y="3552"/>
                      <a:pt x="7124" y="3551"/>
                      <a:pt x="7149" y="3546"/>
                    </a:cubicBezTo>
                    <a:cubicBezTo>
                      <a:pt x="7151" y="3548"/>
                      <a:pt x="7154" y="3549"/>
                      <a:pt x="7157" y="3549"/>
                    </a:cubicBezTo>
                    <a:cubicBezTo>
                      <a:pt x="7160" y="3549"/>
                      <a:pt x="7163" y="3548"/>
                      <a:pt x="7166" y="3546"/>
                    </a:cubicBezTo>
                    <a:cubicBezTo>
                      <a:pt x="7168" y="3548"/>
                      <a:pt x="7169" y="3549"/>
                      <a:pt x="7171" y="3549"/>
                    </a:cubicBezTo>
                    <a:cubicBezTo>
                      <a:pt x="7173" y="3549"/>
                      <a:pt x="7174" y="3548"/>
                      <a:pt x="7176" y="3546"/>
                    </a:cubicBezTo>
                    <a:cubicBezTo>
                      <a:pt x="7177" y="3548"/>
                      <a:pt x="7178" y="3549"/>
                      <a:pt x="7180" y="3549"/>
                    </a:cubicBezTo>
                    <a:cubicBezTo>
                      <a:pt x="7182" y="3549"/>
                      <a:pt x="7183" y="3548"/>
                      <a:pt x="7185" y="3546"/>
                    </a:cubicBezTo>
                    <a:cubicBezTo>
                      <a:pt x="7188" y="3548"/>
                      <a:pt x="7192" y="3549"/>
                      <a:pt x="7196" y="3549"/>
                    </a:cubicBezTo>
                    <a:cubicBezTo>
                      <a:pt x="7200" y="3549"/>
                      <a:pt x="7203" y="3548"/>
                      <a:pt x="7207" y="3546"/>
                    </a:cubicBezTo>
                    <a:cubicBezTo>
                      <a:pt x="7208" y="3548"/>
                      <a:pt x="7210" y="3549"/>
                      <a:pt x="7212" y="3549"/>
                    </a:cubicBezTo>
                    <a:cubicBezTo>
                      <a:pt x="7215" y="3549"/>
                      <a:pt x="7217" y="3548"/>
                      <a:pt x="7218" y="3546"/>
                    </a:cubicBezTo>
                    <a:cubicBezTo>
                      <a:pt x="7219" y="3547"/>
                      <a:pt x="7220" y="3548"/>
                      <a:pt x="7221" y="3548"/>
                    </a:cubicBezTo>
                    <a:cubicBezTo>
                      <a:pt x="7223" y="3548"/>
                      <a:pt x="7225" y="3546"/>
                      <a:pt x="7227" y="3546"/>
                    </a:cubicBezTo>
                    <a:lnTo>
                      <a:pt x="7233" y="3546"/>
                    </a:lnTo>
                    <a:cubicBezTo>
                      <a:pt x="7240" y="3546"/>
                      <a:pt x="7243" y="3546"/>
                      <a:pt x="7249" y="3544"/>
                    </a:cubicBezTo>
                    <a:cubicBezTo>
                      <a:pt x="7251" y="3545"/>
                      <a:pt x="7252" y="3546"/>
                      <a:pt x="7253" y="3546"/>
                    </a:cubicBezTo>
                    <a:cubicBezTo>
                      <a:pt x="7254" y="3546"/>
                      <a:pt x="7254" y="3545"/>
                      <a:pt x="7255" y="3544"/>
                    </a:cubicBezTo>
                    <a:cubicBezTo>
                      <a:pt x="7255" y="3544"/>
                      <a:pt x="7257" y="3545"/>
                      <a:pt x="7259" y="3545"/>
                    </a:cubicBezTo>
                    <a:cubicBezTo>
                      <a:pt x="7260" y="3545"/>
                      <a:pt x="7261" y="3545"/>
                      <a:pt x="7262" y="3544"/>
                    </a:cubicBezTo>
                    <a:cubicBezTo>
                      <a:pt x="7263" y="3545"/>
                      <a:pt x="7265" y="3546"/>
                      <a:pt x="7268" y="3546"/>
                    </a:cubicBezTo>
                    <a:cubicBezTo>
                      <a:pt x="7271" y="3546"/>
                      <a:pt x="7274" y="3545"/>
                      <a:pt x="7278" y="3544"/>
                    </a:cubicBezTo>
                    <a:cubicBezTo>
                      <a:pt x="7281" y="3545"/>
                      <a:pt x="7284" y="3546"/>
                      <a:pt x="7287" y="3546"/>
                    </a:cubicBezTo>
                    <a:cubicBezTo>
                      <a:pt x="7291" y="3546"/>
                      <a:pt x="7295" y="3545"/>
                      <a:pt x="7299" y="3544"/>
                    </a:cubicBezTo>
                    <a:lnTo>
                      <a:pt x="7315" y="3544"/>
                    </a:lnTo>
                    <a:cubicBezTo>
                      <a:pt x="7330" y="3544"/>
                      <a:pt x="7346" y="3544"/>
                      <a:pt x="7361" y="3541"/>
                    </a:cubicBezTo>
                    <a:lnTo>
                      <a:pt x="7363" y="3541"/>
                    </a:lnTo>
                    <a:cubicBezTo>
                      <a:pt x="7364" y="3541"/>
                      <a:pt x="7365" y="3540"/>
                      <a:pt x="7366" y="3540"/>
                    </a:cubicBezTo>
                    <a:cubicBezTo>
                      <a:pt x="7367" y="3540"/>
                      <a:pt x="7367" y="3541"/>
                      <a:pt x="7367" y="3541"/>
                    </a:cubicBezTo>
                    <a:cubicBezTo>
                      <a:pt x="7492" y="3535"/>
                      <a:pt x="7618" y="3527"/>
                      <a:pt x="7744" y="3518"/>
                    </a:cubicBezTo>
                    <a:cubicBezTo>
                      <a:pt x="7677" y="3511"/>
                      <a:pt x="7609" y="3504"/>
                      <a:pt x="7539" y="3492"/>
                    </a:cubicBezTo>
                    <a:cubicBezTo>
                      <a:pt x="7521" y="3488"/>
                      <a:pt x="7502" y="3488"/>
                      <a:pt x="7484" y="3484"/>
                    </a:cubicBezTo>
                    <a:cubicBezTo>
                      <a:pt x="7441" y="3482"/>
                      <a:pt x="7397" y="3476"/>
                      <a:pt x="7355" y="3469"/>
                    </a:cubicBezTo>
                    <a:lnTo>
                      <a:pt x="7352" y="3469"/>
                    </a:lnTo>
                    <a:cubicBezTo>
                      <a:pt x="7337" y="3469"/>
                      <a:pt x="7321" y="3467"/>
                      <a:pt x="7306" y="3467"/>
                    </a:cubicBezTo>
                    <a:cubicBezTo>
                      <a:pt x="7302" y="3467"/>
                      <a:pt x="7295" y="3464"/>
                      <a:pt x="7293" y="3464"/>
                    </a:cubicBezTo>
                    <a:lnTo>
                      <a:pt x="7280" y="3464"/>
                    </a:lnTo>
                    <a:cubicBezTo>
                      <a:pt x="7275" y="3464"/>
                      <a:pt x="7268" y="3462"/>
                      <a:pt x="7262" y="3462"/>
                    </a:cubicBezTo>
                    <a:lnTo>
                      <a:pt x="7259" y="3462"/>
                    </a:lnTo>
                    <a:cubicBezTo>
                      <a:pt x="7253" y="3462"/>
                      <a:pt x="7249" y="3462"/>
                      <a:pt x="7247" y="3459"/>
                    </a:cubicBezTo>
                    <a:lnTo>
                      <a:pt x="7231" y="3459"/>
                    </a:lnTo>
                    <a:cubicBezTo>
                      <a:pt x="7229" y="3459"/>
                      <a:pt x="7227" y="3458"/>
                      <a:pt x="7225" y="3458"/>
                    </a:cubicBezTo>
                    <a:cubicBezTo>
                      <a:pt x="7224" y="3458"/>
                      <a:pt x="7223" y="3458"/>
                      <a:pt x="7222" y="3459"/>
                    </a:cubicBezTo>
                    <a:cubicBezTo>
                      <a:pt x="7219" y="3457"/>
                      <a:pt x="7216" y="3457"/>
                      <a:pt x="7213" y="3457"/>
                    </a:cubicBezTo>
                    <a:lnTo>
                      <a:pt x="7211" y="3457"/>
                    </a:lnTo>
                    <a:cubicBezTo>
                      <a:pt x="7201" y="3457"/>
                      <a:pt x="7192" y="3454"/>
                      <a:pt x="7186" y="3454"/>
                    </a:cubicBezTo>
                    <a:cubicBezTo>
                      <a:pt x="7180" y="3454"/>
                      <a:pt x="7173" y="3451"/>
                      <a:pt x="7170" y="3451"/>
                    </a:cubicBezTo>
                    <a:cubicBezTo>
                      <a:pt x="7161" y="3451"/>
                      <a:pt x="7152" y="3448"/>
                      <a:pt x="7144" y="3448"/>
                    </a:cubicBezTo>
                    <a:lnTo>
                      <a:pt x="7141" y="3448"/>
                    </a:lnTo>
                    <a:cubicBezTo>
                      <a:pt x="7103" y="3442"/>
                      <a:pt x="7067" y="3440"/>
                      <a:pt x="7030" y="3433"/>
                    </a:cubicBezTo>
                    <a:cubicBezTo>
                      <a:pt x="7025" y="3431"/>
                      <a:pt x="7018" y="3431"/>
                      <a:pt x="7012" y="3431"/>
                    </a:cubicBezTo>
                    <a:cubicBezTo>
                      <a:pt x="4453" y="3053"/>
                      <a:pt x="2180" y="1807"/>
                      <a:pt x="5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4"/>
              <p:cNvSpPr/>
              <p:nvPr/>
            </p:nvSpPr>
            <p:spPr>
              <a:xfrm>
                <a:off x="3205325" y="2218525"/>
                <a:ext cx="193450" cy="88650"/>
              </a:xfrm>
              <a:custGeom>
                <a:rect b="b" l="l" r="r" t="t"/>
                <a:pathLst>
                  <a:path extrusionOk="0" h="3546" w="7738">
                    <a:moveTo>
                      <a:pt x="935" y="0"/>
                    </a:moveTo>
                    <a:cubicBezTo>
                      <a:pt x="924" y="0"/>
                      <a:pt x="914" y="0"/>
                      <a:pt x="903" y="0"/>
                    </a:cubicBezTo>
                    <a:cubicBezTo>
                      <a:pt x="868" y="0"/>
                      <a:pt x="835" y="0"/>
                      <a:pt x="801" y="3"/>
                    </a:cubicBezTo>
                    <a:cubicBezTo>
                      <a:pt x="790" y="1"/>
                      <a:pt x="779" y="0"/>
                      <a:pt x="768" y="0"/>
                    </a:cubicBezTo>
                    <a:cubicBezTo>
                      <a:pt x="755" y="0"/>
                      <a:pt x="741" y="2"/>
                      <a:pt x="728" y="5"/>
                    </a:cubicBezTo>
                    <a:cubicBezTo>
                      <a:pt x="710" y="3"/>
                      <a:pt x="691" y="2"/>
                      <a:pt x="671" y="2"/>
                    </a:cubicBezTo>
                    <a:cubicBezTo>
                      <a:pt x="646" y="2"/>
                      <a:pt x="620" y="4"/>
                      <a:pt x="596" y="8"/>
                    </a:cubicBezTo>
                    <a:cubicBezTo>
                      <a:pt x="593" y="7"/>
                      <a:pt x="589" y="6"/>
                      <a:pt x="585" y="6"/>
                    </a:cubicBezTo>
                    <a:cubicBezTo>
                      <a:pt x="581" y="6"/>
                      <a:pt x="577" y="7"/>
                      <a:pt x="574" y="8"/>
                    </a:cubicBezTo>
                    <a:cubicBezTo>
                      <a:pt x="573" y="7"/>
                      <a:pt x="571" y="6"/>
                      <a:pt x="570" y="6"/>
                    </a:cubicBezTo>
                    <a:cubicBezTo>
                      <a:pt x="568" y="6"/>
                      <a:pt x="566" y="7"/>
                      <a:pt x="565" y="8"/>
                    </a:cubicBezTo>
                    <a:cubicBezTo>
                      <a:pt x="563" y="7"/>
                      <a:pt x="562" y="6"/>
                      <a:pt x="562" y="6"/>
                    </a:cubicBezTo>
                    <a:cubicBezTo>
                      <a:pt x="561" y="6"/>
                      <a:pt x="560" y="7"/>
                      <a:pt x="558" y="8"/>
                    </a:cubicBezTo>
                    <a:cubicBezTo>
                      <a:pt x="555" y="7"/>
                      <a:pt x="552" y="6"/>
                      <a:pt x="548" y="6"/>
                    </a:cubicBezTo>
                    <a:cubicBezTo>
                      <a:pt x="544" y="6"/>
                      <a:pt x="540" y="7"/>
                      <a:pt x="537" y="8"/>
                    </a:cubicBezTo>
                    <a:cubicBezTo>
                      <a:pt x="534" y="7"/>
                      <a:pt x="531" y="6"/>
                      <a:pt x="529" y="6"/>
                    </a:cubicBezTo>
                    <a:cubicBezTo>
                      <a:pt x="527" y="6"/>
                      <a:pt x="524" y="7"/>
                      <a:pt x="521" y="8"/>
                    </a:cubicBezTo>
                    <a:lnTo>
                      <a:pt x="506" y="8"/>
                    </a:lnTo>
                    <a:cubicBezTo>
                      <a:pt x="500" y="8"/>
                      <a:pt x="497" y="8"/>
                      <a:pt x="490" y="10"/>
                    </a:cubicBezTo>
                    <a:lnTo>
                      <a:pt x="487" y="10"/>
                    </a:lnTo>
                    <a:cubicBezTo>
                      <a:pt x="486" y="9"/>
                      <a:pt x="485" y="9"/>
                      <a:pt x="483" y="9"/>
                    </a:cubicBezTo>
                    <a:cubicBezTo>
                      <a:pt x="482" y="9"/>
                      <a:pt x="480" y="9"/>
                      <a:pt x="479" y="10"/>
                    </a:cubicBezTo>
                    <a:cubicBezTo>
                      <a:pt x="477" y="9"/>
                      <a:pt x="475" y="9"/>
                      <a:pt x="472" y="9"/>
                    </a:cubicBezTo>
                    <a:cubicBezTo>
                      <a:pt x="470" y="9"/>
                      <a:pt x="467" y="9"/>
                      <a:pt x="464" y="10"/>
                    </a:cubicBezTo>
                    <a:cubicBezTo>
                      <a:pt x="460" y="9"/>
                      <a:pt x="457" y="9"/>
                      <a:pt x="453" y="9"/>
                    </a:cubicBezTo>
                    <a:cubicBezTo>
                      <a:pt x="449" y="9"/>
                      <a:pt x="445" y="9"/>
                      <a:pt x="441" y="10"/>
                    </a:cubicBezTo>
                    <a:lnTo>
                      <a:pt x="425" y="10"/>
                    </a:lnTo>
                    <a:cubicBezTo>
                      <a:pt x="414" y="10"/>
                      <a:pt x="399" y="10"/>
                      <a:pt x="383" y="13"/>
                    </a:cubicBezTo>
                    <a:lnTo>
                      <a:pt x="381" y="13"/>
                    </a:lnTo>
                    <a:cubicBezTo>
                      <a:pt x="255" y="20"/>
                      <a:pt x="126" y="29"/>
                      <a:pt x="0" y="37"/>
                    </a:cubicBezTo>
                    <a:cubicBezTo>
                      <a:pt x="67" y="42"/>
                      <a:pt x="135" y="50"/>
                      <a:pt x="202" y="56"/>
                    </a:cubicBezTo>
                    <a:cubicBezTo>
                      <a:pt x="224" y="60"/>
                      <a:pt x="243" y="60"/>
                      <a:pt x="264" y="62"/>
                    </a:cubicBezTo>
                    <a:cubicBezTo>
                      <a:pt x="305" y="65"/>
                      <a:pt x="347" y="71"/>
                      <a:pt x="387" y="77"/>
                    </a:cubicBezTo>
                    <a:lnTo>
                      <a:pt x="389" y="77"/>
                    </a:lnTo>
                    <a:cubicBezTo>
                      <a:pt x="405" y="77"/>
                      <a:pt x="417" y="81"/>
                      <a:pt x="433" y="81"/>
                    </a:cubicBezTo>
                    <a:cubicBezTo>
                      <a:pt x="439" y="81"/>
                      <a:pt x="441" y="83"/>
                      <a:pt x="448" y="83"/>
                    </a:cubicBezTo>
                    <a:lnTo>
                      <a:pt x="460" y="83"/>
                    </a:lnTo>
                    <a:cubicBezTo>
                      <a:pt x="467" y="83"/>
                      <a:pt x="470" y="86"/>
                      <a:pt x="476" y="86"/>
                    </a:cubicBezTo>
                    <a:lnTo>
                      <a:pt x="479" y="86"/>
                    </a:lnTo>
                    <a:cubicBezTo>
                      <a:pt x="485" y="86"/>
                      <a:pt x="491" y="86"/>
                      <a:pt x="495" y="88"/>
                    </a:cubicBezTo>
                    <a:lnTo>
                      <a:pt x="515" y="88"/>
                    </a:lnTo>
                    <a:cubicBezTo>
                      <a:pt x="517" y="91"/>
                      <a:pt x="521" y="91"/>
                      <a:pt x="523" y="91"/>
                    </a:cubicBezTo>
                    <a:lnTo>
                      <a:pt x="529" y="91"/>
                    </a:lnTo>
                    <a:cubicBezTo>
                      <a:pt x="538" y="91"/>
                      <a:pt x="544" y="93"/>
                      <a:pt x="551" y="93"/>
                    </a:cubicBezTo>
                    <a:cubicBezTo>
                      <a:pt x="557" y="93"/>
                      <a:pt x="560" y="93"/>
                      <a:pt x="567" y="96"/>
                    </a:cubicBezTo>
                    <a:cubicBezTo>
                      <a:pt x="575" y="96"/>
                      <a:pt x="588" y="98"/>
                      <a:pt x="598" y="98"/>
                    </a:cubicBezTo>
                    <a:cubicBezTo>
                      <a:pt x="634" y="104"/>
                      <a:pt x="667" y="107"/>
                      <a:pt x="704" y="114"/>
                    </a:cubicBezTo>
                    <a:cubicBezTo>
                      <a:pt x="711" y="114"/>
                      <a:pt x="719" y="117"/>
                      <a:pt x="727" y="117"/>
                    </a:cubicBezTo>
                    <a:cubicBezTo>
                      <a:pt x="3284" y="491"/>
                      <a:pt x="5559" y="1739"/>
                      <a:pt x="7237" y="3546"/>
                    </a:cubicBezTo>
                    <a:cubicBezTo>
                      <a:pt x="7436" y="3164"/>
                      <a:pt x="7606" y="2762"/>
                      <a:pt x="7737" y="2344"/>
                    </a:cubicBezTo>
                    <a:cubicBezTo>
                      <a:pt x="5860" y="877"/>
                      <a:pt x="3496" y="0"/>
                      <a:pt x="9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4"/>
              <p:cNvSpPr/>
              <p:nvPr/>
            </p:nvSpPr>
            <p:spPr>
              <a:xfrm>
                <a:off x="3217175" y="2038100"/>
                <a:ext cx="88675" cy="193600"/>
              </a:xfrm>
              <a:custGeom>
                <a:rect b="b" l="l" r="r" t="t"/>
                <a:pathLst>
                  <a:path extrusionOk="0" h="7744" w="3547">
                    <a:moveTo>
                      <a:pt x="2355" y="0"/>
                    </a:moveTo>
                    <a:cubicBezTo>
                      <a:pt x="879" y="1888"/>
                      <a:pt x="1" y="4261"/>
                      <a:pt x="1" y="6840"/>
                    </a:cubicBezTo>
                    <a:cubicBezTo>
                      <a:pt x="1" y="6877"/>
                      <a:pt x="1" y="6910"/>
                      <a:pt x="3" y="6948"/>
                    </a:cubicBezTo>
                    <a:cubicBezTo>
                      <a:pt x="1" y="6969"/>
                      <a:pt x="1" y="6987"/>
                      <a:pt x="3" y="7010"/>
                    </a:cubicBezTo>
                    <a:cubicBezTo>
                      <a:pt x="3" y="7056"/>
                      <a:pt x="3" y="7098"/>
                      <a:pt x="6" y="7145"/>
                    </a:cubicBezTo>
                    <a:lnTo>
                      <a:pt x="6" y="7203"/>
                    </a:lnTo>
                    <a:cubicBezTo>
                      <a:pt x="6" y="7208"/>
                      <a:pt x="6" y="7214"/>
                      <a:pt x="8" y="7221"/>
                    </a:cubicBezTo>
                    <a:lnTo>
                      <a:pt x="8" y="7299"/>
                    </a:lnTo>
                    <a:cubicBezTo>
                      <a:pt x="8" y="7299"/>
                      <a:pt x="11" y="7299"/>
                      <a:pt x="8" y="7301"/>
                    </a:cubicBezTo>
                    <a:cubicBezTo>
                      <a:pt x="11" y="7305"/>
                      <a:pt x="11" y="7307"/>
                      <a:pt x="8" y="7314"/>
                    </a:cubicBezTo>
                    <a:cubicBezTo>
                      <a:pt x="11" y="7316"/>
                      <a:pt x="11" y="7320"/>
                      <a:pt x="11" y="7322"/>
                    </a:cubicBezTo>
                    <a:lnTo>
                      <a:pt x="11" y="7350"/>
                    </a:lnTo>
                    <a:cubicBezTo>
                      <a:pt x="11" y="7353"/>
                      <a:pt x="13" y="7361"/>
                      <a:pt x="13" y="7363"/>
                    </a:cubicBezTo>
                    <a:cubicBezTo>
                      <a:pt x="21" y="7487"/>
                      <a:pt x="29" y="7616"/>
                      <a:pt x="38" y="7743"/>
                    </a:cubicBezTo>
                    <a:cubicBezTo>
                      <a:pt x="43" y="7672"/>
                      <a:pt x="49" y="7605"/>
                      <a:pt x="57" y="7534"/>
                    </a:cubicBezTo>
                    <a:cubicBezTo>
                      <a:pt x="60" y="7516"/>
                      <a:pt x="60" y="7497"/>
                      <a:pt x="63" y="7479"/>
                    </a:cubicBezTo>
                    <a:lnTo>
                      <a:pt x="63" y="7476"/>
                    </a:lnTo>
                    <a:cubicBezTo>
                      <a:pt x="65" y="7436"/>
                      <a:pt x="72" y="7397"/>
                      <a:pt x="78" y="7356"/>
                    </a:cubicBezTo>
                    <a:lnTo>
                      <a:pt x="78" y="7353"/>
                    </a:lnTo>
                    <a:cubicBezTo>
                      <a:pt x="78" y="7338"/>
                      <a:pt x="80" y="7322"/>
                      <a:pt x="80" y="7307"/>
                    </a:cubicBezTo>
                    <a:cubicBezTo>
                      <a:pt x="80" y="7301"/>
                      <a:pt x="83" y="7299"/>
                      <a:pt x="83" y="7291"/>
                    </a:cubicBezTo>
                    <a:cubicBezTo>
                      <a:pt x="86" y="7291"/>
                      <a:pt x="83" y="7289"/>
                      <a:pt x="83" y="7289"/>
                    </a:cubicBezTo>
                    <a:lnTo>
                      <a:pt x="83" y="7283"/>
                    </a:lnTo>
                    <a:cubicBezTo>
                      <a:pt x="83" y="7278"/>
                      <a:pt x="86" y="7271"/>
                      <a:pt x="86" y="7265"/>
                    </a:cubicBezTo>
                    <a:lnTo>
                      <a:pt x="86" y="7258"/>
                    </a:lnTo>
                    <a:cubicBezTo>
                      <a:pt x="86" y="7255"/>
                      <a:pt x="86" y="7252"/>
                      <a:pt x="89" y="7249"/>
                    </a:cubicBezTo>
                    <a:lnTo>
                      <a:pt x="89" y="7227"/>
                    </a:lnTo>
                    <a:lnTo>
                      <a:pt x="89" y="7224"/>
                    </a:lnTo>
                    <a:cubicBezTo>
                      <a:pt x="91" y="7221"/>
                      <a:pt x="91" y="7218"/>
                      <a:pt x="91" y="7218"/>
                    </a:cubicBezTo>
                    <a:lnTo>
                      <a:pt x="91" y="7212"/>
                    </a:lnTo>
                    <a:cubicBezTo>
                      <a:pt x="91" y="7203"/>
                      <a:pt x="94" y="7193"/>
                      <a:pt x="94" y="7187"/>
                    </a:cubicBezTo>
                    <a:cubicBezTo>
                      <a:pt x="94" y="7181"/>
                      <a:pt x="96" y="7178"/>
                      <a:pt x="96" y="7172"/>
                    </a:cubicBezTo>
                    <a:cubicBezTo>
                      <a:pt x="96" y="7163"/>
                      <a:pt x="99" y="7156"/>
                      <a:pt x="99" y="7148"/>
                    </a:cubicBezTo>
                    <a:lnTo>
                      <a:pt x="99" y="7145"/>
                    </a:lnTo>
                    <a:cubicBezTo>
                      <a:pt x="105" y="7109"/>
                      <a:pt x="108" y="7068"/>
                      <a:pt x="114" y="7031"/>
                    </a:cubicBezTo>
                    <a:cubicBezTo>
                      <a:pt x="114" y="7027"/>
                      <a:pt x="116" y="7021"/>
                      <a:pt x="116" y="7019"/>
                    </a:cubicBezTo>
                    <a:cubicBezTo>
                      <a:pt x="492" y="4458"/>
                      <a:pt x="1740" y="2184"/>
                      <a:pt x="3547" y="505"/>
                    </a:cubicBezTo>
                    <a:cubicBezTo>
                      <a:pt x="3166" y="303"/>
                      <a:pt x="2767" y="133"/>
                      <a:pt x="235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4"/>
              <p:cNvSpPr/>
              <p:nvPr/>
            </p:nvSpPr>
            <p:spPr>
              <a:xfrm>
                <a:off x="3129725" y="2206625"/>
                <a:ext cx="88825" cy="193500"/>
              </a:xfrm>
              <a:custGeom>
                <a:rect b="b" l="l" r="r" t="t"/>
                <a:pathLst>
                  <a:path extrusionOk="0" h="7740" w="3553">
                    <a:moveTo>
                      <a:pt x="3509" y="0"/>
                    </a:moveTo>
                    <a:cubicBezTo>
                      <a:pt x="3502" y="72"/>
                      <a:pt x="3497" y="139"/>
                      <a:pt x="3491" y="209"/>
                    </a:cubicBezTo>
                    <a:cubicBezTo>
                      <a:pt x="3487" y="224"/>
                      <a:pt x="3487" y="240"/>
                      <a:pt x="3484" y="255"/>
                    </a:cubicBezTo>
                    <a:cubicBezTo>
                      <a:pt x="3481" y="299"/>
                      <a:pt x="3475" y="345"/>
                      <a:pt x="3469" y="387"/>
                    </a:cubicBezTo>
                    <a:cubicBezTo>
                      <a:pt x="3469" y="403"/>
                      <a:pt x="3469" y="418"/>
                      <a:pt x="3466" y="434"/>
                    </a:cubicBezTo>
                    <a:cubicBezTo>
                      <a:pt x="3466" y="440"/>
                      <a:pt x="3466" y="443"/>
                      <a:pt x="3464" y="449"/>
                    </a:cubicBezTo>
                    <a:lnTo>
                      <a:pt x="3464" y="462"/>
                    </a:lnTo>
                    <a:cubicBezTo>
                      <a:pt x="3464" y="467"/>
                      <a:pt x="3461" y="474"/>
                      <a:pt x="3461" y="480"/>
                    </a:cubicBezTo>
                    <a:lnTo>
                      <a:pt x="3461" y="482"/>
                    </a:lnTo>
                    <a:lnTo>
                      <a:pt x="3461" y="492"/>
                    </a:lnTo>
                    <a:cubicBezTo>
                      <a:pt x="3459" y="498"/>
                      <a:pt x="3459" y="501"/>
                      <a:pt x="3459" y="507"/>
                    </a:cubicBezTo>
                    <a:lnTo>
                      <a:pt x="3459" y="516"/>
                    </a:lnTo>
                    <a:cubicBezTo>
                      <a:pt x="3459" y="520"/>
                      <a:pt x="3457" y="520"/>
                      <a:pt x="3457" y="523"/>
                    </a:cubicBezTo>
                    <a:lnTo>
                      <a:pt x="3457" y="529"/>
                    </a:lnTo>
                    <a:lnTo>
                      <a:pt x="3457" y="532"/>
                    </a:lnTo>
                    <a:cubicBezTo>
                      <a:pt x="3457" y="538"/>
                      <a:pt x="3453" y="547"/>
                      <a:pt x="3453" y="553"/>
                    </a:cubicBezTo>
                    <a:cubicBezTo>
                      <a:pt x="3453" y="560"/>
                      <a:pt x="3453" y="563"/>
                      <a:pt x="3451" y="569"/>
                    </a:cubicBezTo>
                    <a:cubicBezTo>
                      <a:pt x="3451" y="578"/>
                      <a:pt x="3451" y="588"/>
                      <a:pt x="3448" y="596"/>
                    </a:cubicBezTo>
                    <a:lnTo>
                      <a:pt x="3448" y="599"/>
                    </a:lnTo>
                    <a:cubicBezTo>
                      <a:pt x="3442" y="635"/>
                      <a:pt x="3439" y="675"/>
                      <a:pt x="3433" y="712"/>
                    </a:cubicBezTo>
                    <a:cubicBezTo>
                      <a:pt x="3433" y="714"/>
                      <a:pt x="3433" y="722"/>
                      <a:pt x="3431" y="728"/>
                    </a:cubicBezTo>
                    <a:cubicBezTo>
                      <a:pt x="3055" y="3282"/>
                      <a:pt x="1807" y="5560"/>
                      <a:pt x="0" y="7239"/>
                    </a:cubicBezTo>
                    <a:cubicBezTo>
                      <a:pt x="381" y="7437"/>
                      <a:pt x="781" y="7607"/>
                      <a:pt x="1199" y="7739"/>
                    </a:cubicBezTo>
                    <a:cubicBezTo>
                      <a:pt x="2674" y="5852"/>
                      <a:pt x="3553" y="3478"/>
                      <a:pt x="3553" y="899"/>
                    </a:cubicBezTo>
                    <a:cubicBezTo>
                      <a:pt x="3553" y="864"/>
                      <a:pt x="3553" y="828"/>
                      <a:pt x="3543" y="796"/>
                    </a:cubicBezTo>
                    <a:cubicBezTo>
                      <a:pt x="3546" y="771"/>
                      <a:pt x="3546" y="747"/>
                      <a:pt x="3543" y="723"/>
                    </a:cubicBezTo>
                    <a:cubicBezTo>
                      <a:pt x="3543" y="678"/>
                      <a:pt x="3543" y="636"/>
                      <a:pt x="3541" y="596"/>
                    </a:cubicBezTo>
                    <a:lnTo>
                      <a:pt x="3541" y="578"/>
                    </a:lnTo>
                    <a:lnTo>
                      <a:pt x="3541" y="572"/>
                    </a:lnTo>
                    <a:lnTo>
                      <a:pt x="3541" y="565"/>
                    </a:lnTo>
                    <a:lnTo>
                      <a:pt x="3541" y="538"/>
                    </a:lnTo>
                    <a:cubicBezTo>
                      <a:pt x="3541" y="533"/>
                      <a:pt x="3541" y="527"/>
                      <a:pt x="3538" y="520"/>
                    </a:cubicBezTo>
                    <a:lnTo>
                      <a:pt x="3538" y="513"/>
                    </a:lnTo>
                    <a:lnTo>
                      <a:pt x="3538" y="507"/>
                    </a:lnTo>
                    <a:lnTo>
                      <a:pt x="3538" y="443"/>
                    </a:lnTo>
                    <a:cubicBezTo>
                      <a:pt x="3536" y="440"/>
                      <a:pt x="3538" y="440"/>
                      <a:pt x="3538" y="440"/>
                    </a:cubicBezTo>
                    <a:cubicBezTo>
                      <a:pt x="3536" y="434"/>
                      <a:pt x="3536" y="430"/>
                      <a:pt x="3538" y="428"/>
                    </a:cubicBezTo>
                    <a:cubicBezTo>
                      <a:pt x="3536" y="423"/>
                      <a:pt x="3536" y="420"/>
                      <a:pt x="3536" y="420"/>
                    </a:cubicBezTo>
                    <a:lnTo>
                      <a:pt x="3536" y="381"/>
                    </a:lnTo>
                    <a:lnTo>
                      <a:pt x="3533" y="381"/>
                    </a:lnTo>
                    <a:cubicBezTo>
                      <a:pt x="3527" y="252"/>
                      <a:pt x="3517" y="126"/>
                      <a:pt x="35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4"/>
              <p:cNvSpPr/>
              <p:nvPr/>
            </p:nvSpPr>
            <p:spPr>
              <a:xfrm>
                <a:off x="3027925" y="2212650"/>
                <a:ext cx="200625" cy="49375"/>
              </a:xfrm>
              <a:custGeom>
                <a:rect b="b" l="l" r="r" t="t"/>
                <a:pathLst>
                  <a:path extrusionOk="0" h="1975" w="8025">
                    <a:moveTo>
                      <a:pt x="8025" y="1"/>
                    </a:moveTo>
                    <a:cubicBezTo>
                      <a:pt x="7960" y="30"/>
                      <a:pt x="7893" y="61"/>
                      <a:pt x="7828" y="95"/>
                    </a:cubicBezTo>
                    <a:cubicBezTo>
                      <a:pt x="7812" y="100"/>
                      <a:pt x="7800" y="106"/>
                      <a:pt x="7788" y="112"/>
                    </a:cubicBezTo>
                    <a:cubicBezTo>
                      <a:pt x="7747" y="128"/>
                      <a:pt x="7707" y="146"/>
                      <a:pt x="7670" y="162"/>
                    </a:cubicBezTo>
                    <a:cubicBezTo>
                      <a:pt x="7670" y="164"/>
                      <a:pt x="7670" y="164"/>
                      <a:pt x="7668" y="164"/>
                    </a:cubicBezTo>
                    <a:cubicBezTo>
                      <a:pt x="7652" y="171"/>
                      <a:pt x="7640" y="177"/>
                      <a:pt x="7628" y="179"/>
                    </a:cubicBezTo>
                    <a:cubicBezTo>
                      <a:pt x="7621" y="183"/>
                      <a:pt x="7617" y="187"/>
                      <a:pt x="7614" y="187"/>
                    </a:cubicBezTo>
                    <a:cubicBezTo>
                      <a:pt x="7611" y="187"/>
                      <a:pt x="7608" y="189"/>
                      <a:pt x="7608" y="189"/>
                    </a:cubicBezTo>
                    <a:lnTo>
                      <a:pt x="7606" y="189"/>
                    </a:lnTo>
                    <a:lnTo>
                      <a:pt x="7606" y="192"/>
                    </a:lnTo>
                    <a:cubicBezTo>
                      <a:pt x="7601" y="192"/>
                      <a:pt x="7594" y="195"/>
                      <a:pt x="7587" y="198"/>
                    </a:cubicBezTo>
                    <a:cubicBezTo>
                      <a:pt x="7583" y="198"/>
                      <a:pt x="7581" y="200"/>
                      <a:pt x="7581" y="200"/>
                    </a:cubicBezTo>
                    <a:cubicBezTo>
                      <a:pt x="7575" y="200"/>
                      <a:pt x="7571" y="203"/>
                      <a:pt x="7568" y="203"/>
                    </a:cubicBezTo>
                    <a:cubicBezTo>
                      <a:pt x="7562" y="207"/>
                      <a:pt x="7557" y="209"/>
                      <a:pt x="7555" y="209"/>
                    </a:cubicBezTo>
                    <a:cubicBezTo>
                      <a:pt x="7555" y="212"/>
                      <a:pt x="7555" y="212"/>
                      <a:pt x="7552" y="212"/>
                    </a:cubicBezTo>
                    <a:lnTo>
                      <a:pt x="7550" y="212"/>
                    </a:lnTo>
                    <a:cubicBezTo>
                      <a:pt x="7546" y="212"/>
                      <a:pt x="7544" y="214"/>
                      <a:pt x="7544" y="214"/>
                    </a:cubicBezTo>
                    <a:cubicBezTo>
                      <a:pt x="7540" y="214"/>
                      <a:pt x="7537" y="214"/>
                      <a:pt x="7537" y="218"/>
                    </a:cubicBezTo>
                    <a:cubicBezTo>
                      <a:pt x="7529" y="220"/>
                      <a:pt x="7521" y="224"/>
                      <a:pt x="7515" y="226"/>
                    </a:cubicBezTo>
                    <a:cubicBezTo>
                      <a:pt x="7510" y="226"/>
                      <a:pt x="7506" y="230"/>
                      <a:pt x="7504" y="233"/>
                    </a:cubicBezTo>
                    <a:cubicBezTo>
                      <a:pt x="7495" y="235"/>
                      <a:pt x="7485" y="239"/>
                      <a:pt x="7477" y="241"/>
                    </a:cubicBezTo>
                    <a:lnTo>
                      <a:pt x="7474" y="241"/>
                    </a:lnTo>
                    <a:lnTo>
                      <a:pt x="7474" y="244"/>
                    </a:lnTo>
                    <a:cubicBezTo>
                      <a:pt x="7441" y="257"/>
                      <a:pt x="7407" y="269"/>
                      <a:pt x="7376" y="282"/>
                    </a:cubicBezTo>
                    <a:cubicBezTo>
                      <a:pt x="7371" y="285"/>
                      <a:pt x="7364" y="288"/>
                      <a:pt x="7358" y="291"/>
                    </a:cubicBezTo>
                    <a:cubicBezTo>
                      <a:pt x="6034" y="815"/>
                      <a:pt x="4652" y="1069"/>
                      <a:pt x="3283" y="1069"/>
                    </a:cubicBezTo>
                    <a:cubicBezTo>
                      <a:pt x="2167" y="1069"/>
                      <a:pt x="1060" y="900"/>
                      <a:pt x="0" y="573"/>
                    </a:cubicBezTo>
                    <a:lnTo>
                      <a:pt x="0" y="573"/>
                    </a:lnTo>
                    <a:cubicBezTo>
                      <a:pt x="19" y="1015"/>
                      <a:pt x="74" y="1447"/>
                      <a:pt x="166" y="1865"/>
                    </a:cubicBezTo>
                    <a:cubicBezTo>
                      <a:pt x="680" y="1937"/>
                      <a:pt x="1199" y="1974"/>
                      <a:pt x="1720" y="1974"/>
                    </a:cubicBezTo>
                    <a:cubicBezTo>
                      <a:pt x="3605" y="1974"/>
                      <a:pt x="5516" y="1493"/>
                      <a:pt x="7266" y="484"/>
                    </a:cubicBezTo>
                    <a:cubicBezTo>
                      <a:pt x="7299" y="462"/>
                      <a:pt x="7338" y="444"/>
                      <a:pt x="7371" y="420"/>
                    </a:cubicBezTo>
                    <a:cubicBezTo>
                      <a:pt x="7386" y="415"/>
                      <a:pt x="7402" y="405"/>
                      <a:pt x="7417" y="392"/>
                    </a:cubicBezTo>
                    <a:cubicBezTo>
                      <a:pt x="7453" y="374"/>
                      <a:pt x="7487" y="350"/>
                      <a:pt x="7524" y="325"/>
                    </a:cubicBezTo>
                    <a:cubicBezTo>
                      <a:pt x="7530" y="325"/>
                      <a:pt x="7536" y="323"/>
                      <a:pt x="7542" y="317"/>
                    </a:cubicBezTo>
                    <a:lnTo>
                      <a:pt x="7542" y="313"/>
                    </a:lnTo>
                    <a:lnTo>
                      <a:pt x="7545" y="313"/>
                    </a:lnTo>
                    <a:cubicBezTo>
                      <a:pt x="7549" y="313"/>
                      <a:pt x="7549" y="313"/>
                      <a:pt x="7551" y="311"/>
                    </a:cubicBezTo>
                    <a:cubicBezTo>
                      <a:pt x="7555" y="311"/>
                      <a:pt x="7555" y="311"/>
                      <a:pt x="7557" y="308"/>
                    </a:cubicBezTo>
                    <a:cubicBezTo>
                      <a:pt x="7565" y="305"/>
                      <a:pt x="7567" y="302"/>
                      <a:pt x="7573" y="296"/>
                    </a:cubicBezTo>
                    <a:cubicBezTo>
                      <a:pt x="7580" y="296"/>
                      <a:pt x="7582" y="293"/>
                      <a:pt x="7588" y="287"/>
                    </a:cubicBezTo>
                    <a:cubicBezTo>
                      <a:pt x="7592" y="287"/>
                      <a:pt x="7596" y="287"/>
                      <a:pt x="7598" y="285"/>
                    </a:cubicBezTo>
                    <a:cubicBezTo>
                      <a:pt x="7602" y="285"/>
                      <a:pt x="7602" y="280"/>
                      <a:pt x="7604" y="277"/>
                    </a:cubicBezTo>
                    <a:cubicBezTo>
                      <a:pt x="7607" y="277"/>
                      <a:pt x="7611" y="274"/>
                      <a:pt x="7613" y="271"/>
                    </a:cubicBezTo>
                    <a:lnTo>
                      <a:pt x="7616" y="271"/>
                    </a:lnTo>
                    <a:cubicBezTo>
                      <a:pt x="7619" y="271"/>
                      <a:pt x="7622" y="265"/>
                      <a:pt x="7622" y="265"/>
                    </a:cubicBezTo>
                    <a:cubicBezTo>
                      <a:pt x="7629" y="265"/>
                      <a:pt x="7635" y="259"/>
                      <a:pt x="7638" y="259"/>
                    </a:cubicBezTo>
                    <a:cubicBezTo>
                      <a:pt x="7644" y="252"/>
                      <a:pt x="7649" y="248"/>
                      <a:pt x="7656" y="245"/>
                    </a:cubicBezTo>
                    <a:lnTo>
                      <a:pt x="7656" y="243"/>
                    </a:lnTo>
                    <a:cubicBezTo>
                      <a:pt x="7663" y="243"/>
                      <a:pt x="7666" y="239"/>
                      <a:pt x="7669" y="236"/>
                    </a:cubicBezTo>
                    <a:cubicBezTo>
                      <a:pt x="7684" y="228"/>
                      <a:pt x="7696" y="223"/>
                      <a:pt x="7709" y="209"/>
                    </a:cubicBezTo>
                    <a:lnTo>
                      <a:pt x="7711" y="209"/>
                    </a:lnTo>
                    <a:cubicBezTo>
                      <a:pt x="7815" y="142"/>
                      <a:pt x="7921" y="71"/>
                      <a:pt x="80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4"/>
              <p:cNvSpPr/>
              <p:nvPr/>
            </p:nvSpPr>
            <p:spPr>
              <a:xfrm>
                <a:off x="3207125" y="2176175"/>
                <a:ext cx="200550" cy="49350"/>
              </a:xfrm>
              <a:custGeom>
                <a:rect b="b" l="l" r="r" t="t"/>
                <a:pathLst>
                  <a:path extrusionOk="0" h="1974" w="8022">
                    <a:moveTo>
                      <a:pt x="6304" y="0"/>
                    </a:moveTo>
                    <a:cubicBezTo>
                      <a:pt x="4419" y="0"/>
                      <a:pt x="2510" y="482"/>
                      <a:pt x="760" y="1491"/>
                    </a:cubicBezTo>
                    <a:cubicBezTo>
                      <a:pt x="727" y="1509"/>
                      <a:pt x="696" y="1530"/>
                      <a:pt x="662" y="1553"/>
                    </a:cubicBezTo>
                    <a:cubicBezTo>
                      <a:pt x="646" y="1559"/>
                      <a:pt x="629" y="1568"/>
                      <a:pt x="613" y="1584"/>
                    </a:cubicBezTo>
                    <a:cubicBezTo>
                      <a:pt x="577" y="1601"/>
                      <a:pt x="537" y="1626"/>
                      <a:pt x="500" y="1651"/>
                    </a:cubicBezTo>
                    <a:cubicBezTo>
                      <a:pt x="497" y="1651"/>
                      <a:pt x="491" y="1653"/>
                      <a:pt x="488" y="1659"/>
                    </a:cubicBezTo>
                    <a:cubicBezTo>
                      <a:pt x="487" y="1658"/>
                      <a:pt x="486" y="1658"/>
                      <a:pt x="485" y="1658"/>
                    </a:cubicBezTo>
                    <a:cubicBezTo>
                      <a:pt x="483" y="1658"/>
                      <a:pt x="481" y="1660"/>
                      <a:pt x="479" y="1662"/>
                    </a:cubicBezTo>
                    <a:lnTo>
                      <a:pt x="476" y="1664"/>
                    </a:lnTo>
                    <a:cubicBezTo>
                      <a:pt x="472" y="1664"/>
                      <a:pt x="472" y="1664"/>
                      <a:pt x="470" y="1667"/>
                    </a:cubicBezTo>
                    <a:cubicBezTo>
                      <a:pt x="465" y="1671"/>
                      <a:pt x="459" y="1673"/>
                      <a:pt x="451" y="1680"/>
                    </a:cubicBezTo>
                    <a:cubicBezTo>
                      <a:pt x="445" y="1680"/>
                      <a:pt x="443" y="1683"/>
                      <a:pt x="436" y="1689"/>
                    </a:cubicBezTo>
                    <a:cubicBezTo>
                      <a:pt x="433" y="1689"/>
                      <a:pt x="433" y="1689"/>
                      <a:pt x="430" y="1692"/>
                    </a:cubicBezTo>
                    <a:cubicBezTo>
                      <a:pt x="428" y="1692"/>
                      <a:pt x="424" y="1695"/>
                      <a:pt x="420" y="1698"/>
                    </a:cubicBezTo>
                    <a:lnTo>
                      <a:pt x="418" y="1698"/>
                    </a:lnTo>
                    <a:cubicBezTo>
                      <a:pt x="418" y="1698"/>
                      <a:pt x="415" y="1698"/>
                      <a:pt x="415" y="1700"/>
                    </a:cubicBezTo>
                    <a:cubicBezTo>
                      <a:pt x="412" y="1700"/>
                      <a:pt x="409" y="1706"/>
                      <a:pt x="409" y="1706"/>
                    </a:cubicBezTo>
                    <a:cubicBezTo>
                      <a:pt x="405" y="1706"/>
                      <a:pt x="403" y="1710"/>
                      <a:pt x="403" y="1710"/>
                    </a:cubicBezTo>
                    <a:cubicBezTo>
                      <a:pt x="397" y="1710"/>
                      <a:pt x="393" y="1714"/>
                      <a:pt x="389" y="1716"/>
                    </a:cubicBezTo>
                    <a:cubicBezTo>
                      <a:pt x="384" y="1720"/>
                      <a:pt x="378" y="1726"/>
                      <a:pt x="372" y="1729"/>
                    </a:cubicBezTo>
                    <a:cubicBezTo>
                      <a:pt x="369" y="1729"/>
                      <a:pt x="369" y="1731"/>
                      <a:pt x="369" y="1731"/>
                    </a:cubicBezTo>
                    <a:cubicBezTo>
                      <a:pt x="363" y="1731"/>
                      <a:pt x="359" y="1735"/>
                      <a:pt x="356" y="1737"/>
                    </a:cubicBezTo>
                    <a:cubicBezTo>
                      <a:pt x="343" y="1747"/>
                      <a:pt x="331" y="1753"/>
                      <a:pt x="319" y="1762"/>
                    </a:cubicBezTo>
                    <a:cubicBezTo>
                      <a:pt x="316" y="1762"/>
                      <a:pt x="316" y="1765"/>
                      <a:pt x="316" y="1765"/>
                    </a:cubicBezTo>
                    <a:cubicBezTo>
                      <a:pt x="209" y="1832"/>
                      <a:pt x="105" y="1903"/>
                      <a:pt x="0" y="1974"/>
                    </a:cubicBezTo>
                    <a:cubicBezTo>
                      <a:pt x="69" y="1941"/>
                      <a:pt x="140" y="1910"/>
                      <a:pt x="207" y="1879"/>
                    </a:cubicBezTo>
                    <a:cubicBezTo>
                      <a:pt x="219" y="1872"/>
                      <a:pt x="232" y="1865"/>
                      <a:pt x="244" y="1863"/>
                    </a:cubicBezTo>
                    <a:cubicBezTo>
                      <a:pt x="284" y="1845"/>
                      <a:pt x="320" y="1829"/>
                      <a:pt x="357" y="1814"/>
                    </a:cubicBezTo>
                    <a:lnTo>
                      <a:pt x="357" y="1812"/>
                    </a:lnTo>
                    <a:cubicBezTo>
                      <a:pt x="373" y="1804"/>
                      <a:pt x="387" y="1798"/>
                      <a:pt x="400" y="1796"/>
                    </a:cubicBezTo>
                    <a:cubicBezTo>
                      <a:pt x="403" y="1792"/>
                      <a:pt x="407" y="1792"/>
                      <a:pt x="409" y="1789"/>
                    </a:cubicBezTo>
                    <a:cubicBezTo>
                      <a:pt x="412" y="1789"/>
                      <a:pt x="415" y="1787"/>
                      <a:pt x="418" y="1787"/>
                    </a:cubicBezTo>
                    <a:cubicBezTo>
                      <a:pt x="419" y="1785"/>
                      <a:pt x="420" y="1785"/>
                      <a:pt x="420" y="1785"/>
                    </a:cubicBezTo>
                    <a:cubicBezTo>
                      <a:pt x="420" y="1785"/>
                      <a:pt x="420" y="1785"/>
                      <a:pt x="420" y="1787"/>
                    </a:cubicBezTo>
                    <a:cubicBezTo>
                      <a:pt x="426" y="1784"/>
                      <a:pt x="433" y="1781"/>
                      <a:pt x="439" y="1778"/>
                    </a:cubicBezTo>
                    <a:lnTo>
                      <a:pt x="444" y="1778"/>
                    </a:lnTo>
                    <a:cubicBezTo>
                      <a:pt x="446" y="1774"/>
                      <a:pt x="450" y="1771"/>
                      <a:pt x="453" y="1771"/>
                    </a:cubicBezTo>
                    <a:cubicBezTo>
                      <a:pt x="460" y="1767"/>
                      <a:pt x="466" y="1765"/>
                      <a:pt x="469" y="1765"/>
                    </a:cubicBezTo>
                    <a:cubicBezTo>
                      <a:pt x="469" y="1765"/>
                      <a:pt x="469" y="1762"/>
                      <a:pt x="471" y="1762"/>
                    </a:cubicBezTo>
                    <a:lnTo>
                      <a:pt x="480" y="1762"/>
                    </a:lnTo>
                    <a:lnTo>
                      <a:pt x="482" y="1760"/>
                    </a:lnTo>
                    <a:cubicBezTo>
                      <a:pt x="492" y="1754"/>
                      <a:pt x="501" y="1751"/>
                      <a:pt x="507" y="1751"/>
                    </a:cubicBezTo>
                    <a:cubicBezTo>
                      <a:pt x="513" y="1747"/>
                      <a:pt x="517" y="1745"/>
                      <a:pt x="521" y="1745"/>
                    </a:cubicBezTo>
                    <a:cubicBezTo>
                      <a:pt x="529" y="1738"/>
                      <a:pt x="538" y="1734"/>
                      <a:pt x="547" y="1731"/>
                    </a:cubicBezTo>
                    <a:lnTo>
                      <a:pt x="549" y="1731"/>
                    </a:lnTo>
                    <a:cubicBezTo>
                      <a:pt x="550" y="1731"/>
                      <a:pt x="551" y="1730"/>
                      <a:pt x="552" y="1730"/>
                    </a:cubicBezTo>
                    <a:cubicBezTo>
                      <a:pt x="553" y="1730"/>
                      <a:pt x="553" y="1731"/>
                      <a:pt x="553" y="1731"/>
                    </a:cubicBezTo>
                    <a:cubicBezTo>
                      <a:pt x="588" y="1716"/>
                      <a:pt x="621" y="1700"/>
                      <a:pt x="655" y="1692"/>
                    </a:cubicBezTo>
                    <a:cubicBezTo>
                      <a:pt x="660" y="1685"/>
                      <a:pt x="666" y="1683"/>
                      <a:pt x="672" y="1683"/>
                    </a:cubicBezTo>
                    <a:cubicBezTo>
                      <a:pt x="1996" y="1158"/>
                      <a:pt x="3378" y="904"/>
                      <a:pt x="4745" y="904"/>
                    </a:cubicBezTo>
                    <a:cubicBezTo>
                      <a:pt x="5859" y="904"/>
                      <a:pt x="6964" y="1073"/>
                      <a:pt x="8021" y="1400"/>
                    </a:cubicBezTo>
                    <a:cubicBezTo>
                      <a:pt x="8004" y="957"/>
                      <a:pt x="7948" y="528"/>
                      <a:pt x="7858" y="110"/>
                    </a:cubicBezTo>
                    <a:cubicBezTo>
                      <a:pt x="7344" y="37"/>
                      <a:pt x="6825" y="0"/>
                      <a:pt x="63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4"/>
              <p:cNvSpPr/>
              <p:nvPr/>
            </p:nvSpPr>
            <p:spPr>
              <a:xfrm>
                <a:off x="3169350" y="2029175"/>
                <a:ext cx="54950" cy="200625"/>
              </a:xfrm>
              <a:custGeom>
                <a:rect b="b" l="l" r="r" t="t"/>
                <a:pathLst>
                  <a:path extrusionOk="0" h="8025" w="2198">
                    <a:moveTo>
                      <a:pt x="1624" y="0"/>
                    </a:moveTo>
                    <a:lnTo>
                      <a:pt x="1624" y="0"/>
                    </a:lnTo>
                    <a:cubicBezTo>
                      <a:pt x="1185" y="20"/>
                      <a:pt x="754" y="76"/>
                      <a:pt x="336" y="167"/>
                    </a:cubicBezTo>
                    <a:cubicBezTo>
                      <a:pt x="1" y="2537"/>
                      <a:pt x="425" y="5030"/>
                      <a:pt x="1717" y="7264"/>
                    </a:cubicBezTo>
                    <a:cubicBezTo>
                      <a:pt x="1732" y="7291"/>
                      <a:pt x="1748" y="7320"/>
                      <a:pt x="1765" y="7347"/>
                    </a:cubicBezTo>
                    <a:cubicBezTo>
                      <a:pt x="1777" y="7368"/>
                      <a:pt x="1790" y="7392"/>
                      <a:pt x="1808" y="7414"/>
                    </a:cubicBezTo>
                    <a:cubicBezTo>
                      <a:pt x="1826" y="7451"/>
                      <a:pt x="1848" y="7487"/>
                      <a:pt x="1873" y="7526"/>
                    </a:cubicBezTo>
                    <a:cubicBezTo>
                      <a:pt x="1877" y="7531"/>
                      <a:pt x="1879" y="7537"/>
                      <a:pt x="1885" y="7543"/>
                    </a:cubicBezTo>
                    <a:cubicBezTo>
                      <a:pt x="1885" y="7546"/>
                      <a:pt x="1885" y="7549"/>
                      <a:pt x="1892" y="7552"/>
                    </a:cubicBezTo>
                    <a:cubicBezTo>
                      <a:pt x="1888" y="7557"/>
                      <a:pt x="1892" y="7557"/>
                      <a:pt x="1894" y="7559"/>
                    </a:cubicBezTo>
                    <a:cubicBezTo>
                      <a:pt x="1897" y="7564"/>
                      <a:pt x="1900" y="7570"/>
                      <a:pt x="1904" y="7577"/>
                    </a:cubicBezTo>
                    <a:cubicBezTo>
                      <a:pt x="1906" y="7580"/>
                      <a:pt x="1910" y="7587"/>
                      <a:pt x="1913" y="7590"/>
                    </a:cubicBezTo>
                    <a:cubicBezTo>
                      <a:pt x="1913" y="7594"/>
                      <a:pt x="1913" y="7594"/>
                      <a:pt x="1915" y="7596"/>
                    </a:cubicBezTo>
                    <a:lnTo>
                      <a:pt x="1918" y="7599"/>
                    </a:lnTo>
                    <a:cubicBezTo>
                      <a:pt x="1918" y="7603"/>
                      <a:pt x="1921" y="7609"/>
                      <a:pt x="1924" y="7611"/>
                    </a:cubicBezTo>
                    <a:cubicBezTo>
                      <a:pt x="1926" y="7615"/>
                      <a:pt x="1926" y="7618"/>
                      <a:pt x="1926" y="7618"/>
                    </a:cubicBezTo>
                    <a:cubicBezTo>
                      <a:pt x="1930" y="7622"/>
                      <a:pt x="1930" y="7625"/>
                      <a:pt x="1934" y="7625"/>
                    </a:cubicBezTo>
                    <a:cubicBezTo>
                      <a:pt x="1936" y="7631"/>
                      <a:pt x="1940" y="7637"/>
                      <a:pt x="1942" y="7640"/>
                    </a:cubicBezTo>
                    <a:cubicBezTo>
                      <a:pt x="1945" y="7645"/>
                      <a:pt x="1949" y="7651"/>
                      <a:pt x="1951" y="7658"/>
                    </a:cubicBezTo>
                    <a:lnTo>
                      <a:pt x="1954" y="7658"/>
                    </a:lnTo>
                    <a:cubicBezTo>
                      <a:pt x="1957" y="7665"/>
                      <a:pt x="1957" y="7668"/>
                      <a:pt x="1960" y="7671"/>
                    </a:cubicBezTo>
                    <a:cubicBezTo>
                      <a:pt x="1960" y="7673"/>
                      <a:pt x="1962" y="7673"/>
                      <a:pt x="1962" y="7673"/>
                    </a:cubicBezTo>
                    <a:cubicBezTo>
                      <a:pt x="1972" y="7687"/>
                      <a:pt x="1978" y="7698"/>
                      <a:pt x="1987" y="7711"/>
                    </a:cubicBezTo>
                    <a:lnTo>
                      <a:pt x="1987" y="7713"/>
                    </a:lnTo>
                    <a:cubicBezTo>
                      <a:pt x="2057" y="7822"/>
                      <a:pt x="2128" y="7926"/>
                      <a:pt x="2198" y="8024"/>
                    </a:cubicBezTo>
                    <a:cubicBezTo>
                      <a:pt x="2171" y="7966"/>
                      <a:pt x="2142" y="7904"/>
                      <a:pt x="2115" y="7847"/>
                    </a:cubicBezTo>
                    <a:cubicBezTo>
                      <a:pt x="2106" y="7828"/>
                      <a:pt x="2100" y="7809"/>
                      <a:pt x="2090" y="7791"/>
                    </a:cubicBezTo>
                    <a:cubicBezTo>
                      <a:pt x="2073" y="7748"/>
                      <a:pt x="2053" y="7708"/>
                      <a:pt x="2035" y="7668"/>
                    </a:cubicBezTo>
                    <a:cubicBezTo>
                      <a:pt x="2029" y="7652"/>
                      <a:pt x="2023" y="7641"/>
                      <a:pt x="2017" y="7629"/>
                    </a:cubicBezTo>
                    <a:cubicBezTo>
                      <a:pt x="2017" y="7622"/>
                      <a:pt x="2013" y="7615"/>
                      <a:pt x="2011" y="7613"/>
                    </a:cubicBezTo>
                    <a:cubicBezTo>
                      <a:pt x="2011" y="7610"/>
                      <a:pt x="2011" y="7606"/>
                      <a:pt x="2008" y="7604"/>
                    </a:cubicBezTo>
                    <a:cubicBezTo>
                      <a:pt x="2006" y="7595"/>
                      <a:pt x="2002" y="7589"/>
                      <a:pt x="1999" y="7582"/>
                    </a:cubicBezTo>
                    <a:lnTo>
                      <a:pt x="1999" y="7579"/>
                    </a:lnTo>
                    <a:cubicBezTo>
                      <a:pt x="1996" y="7575"/>
                      <a:pt x="1996" y="7573"/>
                      <a:pt x="1996" y="7573"/>
                    </a:cubicBezTo>
                    <a:cubicBezTo>
                      <a:pt x="1992" y="7568"/>
                      <a:pt x="1990" y="7562"/>
                      <a:pt x="1990" y="7554"/>
                    </a:cubicBezTo>
                    <a:lnTo>
                      <a:pt x="1987" y="7554"/>
                    </a:lnTo>
                    <a:cubicBezTo>
                      <a:pt x="1987" y="7554"/>
                      <a:pt x="1985" y="7554"/>
                      <a:pt x="1987" y="7552"/>
                    </a:cubicBezTo>
                    <a:cubicBezTo>
                      <a:pt x="1987" y="7549"/>
                      <a:pt x="1985" y="7546"/>
                      <a:pt x="1985" y="7543"/>
                    </a:cubicBezTo>
                    <a:cubicBezTo>
                      <a:pt x="1985" y="7541"/>
                      <a:pt x="1982" y="7541"/>
                      <a:pt x="1982" y="7541"/>
                    </a:cubicBezTo>
                    <a:cubicBezTo>
                      <a:pt x="1980" y="7532"/>
                      <a:pt x="1976" y="7522"/>
                      <a:pt x="1973" y="7516"/>
                    </a:cubicBezTo>
                    <a:cubicBezTo>
                      <a:pt x="1970" y="7510"/>
                      <a:pt x="1970" y="7503"/>
                      <a:pt x="1967" y="7501"/>
                    </a:cubicBezTo>
                    <a:cubicBezTo>
                      <a:pt x="1964" y="7492"/>
                      <a:pt x="1960" y="7482"/>
                      <a:pt x="1957" y="7476"/>
                    </a:cubicBezTo>
                    <a:lnTo>
                      <a:pt x="1955" y="7476"/>
                    </a:lnTo>
                    <a:cubicBezTo>
                      <a:pt x="1944" y="7439"/>
                      <a:pt x="1928" y="7403"/>
                      <a:pt x="1913" y="7366"/>
                    </a:cubicBezTo>
                    <a:cubicBezTo>
                      <a:pt x="1909" y="7358"/>
                      <a:pt x="1909" y="7352"/>
                      <a:pt x="1906" y="7350"/>
                    </a:cubicBezTo>
                    <a:cubicBezTo>
                      <a:pt x="954" y="4947"/>
                      <a:pt x="898" y="2355"/>
                      <a:pt x="16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4"/>
              <p:cNvSpPr/>
              <p:nvPr/>
            </p:nvSpPr>
            <p:spPr>
              <a:xfrm>
                <a:off x="3211400" y="2208325"/>
                <a:ext cx="54950" cy="200700"/>
              </a:xfrm>
              <a:custGeom>
                <a:rect b="b" l="l" r="r" t="t"/>
                <a:pathLst>
                  <a:path extrusionOk="0" h="8028" w="2198">
                    <a:moveTo>
                      <a:pt x="1" y="0"/>
                    </a:moveTo>
                    <a:lnTo>
                      <a:pt x="1" y="0"/>
                    </a:lnTo>
                    <a:cubicBezTo>
                      <a:pt x="28" y="62"/>
                      <a:pt x="59" y="120"/>
                      <a:pt x="83" y="182"/>
                    </a:cubicBezTo>
                    <a:cubicBezTo>
                      <a:pt x="93" y="201"/>
                      <a:pt x="102" y="220"/>
                      <a:pt x="110" y="238"/>
                    </a:cubicBezTo>
                    <a:cubicBezTo>
                      <a:pt x="126" y="278"/>
                      <a:pt x="145" y="318"/>
                      <a:pt x="164" y="357"/>
                    </a:cubicBezTo>
                    <a:cubicBezTo>
                      <a:pt x="170" y="373"/>
                      <a:pt x="175" y="387"/>
                      <a:pt x="181" y="401"/>
                    </a:cubicBezTo>
                    <a:cubicBezTo>
                      <a:pt x="181" y="407"/>
                      <a:pt x="184" y="411"/>
                      <a:pt x="184" y="413"/>
                    </a:cubicBezTo>
                    <a:lnTo>
                      <a:pt x="186" y="413"/>
                    </a:lnTo>
                    <a:lnTo>
                      <a:pt x="186" y="416"/>
                    </a:lnTo>
                    <a:cubicBezTo>
                      <a:pt x="186" y="419"/>
                      <a:pt x="190" y="423"/>
                      <a:pt x="190" y="423"/>
                    </a:cubicBezTo>
                    <a:cubicBezTo>
                      <a:pt x="193" y="429"/>
                      <a:pt x="193" y="435"/>
                      <a:pt x="196" y="438"/>
                    </a:cubicBezTo>
                    <a:cubicBezTo>
                      <a:pt x="196" y="442"/>
                      <a:pt x="198" y="444"/>
                      <a:pt x="198" y="444"/>
                    </a:cubicBezTo>
                    <a:cubicBezTo>
                      <a:pt x="198" y="447"/>
                      <a:pt x="201" y="450"/>
                      <a:pt x="201" y="453"/>
                    </a:cubicBezTo>
                    <a:cubicBezTo>
                      <a:pt x="203" y="463"/>
                      <a:pt x="207" y="469"/>
                      <a:pt x="210" y="475"/>
                    </a:cubicBezTo>
                    <a:cubicBezTo>
                      <a:pt x="210" y="478"/>
                      <a:pt x="212" y="481"/>
                      <a:pt x="212" y="484"/>
                    </a:cubicBezTo>
                    <a:cubicBezTo>
                      <a:pt x="212" y="486"/>
                      <a:pt x="215" y="486"/>
                      <a:pt x="215" y="486"/>
                    </a:cubicBezTo>
                    <a:cubicBezTo>
                      <a:pt x="217" y="496"/>
                      <a:pt x="222" y="505"/>
                      <a:pt x="224" y="511"/>
                    </a:cubicBezTo>
                    <a:cubicBezTo>
                      <a:pt x="228" y="517"/>
                      <a:pt x="228" y="522"/>
                      <a:pt x="230" y="525"/>
                    </a:cubicBezTo>
                    <a:cubicBezTo>
                      <a:pt x="234" y="530"/>
                      <a:pt x="234" y="536"/>
                      <a:pt x="237" y="542"/>
                    </a:cubicBezTo>
                    <a:cubicBezTo>
                      <a:pt x="241" y="545"/>
                      <a:pt x="241" y="548"/>
                      <a:pt x="243" y="552"/>
                    </a:cubicBezTo>
                    <a:cubicBezTo>
                      <a:pt x="256" y="587"/>
                      <a:pt x="268" y="620"/>
                      <a:pt x="283" y="654"/>
                    </a:cubicBezTo>
                    <a:cubicBezTo>
                      <a:pt x="283" y="660"/>
                      <a:pt x="288" y="666"/>
                      <a:pt x="290" y="669"/>
                    </a:cubicBezTo>
                    <a:lnTo>
                      <a:pt x="290" y="671"/>
                    </a:lnTo>
                    <a:cubicBezTo>
                      <a:pt x="1241" y="3075"/>
                      <a:pt x="1301" y="5669"/>
                      <a:pt x="572" y="8027"/>
                    </a:cubicBezTo>
                    <a:cubicBezTo>
                      <a:pt x="1015" y="8008"/>
                      <a:pt x="1446" y="7952"/>
                      <a:pt x="1863" y="7860"/>
                    </a:cubicBezTo>
                    <a:cubicBezTo>
                      <a:pt x="2198" y="5491"/>
                      <a:pt x="1775" y="2994"/>
                      <a:pt x="482" y="763"/>
                    </a:cubicBezTo>
                    <a:cubicBezTo>
                      <a:pt x="466" y="736"/>
                      <a:pt x="451" y="707"/>
                      <a:pt x="433" y="683"/>
                    </a:cubicBezTo>
                    <a:cubicBezTo>
                      <a:pt x="421" y="659"/>
                      <a:pt x="408" y="638"/>
                      <a:pt x="390" y="615"/>
                    </a:cubicBezTo>
                    <a:cubicBezTo>
                      <a:pt x="372" y="579"/>
                      <a:pt x="351" y="539"/>
                      <a:pt x="323" y="502"/>
                    </a:cubicBezTo>
                    <a:cubicBezTo>
                      <a:pt x="323" y="497"/>
                      <a:pt x="321" y="491"/>
                      <a:pt x="314" y="484"/>
                    </a:cubicBezTo>
                    <a:lnTo>
                      <a:pt x="311" y="484"/>
                    </a:lnTo>
                    <a:cubicBezTo>
                      <a:pt x="314" y="484"/>
                      <a:pt x="311" y="481"/>
                      <a:pt x="311" y="481"/>
                    </a:cubicBezTo>
                    <a:cubicBezTo>
                      <a:pt x="311" y="481"/>
                      <a:pt x="315" y="479"/>
                      <a:pt x="309" y="479"/>
                    </a:cubicBezTo>
                    <a:cubicBezTo>
                      <a:pt x="312" y="475"/>
                      <a:pt x="309" y="475"/>
                      <a:pt x="306" y="473"/>
                    </a:cubicBezTo>
                    <a:cubicBezTo>
                      <a:pt x="306" y="466"/>
                      <a:pt x="300" y="458"/>
                      <a:pt x="294" y="450"/>
                    </a:cubicBezTo>
                    <a:cubicBezTo>
                      <a:pt x="294" y="447"/>
                      <a:pt x="291" y="440"/>
                      <a:pt x="285" y="438"/>
                    </a:cubicBezTo>
                    <a:cubicBezTo>
                      <a:pt x="289" y="434"/>
                      <a:pt x="285" y="434"/>
                      <a:pt x="281" y="432"/>
                    </a:cubicBezTo>
                    <a:lnTo>
                      <a:pt x="279" y="429"/>
                    </a:lnTo>
                    <a:cubicBezTo>
                      <a:pt x="279" y="425"/>
                      <a:pt x="275" y="418"/>
                      <a:pt x="273" y="416"/>
                    </a:cubicBezTo>
                    <a:cubicBezTo>
                      <a:pt x="273" y="412"/>
                      <a:pt x="273" y="409"/>
                      <a:pt x="270" y="409"/>
                    </a:cubicBezTo>
                    <a:cubicBezTo>
                      <a:pt x="270" y="406"/>
                      <a:pt x="264" y="403"/>
                      <a:pt x="264" y="403"/>
                    </a:cubicBezTo>
                    <a:cubicBezTo>
                      <a:pt x="264" y="397"/>
                      <a:pt x="260" y="391"/>
                      <a:pt x="258" y="387"/>
                    </a:cubicBezTo>
                    <a:cubicBezTo>
                      <a:pt x="255" y="381"/>
                      <a:pt x="253" y="375"/>
                      <a:pt x="246" y="372"/>
                    </a:cubicBezTo>
                    <a:cubicBezTo>
                      <a:pt x="246" y="370"/>
                      <a:pt x="243" y="370"/>
                      <a:pt x="243" y="370"/>
                    </a:cubicBezTo>
                    <a:cubicBezTo>
                      <a:pt x="243" y="367"/>
                      <a:pt x="243" y="363"/>
                      <a:pt x="241" y="361"/>
                    </a:cubicBezTo>
                    <a:cubicBezTo>
                      <a:pt x="241" y="356"/>
                      <a:pt x="234" y="354"/>
                      <a:pt x="234" y="354"/>
                    </a:cubicBezTo>
                    <a:cubicBezTo>
                      <a:pt x="228" y="341"/>
                      <a:pt x="218" y="330"/>
                      <a:pt x="210" y="316"/>
                    </a:cubicBezTo>
                    <a:lnTo>
                      <a:pt x="210" y="314"/>
                    </a:lnTo>
                    <a:cubicBezTo>
                      <a:pt x="143" y="207"/>
                      <a:pt x="72" y="10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4"/>
              <p:cNvSpPr/>
              <p:nvPr/>
            </p:nvSpPr>
            <p:spPr>
              <a:xfrm>
                <a:off x="3057325" y="2208100"/>
                <a:ext cx="166625" cy="138700"/>
              </a:xfrm>
              <a:custGeom>
                <a:rect b="b" l="l" r="r" t="t"/>
                <a:pathLst>
                  <a:path extrusionOk="0" h="5548" w="6665">
                    <a:moveTo>
                      <a:pt x="6664" y="0"/>
                    </a:moveTo>
                    <a:lnTo>
                      <a:pt x="6664" y="0"/>
                    </a:lnTo>
                    <a:cubicBezTo>
                      <a:pt x="6622" y="62"/>
                      <a:pt x="6578" y="123"/>
                      <a:pt x="6531" y="183"/>
                    </a:cubicBezTo>
                    <a:cubicBezTo>
                      <a:pt x="6522" y="195"/>
                      <a:pt x="6516" y="207"/>
                      <a:pt x="6506" y="220"/>
                    </a:cubicBezTo>
                    <a:cubicBezTo>
                      <a:pt x="6483" y="255"/>
                      <a:pt x="6458" y="288"/>
                      <a:pt x="6433" y="322"/>
                    </a:cubicBezTo>
                    <a:lnTo>
                      <a:pt x="6431" y="322"/>
                    </a:lnTo>
                    <a:cubicBezTo>
                      <a:pt x="6424" y="333"/>
                      <a:pt x="6416" y="343"/>
                      <a:pt x="6406" y="355"/>
                    </a:cubicBezTo>
                    <a:cubicBezTo>
                      <a:pt x="6403" y="361"/>
                      <a:pt x="6400" y="364"/>
                      <a:pt x="6397" y="371"/>
                    </a:cubicBezTo>
                    <a:lnTo>
                      <a:pt x="6391" y="374"/>
                    </a:lnTo>
                    <a:lnTo>
                      <a:pt x="6391" y="376"/>
                    </a:lnTo>
                    <a:lnTo>
                      <a:pt x="6388" y="376"/>
                    </a:lnTo>
                    <a:cubicBezTo>
                      <a:pt x="6388" y="382"/>
                      <a:pt x="6381" y="389"/>
                      <a:pt x="6379" y="391"/>
                    </a:cubicBezTo>
                    <a:cubicBezTo>
                      <a:pt x="6379" y="394"/>
                      <a:pt x="6379" y="394"/>
                      <a:pt x="6376" y="394"/>
                    </a:cubicBezTo>
                    <a:cubicBezTo>
                      <a:pt x="6376" y="396"/>
                      <a:pt x="6372" y="401"/>
                      <a:pt x="6370" y="403"/>
                    </a:cubicBezTo>
                    <a:cubicBezTo>
                      <a:pt x="6366" y="410"/>
                      <a:pt x="6364" y="416"/>
                      <a:pt x="6357" y="418"/>
                    </a:cubicBezTo>
                    <a:lnTo>
                      <a:pt x="6357" y="421"/>
                    </a:lnTo>
                    <a:lnTo>
                      <a:pt x="6355" y="421"/>
                    </a:lnTo>
                    <a:cubicBezTo>
                      <a:pt x="6355" y="425"/>
                      <a:pt x="6353" y="427"/>
                      <a:pt x="6353" y="427"/>
                    </a:cubicBezTo>
                    <a:cubicBezTo>
                      <a:pt x="6353" y="429"/>
                      <a:pt x="6349" y="429"/>
                      <a:pt x="6349" y="429"/>
                    </a:cubicBezTo>
                    <a:cubicBezTo>
                      <a:pt x="6344" y="439"/>
                      <a:pt x="6340" y="445"/>
                      <a:pt x="6332" y="452"/>
                    </a:cubicBezTo>
                    <a:cubicBezTo>
                      <a:pt x="6332" y="454"/>
                      <a:pt x="6328" y="458"/>
                      <a:pt x="6325" y="460"/>
                    </a:cubicBezTo>
                    <a:cubicBezTo>
                      <a:pt x="6319" y="470"/>
                      <a:pt x="6313" y="479"/>
                      <a:pt x="6307" y="485"/>
                    </a:cubicBezTo>
                    <a:lnTo>
                      <a:pt x="6307" y="488"/>
                    </a:lnTo>
                    <a:lnTo>
                      <a:pt x="6304" y="488"/>
                    </a:lnTo>
                    <a:cubicBezTo>
                      <a:pt x="6282" y="519"/>
                      <a:pt x="6262" y="547"/>
                      <a:pt x="6240" y="574"/>
                    </a:cubicBezTo>
                    <a:cubicBezTo>
                      <a:pt x="6237" y="578"/>
                      <a:pt x="6234" y="584"/>
                      <a:pt x="6231" y="587"/>
                    </a:cubicBezTo>
                    <a:cubicBezTo>
                      <a:pt x="4624" y="2615"/>
                      <a:pt x="2407" y="3962"/>
                      <a:pt x="1" y="4509"/>
                    </a:cubicBezTo>
                    <a:cubicBezTo>
                      <a:pt x="231" y="4877"/>
                      <a:pt x="496" y="5225"/>
                      <a:pt x="787" y="5547"/>
                    </a:cubicBezTo>
                    <a:cubicBezTo>
                      <a:pt x="3007" y="4653"/>
                      <a:pt x="4955" y="3035"/>
                      <a:pt x="6246" y="801"/>
                    </a:cubicBezTo>
                    <a:cubicBezTo>
                      <a:pt x="6265" y="768"/>
                      <a:pt x="6283" y="737"/>
                      <a:pt x="6302" y="703"/>
                    </a:cubicBezTo>
                    <a:cubicBezTo>
                      <a:pt x="6311" y="687"/>
                      <a:pt x="6320" y="669"/>
                      <a:pt x="6329" y="650"/>
                    </a:cubicBezTo>
                    <a:cubicBezTo>
                      <a:pt x="6351" y="610"/>
                      <a:pt x="6371" y="571"/>
                      <a:pt x="6394" y="531"/>
                    </a:cubicBezTo>
                    <a:cubicBezTo>
                      <a:pt x="6397" y="527"/>
                      <a:pt x="6397" y="524"/>
                      <a:pt x="6400" y="521"/>
                    </a:cubicBezTo>
                    <a:cubicBezTo>
                      <a:pt x="6404" y="517"/>
                      <a:pt x="6404" y="515"/>
                      <a:pt x="6406" y="509"/>
                    </a:cubicBezTo>
                    <a:lnTo>
                      <a:pt x="6406" y="506"/>
                    </a:lnTo>
                    <a:lnTo>
                      <a:pt x="6412" y="500"/>
                    </a:lnTo>
                    <a:cubicBezTo>
                      <a:pt x="6416" y="494"/>
                      <a:pt x="6420" y="488"/>
                      <a:pt x="6422" y="481"/>
                    </a:cubicBezTo>
                    <a:cubicBezTo>
                      <a:pt x="6426" y="479"/>
                      <a:pt x="6428" y="473"/>
                      <a:pt x="6428" y="466"/>
                    </a:cubicBezTo>
                    <a:cubicBezTo>
                      <a:pt x="6432" y="464"/>
                      <a:pt x="6435" y="459"/>
                      <a:pt x="6435" y="457"/>
                    </a:cubicBezTo>
                    <a:cubicBezTo>
                      <a:pt x="6437" y="457"/>
                      <a:pt x="6437" y="453"/>
                      <a:pt x="6437" y="450"/>
                    </a:cubicBezTo>
                    <a:lnTo>
                      <a:pt x="6440" y="450"/>
                    </a:lnTo>
                    <a:lnTo>
                      <a:pt x="6440" y="444"/>
                    </a:lnTo>
                    <a:cubicBezTo>
                      <a:pt x="6442" y="444"/>
                      <a:pt x="6442" y="440"/>
                      <a:pt x="6442" y="438"/>
                    </a:cubicBezTo>
                    <a:cubicBezTo>
                      <a:pt x="6446" y="438"/>
                      <a:pt x="6446" y="434"/>
                      <a:pt x="6449" y="432"/>
                    </a:cubicBezTo>
                    <a:cubicBezTo>
                      <a:pt x="6449" y="428"/>
                      <a:pt x="6453" y="422"/>
                      <a:pt x="6456" y="416"/>
                    </a:cubicBezTo>
                    <a:cubicBezTo>
                      <a:pt x="6459" y="411"/>
                      <a:pt x="6462" y="404"/>
                      <a:pt x="6468" y="397"/>
                    </a:cubicBezTo>
                    <a:cubicBezTo>
                      <a:pt x="6468" y="397"/>
                      <a:pt x="6466" y="397"/>
                      <a:pt x="6468" y="395"/>
                    </a:cubicBezTo>
                    <a:cubicBezTo>
                      <a:pt x="6468" y="391"/>
                      <a:pt x="6472" y="389"/>
                      <a:pt x="6474" y="382"/>
                    </a:cubicBezTo>
                    <a:lnTo>
                      <a:pt x="6477" y="380"/>
                    </a:lnTo>
                    <a:cubicBezTo>
                      <a:pt x="6480" y="371"/>
                      <a:pt x="6487" y="359"/>
                      <a:pt x="6493" y="346"/>
                    </a:cubicBezTo>
                    <a:lnTo>
                      <a:pt x="6493" y="344"/>
                    </a:lnTo>
                    <a:cubicBezTo>
                      <a:pt x="6495" y="344"/>
                      <a:pt x="6495" y="344"/>
                      <a:pt x="6495" y="341"/>
                    </a:cubicBezTo>
                    <a:cubicBezTo>
                      <a:pt x="6554" y="227"/>
                      <a:pt x="6609" y="114"/>
                      <a:pt x="66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4"/>
              <p:cNvSpPr/>
              <p:nvPr/>
            </p:nvSpPr>
            <p:spPr>
              <a:xfrm>
                <a:off x="3211825" y="2091425"/>
                <a:ext cx="166425" cy="138700"/>
              </a:xfrm>
              <a:custGeom>
                <a:rect b="b" l="l" r="r" t="t"/>
                <a:pathLst>
                  <a:path extrusionOk="0" h="5548" w="6657">
                    <a:moveTo>
                      <a:pt x="5871" y="0"/>
                    </a:moveTo>
                    <a:cubicBezTo>
                      <a:pt x="3652" y="898"/>
                      <a:pt x="1703" y="2512"/>
                      <a:pt x="416" y="4747"/>
                    </a:cubicBezTo>
                    <a:cubicBezTo>
                      <a:pt x="395" y="4780"/>
                      <a:pt x="376" y="4817"/>
                      <a:pt x="358" y="4851"/>
                    </a:cubicBezTo>
                    <a:cubicBezTo>
                      <a:pt x="349" y="4866"/>
                      <a:pt x="340" y="4882"/>
                      <a:pt x="330" y="4899"/>
                    </a:cubicBezTo>
                    <a:cubicBezTo>
                      <a:pt x="309" y="4935"/>
                      <a:pt x="287" y="4974"/>
                      <a:pt x="269" y="5013"/>
                    </a:cubicBezTo>
                    <a:cubicBezTo>
                      <a:pt x="266" y="5016"/>
                      <a:pt x="262" y="5022"/>
                      <a:pt x="260" y="5028"/>
                    </a:cubicBezTo>
                    <a:cubicBezTo>
                      <a:pt x="257" y="5031"/>
                      <a:pt x="257" y="5036"/>
                      <a:pt x="257" y="5038"/>
                    </a:cubicBezTo>
                    <a:cubicBezTo>
                      <a:pt x="257" y="5038"/>
                      <a:pt x="255" y="5038"/>
                      <a:pt x="255" y="5041"/>
                    </a:cubicBezTo>
                    <a:cubicBezTo>
                      <a:pt x="255" y="5041"/>
                      <a:pt x="252" y="5044"/>
                      <a:pt x="252" y="5047"/>
                    </a:cubicBezTo>
                    <a:cubicBezTo>
                      <a:pt x="250" y="5052"/>
                      <a:pt x="246" y="5058"/>
                      <a:pt x="243" y="5064"/>
                    </a:cubicBezTo>
                    <a:cubicBezTo>
                      <a:pt x="241" y="5068"/>
                      <a:pt x="237" y="5074"/>
                      <a:pt x="235" y="5080"/>
                    </a:cubicBezTo>
                    <a:cubicBezTo>
                      <a:pt x="231" y="5083"/>
                      <a:pt x="231" y="5087"/>
                      <a:pt x="231" y="5089"/>
                    </a:cubicBezTo>
                    <a:cubicBezTo>
                      <a:pt x="231" y="5089"/>
                      <a:pt x="229" y="5089"/>
                      <a:pt x="229" y="5092"/>
                    </a:cubicBezTo>
                    <a:cubicBezTo>
                      <a:pt x="225" y="5094"/>
                      <a:pt x="222" y="5101"/>
                      <a:pt x="222" y="5108"/>
                    </a:cubicBezTo>
                    <a:lnTo>
                      <a:pt x="220" y="5108"/>
                    </a:lnTo>
                    <a:cubicBezTo>
                      <a:pt x="220" y="5110"/>
                      <a:pt x="217" y="5114"/>
                      <a:pt x="217" y="5116"/>
                    </a:cubicBezTo>
                    <a:cubicBezTo>
                      <a:pt x="214" y="5120"/>
                      <a:pt x="211" y="5123"/>
                      <a:pt x="211" y="5129"/>
                    </a:cubicBezTo>
                    <a:cubicBezTo>
                      <a:pt x="205" y="5136"/>
                      <a:pt x="200" y="5142"/>
                      <a:pt x="198" y="5151"/>
                    </a:cubicBezTo>
                    <a:cubicBezTo>
                      <a:pt x="194" y="5155"/>
                      <a:pt x="194" y="5157"/>
                      <a:pt x="191" y="5165"/>
                    </a:cubicBezTo>
                    <a:lnTo>
                      <a:pt x="191" y="5167"/>
                    </a:lnTo>
                    <a:cubicBezTo>
                      <a:pt x="183" y="5180"/>
                      <a:pt x="176" y="5191"/>
                      <a:pt x="169" y="5204"/>
                    </a:cubicBezTo>
                    <a:lnTo>
                      <a:pt x="169" y="5207"/>
                    </a:lnTo>
                    <a:cubicBezTo>
                      <a:pt x="112" y="5320"/>
                      <a:pt x="56" y="5434"/>
                      <a:pt x="0" y="5547"/>
                    </a:cubicBezTo>
                    <a:cubicBezTo>
                      <a:pt x="40" y="5490"/>
                      <a:pt x="85" y="5430"/>
                      <a:pt x="127" y="5372"/>
                    </a:cubicBezTo>
                    <a:cubicBezTo>
                      <a:pt x="133" y="5359"/>
                      <a:pt x="143" y="5347"/>
                      <a:pt x="152" y="5335"/>
                    </a:cubicBezTo>
                    <a:cubicBezTo>
                      <a:pt x="178" y="5301"/>
                      <a:pt x="201" y="5264"/>
                      <a:pt x="229" y="5230"/>
                    </a:cubicBezTo>
                    <a:lnTo>
                      <a:pt x="231" y="5228"/>
                    </a:lnTo>
                    <a:cubicBezTo>
                      <a:pt x="238" y="5215"/>
                      <a:pt x="247" y="5207"/>
                      <a:pt x="256" y="5193"/>
                    </a:cubicBezTo>
                    <a:cubicBezTo>
                      <a:pt x="258" y="5189"/>
                      <a:pt x="262" y="5183"/>
                      <a:pt x="265" y="5181"/>
                    </a:cubicBezTo>
                    <a:lnTo>
                      <a:pt x="268" y="5178"/>
                    </a:lnTo>
                    <a:cubicBezTo>
                      <a:pt x="268" y="5174"/>
                      <a:pt x="268" y="5174"/>
                      <a:pt x="271" y="5172"/>
                    </a:cubicBezTo>
                    <a:lnTo>
                      <a:pt x="273" y="5172"/>
                    </a:lnTo>
                    <a:cubicBezTo>
                      <a:pt x="273" y="5166"/>
                      <a:pt x="279" y="5162"/>
                      <a:pt x="282" y="5156"/>
                    </a:cubicBezTo>
                    <a:cubicBezTo>
                      <a:pt x="282" y="5156"/>
                      <a:pt x="282" y="5154"/>
                      <a:pt x="284" y="5154"/>
                    </a:cubicBezTo>
                    <a:cubicBezTo>
                      <a:pt x="284" y="5150"/>
                      <a:pt x="288" y="5150"/>
                      <a:pt x="291" y="5147"/>
                    </a:cubicBezTo>
                    <a:cubicBezTo>
                      <a:pt x="291" y="5141"/>
                      <a:pt x="297" y="5139"/>
                      <a:pt x="300" y="5132"/>
                    </a:cubicBezTo>
                    <a:cubicBezTo>
                      <a:pt x="300" y="5128"/>
                      <a:pt x="304" y="5128"/>
                      <a:pt x="307" y="5125"/>
                    </a:cubicBezTo>
                    <a:cubicBezTo>
                      <a:pt x="307" y="5121"/>
                      <a:pt x="307" y="5121"/>
                      <a:pt x="309" y="5119"/>
                    </a:cubicBezTo>
                    <a:cubicBezTo>
                      <a:pt x="309" y="5119"/>
                      <a:pt x="309" y="5116"/>
                      <a:pt x="312" y="5116"/>
                    </a:cubicBezTo>
                    <a:cubicBezTo>
                      <a:pt x="314" y="5110"/>
                      <a:pt x="320" y="5101"/>
                      <a:pt x="327" y="5094"/>
                    </a:cubicBezTo>
                    <a:lnTo>
                      <a:pt x="336" y="5085"/>
                    </a:lnTo>
                    <a:cubicBezTo>
                      <a:pt x="341" y="5077"/>
                      <a:pt x="348" y="5068"/>
                      <a:pt x="354" y="5058"/>
                    </a:cubicBezTo>
                    <a:lnTo>
                      <a:pt x="356" y="5058"/>
                    </a:lnTo>
                    <a:cubicBezTo>
                      <a:pt x="375" y="5030"/>
                      <a:pt x="400" y="4999"/>
                      <a:pt x="423" y="4972"/>
                    </a:cubicBezTo>
                    <a:cubicBezTo>
                      <a:pt x="423" y="4968"/>
                      <a:pt x="426" y="4961"/>
                      <a:pt x="433" y="4959"/>
                    </a:cubicBezTo>
                    <a:cubicBezTo>
                      <a:pt x="2033" y="2933"/>
                      <a:pt x="4250" y="1589"/>
                      <a:pt x="6657" y="1038"/>
                    </a:cubicBezTo>
                    <a:cubicBezTo>
                      <a:pt x="6426" y="668"/>
                      <a:pt x="6161" y="321"/>
                      <a:pt x="58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4"/>
              <p:cNvSpPr/>
              <p:nvPr/>
            </p:nvSpPr>
            <p:spPr>
              <a:xfrm>
                <a:off x="3090175" y="2058675"/>
                <a:ext cx="138625" cy="166525"/>
              </a:xfrm>
              <a:custGeom>
                <a:rect b="b" l="l" r="r" t="t"/>
                <a:pathLst>
                  <a:path extrusionOk="0" h="6661" w="5545">
                    <a:moveTo>
                      <a:pt x="1034" y="1"/>
                    </a:moveTo>
                    <a:cubicBezTo>
                      <a:pt x="668" y="232"/>
                      <a:pt x="320" y="496"/>
                      <a:pt x="0" y="788"/>
                    </a:cubicBezTo>
                    <a:cubicBezTo>
                      <a:pt x="895" y="3008"/>
                      <a:pt x="2512" y="4955"/>
                      <a:pt x="4747" y="6248"/>
                    </a:cubicBezTo>
                    <a:cubicBezTo>
                      <a:pt x="4773" y="6263"/>
                      <a:pt x="4802" y="6278"/>
                      <a:pt x="4829" y="6294"/>
                    </a:cubicBezTo>
                    <a:cubicBezTo>
                      <a:pt x="4850" y="6306"/>
                      <a:pt x="4871" y="6318"/>
                      <a:pt x="4896" y="6331"/>
                    </a:cubicBezTo>
                    <a:cubicBezTo>
                      <a:pt x="4936" y="6356"/>
                      <a:pt x="4977" y="6378"/>
                      <a:pt x="5016" y="6395"/>
                    </a:cubicBezTo>
                    <a:cubicBezTo>
                      <a:pt x="5018" y="6401"/>
                      <a:pt x="5022" y="6403"/>
                      <a:pt x="5027" y="6403"/>
                    </a:cubicBezTo>
                    <a:cubicBezTo>
                      <a:pt x="5028" y="6403"/>
                      <a:pt x="5030" y="6403"/>
                      <a:pt x="5031" y="6402"/>
                    </a:cubicBezTo>
                    <a:cubicBezTo>
                      <a:pt x="5031" y="6405"/>
                      <a:pt x="5031" y="6406"/>
                      <a:pt x="5032" y="6406"/>
                    </a:cubicBezTo>
                    <a:cubicBezTo>
                      <a:pt x="5032" y="6406"/>
                      <a:pt x="5033" y="6406"/>
                      <a:pt x="5034" y="6404"/>
                    </a:cubicBezTo>
                    <a:cubicBezTo>
                      <a:pt x="5034" y="6404"/>
                      <a:pt x="5037" y="6408"/>
                      <a:pt x="5039" y="6408"/>
                    </a:cubicBezTo>
                    <a:cubicBezTo>
                      <a:pt x="5040" y="6408"/>
                      <a:pt x="5040" y="6408"/>
                      <a:pt x="5041" y="6407"/>
                    </a:cubicBezTo>
                    <a:cubicBezTo>
                      <a:pt x="5041" y="6407"/>
                      <a:pt x="5043" y="6411"/>
                      <a:pt x="5045" y="6411"/>
                    </a:cubicBezTo>
                    <a:cubicBezTo>
                      <a:pt x="5046" y="6411"/>
                      <a:pt x="5046" y="6410"/>
                      <a:pt x="5047" y="6410"/>
                    </a:cubicBezTo>
                    <a:cubicBezTo>
                      <a:pt x="5052" y="6416"/>
                      <a:pt x="5059" y="6419"/>
                      <a:pt x="5065" y="6419"/>
                    </a:cubicBezTo>
                    <a:cubicBezTo>
                      <a:pt x="5070" y="6425"/>
                      <a:pt x="5072" y="6428"/>
                      <a:pt x="5078" y="6428"/>
                    </a:cubicBezTo>
                    <a:cubicBezTo>
                      <a:pt x="5078" y="6430"/>
                      <a:pt x="5082" y="6430"/>
                      <a:pt x="5085" y="6430"/>
                    </a:cubicBezTo>
                    <a:cubicBezTo>
                      <a:pt x="5085" y="6433"/>
                      <a:pt x="5088" y="6433"/>
                      <a:pt x="5091" y="6433"/>
                    </a:cubicBezTo>
                    <a:cubicBezTo>
                      <a:pt x="5093" y="6436"/>
                      <a:pt x="5097" y="6439"/>
                      <a:pt x="5101" y="6439"/>
                    </a:cubicBezTo>
                    <a:cubicBezTo>
                      <a:pt x="5103" y="6442"/>
                      <a:pt x="5107" y="6442"/>
                      <a:pt x="5109" y="6442"/>
                    </a:cubicBezTo>
                    <a:cubicBezTo>
                      <a:pt x="5109" y="6442"/>
                      <a:pt x="5113" y="6445"/>
                      <a:pt x="5116" y="6445"/>
                    </a:cubicBezTo>
                    <a:cubicBezTo>
                      <a:pt x="5118" y="6451"/>
                      <a:pt x="5124" y="6454"/>
                      <a:pt x="5131" y="6454"/>
                    </a:cubicBezTo>
                    <a:cubicBezTo>
                      <a:pt x="5137" y="6456"/>
                      <a:pt x="5143" y="6460"/>
                      <a:pt x="5149" y="6462"/>
                    </a:cubicBezTo>
                    <a:lnTo>
                      <a:pt x="5152" y="6462"/>
                    </a:lnTo>
                    <a:cubicBezTo>
                      <a:pt x="5154" y="6469"/>
                      <a:pt x="5158" y="6469"/>
                      <a:pt x="5160" y="6469"/>
                    </a:cubicBezTo>
                    <a:lnTo>
                      <a:pt x="5163" y="6469"/>
                    </a:lnTo>
                    <a:cubicBezTo>
                      <a:pt x="5176" y="6478"/>
                      <a:pt x="5188" y="6488"/>
                      <a:pt x="5204" y="6491"/>
                    </a:cubicBezTo>
                    <a:cubicBezTo>
                      <a:pt x="5317" y="6553"/>
                      <a:pt x="5431" y="6607"/>
                      <a:pt x="5544" y="6660"/>
                    </a:cubicBezTo>
                    <a:cubicBezTo>
                      <a:pt x="5489" y="6622"/>
                      <a:pt x="5437" y="6586"/>
                      <a:pt x="5386" y="6548"/>
                    </a:cubicBezTo>
                    <a:cubicBezTo>
                      <a:pt x="5367" y="6534"/>
                      <a:pt x="5351" y="6523"/>
                      <a:pt x="5334" y="6511"/>
                    </a:cubicBezTo>
                    <a:cubicBezTo>
                      <a:pt x="5300" y="6485"/>
                      <a:pt x="5263" y="6460"/>
                      <a:pt x="5230" y="6433"/>
                    </a:cubicBezTo>
                    <a:lnTo>
                      <a:pt x="5226" y="6433"/>
                    </a:lnTo>
                    <a:cubicBezTo>
                      <a:pt x="5215" y="6424"/>
                      <a:pt x="5206" y="6415"/>
                      <a:pt x="5193" y="6405"/>
                    </a:cubicBezTo>
                    <a:cubicBezTo>
                      <a:pt x="5189" y="6403"/>
                      <a:pt x="5183" y="6399"/>
                      <a:pt x="5180" y="6397"/>
                    </a:cubicBezTo>
                    <a:cubicBezTo>
                      <a:pt x="5178" y="6397"/>
                      <a:pt x="5174" y="6393"/>
                      <a:pt x="5171" y="6390"/>
                    </a:cubicBezTo>
                    <a:cubicBezTo>
                      <a:pt x="5168" y="6387"/>
                      <a:pt x="5160" y="6384"/>
                      <a:pt x="5158" y="6378"/>
                    </a:cubicBezTo>
                    <a:lnTo>
                      <a:pt x="5155" y="6378"/>
                    </a:lnTo>
                    <a:cubicBezTo>
                      <a:pt x="5153" y="6374"/>
                      <a:pt x="5149" y="6374"/>
                      <a:pt x="5147" y="6368"/>
                    </a:cubicBezTo>
                    <a:cubicBezTo>
                      <a:pt x="5140" y="6368"/>
                      <a:pt x="5138" y="6362"/>
                      <a:pt x="5131" y="6359"/>
                    </a:cubicBezTo>
                    <a:cubicBezTo>
                      <a:pt x="5131" y="6359"/>
                      <a:pt x="5128" y="6359"/>
                      <a:pt x="5128" y="6357"/>
                    </a:cubicBezTo>
                    <a:cubicBezTo>
                      <a:pt x="5126" y="6357"/>
                      <a:pt x="5122" y="6353"/>
                      <a:pt x="5119" y="6351"/>
                    </a:cubicBezTo>
                    <a:lnTo>
                      <a:pt x="5119" y="6348"/>
                    </a:lnTo>
                    <a:cubicBezTo>
                      <a:pt x="5113" y="6346"/>
                      <a:pt x="5104" y="6341"/>
                      <a:pt x="5097" y="6332"/>
                    </a:cubicBezTo>
                    <a:cubicBezTo>
                      <a:pt x="5091" y="6330"/>
                      <a:pt x="5088" y="6326"/>
                      <a:pt x="5082" y="6323"/>
                    </a:cubicBezTo>
                    <a:cubicBezTo>
                      <a:pt x="5073" y="6318"/>
                      <a:pt x="5066" y="6312"/>
                      <a:pt x="5057" y="6305"/>
                    </a:cubicBezTo>
                    <a:lnTo>
                      <a:pt x="5057" y="6302"/>
                    </a:lnTo>
                    <a:cubicBezTo>
                      <a:pt x="5030" y="6285"/>
                      <a:pt x="5002" y="6263"/>
                      <a:pt x="4975" y="6238"/>
                    </a:cubicBezTo>
                    <a:cubicBezTo>
                      <a:pt x="4968" y="6234"/>
                      <a:pt x="4966" y="6232"/>
                      <a:pt x="4959" y="6225"/>
                    </a:cubicBezTo>
                    <a:cubicBezTo>
                      <a:pt x="2934" y="4624"/>
                      <a:pt x="1585" y="2408"/>
                      <a:pt x="10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4"/>
              <p:cNvSpPr/>
              <p:nvPr/>
            </p:nvSpPr>
            <p:spPr>
              <a:xfrm>
                <a:off x="3206850" y="2213075"/>
                <a:ext cx="138700" cy="166425"/>
              </a:xfrm>
              <a:custGeom>
                <a:rect b="b" l="l" r="r" t="t"/>
                <a:pathLst>
                  <a:path extrusionOk="0" h="6657" w="5548">
                    <a:moveTo>
                      <a:pt x="0" y="0"/>
                    </a:moveTo>
                    <a:lnTo>
                      <a:pt x="0" y="0"/>
                    </a:lnTo>
                    <a:cubicBezTo>
                      <a:pt x="55" y="37"/>
                      <a:pt x="109" y="78"/>
                      <a:pt x="162" y="118"/>
                    </a:cubicBezTo>
                    <a:cubicBezTo>
                      <a:pt x="181" y="126"/>
                      <a:pt x="196" y="139"/>
                      <a:pt x="212" y="151"/>
                    </a:cubicBezTo>
                    <a:cubicBezTo>
                      <a:pt x="248" y="177"/>
                      <a:pt x="281" y="204"/>
                      <a:pt x="318" y="228"/>
                    </a:cubicBezTo>
                    <a:lnTo>
                      <a:pt x="318" y="231"/>
                    </a:lnTo>
                    <a:cubicBezTo>
                      <a:pt x="330" y="238"/>
                      <a:pt x="339" y="247"/>
                      <a:pt x="352" y="255"/>
                    </a:cubicBezTo>
                    <a:cubicBezTo>
                      <a:pt x="356" y="258"/>
                      <a:pt x="362" y="262"/>
                      <a:pt x="364" y="265"/>
                    </a:cubicBezTo>
                    <a:cubicBezTo>
                      <a:pt x="367" y="265"/>
                      <a:pt x="372" y="269"/>
                      <a:pt x="374" y="271"/>
                    </a:cubicBezTo>
                    <a:lnTo>
                      <a:pt x="374" y="274"/>
                    </a:lnTo>
                    <a:cubicBezTo>
                      <a:pt x="379" y="274"/>
                      <a:pt x="385" y="280"/>
                      <a:pt x="392" y="286"/>
                    </a:cubicBezTo>
                    <a:cubicBezTo>
                      <a:pt x="394" y="286"/>
                      <a:pt x="398" y="290"/>
                      <a:pt x="400" y="293"/>
                    </a:cubicBezTo>
                    <a:cubicBezTo>
                      <a:pt x="408" y="295"/>
                      <a:pt x="411" y="300"/>
                      <a:pt x="414" y="302"/>
                    </a:cubicBezTo>
                    <a:cubicBezTo>
                      <a:pt x="416" y="302"/>
                      <a:pt x="416" y="302"/>
                      <a:pt x="416" y="305"/>
                    </a:cubicBezTo>
                    <a:cubicBezTo>
                      <a:pt x="419" y="305"/>
                      <a:pt x="423" y="309"/>
                      <a:pt x="425" y="311"/>
                    </a:cubicBezTo>
                    <a:lnTo>
                      <a:pt x="425" y="314"/>
                    </a:lnTo>
                    <a:cubicBezTo>
                      <a:pt x="427" y="312"/>
                      <a:pt x="428" y="312"/>
                      <a:pt x="428" y="312"/>
                    </a:cubicBezTo>
                    <a:cubicBezTo>
                      <a:pt x="428" y="312"/>
                      <a:pt x="428" y="312"/>
                      <a:pt x="428" y="314"/>
                    </a:cubicBezTo>
                    <a:cubicBezTo>
                      <a:pt x="437" y="316"/>
                      <a:pt x="444" y="322"/>
                      <a:pt x="450" y="330"/>
                    </a:cubicBezTo>
                    <a:cubicBezTo>
                      <a:pt x="456" y="332"/>
                      <a:pt x="460" y="336"/>
                      <a:pt x="462" y="338"/>
                    </a:cubicBezTo>
                    <a:cubicBezTo>
                      <a:pt x="472" y="343"/>
                      <a:pt x="481" y="350"/>
                      <a:pt x="487" y="356"/>
                    </a:cubicBezTo>
                    <a:lnTo>
                      <a:pt x="487" y="358"/>
                    </a:lnTo>
                    <a:cubicBezTo>
                      <a:pt x="518" y="377"/>
                      <a:pt x="547" y="402"/>
                      <a:pt x="574" y="425"/>
                    </a:cubicBezTo>
                    <a:cubicBezTo>
                      <a:pt x="580" y="430"/>
                      <a:pt x="585" y="433"/>
                      <a:pt x="591" y="439"/>
                    </a:cubicBezTo>
                    <a:cubicBezTo>
                      <a:pt x="2617" y="2040"/>
                      <a:pt x="3961" y="4256"/>
                      <a:pt x="4511" y="6657"/>
                    </a:cubicBezTo>
                    <a:cubicBezTo>
                      <a:pt x="4879" y="6426"/>
                      <a:pt x="5224" y="6161"/>
                      <a:pt x="5547" y="5872"/>
                    </a:cubicBezTo>
                    <a:cubicBezTo>
                      <a:pt x="4651" y="3654"/>
                      <a:pt x="3035" y="1707"/>
                      <a:pt x="801" y="418"/>
                    </a:cubicBezTo>
                    <a:cubicBezTo>
                      <a:pt x="773" y="403"/>
                      <a:pt x="745" y="387"/>
                      <a:pt x="718" y="372"/>
                    </a:cubicBezTo>
                    <a:cubicBezTo>
                      <a:pt x="694" y="356"/>
                      <a:pt x="669" y="345"/>
                      <a:pt x="644" y="332"/>
                    </a:cubicBezTo>
                    <a:cubicBezTo>
                      <a:pt x="608" y="307"/>
                      <a:pt x="571" y="288"/>
                      <a:pt x="531" y="270"/>
                    </a:cubicBezTo>
                    <a:cubicBezTo>
                      <a:pt x="526" y="263"/>
                      <a:pt x="519" y="260"/>
                      <a:pt x="513" y="260"/>
                    </a:cubicBezTo>
                    <a:cubicBezTo>
                      <a:pt x="513" y="260"/>
                      <a:pt x="509" y="254"/>
                      <a:pt x="507" y="254"/>
                    </a:cubicBezTo>
                    <a:cubicBezTo>
                      <a:pt x="507" y="254"/>
                      <a:pt x="503" y="252"/>
                      <a:pt x="501" y="252"/>
                    </a:cubicBezTo>
                    <a:cubicBezTo>
                      <a:pt x="493" y="249"/>
                      <a:pt x="488" y="245"/>
                      <a:pt x="482" y="243"/>
                    </a:cubicBezTo>
                    <a:cubicBezTo>
                      <a:pt x="478" y="239"/>
                      <a:pt x="476" y="237"/>
                      <a:pt x="470" y="237"/>
                    </a:cubicBezTo>
                    <a:cubicBezTo>
                      <a:pt x="467" y="233"/>
                      <a:pt x="462" y="229"/>
                      <a:pt x="460" y="229"/>
                    </a:cubicBezTo>
                    <a:cubicBezTo>
                      <a:pt x="460" y="229"/>
                      <a:pt x="456" y="227"/>
                      <a:pt x="454" y="227"/>
                    </a:cubicBezTo>
                    <a:cubicBezTo>
                      <a:pt x="451" y="223"/>
                      <a:pt x="447" y="223"/>
                      <a:pt x="445" y="221"/>
                    </a:cubicBezTo>
                    <a:cubicBezTo>
                      <a:pt x="445" y="221"/>
                      <a:pt x="441" y="221"/>
                      <a:pt x="439" y="218"/>
                    </a:cubicBezTo>
                    <a:cubicBezTo>
                      <a:pt x="436" y="218"/>
                      <a:pt x="431" y="216"/>
                      <a:pt x="429" y="216"/>
                    </a:cubicBezTo>
                    <a:cubicBezTo>
                      <a:pt x="426" y="213"/>
                      <a:pt x="420" y="209"/>
                      <a:pt x="414" y="207"/>
                    </a:cubicBezTo>
                    <a:cubicBezTo>
                      <a:pt x="411" y="204"/>
                      <a:pt x="405" y="201"/>
                      <a:pt x="398" y="197"/>
                    </a:cubicBezTo>
                    <a:lnTo>
                      <a:pt x="395" y="197"/>
                    </a:lnTo>
                    <a:cubicBezTo>
                      <a:pt x="392" y="193"/>
                      <a:pt x="389" y="193"/>
                      <a:pt x="383" y="191"/>
                    </a:cubicBezTo>
                    <a:cubicBezTo>
                      <a:pt x="370" y="185"/>
                      <a:pt x="358" y="176"/>
                      <a:pt x="343" y="170"/>
                    </a:cubicBezTo>
                    <a:lnTo>
                      <a:pt x="341" y="170"/>
                    </a:lnTo>
                    <a:cubicBezTo>
                      <a:pt x="227" y="111"/>
                      <a:pt x="114" y="5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3" name="Google Shape;6683;p84"/>
            <p:cNvGrpSpPr/>
            <p:nvPr/>
          </p:nvGrpSpPr>
          <p:grpSpPr>
            <a:xfrm>
              <a:off x="844169" y="4443634"/>
              <a:ext cx="587911" cy="563023"/>
              <a:chOff x="-2758050" y="2287950"/>
              <a:chExt cx="370875" cy="355175"/>
            </a:xfrm>
          </p:grpSpPr>
          <p:sp>
            <p:nvSpPr>
              <p:cNvPr id="6684" name="Google Shape;6684;p84"/>
              <p:cNvSpPr/>
              <p:nvPr/>
            </p:nvSpPr>
            <p:spPr>
              <a:xfrm>
                <a:off x="-2758050" y="2287950"/>
                <a:ext cx="370875" cy="355175"/>
              </a:xfrm>
              <a:custGeom>
                <a:rect b="b" l="l" r="r" t="t"/>
                <a:pathLst>
                  <a:path extrusionOk="0" h="14207" w="14835">
                    <a:moveTo>
                      <a:pt x="7426" y="0"/>
                    </a:moveTo>
                    <a:cubicBezTo>
                      <a:pt x="5114" y="0"/>
                      <a:pt x="2833" y="1125"/>
                      <a:pt x="1456" y="3245"/>
                    </a:cubicBezTo>
                    <a:cubicBezTo>
                      <a:pt x="150" y="5257"/>
                      <a:pt x="1" y="7746"/>
                      <a:pt x="879" y="9854"/>
                    </a:cubicBezTo>
                    <a:cubicBezTo>
                      <a:pt x="881" y="9869"/>
                      <a:pt x="884" y="9880"/>
                      <a:pt x="889" y="9891"/>
                    </a:cubicBezTo>
                    <a:cubicBezTo>
                      <a:pt x="913" y="9946"/>
                      <a:pt x="936" y="9999"/>
                      <a:pt x="959" y="10051"/>
                    </a:cubicBezTo>
                    <a:cubicBezTo>
                      <a:pt x="961" y="10056"/>
                      <a:pt x="963" y="10061"/>
                      <a:pt x="966" y="10066"/>
                    </a:cubicBezTo>
                    <a:cubicBezTo>
                      <a:pt x="977" y="10092"/>
                      <a:pt x="990" y="10118"/>
                      <a:pt x="1002" y="10144"/>
                    </a:cubicBezTo>
                    <a:cubicBezTo>
                      <a:pt x="1008" y="10158"/>
                      <a:pt x="1013" y="10169"/>
                      <a:pt x="1019" y="10181"/>
                    </a:cubicBezTo>
                    <a:cubicBezTo>
                      <a:pt x="1042" y="10228"/>
                      <a:pt x="1065" y="10274"/>
                      <a:pt x="1088" y="10321"/>
                    </a:cubicBezTo>
                    <a:lnTo>
                      <a:pt x="1104" y="10352"/>
                    </a:lnTo>
                    <a:lnTo>
                      <a:pt x="1142" y="10426"/>
                    </a:lnTo>
                    <a:cubicBezTo>
                      <a:pt x="1150" y="10439"/>
                      <a:pt x="1157" y="10455"/>
                      <a:pt x="1166" y="10469"/>
                    </a:cubicBezTo>
                    <a:cubicBezTo>
                      <a:pt x="1186" y="10508"/>
                      <a:pt x="1207" y="10546"/>
                      <a:pt x="1229" y="10584"/>
                    </a:cubicBezTo>
                    <a:cubicBezTo>
                      <a:pt x="1238" y="10600"/>
                      <a:pt x="1246" y="10618"/>
                      <a:pt x="1256" y="10633"/>
                    </a:cubicBezTo>
                    <a:lnTo>
                      <a:pt x="1295" y="10698"/>
                    </a:lnTo>
                    <a:cubicBezTo>
                      <a:pt x="1305" y="10716"/>
                      <a:pt x="1315" y="10733"/>
                      <a:pt x="1326" y="10750"/>
                    </a:cubicBezTo>
                    <a:cubicBezTo>
                      <a:pt x="1343" y="10781"/>
                      <a:pt x="1362" y="10811"/>
                      <a:pt x="1380" y="10842"/>
                    </a:cubicBezTo>
                    <a:cubicBezTo>
                      <a:pt x="1395" y="10864"/>
                      <a:pt x="1408" y="10886"/>
                      <a:pt x="1422" y="10908"/>
                    </a:cubicBezTo>
                    <a:cubicBezTo>
                      <a:pt x="1435" y="10927"/>
                      <a:pt x="1446" y="10947"/>
                      <a:pt x="1460" y="10966"/>
                    </a:cubicBezTo>
                    <a:cubicBezTo>
                      <a:pt x="1472" y="10986"/>
                      <a:pt x="1487" y="11007"/>
                      <a:pt x="1499" y="11028"/>
                    </a:cubicBezTo>
                    <a:lnTo>
                      <a:pt x="1545" y="11098"/>
                    </a:lnTo>
                    <a:cubicBezTo>
                      <a:pt x="1564" y="11125"/>
                      <a:pt x="1583" y="11150"/>
                      <a:pt x="1600" y="11177"/>
                    </a:cubicBezTo>
                    <a:cubicBezTo>
                      <a:pt x="1612" y="11194"/>
                      <a:pt x="1623" y="11211"/>
                      <a:pt x="1636" y="11228"/>
                    </a:cubicBezTo>
                    <a:cubicBezTo>
                      <a:pt x="1653" y="11250"/>
                      <a:pt x="1670" y="11275"/>
                      <a:pt x="1687" y="11299"/>
                    </a:cubicBezTo>
                    <a:cubicBezTo>
                      <a:pt x="1698" y="11315"/>
                      <a:pt x="1711" y="11332"/>
                      <a:pt x="1724" y="11348"/>
                    </a:cubicBezTo>
                    <a:cubicBezTo>
                      <a:pt x="1746" y="11378"/>
                      <a:pt x="1769" y="11409"/>
                      <a:pt x="1792" y="11439"/>
                    </a:cubicBezTo>
                    <a:cubicBezTo>
                      <a:pt x="1803" y="11454"/>
                      <a:pt x="1814" y="11467"/>
                      <a:pt x="1826" y="11483"/>
                    </a:cubicBezTo>
                    <a:cubicBezTo>
                      <a:pt x="1847" y="11510"/>
                      <a:pt x="1867" y="11536"/>
                      <a:pt x="1889" y="11563"/>
                    </a:cubicBezTo>
                    <a:cubicBezTo>
                      <a:pt x="1898" y="11574"/>
                      <a:pt x="1907" y="11585"/>
                      <a:pt x="1916" y="11596"/>
                    </a:cubicBezTo>
                    <a:cubicBezTo>
                      <a:pt x="1944" y="11629"/>
                      <a:pt x="1971" y="11662"/>
                      <a:pt x="1998" y="11695"/>
                    </a:cubicBezTo>
                    <a:cubicBezTo>
                      <a:pt x="2008" y="11707"/>
                      <a:pt x="2018" y="11719"/>
                      <a:pt x="2028" y="11730"/>
                    </a:cubicBezTo>
                    <a:cubicBezTo>
                      <a:pt x="2053" y="11760"/>
                      <a:pt x="2079" y="11789"/>
                      <a:pt x="2105" y="11818"/>
                    </a:cubicBezTo>
                    <a:cubicBezTo>
                      <a:pt x="2110" y="11825"/>
                      <a:pt x="2116" y="11831"/>
                      <a:pt x="2121" y="11838"/>
                    </a:cubicBezTo>
                    <a:cubicBezTo>
                      <a:pt x="2152" y="11872"/>
                      <a:pt x="2182" y="11905"/>
                      <a:pt x="2214" y="11939"/>
                    </a:cubicBezTo>
                    <a:cubicBezTo>
                      <a:pt x="2225" y="11949"/>
                      <a:pt x="2234" y="11959"/>
                      <a:pt x="2244" y="11970"/>
                    </a:cubicBezTo>
                    <a:cubicBezTo>
                      <a:pt x="2273" y="12001"/>
                      <a:pt x="2302" y="12032"/>
                      <a:pt x="2332" y="12063"/>
                    </a:cubicBezTo>
                    <a:cubicBezTo>
                      <a:pt x="2335" y="12066"/>
                      <a:pt x="2339" y="12070"/>
                      <a:pt x="2342" y="12074"/>
                    </a:cubicBezTo>
                    <a:lnTo>
                      <a:pt x="2442" y="12174"/>
                    </a:lnTo>
                    <a:cubicBezTo>
                      <a:pt x="2452" y="12183"/>
                      <a:pt x="2461" y="12193"/>
                      <a:pt x="2471" y="12202"/>
                    </a:cubicBezTo>
                    <a:cubicBezTo>
                      <a:pt x="2504" y="12234"/>
                      <a:pt x="2538" y="12266"/>
                      <a:pt x="2571" y="12297"/>
                    </a:cubicBezTo>
                    <a:cubicBezTo>
                      <a:pt x="2573" y="12298"/>
                      <a:pt x="2575" y="12300"/>
                      <a:pt x="2576" y="12302"/>
                    </a:cubicBezTo>
                    <a:cubicBezTo>
                      <a:pt x="2612" y="12334"/>
                      <a:pt x="2648" y="12368"/>
                      <a:pt x="2684" y="12400"/>
                    </a:cubicBezTo>
                    <a:cubicBezTo>
                      <a:pt x="2693" y="12408"/>
                      <a:pt x="2701" y="12417"/>
                      <a:pt x="2712" y="12425"/>
                    </a:cubicBezTo>
                    <a:cubicBezTo>
                      <a:pt x="2748" y="12457"/>
                      <a:pt x="2786" y="12489"/>
                      <a:pt x="2822" y="12520"/>
                    </a:cubicBezTo>
                    <a:lnTo>
                      <a:pt x="2823" y="12522"/>
                    </a:lnTo>
                    <a:lnTo>
                      <a:pt x="2824" y="12522"/>
                    </a:lnTo>
                    <a:cubicBezTo>
                      <a:pt x="2870" y="12560"/>
                      <a:pt x="2916" y="12597"/>
                      <a:pt x="2961" y="12633"/>
                    </a:cubicBezTo>
                    <a:lnTo>
                      <a:pt x="3000" y="12664"/>
                    </a:lnTo>
                    <a:cubicBezTo>
                      <a:pt x="3038" y="12694"/>
                      <a:pt x="3076" y="12724"/>
                      <a:pt x="3113" y="12754"/>
                    </a:cubicBezTo>
                    <a:cubicBezTo>
                      <a:pt x="3123" y="12761"/>
                      <a:pt x="3133" y="12770"/>
                      <a:pt x="3143" y="12776"/>
                    </a:cubicBezTo>
                    <a:cubicBezTo>
                      <a:pt x="3189" y="12811"/>
                      <a:pt x="3236" y="12844"/>
                      <a:pt x="3282" y="12878"/>
                    </a:cubicBezTo>
                    <a:lnTo>
                      <a:pt x="3322" y="12905"/>
                    </a:lnTo>
                    <a:cubicBezTo>
                      <a:pt x="3358" y="12931"/>
                      <a:pt x="3394" y="12955"/>
                      <a:pt x="3430" y="12979"/>
                    </a:cubicBezTo>
                    <a:cubicBezTo>
                      <a:pt x="3443" y="12989"/>
                      <a:pt x="3458" y="12999"/>
                      <a:pt x="3472" y="13009"/>
                    </a:cubicBezTo>
                    <a:cubicBezTo>
                      <a:pt x="3519" y="13040"/>
                      <a:pt x="3565" y="13071"/>
                      <a:pt x="3612" y="13101"/>
                    </a:cubicBezTo>
                    <a:cubicBezTo>
                      <a:pt x="3623" y="13108"/>
                      <a:pt x="3634" y="13115"/>
                      <a:pt x="3647" y="13122"/>
                    </a:cubicBezTo>
                    <a:cubicBezTo>
                      <a:pt x="3683" y="13146"/>
                      <a:pt x="3720" y="13168"/>
                      <a:pt x="3757" y="13191"/>
                    </a:cubicBezTo>
                    <a:cubicBezTo>
                      <a:pt x="3776" y="13201"/>
                      <a:pt x="3793" y="13213"/>
                      <a:pt x="3810" y="13224"/>
                    </a:cubicBezTo>
                    <a:cubicBezTo>
                      <a:pt x="3846" y="13245"/>
                      <a:pt x="3884" y="13266"/>
                      <a:pt x="3920" y="13287"/>
                    </a:cubicBezTo>
                    <a:cubicBezTo>
                      <a:pt x="3937" y="13296"/>
                      <a:pt x="3952" y="13304"/>
                      <a:pt x="3969" y="13313"/>
                    </a:cubicBezTo>
                    <a:lnTo>
                      <a:pt x="4097" y="13384"/>
                    </a:lnTo>
                    <a:cubicBezTo>
                      <a:pt x="4117" y="13395"/>
                      <a:pt x="4138" y="13405"/>
                      <a:pt x="4160" y="13416"/>
                    </a:cubicBezTo>
                    <a:cubicBezTo>
                      <a:pt x="4189" y="13431"/>
                      <a:pt x="4219" y="13445"/>
                      <a:pt x="4248" y="13461"/>
                    </a:cubicBezTo>
                    <a:cubicBezTo>
                      <a:pt x="4271" y="13471"/>
                      <a:pt x="4292" y="13483"/>
                      <a:pt x="4313" y="13493"/>
                    </a:cubicBezTo>
                    <a:cubicBezTo>
                      <a:pt x="4357" y="13515"/>
                      <a:pt x="4401" y="13535"/>
                      <a:pt x="4444" y="13556"/>
                    </a:cubicBezTo>
                    <a:cubicBezTo>
                      <a:pt x="4469" y="13567"/>
                      <a:pt x="4494" y="13578"/>
                      <a:pt x="4519" y="13590"/>
                    </a:cubicBezTo>
                    <a:cubicBezTo>
                      <a:pt x="4542" y="13601"/>
                      <a:pt x="4568" y="13612"/>
                      <a:pt x="4593" y="13623"/>
                    </a:cubicBezTo>
                    <a:cubicBezTo>
                      <a:pt x="4620" y="13634"/>
                      <a:pt x="4646" y="13647"/>
                      <a:pt x="4673" y="13658"/>
                    </a:cubicBezTo>
                    <a:cubicBezTo>
                      <a:pt x="4697" y="13668"/>
                      <a:pt x="4721" y="13678"/>
                      <a:pt x="4746" y="13688"/>
                    </a:cubicBezTo>
                    <a:cubicBezTo>
                      <a:pt x="4793" y="13707"/>
                      <a:pt x="4841" y="13726"/>
                      <a:pt x="4890" y="13745"/>
                    </a:cubicBezTo>
                    <a:cubicBezTo>
                      <a:pt x="4909" y="13752"/>
                      <a:pt x="4928" y="13760"/>
                      <a:pt x="4948" y="13766"/>
                    </a:cubicBezTo>
                    <a:cubicBezTo>
                      <a:pt x="4979" y="13778"/>
                      <a:pt x="5010" y="13789"/>
                      <a:pt x="5042" y="13799"/>
                    </a:cubicBezTo>
                    <a:cubicBezTo>
                      <a:pt x="5058" y="13807"/>
                      <a:pt x="5076" y="13812"/>
                      <a:pt x="5092" y="13817"/>
                    </a:cubicBezTo>
                    <a:cubicBezTo>
                      <a:pt x="5162" y="13841"/>
                      <a:pt x="5233" y="13864"/>
                      <a:pt x="5304" y="13886"/>
                    </a:cubicBezTo>
                    <a:cubicBezTo>
                      <a:pt x="5306" y="13887"/>
                      <a:pt x="5308" y="13887"/>
                      <a:pt x="5310" y="13889"/>
                    </a:cubicBezTo>
                    <a:cubicBezTo>
                      <a:pt x="5346" y="13901"/>
                      <a:pt x="5382" y="13911"/>
                      <a:pt x="5419" y="13921"/>
                    </a:cubicBezTo>
                    <a:cubicBezTo>
                      <a:pt x="5430" y="13925"/>
                      <a:pt x="5441" y="13927"/>
                      <a:pt x="5454" y="13932"/>
                    </a:cubicBezTo>
                    <a:cubicBezTo>
                      <a:pt x="5569" y="13965"/>
                      <a:pt x="5687" y="13996"/>
                      <a:pt x="5806" y="14023"/>
                    </a:cubicBezTo>
                    <a:cubicBezTo>
                      <a:pt x="5812" y="14024"/>
                      <a:pt x="5817" y="14025"/>
                      <a:pt x="5823" y="14027"/>
                    </a:cubicBezTo>
                    <a:cubicBezTo>
                      <a:pt x="5991" y="14066"/>
                      <a:pt x="6161" y="14098"/>
                      <a:pt x="6331" y="14124"/>
                    </a:cubicBezTo>
                    <a:cubicBezTo>
                      <a:pt x="6691" y="14179"/>
                      <a:pt x="7054" y="14207"/>
                      <a:pt x="7417" y="14207"/>
                    </a:cubicBezTo>
                    <a:cubicBezTo>
                      <a:pt x="9727" y="14207"/>
                      <a:pt x="12007" y="13082"/>
                      <a:pt x="13385" y="10961"/>
                    </a:cubicBezTo>
                    <a:cubicBezTo>
                      <a:pt x="14666" y="8985"/>
                      <a:pt x="14834" y="6550"/>
                      <a:pt x="14006" y="4467"/>
                    </a:cubicBezTo>
                    <a:cubicBezTo>
                      <a:pt x="14006" y="4465"/>
                      <a:pt x="14005" y="4464"/>
                      <a:pt x="14005" y="4464"/>
                    </a:cubicBezTo>
                    <a:cubicBezTo>
                      <a:pt x="13947" y="4317"/>
                      <a:pt x="13883" y="4173"/>
                      <a:pt x="13815" y="4030"/>
                    </a:cubicBezTo>
                    <a:cubicBezTo>
                      <a:pt x="13814" y="4025"/>
                      <a:pt x="13811" y="4021"/>
                      <a:pt x="13810" y="4018"/>
                    </a:cubicBezTo>
                    <a:cubicBezTo>
                      <a:pt x="13794" y="3985"/>
                      <a:pt x="13778" y="3952"/>
                      <a:pt x="13762" y="3920"/>
                    </a:cubicBezTo>
                    <a:cubicBezTo>
                      <a:pt x="13758" y="3913"/>
                      <a:pt x="13756" y="3907"/>
                      <a:pt x="13752" y="3901"/>
                    </a:cubicBezTo>
                    <a:cubicBezTo>
                      <a:pt x="13702" y="3803"/>
                      <a:pt x="13651" y="3706"/>
                      <a:pt x="13597" y="3608"/>
                    </a:cubicBezTo>
                    <a:cubicBezTo>
                      <a:pt x="13593" y="3601"/>
                      <a:pt x="13588" y="3593"/>
                      <a:pt x="13584" y="3585"/>
                    </a:cubicBezTo>
                    <a:cubicBezTo>
                      <a:pt x="13568" y="3556"/>
                      <a:pt x="13552" y="3529"/>
                      <a:pt x="13536" y="3502"/>
                    </a:cubicBezTo>
                    <a:cubicBezTo>
                      <a:pt x="13529" y="3489"/>
                      <a:pt x="13522" y="3477"/>
                      <a:pt x="13515" y="3464"/>
                    </a:cubicBezTo>
                    <a:cubicBezTo>
                      <a:pt x="13499" y="3437"/>
                      <a:pt x="13483" y="3411"/>
                      <a:pt x="13467" y="3385"/>
                    </a:cubicBezTo>
                    <a:cubicBezTo>
                      <a:pt x="13461" y="3374"/>
                      <a:pt x="13454" y="3364"/>
                      <a:pt x="13447" y="3353"/>
                    </a:cubicBezTo>
                    <a:cubicBezTo>
                      <a:pt x="13418" y="3304"/>
                      <a:pt x="13388" y="3257"/>
                      <a:pt x="13358" y="3209"/>
                    </a:cubicBezTo>
                    <a:cubicBezTo>
                      <a:pt x="13348" y="3195"/>
                      <a:pt x="13338" y="3179"/>
                      <a:pt x="13329" y="3165"/>
                    </a:cubicBezTo>
                    <a:cubicBezTo>
                      <a:pt x="13313" y="3143"/>
                      <a:pt x="13299" y="3120"/>
                      <a:pt x="13283" y="3098"/>
                    </a:cubicBezTo>
                    <a:cubicBezTo>
                      <a:pt x="13272" y="3081"/>
                      <a:pt x="13261" y="3064"/>
                      <a:pt x="13249" y="3046"/>
                    </a:cubicBezTo>
                    <a:cubicBezTo>
                      <a:pt x="13235" y="3025"/>
                      <a:pt x="13219" y="3004"/>
                      <a:pt x="13205" y="2983"/>
                    </a:cubicBezTo>
                    <a:cubicBezTo>
                      <a:pt x="13191" y="2964"/>
                      <a:pt x="13177" y="2945"/>
                      <a:pt x="13163" y="2924"/>
                    </a:cubicBezTo>
                    <a:cubicBezTo>
                      <a:pt x="13144" y="2898"/>
                      <a:pt x="13127" y="2874"/>
                      <a:pt x="13107" y="2849"/>
                    </a:cubicBezTo>
                    <a:cubicBezTo>
                      <a:pt x="13086" y="2821"/>
                      <a:pt x="13066" y="2793"/>
                      <a:pt x="13044" y="2765"/>
                    </a:cubicBezTo>
                    <a:cubicBezTo>
                      <a:pt x="13031" y="2749"/>
                      <a:pt x="13018" y="2731"/>
                      <a:pt x="13004" y="2715"/>
                    </a:cubicBezTo>
                    <a:cubicBezTo>
                      <a:pt x="12987" y="2693"/>
                      <a:pt x="12971" y="2672"/>
                      <a:pt x="12952" y="2651"/>
                    </a:cubicBezTo>
                    <a:cubicBezTo>
                      <a:pt x="12940" y="2633"/>
                      <a:pt x="12925" y="2617"/>
                      <a:pt x="12912" y="2601"/>
                    </a:cubicBezTo>
                    <a:lnTo>
                      <a:pt x="12854" y="2532"/>
                    </a:lnTo>
                    <a:cubicBezTo>
                      <a:pt x="12843" y="2519"/>
                      <a:pt x="12832" y="2504"/>
                      <a:pt x="12820" y="2492"/>
                    </a:cubicBezTo>
                    <a:cubicBezTo>
                      <a:pt x="12791" y="2457"/>
                      <a:pt x="12760" y="2422"/>
                      <a:pt x="12729" y="2388"/>
                    </a:cubicBezTo>
                    <a:lnTo>
                      <a:pt x="12698" y="2353"/>
                    </a:lnTo>
                    <a:cubicBezTo>
                      <a:pt x="12677" y="2328"/>
                      <a:pt x="12653" y="2302"/>
                      <a:pt x="12629" y="2277"/>
                    </a:cubicBezTo>
                    <a:cubicBezTo>
                      <a:pt x="12617" y="2265"/>
                      <a:pt x="12605" y="2251"/>
                      <a:pt x="12592" y="2238"/>
                    </a:cubicBezTo>
                    <a:cubicBezTo>
                      <a:pt x="12569" y="2213"/>
                      <a:pt x="12546" y="2188"/>
                      <a:pt x="12522" y="2164"/>
                    </a:cubicBezTo>
                    <a:cubicBezTo>
                      <a:pt x="12510" y="2152"/>
                      <a:pt x="12500" y="2142"/>
                      <a:pt x="12489" y="2131"/>
                    </a:cubicBezTo>
                    <a:cubicBezTo>
                      <a:pt x="12456" y="2096"/>
                      <a:pt x="12421" y="2063"/>
                      <a:pt x="12386" y="2027"/>
                    </a:cubicBezTo>
                    <a:cubicBezTo>
                      <a:pt x="12379" y="2021"/>
                      <a:pt x="12373" y="2014"/>
                      <a:pt x="12367" y="2009"/>
                    </a:cubicBezTo>
                    <a:lnTo>
                      <a:pt x="12277" y="1924"/>
                    </a:lnTo>
                    <a:cubicBezTo>
                      <a:pt x="12266" y="1914"/>
                      <a:pt x="12254" y="1903"/>
                      <a:pt x="12243" y="1892"/>
                    </a:cubicBezTo>
                    <a:cubicBezTo>
                      <a:pt x="12215" y="1868"/>
                      <a:pt x="12189" y="1843"/>
                      <a:pt x="12163" y="1820"/>
                    </a:cubicBezTo>
                    <a:cubicBezTo>
                      <a:pt x="12151" y="1810"/>
                      <a:pt x="12141" y="1800"/>
                      <a:pt x="12130" y="1790"/>
                    </a:cubicBezTo>
                    <a:cubicBezTo>
                      <a:pt x="12091" y="1756"/>
                      <a:pt x="12054" y="1724"/>
                      <a:pt x="12016" y="1692"/>
                    </a:cubicBezTo>
                    <a:cubicBezTo>
                      <a:pt x="11969" y="1652"/>
                      <a:pt x="11921" y="1614"/>
                      <a:pt x="11874" y="1574"/>
                    </a:cubicBezTo>
                    <a:cubicBezTo>
                      <a:pt x="11858" y="1563"/>
                      <a:pt x="11844" y="1552"/>
                      <a:pt x="11828" y="1538"/>
                    </a:cubicBezTo>
                    <a:cubicBezTo>
                      <a:pt x="11795" y="1513"/>
                      <a:pt x="11761" y="1486"/>
                      <a:pt x="11728" y="1460"/>
                    </a:cubicBezTo>
                    <a:cubicBezTo>
                      <a:pt x="11711" y="1446"/>
                      <a:pt x="11693" y="1434"/>
                      <a:pt x="11677" y="1421"/>
                    </a:cubicBezTo>
                    <a:cubicBezTo>
                      <a:pt x="11643" y="1397"/>
                      <a:pt x="11611" y="1372"/>
                      <a:pt x="11577" y="1347"/>
                    </a:cubicBezTo>
                    <a:cubicBezTo>
                      <a:pt x="11560" y="1336"/>
                      <a:pt x="11544" y="1325"/>
                      <a:pt x="11528" y="1311"/>
                    </a:cubicBezTo>
                    <a:cubicBezTo>
                      <a:pt x="11487" y="1281"/>
                      <a:pt x="11445" y="1253"/>
                      <a:pt x="11403" y="1225"/>
                    </a:cubicBezTo>
                    <a:cubicBezTo>
                      <a:pt x="11395" y="1219"/>
                      <a:pt x="11388" y="1213"/>
                      <a:pt x="11379" y="1208"/>
                    </a:cubicBezTo>
                    <a:cubicBezTo>
                      <a:pt x="11331" y="1175"/>
                      <a:pt x="11281" y="1142"/>
                      <a:pt x="11232" y="1111"/>
                    </a:cubicBezTo>
                    <a:cubicBezTo>
                      <a:pt x="11214" y="1101"/>
                      <a:pt x="11199" y="1090"/>
                      <a:pt x="11182" y="1080"/>
                    </a:cubicBezTo>
                    <a:cubicBezTo>
                      <a:pt x="11147" y="1058"/>
                      <a:pt x="11114" y="1038"/>
                      <a:pt x="11079" y="1017"/>
                    </a:cubicBezTo>
                    <a:lnTo>
                      <a:pt x="11021" y="982"/>
                    </a:lnTo>
                    <a:cubicBezTo>
                      <a:pt x="10988" y="963"/>
                      <a:pt x="10956" y="945"/>
                      <a:pt x="10924" y="925"/>
                    </a:cubicBezTo>
                    <a:cubicBezTo>
                      <a:pt x="10905" y="914"/>
                      <a:pt x="10885" y="904"/>
                      <a:pt x="10864" y="892"/>
                    </a:cubicBezTo>
                    <a:cubicBezTo>
                      <a:pt x="10828" y="872"/>
                      <a:pt x="10792" y="852"/>
                      <a:pt x="10755" y="832"/>
                    </a:cubicBezTo>
                    <a:cubicBezTo>
                      <a:pt x="10740" y="825"/>
                      <a:pt x="10724" y="816"/>
                      <a:pt x="10709" y="809"/>
                    </a:cubicBezTo>
                    <a:cubicBezTo>
                      <a:pt x="10658" y="783"/>
                      <a:pt x="10608" y="757"/>
                      <a:pt x="10558" y="732"/>
                    </a:cubicBezTo>
                    <a:cubicBezTo>
                      <a:pt x="10538" y="723"/>
                      <a:pt x="10519" y="714"/>
                      <a:pt x="10500" y="703"/>
                    </a:cubicBezTo>
                    <a:cubicBezTo>
                      <a:pt x="10466" y="688"/>
                      <a:pt x="10434" y="671"/>
                      <a:pt x="10400" y="657"/>
                    </a:cubicBezTo>
                    <a:cubicBezTo>
                      <a:pt x="10377" y="647"/>
                      <a:pt x="10354" y="636"/>
                      <a:pt x="10332" y="626"/>
                    </a:cubicBezTo>
                    <a:cubicBezTo>
                      <a:pt x="10302" y="614"/>
                      <a:pt x="10271" y="599"/>
                      <a:pt x="10242" y="587"/>
                    </a:cubicBezTo>
                    <a:cubicBezTo>
                      <a:pt x="10218" y="576"/>
                      <a:pt x="10194" y="566"/>
                      <a:pt x="10171" y="556"/>
                    </a:cubicBezTo>
                    <a:lnTo>
                      <a:pt x="10078" y="517"/>
                    </a:lnTo>
                    <a:cubicBezTo>
                      <a:pt x="10054" y="507"/>
                      <a:pt x="10033" y="499"/>
                      <a:pt x="10010" y="490"/>
                    </a:cubicBezTo>
                    <a:cubicBezTo>
                      <a:pt x="9960" y="470"/>
                      <a:pt x="9910" y="451"/>
                      <a:pt x="9860" y="433"/>
                    </a:cubicBezTo>
                    <a:cubicBezTo>
                      <a:pt x="9835" y="424"/>
                      <a:pt x="9811" y="417"/>
                      <a:pt x="9786" y="407"/>
                    </a:cubicBezTo>
                    <a:cubicBezTo>
                      <a:pt x="9758" y="397"/>
                      <a:pt x="9728" y="387"/>
                      <a:pt x="9700" y="377"/>
                    </a:cubicBezTo>
                    <a:cubicBezTo>
                      <a:pt x="9672" y="368"/>
                      <a:pt x="9646" y="360"/>
                      <a:pt x="9618" y="350"/>
                    </a:cubicBezTo>
                    <a:cubicBezTo>
                      <a:pt x="9592" y="341"/>
                      <a:pt x="9564" y="334"/>
                      <a:pt x="9538" y="325"/>
                    </a:cubicBezTo>
                    <a:cubicBezTo>
                      <a:pt x="9510" y="315"/>
                      <a:pt x="9482" y="306"/>
                      <a:pt x="9454" y="299"/>
                    </a:cubicBezTo>
                    <a:cubicBezTo>
                      <a:pt x="9428" y="291"/>
                      <a:pt x="9402" y="283"/>
                      <a:pt x="9377" y="277"/>
                    </a:cubicBezTo>
                    <a:cubicBezTo>
                      <a:pt x="9347" y="269"/>
                      <a:pt x="9319" y="260"/>
                      <a:pt x="9290" y="252"/>
                    </a:cubicBezTo>
                    <a:cubicBezTo>
                      <a:pt x="9265" y="246"/>
                      <a:pt x="9242" y="239"/>
                      <a:pt x="9217" y="233"/>
                    </a:cubicBezTo>
                    <a:cubicBezTo>
                      <a:pt x="9161" y="218"/>
                      <a:pt x="9104" y="205"/>
                      <a:pt x="9048" y="191"/>
                    </a:cubicBezTo>
                    <a:cubicBezTo>
                      <a:pt x="9026" y="185"/>
                      <a:pt x="9005" y="180"/>
                      <a:pt x="8981" y="175"/>
                    </a:cubicBezTo>
                    <a:cubicBezTo>
                      <a:pt x="8949" y="167"/>
                      <a:pt x="8917" y="161"/>
                      <a:pt x="8885" y="154"/>
                    </a:cubicBezTo>
                    <a:cubicBezTo>
                      <a:pt x="8862" y="149"/>
                      <a:pt x="8841" y="145"/>
                      <a:pt x="8819" y="140"/>
                    </a:cubicBezTo>
                    <a:cubicBezTo>
                      <a:pt x="8787" y="134"/>
                      <a:pt x="8753" y="128"/>
                      <a:pt x="8721" y="120"/>
                    </a:cubicBezTo>
                    <a:cubicBezTo>
                      <a:pt x="8700" y="117"/>
                      <a:pt x="8680" y="113"/>
                      <a:pt x="8658" y="109"/>
                    </a:cubicBezTo>
                    <a:cubicBezTo>
                      <a:pt x="8624" y="103"/>
                      <a:pt x="8589" y="98"/>
                      <a:pt x="8556" y="91"/>
                    </a:cubicBezTo>
                    <a:cubicBezTo>
                      <a:pt x="8541" y="88"/>
                      <a:pt x="8527" y="87"/>
                      <a:pt x="8514" y="84"/>
                    </a:cubicBezTo>
                    <a:cubicBezTo>
                      <a:pt x="8438" y="73"/>
                      <a:pt x="8364" y="63"/>
                      <a:pt x="8289" y="53"/>
                    </a:cubicBezTo>
                    <a:cubicBezTo>
                      <a:pt x="8276" y="52"/>
                      <a:pt x="8263" y="50"/>
                      <a:pt x="8250" y="48"/>
                    </a:cubicBezTo>
                    <a:lnTo>
                      <a:pt x="8142" y="37"/>
                    </a:lnTo>
                    <a:cubicBezTo>
                      <a:pt x="8123" y="36"/>
                      <a:pt x="8106" y="33"/>
                      <a:pt x="8086" y="32"/>
                    </a:cubicBezTo>
                    <a:cubicBezTo>
                      <a:pt x="8050" y="27"/>
                      <a:pt x="8015" y="25"/>
                      <a:pt x="7979" y="22"/>
                    </a:cubicBezTo>
                    <a:lnTo>
                      <a:pt x="7925" y="19"/>
                    </a:lnTo>
                    <a:cubicBezTo>
                      <a:pt x="7887" y="16"/>
                      <a:pt x="7851" y="14"/>
                      <a:pt x="7814" y="11"/>
                    </a:cubicBezTo>
                    <a:cubicBezTo>
                      <a:pt x="7802" y="11"/>
                      <a:pt x="7791" y="10"/>
                      <a:pt x="7778" y="10"/>
                    </a:cubicBezTo>
                    <a:cubicBezTo>
                      <a:pt x="7689" y="6"/>
                      <a:pt x="7601" y="2"/>
                      <a:pt x="7512" y="1"/>
                    </a:cubicBezTo>
                    <a:lnTo>
                      <a:pt x="7510" y="1"/>
                    </a:lnTo>
                    <a:cubicBezTo>
                      <a:pt x="7482" y="0"/>
                      <a:pt x="7454" y="0"/>
                      <a:pt x="742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5" name="Google Shape;6685;p84"/>
              <p:cNvGrpSpPr/>
              <p:nvPr/>
            </p:nvGrpSpPr>
            <p:grpSpPr>
              <a:xfrm>
                <a:off x="-2755275" y="2288138"/>
                <a:ext cx="365275" cy="354875"/>
                <a:chOff x="-2755275" y="1020175"/>
                <a:chExt cx="365275" cy="354875"/>
              </a:xfrm>
            </p:grpSpPr>
            <p:sp>
              <p:nvSpPr>
                <p:cNvPr id="6686" name="Google Shape;6686;p84"/>
                <p:cNvSpPr/>
                <p:nvPr/>
              </p:nvSpPr>
              <p:spPr>
                <a:xfrm>
                  <a:off x="-2755275" y="1020300"/>
                  <a:ext cx="365275" cy="354750"/>
                </a:xfrm>
                <a:custGeom>
                  <a:rect b="b" l="l" r="r" t="t"/>
                  <a:pathLst>
                    <a:path extrusionOk="0" h="14190" w="14611">
                      <a:moveTo>
                        <a:pt x="7309" y="1"/>
                      </a:moveTo>
                      <a:cubicBezTo>
                        <a:pt x="6963" y="1"/>
                        <a:pt x="6616" y="26"/>
                        <a:pt x="6269" y="77"/>
                      </a:cubicBezTo>
                      <a:cubicBezTo>
                        <a:pt x="4405" y="353"/>
                        <a:pt x="2726" y="1356"/>
                        <a:pt x="1602" y="2867"/>
                      </a:cubicBezTo>
                      <a:cubicBezTo>
                        <a:pt x="477" y="4378"/>
                        <a:pt x="0" y="6273"/>
                        <a:pt x="275" y="8134"/>
                      </a:cubicBezTo>
                      <a:cubicBezTo>
                        <a:pt x="550" y="9995"/>
                        <a:pt x="1554" y="11671"/>
                        <a:pt x="3067" y="12792"/>
                      </a:cubicBezTo>
                      <a:cubicBezTo>
                        <a:pt x="4299" y="13705"/>
                        <a:pt x="5786" y="14190"/>
                        <a:pt x="7303" y="14190"/>
                      </a:cubicBezTo>
                      <a:cubicBezTo>
                        <a:pt x="7649" y="14190"/>
                        <a:pt x="7996" y="14165"/>
                        <a:pt x="8342" y="14114"/>
                      </a:cubicBezTo>
                      <a:cubicBezTo>
                        <a:pt x="10206" y="13838"/>
                        <a:pt x="11885" y="12834"/>
                        <a:pt x="13009" y="11323"/>
                      </a:cubicBezTo>
                      <a:cubicBezTo>
                        <a:pt x="14134" y="9813"/>
                        <a:pt x="14611" y="7919"/>
                        <a:pt x="14336" y="6057"/>
                      </a:cubicBezTo>
                      <a:cubicBezTo>
                        <a:pt x="14061" y="4196"/>
                        <a:pt x="13057" y="2520"/>
                        <a:pt x="11544" y="1399"/>
                      </a:cubicBezTo>
                      <a:cubicBezTo>
                        <a:pt x="10312" y="486"/>
                        <a:pt x="8826" y="1"/>
                        <a:pt x="7309" y="1"/>
                      </a:cubicBezTo>
                      <a:close/>
                    </a:path>
                  </a:pathLst>
                </a:custGeom>
                <a:solidFill>
                  <a:srgbClr val="020001">
                    <a:alpha val="8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4"/>
                <p:cNvSpPr/>
                <p:nvPr/>
              </p:nvSpPr>
              <p:spPr>
                <a:xfrm>
                  <a:off x="-2737000" y="1020175"/>
                  <a:ext cx="333050" cy="354175"/>
                </a:xfrm>
                <a:custGeom>
                  <a:rect b="b" l="l" r="r" t="t"/>
                  <a:pathLst>
                    <a:path extrusionOk="0" h="14167" w="13322">
                      <a:moveTo>
                        <a:pt x="6666" y="1"/>
                      </a:moveTo>
                      <a:cubicBezTo>
                        <a:pt x="7261" y="1957"/>
                        <a:pt x="9045" y="4031"/>
                        <a:pt x="8004" y="5732"/>
                      </a:cubicBezTo>
                      <a:cubicBezTo>
                        <a:pt x="7455" y="6679"/>
                        <a:pt x="5887" y="6312"/>
                        <a:pt x="4707" y="6870"/>
                      </a:cubicBezTo>
                      <a:cubicBezTo>
                        <a:pt x="3864" y="7282"/>
                        <a:pt x="2917" y="7215"/>
                        <a:pt x="1977" y="7552"/>
                      </a:cubicBezTo>
                      <a:cubicBezTo>
                        <a:pt x="1852" y="7618"/>
                        <a:pt x="1688" y="7736"/>
                        <a:pt x="1661" y="7875"/>
                      </a:cubicBezTo>
                      <a:cubicBezTo>
                        <a:pt x="1485" y="8790"/>
                        <a:pt x="998" y="9759"/>
                        <a:pt x="1" y="9771"/>
                      </a:cubicBezTo>
                      <a:cubicBezTo>
                        <a:pt x="418" y="10808"/>
                        <a:pt x="1082" y="11755"/>
                        <a:pt x="1978" y="12514"/>
                      </a:cubicBezTo>
                      <a:cubicBezTo>
                        <a:pt x="3132" y="13489"/>
                        <a:pt x="4491" y="14031"/>
                        <a:pt x="5871" y="14166"/>
                      </a:cubicBezTo>
                      <a:cubicBezTo>
                        <a:pt x="5795" y="13857"/>
                        <a:pt x="5741" y="13544"/>
                        <a:pt x="5707" y="13228"/>
                      </a:cubicBezTo>
                      <a:cubicBezTo>
                        <a:pt x="5686" y="13035"/>
                        <a:pt x="5674" y="12840"/>
                        <a:pt x="5666" y="12644"/>
                      </a:cubicBezTo>
                      <a:cubicBezTo>
                        <a:pt x="5454" y="11329"/>
                        <a:pt x="4520" y="10317"/>
                        <a:pt x="3963" y="9106"/>
                      </a:cubicBezTo>
                      <a:cubicBezTo>
                        <a:pt x="3466" y="8021"/>
                        <a:pt x="5191" y="7867"/>
                        <a:pt x="5960" y="7847"/>
                      </a:cubicBezTo>
                      <a:cubicBezTo>
                        <a:pt x="6062" y="7842"/>
                        <a:pt x="6159" y="7839"/>
                        <a:pt x="6250" y="7839"/>
                      </a:cubicBezTo>
                      <a:cubicBezTo>
                        <a:pt x="6432" y="7839"/>
                        <a:pt x="6594" y="7849"/>
                        <a:pt x="6737" y="7868"/>
                      </a:cubicBezTo>
                      <a:cubicBezTo>
                        <a:pt x="7110" y="8043"/>
                        <a:pt x="7463" y="8121"/>
                        <a:pt x="7797" y="8121"/>
                      </a:cubicBezTo>
                      <a:cubicBezTo>
                        <a:pt x="9183" y="8121"/>
                        <a:pt x="10232" y="6778"/>
                        <a:pt x="10965" y="5460"/>
                      </a:cubicBezTo>
                      <a:cubicBezTo>
                        <a:pt x="11079" y="5306"/>
                        <a:pt x="11280" y="5137"/>
                        <a:pt x="11530" y="5112"/>
                      </a:cubicBezTo>
                      <a:cubicBezTo>
                        <a:pt x="11739" y="5045"/>
                        <a:pt x="11958" y="5004"/>
                        <a:pt x="12180" y="4975"/>
                      </a:cubicBezTo>
                      <a:cubicBezTo>
                        <a:pt x="12499" y="4932"/>
                        <a:pt x="12819" y="4911"/>
                        <a:pt x="13140" y="4911"/>
                      </a:cubicBezTo>
                      <a:cubicBezTo>
                        <a:pt x="13200" y="4911"/>
                        <a:pt x="13261" y="4912"/>
                        <a:pt x="13322" y="4913"/>
                      </a:cubicBezTo>
                      <a:cubicBezTo>
                        <a:pt x="12928" y="3688"/>
                        <a:pt x="12203" y="2562"/>
                        <a:pt x="11170" y="1688"/>
                      </a:cubicBezTo>
                      <a:cubicBezTo>
                        <a:pt x="9846" y="569"/>
                        <a:pt x="8251" y="19"/>
                        <a:pt x="66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4"/>
                <p:cNvSpPr/>
                <p:nvPr/>
              </p:nvSpPr>
              <p:spPr>
                <a:xfrm>
                  <a:off x="-2664450" y="1114125"/>
                  <a:ext cx="175325" cy="167025"/>
                </a:xfrm>
                <a:custGeom>
                  <a:rect b="b" l="l" r="r" t="t"/>
                  <a:pathLst>
                    <a:path extrusionOk="0" h="6681" w="7013">
                      <a:moveTo>
                        <a:pt x="3684" y="0"/>
                      </a:moveTo>
                      <a:cubicBezTo>
                        <a:pt x="2827" y="0"/>
                        <a:pt x="1968" y="328"/>
                        <a:pt x="1312" y="984"/>
                      </a:cubicBezTo>
                      <a:cubicBezTo>
                        <a:pt x="5" y="2290"/>
                        <a:pt x="1" y="4406"/>
                        <a:pt x="1302" y="5707"/>
                      </a:cubicBezTo>
                      <a:cubicBezTo>
                        <a:pt x="1926" y="6331"/>
                        <a:pt x="2772" y="6681"/>
                        <a:pt x="3654" y="6681"/>
                      </a:cubicBezTo>
                      <a:cubicBezTo>
                        <a:pt x="3657" y="6681"/>
                        <a:pt x="3660" y="6681"/>
                        <a:pt x="3662" y="6681"/>
                      </a:cubicBezTo>
                      <a:cubicBezTo>
                        <a:pt x="4549" y="6679"/>
                        <a:pt x="5399" y="6326"/>
                        <a:pt x="6026" y="5697"/>
                      </a:cubicBezTo>
                      <a:cubicBezTo>
                        <a:pt x="6654" y="5070"/>
                        <a:pt x="7008" y="4219"/>
                        <a:pt x="7010" y="3334"/>
                      </a:cubicBezTo>
                      <a:cubicBezTo>
                        <a:pt x="7012" y="2447"/>
                        <a:pt x="6661" y="1599"/>
                        <a:pt x="6037" y="974"/>
                      </a:cubicBezTo>
                      <a:cubicBezTo>
                        <a:pt x="5388" y="324"/>
                        <a:pt x="4536" y="0"/>
                        <a:pt x="36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4"/>
                <p:cNvSpPr/>
                <p:nvPr/>
              </p:nvSpPr>
              <p:spPr>
                <a:xfrm>
                  <a:off x="-2591150" y="1181150"/>
                  <a:ext cx="36925" cy="32975"/>
                </a:xfrm>
                <a:custGeom>
                  <a:rect b="b" l="l" r="r" t="t"/>
                  <a:pathLst>
                    <a:path extrusionOk="0" h="1319" w="1477">
                      <a:moveTo>
                        <a:pt x="738" y="0"/>
                      </a:moveTo>
                      <a:cubicBezTo>
                        <a:pt x="326" y="0"/>
                        <a:pt x="1" y="381"/>
                        <a:pt x="96" y="810"/>
                      </a:cubicBezTo>
                      <a:cubicBezTo>
                        <a:pt x="150" y="1052"/>
                        <a:pt x="345" y="1247"/>
                        <a:pt x="588" y="1302"/>
                      </a:cubicBezTo>
                      <a:cubicBezTo>
                        <a:pt x="639" y="1313"/>
                        <a:pt x="689" y="1319"/>
                        <a:pt x="738" y="1319"/>
                      </a:cubicBezTo>
                      <a:cubicBezTo>
                        <a:pt x="1151" y="1319"/>
                        <a:pt x="1476" y="937"/>
                        <a:pt x="1380" y="508"/>
                      </a:cubicBezTo>
                      <a:cubicBezTo>
                        <a:pt x="1327" y="266"/>
                        <a:pt x="1132" y="71"/>
                        <a:pt x="889" y="17"/>
                      </a:cubicBezTo>
                      <a:cubicBezTo>
                        <a:pt x="838" y="6"/>
                        <a:pt x="787" y="0"/>
                        <a:pt x="7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90" name="Google Shape;6690;p84"/>
            <p:cNvGrpSpPr/>
            <p:nvPr/>
          </p:nvGrpSpPr>
          <p:grpSpPr>
            <a:xfrm>
              <a:off x="168951" y="4325990"/>
              <a:ext cx="606934" cy="489723"/>
              <a:chOff x="-1636175" y="409550"/>
              <a:chExt cx="448750" cy="362088"/>
            </a:xfrm>
          </p:grpSpPr>
          <p:sp>
            <p:nvSpPr>
              <p:cNvPr id="6691" name="Google Shape;6691;p84"/>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4"/>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6693" name="Shape 6693"/>
        <p:cNvGrpSpPr/>
        <p:nvPr/>
      </p:nvGrpSpPr>
      <p:grpSpPr>
        <a:xfrm>
          <a:off x="0" y="0"/>
          <a:ext cx="0" cy="0"/>
          <a:chOff x="0" y="0"/>
          <a:chExt cx="0" cy="0"/>
        </a:xfrm>
      </p:grpSpPr>
      <p:sp>
        <p:nvSpPr>
          <p:cNvPr id="6694" name="Google Shape;6694;p85"/>
          <p:cNvSpPr txBox="1"/>
          <p:nvPr>
            <p:ph type="title"/>
          </p:nvPr>
        </p:nvSpPr>
        <p:spPr>
          <a:xfrm>
            <a:off x="3950075" y="657425"/>
            <a:ext cx="4480500" cy="572700"/>
          </a:xfrm>
          <a:prstGeom prst="rect">
            <a:avLst/>
          </a:prstGeom>
        </p:spPr>
        <p:txBody>
          <a:bodyPr anchorCtr="0" anchor="b" bIns="91425" lIns="91425" spcFirstLastPara="1" rIns="91425" wrap="square" tIns="91425">
            <a:noAutofit/>
          </a:bodyPr>
          <a:lstStyle>
            <a:lvl1pPr lvl="0" algn="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6695" name="Google Shape;6695;p85"/>
          <p:cNvSpPr txBox="1"/>
          <p:nvPr>
            <p:ph idx="1" type="subTitle"/>
          </p:nvPr>
        </p:nvSpPr>
        <p:spPr>
          <a:xfrm>
            <a:off x="3950277" y="1153925"/>
            <a:ext cx="4480500" cy="8052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0">
    <p:spTree>
      <p:nvGrpSpPr>
        <p:cNvPr id="6696" name="Shape 6696"/>
        <p:cNvGrpSpPr/>
        <p:nvPr/>
      </p:nvGrpSpPr>
      <p:grpSpPr>
        <a:xfrm>
          <a:off x="0" y="0"/>
          <a:ext cx="0" cy="0"/>
          <a:chOff x="0" y="0"/>
          <a:chExt cx="0" cy="0"/>
        </a:xfrm>
      </p:grpSpPr>
      <p:sp>
        <p:nvSpPr>
          <p:cNvPr id="6697" name="Google Shape;6697;p86"/>
          <p:cNvSpPr txBox="1"/>
          <p:nvPr>
            <p:ph type="title"/>
          </p:nvPr>
        </p:nvSpPr>
        <p:spPr>
          <a:xfrm>
            <a:off x="1742750" y="1500600"/>
            <a:ext cx="5658300" cy="5727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p:txBody>
      </p:sp>
      <p:sp>
        <p:nvSpPr>
          <p:cNvPr id="6698" name="Google Shape;6698;p86"/>
          <p:cNvSpPr txBox="1"/>
          <p:nvPr>
            <p:ph idx="1" type="subTitle"/>
          </p:nvPr>
        </p:nvSpPr>
        <p:spPr>
          <a:xfrm>
            <a:off x="1743004" y="1997100"/>
            <a:ext cx="5658300" cy="1645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6699" name="Google Shape;6699;p86"/>
          <p:cNvGrpSpPr/>
          <p:nvPr/>
        </p:nvGrpSpPr>
        <p:grpSpPr>
          <a:xfrm>
            <a:off x="98044" y="66560"/>
            <a:ext cx="8793528" cy="4949669"/>
            <a:chOff x="98044" y="66560"/>
            <a:chExt cx="8793528" cy="4949669"/>
          </a:xfrm>
        </p:grpSpPr>
        <p:grpSp>
          <p:nvGrpSpPr>
            <p:cNvPr id="6700" name="Google Shape;6700;p86"/>
            <p:cNvGrpSpPr/>
            <p:nvPr/>
          </p:nvGrpSpPr>
          <p:grpSpPr>
            <a:xfrm>
              <a:off x="8380040" y="66560"/>
              <a:ext cx="261189" cy="248344"/>
              <a:chOff x="5164484" y="526738"/>
              <a:chExt cx="133266" cy="126713"/>
            </a:xfrm>
          </p:grpSpPr>
          <p:sp>
            <p:nvSpPr>
              <p:cNvPr id="6701" name="Google Shape;6701;p86"/>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6"/>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86"/>
            <p:cNvGrpSpPr/>
            <p:nvPr/>
          </p:nvGrpSpPr>
          <p:grpSpPr>
            <a:xfrm>
              <a:off x="171328" y="4705120"/>
              <a:ext cx="311019" cy="311110"/>
              <a:chOff x="5038846" y="235350"/>
              <a:chExt cx="158691" cy="158738"/>
            </a:xfrm>
          </p:grpSpPr>
          <p:sp>
            <p:nvSpPr>
              <p:cNvPr id="6704" name="Google Shape;6704;p86"/>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6"/>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6" name="Google Shape;6706;p86"/>
            <p:cNvGrpSpPr/>
            <p:nvPr/>
          </p:nvGrpSpPr>
          <p:grpSpPr>
            <a:xfrm>
              <a:off x="8705774" y="1212033"/>
              <a:ext cx="185799" cy="185799"/>
              <a:chOff x="5035425" y="2779450"/>
              <a:chExt cx="94800" cy="94800"/>
            </a:xfrm>
          </p:grpSpPr>
          <p:sp>
            <p:nvSpPr>
              <p:cNvPr id="6707" name="Google Shape;6707;p86"/>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6"/>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9" name="Google Shape;6709;p86"/>
            <p:cNvGrpSpPr/>
            <p:nvPr/>
          </p:nvGrpSpPr>
          <p:grpSpPr>
            <a:xfrm rot="5400000">
              <a:off x="987026" y="4194732"/>
              <a:ext cx="547679" cy="1095289"/>
              <a:chOff x="2882200" y="374525"/>
              <a:chExt cx="402025" cy="804000"/>
            </a:xfrm>
          </p:grpSpPr>
          <p:sp>
            <p:nvSpPr>
              <p:cNvPr id="6710" name="Google Shape;6710;p86"/>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6"/>
              <p:cNvSpPr/>
              <p:nvPr/>
            </p:nvSpPr>
            <p:spPr>
              <a:xfrm>
                <a:off x="2882200" y="374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6"/>
              <p:cNvSpPr/>
              <p:nvPr/>
            </p:nvSpPr>
            <p:spPr>
              <a:xfrm>
                <a:off x="3083200" y="374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6"/>
              <p:cNvSpPr/>
              <p:nvPr/>
            </p:nvSpPr>
            <p:spPr>
              <a:xfrm flipH="1">
                <a:off x="3083200" y="575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6"/>
              <p:cNvSpPr/>
              <p:nvPr/>
            </p:nvSpPr>
            <p:spPr>
              <a:xfrm flipH="1">
                <a:off x="2882200" y="575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6"/>
              <p:cNvSpPr/>
              <p:nvPr/>
            </p:nvSpPr>
            <p:spPr>
              <a:xfrm>
                <a:off x="2882200" y="776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6"/>
              <p:cNvSpPr/>
              <p:nvPr/>
            </p:nvSpPr>
            <p:spPr>
              <a:xfrm>
                <a:off x="3083200" y="776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6"/>
              <p:cNvSpPr/>
              <p:nvPr/>
            </p:nvSpPr>
            <p:spPr>
              <a:xfrm flipH="1">
                <a:off x="3083200" y="977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6"/>
              <p:cNvSpPr/>
              <p:nvPr/>
            </p:nvSpPr>
            <p:spPr>
              <a:xfrm flipH="1">
                <a:off x="2882200" y="977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86"/>
            <p:cNvGrpSpPr/>
            <p:nvPr/>
          </p:nvGrpSpPr>
          <p:grpSpPr>
            <a:xfrm>
              <a:off x="8314545" y="3926985"/>
              <a:ext cx="500560" cy="472885"/>
              <a:chOff x="-1174275" y="581450"/>
              <a:chExt cx="370100" cy="349638"/>
            </a:xfrm>
          </p:grpSpPr>
          <p:sp>
            <p:nvSpPr>
              <p:cNvPr id="6720" name="Google Shape;6720;p86"/>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6"/>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2" name="Google Shape;6722;p86"/>
            <p:cNvGrpSpPr/>
            <p:nvPr/>
          </p:nvGrpSpPr>
          <p:grpSpPr>
            <a:xfrm rot="-709923">
              <a:off x="172031" y="3454225"/>
              <a:ext cx="835778" cy="808278"/>
              <a:chOff x="-4685648" y="4235468"/>
              <a:chExt cx="778251" cy="752644"/>
            </a:xfrm>
          </p:grpSpPr>
          <p:sp>
            <p:nvSpPr>
              <p:cNvPr id="6723" name="Google Shape;6723;p86"/>
              <p:cNvSpPr/>
              <p:nvPr/>
            </p:nvSpPr>
            <p:spPr>
              <a:xfrm>
                <a:off x="-4685648" y="4235519"/>
                <a:ext cx="772057" cy="752339"/>
              </a:xfrm>
              <a:custGeom>
                <a:rect b="b" l="l" r="r" t="t"/>
                <a:pathLst>
                  <a:path extrusionOk="0" h="7402" w="7596">
                    <a:moveTo>
                      <a:pt x="772" y="5598"/>
                    </a:moveTo>
                    <a:lnTo>
                      <a:pt x="772" y="5627"/>
                    </a:lnTo>
                    <a:lnTo>
                      <a:pt x="772" y="6804"/>
                    </a:lnTo>
                    <a:lnTo>
                      <a:pt x="772" y="6895"/>
                    </a:lnTo>
                    <a:cubicBezTo>
                      <a:pt x="414" y="6895"/>
                      <a:pt x="124" y="6604"/>
                      <a:pt x="124" y="6247"/>
                    </a:cubicBezTo>
                    <a:cubicBezTo>
                      <a:pt x="124" y="5890"/>
                      <a:pt x="414" y="5598"/>
                      <a:pt x="772" y="5598"/>
                    </a:cubicBezTo>
                    <a:close/>
                    <a:moveTo>
                      <a:pt x="1954" y="1"/>
                    </a:moveTo>
                    <a:cubicBezTo>
                      <a:pt x="1806" y="1"/>
                      <a:pt x="1682" y="98"/>
                      <a:pt x="1640" y="231"/>
                    </a:cubicBezTo>
                    <a:lnTo>
                      <a:pt x="1135" y="231"/>
                    </a:lnTo>
                    <a:cubicBezTo>
                      <a:pt x="934" y="231"/>
                      <a:pt x="772" y="393"/>
                      <a:pt x="772" y="594"/>
                    </a:cubicBezTo>
                    <a:lnTo>
                      <a:pt x="772" y="759"/>
                    </a:lnTo>
                    <a:lnTo>
                      <a:pt x="772" y="934"/>
                    </a:lnTo>
                    <a:lnTo>
                      <a:pt x="772" y="1274"/>
                    </a:lnTo>
                    <a:lnTo>
                      <a:pt x="772" y="2450"/>
                    </a:lnTo>
                    <a:lnTo>
                      <a:pt x="772" y="3698"/>
                    </a:lnTo>
                    <a:lnTo>
                      <a:pt x="772" y="4379"/>
                    </a:lnTo>
                    <a:lnTo>
                      <a:pt x="772" y="5478"/>
                    </a:lnTo>
                    <a:cubicBezTo>
                      <a:pt x="346" y="5478"/>
                      <a:pt x="0" y="5823"/>
                      <a:pt x="0" y="6248"/>
                    </a:cubicBezTo>
                    <a:cubicBezTo>
                      <a:pt x="0" y="6672"/>
                      <a:pt x="346" y="7017"/>
                      <a:pt x="772" y="7017"/>
                    </a:cubicBezTo>
                    <a:lnTo>
                      <a:pt x="772" y="7087"/>
                    </a:lnTo>
                    <a:cubicBezTo>
                      <a:pt x="772" y="7262"/>
                      <a:pt x="912" y="7401"/>
                      <a:pt x="1085" y="7401"/>
                    </a:cubicBezTo>
                    <a:lnTo>
                      <a:pt x="5435" y="7401"/>
                    </a:lnTo>
                    <a:cubicBezTo>
                      <a:pt x="5608" y="7401"/>
                      <a:pt x="5748" y="7260"/>
                      <a:pt x="5748" y="7087"/>
                    </a:cubicBezTo>
                    <a:lnTo>
                      <a:pt x="5748" y="5639"/>
                    </a:lnTo>
                    <a:lnTo>
                      <a:pt x="5748" y="5420"/>
                    </a:lnTo>
                    <a:cubicBezTo>
                      <a:pt x="5881" y="5378"/>
                      <a:pt x="5978" y="5253"/>
                      <a:pt x="5978" y="5106"/>
                    </a:cubicBezTo>
                    <a:lnTo>
                      <a:pt x="5978" y="4941"/>
                    </a:lnTo>
                    <a:cubicBezTo>
                      <a:pt x="5978" y="4793"/>
                      <a:pt x="5881" y="4669"/>
                      <a:pt x="5748" y="4627"/>
                    </a:cubicBezTo>
                    <a:lnTo>
                      <a:pt x="5748" y="4346"/>
                    </a:lnTo>
                    <a:cubicBezTo>
                      <a:pt x="5881" y="4305"/>
                      <a:pt x="5978" y="4179"/>
                      <a:pt x="5978" y="4033"/>
                    </a:cubicBezTo>
                    <a:lnTo>
                      <a:pt x="5978" y="3868"/>
                    </a:lnTo>
                    <a:cubicBezTo>
                      <a:pt x="5978" y="3720"/>
                      <a:pt x="5881" y="3596"/>
                      <a:pt x="5748" y="3554"/>
                    </a:cubicBezTo>
                    <a:lnTo>
                      <a:pt x="5748" y="3332"/>
                    </a:lnTo>
                    <a:lnTo>
                      <a:pt x="5748" y="3063"/>
                    </a:lnTo>
                    <a:lnTo>
                      <a:pt x="6329" y="2698"/>
                    </a:lnTo>
                    <a:cubicBezTo>
                      <a:pt x="6345" y="2728"/>
                      <a:pt x="6376" y="2744"/>
                      <a:pt x="6407" y="2744"/>
                    </a:cubicBezTo>
                    <a:cubicBezTo>
                      <a:pt x="6412" y="2744"/>
                      <a:pt x="6417" y="2744"/>
                      <a:pt x="6422" y="2743"/>
                    </a:cubicBezTo>
                    <a:cubicBezTo>
                      <a:pt x="6577" y="2717"/>
                      <a:pt x="7031" y="2623"/>
                      <a:pt x="7419" y="2335"/>
                    </a:cubicBezTo>
                    <a:cubicBezTo>
                      <a:pt x="7497" y="2277"/>
                      <a:pt x="7550" y="2198"/>
                      <a:pt x="7576" y="2112"/>
                    </a:cubicBezTo>
                    <a:lnTo>
                      <a:pt x="7576" y="2113"/>
                    </a:lnTo>
                    <a:cubicBezTo>
                      <a:pt x="7584" y="2089"/>
                      <a:pt x="7589" y="2067"/>
                      <a:pt x="7591" y="2042"/>
                    </a:cubicBezTo>
                    <a:lnTo>
                      <a:pt x="7591" y="2041"/>
                    </a:lnTo>
                    <a:lnTo>
                      <a:pt x="7596" y="2002"/>
                    </a:lnTo>
                    <a:lnTo>
                      <a:pt x="7596" y="1996"/>
                    </a:lnTo>
                    <a:lnTo>
                      <a:pt x="7596" y="1957"/>
                    </a:lnTo>
                    <a:lnTo>
                      <a:pt x="7596" y="1954"/>
                    </a:lnTo>
                    <a:lnTo>
                      <a:pt x="7591" y="1916"/>
                    </a:lnTo>
                    <a:lnTo>
                      <a:pt x="7591" y="1912"/>
                    </a:lnTo>
                    <a:lnTo>
                      <a:pt x="7584" y="1873"/>
                    </a:lnTo>
                    <a:cubicBezTo>
                      <a:pt x="7584" y="1872"/>
                      <a:pt x="7583" y="1871"/>
                      <a:pt x="7583" y="1868"/>
                    </a:cubicBezTo>
                    <a:cubicBezTo>
                      <a:pt x="7575" y="1841"/>
                      <a:pt x="7566" y="1815"/>
                      <a:pt x="7553" y="1790"/>
                    </a:cubicBezTo>
                    <a:cubicBezTo>
                      <a:pt x="7553" y="1789"/>
                      <a:pt x="7552" y="1788"/>
                      <a:pt x="7552" y="1788"/>
                    </a:cubicBezTo>
                    <a:cubicBezTo>
                      <a:pt x="7545" y="1775"/>
                      <a:pt x="7539" y="1763"/>
                      <a:pt x="7532" y="1752"/>
                    </a:cubicBezTo>
                    <a:cubicBezTo>
                      <a:pt x="7529" y="1751"/>
                      <a:pt x="7529" y="1749"/>
                      <a:pt x="7528" y="1748"/>
                    </a:cubicBezTo>
                    <a:cubicBezTo>
                      <a:pt x="7521" y="1737"/>
                      <a:pt x="7513" y="1723"/>
                      <a:pt x="7504" y="1713"/>
                    </a:cubicBezTo>
                    <a:cubicBezTo>
                      <a:pt x="7419" y="1605"/>
                      <a:pt x="7289" y="1547"/>
                      <a:pt x="7158" y="1547"/>
                    </a:cubicBezTo>
                    <a:cubicBezTo>
                      <a:pt x="7117" y="1547"/>
                      <a:pt x="7075" y="1553"/>
                      <a:pt x="7034" y="1565"/>
                    </a:cubicBezTo>
                    <a:cubicBezTo>
                      <a:pt x="6991" y="1578"/>
                      <a:pt x="6948" y="1597"/>
                      <a:pt x="6908" y="1624"/>
                    </a:cubicBezTo>
                    <a:cubicBezTo>
                      <a:pt x="6907" y="1625"/>
                      <a:pt x="6904" y="1627"/>
                      <a:pt x="6903" y="1628"/>
                    </a:cubicBezTo>
                    <a:cubicBezTo>
                      <a:pt x="6895" y="1633"/>
                      <a:pt x="6889" y="1638"/>
                      <a:pt x="6882" y="1645"/>
                    </a:cubicBezTo>
                    <a:cubicBezTo>
                      <a:pt x="6878" y="1648"/>
                      <a:pt x="6876" y="1650"/>
                      <a:pt x="6873" y="1653"/>
                    </a:cubicBezTo>
                    <a:cubicBezTo>
                      <a:pt x="6867" y="1658"/>
                      <a:pt x="6862" y="1663"/>
                      <a:pt x="6857" y="1668"/>
                    </a:cubicBezTo>
                    <a:lnTo>
                      <a:pt x="6848" y="1676"/>
                    </a:lnTo>
                    <a:cubicBezTo>
                      <a:pt x="6841" y="1684"/>
                      <a:pt x="6833" y="1691"/>
                      <a:pt x="6827" y="1699"/>
                    </a:cubicBezTo>
                    <a:cubicBezTo>
                      <a:pt x="6826" y="1700"/>
                      <a:pt x="6825" y="1702"/>
                      <a:pt x="6823" y="1705"/>
                    </a:cubicBezTo>
                    <a:cubicBezTo>
                      <a:pt x="6817" y="1711"/>
                      <a:pt x="6811" y="1718"/>
                      <a:pt x="6806" y="1725"/>
                    </a:cubicBezTo>
                    <a:cubicBezTo>
                      <a:pt x="6805" y="1727"/>
                      <a:pt x="6802" y="1730"/>
                      <a:pt x="6801" y="1732"/>
                    </a:cubicBezTo>
                    <a:lnTo>
                      <a:pt x="6785" y="1756"/>
                    </a:lnTo>
                    <a:cubicBezTo>
                      <a:pt x="6784" y="1757"/>
                      <a:pt x="6783" y="1758"/>
                      <a:pt x="6783" y="1761"/>
                    </a:cubicBezTo>
                    <a:cubicBezTo>
                      <a:pt x="6778" y="1770"/>
                      <a:pt x="6773" y="1780"/>
                      <a:pt x="6768" y="1789"/>
                    </a:cubicBezTo>
                    <a:lnTo>
                      <a:pt x="6764" y="1797"/>
                    </a:lnTo>
                    <a:cubicBezTo>
                      <a:pt x="6760" y="1804"/>
                      <a:pt x="6758" y="1811"/>
                      <a:pt x="6754" y="1819"/>
                    </a:cubicBezTo>
                    <a:cubicBezTo>
                      <a:pt x="6753" y="1823"/>
                      <a:pt x="6752" y="1825"/>
                      <a:pt x="6750" y="1829"/>
                    </a:cubicBezTo>
                    <a:lnTo>
                      <a:pt x="6743" y="1852"/>
                    </a:lnTo>
                    <a:lnTo>
                      <a:pt x="6739" y="1868"/>
                    </a:lnTo>
                    <a:cubicBezTo>
                      <a:pt x="6738" y="1875"/>
                      <a:pt x="6735" y="1880"/>
                      <a:pt x="6734" y="1886"/>
                    </a:cubicBezTo>
                    <a:cubicBezTo>
                      <a:pt x="6733" y="1891"/>
                      <a:pt x="6732" y="1898"/>
                      <a:pt x="6730" y="1903"/>
                    </a:cubicBezTo>
                    <a:cubicBezTo>
                      <a:pt x="6729" y="1907"/>
                      <a:pt x="6729" y="1911"/>
                      <a:pt x="6729" y="1914"/>
                    </a:cubicBezTo>
                    <a:cubicBezTo>
                      <a:pt x="6717" y="1989"/>
                      <a:pt x="6723" y="2068"/>
                      <a:pt x="6752" y="2141"/>
                    </a:cubicBezTo>
                    <a:cubicBezTo>
                      <a:pt x="6778" y="2208"/>
                      <a:pt x="6754" y="2285"/>
                      <a:pt x="6697" y="2329"/>
                    </a:cubicBezTo>
                    <a:lnTo>
                      <a:pt x="6361" y="2578"/>
                    </a:lnTo>
                    <a:cubicBezTo>
                      <a:pt x="6329" y="2602"/>
                      <a:pt x="6312" y="2645"/>
                      <a:pt x="6325" y="2682"/>
                    </a:cubicBezTo>
                    <a:cubicBezTo>
                      <a:pt x="6228" y="2718"/>
                      <a:pt x="6035" y="2806"/>
                      <a:pt x="5752" y="3007"/>
                    </a:cubicBezTo>
                    <a:lnTo>
                      <a:pt x="5752" y="2285"/>
                    </a:lnTo>
                    <a:cubicBezTo>
                      <a:pt x="6018" y="2123"/>
                      <a:pt x="6141" y="1955"/>
                      <a:pt x="6193" y="1867"/>
                    </a:cubicBezTo>
                    <a:cubicBezTo>
                      <a:pt x="6206" y="1872"/>
                      <a:pt x="6219" y="1875"/>
                      <a:pt x="6232" y="1875"/>
                    </a:cubicBezTo>
                    <a:cubicBezTo>
                      <a:pt x="6256" y="1875"/>
                      <a:pt x="6279" y="1866"/>
                      <a:pt x="6296" y="1849"/>
                    </a:cubicBezTo>
                    <a:cubicBezTo>
                      <a:pt x="6408" y="1738"/>
                      <a:pt x="6721" y="1396"/>
                      <a:pt x="6869" y="937"/>
                    </a:cubicBezTo>
                    <a:cubicBezTo>
                      <a:pt x="6899" y="844"/>
                      <a:pt x="6897" y="748"/>
                      <a:pt x="6867" y="663"/>
                    </a:cubicBezTo>
                    <a:lnTo>
                      <a:pt x="6867" y="663"/>
                    </a:lnTo>
                    <a:lnTo>
                      <a:pt x="6868" y="664"/>
                    </a:lnTo>
                    <a:cubicBezTo>
                      <a:pt x="6861" y="642"/>
                      <a:pt x="6851" y="619"/>
                      <a:pt x="6840" y="597"/>
                    </a:cubicBezTo>
                    <a:cubicBezTo>
                      <a:pt x="6840" y="597"/>
                      <a:pt x="6840" y="596"/>
                      <a:pt x="6838" y="596"/>
                    </a:cubicBezTo>
                    <a:cubicBezTo>
                      <a:pt x="6832" y="585"/>
                      <a:pt x="6826" y="572"/>
                      <a:pt x="6817" y="562"/>
                    </a:cubicBezTo>
                    <a:cubicBezTo>
                      <a:pt x="6816" y="561"/>
                      <a:pt x="6815" y="559"/>
                      <a:pt x="6814" y="557"/>
                    </a:cubicBezTo>
                    <a:cubicBezTo>
                      <a:pt x="6806" y="547"/>
                      <a:pt x="6799" y="535"/>
                      <a:pt x="6791" y="526"/>
                    </a:cubicBezTo>
                    <a:lnTo>
                      <a:pt x="6790" y="525"/>
                    </a:lnTo>
                    <a:cubicBezTo>
                      <a:pt x="6781" y="515"/>
                      <a:pt x="6773" y="505"/>
                      <a:pt x="6764" y="497"/>
                    </a:cubicBezTo>
                    <a:lnTo>
                      <a:pt x="6761" y="494"/>
                    </a:lnTo>
                    <a:cubicBezTo>
                      <a:pt x="6752" y="485"/>
                      <a:pt x="6742" y="476"/>
                      <a:pt x="6732" y="467"/>
                    </a:cubicBezTo>
                    <a:cubicBezTo>
                      <a:pt x="6730" y="466"/>
                      <a:pt x="6729" y="464"/>
                      <a:pt x="6728" y="464"/>
                    </a:cubicBezTo>
                    <a:cubicBezTo>
                      <a:pt x="6706" y="448"/>
                      <a:pt x="6683" y="431"/>
                      <a:pt x="6657" y="418"/>
                    </a:cubicBezTo>
                    <a:cubicBezTo>
                      <a:pt x="6656" y="418"/>
                      <a:pt x="6656" y="417"/>
                      <a:pt x="6655" y="417"/>
                    </a:cubicBezTo>
                    <a:cubicBezTo>
                      <a:pt x="6642" y="410"/>
                      <a:pt x="6631" y="404"/>
                      <a:pt x="6618" y="399"/>
                    </a:cubicBezTo>
                    <a:cubicBezTo>
                      <a:pt x="6616" y="399"/>
                      <a:pt x="6615" y="397"/>
                      <a:pt x="6614" y="397"/>
                    </a:cubicBezTo>
                    <a:cubicBezTo>
                      <a:pt x="6601" y="392"/>
                      <a:pt x="6587" y="387"/>
                      <a:pt x="6573" y="384"/>
                    </a:cubicBezTo>
                    <a:cubicBezTo>
                      <a:pt x="6533" y="372"/>
                      <a:pt x="6493" y="366"/>
                      <a:pt x="6454" y="366"/>
                    </a:cubicBezTo>
                    <a:cubicBezTo>
                      <a:pt x="6318" y="366"/>
                      <a:pt x="6187" y="431"/>
                      <a:pt x="6103" y="538"/>
                    </a:cubicBezTo>
                    <a:cubicBezTo>
                      <a:pt x="6074" y="573"/>
                      <a:pt x="6052" y="614"/>
                      <a:pt x="6036" y="659"/>
                    </a:cubicBezTo>
                    <a:cubicBezTo>
                      <a:pt x="6035" y="662"/>
                      <a:pt x="6035" y="663"/>
                      <a:pt x="6035" y="665"/>
                    </a:cubicBezTo>
                    <a:cubicBezTo>
                      <a:pt x="6032" y="675"/>
                      <a:pt x="6030" y="682"/>
                      <a:pt x="6027" y="691"/>
                    </a:cubicBezTo>
                    <a:cubicBezTo>
                      <a:pt x="6026" y="695"/>
                      <a:pt x="6025" y="699"/>
                      <a:pt x="6025" y="702"/>
                    </a:cubicBezTo>
                    <a:cubicBezTo>
                      <a:pt x="6023" y="711"/>
                      <a:pt x="6021" y="719"/>
                      <a:pt x="6020" y="726"/>
                    </a:cubicBezTo>
                    <a:cubicBezTo>
                      <a:pt x="6020" y="730"/>
                      <a:pt x="6018" y="732"/>
                      <a:pt x="6018" y="737"/>
                    </a:cubicBezTo>
                    <a:cubicBezTo>
                      <a:pt x="6017" y="747"/>
                      <a:pt x="6016" y="758"/>
                      <a:pt x="6014" y="769"/>
                    </a:cubicBezTo>
                    <a:lnTo>
                      <a:pt x="6014" y="775"/>
                    </a:lnTo>
                    <a:cubicBezTo>
                      <a:pt x="6014" y="784"/>
                      <a:pt x="6012" y="793"/>
                      <a:pt x="6012" y="803"/>
                    </a:cubicBezTo>
                    <a:lnTo>
                      <a:pt x="6012" y="811"/>
                    </a:lnTo>
                    <a:cubicBezTo>
                      <a:pt x="6012" y="820"/>
                      <a:pt x="6012" y="829"/>
                      <a:pt x="6014" y="839"/>
                    </a:cubicBezTo>
                    <a:lnTo>
                      <a:pt x="6014" y="844"/>
                    </a:lnTo>
                    <a:cubicBezTo>
                      <a:pt x="6016" y="854"/>
                      <a:pt x="6017" y="866"/>
                      <a:pt x="6018" y="876"/>
                    </a:cubicBezTo>
                    <a:cubicBezTo>
                      <a:pt x="6018" y="878"/>
                      <a:pt x="6020" y="882"/>
                      <a:pt x="6020" y="885"/>
                    </a:cubicBezTo>
                    <a:cubicBezTo>
                      <a:pt x="6021" y="892"/>
                      <a:pt x="6022" y="901"/>
                      <a:pt x="6025" y="908"/>
                    </a:cubicBezTo>
                    <a:cubicBezTo>
                      <a:pt x="6026" y="912"/>
                      <a:pt x="6026" y="916"/>
                      <a:pt x="6027" y="918"/>
                    </a:cubicBezTo>
                    <a:cubicBezTo>
                      <a:pt x="6030" y="926"/>
                      <a:pt x="6032" y="934"/>
                      <a:pt x="6035" y="943"/>
                    </a:cubicBezTo>
                    <a:cubicBezTo>
                      <a:pt x="6036" y="948"/>
                      <a:pt x="6038" y="953"/>
                      <a:pt x="6040" y="958"/>
                    </a:cubicBezTo>
                    <a:cubicBezTo>
                      <a:pt x="6042" y="965"/>
                      <a:pt x="6043" y="970"/>
                      <a:pt x="6046" y="976"/>
                    </a:cubicBezTo>
                    <a:lnTo>
                      <a:pt x="6054" y="991"/>
                    </a:lnTo>
                    <a:cubicBezTo>
                      <a:pt x="6056" y="996"/>
                      <a:pt x="6058" y="999"/>
                      <a:pt x="6059" y="1002"/>
                    </a:cubicBezTo>
                    <a:cubicBezTo>
                      <a:pt x="6093" y="1071"/>
                      <a:pt x="6145" y="1130"/>
                      <a:pt x="6211" y="1172"/>
                    </a:cubicBezTo>
                    <a:cubicBezTo>
                      <a:pt x="6270" y="1212"/>
                      <a:pt x="6295" y="1288"/>
                      <a:pt x="6274" y="1357"/>
                    </a:cubicBezTo>
                    <a:lnTo>
                      <a:pt x="6146" y="1754"/>
                    </a:lnTo>
                    <a:cubicBezTo>
                      <a:pt x="6135" y="1788"/>
                      <a:pt x="6141" y="1825"/>
                      <a:pt x="6166" y="1851"/>
                    </a:cubicBezTo>
                    <a:lnTo>
                      <a:pt x="5752" y="2178"/>
                    </a:lnTo>
                    <a:lnTo>
                      <a:pt x="5752" y="594"/>
                    </a:lnTo>
                    <a:cubicBezTo>
                      <a:pt x="5752" y="393"/>
                      <a:pt x="5589" y="231"/>
                      <a:pt x="5388" y="231"/>
                    </a:cubicBezTo>
                    <a:lnTo>
                      <a:pt x="3479" y="231"/>
                    </a:lnTo>
                    <a:cubicBezTo>
                      <a:pt x="3438" y="98"/>
                      <a:pt x="3313" y="1"/>
                      <a:pt x="3166" y="1"/>
                    </a:cubicBezTo>
                    <a:lnTo>
                      <a:pt x="3001" y="1"/>
                    </a:lnTo>
                    <a:cubicBezTo>
                      <a:pt x="2853" y="1"/>
                      <a:pt x="2730" y="98"/>
                      <a:pt x="2687" y="231"/>
                    </a:cubicBezTo>
                    <a:lnTo>
                      <a:pt x="2431" y="231"/>
                    </a:lnTo>
                    <a:cubicBezTo>
                      <a:pt x="2390" y="98"/>
                      <a:pt x="2265" y="1"/>
                      <a:pt x="2119"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6"/>
              <p:cNvSpPr/>
              <p:nvPr/>
            </p:nvSpPr>
            <p:spPr>
              <a:xfrm>
                <a:off x="-4138220" y="4418727"/>
                <a:ext cx="84971" cy="67387"/>
              </a:xfrm>
              <a:custGeom>
                <a:rect b="b" l="l" r="r" t="t"/>
                <a:pathLst>
                  <a:path extrusionOk="0" fill="none" h="663" w="836">
                    <a:moveTo>
                      <a:pt x="836" y="1"/>
                    </a:moveTo>
                    <a:cubicBezTo>
                      <a:pt x="836" y="1"/>
                      <a:pt x="705" y="389"/>
                      <a:pt x="0" y="662"/>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6"/>
              <p:cNvSpPr/>
              <p:nvPr/>
            </p:nvSpPr>
            <p:spPr>
              <a:xfrm>
                <a:off x="-4079473" y="4272771"/>
                <a:ext cx="99302" cy="153680"/>
              </a:xfrm>
              <a:custGeom>
                <a:rect b="b" l="l" r="r" t="t"/>
                <a:pathLst>
                  <a:path extrusionOk="0" h="1512" w="977">
                    <a:moveTo>
                      <a:pt x="486" y="0"/>
                    </a:moveTo>
                    <a:cubicBezTo>
                      <a:pt x="305" y="0"/>
                      <a:pt x="132" y="115"/>
                      <a:pt x="69" y="292"/>
                    </a:cubicBezTo>
                    <a:cubicBezTo>
                      <a:pt x="1" y="488"/>
                      <a:pt x="78" y="697"/>
                      <a:pt x="242" y="805"/>
                    </a:cubicBezTo>
                    <a:cubicBezTo>
                      <a:pt x="302" y="845"/>
                      <a:pt x="327" y="921"/>
                      <a:pt x="305" y="990"/>
                    </a:cubicBezTo>
                    <a:lnTo>
                      <a:pt x="177" y="1387"/>
                    </a:lnTo>
                    <a:cubicBezTo>
                      <a:pt x="165" y="1427"/>
                      <a:pt x="176" y="1473"/>
                      <a:pt x="211" y="1495"/>
                    </a:cubicBezTo>
                    <a:cubicBezTo>
                      <a:pt x="227" y="1506"/>
                      <a:pt x="245" y="1512"/>
                      <a:pt x="263" y="1512"/>
                    </a:cubicBezTo>
                    <a:cubicBezTo>
                      <a:pt x="287" y="1512"/>
                      <a:pt x="311" y="1502"/>
                      <a:pt x="327" y="1485"/>
                    </a:cubicBezTo>
                    <a:cubicBezTo>
                      <a:pt x="439" y="1375"/>
                      <a:pt x="751" y="1032"/>
                      <a:pt x="900" y="573"/>
                    </a:cubicBezTo>
                    <a:cubicBezTo>
                      <a:pt x="976" y="339"/>
                      <a:pt x="843" y="87"/>
                      <a:pt x="606" y="18"/>
                    </a:cubicBezTo>
                    <a:cubicBezTo>
                      <a:pt x="566" y="6"/>
                      <a:pt x="526" y="0"/>
                      <a:pt x="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6"/>
              <p:cNvSpPr/>
              <p:nvPr/>
            </p:nvSpPr>
            <p:spPr>
              <a:xfrm>
                <a:off x="-4077745" y="4272872"/>
                <a:ext cx="89646" cy="70741"/>
              </a:xfrm>
              <a:custGeom>
                <a:rect b="b" l="l" r="r" t="t"/>
                <a:pathLst>
                  <a:path extrusionOk="0" h="696" w="882">
                    <a:moveTo>
                      <a:pt x="467" y="0"/>
                    </a:moveTo>
                    <a:cubicBezTo>
                      <a:pt x="286" y="0"/>
                      <a:pt x="114" y="115"/>
                      <a:pt x="51" y="292"/>
                    </a:cubicBezTo>
                    <a:cubicBezTo>
                      <a:pt x="0" y="435"/>
                      <a:pt x="27" y="584"/>
                      <a:pt x="110" y="696"/>
                    </a:cubicBezTo>
                    <a:cubicBezTo>
                      <a:pt x="81" y="607"/>
                      <a:pt x="79" y="507"/>
                      <a:pt x="113" y="411"/>
                    </a:cubicBezTo>
                    <a:cubicBezTo>
                      <a:pt x="175" y="234"/>
                      <a:pt x="348" y="119"/>
                      <a:pt x="528" y="119"/>
                    </a:cubicBezTo>
                    <a:cubicBezTo>
                      <a:pt x="568" y="119"/>
                      <a:pt x="609" y="124"/>
                      <a:pt x="649" y="136"/>
                    </a:cubicBezTo>
                    <a:cubicBezTo>
                      <a:pt x="747" y="166"/>
                      <a:pt x="826" y="225"/>
                      <a:pt x="882" y="301"/>
                    </a:cubicBezTo>
                    <a:cubicBezTo>
                      <a:pt x="837" y="169"/>
                      <a:pt x="732" y="60"/>
                      <a:pt x="588" y="18"/>
                    </a:cubicBezTo>
                    <a:cubicBezTo>
                      <a:pt x="548" y="6"/>
                      <a:pt x="507" y="0"/>
                      <a:pt x="4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6"/>
              <p:cNvSpPr/>
              <p:nvPr/>
            </p:nvSpPr>
            <p:spPr>
              <a:xfrm>
                <a:off x="-4138220" y="4506139"/>
                <a:ext cx="102453" cy="64135"/>
              </a:xfrm>
              <a:custGeom>
                <a:rect b="b" l="l" r="r" t="t"/>
                <a:pathLst>
                  <a:path extrusionOk="0" fill="none" h="631" w="1008">
                    <a:moveTo>
                      <a:pt x="1007" y="0"/>
                    </a:moveTo>
                    <a:cubicBezTo>
                      <a:pt x="1007" y="0"/>
                      <a:pt x="656" y="74"/>
                      <a:pt x="0" y="631"/>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6"/>
              <p:cNvSpPr/>
              <p:nvPr/>
            </p:nvSpPr>
            <p:spPr>
              <a:xfrm>
                <a:off x="-4044712" y="4393012"/>
                <a:ext cx="137316" cy="121866"/>
              </a:xfrm>
              <a:custGeom>
                <a:rect b="b" l="l" r="r" t="t"/>
                <a:pathLst>
                  <a:path extrusionOk="0" h="1199" w="1351">
                    <a:moveTo>
                      <a:pt x="849" y="0"/>
                    </a:moveTo>
                    <a:cubicBezTo>
                      <a:pt x="763" y="0"/>
                      <a:pt x="675" y="26"/>
                      <a:pt x="601" y="78"/>
                    </a:cubicBezTo>
                    <a:cubicBezTo>
                      <a:pt x="430" y="197"/>
                      <a:pt x="371" y="412"/>
                      <a:pt x="442" y="595"/>
                    </a:cubicBezTo>
                    <a:cubicBezTo>
                      <a:pt x="468" y="662"/>
                      <a:pt x="444" y="739"/>
                      <a:pt x="387" y="782"/>
                    </a:cubicBezTo>
                    <a:lnTo>
                      <a:pt x="51" y="1031"/>
                    </a:lnTo>
                    <a:cubicBezTo>
                      <a:pt x="18" y="1055"/>
                      <a:pt x="1" y="1100"/>
                      <a:pt x="15" y="1138"/>
                    </a:cubicBezTo>
                    <a:cubicBezTo>
                      <a:pt x="29" y="1176"/>
                      <a:pt x="64" y="1199"/>
                      <a:pt x="102" y="1199"/>
                    </a:cubicBezTo>
                    <a:cubicBezTo>
                      <a:pt x="107" y="1199"/>
                      <a:pt x="112" y="1199"/>
                      <a:pt x="116" y="1198"/>
                    </a:cubicBezTo>
                    <a:cubicBezTo>
                      <a:pt x="271" y="1172"/>
                      <a:pt x="725" y="1077"/>
                      <a:pt x="1113" y="790"/>
                    </a:cubicBezTo>
                    <a:cubicBezTo>
                      <a:pt x="1311" y="644"/>
                      <a:pt x="1350" y="361"/>
                      <a:pt x="1197" y="167"/>
                    </a:cubicBezTo>
                    <a:cubicBezTo>
                      <a:pt x="1112" y="58"/>
                      <a:pt x="981" y="0"/>
                      <a:pt x="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6"/>
              <p:cNvSpPr/>
              <p:nvPr/>
            </p:nvSpPr>
            <p:spPr>
              <a:xfrm>
                <a:off x="-4002837" y="4393012"/>
                <a:ext cx="91476" cy="57935"/>
              </a:xfrm>
              <a:custGeom>
                <a:rect b="b" l="l" r="r" t="t"/>
                <a:pathLst>
                  <a:path extrusionOk="0" h="570" w="900">
                    <a:moveTo>
                      <a:pt x="437" y="0"/>
                    </a:moveTo>
                    <a:cubicBezTo>
                      <a:pt x="350" y="0"/>
                      <a:pt x="263" y="25"/>
                      <a:pt x="189" y="77"/>
                    </a:cubicBezTo>
                    <a:cubicBezTo>
                      <a:pt x="66" y="164"/>
                      <a:pt x="0" y="301"/>
                      <a:pt x="1" y="440"/>
                    </a:cubicBezTo>
                    <a:cubicBezTo>
                      <a:pt x="29" y="350"/>
                      <a:pt x="86" y="269"/>
                      <a:pt x="170" y="210"/>
                    </a:cubicBezTo>
                    <a:cubicBezTo>
                      <a:pt x="244" y="158"/>
                      <a:pt x="331" y="133"/>
                      <a:pt x="418" y="133"/>
                    </a:cubicBezTo>
                    <a:cubicBezTo>
                      <a:pt x="549" y="133"/>
                      <a:pt x="680" y="191"/>
                      <a:pt x="764" y="299"/>
                    </a:cubicBezTo>
                    <a:cubicBezTo>
                      <a:pt x="827" y="380"/>
                      <a:pt x="858" y="474"/>
                      <a:pt x="858" y="569"/>
                    </a:cubicBezTo>
                    <a:cubicBezTo>
                      <a:pt x="899" y="436"/>
                      <a:pt x="878" y="286"/>
                      <a:pt x="785" y="167"/>
                    </a:cubicBezTo>
                    <a:cubicBezTo>
                      <a:pt x="700" y="58"/>
                      <a:pt x="569" y="0"/>
                      <a:pt x="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6"/>
              <p:cNvSpPr/>
              <p:nvPr/>
            </p:nvSpPr>
            <p:spPr>
              <a:xfrm>
                <a:off x="-4124804" y="4595583"/>
                <a:ext cx="46856" cy="83650"/>
              </a:xfrm>
              <a:custGeom>
                <a:rect b="b" l="l" r="r" t="t"/>
                <a:pathLst>
                  <a:path extrusionOk="0" h="823" w="461">
                    <a:moveTo>
                      <a:pt x="0" y="1"/>
                    </a:moveTo>
                    <a:lnTo>
                      <a:pt x="0" y="822"/>
                    </a:lnTo>
                    <a:lnTo>
                      <a:pt x="132" y="822"/>
                    </a:lnTo>
                    <a:cubicBezTo>
                      <a:pt x="313" y="822"/>
                      <a:pt x="460" y="676"/>
                      <a:pt x="460" y="495"/>
                    </a:cubicBezTo>
                    <a:lnTo>
                      <a:pt x="460" y="329"/>
                    </a:lnTo>
                    <a:cubicBezTo>
                      <a:pt x="460" y="147"/>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6"/>
              <p:cNvSpPr/>
              <p:nvPr/>
            </p:nvSpPr>
            <p:spPr>
              <a:xfrm>
                <a:off x="-4520891" y="4235468"/>
                <a:ext cx="83650" cy="46754"/>
              </a:xfrm>
              <a:custGeom>
                <a:rect b="b" l="l" r="r" t="t"/>
                <a:pathLst>
                  <a:path extrusionOk="0" h="460" w="823">
                    <a:moveTo>
                      <a:pt x="328" y="1"/>
                    </a:moveTo>
                    <a:cubicBezTo>
                      <a:pt x="147" y="1"/>
                      <a:pt x="0" y="148"/>
                      <a:pt x="0" y="328"/>
                    </a:cubicBezTo>
                    <a:lnTo>
                      <a:pt x="0" y="460"/>
                    </a:lnTo>
                    <a:lnTo>
                      <a:pt x="823" y="460"/>
                    </a:lnTo>
                    <a:lnTo>
                      <a:pt x="823" y="329"/>
                    </a:lnTo>
                    <a:cubicBezTo>
                      <a:pt x="823" y="148"/>
                      <a:pt x="675" y="1"/>
                      <a:pt x="495" y="1"/>
                    </a:cubicBezTo>
                    <a:lnTo>
                      <a:pt x="330" y="1"/>
                    </a:lnTo>
                    <a:cubicBezTo>
                      <a:pt x="329" y="1"/>
                      <a:pt x="328"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6"/>
              <p:cNvSpPr/>
              <p:nvPr/>
            </p:nvSpPr>
            <p:spPr>
              <a:xfrm>
                <a:off x="-4414577" y="4235468"/>
                <a:ext cx="83650" cy="46754"/>
              </a:xfrm>
              <a:custGeom>
                <a:rect b="b" l="l" r="r" t="t"/>
                <a:pathLst>
                  <a:path extrusionOk="0" h="460" w="823">
                    <a:moveTo>
                      <a:pt x="328" y="1"/>
                    </a:moveTo>
                    <a:cubicBezTo>
                      <a:pt x="147" y="1"/>
                      <a:pt x="1" y="148"/>
                      <a:pt x="1" y="328"/>
                    </a:cubicBezTo>
                    <a:lnTo>
                      <a:pt x="1" y="460"/>
                    </a:lnTo>
                    <a:lnTo>
                      <a:pt x="822" y="460"/>
                    </a:lnTo>
                    <a:lnTo>
                      <a:pt x="822" y="329"/>
                    </a:lnTo>
                    <a:cubicBezTo>
                      <a:pt x="822" y="148"/>
                      <a:pt x="676" y="1"/>
                      <a:pt x="495" y="1"/>
                    </a:cubicBezTo>
                    <a:lnTo>
                      <a:pt x="330" y="1"/>
                    </a:lnTo>
                    <a:cubicBezTo>
                      <a:pt x="329" y="1"/>
                      <a:pt x="329"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6"/>
              <p:cNvSpPr/>
              <p:nvPr/>
            </p:nvSpPr>
            <p:spPr>
              <a:xfrm>
                <a:off x="-4124804" y="4704644"/>
                <a:ext cx="46856" cy="83650"/>
              </a:xfrm>
              <a:custGeom>
                <a:rect b="b" l="l" r="r" t="t"/>
                <a:pathLst>
                  <a:path extrusionOk="0" h="823" w="461">
                    <a:moveTo>
                      <a:pt x="0" y="1"/>
                    </a:moveTo>
                    <a:lnTo>
                      <a:pt x="0" y="822"/>
                    </a:lnTo>
                    <a:lnTo>
                      <a:pt x="132" y="822"/>
                    </a:lnTo>
                    <a:cubicBezTo>
                      <a:pt x="313" y="822"/>
                      <a:pt x="460" y="676"/>
                      <a:pt x="460" y="495"/>
                    </a:cubicBezTo>
                    <a:lnTo>
                      <a:pt x="460" y="330"/>
                    </a:lnTo>
                    <a:cubicBezTo>
                      <a:pt x="460" y="146"/>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6"/>
              <p:cNvSpPr/>
              <p:nvPr/>
            </p:nvSpPr>
            <p:spPr>
              <a:xfrm>
                <a:off x="-4685648" y="4792055"/>
                <a:ext cx="156831" cy="156932"/>
              </a:xfrm>
              <a:custGeom>
                <a:rect b="b" l="l" r="r" t="t"/>
                <a:pathLst>
                  <a:path extrusionOk="0" h="1544" w="1543">
                    <a:moveTo>
                      <a:pt x="772" y="124"/>
                    </a:moveTo>
                    <a:cubicBezTo>
                      <a:pt x="1129" y="124"/>
                      <a:pt x="1419" y="415"/>
                      <a:pt x="1419" y="772"/>
                    </a:cubicBezTo>
                    <a:cubicBezTo>
                      <a:pt x="1419" y="1130"/>
                      <a:pt x="1129" y="1420"/>
                      <a:pt x="772" y="1420"/>
                    </a:cubicBezTo>
                    <a:cubicBezTo>
                      <a:pt x="414" y="1420"/>
                      <a:pt x="124" y="1130"/>
                      <a:pt x="124" y="772"/>
                    </a:cubicBezTo>
                    <a:cubicBezTo>
                      <a:pt x="124" y="415"/>
                      <a:pt x="414" y="124"/>
                      <a:pt x="772" y="124"/>
                    </a:cubicBezTo>
                    <a:close/>
                    <a:moveTo>
                      <a:pt x="772" y="1"/>
                    </a:moveTo>
                    <a:cubicBezTo>
                      <a:pt x="346" y="1"/>
                      <a:pt x="0" y="346"/>
                      <a:pt x="0" y="772"/>
                    </a:cubicBezTo>
                    <a:cubicBezTo>
                      <a:pt x="0" y="1198"/>
                      <a:pt x="346" y="1543"/>
                      <a:pt x="772" y="1543"/>
                    </a:cubicBezTo>
                    <a:cubicBezTo>
                      <a:pt x="1196" y="1543"/>
                      <a:pt x="1543" y="1199"/>
                      <a:pt x="1543" y="772"/>
                    </a:cubicBezTo>
                    <a:cubicBezTo>
                      <a:pt x="1543" y="346"/>
                      <a:pt x="1197" y="1"/>
                      <a:pt x="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6"/>
              <p:cNvSpPr/>
              <p:nvPr/>
            </p:nvSpPr>
            <p:spPr>
              <a:xfrm>
                <a:off x="-4607284" y="4258846"/>
                <a:ext cx="505964" cy="729267"/>
              </a:xfrm>
              <a:custGeom>
                <a:rect b="b" l="l" r="r" t="t"/>
                <a:pathLst>
                  <a:path extrusionOk="0" h="7175" w="4978">
                    <a:moveTo>
                      <a:pt x="4616" y="1"/>
                    </a:moveTo>
                    <a:cubicBezTo>
                      <a:pt x="4615" y="1"/>
                      <a:pt x="4615" y="1"/>
                      <a:pt x="4614" y="1"/>
                    </a:cubicBezTo>
                    <a:lnTo>
                      <a:pt x="364" y="1"/>
                    </a:lnTo>
                    <a:cubicBezTo>
                      <a:pt x="163" y="1"/>
                      <a:pt x="1" y="163"/>
                      <a:pt x="1" y="364"/>
                    </a:cubicBezTo>
                    <a:lnTo>
                      <a:pt x="1" y="6861"/>
                    </a:lnTo>
                    <a:cubicBezTo>
                      <a:pt x="1" y="7034"/>
                      <a:pt x="141" y="7174"/>
                      <a:pt x="314" y="7174"/>
                    </a:cubicBezTo>
                    <a:lnTo>
                      <a:pt x="4664" y="7174"/>
                    </a:lnTo>
                    <a:cubicBezTo>
                      <a:pt x="4837" y="7174"/>
                      <a:pt x="4977" y="7034"/>
                      <a:pt x="4977" y="6861"/>
                    </a:cubicBezTo>
                    <a:lnTo>
                      <a:pt x="4977" y="363"/>
                    </a:lnTo>
                    <a:cubicBezTo>
                      <a:pt x="4977" y="164"/>
                      <a:pt x="4814" y="1"/>
                      <a:pt x="4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6"/>
              <p:cNvSpPr/>
              <p:nvPr/>
            </p:nvSpPr>
            <p:spPr>
              <a:xfrm>
                <a:off x="-4607386" y="4312614"/>
                <a:ext cx="506066" cy="17787"/>
              </a:xfrm>
              <a:custGeom>
                <a:rect b="b" l="l" r="r" t="t"/>
                <a:pathLst>
                  <a:path extrusionOk="0" h="175" w="4979">
                    <a:moveTo>
                      <a:pt x="1" y="0"/>
                    </a:moveTo>
                    <a:lnTo>
                      <a:pt x="1" y="175"/>
                    </a:lnTo>
                    <a:lnTo>
                      <a:pt x="4978" y="175"/>
                    </a:lnTo>
                    <a:lnTo>
                      <a:pt x="49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6"/>
              <p:cNvSpPr/>
              <p:nvPr/>
            </p:nvSpPr>
            <p:spPr>
              <a:xfrm>
                <a:off x="-4119823" y="4574645"/>
                <a:ext cx="18498" cy="234280"/>
              </a:xfrm>
              <a:custGeom>
                <a:rect b="b" l="l" r="r" t="t"/>
                <a:pathLst>
                  <a:path extrusionOk="0" h="2305" w="182">
                    <a:moveTo>
                      <a:pt x="181" y="0"/>
                    </a:moveTo>
                    <a:cubicBezTo>
                      <a:pt x="79" y="12"/>
                      <a:pt x="1" y="98"/>
                      <a:pt x="1" y="203"/>
                    </a:cubicBezTo>
                    <a:lnTo>
                      <a:pt x="1" y="2101"/>
                    </a:lnTo>
                    <a:cubicBezTo>
                      <a:pt x="1" y="2206"/>
                      <a:pt x="79" y="2293"/>
                      <a:pt x="181" y="2305"/>
                    </a:cubicBezTo>
                    <a:lnTo>
                      <a:pt x="1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6"/>
              <p:cNvSpPr/>
              <p:nvPr/>
            </p:nvSpPr>
            <p:spPr>
              <a:xfrm>
                <a:off x="-4607386" y="4364959"/>
                <a:ext cx="436239" cy="562171"/>
              </a:xfrm>
              <a:custGeom>
                <a:rect b="b" l="l" r="r" t="t"/>
                <a:pathLst>
                  <a:path extrusionOk="0" h="5531" w="4292">
                    <a:moveTo>
                      <a:pt x="1" y="0"/>
                    </a:moveTo>
                    <a:lnTo>
                      <a:pt x="1" y="5531"/>
                    </a:lnTo>
                    <a:lnTo>
                      <a:pt x="3911" y="5531"/>
                    </a:lnTo>
                    <a:cubicBezTo>
                      <a:pt x="4122" y="5531"/>
                      <a:pt x="4292" y="5360"/>
                      <a:pt x="4292" y="5150"/>
                    </a:cubicBezTo>
                    <a:lnTo>
                      <a:pt x="4292" y="381"/>
                    </a:lnTo>
                    <a:cubicBezTo>
                      <a:pt x="4292" y="170"/>
                      <a:pt x="4121" y="0"/>
                      <a:pt x="39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6"/>
              <p:cNvSpPr/>
              <p:nvPr/>
            </p:nvSpPr>
            <p:spPr>
              <a:xfrm>
                <a:off x="-4484199" y="4421573"/>
                <a:ext cx="189864" cy="449046"/>
              </a:xfrm>
              <a:custGeom>
                <a:rect b="b" l="l" r="r" t="t"/>
                <a:pathLst>
                  <a:path extrusionOk="0" h="4418" w="1868">
                    <a:moveTo>
                      <a:pt x="1571" y="0"/>
                    </a:moveTo>
                    <a:cubicBezTo>
                      <a:pt x="1570" y="0"/>
                      <a:pt x="1570" y="0"/>
                      <a:pt x="1569" y="0"/>
                    </a:cubicBezTo>
                    <a:lnTo>
                      <a:pt x="299" y="0"/>
                    </a:lnTo>
                    <a:cubicBezTo>
                      <a:pt x="134" y="0"/>
                      <a:pt x="0" y="134"/>
                      <a:pt x="0" y="299"/>
                    </a:cubicBezTo>
                    <a:lnTo>
                      <a:pt x="0" y="4119"/>
                    </a:lnTo>
                    <a:cubicBezTo>
                      <a:pt x="0" y="4283"/>
                      <a:pt x="134" y="4417"/>
                      <a:pt x="299" y="4417"/>
                    </a:cubicBezTo>
                    <a:lnTo>
                      <a:pt x="1569" y="4417"/>
                    </a:lnTo>
                    <a:cubicBezTo>
                      <a:pt x="1734" y="4417"/>
                      <a:pt x="1867" y="4284"/>
                      <a:pt x="1867" y="4119"/>
                    </a:cubicBezTo>
                    <a:lnTo>
                      <a:pt x="1867" y="299"/>
                    </a:lnTo>
                    <a:cubicBezTo>
                      <a:pt x="1867" y="134"/>
                      <a:pt x="1735" y="0"/>
                      <a:pt x="1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6"/>
              <p:cNvSpPr/>
              <p:nvPr/>
            </p:nvSpPr>
            <p:spPr>
              <a:xfrm>
                <a:off x="-4409800" y="4518132"/>
                <a:ext cx="41063" cy="255828"/>
              </a:xfrm>
              <a:custGeom>
                <a:rect b="b" l="l" r="r" t="t"/>
                <a:pathLst>
                  <a:path extrusionOk="0" h="2517" w="404">
                    <a:moveTo>
                      <a:pt x="0" y="1"/>
                    </a:moveTo>
                    <a:lnTo>
                      <a:pt x="0" y="2517"/>
                    </a:lnTo>
                    <a:lnTo>
                      <a:pt x="404" y="2517"/>
                    </a:lnTo>
                    <a:lnTo>
                      <a:pt x="40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6"/>
              <p:cNvSpPr/>
              <p:nvPr/>
            </p:nvSpPr>
            <p:spPr>
              <a:xfrm>
                <a:off x="-4484098" y="4421472"/>
                <a:ext cx="189762" cy="204296"/>
              </a:xfrm>
              <a:custGeom>
                <a:rect b="b" l="l" r="r" t="t"/>
                <a:pathLst>
                  <a:path extrusionOk="0" h="2010" w="1867">
                    <a:moveTo>
                      <a:pt x="472" y="0"/>
                    </a:moveTo>
                    <a:cubicBezTo>
                      <a:pt x="272" y="99"/>
                      <a:pt x="107" y="258"/>
                      <a:pt x="1" y="455"/>
                    </a:cubicBezTo>
                    <a:lnTo>
                      <a:pt x="1" y="1450"/>
                    </a:lnTo>
                    <a:cubicBezTo>
                      <a:pt x="178" y="1783"/>
                      <a:pt x="530" y="2010"/>
                      <a:pt x="933" y="2010"/>
                    </a:cubicBezTo>
                    <a:cubicBezTo>
                      <a:pt x="1338" y="2010"/>
                      <a:pt x="1689" y="1783"/>
                      <a:pt x="1866" y="1450"/>
                    </a:cubicBezTo>
                    <a:lnTo>
                      <a:pt x="1866" y="455"/>
                    </a:lnTo>
                    <a:cubicBezTo>
                      <a:pt x="1762" y="258"/>
                      <a:pt x="1596" y="99"/>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6"/>
              <p:cNvSpPr/>
              <p:nvPr/>
            </p:nvSpPr>
            <p:spPr>
              <a:xfrm>
                <a:off x="-4457773" y="4449626"/>
                <a:ext cx="137214" cy="137214"/>
              </a:xfrm>
              <a:custGeom>
                <a:rect b="b" l="l" r="r" t="t"/>
                <a:pathLst>
                  <a:path extrusionOk="0" h="1350" w="1350">
                    <a:moveTo>
                      <a:pt x="674" y="0"/>
                    </a:moveTo>
                    <a:cubicBezTo>
                      <a:pt x="302" y="0"/>
                      <a:pt x="1" y="302"/>
                      <a:pt x="1" y="675"/>
                    </a:cubicBezTo>
                    <a:cubicBezTo>
                      <a:pt x="1" y="1048"/>
                      <a:pt x="302" y="1350"/>
                      <a:pt x="674" y="1350"/>
                    </a:cubicBezTo>
                    <a:cubicBezTo>
                      <a:pt x="1047" y="1350"/>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6"/>
              <p:cNvSpPr/>
              <p:nvPr/>
            </p:nvSpPr>
            <p:spPr>
              <a:xfrm>
                <a:off x="-4484098" y="4666427"/>
                <a:ext cx="189762" cy="204296"/>
              </a:xfrm>
              <a:custGeom>
                <a:rect b="b" l="l" r="r" t="t"/>
                <a:pathLst>
                  <a:path extrusionOk="0" h="2010" w="1867">
                    <a:moveTo>
                      <a:pt x="933" y="0"/>
                    </a:moveTo>
                    <a:cubicBezTo>
                      <a:pt x="530" y="0"/>
                      <a:pt x="179" y="227"/>
                      <a:pt x="1" y="560"/>
                    </a:cubicBezTo>
                    <a:lnTo>
                      <a:pt x="1" y="1555"/>
                    </a:lnTo>
                    <a:cubicBezTo>
                      <a:pt x="106" y="1754"/>
                      <a:pt x="271" y="1911"/>
                      <a:pt x="472" y="2009"/>
                    </a:cubicBezTo>
                    <a:lnTo>
                      <a:pt x="1396" y="2009"/>
                    </a:lnTo>
                    <a:cubicBezTo>
                      <a:pt x="1596" y="1911"/>
                      <a:pt x="1760" y="1751"/>
                      <a:pt x="1866" y="1555"/>
                    </a:cubicBezTo>
                    <a:lnTo>
                      <a:pt x="1866" y="560"/>
                    </a:lnTo>
                    <a:cubicBezTo>
                      <a:pt x="1689" y="227"/>
                      <a:pt x="1338" y="0"/>
                      <a:pt x="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6"/>
              <p:cNvSpPr/>
              <p:nvPr/>
            </p:nvSpPr>
            <p:spPr>
              <a:xfrm>
                <a:off x="-4457773" y="4705355"/>
                <a:ext cx="137214" cy="137112"/>
              </a:xfrm>
              <a:custGeom>
                <a:rect b="b" l="l" r="r" t="t"/>
                <a:pathLst>
                  <a:path extrusionOk="0" h="1349" w="1350">
                    <a:moveTo>
                      <a:pt x="674" y="0"/>
                    </a:moveTo>
                    <a:cubicBezTo>
                      <a:pt x="302" y="0"/>
                      <a:pt x="1" y="302"/>
                      <a:pt x="1" y="675"/>
                    </a:cubicBezTo>
                    <a:cubicBezTo>
                      <a:pt x="1" y="1048"/>
                      <a:pt x="302" y="1349"/>
                      <a:pt x="674" y="1349"/>
                    </a:cubicBezTo>
                    <a:cubicBezTo>
                      <a:pt x="1047" y="1349"/>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6"/>
              <p:cNvSpPr/>
              <p:nvPr/>
            </p:nvSpPr>
            <p:spPr>
              <a:xfrm>
                <a:off x="-4607284" y="4484489"/>
                <a:ext cx="72571" cy="323215"/>
              </a:xfrm>
              <a:custGeom>
                <a:rect b="b" l="l" r="r" t="t"/>
                <a:pathLst>
                  <a:path extrusionOk="0" h="3180" w="714">
                    <a:moveTo>
                      <a:pt x="1" y="1"/>
                    </a:moveTo>
                    <a:lnTo>
                      <a:pt x="1" y="3179"/>
                    </a:lnTo>
                    <a:lnTo>
                      <a:pt x="342" y="3064"/>
                    </a:lnTo>
                    <a:cubicBezTo>
                      <a:pt x="563" y="2987"/>
                      <a:pt x="713" y="2780"/>
                      <a:pt x="713" y="2545"/>
                    </a:cubicBezTo>
                    <a:lnTo>
                      <a:pt x="713" y="635"/>
                    </a:lnTo>
                    <a:cubicBezTo>
                      <a:pt x="713" y="401"/>
                      <a:pt x="563" y="193"/>
                      <a:pt x="342" y="117"/>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6"/>
              <p:cNvSpPr/>
              <p:nvPr/>
            </p:nvSpPr>
            <p:spPr>
              <a:xfrm>
                <a:off x="-4607284" y="4611439"/>
                <a:ext cx="34863" cy="69318"/>
              </a:xfrm>
              <a:custGeom>
                <a:rect b="b" l="l" r="r" t="t"/>
                <a:pathLst>
                  <a:path extrusionOk="0" h="682" w="343">
                    <a:moveTo>
                      <a:pt x="1" y="0"/>
                    </a:moveTo>
                    <a:lnTo>
                      <a:pt x="1" y="682"/>
                    </a:lnTo>
                    <a:cubicBezTo>
                      <a:pt x="189" y="682"/>
                      <a:pt x="342" y="530"/>
                      <a:pt x="343" y="342"/>
                    </a:cubicBezTo>
                    <a:cubicBezTo>
                      <a:pt x="343" y="153"/>
                      <a:pt x="18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6"/>
              <p:cNvSpPr/>
              <p:nvPr/>
            </p:nvSpPr>
            <p:spPr>
              <a:xfrm>
                <a:off x="-4439986" y="4467413"/>
                <a:ext cx="101538" cy="101640"/>
              </a:xfrm>
              <a:custGeom>
                <a:rect b="b" l="l" r="r" t="t"/>
                <a:pathLst>
                  <a:path extrusionOk="0" h="1000" w="999">
                    <a:moveTo>
                      <a:pt x="499" y="0"/>
                    </a:moveTo>
                    <a:cubicBezTo>
                      <a:pt x="224" y="0"/>
                      <a:pt x="1" y="224"/>
                      <a:pt x="1" y="500"/>
                    </a:cubicBezTo>
                    <a:cubicBezTo>
                      <a:pt x="1" y="776"/>
                      <a:pt x="224" y="999"/>
                      <a:pt x="499" y="999"/>
                    </a:cubicBezTo>
                    <a:cubicBezTo>
                      <a:pt x="775" y="999"/>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6"/>
              <p:cNvSpPr/>
              <p:nvPr/>
            </p:nvSpPr>
            <p:spPr>
              <a:xfrm>
                <a:off x="-4439986" y="4723142"/>
                <a:ext cx="101538" cy="101538"/>
              </a:xfrm>
              <a:custGeom>
                <a:rect b="b" l="l" r="r" t="t"/>
                <a:pathLst>
                  <a:path extrusionOk="0" h="999" w="999">
                    <a:moveTo>
                      <a:pt x="499" y="0"/>
                    </a:moveTo>
                    <a:cubicBezTo>
                      <a:pt x="224" y="0"/>
                      <a:pt x="1" y="224"/>
                      <a:pt x="1" y="500"/>
                    </a:cubicBezTo>
                    <a:cubicBezTo>
                      <a:pt x="1" y="776"/>
                      <a:pt x="224" y="998"/>
                      <a:pt x="499" y="998"/>
                    </a:cubicBezTo>
                    <a:cubicBezTo>
                      <a:pt x="775" y="998"/>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6"/>
              <p:cNvSpPr/>
              <p:nvPr/>
            </p:nvSpPr>
            <p:spPr>
              <a:xfrm>
                <a:off x="-4266895" y="4421472"/>
                <a:ext cx="17076" cy="449046"/>
              </a:xfrm>
              <a:custGeom>
                <a:rect b="b" l="l" r="r" t="t"/>
                <a:pathLst>
                  <a:path extrusionOk="0" h="4418" w="168">
                    <a:moveTo>
                      <a:pt x="70" y="0"/>
                    </a:moveTo>
                    <a:cubicBezTo>
                      <a:pt x="31" y="0"/>
                      <a:pt x="1" y="31"/>
                      <a:pt x="1" y="70"/>
                    </a:cubicBezTo>
                    <a:lnTo>
                      <a:pt x="1" y="4347"/>
                    </a:lnTo>
                    <a:cubicBezTo>
                      <a:pt x="1" y="4386"/>
                      <a:pt x="31" y="4417"/>
                      <a:pt x="70" y="4417"/>
                    </a:cubicBezTo>
                    <a:lnTo>
                      <a:pt x="99" y="4417"/>
                    </a:lnTo>
                    <a:cubicBezTo>
                      <a:pt x="137" y="4417"/>
                      <a:pt x="168" y="4386"/>
                      <a:pt x="168" y="4347"/>
                    </a:cubicBezTo>
                    <a:lnTo>
                      <a:pt x="168" y="70"/>
                    </a:lnTo>
                    <a:cubicBezTo>
                      <a:pt x="168" y="32"/>
                      <a:pt x="137" y="0"/>
                      <a:pt x="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6"/>
              <p:cNvSpPr/>
              <p:nvPr/>
            </p:nvSpPr>
            <p:spPr>
              <a:xfrm>
                <a:off x="-4232643" y="4421472"/>
                <a:ext cx="17279" cy="449046"/>
              </a:xfrm>
              <a:custGeom>
                <a:rect b="b" l="l" r="r" t="t"/>
                <a:pathLst>
                  <a:path extrusionOk="0" h="4418" w="170">
                    <a:moveTo>
                      <a:pt x="69" y="0"/>
                    </a:moveTo>
                    <a:cubicBezTo>
                      <a:pt x="31" y="0"/>
                      <a:pt x="0" y="31"/>
                      <a:pt x="0" y="70"/>
                    </a:cubicBezTo>
                    <a:lnTo>
                      <a:pt x="0" y="4347"/>
                    </a:lnTo>
                    <a:cubicBezTo>
                      <a:pt x="0" y="4386"/>
                      <a:pt x="31" y="4417"/>
                      <a:pt x="69" y="4417"/>
                    </a:cubicBezTo>
                    <a:lnTo>
                      <a:pt x="98" y="4417"/>
                    </a:lnTo>
                    <a:cubicBezTo>
                      <a:pt x="136" y="4417"/>
                      <a:pt x="167" y="4386"/>
                      <a:pt x="167" y="4347"/>
                    </a:cubicBezTo>
                    <a:lnTo>
                      <a:pt x="167" y="70"/>
                    </a:lnTo>
                    <a:cubicBezTo>
                      <a:pt x="169" y="32"/>
                      <a:pt x="136" y="0"/>
                      <a:pt x="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6751" name="Shape 6751"/>
        <p:cNvGrpSpPr/>
        <p:nvPr/>
      </p:nvGrpSpPr>
      <p:grpSpPr>
        <a:xfrm>
          <a:off x="0" y="0"/>
          <a:ext cx="0" cy="0"/>
          <a:chOff x="0" y="0"/>
          <a:chExt cx="0" cy="0"/>
        </a:xfrm>
      </p:grpSpPr>
      <p:sp>
        <p:nvSpPr>
          <p:cNvPr id="6752" name="Google Shape;6752;p8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6753" name="Google Shape;6753;p87"/>
          <p:cNvSpPr txBox="1"/>
          <p:nvPr>
            <p:ph idx="1" type="subTitle"/>
          </p:nvPr>
        </p:nvSpPr>
        <p:spPr>
          <a:xfrm>
            <a:off x="4982074" y="3159748"/>
            <a:ext cx="2925300" cy="1010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754" name="Google Shape;6754;p87"/>
          <p:cNvSpPr txBox="1"/>
          <p:nvPr>
            <p:ph idx="2" type="subTitle"/>
          </p:nvPr>
        </p:nvSpPr>
        <p:spPr>
          <a:xfrm>
            <a:off x="1236775" y="3159748"/>
            <a:ext cx="2925300" cy="1010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755" name="Google Shape;6755;p87"/>
          <p:cNvSpPr txBox="1"/>
          <p:nvPr>
            <p:ph idx="3" type="subTitle"/>
          </p:nvPr>
        </p:nvSpPr>
        <p:spPr>
          <a:xfrm>
            <a:off x="1236775" y="2854950"/>
            <a:ext cx="29253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756" name="Google Shape;6756;p87"/>
          <p:cNvSpPr txBox="1"/>
          <p:nvPr>
            <p:ph idx="4" type="subTitle"/>
          </p:nvPr>
        </p:nvSpPr>
        <p:spPr>
          <a:xfrm>
            <a:off x="4982077" y="2854950"/>
            <a:ext cx="29253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6757" name="Google Shape;6757;p87"/>
          <p:cNvGrpSpPr/>
          <p:nvPr/>
        </p:nvGrpSpPr>
        <p:grpSpPr>
          <a:xfrm>
            <a:off x="125771" y="95529"/>
            <a:ext cx="9055487" cy="4959990"/>
            <a:chOff x="125771" y="95529"/>
            <a:chExt cx="9055487" cy="4959990"/>
          </a:xfrm>
        </p:grpSpPr>
        <p:grpSp>
          <p:nvGrpSpPr>
            <p:cNvPr id="6758" name="Google Shape;6758;p87"/>
            <p:cNvGrpSpPr/>
            <p:nvPr/>
          </p:nvGrpSpPr>
          <p:grpSpPr>
            <a:xfrm>
              <a:off x="176188" y="120831"/>
              <a:ext cx="9005070" cy="4866883"/>
              <a:chOff x="176188" y="120831"/>
              <a:chExt cx="9005070" cy="4866883"/>
            </a:xfrm>
          </p:grpSpPr>
          <p:grpSp>
            <p:nvGrpSpPr>
              <p:cNvPr id="6759" name="Google Shape;6759;p87"/>
              <p:cNvGrpSpPr/>
              <p:nvPr/>
            </p:nvGrpSpPr>
            <p:grpSpPr>
              <a:xfrm>
                <a:off x="176188" y="3900143"/>
                <a:ext cx="543819" cy="1087571"/>
                <a:chOff x="2882200" y="374525"/>
                <a:chExt cx="402025" cy="804000"/>
              </a:xfrm>
            </p:grpSpPr>
            <p:sp>
              <p:nvSpPr>
                <p:cNvPr id="6760" name="Google Shape;6760;p87"/>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7"/>
                <p:cNvSpPr/>
                <p:nvPr/>
              </p:nvSpPr>
              <p:spPr>
                <a:xfrm>
                  <a:off x="2882200" y="374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7"/>
                <p:cNvSpPr/>
                <p:nvPr/>
              </p:nvSpPr>
              <p:spPr>
                <a:xfrm>
                  <a:off x="3083200" y="374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7"/>
                <p:cNvSpPr/>
                <p:nvPr/>
              </p:nvSpPr>
              <p:spPr>
                <a:xfrm flipH="1">
                  <a:off x="3083200" y="575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7"/>
                <p:cNvSpPr/>
                <p:nvPr/>
              </p:nvSpPr>
              <p:spPr>
                <a:xfrm flipH="1">
                  <a:off x="2882200" y="575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7"/>
                <p:cNvSpPr/>
                <p:nvPr/>
              </p:nvSpPr>
              <p:spPr>
                <a:xfrm>
                  <a:off x="2882200" y="776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7"/>
                <p:cNvSpPr/>
                <p:nvPr/>
              </p:nvSpPr>
              <p:spPr>
                <a:xfrm>
                  <a:off x="3083200" y="776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7"/>
                <p:cNvSpPr/>
                <p:nvPr/>
              </p:nvSpPr>
              <p:spPr>
                <a:xfrm flipH="1">
                  <a:off x="3083200" y="977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7"/>
                <p:cNvSpPr/>
                <p:nvPr/>
              </p:nvSpPr>
              <p:spPr>
                <a:xfrm flipH="1">
                  <a:off x="2882200" y="977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9" name="Google Shape;6769;p87"/>
              <p:cNvGrpSpPr/>
              <p:nvPr/>
            </p:nvGrpSpPr>
            <p:grpSpPr>
              <a:xfrm>
                <a:off x="8637439" y="120831"/>
                <a:ext cx="543819" cy="1087571"/>
                <a:chOff x="2882200" y="374525"/>
                <a:chExt cx="402025" cy="804000"/>
              </a:xfrm>
            </p:grpSpPr>
            <p:sp>
              <p:nvSpPr>
                <p:cNvPr id="6770" name="Google Shape;6770;p87"/>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7"/>
                <p:cNvSpPr/>
                <p:nvPr/>
              </p:nvSpPr>
              <p:spPr>
                <a:xfrm>
                  <a:off x="2882200" y="374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7"/>
                <p:cNvSpPr/>
                <p:nvPr/>
              </p:nvSpPr>
              <p:spPr>
                <a:xfrm>
                  <a:off x="3083200" y="374525"/>
                  <a:ext cx="201000" cy="201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7"/>
                <p:cNvSpPr/>
                <p:nvPr/>
              </p:nvSpPr>
              <p:spPr>
                <a:xfrm flipH="1">
                  <a:off x="3083200" y="575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7"/>
                <p:cNvSpPr/>
                <p:nvPr/>
              </p:nvSpPr>
              <p:spPr>
                <a:xfrm flipH="1">
                  <a:off x="2882200" y="575525"/>
                  <a:ext cx="201000" cy="201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7"/>
                <p:cNvSpPr/>
                <p:nvPr/>
              </p:nvSpPr>
              <p:spPr>
                <a:xfrm>
                  <a:off x="2882200" y="776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7"/>
                <p:cNvSpPr/>
                <p:nvPr/>
              </p:nvSpPr>
              <p:spPr>
                <a:xfrm>
                  <a:off x="3083200" y="776525"/>
                  <a:ext cx="201000" cy="201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7"/>
                <p:cNvSpPr/>
                <p:nvPr/>
              </p:nvSpPr>
              <p:spPr>
                <a:xfrm flipH="1">
                  <a:off x="3083200" y="977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7"/>
                <p:cNvSpPr/>
                <p:nvPr/>
              </p:nvSpPr>
              <p:spPr>
                <a:xfrm flipH="1">
                  <a:off x="2882200" y="977525"/>
                  <a:ext cx="201000" cy="201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79" name="Google Shape;6779;p87"/>
            <p:cNvGrpSpPr/>
            <p:nvPr/>
          </p:nvGrpSpPr>
          <p:grpSpPr>
            <a:xfrm>
              <a:off x="125771" y="154519"/>
              <a:ext cx="505392" cy="244130"/>
              <a:chOff x="3129734" y="107288"/>
              <a:chExt cx="257866" cy="124563"/>
            </a:xfrm>
          </p:grpSpPr>
          <p:sp>
            <p:nvSpPr>
              <p:cNvPr id="6780" name="Google Shape;6780;p87"/>
              <p:cNvSpPr/>
              <p:nvPr/>
            </p:nvSpPr>
            <p:spPr>
              <a:xfrm>
                <a:off x="3129734" y="107288"/>
                <a:ext cx="256475" cy="123125"/>
              </a:xfrm>
              <a:custGeom>
                <a:rect b="b" l="l" r="r" t="t"/>
                <a:pathLst>
                  <a:path extrusionOk="0" h="4925" w="10259">
                    <a:moveTo>
                      <a:pt x="5130" y="0"/>
                    </a:moveTo>
                    <a:cubicBezTo>
                      <a:pt x="2297" y="0"/>
                      <a:pt x="1" y="2463"/>
                      <a:pt x="1" y="2463"/>
                    </a:cubicBezTo>
                    <a:cubicBezTo>
                      <a:pt x="1" y="2463"/>
                      <a:pt x="2297" y="4925"/>
                      <a:pt x="5130" y="4925"/>
                    </a:cubicBezTo>
                    <a:cubicBezTo>
                      <a:pt x="7962" y="4925"/>
                      <a:pt x="10259" y="2463"/>
                      <a:pt x="10259" y="2463"/>
                    </a:cubicBezTo>
                    <a:cubicBezTo>
                      <a:pt x="10259" y="2463"/>
                      <a:pt x="7962" y="0"/>
                      <a:pt x="5130"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7"/>
              <p:cNvSpPr/>
              <p:nvPr/>
            </p:nvSpPr>
            <p:spPr>
              <a:xfrm>
                <a:off x="3131125" y="108700"/>
                <a:ext cx="256475" cy="123150"/>
              </a:xfrm>
              <a:custGeom>
                <a:rect b="b" l="l" r="r" t="t"/>
                <a:pathLst>
                  <a:path extrusionOk="0" h="4926" w="10259">
                    <a:moveTo>
                      <a:pt x="5129" y="0"/>
                    </a:moveTo>
                    <a:cubicBezTo>
                      <a:pt x="2296" y="0"/>
                      <a:pt x="0" y="2463"/>
                      <a:pt x="0" y="2463"/>
                    </a:cubicBezTo>
                    <a:cubicBezTo>
                      <a:pt x="0" y="2463"/>
                      <a:pt x="2296" y="4926"/>
                      <a:pt x="5129" y="4926"/>
                    </a:cubicBezTo>
                    <a:cubicBezTo>
                      <a:pt x="7962" y="4926"/>
                      <a:pt x="10258" y="2463"/>
                      <a:pt x="10258" y="2463"/>
                    </a:cubicBezTo>
                    <a:cubicBezTo>
                      <a:pt x="10258" y="2463"/>
                      <a:pt x="7962" y="0"/>
                      <a:pt x="51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7"/>
              <p:cNvSpPr/>
              <p:nvPr/>
            </p:nvSpPr>
            <p:spPr>
              <a:xfrm>
                <a:off x="3205475" y="116400"/>
                <a:ext cx="107725" cy="107750"/>
              </a:xfrm>
              <a:custGeom>
                <a:rect b="b" l="l" r="r" t="t"/>
                <a:pathLst>
                  <a:path extrusionOk="0" h="4310" w="4309">
                    <a:moveTo>
                      <a:pt x="2155" y="1"/>
                    </a:moveTo>
                    <a:cubicBezTo>
                      <a:pt x="965" y="1"/>
                      <a:pt x="0" y="966"/>
                      <a:pt x="0" y="2155"/>
                    </a:cubicBezTo>
                    <a:cubicBezTo>
                      <a:pt x="0" y="3344"/>
                      <a:pt x="965" y="4309"/>
                      <a:pt x="2155" y="4309"/>
                    </a:cubicBezTo>
                    <a:cubicBezTo>
                      <a:pt x="3345" y="4309"/>
                      <a:pt x="4309" y="3344"/>
                      <a:pt x="4309" y="2155"/>
                    </a:cubicBezTo>
                    <a:cubicBezTo>
                      <a:pt x="4309" y="966"/>
                      <a:pt x="3345" y="1"/>
                      <a:pt x="21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7"/>
              <p:cNvSpPr/>
              <p:nvPr/>
            </p:nvSpPr>
            <p:spPr>
              <a:xfrm>
                <a:off x="3222550" y="135325"/>
                <a:ext cx="73550" cy="69900"/>
              </a:xfrm>
              <a:custGeom>
                <a:rect b="b" l="l" r="r" t="t"/>
                <a:pathLst>
                  <a:path extrusionOk="0" h="2796" w="2942">
                    <a:moveTo>
                      <a:pt x="1793" y="0"/>
                    </a:moveTo>
                    <a:cubicBezTo>
                      <a:pt x="1732" y="0"/>
                      <a:pt x="1670" y="30"/>
                      <a:pt x="1633" y="96"/>
                    </a:cubicBezTo>
                    <a:cubicBezTo>
                      <a:pt x="1598" y="160"/>
                      <a:pt x="1534" y="192"/>
                      <a:pt x="1471" y="192"/>
                    </a:cubicBezTo>
                    <a:cubicBezTo>
                      <a:pt x="1408" y="192"/>
                      <a:pt x="1344" y="160"/>
                      <a:pt x="1308" y="96"/>
                    </a:cubicBezTo>
                    <a:cubicBezTo>
                      <a:pt x="1271" y="30"/>
                      <a:pt x="1209" y="0"/>
                      <a:pt x="1148" y="0"/>
                    </a:cubicBezTo>
                    <a:cubicBezTo>
                      <a:pt x="1053" y="0"/>
                      <a:pt x="958" y="72"/>
                      <a:pt x="960" y="189"/>
                    </a:cubicBezTo>
                    <a:cubicBezTo>
                      <a:pt x="962" y="300"/>
                      <a:pt x="872" y="379"/>
                      <a:pt x="774" y="379"/>
                    </a:cubicBezTo>
                    <a:cubicBezTo>
                      <a:pt x="742" y="379"/>
                      <a:pt x="709" y="370"/>
                      <a:pt x="679" y="352"/>
                    </a:cubicBezTo>
                    <a:cubicBezTo>
                      <a:pt x="647" y="333"/>
                      <a:pt x="614" y="324"/>
                      <a:pt x="583" y="324"/>
                    </a:cubicBezTo>
                    <a:cubicBezTo>
                      <a:pt x="452" y="324"/>
                      <a:pt x="345" y="473"/>
                      <a:pt x="425" y="606"/>
                    </a:cubicBezTo>
                    <a:cubicBezTo>
                      <a:pt x="499" y="730"/>
                      <a:pt x="409" y="888"/>
                      <a:pt x="264" y="888"/>
                    </a:cubicBezTo>
                    <a:cubicBezTo>
                      <a:pt x="264" y="888"/>
                      <a:pt x="263" y="888"/>
                      <a:pt x="262" y="888"/>
                    </a:cubicBezTo>
                    <a:cubicBezTo>
                      <a:pt x="260" y="888"/>
                      <a:pt x="259" y="888"/>
                      <a:pt x="258" y="888"/>
                    </a:cubicBezTo>
                    <a:cubicBezTo>
                      <a:pt x="69" y="888"/>
                      <a:pt x="1" y="1142"/>
                      <a:pt x="169" y="1235"/>
                    </a:cubicBezTo>
                    <a:cubicBezTo>
                      <a:pt x="297" y="1307"/>
                      <a:pt x="297" y="1489"/>
                      <a:pt x="169" y="1560"/>
                    </a:cubicBezTo>
                    <a:cubicBezTo>
                      <a:pt x="0" y="1654"/>
                      <a:pt x="68" y="1909"/>
                      <a:pt x="259" y="1909"/>
                    </a:cubicBezTo>
                    <a:cubicBezTo>
                      <a:pt x="260" y="1909"/>
                      <a:pt x="261" y="1909"/>
                      <a:pt x="262" y="1909"/>
                    </a:cubicBezTo>
                    <a:cubicBezTo>
                      <a:pt x="263" y="1909"/>
                      <a:pt x="264" y="1909"/>
                      <a:pt x="266" y="1909"/>
                    </a:cubicBezTo>
                    <a:cubicBezTo>
                      <a:pt x="410" y="1909"/>
                      <a:pt x="498" y="2066"/>
                      <a:pt x="425" y="2190"/>
                    </a:cubicBezTo>
                    <a:cubicBezTo>
                      <a:pt x="345" y="2323"/>
                      <a:pt x="451" y="2472"/>
                      <a:pt x="582" y="2472"/>
                    </a:cubicBezTo>
                    <a:cubicBezTo>
                      <a:pt x="614" y="2472"/>
                      <a:pt x="647" y="2463"/>
                      <a:pt x="679" y="2444"/>
                    </a:cubicBezTo>
                    <a:cubicBezTo>
                      <a:pt x="709" y="2426"/>
                      <a:pt x="741" y="2418"/>
                      <a:pt x="773" y="2418"/>
                    </a:cubicBezTo>
                    <a:cubicBezTo>
                      <a:pt x="871" y="2418"/>
                      <a:pt x="962" y="2497"/>
                      <a:pt x="960" y="2607"/>
                    </a:cubicBezTo>
                    <a:cubicBezTo>
                      <a:pt x="958" y="2724"/>
                      <a:pt x="1053" y="2796"/>
                      <a:pt x="1148" y="2796"/>
                    </a:cubicBezTo>
                    <a:cubicBezTo>
                      <a:pt x="1210" y="2796"/>
                      <a:pt x="1271" y="2766"/>
                      <a:pt x="1308" y="2700"/>
                    </a:cubicBezTo>
                    <a:cubicBezTo>
                      <a:pt x="1344" y="2636"/>
                      <a:pt x="1407" y="2604"/>
                      <a:pt x="1471" y="2604"/>
                    </a:cubicBezTo>
                    <a:cubicBezTo>
                      <a:pt x="1534" y="2604"/>
                      <a:pt x="1598" y="2636"/>
                      <a:pt x="1633" y="2700"/>
                    </a:cubicBezTo>
                    <a:cubicBezTo>
                      <a:pt x="1670" y="2766"/>
                      <a:pt x="1732" y="2796"/>
                      <a:pt x="1793" y="2796"/>
                    </a:cubicBezTo>
                    <a:cubicBezTo>
                      <a:pt x="1889" y="2796"/>
                      <a:pt x="1983" y="2724"/>
                      <a:pt x="1982" y="2607"/>
                    </a:cubicBezTo>
                    <a:cubicBezTo>
                      <a:pt x="1980" y="2497"/>
                      <a:pt x="2070" y="2418"/>
                      <a:pt x="2168" y="2418"/>
                    </a:cubicBezTo>
                    <a:cubicBezTo>
                      <a:pt x="2200" y="2418"/>
                      <a:pt x="2232" y="2426"/>
                      <a:pt x="2263" y="2444"/>
                    </a:cubicBezTo>
                    <a:cubicBezTo>
                      <a:pt x="2295" y="2463"/>
                      <a:pt x="2327" y="2472"/>
                      <a:pt x="2359" y="2472"/>
                    </a:cubicBezTo>
                    <a:cubicBezTo>
                      <a:pt x="2490" y="2472"/>
                      <a:pt x="2597" y="2323"/>
                      <a:pt x="2517" y="2190"/>
                    </a:cubicBezTo>
                    <a:cubicBezTo>
                      <a:pt x="2443" y="2066"/>
                      <a:pt x="2532" y="1909"/>
                      <a:pt x="2675" y="1909"/>
                    </a:cubicBezTo>
                    <a:cubicBezTo>
                      <a:pt x="2677" y="1909"/>
                      <a:pt x="2678" y="1909"/>
                      <a:pt x="2680" y="1909"/>
                    </a:cubicBezTo>
                    <a:cubicBezTo>
                      <a:pt x="2680" y="1909"/>
                      <a:pt x="2681" y="1909"/>
                      <a:pt x="2682" y="1909"/>
                    </a:cubicBezTo>
                    <a:cubicBezTo>
                      <a:pt x="2872" y="1909"/>
                      <a:pt x="2941" y="1654"/>
                      <a:pt x="2772" y="1560"/>
                    </a:cubicBezTo>
                    <a:cubicBezTo>
                      <a:pt x="2644" y="1489"/>
                      <a:pt x="2644" y="1307"/>
                      <a:pt x="2772" y="1235"/>
                    </a:cubicBezTo>
                    <a:cubicBezTo>
                      <a:pt x="2941" y="1142"/>
                      <a:pt x="2873" y="888"/>
                      <a:pt x="2683" y="888"/>
                    </a:cubicBezTo>
                    <a:cubicBezTo>
                      <a:pt x="2682" y="888"/>
                      <a:pt x="2681" y="888"/>
                      <a:pt x="2680" y="888"/>
                    </a:cubicBezTo>
                    <a:cubicBezTo>
                      <a:pt x="2679" y="888"/>
                      <a:pt x="2678" y="888"/>
                      <a:pt x="2677" y="888"/>
                    </a:cubicBezTo>
                    <a:cubicBezTo>
                      <a:pt x="2533" y="888"/>
                      <a:pt x="2443" y="730"/>
                      <a:pt x="2517" y="606"/>
                    </a:cubicBezTo>
                    <a:cubicBezTo>
                      <a:pt x="2597" y="473"/>
                      <a:pt x="2490" y="324"/>
                      <a:pt x="2359" y="324"/>
                    </a:cubicBezTo>
                    <a:cubicBezTo>
                      <a:pt x="2327" y="324"/>
                      <a:pt x="2294" y="333"/>
                      <a:pt x="2263" y="352"/>
                    </a:cubicBezTo>
                    <a:cubicBezTo>
                      <a:pt x="2232" y="370"/>
                      <a:pt x="2200" y="378"/>
                      <a:pt x="2168" y="378"/>
                    </a:cubicBezTo>
                    <a:cubicBezTo>
                      <a:pt x="2070" y="378"/>
                      <a:pt x="1980" y="299"/>
                      <a:pt x="1982" y="189"/>
                    </a:cubicBezTo>
                    <a:cubicBezTo>
                      <a:pt x="1983" y="72"/>
                      <a:pt x="1888" y="0"/>
                      <a:pt x="17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7"/>
              <p:cNvSpPr/>
              <p:nvPr/>
            </p:nvSpPr>
            <p:spPr>
              <a:xfrm>
                <a:off x="3243500" y="154425"/>
                <a:ext cx="31675" cy="31700"/>
              </a:xfrm>
              <a:custGeom>
                <a:rect b="b" l="l" r="r" t="t"/>
                <a:pathLst>
                  <a:path extrusionOk="0" h="1268" w="1267">
                    <a:moveTo>
                      <a:pt x="634" y="1"/>
                    </a:moveTo>
                    <a:cubicBezTo>
                      <a:pt x="284" y="1"/>
                      <a:pt x="1" y="285"/>
                      <a:pt x="1" y="634"/>
                    </a:cubicBezTo>
                    <a:cubicBezTo>
                      <a:pt x="1" y="983"/>
                      <a:pt x="284" y="1267"/>
                      <a:pt x="634" y="1267"/>
                    </a:cubicBezTo>
                    <a:cubicBezTo>
                      <a:pt x="984" y="1267"/>
                      <a:pt x="1267" y="983"/>
                      <a:pt x="1267" y="634"/>
                    </a:cubicBezTo>
                    <a:cubicBezTo>
                      <a:pt x="1267" y="285"/>
                      <a:pt x="984" y="1"/>
                      <a:pt x="6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87"/>
            <p:cNvGrpSpPr/>
            <p:nvPr/>
          </p:nvGrpSpPr>
          <p:grpSpPr>
            <a:xfrm>
              <a:off x="222966" y="816557"/>
              <a:ext cx="311019" cy="311110"/>
              <a:chOff x="5038846" y="235350"/>
              <a:chExt cx="158691" cy="158738"/>
            </a:xfrm>
          </p:grpSpPr>
          <p:sp>
            <p:nvSpPr>
              <p:cNvPr id="6786" name="Google Shape;6786;p87"/>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7"/>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8" name="Google Shape;6788;p87"/>
            <p:cNvGrpSpPr/>
            <p:nvPr/>
          </p:nvGrpSpPr>
          <p:grpSpPr>
            <a:xfrm>
              <a:off x="8413195" y="4252624"/>
              <a:ext cx="659899" cy="802894"/>
              <a:chOff x="-3647202" y="3311500"/>
              <a:chExt cx="572233" cy="696292"/>
            </a:xfrm>
          </p:grpSpPr>
          <p:sp>
            <p:nvSpPr>
              <p:cNvPr id="6789" name="Google Shape;6789;p87"/>
              <p:cNvSpPr/>
              <p:nvPr/>
            </p:nvSpPr>
            <p:spPr>
              <a:xfrm>
                <a:off x="-3647202" y="3311500"/>
                <a:ext cx="572233" cy="696234"/>
              </a:xfrm>
              <a:custGeom>
                <a:rect b="b" l="l" r="r" t="t"/>
                <a:pathLst>
                  <a:path extrusionOk="0" h="6850" w="5630">
                    <a:moveTo>
                      <a:pt x="2691" y="1"/>
                    </a:moveTo>
                    <a:cubicBezTo>
                      <a:pt x="2603" y="1"/>
                      <a:pt x="2518" y="4"/>
                      <a:pt x="2433" y="13"/>
                    </a:cubicBezTo>
                    <a:cubicBezTo>
                      <a:pt x="1068" y="142"/>
                      <a:pt x="1" y="1292"/>
                      <a:pt x="1" y="2690"/>
                    </a:cubicBezTo>
                    <a:lnTo>
                      <a:pt x="1" y="4767"/>
                    </a:lnTo>
                    <a:lnTo>
                      <a:pt x="1" y="6510"/>
                    </a:lnTo>
                    <a:cubicBezTo>
                      <a:pt x="1" y="6696"/>
                      <a:pt x="154" y="6849"/>
                      <a:pt x="340" y="6849"/>
                    </a:cubicBezTo>
                    <a:lnTo>
                      <a:pt x="5041" y="6849"/>
                    </a:lnTo>
                    <a:cubicBezTo>
                      <a:pt x="5228" y="6849"/>
                      <a:pt x="5381" y="6696"/>
                      <a:pt x="5381" y="6510"/>
                    </a:cubicBezTo>
                    <a:lnTo>
                      <a:pt x="5381" y="4767"/>
                    </a:lnTo>
                    <a:lnTo>
                      <a:pt x="5381" y="4753"/>
                    </a:lnTo>
                    <a:cubicBezTo>
                      <a:pt x="5523" y="4717"/>
                      <a:pt x="5629" y="4589"/>
                      <a:pt x="5629" y="4435"/>
                    </a:cubicBezTo>
                    <a:lnTo>
                      <a:pt x="5629" y="4203"/>
                    </a:lnTo>
                    <a:cubicBezTo>
                      <a:pt x="5629" y="4049"/>
                      <a:pt x="5523" y="3920"/>
                      <a:pt x="5381" y="3885"/>
                    </a:cubicBezTo>
                    <a:lnTo>
                      <a:pt x="5381" y="3594"/>
                    </a:lnTo>
                    <a:cubicBezTo>
                      <a:pt x="5523" y="3558"/>
                      <a:pt x="5629" y="3430"/>
                      <a:pt x="5629" y="3276"/>
                    </a:cubicBezTo>
                    <a:lnTo>
                      <a:pt x="5629" y="3044"/>
                    </a:lnTo>
                    <a:cubicBezTo>
                      <a:pt x="5629" y="2891"/>
                      <a:pt x="5523" y="2762"/>
                      <a:pt x="5381" y="2727"/>
                    </a:cubicBezTo>
                    <a:lnTo>
                      <a:pt x="5381" y="2691"/>
                    </a:lnTo>
                    <a:cubicBezTo>
                      <a:pt x="5381" y="1293"/>
                      <a:pt x="4312" y="143"/>
                      <a:pt x="2947" y="14"/>
                    </a:cubicBezTo>
                    <a:cubicBezTo>
                      <a:pt x="2863" y="4"/>
                      <a:pt x="2777" y="1"/>
                      <a:pt x="2691"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7"/>
              <p:cNvSpPr/>
              <p:nvPr/>
            </p:nvSpPr>
            <p:spPr>
              <a:xfrm>
                <a:off x="-3125794" y="3587608"/>
                <a:ext cx="50718" cy="90256"/>
              </a:xfrm>
              <a:custGeom>
                <a:rect b="b" l="l" r="r" t="t"/>
                <a:pathLst>
                  <a:path extrusionOk="0" h="888" w="499">
                    <a:moveTo>
                      <a:pt x="1" y="0"/>
                    </a:moveTo>
                    <a:lnTo>
                      <a:pt x="1" y="888"/>
                    </a:lnTo>
                    <a:lnTo>
                      <a:pt x="170" y="888"/>
                    </a:lnTo>
                    <a:cubicBezTo>
                      <a:pt x="351" y="888"/>
                      <a:pt x="498" y="740"/>
                      <a:pt x="498" y="559"/>
                    </a:cubicBezTo>
                    <a:lnTo>
                      <a:pt x="498" y="327"/>
                    </a:lnTo>
                    <a:cubicBezTo>
                      <a:pt x="498" y="147"/>
                      <a:pt x="353"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7"/>
              <p:cNvSpPr/>
              <p:nvPr/>
            </p:nvSpPr>
            <p:spPr>
              <a:xfrm>
                <a:off x="-3125794" y="3705512"/>
                <a:ext cx="50718" cy="90256"/>
              </a:xfrm>
              <a:custGeom>
                <a:rect b="b" l="l" r="r" t="t"/>
                <a:pathLst>
                  <a:path extrusionOk="0" h="888" w="499">
                    <a:moveTo>
                      <a:pt x="1" y="0"/>
                    </a:moveTo>
                    <a:lnTo>
                      <a:pt x="1" y="888"/>
                    </a:lnTo>
                    <a:lnTo>
                      <a:pt x="170" y="888"/>
                    </a:lnTo>
                    <a:cubicBezTo>
                      <a:pt x="351" y="888"/>
                      <a:pt x="498" y="740"/>
                      <a:pt x="498" y="559"/>
                    </a:cubicBezTo>
                    <a:lnTo>
                      <a:pt x="498" y="327"/>
                    </a:lnTo>
                    <a:cubicBezTo>
                      <a:pt x="498" y="147"/>
                      <a:pt x="353"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7"/>
              <p:cNvSpPr/>
              <p:nvPr/>
            </p:nvSpPr>
            <p:spPr>
              <a:xfrm>
                <a:off x="-3647202" y="3311551"/>
                <a:ext cx="546925" cy="696234"/>
              </a:xfrm>
              <a:custGeom>
                <a:rect b="b" l="l" r="r" t="t"/>
                <a:pathLst>
                  <a:path extrusionOk="0" h="6850" w="5381">
                    <a:moveTo>
                      <a:pt x="2689" y="1"/>
                    </a:moveTo>
                    <a:cubicBezTo>
                      <a:pt x="2603" y="1"/>
                      <a:pt x="2518" y="4"/>
                      <a:pt x="2433" y="13"/>
                    </a:cubicBezTo>
                    <a:cubicBezTo>
                      <a:pt x="1068" y="142"/>
                      <a:pt x="1" y="1292"/>
                      <a:pt x="1" y="2690"/>
                    </a:cubicBezTo>
                    <a:lnTo>
                      <a:pt x="1" y="6510"/>
                    </a:lnTo>
                    <a:cubicBezTo>
                      <a:pt x="1" y="6697"/>
                      <a:pt x="154" y="6849"/>
                      <a:pt x="340" y="6849"/>
                    </a:cubicBezTo>
                    <a:lnTo>
                      <a:pt x="5041" y="6849"/>
                    </a:lnTo>
                    <a:cubicBezTo>
                      <a:pt x="5228" y="6849"/>
                      <a:pt x="5381" y="6697"/>
                      <a:pt x="5381" y="6510"/>
                    </a:cubicBezTo>
                    <a:lnTo>
                      <a:pt x="5381" y="2690"/>
                    </a:lnTo>
                    <a:cubicBezTo>
                      <a:pt x="5381" y="1292"/>
                      <a:pt x="4312" y="142"/>
                      <a:pt x="2946" y="12"/>
                    </a:cubicBezTo>
                    <a:cubicBezTo>
                      <a:pt x="2861" y="4"/>
                      <a:pt x="2776" y="1"/>
                      <a:pt x="26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7"/>
              <p:cNvSpPr/>
              <p:nvPr/>
            </p:nvSpPr>
            <p:spPr>
              <a:xfrm>
                <a:off x="-3647202" y="3795972"/>
                <a:ext cx="546925" cy="211818"/>
              </a:xfrm>
              <a:custGeom>
                <a:rect b="b" l="l" r="r" t="t"/>
                <a:pathLst>
                  <a:path extrusionOk="0" h="2084" w="5381">
                    <a:moveTo>
                      <a:pt x="1" y="1"/>
                    </a:moveTo>
                    <a:lnTo>
                      <a:pt x="1" y="1744"/>
                    </a:lnTo>
                    <a:cubicBezTo>
                      <a:pt x="1" y="1931"/>
                      <a:pt x="154" y="2083"/>
                      <a:pt x="340" y="2083"/>
                    </a:cubicBezTo>
                    <a:lnTo>
                      <a:pt x="5041" y="2083"/>
                    </a:lnTo>
                    <a:cubicBezTo>
                      <a:pt x="5228" y="2083"/>
                      <a:pt x="5381" y="1931"/>
                      <a:pt x="5381" y="1744"/>
                    </a:cubicBezTo>
                    <a:lnTo>
                      <a:pt x="53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7"/>
              <p:cNvSpPr/>
              <p:nvPr/>
            </p:nvSpPr>
            <p:spPr>
              <a:xfrm>
                <a:off x="-3590081" y="3368470"/>
                <a:ext cx="432681" cy="291199"/>
              </a:xfrm>
              <a:custGeom>
                <a:rect b="b" l="l" r="r" t="t"/>
                <a:pathLst>
                  <a:path extrusionOk="0" h="2865" w="4257">
                    <a:moveTo>
                      <a:pt x="2129" y="1"/>
                    </a:moveTo>
                    <a:cubicBezTo>
                      <a:pt x="955" y="1"/>
                      <a:pt x="0" y="989"/>
                      <a:pt x="0" y="2167"/>
                    </a:cubicBezTo>
                    <a:lnTo>
                      <a:pt x="0" y="2584"/>
                    </a:lnTo>
                    <a:cubicBezTo>
                      <a:pt x="0" y="2739"/>
                      <a:pt x="124" y="2864"/>
                      <a:pt x="278" y="2864"/>
                    </a:cubicBezTo>
                    <a:cubicBezTo>
                      <a:pt x="279" y="2864"/>
                      <a:pt x="279" y="2864"/>
                      <a:pt x="280" y="2864"/>
                    </a:cubicBezTo>
                    <a:lnTo>
                      <a:pt x="3975" y="2864"/>
                    </a:lnTo>
                    <a:cubicBezTo>
                      <a:pt x="4130" y="2864"/>
                      <a:pt x="4256" y="2739"/>
                      <a:pt x="4256" y="2584"/>
                    </a:cubicBezTo>
                    <a:lnTo>
                      <a:pt x="4256" y="2130"/>
                    </a:lnTo>
                    <a:cubicBezTo>
                      <a:pt x="4256" y="968"/>
                      <a:pt x="3322" y="21"/>
                      <a:pt x="2165" y="1"/>
                    </a:cubicBezTo>
                    <a:cubicBezTo>
                      <a:pt x="2153" y="1"/>
                      <a:pt x="2141" y="1"/>
                      <a:pt x="21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7"/>
              <p:cNvSpPr/>
              <p:nvPr/>
            </p:nvSpPr>
            <p:spPr>
              <a:xfrm>
                <a:off x="-3571176" y="3387680"/>
                <a:ext cx="394871" cy="252982"/>
              </a:xfrm>
              <a:custGeom>
                <a:rect b="b" l="l" r="r" t="t"/>
                <a:pathLst>
                  <a:path extrusionOk="0" h="2489" w="3885">
                    <a:moveTo>
                      <a:pt x="1943" y="0"/>
                    </a:moveTo>
                    <a:cubicBezTo>
                      <a:pt x="872" y="0"/>
                      <a:pt x="1" y="870"/>
                      <a:pt x="1" y="1941"/>
                    </a:cubicBezTo>
                    <a:lnTo>
                      <a:pt x="1" y="2488"/>
                    </a:lnTo>
                    <a:lnTo>
                      <a:pt x="3884" y="2488"/>
                    </a:lnTo>
                    <a:lnTo>
                      <a:pt x="3884" y="1941"/>
                    </a:lnTo>
                    <a:cubicBezTo>
                      <a:pt x="3884" y="1478"/>
                      <a:pt x="3720" y="1051"/>
                      <a:pt x="3447" y="717"/>
                    </a:cubicBezTo>
                    <a:cubicBezTo>
                      <a:pt x="3381" y="636"/>
                      <a:pt x="3309" y="559"/>
                      <a:pt x="3230" y="490"/>
                    </a:cubicBezTo>
                    <a:cubicBezTo>
                      <a:pt x="3167" y="435"/>
                      <a:pt x="3100" y="382"/>
                      <a:pt x="3029" y="333"/>
                    </a:cubicBezTo>
                    <a:cubicBezTo>
                      <a:pt x="2754" y="148"/>
                      <a:pt x="2429" y="29"/>
                      <a:pt x="2079" y="5"/>
                    </a:cubicBezTo>
                    <a:cubicBezTo>
                      <a:pt x="2034" y="1"/>
                      <a:pt x="1990" y="0"/>
                      <a:pt x="19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7"/>
              <p:cNvSpPr/>
              <p:nvPr/>
            </p:nvSpPr>
            <p:spPr>
              <a:xfrm>
                <a:off x="-3409062" y="3446530"/>
                <a:ext cx="37302" cy="18600"/>
              </a:xfrm>
              <a:custGeom>
                <a:rect b="b" l="l" r="r" t="t"/>
                <a:pathLst>
                  <a:path extrusionOk="0" h="183" w="367">
                    <a:moveTo>
                      <a:pt x="0" y="0"/>
                    </a:moveTo>
                    <a:lnTo>
                      <a:pt x="0" y="183"/>
                    </a:lnTo>
                    <a:lnTo>
                      <a:pt x="367" y="183"/>
                    </a:lnTo>
                    <a:lnTo>
                      <a:pt x="36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7"/>
              <p:cNvSpPr/>
              <p:nvPr/>
            </p:nvSpPr>
            <p:spPr>
              <a:xfrm>
                <a:off x="-3371862" y="3465029"/>
                <a:ext cx="18803" cy="18803"/>
              </a:xfrm>
              <a:custGeom>
                <a:rect b="b" l="l" r="r" t="t"/>
                <a:pathLst>
                  <a:path extrusionOk="0" h="185" w="185">
                    <a:moveTo>
                      <a:pt x="1" y="1"/>
                    </a:moveTo>
                    <a:lnTo>
                      <a:pt x="1" y="184"/>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7"/>
              <p:cNvSpPr/>
              <p:nvPr/>
            </p:nvSpPr>
            <p:spPr>
              <a:xfrm>
                <a:off x="-3371862" y="3576936"/>
                <a:ext cx="18803" cy="18702"/>
              </a:xfrm>
              <a:custGeom>
                <a:rect b="b" l="l" r="r" t="t"/>
                <a:pathLst>
                  <a:path extrusionOk="0" h="184" w="185">
                    <a:moveTo>
                      <a:pt x="1" y="1"/>
                    </a:moveTo>
                    <a:lnTo>
                      <a:pt x="1" y="184"/>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7"/>
              <p:cNvSpPr/>
              <p:nvPr/>
            </p:nvSpPr>
            <p:spPr>
              <a:xfrm>
                <a:off x="-3353160" y="3483731"/>
                <a:ext cx="18702" cy="18702"/>
              </a:xfrm>
              <a:custGeom>
                <a:rect b="b" l="l" r="r" t="t"/>
                <a:pathLst>
                  <a:path extrusionOk="0" h="184" w="184">
                    <a:moveTo>
                      <a:pt x="0" y="0"/>
                    </a:moveTo>
                    <a:lnTo>
                      <a:pt x="0" y="183"/>
                    </a:lnTo>
                    <a:lnTo>
                      <a:pt x="183" y="183"/>
                    </a:lnTo>
                    <a:lnTo>
                      <a:pt x="1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7"/>
              <p:cNvSpPr/>
              <p:nvPr/>
            </p:nvSpPr>
            <p:spPr>
              <a:xfrm>
                <a:off x="-3353160" y="3558335"/>
                <a:ext cx="18702" cy="18702"/>
              </a:xfrm>
              <a:custGeom>
                <a:rect b="b" l="l" r="r" t="t"/>
                <a:pathLst>
                  <a:path extrusionOk="0" h="184" w="184">
                    <a:moveTo>
                      <a:pt x="0" y="0"/>
                    </a:moveTo>
                    <a:lnTo>
                      <a:pt x="0" y="184"/>
                    </a:lnTo>
                    <a:lnTo>
                      <a:pt x="183" y="184"/>
                    </a:lnTo>
                    <a:lnTo>
                      <a:pt x="1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7"/>
              <p:cNvSpPr/>
              <p:nvPr/>
            </p:nvSpPr>
            <p:spPr>
              <a:xfrm>
                <a:off x="-3334560" y="3502331"/>
                <a:ext cx="18702" cy="18702"/>
              </a:xfrm>
              <a:custGeom>
                <a:rect b="b" l="l" r="r" t="t"/>
                <a:pathLst>
                  <a:path extrusionOk="0" h="184" w="184">
                    <a:moveTo>
                      <a:pt x="0" y="0"/>
                    </a:moveTo>
                    <a:lnTo>
                      <a:pt x="0" y="184"/>
                    </a:lnTo>
                    <a:lnTo>
                      <a:pt x="184" y="184"/>
                    </a:lnTo>
                    <a:lnTo>
                      <a:pt x="1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7"/>
              <p:cNvSpPr/>
              <p:nvPr/>
            </p:nvSpPr>
            <p:spPr>
              <a:xfrm>
                <a:off x="-3334560" y="3539735"/>
                <a:ext cx="18702" cy="18702"/>
              </a:xfrm>
              <a:custGeom>
                <a:rect b="b" l="l" r="r" t="t"/>
                <a:pathLst>
                  <a:path extrusionOk="0" h="184" w="184">
                    <a:moveTo>
                      <a:pt x="0" y="1"/>
                    </a:moveTo>
                    <a:lnTo>
                      <a:pt x="0" y="183"/>
                    </a:lnTo>
                    <a:lnTo>
                      <a:pt x="184" y="183"/>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7"/>
              <p:cNvSpPr/>
              <p:nvPr/>
            </p:nvSpPr>
            <p:spPr>
              <a:xfrm>
                <a:off x="-3315859" y="3521033"/>
                <a:ext cx="18702" cy="18702"/>
              </a:xfrm>
              <a:custGeom>
                <a:rect b="b" l="l" r="r" t="t"/>
                <a:pathLst>
                  <a:path extrusionOk="0" h="184" w="184">
                    <a:moveTo>
                      <a:pt x="1" y="1"/>
                    </a:moveTo>
                    <a:lnTo>
                      <a:pt x="1" y="183"/>
                    </a:lnTo>
                    <a:lnTo>
                      <a:pt x="184" y="183"/>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7"/>
              <p:cNvSpPr/>
              <p:nvPr/>
            </p:nvSpPr>
            <p:spPr>
              <a:xfrm>
                <a:off x="-3427763" y="3465029"/>
                <a:ext cx="18803" cy="130709"/>
              </a:xfrm>
              <a:custGeom>
                <a:rect b="b" l="l" r="r" t="t"/>
                <a:pathLst>
                  <a:path extrusionOk="0" h="1286" w="185">
                    <a:moveTo>
                      <a:pt x="1" y="1"/>
                    </a:moveTo>
                    <a:lnTo>
                      <a:pt x="1" y="184"/>
                    </a:lnTo>
                    <a:lnTo>
                      <a:pt x="1" y="367"/>
                    </a:lnTo>
                    <a:lnTo>
                      <a:pt x="1" y="552"/>
                    </a:lnTo>
                    <a:lnTo>
                      <a:pt x="1" y="736"/>
                    </a:lnTo>
                    <a:lnTo>
                      <a:pt x="1" y="918"/>
                    </a:lnTo>
                    <a:lnTo>
                      <a:pt x="1" y="1102"/>
                    </a:lnTo>
                    <a:lnTo>
                      <a:pt x="1" y="1286"/>
                    </a:lnTo>
                    <a:lnTo>
                      <a:pt x="184" y="1286"/>
                    </a:lnTo>
                    <a:lnTo>
                      <a:pt x="184" y="1102"/>
                    </a:lnTo>
                    <a:lnTo>
                      <a:pt x="184" y="918"/>
                    </a:lnTo>
                    <a:lnTo>
                      <a:pt x="184" y="736"/>
                    </a:lnTo>
                    <a:lnTo>
                      <a:pt x="184" y="552"/>
                    </a:lnTo>
                    <a:lnTo>
                      <a:pt x="184" y="367"/>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7"/>
              <p:cNvSpPr/>
              <p:nvPr/>
            </p:nvSpPr>
            <p:spPr>
              <a:xfrm>
                <a:off x="-3409062" y="3595638"/>
                <a:ext cx="37302" cy="18803"/>
              </a:xfrm>
              <a:custGeom>
                <a:rect b="b" l="l" r="r" t="t"/>
                <a:pathLst>
                  <a:path extrusionOk="0" h="185" w="367">
                    <a:moveTo>
                      <a:pt x="0" y="1"/>
                    </a:moveTo>
                    <a:lnTo>
                      <a:pt x="0" y="184"/>
                    </a:lnTo>
                    <a:lnTo>
                      <a:pt x="367" y="184"/>
                    </a:lnTo>
                    <a:lnTo>
                      <a:pt x="36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7"/>
              <p:cNvSpPr/>
              <p:nvPr/>
            </p:nvSpPr>
            <p:spPr>
              <a:xfrm>
                <a:off x="-3336186" y="3692400"/>
                <a:ext cx="207549" cy="207447"/>
              </a:xfrm>
              <a:custGeom>
                <a:rect b="b" l="l" r="r" t="t"/>
                <a:pathLst>
                  <a:path extrusionOk="0" h="2041" w="2042">
                    <a:moveTo>
                      <a:pt x="1021" y="0"/>
                    </a:moveTo>
                    <a:cubicBezTo>
                      <a:pt x="458" y="0"/>
                      <a:pt x="1" y="456"/>
                      <a:pt x="1" y="1020"/>
                    </a:cubicBezTo>
                    <a:cubicBezTo>
                      <a:pt x="1" y="1583"/>
                      <a:pt x="458" y="2040"/>
                      <a:pt x="1021" y="2040"/>
                    </a:cubicBezTo>
                    <a:cubicBezTo>
                      <a:pt x="1585" y="2040"/>
                      <a:pt x="2042" y="1583"/>
                      <a:pt x="2042" y="1020"/>
                    </a:cubicBezTo>
                    <a:cubicBezTo>
                      <a:pt x="2042" y="456"/>
                      <a:pt x="1585" y="0"/>
                      <a:pt x="1021"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7"/>
              <p:cNvSpPr/>
              <p:nvPr/>
            </p:nvSpPr>
            <p:spPr>
              <a:xfrm>
                <a:off x="-3607461" y="3705004"/>
                <a:ext cx="182139" cy="182139"/>
              </a:xfrm>
              <a:custGeom>
                <a:rect b="b" l="l" r="r" t="t"/>
                <a:pathLst>
                  <a:path extrusionOk="0" h="1792" w="1792">
                    <a:moveTo>
                      <a:pt x="897" y="1"/>
                    </a:moveTo>
                    <a:cubicBezTo>
                      <a:pt x="649" y="1"/>
                      <a:pt x="424" y="100"/>
                      <a:pt x="263" y="263"/>
                    </a:cubicBezTo>
                    <a:cubicBezTo>
                      <a:pt x="102" y="425"/>
                      <a:pt x="1" y="648"/>
                      <a:pt x="1" y="896"/>
                    </a:cubicBezTo>
                    <a:cubicBezTo>
                      <a:pt x="1" y="1390"/>
                      <a:pt x="402" y="1791"/>
                      <a:pt x="897" y="1791"/>
                    </a:cubicBezTo>
                    <a:cubicBezTo>
                      <a:pt x="1390" y="1791"/>
                      <a:pt x="1791" y="1390"/>
                      <a:pt x="1791" y="896"/>
                    </a:cubicBezTo>
                    <a:cubicBezTo>
                      <a:pt x="1791" y="650"/>
                      <a:pt x="1691" y="425"/>
                      <a:pt x="1528" y="263"/>
                    </a:cubicBezTo>
                    <a:cubicBezTo>
                      <a:pt x="1367" y="101"/>
                      <a:pt x="1144" y="1"/>
                      <a:pt x="8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7"/>
              <p:cNvSpPr/>
              <p:nvPr/>
            </p:nvSpPr>
            <p:spPr>
              <a:xfrm>
                <a:off x="-3323380" y="3705004"/>
                <a:ext cx="182139" cy="182139"/>
              </a:xfrm>
              <a:custGeom>
                <a:rect b="b" l="l" r="r" t="t"/>
                <a:pathLst>
                  <a:path extrusionOk="0" h="1792" w="1792">
                    <a:moveTo>
                      <a:pt x="895" y="1"/>
                    </a:moveTo>
                    <a:cubicBezTo>
                      <a:pt x="401" y="1"/>
                      <a:pt x="1" y="401"/>
                      <a:pt x="1" y="896"/>
                    </a:cubicBezTo>
                    <a:cubicBezTo>
                      <a:pt x="1" y="1390"/>
                      <a:pt x="401" y="1791"/>
                      <a:pt x="895" y="1791"/>
                    </a:cubicBezTo>
                    <a:cubicBezTo>
                      <a:pt x="1390" y="1791"/>
                      <a:pt x="1791" y="1390"/>
                      <a:pt x="1791" y="896"/>
                    </a:cubicBezTo>
                    <a:cubicBezTo>
                      <a:pt x="1791" y="401"/>
                      <a:pt x="1390" y="1"/>
                      <a:pt x="8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7"/>
              <p:cNvSpPr/>
              <p:nvPr/>
            </p:nvSpPr>
            <p:spPr>
              <a:xfrm>
                <a:off x="-3585812" y="3726653"/>
                <a:ext cx="138840" cy="138840"/>
              </a:xfrm>
              <a:custGeom>
                <a:rect b="b" l="l" r="r" t="t"/>
                <a:pathLst>
                  <a:path extrusionOk="0" h="1366" w="1366">
                    <a:moveTo>
                      <a:pt x="500" y="1"/>
                    </a:moveTo>
                    <a:lnTo>
                      <a:pt x="500" y="500"/>
                    </a:lnTo>
                    <a:lnTo>
                      <a:pt x="1" y="500"/>
                    </a:lnTo>
                    <a:lnTo>
                      <a:pt x="1" y="866"/>
                    </a:lnTo>
                    <a:lnTo>
                      <a:pt x="500" y="866"/>
                    </a:lnTo>
                    <a:lnTo>
                      <a:pt x="500" y="1366"/>
                    </a:lnTo>
                    <a:lnTo>
                      <a:pt x="866" y="1366"/>
                    </a:lnTo>
                    <a:lnTo>
                      <a:pt x="866" y="866"/>
                    </a:lnTo>
                    <a:lnTo>
                      <a:pt x="1366" y="866"/>
                    </a:lnTo>
                    <a:lnTo>
                      <a:pt x="1366" y="500"/>
                    </a:lnTo>
                    <a:lnTo>
                      <a:pt x="866" y="500"/>
                    </a:lnTo>
                    <a:lnTo>
                      <a:pt x="86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7"/>
              <p:cNvSpPr/>
              <p:nvPr/>
            </p:nvSpPr>
            <p:spPr>
              <a:xfrm>
                <a:off x="-3548307" y="3929529"/>
                <a:ext cx="349235" cy="78263"/>
              </a:xfrm>
              <a:custGeom>
                <a:rect b="b" l="l" r="r" t="t"/>
                <a:pathLst>
                  <a:path extrusionOk="0" h="770" w="3436">
                    <a:moveTo>
                      <a:pt x="687" y="0"/>
                    </a:moveTo>
                    <a:cubicBezTo>
                      <a:pt x="433" y="0"/>
                      <a:pt x="207" y="161"/>
                      <a:pt x="126" y="402"/>
                    </a:cubicBezTo>
                    <a:lnTo>
                      <a:pt x="1" y="769"/>
                    </a:lnTo>
                    <a:lnTo>
                      <a:pt x="3435" y="769"/>
                    </a:lnTo>
                    <a:lnTo>
                      <a:pt x="3311" y="402"/>
                    </a:lnTo>
                    <a:cubicBezTo>
                      <a:pt x="3228" y="161"/>
                      <a:pt x="3003" y="0"/>
                      <a:pt x="27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7"/>
              <p:cNvSpPr/>
              <p:nvPr/>
            </p:nvSpPr>
            <p:spPr>
              <a:xfrm>
                <a:off x="-3399812" y="3311551"/>
                <a:ext cx="52243" cy="26325"/>
              </a:xfrm>
              <a:custGeom>
                <a:rect b="b" l="l" r="r" t="t"/>
                <a:pathLst>
                  <a:path extrusionOk="0" h="259" w="514">
                    <a:moveTo>
                      <a:pt x="257" y="1"/>
                    </a:moveTo>
                    <a:cubicBezTo>
                      <a:pt x="171" y="1"/>
                      <a:pt x="85" y="4"/>
                      <a:pt x="0" y="13"/>
                    </a:cubicBezTo>
                    <a:cubicBezTo>
                      <a:pt x="6" y="151"/>
                      <a:pt x="119" y="259"/>
                      <a:pt x="257" y="259"/>
                    </a:cubicBezTo>
                    <a:cubicBezTo>
                      <a:pt x="394" y="259"/>
                      <a:pt x="507" y="151"/>
                      <a:pt x="513" y="13"/>
                    </a:cubicBezTo>
                    <a:cubicBezTo>
                      <a:pt x="429" y="6"/>
                      <a:pt x="343" y="2"/>
                      <a:pt x="2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7"/>
              <p:cNvSpPr/>
              <p:nvPr/>
            </p:nvSpPr>
            <p:spPr>
              <a:xfrm>
                <a:off x="-3389954" y="3991428"/>
                <a:ext cx="32626" cy="16364"/>
              </a:xfrm>
              <a:custGeom>
                <a:rect b="b" l="l" r="r" t="t"/>
                <a:pathLst>
                  <a:path extrusionOk="0" h="161" w="321">
                    <a:moveTo>
                      <a:pt x="162" y="0"/>
                    </a:moveTo>
                    <a:cubicBezTo>
                      <a:pt x="161" y="0"/>
                      <a:pt x="161" y="0"/>
                      <a:pt x="160" y="0"/>
                    </a:cubicBezTo>
                    <a:cubicBezTo>
                      <a:pt x="70" y="0"/>
                      <a:pt x="0" y="73"/>
                      <a:pt x="0" y="160"/>
                    </a:cubicBezTo>
                    <a:lnTo>
                      <a:pt x="320" y="160"/>
                    </a:lnTo>
                    <a:cubicBezTo>
                      <a:pt x="320" y="72"/>
                      <a:pt x="250" y="0"/>
                      <a:pt x="1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7"/>
              <p:cNvSpPr/>
              <p:nvPr/>
            </p:nvSpPr>
            <p:spPr>
              <a:xfrm>
                <a:off x="-3259856" y="3718217"/>
                <a:ext cx="54886" cy="54886"/>
              </a:xfrm>
              <a:custGeom>
                <a:rect b="b" l="l" r="r" t="t"/>
                <a:pathLst>
                  <a:path extrusionOk="0" h="540" w="540">
                    <a:moveTo>
                      <a:pt x="270" y="1"/>
                    </a:moveTo>
                    <a:cubicBezTo>
                      <a:pt x="122" y="1"/>
                      <a:pt x="1" y="122"/>
                      <a:pt x="1" y="270"/>
                    </a:cubicBezTo>
                    <a:cubicBezTo>
                      <a:pt x="1" y="420"/>
                      <a:pt x="122" y="540"/>
                      <a:pt x="270" y="540"/>
                    </a:cubicBezTo>
                    <a:cubicBezTo>
                      <a:pt x="419" y="540"/>
                      <a:pt x="540" y="420"/>
                      <a:pt x="540" y="270"/>
                    </a:cubicBezTo>
                    <a:cubicBezTo>
                      <a:pt x="540" y="122"/>
                      <a:pt x="419" y="1"/>
                      <a:pt x="270"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7"/>
              <p:cNvSpPr/>
              <p:nvPr/>
            </p:nvSpPr>
            <p:spPr>
              <a:xfrm>
                <a:off x="-3259856" y="3818943"/>
                <a:ext cx="54886" cy="54987"/>
              </a:xfrm>
              <a:custGeom>
                <a:rect b="b" l="l" r="r" t="t"/>
                <a:pathLst>
                  <a:path extrusionOk="0" h="541" w="540">
                    <a:moveTo>
                      <a:pt x="270" y="1"/>
                    </a:moveTo>
                    <a:cubicBezTo>
                      <a:pt x="122" y="1"/>
                      <a:pt x="1" y="122"/>
                      <a:pt x="1" y="270"/>
                    </a:cubicBezTo>
                    <a:cubicBezTo>
                      <a:pt x="1" y="419"/>
                      <a:pt x="122" y="540"/>
                      <a:pt x="270" y="540"/>
                    </a:cubicBezTo>
                    <a:cubicBezTo>
                      <a:pt x="419" y="540"/>
                      <a:pt x="539" y="419"/>
                      <a:pt x="540" y="270"/>
                    </a:cubicBezTo>
                    <a:cubicBezTo>
                      <a:pt x="540" y="122"/>
                      <a:pt x="419" y="1"/>
                      <a:pt x="270"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7"/>
              <p:cNvSpPr/>
              <p:nvPr/>
            </p:nvSpPr>
            <p:spPr>
              <a:xfrm>
                <a:off x="-3310167" y="3768631"/>
                <a:ext cx="54886" cy="54987"/>
              </a:xfrm>
              <a:custGeom>
                <a:rect b="b" l="l" r="r" t="t"/>
                <a:pathLst>
                  <a:path extrusionOk="0" h="541" w="540">
                    <a:moveTo>
                      <a:pt x="270" y="0"/>
                    </a:moveTo>
                    <a:cubicBezTo>
                      <a:pt x="121" y="0"/>
                      <a:pt x="1" y="121"/>
                      <a:pt x="1" y="270"/>
                    </a:cubicBezTo>
                    <a:cubicBezTo>
                      <a:pt x="1" y="419"/>
                      <a:pt x="121" y="540"/>
                      <a:pt x="270" y="540"/>
                    </a:cubicBezTo>
                    <a:cubicBezTo>
                      <a:pt x="419" y="540"/>
                      <a:pt x="539" y="419"/>
                      <a:pt x="539" y="270"/>
                    </a:cubicBezTo>
                    <a:cubicBezTo>
                      <a:pt x="539" y="121"/>
                      <a:pt x="419" y="0"/>
                      <a:pt x="270"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7"/>
              <p:cNvSpPr/>
              <p:nvPr/>
            </p:nvSpPr>
            <p:spPr>
              <a:xfrm>
                <a:off x="-3209443" y="3768631"/>
                <a:ext cx="54784" cy="54987"/>
              </a:xfrm>
              <a:custGeom>
                <a:rect b="b" l="l" r="r" t="t"/>
                <a:pathLst>
                  <a:path extrusionOk="0" h="541" w="539">
                    <a:moveTo>
                      <a:pt x="270" y="0"/>
                    </a:moveTo>
                    <a:cubicBezTo>
                      <a:pt x="121" y="0"/>
                      <a:pt x="0" y="121"/>
                      <a:pt x="0" y="270"/>
                    </a:cubicBezTo>
                    <a:cubicBezTo>
                      <a:pt x="0" y="419"/>
                      <a:pt x="121" y="540"/>
                      <a:pt x="270" y="540"/>
                    </a:cubicBezTo>
                    <a:cubicBezTo>
                      <a:pt x="418" y="540"/>
                      <a:pt x="539" y="419"/>
                      <a:pt x="539" y="270"/>
                    </a:cubicBezTo>
                    <a:cubicBezTo>
                      <a:pt x="539" y="121"/>
                      <a:pt x="418" y="0"/>
                      <a:pt x="270"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7" name="Google Shape;6817;p87"/>
            <p:cNvGrpSpPr/>
            <p:nvPr/>
          </p:nvGrpSpPr>
          <p:grpSpPr>
            <a:xfrm>
              <a:off x="892485" y="95529"/>
              <a:ext cx="383313" cy="362120"/>
              <a:chOff x="-1174275" y="581450"/>
              <a:chExt cx="370100" cy="349638"/>
            </a:xfrm>
          </p:grpSpPr>
          <p:sp>
            <p:nvSpPr>
              <p:cNvPr id="6818" name="Google Shape;6818;p87"/>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7"/>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0" name="Google Shape;6820;p87"/>
            <p:cNvGrpSpPr/>
            <p:nvPr/>
          </p:nvGrpSpPr>
          <p:grpSpPr>
            <a:xfrm>
              <a:off x="8811915" y="3811635"/>
              <a:ext cx="261189" cy="248344"/>
              <a:chOff x="5164484" y="526738"/>
              <a:chExt cx="133266" cy="126713"/>
            </a:xfrm>
          </p:grpSpPr>
          <p:sp>
            <p:nvSpPr>
              <p:cNvPr id="6821" name="Google Shape;6821;p87"/>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7"/>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6823" name="Shape 6823"/>
        <p:cNvGrpSpPr/>
        <p:nvPr/>
      </p:nvGrpSpPr>
      <p:grpSpPr>
        <a:xfrm>
          <a:off x="0" y="0"/>
          <a:ext cx="0" cy="0"/>
          <a:chOff x="0" y="0"/>
          <a:chExt cx="0" cy="0"/>
        </a:xfrm>
      </p:grpSpPr>
      <p:sp>
        <p:nvSpPr>
          <p:cNvPr id="6824" name="Google Shape;6824;p8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6825" name="Google Shape;6825;p88"/>
          <p:cNvSpPr txBox="1"/>
          <p:nvPr>
            <p:ph idx="1" type="subTitle"/>
          </p:nvPr>
        </p:nvSpPr>
        <p:spPr>
          <a:xfrm>
            <a:off x="1170760" y="2966037"/>
            <a:ext cx="6802500" cy="1430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826" name="Google Shape;6826;p88"/>
          <p:cNvSpPr txBox="1"/>
          <p:nvPr>
            <p:ph idx="2" type="subTitle"/>
          </p:nvPr>
        </p:nvSpPr>
        <p:spPr>
          <a:xfrm>
            <a:off x="1170745" y="1377550"/>
            <a:ext cx="6802500" cy="1430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6827" name="Google Shape;6827;p88"/>
          <p:cNvGrpSpPr/>
          <p:nvPr/>
        </p:nvGrpSpPr>
        <p:grpSpPr>
          <a:xfrm>
            <a:off x="-237509" y="-103222"/>
            <a:ext cx="9572349" cy="5145323"/>
            <a:chOff x="-237509" y="-103222"/>
            <a:chExt cx="9572349" cy="5145323"/>
          </a:xfrm>
        </p:grpSpPr>
        <p:grpSp>
          <p:nvGrpSpPr>
            <p:cNvPr id="6828" name="Google Shape;6828;p88"/>
            <p:cNvGrpSpPr/>
            <p:nvPr/>
          </p:nvGrpSpPr>
          <p:grpSpPr>
            <a:xfrm>
              <a:off x="137891" y="-103222"/>
              <a:ext cx="9196949" cy="5145323"/>
              <a:chOff x="137891" y="-103222"/>
              <a:chExt cx="9196949" cy="5145323"/>
            </a:xfrm>
          </p:grpSpPr>
          <p:grpSp>
            <p:nvGrpSpPr>
              <p:cNvPr id="6829" name="Google Shape;6829;p88"/>
              <p:cNvGrpSpPr/>
              <p:nvPr/>
            </p:nvGrpSpPr>
            <p:grpSpPr>
              <a:xfrm rot="-1589773">
                <a:off x="7998786" y="104826"/>
                <a:ext cx="1171386" cy="1013975"/>
                <a:chOff x="3725309" y="381575"/>
                <a:chExt cx="533375" cy="461700"/>
              </a:xfrm>
            </p:grpSpPr>
            <p:sp>
              <p:nvSpPr>
                <p:cNvPr id="6830" name="Google Shape;6830;p88"/>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8"/>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8"/>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8"/>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8"/>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8"/>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8"/>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8"/>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8"/>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8"/>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8"/>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8"/>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8"/>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8"/>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8"/>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5" name="Google Shape;6845;p88"/>
              <p:cNvGrpSpPr/>
              <p:nvPr/>
            </p:nvGrpSpPr>
            <p:grpSpPr>
              <a:xfrm>
                <a:off x="8338936" y="4309852"/>
                <a:ext cx="597561" cy="732248"/>
                <a:chOff x="-476487" y="1228650"/>
                <a:chExt cx="263475" cy="322875"/>
              </a:xfrm>
            </p:grpSpPr>
            <p:sp>
              <p:nvSpPr>
                <p:cNvPr id="6846" name="Google Shape;6846;p88"/>
                <p:cNvSpPr/>
                <p:nvPr/>
              </p:nvSpPr>
              <p:spPr>
                <a:xfrm>
                  <a:off x="-476487" y="1228650"/>
                  <a:ext cx="263475" cy="322875"/>
                </a:xfrm>
                <a:custGeom>
                  <a:rect b="b" l="l" r="r" t="t"/>
                  <a:pathLst>
                    <a:path extrusionOk="0" h="12915" w="10539">
                      <a:moveTo>
                        <a:pt x="1124" y="0"/>
                      </a:moveTo>
                      <a:lnTo>
                        <a:pt x="1" y="12848"/>
                      </a:lnTo>
                      <a:lnTo>
                        <a:pt x="8339" y="12900"/>
                      </a:lnTo>
                      <a:lnTo>
                        <a:pt x="10538" y="12915"/>
                      </a:lnTo>
                      <a:lnTo>
                        <a:pt x="10124" y="222"/>
                      </a:lnTo>
                      <a:lnTo>
                        <a:pt x="8471" y="182"/>
                      </a:lnTo>
                      <a:lnTo>
                        <a:pt x="1124"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7" name="Google Shape;6847;p88"/>
                <p:cNvGrpSpPr/>
                <p:nvPr/>
              </p:nvGrpSpPr>
              <p:grpSpPr>
                <a:xfrm>
                  <a:off x="-476487" y="1228650"/>
                  <a:ext cx="263475" cy="322875"/>
                  <a:chOff x="-4190125" y="677000"/>
                  <a:chExt cx="263475" cy="322875"/>
                </a:xfrm>
              </p:grpSpPr>
              <p:sp>
                <p:nvSpPr>
                  <p:cNvPr id="6848" name="Google Shape;6848;p88"/>
                  <p:cNvSpPr/>
                  <p:nvPr/>
                </p:nvSpPr>
                <p:spPr>
                  <a:xfrm>
                    <a:off x="-4190125" y="677000"/>
                    <a:ext cx="263475" cy="322875"/>
                  </a:xfrm>
                  <a:custGeom>
                    <a:rect b="b" l="l" r="r" t="t"/>
                    <a:pathLst>
                      <a:path extrusionOk="0" h="12915" w="10539">
                        <a:moveTo>
                          <a:pt x="1124" y="0"/>
                        </a:moveTo>
                        <a:lnTo>
                          <a:pt x="1" y="12848"/>
                        </a:lnTo>
                        <a:lnTo>
                          <a:pt x="8339" y="12900"/>
                        </a:lnTo>
                        <a:lnTo>
                          <a:pt x="10538" y="12915"/>
                        </a:lnTo>
                        <a:lnTo>
                          <a:pt x="10124" y="222"/>
                        </a:lnTo>
                        <a:lnTo>
                          <a:pt x="8471" y="183"/>
                        </a:lnTo>
                        <a:lnTo>
                          <a:pt x="11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8"/>
                  <p:cNvSpPr/>
                  <p:nvPr/>
                </p:nvSpPr>
                <p:spPr>
                  <a:xfrm>
                    <a:off x="-3981650" y="681550"/>
                    <a:ext cx="55000" cy="318325"/>
                  </a:xfrm>
                  <a:custGeom>
                    <a:rect b="b" l="l" r="r" t="t"/>
                    <a:pathLst>
                      <a:path extrusionOk="0" h="12733" w="2200">
                        <a:moveTo>
                          <a:pt x="132" y="1"/>
                        </a:moveTo>
                        <a:lnTo>
                          <a:pt x="0" y="12718"/>
                        </a:lnTo>
                        <a:lnTo>
                          <a:pt x="2199" y="12733"/>
                        </a:lnTo>
                        <a:lnTo>
                          <a:pt x="1785" y="40"/>
                        </a:lnTo>
                        <a:lnTo>
                          <a:pt x="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8"/>
                  <p:cNvSpPr/>
                  <p:nvPr/>
                </p:nvSpPr>
                <p:spPr>
                  <a:xfrm>
                    <a:off x="-4130225" y="705650"/>
                    <a:ext cx="97075" cy="90600"/>
                  </a:xfrm>
                  <a:custGeom>
                    <a:rect b="b" l="l" r="r" t="t"/>
                    <a:pathLst>
                      <a:path extrusionOk="0" h="3624" w="3883">
                        <a:moveTo>
                          <a:pt x="1944" y="1"/>
                        </a:moveTo>
                        <a:cubicBezTo>
                          <a:pt x="1853" y="1"/>
                          <a:pt x="1761" y="7"/>
                          <a:pt x="1669" y="21"/>
                        </a:cubicBezTo>
                        <a:cubicBezTo>
                          <a:pt x="679" y="172"/>
                          <a:pt x="0" y="1096"/>
                          <a:pt x="151" y="2084"/>
                        </a:cubicBezTo>
                        <a:cubicBezTo>
                          <a:pt x="287" y="2982"/>
                          <a:pt x="1060" y="3623"/>
                          <a:pt x="1940" y="3623"/>
                        </a:cubicBezTo>
                        <a:cubicBezTo>
                          <a:pt x="2030" y="3623"/>
                          <a:pt x="2122" y="3617"/>
                          <a:pt x="2215" y="3603"/>
                        </a:cubicBezTo>
                        <a:cubicBezTo>
                          <a:pt x="3203" y="3452"/>
                          <a:pt x="3882" y="2527"/>
                          <a:pt x="3732" y="1539"/>
                        </a:cubicBezTo>
                        <a:cubicBezTo>
                          <a:pt x="3595" y="642"/>
                          <a:pt x="2823" y="1"/>
                          <a:pt x="1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8"/>
                  <p:cNvSpPr/>
                  <p:nvPr/>
                </p:nvSpPr>
                <p:spPr>
                  <a:xfrm>
                    <a:off x="-4100850" y="732800"/>
                    <a:ext cx="38350" cy="36275"/>
                  </a:xfrm>
                  <a:custGeom>
                    <a:rect b="b" l="l" r="r" t="t"/>
                    <a:pathLst>
                      <a:path extrusionOk="0" h="1451" w="1534">
                        <a:moveTo>
                          <a:pt x="765" y="1"/>
                        </a:moveTo>
                        <a:cubicBezTo>
                          <a:pt x="402" y="1"/>
                          <a:pt x="90" y="272"/>
                          <a:pt x="47" y="641"/>
                        </a:cubicBezTo>
                        <a:cubicBezTo>
                          <a:pt x="1" y="1039"/>
                          <a:pt x="285" y="1399"/>
                          <a:pt x="683" y="1445"/>
                        </a:cubicBezTo>
                        <a:cubicBezTo>
                          <a:pt x="711" y="1449"/>
                          <a:pt x="740" y="1450"/>
                          <a:pt x="768" y="1450"/>
                        </a:cubicBezTo>
                        <a:cubicBezTo>
                          <a:pt x="1130" y="1450"/>
                          <a:pt x="1443" y="1178"/>
                          <a:pt x="1487" y="810"/>
                        </a:cubicBezTo>
                        <a:cubicBezTo>
                          <a:pt x="1533" y="412"/>
                          <a:pt x="1247" y="52"/>
                          <a:pt x="850" y="6"/>
                        </a:cubicBezTo>
                        <a:cubicBezTo>
                          <a:pt x="821" y="2"/>
                          <a:pt x="793"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8"/>
                  <p:cNvSpPr/>
                  <p:nvPr/>
                </p:nvSpPr>
                <p:spPr>
                  <a:xfrm>
                    <a:off x="-4155525" y="827725"/>
                    <a:ext cx="133525" cy="126375"/>
                  </a:xfrm>
                  <a:custGeom>
                    <a:rect b="b" l="l" r="r" t="t"/>
                    <a:pathLst>
                      <a:path extrusionOk="0" h="5055" w="5341">
                        <a:moveTo>
                          <a:pt x="2668" y="1"/>
                        </a:moveTo>
                        <a:cubicBezTo>
                          <a:pt x="1402" y="1"/>
                          <a:pt x="309" y="950"/>
                          <a:pt x="161" y="2237"/>
                        </a:cubicBezTo>
                        <a:cubicBezTo>
                          <a:pt x="1" y="3623"/>
                          <a:pt x="993" y="4875"/>
                          <a:pt x="2379" y="5037"/>
                        </a:cubicBezTo>
                        <a:cubicBezTo>
                          <a:pt x="2478" y="5049"/>
                          <a:pt x="2575" y="5054"/>
                          <a:pt x="2672" y="5054"/>
                        </a:cubicBezTo>
                        <a:cubicBezTo>
                          <a:pt x="3937" y="5054"/>
                          <a:pt x="5030" y="4105"/>
                          <a:pt x="5179" y="2819"/>
                        </a:cubicBezTo>
                        <a:cubicBezTo>
                          <a:pt x="5340" y="1433"/>
                          <a:pt x="4346" y="179"/>
                          <a:pt x="2960" y="18"/>
                        </a:cubicBezTo>
                        <a:cubicBezTo>
                          <a:pt x="2862" y="6"/>
                          <a:pt x="2764" y="1"/>
                          <a:pt x="2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8"/>
                  <p:cNvSpPr/>
                  <p:nvPr/>
                </p:nvSpPr>
                <p:spPr>
                  <a:xfrm>
                    <a:off x="-4116600" y="864625"/>
                    <a:ext cx="55600" cy="52625"/>
                  </a:xfrm>
                  <a:custGeom>
                    <a:rect b="b" l="l" r="r" t="t"/>
                    <a:pathLst>
                      <a:path extrusionOk="0" h="2105" w="2224">
                        <a:moveTo>
                          <a:pt x="1111" y="0"/>
                        </a:moveTo>
                        <a:cubicBezTo>
                          <a:pt x="584" y="0"/>
                          <a:pt x="130" y="394"/>
                          <a:pt x="68" y="931"/>
                        </a:cubicBezTo>
                        <a:cubicBezTo>
                          <a:pt x="1" y="1508"/>
                          <a:pt x="415" y="2030"/>
                          <a:pt x="991" y="2097"/>
                        </a:cubicBezTo>
                        <a:cubicBezTo>
                          <a:pt x="1032" y="2102"/>
                          <a:pt x="1073" y="2104"/>
                          <a:pt x="1113" y="2104"/>
                        </a:cubicBezTo>
                        <a:cubicBezTo>
                          <a:pt x="1640" y="2104"/>
                          <a:pt x="2095" y="1709"/>
                          <a:pt x="2158" y="1173"/>
                        </a:cubicBezTo>
                        <a:cubicBezTo>
                          <a:pt x="2224" y="596"/>
                          <a:pt x="1810" y="74"/>
                          <a:pt x="1234" y="7"/>
                        </a:cubicBezTo>
                        <a:cubicBezTo>
                          <a:pt x="1193" y="2"/>
                          <a:pt x="1152"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8"/>
                  <p:cNvSpPr/>
                  <p:nvPr/>
                </p:nvSpPr>
                <p:spPr>
                  <a:xfrm>
                    <a:off x="-3999000" y="687450"/>
                    <a:ext cx="11200" cy="10600"/>
                  </a:xfrm>
                  <a:custGeom>
                    <a:rect b="b" l="l" r="r" t="t"/>
                    <a:pathLst>
                      <a:path extrusionOk="0" h="424" w="448">
                        <a:moveTo>
                          <a:pt x="224" y="1"/>
                        </a:moveTo>
                        <a:cubicBezTo>
                          <a:pt x="118" y="1"/>
                          <a:pt x="26" y="80"/>
                          <a:pt x="14" y="188"/>
                        </a:cubicBezTo>
                        <a:cubicBezTo>
                          <a:pt x="1" y="304"/>
                          <a:pt x="83" y="408"/>
                          <a:pt x="200" y="422"/>
                        </a:cubicBezTo>
                        <a:cubicBezTo>
                          <a:pt x="208" y="423"/>
                          <a:pt x="216" y="424"/>
                          <a:pt x="225" y="424"/>
                        </a:cubicBezTo>
                        <a:cubicBezTo>
                          <a:pt x="330" y="424"/>
                          <a:pt x="422" y="345"/>
                          <a:pt x="434" y="237"/>
                        </a:cubicBezTo>
                        <a:cubicBezTo>
                          <a:pt x="448" y="121"/>
                          <a:pt x="365" y="16"/>
                          <a:pt x="248" y="2"/>
                        </a:cubicBezTo>
                        <a:cubicBezTo>
                          <a:pt x="240" y="1"/>
                          <a:pt x="232"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8"/>
                  <p:cNvSpPr/>
                  <p:nvPr/>
                </p:nvSpPr>
                <p:spPr>
                  <a:xfrm>
                    <a:off x="-4158425" y="683025"/>
                    <a:ext cx="11175" cy="10625"/>
                  </a:xfrm>
                  <a:custGeom>
                    <a:rect b="b" l="l" r="r" t="t"/>
                    <a:pathLst>
                      <a:path extrusionOk="0" h="425" w="447">
                        <a:moveTo>
                          <a:pt x="225" y="1"/>
                        </a:moveTo>
                        <a:cubicBezTo>
                          <a:pt x="119" y="1"/>
                          <a:pt x="27" y="80"/>
                          <a:pt x="14" y="188"/>
                        </a:cubicBezTo>
                        <a:cubicBezTo>
                          <a:pt x="0" y="304"/>
                          <a:pt x="83" y="408"/>
                          <a:pt x="199" y="423"/>
                        </a:cubicBezTo>
                        <a:cubicBezTo>
                          <a:pt x="207" y="424"/>
                          <a:pt x="215" y="424"/>
                          <a:pt x="222" y="424"/>
                        </a:cubicBezTo>
                        <a:cubicBezTo>
                          <a:pt x="328" y="424"/>
                          <a:pt x="421" y="345"/>
                          <a:pt x="434" y="237"/>
                        </a:cubicBezTo>
                        <a:cubicBezTo>
                          <a:pt x="447" y="120"/>
                          <a:pt x="364" y="16"/>
                          <a:pt x="248" y="2"/>
                        </a:cubicBezTo>
                        <a:cubicBezTo>
                          <a:pt x="240" y="1"/>
                          <a:pt x="232"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8"/>
                  <p:cNvSpPr/>
                  <p:nvPr/>
                </p:nvSpPr>
                <p:spPr>
                  <a:xfrm>
                    <a:off x="-4183975" y="979075"/>
                    <a:ext cx="11200" cy="10625"/>
                  </a:xfrm>
                  <a:custGeom>
                    <a:rect b="b" l="l" r="r" t="t"/>
                    <a:pathLst>
                      <a:path extrusionOk="0" h="425" w="448">
                        <a:moveTo>
                          <a:pt x="225" y="1"/>
                        </a:moveTo>
                        <a:cubicBezTo>
                          <a:pt x="118" y="1"/>
                          <a:pt x="25" y="80"/>
                          <a:pt x="14" y="188"/>
                        </a:cubicBezTo>
                        <a:cubicBezTo>
                          <a:pt x="0" y="304"/>
                          <a:pt x="83" y="409"/>
                          <a:pt x="200" y="423"/>
                        </a:cubicBezTo>
                        <a:cubicBezTo>
                          <a:pt x="207" y="424"/>
                          <a:pt x="215" y="424"/>
                          <a:pt x="223" y="424"/>
                        </a:cubicBezTo>
                        <a:cubicBezTo>
                          <a:pt x="329" y="424"/>
                          <a:pt x="421" y="345"/>
                          <a:pt x="434" y="237"/>
                        </a:cubicBezTo>
                        <a:cubicBezTo>
                          <a:pt x="447" y="121"/>
                          <a:pt x="365" y="16"/>
                          <a:pt x="248" y="2"/>
                        </a:cubicBezTo>
                        <a:cubicBezTo>
                          <a:pt x="240" y="1"/>
                          <a:pt x="233"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8"/>
                  <p:cNvSpPr/>
                  <p:nvPr/>
                </p:nvSpPr>
                <p:spPr>
                  <a:xfrm>
                    <a:off x="-4000300" y="980975"/>
                    <a:ext cx="11200" cy="10600"/>
                  </a:xfrm>
                  <a:custGeom>
                    <a:rect b="b" l="l" r="r" t="t"/>
                    <a:pathLst>
                      <a:path extrusionOk="0" h="424" w="448">
                        <a:moveTo>
                          <a:pt x="222" y="1"/>
                        </a:moveTo>
                        <a:cubicBezTo>
                          <a:pt x="115" y="1"/>
                          <a:pt x="25" y="81"/>
                          <a:pt x="14" y="188"/>
                        </a:cubicBezTo>
                        <a:cubicBezTo>
                          <a:pt x="0" y="305"/>
                          <a:pt x="83" y="409"/>
                          <a:pt x="199" y="422"/>
                        </a:cubicBezTo>
                        <a:cubicBezTo>
                          <a:pt x="208" y="423"/>
                          <a:pt x="216" y="424"/>
                          <a:pt x="224" y="424"/>
                        </a:cubicBezTo>
                        <a:cubicBezTo>
                          <a:pt x="329" y="424"/>
                          <a:pt x="420" y="345"/>
                          <a:pt x="434" y="237"/>
                        </a:cubicBezTo>
                        <a:cubicBezTo>
                          <a:pt x="447" y="121"/>
                          <a:pt x="363" y="17"/>
                          <a:pt x="248" y="2"/>
                        </a:cubicBezTo>
                        <a:cubicBezTo>
                          <a:pt x="239" y="1"/>
                          <a:pt x="230" y="1"/>
                          <a:pt x="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58" name="Google Shape;6858;p88"/>
              <p:cNvGrpSpPr/>
              <p:nvPr/>
            </p:nvGrpSpPr>
            <p:grpSpPr>
              <a:xfrm>
                <a:off x="7733087" y="76602"/>
                <a:ext cx="456558" cy="368424"/>
                <a:chOff x="-1636175" y="409550"/>
                <a:chExt cx="448750" cy="362088"/>
              </a:xfrm>
            </p:grpSpPr>
            <p:sp>
              <p:nvSpPr>
                <p:cNvPr id="6859" name="Google Shape;6859;p88"/>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8"/>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1" name="Google Shape;6861;p88"/>
              <p:cNvGrpSpPr/>
              <p:nvPr/>
            </p:nvGrpSpPr>
            <p:grpSpPr>
              <a:xfrm>
                <a:off x="137891" y="4334676"/>
                <a:ext cx="735612" cy="682607"/>
                <a:chOff x="-3345900" y="2555950"/>
                <a:chExt cx="464050" cy="430613"/>
              </a:xfrm>
            </p:grpSpPr>
            <p:sp>
              <p:nvSpPr>
                <p:cNvPr id="6862" name="Google Shape;6862;p88"/>
                <p:cNvSpPr/>
                <p:nvPr/>
              </p:nvSpPr>
              <p:spPr>
                <a:xfrm>
                  <a:off x="-3345900" y="2555950"/>
                  <a:ext cx="464050" cy="430575"/>
                </a:xfrm>
                <a:custGeom>
                  <a:rect b="b" l="l" r="r" t="t"/>
                  <a:pathLst>
                    <a:path extrusionOk="0" h="17223" w="18562">
                      <a:moveTo>
                        <a:pt x="9284" y="7756"/>
                      </a:moveTo>
                      <a:cubicBezTo>
                        <a:pt x="9503" y="7756"/>
                        <a:pt x="9723" y="7840"/>
                        <a:pt x="9889" y="8006"/>
                      </a:cubicBezTo>
                      <a:cubicBezTo>
                        <a:pt x="10224" y="8341"/>
                        <a:pt x="10224" y="8883"/>
                        <a:pt x="9889" y="9218"/>
                      </a:cubicBezTo>
                      <a:cubicBezTo>
                        <a:pt x="9723" y="9385"/>
                        <a:pt x="9504" y="9469"/>
                        <a:pt x="9285" y="9469"/>
                      </a:cubicBezTo>
                      <a:cubicBezTo>
                        <a:pt x="9066" y="9469"/>
                        <a:pt x="8846" y="9385"/>
                        <a:pt x="8679" y="9218"/>
                      </a:cubicBezTo>
                      <a:cubicBezTo>
                        <a:pt x="8344" y="8883"/>
                        <a:pt x="8344" y="8341"/>
                        <a:pt x="8679" y="8006"/>
                      </a:cubicBezTo>
                      <a:cubicBezTo>
                        <a:pt x="8845" y="7840"/>
                        <a:pt x="9065" y="7756"/>
                        <a:pt x="9284" y="7756"/>
                      </a:cubicBezTo>
                      <a:close/>
                      <a:moveTo>
                        <a:pt x="9286" y="0"/>
                      </a:moveTo>
                      <a:cubicBezTo>
                        <a:pt x="8069" y="0"/>
                        <a:pt x="6853" y="257"/>
                        <a:pt x="5724" y="769"/>
                      </a:cubicBezTo>
                      <a:cubicBezTo>
                        <a:pt x="4809" y="1184"/>
                        <a:pt x="3949" y="1768"/>
                        <a:pt x="3196" y="2521"/>
                      </a:cubicBezTo>
                      <a:cubicBezTo>
                        <a:pt x="2441" y="3275"/>
                        <a:pt x="1857" y="4134"/>
                        <a:pt x="1440" y="5052"/>
                      </a:cubicBezTo>
                      <a:cubicBezTo>
                        <a:pt x="1" y="8223"/>
                        <a:pt x="585" y="12091"/>
                        <a:pt x="3196" y="14701"/>
                      </a:cubicBezTo>
                      <a:cubicBezTo>
                        <a:pt x="4876" y="16382"/>
                        <a:pt x="7079" y="17223"/>
                        <a:pt x="9282" y="17223"/>
                      </a:cubicBezTo>
                      <a:cubicBezTo>
                        <a:pt x="10475" y="17223"/>
                        <a:pt x="11668" y="16976"/>
                        <a:pt x="12778" y="16483"/>
                      </a:cubicBezTo>
                      <a:cubicBezTo>
                        <a:pt x="13719" y="16068"/>
                        <a:pt x="14599" y="15473"/>
                        <a:pt x="15373" y="14701"/>
                      </a:cubicBezTo>
                      <a:cubicBezTo>
                        <a:pt x="16146" y="13928"/>
                        <a:pt x="16741" y="13045"/>
                        <a:pt x="17156" y="12106"/>
                      </a:cubicBezTo>
                      <a:cubicBezTo>
                        <a:pt x="18561" y="8945"/>
                        <a:pt x="17967" y="5115"/>
                        <a:pt x="15373" y="2521"/>
                      </a:cubicBezTo>
                      <a:cubicBezTo>
                        <a:pt x="13691" y="840"/>
                        <a:pt x="11488" y="0"/>
                        <a:pt x="928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3" name="Google Shape;6863;p88"/>
                <p:cNvGrpSpPr/>
                <p:nvPr/>
              </p:nvGrpSpPr>
              <p:grpSpPr>
                <a:xfrm>
                  <a:off x="-3345900" y="2555988"/>
                  <a:ext cx="464050" cy="430575"/>
                  <a:chOff x="-3345900" y="1288025"/>
                  <a:chExt cx="464050" cy="430575"/>
                </a:xfrm>
              </p:grpSpPr>
              <p:sp>
                <p:nvSpPr>
                  <p:cNvPr id="6864" name="Google Shape;6864;p88"/>
                  <p:cNvSpPr/>
                  <p:nvPr/>
                </p:nvSpPr>
                <p:spPr>
                  <a:xfrm>
                    <a:off x="-3345900" y="1288025"/>
                    <a:ext cx="464050" cy="430575"/>
                  </a:xfrm>
                  <a:custGeom>
                    <a:rect b="b" l="l" r="r" t="t"/>
                    <a:pathLst>
                      <a:path extrusionOk="0" h="17223" w="18562">
                        <a:moveTo>
                          <a:pt x="9284" y="7757"/>
                        </a:moveTo>
                        <a:cubicBezTo>
                          <a:pt x="9503" y="7757"/>
                          <a:pt x="9723" y="7840"/>
                          <a:pt x="9889" y="8007"/>
                        </a:cubicBezTo>
                        <a:cubicBezTo>
                          <a:pt x="10224" y="8341"/>
                          <a:pt x="10224" y="8885"/>
                          <a:pt x="9889" y="9218"/>
                        </a:cubicBezTo>
                        <a:cubicBezTo>
                          <a:pt x="9723" y="9385"/>
                          <a:pt x="9504" y="9469"/>
                          <a:pt x="9285" y="9469"/>
                        </a:cubicBezTo>
                        <a:cubicBezTo>
                          <a:pt x="9066" y="9469"/>
                          <a:pt x="8846" y="9385"/>
                          <a:pt x="8679" y="9218"/>
                        </a:cubicBezTo>
                        <a:cubicBezTo>
                          <a:pt x="8344" y="8885"/>
                          <a:pt x="8344" y="8341"/>
                          <a:pt x="8679" y="8007"/>
                        </a:cubicBezTo>
                        <a:cubicBezTo>
                          <a:pt x="8845" y="7840"/>
                          <a:pt x="9065" y="7757"/>
                          <a:pt x="9284" y="7757"/>
                        </a:cubicBezTo>
                        <a:close/>
                        <a:moveTo>
                          <a:pt x="9285" y="1"/>
                        </a:moveTo>
                        <a:cubicBezTo>
                          <a:pt x="8069" y="1"/>
                          <a:pt x="6853" y="257"/>
                          <a:pt x="5724" y="769"/>
                        </a:cubicBezTo>
                        <a:cubicBezTo>
                          <a:pt x="4809" y="1184"/>
                          <a:pt x="3949" y="1769"/>
                          <a:pt x="3196" y="2522"/>
                        </a:cubicBezTo>
                        <a:cubicBezTo>
                          <a:pt x="2441" y="3276"/>
                          <a:pt x="1857" y="4134"/>
                          <a:pt x="1440" y="5052"/>
                        </a:cubicBezTo>
                        <a:cubicBezTo>
                          <a:pt x="1" y="8224"/>
                          <a:pt x="585" y="12091"/>
                          <a:pt x="3196" y="14701"/>
                        </a:cubicBezTo>
                        <a:cubicBezTo>
                          <a:pt x="4876" y="16382"/>
                          <a:pt x="7079" y="17223"/>
                          <a:pt x="9282" y="17223"/>
                        </a:cubicBezTo>
                        <a:cubicBezTo>
                          <a:pt x="10475" y="17223"/>
                          <a:pt x="11668" y="16976"/>
                          <a:pt x="12778" y="16483"/>
                        </a:cubicBezTo>
                        <a:cubicBezTo>
                          <a:pt x="13719" y="16068"/>
                          <a:pt x="14599" y="15474"/>
                          <a:pt x="15373" y="14701"/>
                        </a:cubicBezTo>
                        <a:cubicBezTo>
                          <a:pt x="16146" y="13928"/>
                          <a:pt x="16741" y="13046"/>
                          <a:pt x="17156" y="12106"/>
                        </a:cubicBezTo>
                        <a:cubicBezTo>
                          <a:pt x="18561" y="8946"/>
                          <a:pt x="17967" y="5115"/>
                          <a:pt x="15373" y="2522"/>
                        </a:cubicBezTo>
                        <a:cubicBezTo>
                          <a:pt x="13691" y="841"/>
                          <a:pt x="11488" y="1"/>
                          <a:pt x="92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8"/>
                  <p:cNvSpPr/>
                  <p:nvPr/>
                </p:nvSpPr>
                <p:spPr>
                  <a:xfrm>
                    <a:off x="-3215075" y="1411025"/>
                    <a:ext cx="202575" cy="184600"/>
                  </a:xfrm>
                  <a:custGeom>
                    <a:rect b="b" l="l" r="r" t="t"/>
                    <a:pathLst>
                      <a:path extrusionOk="0" h="7384" w="8103">
                        <a:moveTo>
                          <a:pt x="4052" y="2837"/>
                        </a:moveTo>
                        <a:cubicBezTo>
                          <a:pt x="4272" y="2837"/>
                          <a:pt x="4491" y="2920"/>
                          <a:pt x="4658" y="3087"/>
                        </a:cubicBezTo>
                        <a:cubicBezTo>
                          <a:pt x="4993" y="3421"/>
                          <a:pt x="4993" y="3965"/>
                          <a:pt x="4658" y="4298"/>
                        </a:cubicBezTo>
                        <a:cubicBezTo>
                          <a:pt x="4491" y="4465"/>
                          <a:pt x="4272" y="4549"/>
                          <a:pt x="4052" y="4549"/>
                        </a:cubicBezTo>
                        <a:cubicBezTo>
                          <a:pt x="3833" y="4549"/>
                          <a:pt x="3614" y="4465"/>
                          <a:pt x="3447" y="4298"/>
                        </a:cubicBezTo>
                        <a:cubicBezTo>
                          <a:pt x="3112" y="3965"/>
                          <a:pt x="3112" y="3421"/>
                          <a:pt x="3447" y="3087"/>
                        </a:cubicBezTo>
                        <a:cubicBezTo>
                          <a:pt x="3614" y="2920"/>
                          <a:pt x="3833" y="2837"/>
                          <a:pt x="4052" y="2837"/>
                        </a:cubicBezTo>
                        <a:close/>
                        <a:moveTo>
                          <a:pt x="4051" y="1"/>
                        </a:moveTo>
                        <a:cubicBezTo>
                          <a:pt x="3107" y="1"/>
                          <a:pt x="2162" y="361"/>
                          <a:pt x="1442" y="1082"/>
                        </a:cubicBezTo>
                        <a:cubicBezTo>
                          <a:pt x="1" y="2523"/>
                          <a:pt x="1" y="4860"/>
                          <a:pt x="1442" y="6302"/>
                        </a:cubicBezTo>
                        <a:cubicBezTo>
                          <a:pt x="2162" y="7023"/>
                          <a:pt x="3107" y="7383"/>
                          <a:pt x="4052" y="7383"/>
                        </a:cubicBezTo>
                        <a:cubicBezTo>
                          <a:pt x="4997" y="7383"/>
                          <a:pt x="5941" y="7023"/>
                          <a:pt x="6661" y="6302"/>
                        </a:cubicBezTo>
                        <a:cubicBezTo>
                          <a:pt x="8102" y="4860"/>
                          <a:pt x="8102" y="2523"/>
                          <a:pt x="6661" y="1082"/>
                        </a:cubicBezTo>
                        <a:cubicBezTo>
                          <a:pt x="5940" y="361"/>
                          <a:pt x="4995" y="1"/>
                          <a:pt x="40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8"/>
                  <p:cNvSpPr/>
                  <p:nvPr/>
                </p:nvSpPr>
                <p:spPr>
                  <a:xfrm>
                    <a:off x="-3169450" y="1452600"/>
                    <a:ext cx="111350" cy="101450"/>
                  </a:xfrm>
                  <a:custGeom>
                    <a:rect b="b" l="l" r="r" t="t"/>
                    <a:pathLst>
                      <a:path extrusionOk="0" h="4058" w="4454">
                        <a:moveTo>
                          <a:pt x="2227" y="1174"/>
                        </a:moveTo>
                        <a:cubicBezTo>
                          <a:pt x="2447" y="1174"/>
                          <a:pt x="2666" y="1257"/>
                          <a:pt x="2833" y="1424"/>
                        </a:cubicBezTo>
                        <a:cubicBezTo>
                          <a:pt x="3168" y="1758"/>
                          <a:pt x="3168" y="2302"/>
                          <a:pt x="2833" y="2635"/>
                        </a:cubicBezTo>
                        <a:cubicBezTo>
                          <a:pt x="2666" y="2802"/>
                          <a:pt x="2447" y="2886"/>
                          <a:pt x="2227" y="2886"/>
                        </a:cubicBezTo>
                        <a:cubicBezTo>
                          <a:pt x="2008" y="2886"/>
                          <a:pt x="1789" y="2802"/>
                          <a:pt x="1622" y="2635"/>
                        </a:cubicBezTo>
                        <a:cubicBezTo>
                          <a:pt x="1287" y="2302"/>
                          <a:pt x="1287" y="1758"/>
                          <a:pt x="1622" y="1424"/>
                        </a:cubicBezTo>
                        <a:cubicBezTo>
                          <a:pt x="1789" y="1257"/>
                          <a:pt x="2008" y="1174"/>
                          <a:pt x="2227" y="1174"/>
                        </a:cubicBezTo>
                        <a:close/>
                        <a:moveTo>
                          <a:pt x="2227" y="0"/>
                        </a:moveTo>
                        <a:cubicBezTo>
                          <a:pt x="1708" y="0"/>
                          <a:pt x="1188" y="198"/>
                          <a:pt x="792" y="595"/>
                        </a:cubicBezTo>
                        <a:cubicBezTo>
                          <a:pt x="0" y="1386"/>
                          <a:pt x="0" y="2671"/>
                          <a:pt x="792" y="3464"/>
                        </a:cubicBezTo>
                        <a:cubicBezTo>
                          <a:pt x="1188" y="3859"/>
                          <a:pt x="1708" y="4057"/>
                          <a:pt x="2227" y="4057"/>
                        </a:cubicBezTo>
                        <a:cubicBezTo>
                          <a:pt x="2746" y="4057"/>
                          <a:pt x="3265" y="3859"/>
                          <a:pt x="3661" y="3464"/>
                        </a:cubicBezTo>
                        <a:cubicBezTo>
                          <a:pt x="4454" y="2671"/>
                          <a:pt x="4454" y="1386"/>
                          <a:pt x="3661" y="595"/>
                        </a:cubicBezTo>
                        <a:cubicBezTo>
                          <a:pt x="3265" y="198"/>
                          <a:pt x="2746" y="0"/>
                          <a:pt x="22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67" name="Google Shape;6867;p88"/>
              <p:cNvGrpSpPr/>
              <p:nvPr/>
            </p:nvGrpSpPr>
            <p:grpSpPr>
              <a:xfrm>
                <a:off x="374884" y="3986253"/>
                <a:ext cx="185701" cy="172104"/>
                <a:chOff x="3508459" y="336863"/>
                <a:chExt cx="94750" cy="87813"/>
              </a:xfrm>
            </p:grpSpPr>
            <p:sp>
              <p:nvSpPr>
                <p:cNvPr id="6868" name="Google Shape;6868;p88"/>
                <p:cNvSpPr/>
                <p:nvPr/>
              </p:nvSpPr>
              <p:spPr>
                <a:xfrm>
                  <a:off x="3508459" y="336863"/>
                  <a:ext cx="94750" cy="86125"/>
                </a:xfrm>
                <a:custGeom>
                  <a:rect b="b" l="l" r="r" t="t"/>
                  <a:pathLst>
                    <a:path extrusionOk="0" h="3445" w="3790">
                      <a:moveTo>
                        <a:pt x="1897" y="0"/>
                      </a:moveTo>
                      <a:cubicBezTo>
                        <a:pt x="1766" y="0"/>
                        <a:pt x="1633" y="15"/>
                        <a:pt x="1500" y="47"/>
                      </a:cubicBezTo>
                      <a:cubicBezTo>
                        <a:pt x="574" y="265"/>
                        <a:pt x="0" y="1192"/>
                        <a:pt x="219" y="2118"/>
                      </a:cubicBezTo>
                      <a:cubicBezTo>
                        <a:pt x="406" y="2911"/>
                        <a:pt x="1114" y="3445"/>
                        <a:pt x="1895" y="3445"/>
                      </a:cubicBezTo>
                      <a:cubicBezTo>
                        <a:pt x="2026" y="3445"/>
                        <a:pt x="2159" y="3430"/>
                        <a:pt x="2291" y="3399"/>
                      </a:cubicBezTo>
                      <a:cubicBezTo>
                        <a:pt x="3217" y="3180"/>
                        <a:pt x="3790" y="2252"/>
                        <a:pt x="3571" y="1326"/>
                      </a:cubicBezTo>
                      <a:cubicBezTo>
                        <a:pt x="3384" y="534"/>
                        <a:pt x="2678" y="0"/>
                        <a:pt x="1897"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8"/>
                <p:cNvSpPr/>
                <p:nvPr/>
              </p:nvSpPr>
              <p:spPr>
                <a:xfrm>
                  <a:off x="3514125" y="338525"/>
                  <a:ext cx="86100" cy="86150"/>
                </a:xfrm>
                <a:custGeom>
                  <a:rect b="b" l="l" r="r" t="t"/>
                  <a:pathLst>
                    <a:path extrusionOk="0" h="3446" w="3444">
                      <a:moveTo>
                        <a:pt x="1721" y="1"/>
                      </a:moveTo>
                      <a:cubicBezTo>
                        <a:pt x="771" y="1"/>
                        <a:pt x="0" y="772"/>
                        <a:pt x="0" y="1723"/>
                      </a:cubicBezTo>
                      <a:cubicBezTo>
                        <a:pt x="0" y="2674"/>
                        <a:pt x="771" y="3445"/>
                        <a:pt x="1721" y="3445"/>
                      </a:cubicBezTo>
                      <a:cubicBezTo>
                        <a:pt x="2673" y="3445"/>
                        <a:pt x="3444" y="2674"/>
                        <a:pt x="3444" y="1723"/>
                      </a:cubicBezTo>
                      <a:cubicBezTo>
                        <a:pt x="3444" y="772"/>
                        <a:pt x="2673" y="1"/>
                        <a:pt x="17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8"/>
                <p:cNvSpPr/>
                <p:nvPr/>
              </p:nvSpPr>
              <p:spPr>
                <a:xfrm>
                  <a:off x="3514125" y="338525"/>
                  <a:ext cx="86100" cy="43075"/>
                </a:xfrm>
                <a:custGeom>
                  <a:rect b="b" l="l" r="r" t="t"/>
                  <a:pathLst>
                    <a:path extrusionOk="0" h="1723" w="3444">
                      <a:moveTo>
                        <a:pt x="1721" y="1"/>
                      </a:moveTo>
                      <a:cubicBezTo>
                        <a:pt x="771" y="1"/>
                        <a:pt x="0" y="771"/>
                        <a:pt x="0" y="1723"/>
                      </a:cubicBezTo>
                      <a:lnTo>
                        <a:pt x="3444" y="1723"/>
                      </a:lnTo>
                      <a:cubicBezTo>
                        <a:pt x="3444" y="772"/>
                        <a:pt x="2674" y="1"/>
                        <a:pt x="17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1" name="Google Shape;6871;p88"/>
              <p:cNvGrpSpPr/>
              <p:nvPr/>
            </p:nvGrpSpPr>
            <p:grpSpPr>
              <a:xfrm>
                <a:off x="557716" y="105257"/>
                <a:ext cx="311019" cy="311110"/>
                <a:chOff x="5038846" y="235350"/>
                <a:chExt cx="158691" cy="158738"/>
              </a:xfrm>
            </p:grpSpPr>
            <p:sp>
              <p:nvSpPr>
                <p:cNvPr id="6872" name="Google Shape;6872;p88"/>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8"/>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74" name="Google Shape;6874;p88"/>
            <p:cNvGrpSpPr/>
            <p:nvPr/>
          </p:nvGrpSpPr>
          <p:grpSpPr>
            <a:xfrm rot="-2700000">
              <a:off x="-34507" y="718680"/>
              <a:ext cx="980373" cy="980261"/>
              <a:chOff x="223041" y="1065269"/>
              <a:chExt cx="980382" cy="980270"/>
            </a:xfrm>
          </p:grpSpPr>
          <p:sp>
            <p:nvSpPr>
              <p:cNvPr id="6875" name="Google Shape;6875;p88"/>
              <p:cNvSpPr/>
              <p:nvPr/>
            </p:nvSpPr>
            <p:spPr>
              <a:xfrm>
                <a:off x="223041" y="1065269"/>
                <a:ext cx="976822" cy="976272"/>
              </a:xfrm>
              <a:custGeom>
                <a:rect b="b" l="l" r="r" t="t"/>
                <a:pathLst>
                  <a:path extrusionOk="0" h="15262" w="15270">
                    <a:moveTo>
                      <a:pt x="5171" y="1"/>
                    </a:moveTo>
                    <a:cubicBezTo>
                      <a:pt x="2985" y="1"/>
                      <a:pt x="1116" y="1356"/>
                      <a:pt x="360" y="3270"/>
                    </a:cubicBezTo>
                    <a:lnTo>
                      <a:pt x="360" y="3273"/>
                    </a:lnTo>
                    <a:cubicBezTo>
                      <a:pt x="314" y="3387"/>
                      <a:pt x="271" y="3506"/>
                      <a:pt x="238" y="3626"/>
                    </a:cubicBezTo>
                    <a:cubicBezTo>
                      <a:pt x="106" y="4038"/>
                      <a:pt x="28" y="4477"/>
                      <a:pt x="6" y="4929"/>
                    </a:cubicBezTo>
                    <a:lnTo>
                      <a:pt x="0" y="4929"/>
                    </a:lnTo>
                    <a:lnTo>
                      <a:pt x="0" y="5197"/>
                    </a:lnTo>
                    <a:lnTo>
                      <a:pt x="0" y="5937"/>
                    </a:lnTo>
                    <a:lnTo>
                      <a:pt x="0" y="7415"/>
                    </a:lnTo>
                    <a:lnTo>
                      <a:pt x="0" y="8155"/>
                    </a:lnTo>
                    <a:lnTo>
                      <a:pt x="0" y="9636"/>
                    </a:lnTo>
                    <a:lnTo>
                      <a:pt x="0" y="10377"/>
                    </a:lnTo>
                    <a:lnTo>
                      <a:pt x="0" y="11855"/>
                    </a:lnTo>
                    <a:lnTo>
                      <a:pt x="0" y="12596"/>
                    </a:lnTo>
                    <a:lnTo>
                      <a:pt x="0" y="14076"/>
                    </a:lnTo>
                    <a:lnTo>
                      <a:pt x="0" y="14817"/>
                    </a:lnTo>
                    <a:lnTo>
                      <a:pt x="0" y="15262"/>
                    </a:lnTo>
                    <a:lnTo>
                      <a:pt x="10337" y="15262"/>
                    </a:lnTo>
                    <a:lnTo>
                      <a:pt x="10337" y="15256"/>
                    </a:lnTo>
                    <a:cubicBezTo>
                      <a:pt x="11011" y="15225"/>
                      <a:pt x="11648" y="15065"/>
                      <a:pt x="12230" y="14800"/>
                    </a:cubicBezTo>
                    <a:lnTo>
                      <a:pt x="12234" y="14800"/>
                    </a:lnTo>
                    <a:lnTo>
                      <a:pt x="12675" y="14575"/>
                    </a:lnTo>
                    <a:cubicBezTo>
                      <a:pt x="13102" y="14330"/>
                      <a:pt x="13494" y="14022"/>
                      <a:pt x="13831" y="13669"/>
                    </a:cubicBezTo>
                    <a:cubicBezTo>
                      <a:pt x="13865" y="13635"/>
                      <a:pt x="13898" y="13598"/>
                      <a:pt x="13929" y="13562"/>
                    </a:cubicBezTo>
                    <a:cubicBezTo>
                      <a:pt x="14092" y="13383"/>
                      <a:pt x="14241" y="13196"/>
                      <a:pt x="14372" y="12996"/>
                    </a:cubicBezTo>
                    <a:cubicBezTo>
                      <a:pt x="14940" y="12170"/>
                      <a:pt x="15270" y="11172"/>
                      <a:pt x="15270" y="10091"/>
                    </a:cubicBezTo>
                    <a:cubicBezTo>
                      <a:pt x="15270" y="8949"/>
                      <a:pt x="14901" y="7893"/>
                      <a:pt x="14272" y="7040"/>
                    </a:cubicBezTo>
                    <a:cubicBezTo>
                      <a:pt x="14149" y="6868"/>
                      <a:pt x="14014" y="6709"/>
                      <a:pt x="13869" y="6555"/>
                    </a:cubicBezTo>
                    <a:cubicBezTo>
                      <a:pt x="13525" y="6193"/>
                      <a:pt x="13131" y="5875"/>
                      <a:pt x="12695" y="5621"/>
                    </a:cubicBezTo>
                    <a:cubicBezTo>
                      <a:pt x="12493" y="5503"/>
                      <a:pt x="12280" y="5399"/>
                      <a:pt x="12061" y="5310"/>
                    </a:cubicBezTo>
                    <a:cubicBezTo>
                      <a:pt x="11524" y="5088"/>
                      <a:pt x="10944" y="4956"/>
                      <a:pt x="10332" y="4931"/>
                    </a:cubicBezTo>
                    <a:cubicBezTo>
                      <a:pt x="10327" y="4878"/>
                      <a:pt x="10325" y="4820"/>
                      <a:pt x="10319" y="4761"/>
                    </a:cubicBezTo>
                    <a:cubicBezTo>
                      <a:pt x="10304" y="4537"/>
                      <a:pt x="10270" y="4319"/>
                      <a:pt x="10223" y="4104"/>
                    </a:cubicBezTo>
                    <a:cubicBezTo>
                      <a:pt x="10008" y="3066"/>
                      <a:pt x="9479" y="2143"/>
                      <a:pt x="8745" y="1438"/>
                    </a:cubicBezTo>
                    <a:cubicBezTo>
                      <a:pt x="8683" y="1380"/>
                      <a:pt x="8625" y="1325"/>
                      <a:pt x="8561" y="1270"/>
                    </a:cubicBezTo>
                    <a:cubicBezTo>
                      <a:pt x="8382" y="1112"/>
                      <a:pt x="8191" y="968"/>
                      <a:pt x="7989" y="839"/>
                    </a:cubicBezTo>
                    <a:cubicBezTo>
                      <a:pt x="7988" y="837"/>
                      <a:pt x="7987" y="836"/>
                      <a:pt x="7987" y="836"/>
                    </a:cubicBezTo>
                    <a:cubicBezTo>
                      <a:pt x="7987" y="836"/>
                      <a:pt x="7987" y="837"/>
                      <a:pt x="7987" y="839"/>
                    </a:cubicBezTo>
                    <a:cubicBezTo>
                      <a:pt x="7178" y="307"/>
                      <a:pt x="6210" y="1"/>
                      <a:pt x="517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6" name="Google Shape;6876;p88"/>
              <p:cNvGrpSpPr/>
              <p:nvPr/>
            </p:nvGrpSpPr>
            <p:grpSpPr>
              <a:xfrm>
                <a:off x="226410" y="1069011"/>
                <a:ext cx="977014" cy="976528"/>
                <a:chOff x="226410" y="1069011"/>
                <a:chExt cx="977014" cy="976528"/>
              </a:xfrm>
            </p:grpSpPr>
            <p:grpSp>
              <p:nvGrpSpPr>
                <p:cNvPr id="6877" name="Google Shape;6877;p88"/>
                <p:cNvGrpSpPr/>
                <p:nvPr/>
              </p:nvGrpSpPr>
              <p:grpSpPr>
                <a:xfrm>
                  <a:off x="226410" y="1069011"/>
                  <a:ext cx="977014" cy="976528"/>
                  <a:chOff x="226410" y="1069011"/>
                  <a:chExt cx="977014" cy="976528"/>
                </a:xfrm>
              </p:grpSpPr>
              <p:sp>
                <p:nvSpPr>
                  <p:cNvPr id="6878" name="Google Shape;6878;p88"/>
                  <p:cNvSpPr/>
                  <p:nvPr/>
                </p:nvSpPr>
                <p:spPr>
                  <a:xfrm>
                    <a:off x="226474" y="1069011"/>
                    <a:ext cx="976950" cy="976528"/>
                  </a:xfrm>
                  <a:custGeom>
                    <a:rect b="b" l="l" r="r" t="t"/>
                    <a:pathLst>
                      <a:path extrusionOk="0" h="15266" w="15272">
                        <a:moveTo>
                          <a:pt x="5171" y="0"/>
                        </a:moveTo>
                        <a:cubicBezTo>
                          <a:pt x="2986" y="0"/>
                          <a:pt x="1117" y="1355"/>
                          <a:pt x="361" y="3270"/>
                        </a:cubicBezTo>
                        <a:lnTo>
                          <a:pt x="361" y="3273"/>
                        </a:lnTo>
                        <a:cubicBezTo>
                          <a:pt x="316" y="3386"/>
                          <a:pt x="272" y="3506"/>
                          <a:pt x="238" y="3626"/>
                        </a:cubicBezTo>
                        <a:cubicBezTo>
                          <a:pt x="106" y="4038"/>
                          <a:pt x="30" y="4477"/>
                          <a:pt x="8" y="4929"/>
                        </a:cubicBezTo>
                        <a:lnTo>
                          <a:pt x="1" y="4929"/>
                        </a:lnTo>
                        <a:lnTo>
                          <a:pt x="1" y="15266"/>
                        </a:lnTo>
                        <a:lnTo>
                          <a:pt x="10338" y="15266"/>
                        </a:lnTo>
                        <a:lnTo>
                          <a:pt x="10338" y="15260"/>
                        </a:lnTo>
                        <a:cubicBezTo>
                          <a:pt x="11011" y="15229"/>
                          <a:pt x="11651" y="15069"/>
                          <a:pt x="12232" y="14804"/>
                        </a:cubicBezTo>
                        <a:lnTo>
                          <a:pt x="12234" y="14804"/>
                        </a:lnTo>
                        <a:lnTo>
                          <a:pt x="12677" y="14579"/>
                        </a:lnTo>
                        <a:cubicBezTo>
                          <a:pt x="13104" y="14333"/>
                          <a:pt x="13495" y="14026"/>
                          <a:pt x="13833" y="13672"/>
                        </a:cubicBezTo>
                        <a:cubicBezTo>
                          <a:pt x="13867" y="13639"/>
                          <a:pt x="13900" y="13603"/>
                          <a:pt x="13931" y="13566"/>
                        </a:cubicBezTo>
                        <a:cubicBezTo>
                          <a:pt x="14094" y="13388"/>
                          <a:pt x="14241" y="13201"/>
                          <a:pt x="14373" y="13001"/>
                        </a:cubicBezTo>
                        <a:cubicBezTo>
                          <a:pt x="14942" y="12174"/>
                          <a:pt x="15271" y="11174"/>
                          <a:pt x="15271" y="10095"/>
                        </a:cubicBezTo>
                        <a:cubicBezTo>
                          <a:pt x="15271" y="8951"/>
                          <a:pt x="14902" y="7897"/>
                          <a:pt x="14272" y="7045"/>
                        </a:cubicBezTo>
                        <a:cubicBezTo>
                          <a:pt x="14149" y="6874"/>
                          <a:pt x="14014" y="6714"/>
                          <a:pt x="13870" y="6560"/>
                        </a:cubicBezTo>
                        <a:cubicBezTo>
                          <a:pt x="13525" y="6198"/>
                          <a:pt x="13132" y="5881"/>
                          <a:pt x="12696" y="5626"/>
                        </a:cubicBezTo>
                        <a:cubicBezTo>
                          <a:pt x="12493" y="5508"/>
                          <a:pt x="12280" y="5404"/>
                          <a:pt x="12063" y="5315"/>
                        </a:cubicBezTo>
                        <a:cubicBezTo>
                          <a:pt x="11525" y="5094"/>
                          <a:pt x="10944" y="4961"/>
                          <a:pt x="10333" y="4937"/>
                        </a:cubicBezTo>
                        <a:cubicBezTo>
                          <a:pt x="10329" y="4879"/>
                          <a:pt x="10326" y="4820"/>
                          <a:pt x="10320" y="4761"/>
                        </a:cubicBezTo>
                        <a:cubicBezTo>
                          <a:pt x="10304" y="4537"/>
                          <a:pt x="10271" y="4319"/>
                          <a:pt x="10225" y="4104"/>
                        </a:cubicBezTo>
                        <a:cubicBezTo>
                          <a:pt x="10009" y="3063"/>
                          <a:pt x="9480" y="2143"/>
                          <a:pt x="8746" y="1438"/>
                        </a:cubicBezTo>
                        <a:cubicBezTo>
                          <a:pt x="8684" y="1380"/>
                          <a:pt x="8626" y="1325"/>
                          <a:pt x="8561" y="1270"/>
                        </a:cubicBezTo>
                        <a:cubicBezTo>
                          <a:pt x="8384" y="1112"/>
                          <a:pt x="8193" y="967"/>
                          <a:pt x="7990" y="838"/>
                        </a:cubicBezTo>
                        <a:cubicBezTo>
                          <a:pt x="7989" y="837"/>
                          <a:pt x="7988" y="837"/>
                          <a:pt x="7988" y="837"/>
                        </a:cubicBezTo>
                        <a:cubicBezTo>
                          <a:pt x="7987" y="837"/>
                          <a:pt x="7987" y="837"/>
                          <a:pt x="7987" y="838"/>
                        </a:cubicBezTo>
                        <a:cubicBezTo>
                          <a:pt x="7178" y="307"/>
                          <a:pt x="6210" y="0"/>
                          <a:pt x="51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8"/>
                  <p:cNvSpPr/>
                  <p:nvPr/>
                </p:nvSpPr>
                <p:spPr>
                  <a:xfrm>
                    <a:off x="1112586" y="1488382"/>
                    <a:ext cx="26931" cy="31344"/>
                  </a:xfrm>
                  <a:custGeom>
                    <a:rect b="b" l="l" r="r" t="t"/>
                    <a:pathLst>
                      <a:path extrusionOk="0" h="490" w="421">
                        <a:moveTo>
                          <a:pt x="18" y="1"/>
                        </a:moveTo>
                        <a:cubicBezTo>
                          <a:pt x="6" y="39"/>
                          <a:pt x="0" y="78"/>
                          <a:pt x="0" y="118"/>
                        </a:cubicBezTo>
                        <a:cubicBezTo>
                          <a:pt x="0" y="324"/>
                          <a:pt x="165" y="490"/>
                          <a:pt x="372" y="490"/>
                        </a:cubicBezTo>
                        <a:cubicBezTo>
                          <a:pt x="389" y="490"/>
                          <a:pt x="405" y="490"/>
                          <a:pt x="420" y="488"/>
                        </a:cubicBezTo>
                        <a:cubicBezTo>
                          <a:pt x="296" y="314"/>
                          <a:pt x="161" y="155"/>
                          <a:pt x="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8"/>
                  <p:cNvSpPr/>
                  <p:nvPr/>
                </p:nvSpPr>
                <p:spPr>
                  <a:xfrm>
                    <a:off x="1112586" y="1614334"/>
                    <a:ext cx="47402" cy="47400"/>
                  </a:xfrm>
                  <a:custGeom>
                    <a:rect b="b" l="l" r="r" t="t"/>
                    <a:pathLst>
                      <a:path extrusionOk="0" h="741" w="741">
                        <a:moveTo>
                          <a:pt x="371" y="1"/>
                        </a:moveTo>
                        <a:cubicBezTo>
                          <a:pt x="165" y="1"/>
                          <a:pt x="0" y="166"/>
                          <a:pt x="0" y="371"/>
                        </a:cubicBezTo>
                        <a:cubicBezTo>
                          <a:pt x="0" y="576"/>
                          <a:pt x="165" y="741"/>
                          <a:pt x="371" y="741"/>
                        </a:cubicBezTo>
                        <a:cubicBezTo>
                          <a:pt x="575" y="741"/>
                          <a:pt x="740" y="576"/>
                          <a:pt x="740" y="371"/>
                        </a:cubicBezTo>
                        <a:cubicBezTo>
                          <a:pt x="740"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8"/>
                  <p:cNvSpPr/>
                  <p:nvPr/>
                </p:nvSpPr>
                <p:spPr>
                  <a:xfrm>
                    <a:off x="1112586" y="1756406"/>
                    <a:ext cx="47402" cy="47464"/>
                  </a:xfrm>
                  <a:custGeom>
                    <a:rect b="b" l="l" r="r" t="t"/>
                    <a:pathLst>
                      <a:path extrusionOk="0" h="742" w="741">
                        <a:moveTo>
                          <a:pt x="371" y="1"/>
                        </a:moveTo>
                        <a:cubicBezTo>
                          <a:pt x="165" y="1"/>
                          <a:pt x="0" y="167"/>
                          <a:pt x="0" y="371"/>
                        </a:cubicBezTo>
                        <a:cubicBezTo>
                          <a:pt x="0" y="575"/>
                          <a:pt x="165" y="742"/>
                          <a:pt x="371" y="742"/>
                        </a:cubicBezTo>
                        <a:cubicBezTo>
                          <a:pt x="575" y="742"/>
                          <a:pt x="740" y="575"/>
                          <a:pt x="740" y="371"/>
                        </a:cubicBezTo>
                        <a:cubicBezTo>
                          <a:pt x="740"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8"/>
                  <p:cNvSpPr/>
                  <p:nvPr/>
                </p:nvSpPr>
                <p:spPr>
                  <a:xfrm>
                    <a:off x="1112522" y="1898541"/>
                    <a:ext cx="33456" cy="38189"/>
                  </a:xfrm>
                  <a:custGeom>
                    <a:rect b="b" l="l" r="r" t="t"/>
                    <a:pathLst>
                      <a:path extrusionOk="0" h="597" w="523">
                        <a:moveTo>
                          <a:pt x="372" y="1"/>
                        </a:moveTo>
                        <a:cubicBezTo>
                          <a:pt x="166" y="1"/>
                          <a:pt x="0" y="167"/>
                          <a:pt x="0" y="369"/>
                        </a:cubicBezTo>
                        <a:cubicBezTo>
                          <a:pt x="0" y="455"/>
                          <a:pt x="27" y="534"/>
                          <a:pt x="80" y="596"/>
                        </a:cubicBezTo>
                        <a:cubicBezTo>
                          <a:pt x="243" y="419"/>
                          <a:pt x="390" y="232"/>
                          <a:pt x="522" y="32"/>
                        </a:cubicBezTo>
                        <a:cubicBezTo>
                          <a:pt x="476" y="13"/>
                          <a:pt x="424" y="2"/>
                          <a:pt x="3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8"/>
                  <p:cNvSpPr/>
                  <p:nvPr/>
                </p:nvSpPr>
                <p:spPr>
                  <a:xfrm>
                    <a:off x="849542" y="1330190"/>
                    <a:ext cx="37039" cy="47336"/>
                  </a:xfrm>
                  <a:custGeom>
                    <a:rect b="b" l="l" r="r" t="t"/>
                    <a:pathLst>
                      <a:path extrusionOk="0" h="740" w="579">
                        <a:moveTo>
                          <a:pt x="370" y="0"/>
                        </a:moveTo>
                        <a:cubicBezTo>
                          <a:pt x="167" y="0"/>
                          <a:pt x="1" y="165"/>
                          <a:pt x="1" y="372"/>
                        </a:cubicBezTo>
                        <a:cubicBezTo>
                          <a:pt x="1" y="574"/>
                          <a:pt x="167" y="740"/>
                          <a:pt x="370" y="740"/>
                        </a:cubicBezTo>
                        <a:cubicBezTo>
                          <a:pt x="448" y="740"/>
                          <a:pt x="517" y="716"/>
                          <a:pt x="579" y="676"/>
                        </a:cubicBezTo>
                        <a:cubicBezTo>
                          <a:pt x="563" y="451"/>
                          <a:pt x="530" y="233"/>
                          <a:pt x="484" y="18"/>
                        </a:cubicBezTo>
                        <a:cubicBezTo>
                          <a:pt x="448" y="6"/>
                          <a:pt x="409"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8"/>
                  <p:cNvSpPr/>
                  <p:nvPr/>
                </p:nvSpPr>
                <p:spPr>
                  <a:xfrm>
                    <a:off x="849542" y="1472262"/>
                    <a:ext cx="47402" cy="47464"/>
                  </a:xfrm>
                  <a:custGeom>
                    <a:rect b="b" l="l" r="r" t="t"/>
                    <a:pathLst>
                      <a:path extrusionOk="0" h="742" w="741">
                        <a:moveTo>
                          <a:pt x="371" y="1"/>
                        </a:moveTo>
                        <a:cubicBezTo>
                          <a:pt x="167" y="1"/>
                          <a:pt x="1" y="167"/>
                          <a:pt x="1" y="371"/>
                        </a:cubicBezTo>
                        <a:cubicBezTo>
                          <a:pt x="1" y="576"/>
                          <a:pt x="167" y="742"/>
                          <a:pt x="371" y="742"/>
                        </a:cubicBezTo>
                        <a:cubicBezTo>
                          <a:pt x="576" y="742"/>
                          <a:pt x="741" y="576"/>
                          <a:pt x="741" y="371"/>
                        </a:cubicBezTo>
                        <a:cubicBezTo>
                          <a:pt x="741"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8"/>
                  <p:cNvSpPr/>
                  <p:nvPr/>
                </p:nvSpPr>
                <p:spPr>
                  <a:xfrm>
                    <a:off x="849542" y="1614334"/>
                    <a:ext cx="47402" cy="47400"/>
                  </a:xfrm>
                  <a:custGeom>
                    <a:rect b="b" l="l" r="r" t="t"/>
                    <a:pathLst>
                      <a:path extrusionOk="0" h="741" w="741">
                        <a:moveTo>
                          <a:pt x="371" y="1"/>
                        </a:moveTo>
                        <a:cubicBezTo>
                          <a:pt x="167" y="1"/>
                          <a:pt x="1" y="166"/>
                          <a:pt x="1" y="371"/>
                        </a:cubicBezTo>
                        <a:cubicBezTo>
                          <a:pt x="1" y="576"/>
                          <a:pt x="167" y="741"/>
                          <a:pt x="371" y="741"/>
                        </a:cubicBezTo>
                        <a:cubicBezTo>
                          <a:pt x="576" y="741"/>
                          <a:pt x="741" y="576"/>
                          <a:pt x="741" y="371"/>
                        </a:cubicBezTo>
                        <a:cubicBezTo>
                          <a:pt x="741"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8"/>
                  <p:cNvSpPr/>
                  <p:nvPr/>
                </p:nvSpPr>
                <p:spPr>
                  <a:xfrm>
                    <a:off x="849542" y="1756406"/>
                    <a:ext cx="47402" cy="47464"/>
                  </a:xfrm>
                  <a:custGeom>
                    <a:rect b="b" l="l" r="r" t="t"/>
                    <a:pathLst>
                      <a:path extrusionOk="0" h="742" w="741">
                        <a:moveTo>
                          <a:pt x="371" y="1"/>
                        </a:moveTo>
                        <a:cubicBezTo>
                          <a:pt x="167" y="1"/>
                          <a:pt x="1" y="167"/>
                          <a:pt x="1" y="371"/>
                        </a:cubicBezTo>
                        <a:cubicBezTo>
                          <a:pt x="1" y="575"/>
                          <a:pt x="167" y="742"/>
                          <a:pt x="371" y="742"/>
                        </a:cubicBezTo>
                        <a:cubicBezTo>
                          <a:pt x="576" y="742"/>
                          <a:pt x="741" y="575"/>
                          <a:pt x="741" y="371"/>
                        </a:cubicBezTo>
                        <a:cubicBezTo>
                          <a:pt x="741"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8"/>
                  <p:cNvSpPr/>
                  <p:nvPr/>
                </p:nvSpPr>
                <p:spPr>
                  <a:xfrm>
                    <a:off x="849542" y="1898541"/>
                    <a:ext cx="47402" cy="47400"/>
                  </a:xfrm>
                  <a:custGeom>
                    <a:rect b="b" l="l" r="r" t="t"/>
                    <a:pathLst>
                      <a:path extrusionOk="0" h="741" w="741">
                        <a:moveTo>
                          <a:pt x="371" y="1"/>
                        </a:moveTo>
                        <a:cubicBezTo>
                          <a:pt x="167" y="1"/>
                          <a:pt x="1" y="166"/>
                          <a:pt x="1" y="370"/>
                        </a:cubicBezTo>
                        <a:cubicBezTo>
                          <a:pt x="1" y="575"/>
                          <a:pt x="167" y="740"/>
                          <a:pt x="371" y="740"/>
                        </a:cubicBezTo>
                        <a:cubicBezTo>
                          <a:pt x="576" y="740"/>
                          <a:pt x="741" y="575"/>
                          <a:pt x="741" y="370"/>
                        </a:cubicBezTo>
                        <a:cubicBezTo>
                          <a:pt x="741"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8"/>
                  <p:cNvSpPr/>
                  <p:nvPr/>
                </p:nvSpPr>
                <p:spPr>
                  <a:xfrm>
                    <a:off x="991555" y="1543394"/>
                    <a:ext cx="47466" cy="47400"/>
                  </a:xfrm>
                  <a:custGeom>
                    <a:rect b="b" l="l" r="r" t="t"/>
                    <a:pathLst>
                      <a:path extrusionOk="0" h="741" w="742">
                        <a:moveTo>
                          <a:pt x="371" y="0"/>
                        </a:moveTo>
                        <a:cubicBezTo>
                          <a:pt x="167" y="0"/>
                          <a:pt x="1" y="166"/>
                          <a:pt x="1" y="371"/>
                        </a:cubicBezTo>
                        <a:cubicBezTo>
                          <a:pt x="1" y="575"/>
                          <a:pt x="167" y="740"/>
                          <a:pt x="371" y="740"/>
                        </a:cubicBezTo>
                        <a:cubicBezTo>
                          <a:pt x="575" y="740"/>
                          <a:pt x="742" y="575"/>
                          <a:pt x="742" y="371"/>
                        </a:cubicBezTo>
                        <a:cubicBezTo>
                          <a:pt x="742"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8"/>
                  <p:cNvSpPr/>
                  <p:nvPr/>
                </p:nvSpPr>
                <p:spPr>
                  <a:xfrm>
                    <a:off x="991555" y="1685402"/>
                    <a:ext cx="47466" cy="47464"/>
                  </a:xfrm>
                  <a:custGeom>
                    <a:rect b="b" l="l" r="r" t="t"/>
                    <a:pathLst>
                      <a:path extrusionOk="0" h="742" w="742">
                        <a:moveTo>
                          <a:pt x="371" y="0"/>
                        </a:moveTo>
                        <a:cubicBezTo>
                          <a:pt x="167" y="0"/>
                          <a:pt x="1" y="166"/>
                          <a:pt x="1" y="371"/>
                        </a:cubicBezTo>
                        <a:cubicBezTo>
                          <a:pt x="1" y="575"/>
                          <a:pt x="167" y="741"/>
                          <a:pt x="371" y="741"/>
                        </a:cubicBezTo>
                        <a:cubicBezTo>
                          <a:pt x="575" y="741"/>
                          <a:pt x="742" y="575"/>
                          <a:pt x="742" y="371"/>
                        </a:cubicBezTo>
                        <a:cubicBezTo>
                          <a:pt x="742"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8"/>
                  <p:cNvSpPr/>
                  <p:nvPr/>
                </p:nvSpPr>
                <p:spPr>
                  <a:xfrm>
                    <a:off x="991555" y="1827537"/>
                    <a:ext cx="47466" cy="47400"/>
                  </a:xfrm>
                  <a:custGeom>
                    <a:rect b="b" l="l" r="r" t="t"/>
                    <a:pathLst>
                      <a:path extrusionOk="0" h="741" w="742">
                        <a:moveTo>
                          <a:pt x="371" y="0"/>
                        </a:moveTo>
                        <a:cubicBezTo>
                          <a:pt x="167" y="0"/>
                          <a:pt x="1" y="165"/>
                          <a:pt x="1" y="370"/>
                        </a:cubicBezTo>
                        <a:cubicBezTo>
                          <a:pt x="1" y="574"/>
                          <a:pt x="167" y="740"/>
                          <a:pt x="371" y="740"/>
                        </a:cubicBezTo>
                        <a:cubicBezTo>
                          <a:pt x="575" y="740"/>
                          <a:pt x="742" y="574"/>
                          <a:pt x="742" y="370"/>
                        </a:cubicBezTo>
                        <a:cubicBezTo>
                          <a:pt x="742" y="165"/>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8"/>
                  <p:cNvSpPr/>
                  <p:nvPr/>
                </p:nvSpPr>
                <p:spPr>
                  <a:xfrm>
                    <a:off x="991555" y="1969545"/>
                    <a:ext cx="47466" cy="46568"/>
                  </a:xfrm>
                  <a:custGeom>
                    <a:rect b="b" l="l" r="r" t="t"/>
                    <a:pathLst>
                      <a:path extrusionOk="0" h="728" w="742">
                        <a:moveTo>
                          <a:pt x="372" y="1"/>
                        </a:moveTo>
                        <a:cubicBezTo>
                          <a:pt x="168" y="1"/>
                          <a:pt x="1" y="167"/>
                          <a:pt x="1" y="370"/>
                        </a:cubicBezTo>
                        <a:cubicBezTo>
                          <a:pt x="1" y="542"/>
                          <a:pt x="114" y="683"/>
                          <a:pt x="272" y="726"/>
                        </a:cubicBezTo>
                        <a:cubicBezTo>
                          <a:pt x="272" y="727"/>
                          <a:pt x="272" y="727"/>
                          <a:pt x="272" y="727"/>
                        </a:cubicBezTo>
                        <a:cubicBezTo>
                          <a:pt x="273" y="727"/>
                          <a:pt x="274" y="726"/>
                          <a:pt x="274" y="726"/>
                        </a:cubicBezTo>
                        <a:lnTo>
                          <a:pt x="717" y="501"/>
                        </a:lnTo>
                        <a:cubicBezTo>
                          <a:pt x="732" y="461"/>
                          <a:pt x="742" y="417"/>
                          <a:pt x="742" y="370"/>
                        </a:cubicBezTo>
                        <a:cubicBezTo>
                          <a:pt x="742" y="167"/>
                          <a:pt x="575" y="1"/>
                          <a:pt x="3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8"/>
                  <p:cNvSpPr/>
                  <p:nvPr/>
                </p:nvSpPr>
                <p:spPr>
                  <a:xfrm>
                    <a:off x="586497" y="1188118"/>
                    <a:ext cx="47466" cy="47464"/>
                  </a:xfrm>
                  <a:custGeom>
                    <a:rect b="b" l="l" r="r" t="t"/>
                    <a:pathLst>
                      <a:path extrusionOk="0" h="742" w="742">
                        <a:moveTo>
                          <a:pt x="371" y="0"/>
                        </a:moveTo>
                        <a:cubicBezTo>
                          <a:pt x="166" y="0"/>
                          <a:pt x="0" y="166"/>
                          <a:pt x="0" y="371"/>
                        </a:cubicBezTo>
                        <a:cubicBezTo>
                          <a:pt x="0" y="575"/>
                          <a:pt x="166" y="741"/>
                          <a:pt x="371" y="741"/>
                        </a:cubicBezTo>
                        <a:cubicBezTo>
                          <a:pt x="575" y="741"/>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8"/>
                  <p:cNvSpPr/>
                  <p:nvPr/>
                </p:nvSpPr>
                <p:spPr>
                  <a:xfrm>
                    <a:off x="586497" y="1330254"/>
                    <a:ext cx="47466" cy="47400"/>
                  </a:xfrm>
                  <a:custGeom>
                    <a:rect b="b" l="l" r="r" t="t"/>
                    <a:pathLst>
                      <a:path extrusionOk="0" h="741" w="742">
                        <a:moveTo>
                          <a:pt x="371" y="0"/>
                        </a:moveTo>
                        <a:cubicBezTo>
                          <a:pt x="166" y="0"/>
                          <a:pt x="0" y="166"/>
                          <a:pt x="0" y="371"/>
                        </a:cubicBezTo>
                        <a:cubicBezTo>
                          <a:pt x="0" y="575"/>
                          <a:pt x="166" y="740"/>
                          <a:pt x="371" y="740"/>
                        </a:cubicBezTo>
                        <a:cubicBezTo>
                          <a:pt x="575" y="740"/>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8"/>
                  <p:cNvSpPr/>
                  <p:nvPr/>
                </p:nvSpPr>
                <p:spPr>
                  <a:xfrm>
                    <a:off x="728638" y="1259186"/>
                    <a:ext cx="47402" cy="47400"/>
                  </a:xfrm>
                  <a:custGeom>
                    <a:rect b="b" l="l" r="r" t="t"/>
                    <a:pathLst>
                      <a:path extrusionOk="0" h="741" w="741">
                        <a:moveTo>
                          <a:pt x="370" y="1"/>
                        </a:moveTo>
                        <a:cubicBezTo>
                          <a:pt x="165" y="1"/>
                          <a:pt x="0" y="166"/>
                          <a:pt x="0" y="371"/>
                        </a:cubicBezTo>
                        <a:cubicBezTo>
                          <a:pt x="0" y="575"/>
                          <a:pt x="165" y="741"/>
                          <a:pt x="370" y="741"/>
                        </a:cubicBezTo>
                        <a:cubicBezTo>
                          <a:pt x="574" y="741"/>
                          <a:pt x="740" y="575"/>
                          <a:pt x="740" y="371"/>
                        </a:cubicBezTo>
                        <a:cubicBezTo>
                          <a:pt x="740" y="166"/>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8"/>
                  <p:cNvSpPr/>
                  <p:nvPr/>
                </p:nvSpPr>
                <p:spPr>
                  <a:xfrm>
                    <a:off x="586497" y="1472262"/>
                    <a:ext cx="47466" cy="47464"/>
                  </a:xfrm>
                  <a:custGeom>
                    <a:rect b="b" l="l" r="r" t="t"/>
                    <a:pathLst>
                      <a:path extrusionOk="0" h="742" w="742">
                        <a:moveTo>
                          <a:pt x="371" y="1"/>
                        </a:moveTo>
                        <a:cubicBezTo>
                          <a:pt x="166" y="1"/>
                          <a:pt x="0" y="167"/>
                          <a:pt x="0" y="371"/>
                        </a:cubicBezTo>
                        <a:cubicBezTo>
                          <a:pt x="0"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8"/>
                  <p:cNvSpPr/>
                  <p:nvPr/>
                </p:nvSpPr>
                <p:spPr>
                  <a:xfrm>
                    <a:off x="586497" y="1614334"/>
                    <a:ext cx="47466" cy="47400"/>
                  </a:xfrm>
                  <a:custGeom>
                    <a:rect b="b" l="l" r="r" t="t"/>
                    <a:pathLst>
                      <a:path extrusionOk="0" h="741" w="742">
                        <a:moveTo>
                          <a:pt x="371" y="1"/>
                        </a:moveTo>
                        <a:cubicBezTo>
                          <a:pt x="166" y="1"/>
                          <a:pt x="0" y="166"/>
                          <a:pt x="0" y="371"/>
                        </a:cubicBezTo>
                        <a:cubicBezTo>
                          <a:pt x="0" y="576"/>
                          <a:pt x="166" y="741"/>
                          <a:pt x="371" y="741"/>
                        </a:cubicBezTo>
                        <a:cubicBezTo>
                          <a:pt x="575" y="741"/>
                          <a:pt x="741" y="576"/>
                          <a:pt x="741" y="371"/>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8"/>
                  <p:cNvSpPr/>
                  <p:nvPr/>
                </p:nvSpPr>
                <p:spPr>
                  <a:xfrm>
                    <a:off x="586497" y="1756406"/>
                    <a:ext cx="47466" cy="47464"/>
                  </a:xfrm>
                  <a:custGeom>
                    <a:rect b="b" l="l" r="r" t="t"/>
                    <a:pathLst>
                      <a:path extrusionOk="0" h="742" w="742">
                        <a:moveTo>
                          <a:pt x="371" y="1"/>
                        </a:moveTo>
                        <a:cubicBezTo>
                          <a:pt x="166" y="1"/>
                          <a:pt x="0" y="167"/>
                          <a:pt x="0" y="371"/>
                        </a:cubicBezTo>
                        <a:cubicBezTo>
                          <a:pt x="0" y="575"/>
                          <a:pt x="166" y="742"/>
                          <a:pt x="371" y="742"/>
                        </a:cubicBezTo>
                        <a:cubicBezTo>
                          <a:pt x="575" y="742"/>
                          <a:pt x="741" y="575"/>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8"/>
                  <p:cNvSpPr/>
                  <p:nvPr/>
                </p:nvSpPr>
                <p:spPr>
                  <a:xfrm>
                    <a:off x="586497" y="1898541"/>
                    <a:ext cx="47466" cy="47400"/>
                  </a:xfrm>
                  <a:custGeom>
                    <a:rect b="b" l="l" r="r" t="t"/>
                    <a:pathLst>
                      <a:path extrusionOk="0" h="741" w="742">
                        <a:moveTo>
                          <a:pt x="371" y="1"/>
                        </a:moveTo>
                        <a:cubicBezTo>
                          <a:pt x="166" y="1"/>
                          <a:pt x="0" y="166"/>
                          <a:pt x="0" y="370"/>
                        </a:cubicBezTo>
                        <a:cubicBezTo>
                          <a:pt x="0" y="575"/>
                          <a:pt x="166" y="740"/>
                          <a:pt x="371" y="740"/>
                        </a:cubicBezTo>
                        <a:cubicBezTo>
                          <a:pt x="575" y="740"/>
                          <a:pt x="741" y="575"/>
                          <a:pt x="741" y="370"/>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8"/>
                  <p:cNvSpPr/>
                  <p:nvPr/>
                </p:nvSpPr>
                <p:spPr>
                  <a:xfrm>
                    <a:off x="728638" y="1401258"/>
                    <a:ext cx="47402" cy="47464"/>
                  </a:xfrm>
                  <a:custGeom>
                    <a:rect b="b" l="l" r="r" t="t"/>
                    <a:pathLst>
                      <a:path extrusionOk="0" h="742" w="741">
                        <a:moveTo>
                          <a:pt x="370" y="1"/>
                        </a:moveTo>
                        <a:cubicBezTo>
                          <a:pt x="165" y="1"/>
                          <a:pt x="0" y="167"/>
                          <a:pt x="0" y="371"/>
                        </a:cubicBezTo>
                        <a:cubicBezTo>
                          <a:pt x="0" y="575"/>
                          <a:pt x="165" y="741"/>
                          <a:pt x="370" y="741"/>
                        </a:cubicBezTo>
                        <a:cubicBezTo>
                          <a:pt x="574" y="741"/>
                          <a:pt x="740" y="575"/>
                          <a:pt x="740" y="371"/>
                        </a:cubicBezTo>
                        <a:cubicBezTo>
                          <a:pt x="740" y="167"/>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8"/>
                  <p:cNvSpPr/>
                  <p:nvPr/>
                </p:nvSpPr>
                <p:spPr>
                  <a:xfrm>
                    <a:off x="728638" y="1543394"/>
                    <a:ext cx="47402" cy="47400"/>
                  </a:xfrm>
                  <a:custGeom>
                    <a:rect b="b" l="l" r="r" t="t"/>
                    <a:pathLst>
                      <a:path extrusionOk="0" h="741" w="741">
                        <a:moveTo>
                          <a:pt x="370" y="0"/>
                        </a:moveTo>
                        <a:cubicBezTo>
                          <a:pt x="165" y="0"/>
                          <a:pt x="0" y="166"/>
                          <a:pt x="0" y="371"/>
                        </a:cubicBezTo>
                        <a:cubicBezTo>
                          <a:pt x="0" y="575"/>
                          <a:pt x="165" y="740"/>
                          <a:pt x="370" y="740"/>
                        </a:cubicBezTo>
                        <a:cubicBezTo>
                          <a:pt x="574" y="740"/>
                          <a:pt x="740" y="575"/>
                          <a:pt x="740" y="371"/>
                        </a:cubicBezTo>
                        <a:cubicBezTo>
                          <a:pt x="740" y="166"/>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8"/>
                  <p:cNvSpPr/>
                  <p:nvPr/>
                </p:nvSpPr>
                <p:spPr>
                  <a:xfrm>
                    <a:off x="728638" y="1685402"/>
                    <a:ext cx="47402" cy="47464"/>
                  </a:xfrm>
                  <a:custGeom>
                    <a:rect b="b" l="l" r="r" t="t"/>
                    <a:pathLst>
                      <a:path extrusionOk="0" h="742" w="741">
                        <a:moveTo>
                          <a:pt x="370" y="0"/>
                        </a:moveTo>
                        <a:cubicBezTo>
                          <a:pt x="165" y="0"/>
                          <a:pt x="0" y="166"/>
                          <a:pt x="0" y="371"/>
                        </a:cubicBezTo>
                        <a:cubicBezTo>
                          <a:pt x="0" y="575"/>
                          <a:pt x="165" y="741"/>
                          <a:pt x="370" y="741"/>
                        </a:cubicBezTo>
                        <a:cubicBezTo>
                          <a:pt x="574" y="741"/>
                          <a:pt x="740" y="575"/>
                          <a:pt x="740" y="371"/>
                        </a:cubicBezTo>
                        <a:cubicBezTo>
                          <a:pt x="740" y="166"/>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8"/>
                  <p:cNvSpPr/>
                  <p:nvPr/>
                </p:nvSpPr>
                <p:spPr>
                  <a:xfrm>
                    <a:off x="728638" y="1827537"/>
                    <a:ext cx="47402" cy="47400"/>
                  </a:xfrm>
                  <a:custGeom>
                    <a:rect b="b" l="l" r="r" t="t"/>
                    <a:pathLst>
                      <a:path extrusionOk="0" h="741" w="741">
                        <a:moveTo>
                          <a:pt x="370" y="0"/>
                        </a:moveTo>
                        <a:cubicBezTo>
                          <a:pt x="165" y="0"/>
                          <a:pt x="0" y="165"/>
                          <a:pt x="0" y="370"/>
                        </a:cubicBezTo>
                        <a:cubicBezTo>
                          <a:pt x="0" y="574"/>
                          <a:pt x="165" y="740"/>
                          <a:pt x="370" y="740"/>
                        </a:cubicBezTo>
                        <a:cubicBezTo>
                          <a:pt x="574" y="740"/>
                          <a:pt x="740" y="574"/>
                          <a:pt x="740" y="370"/>
                        </a:cubicBezTo>
                        <a:cubicBezTo>
                          <a:pt x="740" y="165"/>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8"/>
                  <p:cNvSpPr/>
                  <p:nvPr/>
                </p:nvSpPr>
                <p:spPr>
                  <a:xfrm>
                    <a:off x="728638" y="1969545"/>
                    <a:ext cx="47402" cy="47464"/>
                  </a:xfrm>
                  <a:custGeom>
                    <a:rect b="b" l="l" r="r" t="t"/>
                    <a:pathLst>
                      <a:path extrusionOk="0" h="742" w="741">
                        <a:moveTo>
                          <a:pt x="370" y="1"/>
                        </a:moveTo>
                        <a:cubicBezTo>
                          <a:pt x="165" y="1"/>
                          <a:pt x="0" y="167"/>
                          <a:pt x="0" y="371"/>
                        </a:cubicBezTo>
                        <a:cubicBezTo>
                          <a:pt x="0" y="576"/>
                          <a:pt x="165" y="742"/>
                          <a:pt x="370" y="742"/>
                        </a:cubicBezTo>
                        <a:cubicBezTo>
                          <a:pt x="574" y="742"/>
                          <a:pt x="740" y="576"/>
                          <a:pt x="740" y="371"/>
                        </a:cubicBezTo>
                        <a:cubicBezTo>
                          <a:pt x="740" y="167"/>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8"/>
                  <p:cNvSpPr/>
                  <p:nvPr/>
                </p:nvSpPr>
                <p:spPr>
                  <a:xfrm>
                    <a:off x="728702" y="1122424"/>
                    <a:ext cx="45419" cy="42091"/>
                  </a:xfrm>
                  <a:custGeom>
                    <a:rect b="b" l="l" r="r" t="t"/>
                    <a:pathLst>
                      <a:path extrusionOk="0" h="658" w="710">
                        <a:moveTo>
                          <a:pt x="136" y="0"/>
                        </a:moveTo>
                        <a:cubicBezTo>
                          <a:pt x="135" y="0"/>
                          <a:pt x="135" y="1"/>
                          <a:pt x="135" y="2"/>
                        </a:cubicBezTo>
                        <a:cubicBezTo>
                          <a:pt x="53" y="71"/>
                          <a:pt x="0" y="172"/>
                          <a:pt x="0" y="288"/>
                        </a:cubicBezTo>
                        <a:cubicBezTo>
                          <a:pt x="0" y="491"/>
                          <a:pt x="166" y="658"/>
                          <a:pt x="369" y="658"/>
                        </a:cubicBezTo>
                        <a:cubicBezTo>
                          <a:pt x="522" y="658"/>
                          <a:pt x="654" y="565"/>
                          <a:pt x="709" y="433"/>
                        </a:cubicBezTo>
                        <a:cubicBezTo>
                          <a:pt x="532" y="276"/>
                          <a:pt x="342" y="131"/>
                          <a:pt x="138" y="2"/>
                        </a:cubicBezTo>
                        <a:cubicBezTo>
                          <a:pt x="137" y="1"/>
                          <a:pt x="136" y="0"/>
                          <a:pt x="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8"/>
                  <p:cNvSpPr/>
                  <p:nvPr/>
                </p:nvSpPr>
                <p:spPr>
                  <a:xfrm>
                    <a:off x="323452" y="1188118"/>
                    <a:ext cx="47466" cy="47464"/>
                  </a:xfrm>
                  <a:custGeom>
                    <a:rect b="b" l="l" r="r" t="t"/>
                    <a:pathLst>
                      <a:path extrusionOk="0" h="742" w="742">
                        <a:moveTo>
                          <a:pt x="371" y="0"/>
                        </a:moveTo>
                        <a:cubicBezTo>
                          <a:pt x="167" y="0"/>
                          <a:pt x="1" y="166"/>
                          <a:pt x="1" y="371"/>
                        </a:cubicBezTo>
                        <a:cubicBezTo>
                          <a:pt x="1" y="575"/>
                          <a:pt x="167" y="741"/>
                          <a:pt x="371" y="741"/>
                        </a:cubicBezTo>
                        <a:cubicBezTo>
                          <a:pt x="576" y="741"/>
                          <a:pt x="742" y="575"/>
                          <a:pt x="742" y="371"/>
                        </a:cubicBezTo>
                        <a:cubicBezTo>
                          <a:pt x="742" y="166"/>
                          <a:pt x="576"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8"/>
                  <p:cNvSpPr/>
                  <p:nvPr/>
                </p:nvSpPr>
                <p:spPr>
                  <a:xfrm>
                    <a:off x="323452" y="1330254"/>
                    <a:ext cx="47466" cy="47400"/>
                  </a:xfrm>
                  <a:custGeom>
                    <a:rect b="b" l="l" r="r" t="t"/>
                    <a:pathLst>
                      <a:path extrusionOk="0" h="741" w="742">
                        <a:moveTo>
                          <a:pt x="371" y="0"/>
                        </a:moveTo>
                        <a:cubicBezTo>
                          <a:pt x="167" y="0"/>
                          <a:pt x="1" y="166"/>
                          <a:pt x="1" y="371"/>
                        </a:cubicBezTo>
                        <a:cubicBezTo>
                          <a:pt x="1" y="575"/>
                          <a:pt x="167" y="740"/>
                          <a:pt x="371" y="740"/>
                        </a:cubicBezTo>
                        <a:cubicBezTo>
                          <a:pt x="576" y="740"/>
                          <a:pt x="742" y="575"/>
                          <a:pt x="742" y="371"/>
                        </a:cubicBezTo>
                        <a:cubicBezTo>
                          <a:pt x="742" y="166"/>
                          <a:pt x="576"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8"/>
                  <p:cNvSpPr/>
                  <p:nvPr/>
                </p:nvSpPr>
                <p:spPr>
                  <a:xfrm>
                    <a:off x="465594" y="1259186"/>
                    <a:ext cx="47402" cy="47400"/>
                  </a:xfrm>
                  <a:custGeom>
                    <a:rect b="b" l="l" r="r" t="t"/>
                    <a:pathLst>
                      <a:path extrusionOk="0" h="741" w="741">
                        <a:moveTo>
                          <a:pt x="371" y="1"/>
                        </a:moveTo>
                        <a:cubicBezTo>
                          <a:pt x="166" y="1"/>
                          <a:pt x="1" y="166"/>
                          <a:pt x="1" y="371"/>
                        </a:cubicBezTo>
                        <a:cubicBezTo>
                          <a:pt x="1" y="575"/>
                          <a:pt x="166" y="741"/>
                          <a:pt x="371" y="741"/>
                        </a:cubicBezTo>
                        <a:cubicBezTo>
                          <a:pt x="575" y="741"/>
                          <a:pt x="741" y="575"/>
                          <a:pt x="741" y="371"/>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8"/>
                  <p:cNvSpPr/>
                  <p:nvPr/>
                </p:nvSpPr>
                <p:spPr>
                  <a:xfrm>
                    <a:off x="323452" y="1472262"/>
                    <a:ext cx="47466" cy="47464"/>
                  </a:xfrm>
                  <a:custGeom>
                    <a:rect b="b" l="l" r="r" t="t"/>
                    <a:pathLst>
                      <a:path extrusionOk="0" h="742" w="742">
                        <a:moveTo>
                          <a:pt x="371" y="1"/>
                        </a:moveTo>
                        <a:cubicBezTo>
                          <a:pt x="167" y="1"/>
                          <a:pt x="1" y="167"/>
                          <a:pt x="1" y="371"/>
                        </a:cubicBezTo>
                        <a:cubicBezTo>
                          <a:pt x="1" y="576"/>
                          <a:pt x="167" y="742"/>
                          <a:pt x="371" y="742"/>
                        </a:cubicBezTo>
                        <a:cubicBezTo>
                          <a:pt x="576" y="742"/>
                          <a:pt x="742" y="576"/>
                          <a:pt x="742" y="371"/>
                        </a:cubicBezTo>
                        <a:cubicBezTo>
                          <a:pt x="742"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8"/>
                  <p:cNvSpPr/>
                  <p:nvPr/>
                </p:nvSpPr>
                <p:spPr>
                  <a:xfrm>
                    <a:off x="323452" y="1614334"/>
                    <a:ext cx="47466" cy="47400"/>
                  </a:xfrm>
                  <a:custGeom>
                    <a:rect b="b" l="l" r="r" t="t"/>
                    <a:pathLst>
                      <a:path extrusionOk="0" h="741" w="742">
                        <a:moveTo>
                          <a:pt x="371" y="1"/>
                        </a:moveTo>
                        <a:cubicBezTo>
                          <a:pt x="167" y="1"/>
                          <a:pt x="1" y="166"/>
                          <a:pt x="1" y="371"/>
                        </a:cubicBezTo>
                        <a:cubicBezTo>
                          <a:pt x="1" y="576"/>
                          <a:pt x="167" y="741"/>
                          <a:pt x="371" y="741"/>
                        </a:cubicBezTo>
                        <a:cubicBezTo>
                          <a:pt x="576" y="741"/>
                          <a:pt x="742" y="576"/>
                          <a:pt x="742" y="371"/>
                        </a:cubicBezTo>
                        <a:cubicBezTo>
                          <a:pt x="742"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8"/>
                  <p:cNvSpPr/>
                  <p:nvPr/>
                </p:nvSpPr>
                <p:spPr>
                  <a:xfrm>
                    <a:off x="323452" y="1756406"/>
                    <a:ext cx="47466" cy="47464"/>
                  </a:xfrm>
                  <a:custGeom>
                    <a:rect b="b" l="l" r="r" t="t"/>
                    <a:pathLst>
                      <a:path extrusionOk="0" h="742" w="742">
                        <a:moveTo>
                          <a:pt x="371" y="1"/>
                        </a:moveTo>
                        <a:cubicBezTo>
                          <a:pt x="167" y="1"/>
                          <a:pt x="1" y="167"/>
                          <a:pt x="1" y="371"/>
                        </a:cubicBezTo>
                        <a:cubicBezTo>
                          <a:pt x="1" y="575"/>
                          <a:pt x="167" y="742"/>
                          <a:pt x="371" y="742"/>
                        </a:cubicBezTo>
                        <a:cubicBezTo>
                          <a:pt x="576" y="742"/>
                          <a:pt x="742" y="575"/>
                          <a:pt x="742" y="371"/>
                        </a:cubicBezTo>
                        <a:cubicBezTo>
                          <a:pt x="742"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8"/>
                  <p:cNvSpPr/>
                  <p:nvPr/>
                </p:nvSpPr>
                <p:spPr>
                  <a:xfrm>
                    <a:off x="323452" y="1898541"/>
                    <a:ext cx="47466" cy="47400"/>
                  </a:xfrm>
                  <a:custGeom>
                    <a:rect b="b" l="l" r="r" t="t"/>
                    <a:pathLst>
                      <a:path extrusionOk="0" h="741" w="742">
                        <a:moveTo>
                          <a:pt x="371" y="1"/>
                        </a:moveTo>
                        <a:cubicBezTo>
                          <a:pt x="167" y="1"/>
                          <a:pt x="1" y="166"/>
                          <a:pt x="1" y="370"/>
                        </a:cubicBezTo>
                        <a:cubicBezTo>
                          <a:pt x="1" y="575"/>
                          <a:pt x="167" y="740"/>
                          <a:pt x="371" y="740"/>
                        </a:cubicBezTo>
                        <a:cubicBezTo>
                          <a:pt x="576" y="740"/>
                          <a:pt x="742" y="575"/>
                          <a:pt x="742" y="370"/>
                        </a:cubicBezTo>
                        <a:cubicBezTo>
                          <a:pt x="742"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8"/>
                  <p:cNvSpPr/>
                  <p:nvPr/>
                </p:nvSpPr>
                <p:spPr>
                  <a:xfrm>
                    <a:off x="465594" y="1401258"/>
                    <a:ext cx="47402" cy="47464"/>
                  </a:xfrm>
                  <a:custGeom>
                    <a:rect b="b" l="l" r="r" t="t"/>
                    <a:pathLst>
                      <a:path extrusionOk="0" h="742" w="741">
                        <a:moveTo>
                          <a:pt x="371" y="1"/>
                        </a:moveTo>
                        <a:cubicBezTo>
                          <a:pt x="166" y="1"/>
                          <a:pt x="1" y="167"/>
                          <a:pt x="1" y="371"/>
                        </a:cubicBezTo>
                        <a:cubicBezTo>
                          <a:pt x="1" y="575"/>
                          <a:pt x="166" y="741"/>
                          <a:pt x="371" y="741"/>
                        </a:cubicBezTo>
                        <a:cubicBezTo>
                          <a:pt x="575" y="741"/>
                          <a:pt x="741" y="575"/>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8"/>
                  <p:cNvSpPr/>
                  <p:nvPr/>
                </p:nvSpPr>
                <p:spPr>
                  <a:xfrm>
                    <a:off x="465594" y="1543394"/>
                    <a:ext cx="47402" cy="47400"/>
                  </a:xfrm>
                  <a:custGeom>
                    <a:rect b="b" l="l" r="r" t="t"/>
                    <a:pathLst>
                      <a:path extrusionOk="0" h="741" w="741">
                        <a:moveTo>
                          <a:pt x="371" y="0"/>
                        </a:moveTo>
                        <a:cubicBezTo>
                          <a:pt x="166" y="0"/>
                          <a:pt x="1" y="166"/>
                          <a:pt x="1" y="371"/>
                        </a:cubicBezTo>
                        <a:cubicBezTo>
                          <a:pt x="1" y="575"/>
                          <a:pt x="166" y="740"/>
                          <a:pt x="371" y="740"/>
                        </a:cubicBezTo>
                        <a:cubicBezTo>
                          <a:pt x="575" y="740"/>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8"/>
                  <p:cNvSpPr/>
                  <p:nvPr/>
                </p:nvSpPr>
                <p:spPr>
                  <a:xfrm>
                    <a:off x="465594" y="1685402"/>
                    <a:ext cx="47402" cy="47464"/>
                  </a:xfrm>
                  <a:custGeom>
                    <a:rect b="b" l="l" r="r" t="t"/>
                    <a:pathLst>
                      <a:path extrusionOk="0" h="742" w="741">
                        <a:moveTo>
                          <a:pt x="371" y="0"/>
                        </a:moveTo>
                        <a:cubicBezTo>
                          <a:pt x="166" y="0"/>
                          <a:pt x="1" y="166"/>
                          <a:pt x="1" y="371"/>
                        </a:cubicBezTo>
                        <a:cubicBezTo>
                          <a:pt x="1" y="575"/>
                          <a:pt x="166" y="741"/>
                          <a:pt x="371" y="741"/>
                        </a:cubicBezTo>
                        <a:cubicBezTo>
                          <a:pt x="575" y="741"/>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8"/>
                  <p:cNvSpPr/>
                  <p:nvPr/>
                </p:nvSpPr>
                <p:spPr>
                  <a:xfrm>
                    <a:off x="465594" y="1827537"/>
                    <a:ext cx="47402" cy="47400"/>
                  </a:xfrm>
                  <a:custGeom>
                    <a:rect b="b" l="l" r="r" t="t"/>
                    <a:pathLst>
                      <a:path extrusionOk="0" h="741" w="741">
                        <a:moveTo>
                          <a:pt x="371" y="0"/>
                        </a:moveTo>
                        <a:cubicBezTo>
                          <a:pt x="166" y="0"/>
                          <a:pt x="1" y="165"/>
                          <a:pt x="1" y="370"/>
                        </a:cubicBezTo>
                        <a:cubicBezTo>
                          <a:pt x="1" y="574"/>
                          <a:pt x="166" y="740"/>
                          <a:pt x="371" y="740"/>
                        </a:cubicBezTo>
                        <a:cubicBezTo>
                          <a:pt x="575" y="740"/>
                          <a:pt x="741" y="574"/>
                          <a:pt x="741" y="370"/>
                        </a:cubicBezTo>
                        <a:cubicBezTo>
                          <a:pt x="741" y="165"/>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8"/>
                  <p:cNvSpPr/>
                  <p:nvPr/>
                </p:nvSpPr>
                <p:spPr>
                  <a:xfrm>
                    <a:off x="465594" y="1969545"/>
                    <a:ext cx="47402" cy="47464"/>
                  </a:xfrm>
                  <a:custGeom>
                    <a:rect b="b" l="l" r="r" t="t"/>
                    <a:pathLst>
                      <a:path extrusionOk="0" h="742" w="741">
                        <a:moveTo>
                          <a:pt x="371" y="1"/>
                        </a:moveTo>
                        <a:cubicBezTo>
                          <a:pt x="166" y="1"/>
                          <a:pt x="1" y="167"/>
                          <a:pt x="1" y="371"/>
                        </a:cubicBezTo>
                        <a:cubicBezTo>
                          <a:pt x="1"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8"/>
                  <p:cNvSpPr/>
                  <p:nvPr/>
                </p:nvSpPr>
                <p:spPr>
                  <a:xfrm>
                    <a:off x="465594" y="1117050"/>
                    <a:ext cx="47402" cy="47464"/>
                  </a:xfrm>
                  <a:custGeom>
                    <a:rect b="b" l="l" r="r" t="t"/>
                    <a:pathLst>
                      <a:path extrusionOk="0" h="742" w="741">
                        <a:moveTo>
                          <a:pt x="371" y="1"/>
                        </a:moveTo>
                        <a:cubicBezTo>
                          <a:pt x="166" y="1"/>
                          <a:pt x="1" y="167"/>
                          <a:pt x="1" y="371"/>
                        </a:cubicBezTo>
                        <a:cubicBezTo>
                          <a:pt x="1"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8"/>
                  <p:cNvSpPr/>
                  <p:nvPr/>
                </p:nvSpPr>
                <p:spPr>
                  <a:xfrm>
                    <a:off x="241635" y="1278248"/>
                    <a:ext cx="8316" cy="22644"/>
                  </a:xfrm>
                  <a:custGeom>
                    <a:rect b="b" l="l" r="r" t="t"/>
                    <a:pathLst>
                      <a:path extrusionOk="0" h="354" w="130">
                        <a:moveTo>
                          <a:pt x="123" y="1"/>
                        </a:moveTo>
                        <a:cubicBezTo>
                          <a:pt x="77" y="114"/>
                          <a:pt x="34" y="234"/>
                          <a:pt x="0" y="354"/>
                        </a:cubicBezTo>
                        <a:cubicBezTo>
                          <a:pt x="81" y="287"/>
                          <a:pt x="129" y="185"/>
                          <a:pt x="129" y="71"/>
                        </a:cubicBezTo>
                        <a:cubicBezTo>
                          <a:pt x="129" y="47"/>
                          <a:pt x="127" y="23"/>
                          <a:pt x="1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8"/>
                  <p:cNvSpPr/>
                  <p:nvPr/>
                </p:nvSpPr>
                <p:spPr>
                  <a:xfrm>
                    <a:off x="226410" y="1401386"/>
                    <a:ext cx="23541" cy="47400"/>
                  </a:xfrm>
                  <a:custGeom>
                    <a:rect b="b" l="l" r="r" t="t"/>
                    <a:pathLst>
                      <a:path extrusionOk="0" h="741" w="368">
                        <a:moveTo>
                          <a:pt x="1" y="1"/>
                        </a:moveTo>
                        <a:lnTo>
                          <a:pt x="1" y="741"/>
                        </a:lnTo>
                        <a:cubicBezTo>
                          <a:pt x="205" y="738"/>
                          <a:pt x="367" y="575"/>
                          <a:pt x="367" y="369"/>
                        </a:cubicBezTo>
                        <a:cubicBezTo>
                          <a:pt x="367" y="166"/>
                          <a:pt x="205" y="3"/>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8"/>
                  <p:cNvSpPr/>
                  <p:nvPr/>
                </p:nvSpPr>
                <p:spPr>
                  <a:xfrm>
                    <a:off x="226410" y="1543330"/>
                    <a:ext cx="23541" cy="47400"/>
                  </a:xfrm>
                  <a:custGeom>
                    <a:rect b="b" l="l" r="r" t="t"/>
                    <a:pathLst>
                      <a:path extrusionOk="0" h="741" w="368">
                        <a:moveTo>
                          <a:pt x="1" y="0"/>
                        </a:moveTo>
                        <a:lnTo>
                          <a:pt x="1" y="740"/>
                        </a:lnTo>
                        <a:cubicBezTo>
                          <a:pt x="205" y="738"/>
                          <a:pt x="367" y="574"/>
                          <a:pt x="367" y="372"/>
                        </a:cubicBezTo>
                        <a:cubicBezTo>
                          <a:pt x="367" y="167"/>
                          <a:pt x="205" y="2"/>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8"/>
                  <p:cNvSpPr/>
                  <p:nvPr/>
                </p:nvSpPr>
                <p:spPr>
                  <a:xfrm>
                    <a:off x="226410" y="1685466"/>
                    <a:ext cx="23541" cy="47464"/>
                  </a:xfrm>
                  <a:custGeom>
                    <a:rect b="b" l="l" r="r" t="t"/>
                    <a:pathLst>
                      <a:path extrusionOk="0" h="742" w="368">
                        <a:moveTo>
                          <a:pt x="1" y="0"/>
                        </a:moveTo>
                        <a:lnTo>
                          <a:pt x="1" y="741"/>
                        </a:lnTo>
                        <a:cubicBezTo>
                          <a:pt x="205" y="738"/>
                          <a:pt x="367" y="576"/>
                          <a:pt x="367" y="370"/>
                        </a:cubicBezTo>
                        <a:cubicBezTo>
                          <a:pt x="367" y="165"/>
                          <a:pt x="205" y="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8"/>
                  <p:cNvSpPr/>
                  <p:nvPr/>
                </p:nvSpPr>
                <p:spPr>
                  <a:xfrm>
                    <a:off x="226410" y="1827409"/>
                    <a:ext cx="23541" cy="47464"/>
                  </a:xfrm>
                  <a:custGeom>
                    <a:rect b="b" l="l" r="r" t="t"/>
                    <a:pathLst>
                      <a:path extrusionOk="0" h="742" w="368">
                        <a:moveTo>
                          <a:pt x="1" y="0"/>
                        </a:moveTo>
                        <a:lnTo>
                          <a:pt x="1" y="741"/>
                        </a:lnTo>
                        <a:cubicBezTo>
                          <a:pt x="205" y="738"/>
                          <a:pt x="367" y="575"/>
                          <a:pt x="367" y="372"/>
                        </a:cubicBezTo>
                        <a:cubicBezTo>
                          <a:pt x="367" y="167"/>
                          <a:pt x="205" y="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8"/>
                  <p:cNvSpPr/>
                  <p:nvPr/>
                </p:nvSpPr>
                <p:spPr>
                  <a:xfrm>
                    <a:off x="226410" y="1969545"/>
                    <a:ext cx="23541" cy="47464"/>
                  </a:xfrm>
                  <a:custGeom>
                    <a:rect b="b" l="l" r="r" t="t"/>
                    <a:pathLst>
                      <a:path extrusionOk="0" h="742" w="368">
                        <a:moveTo>
                          <a:pt x="1" y="1"/>
                        </a:moveTo>
                        <a:lnTo>
                          <a:pt x="1" y="742"/>
                        </a:lnTo>
                        <a:cubicBezTo>
                          <a:pt x="205" y="739"/>
                          <a:pt x="367" y="577"/>
                          <a:pt x="367" y="370"/>
                        </a:cubicBezTo>
                        <a:cubicBezTo>
                          <a:pt x="367" y="166"/>
                          <a:pt x="205" y="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4" name="Google Shape;6924;p88"/>
                <p:cNvSpPr/>
                <p:nvPr/>
              </p:nvSpPr>
              <p:spPr>
                <a:xfrm>
                  <a:off x="991555" y="1408870"/>
                  <a:ext cx="47082" cy="39916"/>
                </a:xfrm>
                <a:custGeom>
                  <a:rect b="b" l="l" r="r" t="t"/>
                  <a:pathLst>
                    <a:path extrusionOk="0" h="624" w="736">
                      <a:moveTo>
                        <a:pt x="103" y="0"/>
                      </a:moveTo>
                      <a:cubicBezTo>
                        <a:pt x="39" y="67"/>
                        <a:pt x="1" y="154"/>
                        <a:pt x="1" y="252"/>
                      </a:cubicBezTo>
                      <a:cubicBezTo>
                        <a:pt x="1" y="457"/>
                        <a:pt x="166" y="624"/>
                        <a:pt x="372" y="624"/>
                      </a:cubicBezTo>
                      <a:cubicBezTo>
                        <a:pt x="553" y="624"/>
                        <a:pt x="707" y="488"/>
                        <a:pt x="735" y="310"/>
                      </a:cubicBezTo>
                      <a:cubicBezTo>
                        <a:pt x="532" y="193"/>
                        <a:pt x="320" y="88"/>
                        <a:pt x="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TITLE_AND_TWO_COLUMNS_1_1_1">
    <p:spTree>
      <p:nvGrpSpPr>
        <p:cNvPr id="6925" name="Shape 6925"/>
        <p:cNvGrpSpPr/>
        <p:nvPr/>
      </p:nvGrpSpPr>
      <p:grpSpPr>
        <a:xfrm>
          <a:off x="0" y="0"/>
          <a:ext cx="0" cy="0"/>
          <a:chOff x="0" y="0"/>
          <a:chExt cx="0" cy="0"/>
        </a:xfrm>
      </p:grpSpPr>
      <p:sp>
        <p:nvSpPr>
          <p:cNvPr id="6926" name="Google Shape;6926;p8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6927" name="Google Shape;6927;p89"/>
          <p:cNvSpPr txBox="1"/>
          <p:nvPr>
            <p:ph idx="1" type="body"/>
          </p:nvPr>
        </p:nvSpPr>
        <p:spPr>
          <a:xfrm>
            <a:off x="713550" y="1177800"/>
            <a:ext cx="3858300" cy="31149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3"/>
              </a:buClr>
              <a:buSzPts val="1400"/>
              <a:buChar char="●"/>
              <a:defRPr sz="1200"/>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6928" name="Google Shape;6928;p89"/>
          <p:cNvSpPr txBox="1"/>
          <p:nvPr>
            <p:ph idx="2" type="body"/>
          </p:nvPr>
        </p:nvSpPr>
        <p:spPr>
          <a:xfrm>
            <a:off x="4571850" y="1177800"/>
            <a:ext cx="3858300" cy="31149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3"/>
              </a:buClr>
              <a:buSzPts val="1400"/>
              <a:buChar char="●"/>
              <a:defRPr sz="1200"/>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grpSp>
        <p:nvGrpSpPr>
          <p:cNvPr id="6929" name="Google Shape;6929;p89"/>
          <p:cNvGrpSpPr/>
          <p:nvPr/>
        </p:nvGrpSpPr>
        <p:grpSpPr>
          <a:xfrm>
            <a:off x="32153" y="17873"/>
            <a:ext cx="9013971" cy="5004349"/>
            <a:chOff x="32153" y="17873"/>
            <a:chExt cx="9013971" cy="5004349"/>
          </a:xfrm>
        </p:grpSpPr>
        <p:grpSp>
          <p:nvGrpSpPr>
            <p:cNvPr id="6930" name="Google Shape;6930;p89"/>
            <p:cNvGrpSpPr/>
            <p:nvPr/>
          </p:nvGrpSpPr>
          <p:grpSpPr>
            <a:xfrm>
              <a:off x="8000763" y="4117336"/>
              <a:ext cx="1045362" cy="904886"/>
              <a:chOff x="3725309" y="381575"/>
              <a:chExt cx="533375" cy="461700"/>
            </a:xfrm>
          </p:grpSpPr>
          <p:sp>
            <p:nvSpPr>
              <p:cNvPr id="6931" name="Google Shape;6931;p89"/>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9"/>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9"/>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9"/>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9"/>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9"/>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9"/>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9"/>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9"/>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9"/>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9"/>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9"/>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9"/>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9"/>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9"/>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89"/>
            <p:cNvGrpSpPr/>
            <p:nvPr/>
          </p:nvGrpSpPr>
          <p:grpSpPr>
            <a:xfrm>
              <a:off x="280478" y="4666815"/>
              <a:ext cx="719021" cy="355403"/>
              <a:chOff x="3442209" y="513788"/>
              <a:chExt cx="366866" cy="181338"/>
            </a:xfrm>
          </p:grpSpPr>
          <p:sp>
            <p:nvSpPr>
              <p:cNvPr id="6947" name="Google Shape;6947;p89"/>
              <p:cNvSpPr/>
              <p:nvPr/>
            </p:nvSpPr>
            <p:spPr>
              <a:xfrm>
                <a:off x="3442209" y="513788"/>
                <a:ext cx="365475" cy="179900"/>
              </a:xfrm>
              <a:custGeom>
                <a:rect b="b" l="l" r="r" t="t"/>
                <a:pathLst>
                  <a:path extrusionOk="0" h="7196" w="14619">
                    <a:moveTo>
                      <a:pt x="7310" y="1"/>
                    </a:moveTo>
                    <a:cubicBezTo>
                      <a:pt x="3273" y="2"/>
                      <a:pt x="1" y="3510"/>
                      <a:pt x="1" y="3510"/>
                    </a:cubicBezTo>
                    <a:cubicBezTo>
                      <a:pt x="82" y="3487"/>
                      <a:pt x="164" y="3466"/>
                      <a:pt x="244" y="3443"/>
                    </a:cubicBezTo>
                    <a:lnTo>
                      <a:pt x="244" y="3443"/>
                    </a:lnTo>
                    <a:cubicBezTo>
                      <a:pt x="85" y="3595"/>
                      <a:pt x="1" y="3687"/>
                      <a:pt x="1" y="3687"/>
                    </a:cubicBezTo>
                    <a:cubicBezTo>
                      <a:pt x="1" y="3687"/>
                      <a:pt x="3273" y="7196"/>
                      <a:pt x="7310" y="7196"/>
                    </a:cubicBezTo>
                    <a:cubicBezTo>
                      <a:pt x="11346" y="7196"/>
                      <a:pt x="14619" y="3687"/>
                      <a:pt x="14619" y="3687"/>
                    </a:cubicBezTo>
                    <a:cubicBezTo>
                      <a:pt x="14619" y="3687"/>
                      <a:pt x="14532" y="3594"/>
                      <a:pt x="14371" y="3440"/>
                    </a:cubicBezTo>
                    <a:lnTo>
                      <a:pt x="14371" y="3440"/>
                    </a:lnTo>
                    <a:cubicBezTo>
                      <a:pt x="14454" y="3463"/>
                      <a:pt x="14536" y="3486"/>
                      <a:pt x="14619" y="3509"/>
                    </a:cubicBezTo>
                    <a:cubicBezTo>
                      <a:pt x="14619" y="3509"/>
                      <a:pt x="11346" y="1"/>
                      <a:pt x="731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9"/>
              <p:cNvSpPr/>
              <p:nvPr/>
            </p:nvSpPr>
            <p:spPr>
              <a:xfrm>
                <a:off x="3443600" y="519675"/>
                <a:ext cx="365475" cy="175450"/>
              </a:xfrm>
              <a:custGeom>
                <a:rect b="b" l="l" r="r" t="t"/>
                <a:pathLst>
                  <a:path extrusionOk="0" h="7018" w="14619">
                    <a:moveTo>
                      <a:pt x="7309" y="0"/>
                    </a:moveTo>
                    <a:cubicBezTo>
                      <a:pt x="3273" y="0"/>
                      <a:pt x="0" y="3509"/>
                      <a:pt x="0" y="3509"/>
                    </a:cubicBezTo>
                    <a:cubicBezTo>
                      <a:pt x="0" y="3509"/>
                      <a:pt x="3273" y="7018"/>
                      <a:pt x="7309" y="7018"/>
                    </a:cubicBezTo>
                    <a:cubicBezTo>
                      <a:pt x="11346" y="7018"/>
                      <a:pt x="14618" y="3509"/>
                      <a:pt x="14618" y="3509"/>
                    </a:cubicBezTo>
                    <a:cubicBezTo>
                      <a:pt x="14618" y="3509"/>
                      <a:pt x="11346"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9"/>
              <p:cNvSpPr/>
              <p:nvPr/>
            </p:nvSpPr>
            <p:spPr>
              <a:xfrm>
                <a:off x="3549550" y="530625"/>
                <a:ext cx="153525" cy="153550"/>
              </a:xfrm>
              <a:custGeom>
                <a:rect b="b" l="l" r="r" t="t"/>
                <a:pathLst>
                  <a:path extrusionOk="0" h="6142" w="6141">
                    <a:moveTo>
                      <a:pt x="3071" y="1"/>
                    </a:moveTo>
                    <a:cubicBezTo>
                      <a:pt x="1375" y="1"/>
                      <a:pt x="1" y="1374"/>
                      <a:pt x="1" y="3071"/>
                    </a:cubicBezTo>
                    <a:cubicBezTo>
                      <a:pt x="1" y="4766"/>
                      <a:pt x="1375" y="6141"/>
                      <a:pt x="3071" y="6141"/>
                    </a:cubicBezTo>
                    <a:cubicBezTo>
                      <a:pt x="4766" y="6141"/>
                      <a:pt x="6141" y="4766"/>
                      <a:pt x="6141" y="3071"/>
                    </a:cubicBezTo>
                    <a:cubicBezTo>
                      <a:pt x="6141" y="1374"/>
                      <a:pt x="4766"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9"/>
              <p:cNvSpPr/>
              <p:nvPr/>
            </p:nvSpPr>
            <p:spPr>
              <a:xfrm>
                <a:off x="3562700" y="547025"/>
                <a:ext cx="127200" cy="120775"/>
              </a:xfrm>
              <a:custGeom>
                <a:rect b="b" l="l" r="r" t="t"/>
                <a:pathLst>
                  <a:path extrusionOk="0" h="4831" w="5088">
                    <a:moveTo>
                      <a:pt x="2545" y="1"/>
                    </a:moveTo>
                    <a:cubicBezTo>
                      <a:pt x="2345" y="1"/>
                      <a:pt x="2144" y="128"/>
                      <a:pt x="2113" y="383"/>
                    </a:cubicBezTo>
                    <a:cubicBezTo>
                      <a:pt x="2085" y="616"/>
                      <a:pt x="1887" y="766"/>
                      <a:pt x="1680" y="766"/>
                    </a:cubicBezTo>
                    <a:cubicBezTo>
                      <a:pt x="1588" y="766"/>
                      <a:pt x="1494" y="737"/>
                      <a:pt x="1413" y="673"/>
                    </a:cubicBezTo>
                    <a:cubicBezTo>
                      <a:pt x="1326" y="604"/>
                      <a:pt x="1233" y="575"/>
                      <a:pt x="1145" y="575"/>
                    </a:cubicBezTo>
                    <a:cubicBezTo>
                      <a:pt x="822" y="575"/>
                      <a:pt x="553" y="966"/>
                      <a:pt x="803" y="1283"/>
                    </a:cubicBezTo>
                    <a:cubicBezTo>
                      <a:pt x="1011" y="1550"/>
                      <a:pt x="849" y="1943"/>
                      <a:pt x="512" y="1983"/>
                    </a:cubicBezTo>
                    <a:cubicBezTo>
                      <a:pt x="1" y="2045"/>
                      <a:pt x="1" y="2786"/>
                      <a:pt x="512" y="2846"/>
                    </a:cubicBezTo>
                    <a:cubicBezTo>
                      <a:pt x="849" y="2888"/>
                      <a:pt x="1011" y="3280"/>
                      <a:pt x="803" y="3547"/>
                    </a:cubicBezTo>
                    <a:cubicBezTo>
                      <a:pt x="553" y="3864"/>
                      <a:pt x="822" y="4255"/>
                      <a:pt x="1145" y="4255"/>
                    </a:cubicBezTo>
                    <a:cubicBezTo>
                      <a:pt x="1233" y="4255"/>
                      <a:pt x="1326" y="4225"/>
                      <a:pt x="1413" y="4157"/>
                    </a:cubicBezTo>
                    <a:cubicBezTo>
                      <a:pt x="1494" y="4093"/>
                      <a:pt x="1588" y="4064"/>
                      <a:pt x="1680" y="4064"/>
                    </a:cubicBezTo>
                    <a:cubicBezTo>
                      <a:pt x="1887" y="4064"/>
                      <a:pt x="2085" y="4214"/>
                      <a:pt x="2113" y="4448"/>
                    </a:cubicBezTo>
                    <a:cubicBezTo>
                      <a:pt x="2144" y="4703"/>
                      <a:pt x="2344" y="4830"/>
                      <a:pt x="2545" y="4830"/>
                    </a:cubicBezTo>
                    <a:cubicBezTo>
                      <a:pt x="2745" y="4830"/>
                      <a:pt x="2946" y="4703"/>
                      <a:pt x="2976" y="4448"/>
                    </a:cubicBezTo>
                    <a:cubicBezTo>
                      <a:pt x="3005" y="4214"/>
                      <a:pt x="3202" y="4064"/>
                      <a:pt x="3410" y="4064"/>
                    </a:cubicBezTo>
                    <a:cubicBezTo>
                      <a:pt x="3502" y="4064"/>
                      <a:pt x="3595" y="4093"/>
                      <a:pt x="3677" y="4157"/>
                    </a:cubicBezTo>
                    <a:cubicBezTo>
                      <a:pt x="3764" y="4225"/>
                      <a:pt x="3856" y="4255"/>
                      <a:pt x="3944" y="4255"/>
                    </a:cubicBezTo>
                    <a:cubicBezTo>
                      <a:pt x="4267" y="4255"/>
                      <a:pt x="4535" y="3864"/>
                      <a:pt x="4287" y="3547"/>
                    </a:cubicBezTo>
                    <a:cubicBezTo>
                      <a:pt x="4077" y="3280"/>
                      <a:pt x="4240" y="2886"/>
                      <a:pt x="4577" y="2846"/>
                    </a:cubicBezTo>
                    <a:cubicBezTo>
                      <a:pt x="5088" y="2784"/>
                      <a:pt x="5088" y="2044"/>
                      <a:pt x="4577" y="1983"/>
                    </a:cubicBezTo>
                    <a:cubicBezTo>
                      <a:pt x="4240" y="1942"/>
                      <a:pt x="4077" y="1550"/>
                      <a:pt x="4287" y="1283"/>
                    </a:cubicBezTo>
                    <a:cubicBezTo>
                      <a:pt x="4535" y="966"/>
                      <a:pt x="4266" y="575"/>
                      <a:pt x="3944" y="575"/>
                    </a:cubicBezTo>
                    <a:cubicBezTo>
                      <a:pt x="3856" y="575"/>
                      <a:pt x="3764" y="605"/>
                      <a:pt x="3677" y="673"/>
                    </a:cubicBezTo>
                    <a:cubicBezTo>
                      <a:pt x="3595" y="737"/>
                      <a:pt x="3501" y="766"/>
                      <a:pt x="3410" y="766"/>
                    </a:cubicBezTo>
                    <a:cubicBezTo>
                      <a:pt x="3202" y="766"/>
                      <a:pt x="3004" y="616"/>
                      <a:pt x="2976" y="383"/>
                    </a:cubicBezTo>
                    <a:cubicBezTo>
                      <a:pt x="2946" y="128"/>
                      <a:pt x="2745" y="1"/>
                      <a:pt x="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9"/>
              <p:cNvSpPr/>
              <p:nvPr/>
            </p:nvSpPr>
            <p:spPr>
              <a:xfrm>
                <a:off x="3600975" y="582025"/>
                <a:ext cx="50725" cy="50725"/>
              </a:xfrm>
              <a:custGeom>
                <a:rect b="b" l="l" r="r" t="t"/>
                <a:pathLst>
                  <a:path extrusionOk="0" h="2029" w="2029">
                    <a:moveTo>
                      <a:pt x="1014" y="0"/>
                    </a:moveTo>
                    <a:cubicBezTo>
                      <a:pt x="454" y="0"/>
                      <a:pt x="0" y="454"/>
                      <a:pt x="0" y="1015"/>
                    </a:cubicBezTo>
                    <a:cubicBezTo>
                      <a:pt x="0" y="1574"/>
                      <a:pt x="454" y="2028"/>
                      <a:pt x="1014" y="2028"/>
                    </a:cubicBezTo>
                    <a:cubicBezTo>
                      <a:pt x="1574" y="2028"/>
                      <a:pt x="2028" y="1574"/>
                      <a:pt x="2028" y="1015"/>
                    </a:cubicBezTo>
                    <a:cubicBezTo>
                      <a:pt x="2028" y="454"/>
                      <a:pt x="1574" y="0"/>
                      <a:pt x="1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9"/>
              <p:cNvSpPr/>
              <p:nvPr/>
            </p:nvSpPr>
            <p:spPr>
              <a:xfrm>
                <a:off x="3443600" y="515225"/>
                <a:ext cx="365475" cy="87750"/>
              </a:xfrm>
              <a:custGeom>
                <a:rect b="b" l="l" r="r" t="t"/>
                <a:pathLst>
                  <a:path extrusionOk="0" h="3510" w="14619">
                    <a:moveTo>
                      <a:pt x="7309" y="1"/>
                    </a:moveTo>
                    <a:cubicBezTo>
                      <a:pt x="3273" y="1"/>
                      <a:pt x="0" y="3509"/>
                      <a:pt x="0" y="3509"/>
                    </a:cubicBezTo>
                    <a:cubicBezTo>
                      <a:pt x="2504" y="2781"/>
                      <a:pt x="4955" y="2431"/>
                      <a:pt x="7357" y="2431"/>
                    </a:cubicBezTo>
                    <a:cubicBezTo>
                      <a:pt x="9828" y="2431"/>
                      <a:pt x="12247" y="2801"/>
                      <a:pt x="14618" y="3509"/>
                    </a:cubicBezTo>
                    <a:cubicBezTo>
                      <a:pt x="14618" y="3509"/>
                      <a:pt x="11346" y="1"/>
                      <a:pt x="7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3" name="Google Shape;6953;p89"/>
            <p:cNvGrpSpPr/>
            <p:nvPr/>
          </p:nvGrpSpPr>
          <p:grpSpPr>
            <a:xfrm>
              <a:off x="8308939" y="240554"/>
              <a:ext cx="597557" cy="597892"/>
              <a:chOff x="3834909" y="821763"/>
              <a:chExt cx="304891" cy="305063"/>
            </a:xfrm>
          </p:grpSpPr>
          <p:sp>
            <p:nvSpPr>
              <p:cNvPr id="6954" name="Google Shape;6954;p89"/>
              <p:cNvSpPr/>
              <p:nvPr/>
            </p:nvSpPr>
            <p:spPr>
              <a:xfrm>
                <a:off x="3834909" y="821763"/>
                <a:ext cx="303500" cy="303625"/>
              </a:xfrm>
              <a:custGeom>
                <a:rect b="b" l="l" r="r" t="t"/>
                <a:pathLst>
                  <a:path extrusionOk="0" h="12145" w="12140">
                    <a:moveTo>
                      <a:pt x="8031" y="1"/>
                    </a:moveTo>
                    <a:cubicBezTo>
                      <a:pt x="7935" y="1"/>
                      <a:pt x="7840" y="3"/>
                      <a:pt x="7748" y="13"/>
                    </a:cubicBezTo>
                    <a:cubicBezTo>
                      <a:pt x="7355" y="38"/>
                      <a:pt x="6978" y="120"/>
                      <a:pt x="6622" y="249"/>
                    </a:cubicBezTo>
                    <a:cubicBezTo>
                      <a:pt x="6081" y="445"/>
                      <a:pt x="5592" y="754"/>
                      <a:pt x="5186" y="1143"/>
                    </a:cubicBezTo>
                    <a:cubicBezTo>
                      <a:pt x="4737" y="1575"/>
                      <a:pt x="4386" y="2106"/>
                      <a:pt x="4167" y="2701"/>
                    </a:cubicBezTo>
                    <a:cubicBezTo>
                      <a:pt x="4038" y="3055"/>
                      <a:pt x="3956" y="3435"/>
                      <a:pt x="3932" y="3829"/>
                    </a:cubicBezTo>
                    <a:cubicBezTo>
                      <a:pt x="3929" y="3860"/>
                      <a:pt x="3925" y="3893"/>
                      <a:pt x="3925" y="3924"/>
                    </a:cubicBezTo>
                    <a:cubicBezTo>
                      <a:pt x="3894" y="3924"/>
                      <a:pt x="3861" y="3927"/>
                      <a:pt x="3830" y="3931"/>
                    </a:cubicBezTo>
                    <a:cubicBezTo>
                      <a:pt x="3434" y="3958"/>
                      <a:pt x="3052" y="4042"/>
                      <a:pt x="2696" y="4173"/>
                    </a:cubicBezTo>
                    <a:cubicBezTo>
                      <a:pt x="1562" y="4589"/>
                      <a:pt x="664" y="5486"/>
                      <a:pt x="249" y="6621"/>
                    </a:cubicBezTo>
                    <a:cubicBezTo>
                      <a:pt x="120" y="6977"/>
                      <a:pt x="37" y="7355"/>
                      <a:pt x="13" y="7748"/>
                    </a:cubicBezTo>
                    <a:cubicBezTo>
                      <a:pt x="3" y="7840"/>
                      <a:pt x="0" y="7935"/>
                      <a:pt x="0" y="8031"/>
                    </a:cubicBezTo>
                    <a:cubicBezTo>
                      <a:pt x="0" y="8362"/>
                      <a:pt x="39" y="8686"/>
                      <a:pt x="114" y="8992"/>
                    </a:cubicBezTo>
                    <a:cubicBezTo>
                      <a:pt x="168" y="9226"/>
                      <a:pt x="243" y="9449"/>
                      <a:pt x="338" y="9661"/>
                    </a:cubicBezTo>
                    <a:cubicBezTo>
                      <a:pt x="467" y="9966"/>
                      <a:pt x="633" y="10250"/>
                      <a:pt x="833" y="10513"/>
                    </a:cubicBezTo>
                    <a:cubicBezTo>
                      <a:pt x="929" y="10642"/>
                      <a:pt x="1030" y="10761"/>
                      <a:pt x="1141" y="10875"/>
                    </a:cubicBezTo>
                    <a:lnTo>
                      <a:pt x="1251" y="10986"/>
                    </a:lnTo>
                    <a:cubicBezTo>
                      <a:pt x="1482" y="11210"/>
                      <a:pt x="1740" y="11404"/>
                      <a:pt x="2016" y="11566"/>
                    </a:cubicBezTo>
                    <a:cubicBezTo>
                      <a:pt x="2204" y="11680"/>
                      <a:pt x="2403" y="11778"/>
                      <a:pt x="2612" y="11862"/>
                    </a:cubicBezTo>
                    <a:cubicBezTo>
                      <a:pt x="2954" y="11994"/>
                      <a:pt x="3319" y="12086"/>
                      <a:pt x="3700" y="12120"/>
                    </a:cubicBezTo>
                    <a:cubicBezTo>
                      <a:pt x="3773" y="12129"/>
                      <a:pt x="3847" y="12136"/>
                      <a:pt x="3922" y="12138"/>
                    </a:cubicBezTo>
                    <a:lnTo>
                      <a:pt x="3922" y="12144"/>
                    </a:lnTo>
                    <a:lnTo>
                      <a:pt x="12140" y="12144"/>
                    </a:lnTo>
                    <a:lnTo>
                      <a:pt x="12140" y="11280"/>
                    </a:lnTo>
                    <a:lnTo>
                      <a:pt x="12140" y="10389"/>
                    </a:lnTo>
                    <a:lnTo>
                      <a:pt x="12140" y="9042"/>
                    </a:lnTo>
                    <a:lnTo>
                      <a:pt x="12140" y="8150"/>
                    </a:lnTo>
                    <a:lnTo>
                      <a:pt x="12140" y="6808"/>
                    </a:lnTo>
                    <a:lnTo>
                      <a:pt x="12140" y="5914"/>
                    </a:lnTo>
                    <a:lnTo>
                      <a:pt x="12140" y="4571"/>
                    </a:lnTo>
                    <a:lnTo>
                      <a:pt x="12140" y="3922"/>
                    </a:lnTo>
                    <a:lnTo>
                      <a:pt x="12138" y="3922"/>
                    </a:lnTo>
                    <a:cubicBezTo>
                      <a:pt x="12134" y="3849"/>
                      <a:pt x="12128" y="3775"/>
                      <a:pt x="12119" y="3700"/>
                    </a:cubicBezTo>
                    <a:cubicBezTo>
                      <a:pt x="12086" y="3320"/>
                      <a:pt x="11993" y="2953"/>
                      <a:pt x="11861" y="2613"/>
                    </a:cubicBezTo>
                    <a:cubicBezTo>
                      <a:pt x="11778" y="2404"/>
                      <a:pt x="11679" y="2206"/>
                      <a:pt x="11566" y="2017"/>
                    </a:cubicBezTo>
                    <a:cubicBezTo>
                      <a:pt x="11404" y="1741"/>
                      <a:pt x="11206" y="1485"/>
                      <a:pt x="10986" y="1255"/>
                    </a:cubicBezTo>
                    <a:lnTo>
                      <a:pt x="10983" y="1255"/>
                    </a:lnTo>
                    <a:cubicBezTo>
                      <a:pt x="10838" y="1097"/>
                      <a:pt x="10682" y="963"/>
                      <a:pt x="10512" y="834"/>
                    </a:cubicBezTo>
                    <a:cubicBezTo>
                      <a:pt x="10251" y="637"/>
                      <a:pt x="9965" y="467"/>
                      <a:pt x="9661" y="338"/>
                    </a:cubicBezTo>
                    <a:cubicBezTo>
                      <a:pt x="9449" y="243"/>
                      <a:pt x="9224" y="169"/>
                      <a:pt x="8993" y="114"/>
                    </a:cubicBezTo>
                    <a:cubicBezTo>
                      <a:pt x="8687" y="40"/>
                      <a:pt x="8365" y="1"/>
                      <a:pt x="803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9"/>
              <p:cNvSpPr/>
              <p:nvPr/>
            </p:nvSpPr>
            <p:spPr>
              <a:xfrm>
                <a:off x="3836250" y="823225"/>
                <a:ext cx="303550" cy="303600"/>
              </a:xfrm>
              <a:custGeom>
                <a:rect b="b" l="l" r="r" t="t"/>
                <a:pathLst>
                  <a:path extrusionOk="0" h="12144" w="12142">
                    <a:moveTo>
                      <a:pt x="8033" y="1"/>
                    </a:moveTo>
                    <a:cubicBezTo>
                      <a:pt x="7937" y="1"/>
                      <a:pt x="7842" y="5"/>
                      <a:pt x="7750" y="13"/>
                    </a:cubicBezTo>
                    <a:cubicBezTo>
                      <a:pt x="7357" y="38"/>
                      <a:pt x="6978" y="120"/>
                      <a:pt x="6622" y="249"/>
                    </a:cubicBezTo>
                    <a:cubicBezTo>
                      <a:pt x="6080" y="445"/>
                      <a:pt x="5593" y="753"/>
                      <a:pt x="5187" y="1143"/>
                    </a:cubicBezTo>
                    <a:cubicBezTo>
                      <a:pt x="4738" y="1574"/>
                      <a:pt x="4387" y="2106"/>
                      <a:pt x="4169" y="2701"/>
                    </a:cubicBezTo>
                    <a:cubicBezTo>
                      <a:pt x="4040" y="3055"/>
                      <a:pt x="3957" y="3436"/>
                      <a:pt x="3933" y="3829"/>
                    </a:cubicBezTo>
                    <a:cubicBezTo>
                      <a:pt x="3929" y="3860"/>
                      <a:pt x="3926" y="3893"/>
                      <a:pt x="3926" y="3924"/>
                    </a:cubicBezTo>
                    <a:cubicBezTo>
                      <a:pt x="3895" y="3924"/>
                      <a:pt x="3861" y="3928"/>
                      <a:pt x="3830" y="3932"/>
                    </a:cubicBezTo>
                    <a:cubicBezTo>
                      <a:pt x="3435" y="3958"/>
                      <a:pt x="3053" y="4042"/>
                      <a:pt x="2697" y="4174"/>
                    </a:cubicBezTo>
                    <a:cubicBezTo>
                      <a:pt x="1562" y="4589"/>
                      <a:pt x="665" y="5487"/>
                      <a:pt x="250" y="6621"/>
                    </a:cubicBezTo>
                    <a:cubicBezTo>
                      <a:pt x="121" y="6977"/>
                      <a:pt x="38" y="7355"/>
                      <a:pt x="14" y="7748"/>
                    </a:cubicBezTo>
                    <a:cubicBezTo>
                      <a:pt x="4" y="7840"/>
                      <a:pt x="1" y="7936"/>
                      <a:pt x="1" y="8031"/>
                    </a:cubicBezTo>
                    <a:cubicBezTo>
                      <a:pt x="1" y="8364"/>
                      <a:pt x="41" y="8686"/>
                      <a:pt x="114" y="8993"/>
                    </a:cubicBezTo>
                    <a:cubicBezTo>
                      <a:pt x="170" y="9224"/>
                      <a:pt x="243" y="9449"/>
                      <a:pt x="339" y="9660"/>
                    </a:cubicBezTo>
                    <a:cubicBezTo>
                      <a:pt x="468" y="9965"/>
                      <a:pt x="634" y="10249"/>
                      <a:pt x="835" y="10512"/>
                    </a:cubicBezTo>
                    <a:cubicBezTo>
                      <a:pt x="930" y="10641"/>
                      <a:pt x="1031" y="10760"/>
                      <a:pt x="1141" y="10874"/>
                    </a:cubicBezTo>
                    <a:lnTo>
                      <a:pt x="1253" y="10985"/>
                    </a:lnTo>
                    <a:cubicBezTo>
                      <a:pt x="1482" y="11209"/>
                      <a:pt x="1742" y="11403"/>
                      <a:pt x="2017" y="11565"/>
                    </a:cubicBezTo>
                    <a:cubicBezTo>
                      <a:pt x="2204" y="11679"/>
                      <a:pt x="2404" y="11778"/>
                      <a:pt x="2613" y="11860"/>
                    </a:cubicBezTo>
                    <a:cubicBezTo>
                      <a:pt x="2954" y="11992"/>
                      <a:pt x="3321" y="12085"/>
                      <a:pt x="3700" y="12118"/>
                    </a:cubicBezTo>
                    <a:cubicBezTo>
                      <a:pt x="3776" y="12128"/>
                      <a:pt x="3849" y="12134"/>
                      <a:pt x="3922" y="12137"/>
                    </a:cubicBezTo>
                    <a:lnTo>
                      <a:pt x="3922" y="12143"/>
                    </a:lnTo>
                    <a:lnTo>
                      <a:pt x="12141" y="12143"/>
                    </a:lnTo>
                    <a:lnTo>
                      <a:pt x="12141" y="3922"/>
                    </a:lnTo>
                    <a:lnTo>
                      <a:pt x="12138" y="3922"/>
                    </a:lnTo>
                    <a:cubicBezTo>
                      <a:pt x="12136" y="3847"/>
                      <a:pt x="12130" y="3774"/>
                      <a:pt x="12120" y="3700"/>
                    </a:cubicBezTo>
                    <a:cubicBezTo>
                      <a:pt x="12086" y="3320"/>
                      <a:pt x="11995" y="2953"/>
                      <a:pt x="11862" y="2613"/>
                    </a:cubicBezTo>
                    <a:cubicBezTo>
                      <a:pt x="11779" y="2404"/>
                      <a:pt x="11681" y="2208"/>
                      <a:pt x="11567" y="2017"/>
                    </a:cubicBezTo>
                    <a:cubicBezTo>
                      <a:pt x="11404" y="1740"/>
                      <a:pt x="11208" y="1486"/>
                      <a:pt x="10986" y="1255"/>
                    </a:cubicBezTo>
                    <a:lnTo>
                      <a:pt x="10984" y="1255"/>
                    </a:lnTo>
                    <a:cubicBezTo>
                      <a:pt x="10840" y="1099"/>
                      <a:pt x="10682" y="962"/>
                      <a:pt x="10513" y="833"/>
                    </a:cubicBezTo>
                    <a:cubicBezTo>
                      <a:pt x="10253" y="636"/>
                      <a:pt x="9966" y="467"/>
                      <a:pt x="9661" y="338"/>
                    </a:cubicBezTo>
                    <a:cubicBezTo>
                      <a:pt x="9450" y="243"/>
                      <a:pt x="9226" y="170"/>
                      <a:pt x="8995" y="114"/>
                    </a:cubicBezTo>
                    <a:cubicBezTo>
                      <a:pt x="8688" y="40"/>
                      <a:pt x="8364" y="1"/>
                      <a:pt x="80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9"/>
              <p:cNvSpPr/>
              <p:nvPr/>
            </p:nvSpPr>
            <p:spPr>
              <a:xfrm>
                <a:off x="3836575" y="921450"/>
                <a:ext cx="95425" cy="95450"/>
              </a:xfrm>
              <a:custGeom>
                <a:rect b="b" l="l" r="r" t="t"/>
                <a:pathLst>
                  <a:path extrusionOk="0" h="3818" w="3817">
                    <a:moveTo>
                      <a:pt x="3816" y="0"/>
                    </a:moveTo>
                    <a:lnTo>
                      <a:pt x="3816" y="0"/>
                    </a:lnTo>
                    <a:cubicBezTo>
                      <a:pt x="3421" y="29"/>
                      <a:pt x="3039" y="112"/>
                      <a:pt x="2683" y="243"/>
                    </a:cubicBezTo>
                    <a:lnTo>
                      <a:pt x="235" y="2691"/>
                    </a:lnTo>
                    <a:cubicBezTo>
                      <a:pt x="106" y="3047"/>
                      <a:pt x="24" y="3425"/>
                      <a:pt x="0" y="3818"/>
                    </a:cubicBezTo>
                    <a:lnTo>
                      <a:pt x="38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9"/>
              <p:cNvSpPr/>
              <p:nvPr/>
            </p:nvSpPr>
            <p:spPr>
              <a:xfrm>
                <a:off x="3934525" y="823475"/>
                <a:ext cx="95450" cy="95500"/>
              </a:xfrm>
              <a:custGeom>
                <a:rect b="b" l="l" r="r" t="t"/>
                <a:pathLst>
                  <a:path extrusionOk="0" h="3820" w="3818">
                    <a:moveTo>
                      <a:pt x="3818" y="1"/>
                    </a:moveTo>
                    <a:lnTo>
                      <a:pt x="3818" y="1"/>
                    </a:lnTo>
                    <a:cubicBezTo>
                      <a:pt x="3425" y="26"/>
                      <a:pt x="3046" y="109"/>
                      <a:pt x="2689" y="239"/>
                    </a:cubicBezTo>
                    <a:lnTo>
                      <a:pt x="237" y="2691"/>
                    </a:lnTo>
                    <a:cubicBezTo>
                      <a:pt x="108" y="3045"/>
                      <a:pt x="25" y="3426"/>
                      <a:pt x="1" y="3819"/>
                    </a:cubicBezTo>
                    <a:lnTo>
                      <a:pt x="38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9"/>
              <p:cNvSpPr/>
              <p:nvPr/>
            </p:nvSpPr>
            <p:spPr>
              <a:xfrm>
                <a:off x="3839075" y="826050"/>
                <a:ext cx="238700" cy="238700"/>
              </a:xfrm>
              <a:custGeom>
                <a:rect b="b" l="l" r="r" t="t"/>
                <a:pathLst>
                  <a:path extrusionOk="0" h="9548" w="9548">
                    <a:moveTo>
                      <a:pt x="8881" y="0"/>
                    </a:moveTo>
                    <a:lnTo>
                      <a:pt x="0" y="8880"/>
                    </a:lnTo>
                    <a:cubicBezTo>
                      <a:pt x="56" y="9111"/>
                      <a:pt x="129" y="9336"/>
                      <a:pt x="225" y="9547"/>
                    </a:cubicBezTo>
                    <a:lnTo>
                      <a:pt x="9547" y="224"/>
                    </a:lnTo>
                    <a:cubicBezTo>
                      <a:pt x="9336" y="129"/>
                      <a:pt x="9112" y="55"/>
                      <a:pt x="88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9"/>
              <p:cNvSpPr/>
              <p:nvPr/>
            </p:nvSpPr>
            <p:spPr>
              <a:xfrm>
                <a:off x="3857025" y="844025"/>
                <a:ext cx="253775" cy="253850"/>
              </a:xfrm>
              <a:custGeom>
                <a:rect b="b" l="l" r="r" t="t"/>
                <a:pathLst>
                  <a:path extrusionOk="0" h="10154" w="10151">
                    <a:moveTo>
                      <a:pt x="9680" y="0"/>
                    </a:moveTo>
                    <a:lnTo>
                      <a:pt x="0" y="9680"/>
                    </a:lnTo>
                    <a:cubicBezTo>
                      <a:pt x="96" y="9809"/>
                      <a:pt x="197" y="9928"/>
                      <a:pt x="308" y="10042"/>
                    </a:cubicBezTo>
                    <a:lnTo>
                      <a:pt x="418" y="10153"/>
                    </a:lnTo>
                    <a:lnTo>
                      <a:pt x="10150" y="421"/>
                    </a:lnTo>
                    <a:cubicBezTo>
                      <a:pt x="10008" y="264"/>
                      <a:pt x="9850" y="129"/>
                      <a:pt x="9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9"/>
              <p:cNvSpPr/>
              <p:nvPr/>
            </p:nvSpPr>
            <p:spPr>
              <a:xfrm>
                <a:off x="3886650" y="873600"/>
                <a:ext cx="246150" cy="246150"/>
              </a:xfrm>
              <a:custGeom>
                <a:rect b="b" l="l" r="r" t="t"/>
                <a:pathLst>
                  <a:path extrusionOk="0" h="9846" w="9846">
                    <a:moveTo>
                      <a:pt x="9550" y="0"/>
                    </a:moveTo>
                    <a:lnTo>
                      <a:pt x="0" y="9550"/>
                    </a:lnTo>
                    <a:cubicBezTo>
                      <a:pt x="187" y="9664"/>
                      <a:pt x="387" y="9763"/>
                      <a:pt x="596" y="9845"/>
                    </a:cubicBezTo>
                    <a:lnTo>
                      <a:pt x="9845" y="597"/>
                    </a:lnTo>
                    <a:cubicBezTo>
                      <a:pt x="9763" y="387"/>
                      <a:pt x="9664" y="191"/>
                      <a:pt x="9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9"/>
              <p:cNvSpPr/>
              <p:nvPr/>
            </p:nvSpPr>
            <p:spPr>
              <a:xfrm>
                <a:off x="3928750" y="915725"/>
                <a:ext cx="211050" cy="211100"/>
              </a:xfrm>
              <a:custGeom>
                <a:rect b="b" l="l" r="r" t="t"/>
                <a:pathLst>
                  <a:path extrusionOk="0" h="8444" w="8442">
                    <a:moveTo>
                      <a:pt x="8419" y="0"/>
                    </a:moveTo>
                    <a:lnTo>
                      <a:pt x="0" y="8418"/>
                    </a:lnTo>
                    <a:cubicBezTo>
                      <a:pt x="76" y="8428"/>
                      <a:pt x="149" y="8434"/>
                      <a:pt x="222" y="8437"/>
                    </a:cubicBezTo>
                    <a:lnTo>
                      <a:pt x="222" y="8443"/>
                    </a:lnTo>
                    <a:lnTo>
                      <a:pt x="867" y="8443"/>
                    </a:lnTo>
                    <a:lnTo>
                      <a:pt x="8441" y="869"/>
                    </a:lnTo>
                    <a:lnTo>
                      <a:pt x="8441" y="222"/>
                    </a:lnTo>
                    <a:lnTo>
                      <a:pt x="8437" y="222"/>
                    </a:lnTo>
                    <a:cubicBezTo>
                      <a:pt x="8435" y="147"/>
                      <a:pt x="8429" y="74"/>
                      <a:pt x="8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9"/>
              <p:cNvSpPr/>
              <p:nvPr/>
            </p:nvSpPr>
            <p:spPr>
              <a:xfrm>
                <a:off x="3984075" y="971025"/>
                <a:ext cx="155725" cy="155800"/>
              </a:xfrm>
              <a:custGeom>
                <a:rect b="b" l="l" r="r" t="t"/>
                <a:pathLst>
                  <a:path extrusionOk="0" h="6232" w="6229">
                    <a:moveTo>
                      <a:pt x="6228" y="1"/>
                    </a:moveTo>
                    <a:lnTo>
                      <a:pt x="0" y="6231"/>
                    </a:lnTo>
                    <a:lnTo>
                      <a:pt x="892" y="6231"/>
                    </a:lnTo>
                    <a:lnTo>
                      <a:pt x="6228" y="895"/>
                    </a:lnTo>
                    <a:lnTo>
                      <a:pt x="62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9"/>
              <p:cNvSpPr/>
              <p:nvPr/>
            </p:nvSpPr>
            <p:spPr>
              <a:xfrm>
                <a:off x="4039950" y="1026975"/>
                <a:ext cx="99850" cy="99850"/>
              </a:xfrm>
              <a:custGeom>
                <a:rect b="b" l="l" r="r" t="t"/>
                <a:pathLst>
                  <a:path extrusionOk="0" h="3994" w="3994">
                    <a:moveTo>
                      <a:pt x="3993" y="0"/>
                    </a:moveTo>
                    <a:lnTo>
                      <a:pt x="0" y="3993"/>
                    </a:lnTo>
                    <a:lnTo>
                      <a:pt x="892" y="3993"/>
                    </a:lnTo>
                    <a:lnTo>
                      <a:pt x="3993" y="892"/>
                    </a:lnTo>
                    <a:lnTo>
                      <a:pt x="3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9"/>
              <p:cNvSpPr/>
              <p:nvPr/>
            </p:nvSpPr>
            <p:spPr>
              <a:xfrm>
                <a:off x="4095800" y="1082900"/>
                <a:ext cx="44000" cy="43925"/>
              </a:xfrm>
              <a:custGeom>
                <a:rect b="b" l="l" r="r" t="t"/>
                <a:pathLst>
                  <a:path extrusionOk="0" h="1757" w="1760">
                    <a:moveTo>
                      <a:pt x="1759" y="1"/>
                    </a:moveTo>
                    <a:lnTo>
                      <a:pt x="1" y="1756"/>
                    </a:lnTo>
                    <a:lnTo>
                      <a:pt x="895" y="1756"/>
                    </a:lnTo>
                    <a:lnTo>
                      <a:pt x="1759" y="892"/>
                    </a:lnTo>
                    <a:lnTo>
                      <a:pt x="1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9"/>
              <p:cNvSpPr/>
              <p:nvPr/>
            </p:nvSpPr>
            <p:spPr>
              <a:xfrm>
                <a:off x="3892750" y="879725"/>
                <a:ext cx="190525" cy="190475"/>
              </a:xfrm>
              <a:custGeom>
                <a:rect b="b" l="l" r="r" t="t"/>
                <a:pathLst>
                  <a:path extrusionOk="0" h="7619" w="7621">
                    <a:moveTo>
                      <a:pt x="5771" y="1"/>
                    </a:moveTo>
                    <a:cubicBezTo>
                      <a:pt x="4779" y="1"/>
                      <a:pt x="3969" y="775"/>
                      <a:pt x="3925" y="1764"/>
                    </a:cubicBezTo>
                    <a:lnTo>
                      <a:pt x="3834" y="3834"/>
                    </a:lnTo>
                    <a:lnTo>
                      <a:pt x="1764" y="3924"/>
                    </a:lnTo>
                    <a:cubicBezTo>
                      <a:pt x="777" y="3969"/>
                      <a:pt x="1" y="4780"/>
                      <a:pt x="1" y="5771"/>
                    </a:cubicBezTo>
                    <a:cubicBezTo>
                      <a:pt x="1" y="6761"/>
                      <a:pt x="774" y="7571"/>
                      <a:pt x="1762" y="7617"/>
                    </a:cubicBezTo>
                    <a:lnTo>
                      <a:pt x="1815" y="7619"/>
                    </a:lnTo>
                    <a:lnTo>
                      <a:pt x="1815" y="7618"/>
                    </a:lnTo>
                    <a:lnTo>
                      <a:pt x="7620" y="7618"/>
                    </a:lnTo>
                    <a:lnTo>
                      <a:pt x="7620" y="1817"/>
                    </a:lnTo>
                    <a:lnTo>
                      <a:pt x="7617" y="1761"/>
                    </a:lnTo>
                    <a:cubicBezTo>
                      <a:pt x="7573" y="775"/>
                      <a:pt x="6761" y="1"/>
                      <a:pt x="5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9"/>
              <p:cNvSpPr/>
              <p:nvPr/>
            </p:nvSpPr>
            <p:spPr>
              <a:xfrm>
                <a:off x="3911600" y="898625"/>
                <a:ext cx="152700" cy="152725"/>
              </a:xfrm>
              <a:custGeom>
                <a:rect b="b" l="l" r="r" t="t"/>
                <a:pathLst>
                  <a:path extrusionOk="0" h="6109" w="6108">
                    <a:moveTo>
                      <a:pt x="5015" y="0"/>
                    </a:moveTo>
                    <a:cubicBezTo>
                      <a:pt x="4429" y="0"/>
                      <a:pt x="3950" y="458"/>
                      <a:pt x="3924" y="1042"/>
                    </a:cubicBezTo>
                    <a:lnTo>
                      <a:pt x="3802" y="3802"/>
                    </a:lnTo>
                    <a:lnTo>
                      <a:pt x="1042" y="3924"/>
                    </a:lnTo>
                    <a:cubicBezTo>
                      <a:pt x="458" y="3950"/>
                      <a:pt x="0" y="4427"/>
                      <a:pt x="0" y="5015"/>
                    </a:cubicBezTo>
                    <a:cubicBezTo>
                      <a:pt x="0" y="5602"/>
                      <a:pt x="458" y="6081"/>
                      <a:pt x="1045" y="6107"/>
                    </a:cubicBezTo>
                    <a:lnTo>
                      <a:pt x="1079" y="6109"/>
                    </a:lnTo>
                    <a:lnTo>
                      <a:pt x="6108" y="6109"/>
                    </a:lnTo>
                    <a:lnTo>
                      <a:pt x="6108" y="1079"/>
                    </a:lnTo>
                    <a:lnTo>
                      <a:pt x="6106" y="1041"/>
                    </a:lnTo>
                    <a:cubicBezTo>
                      <a:pt x="6081" y="458"/>
                      <a:pt x="5601" y="0"/>
                      <a:pt x="50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89"/>
            <p:cNvGrpSpPr/>
            <p:nvPr/>
          </p:nvGrpSpPr>
          <p:grpSpPr>
            <a:xfrm rot="1503772">
              <a:off x="400769" y="124007"/>
              <a:ext cx="659926" cy="714605"/>
              <a:chOff x="-2686850" y="3696525"/>
              <a:chExt cx="332050" cy="359563"/>
            </a:xfrm>
          </p:grpSpPr>
          <p:sp>
            <p:nvSpPr>
              <p:cNvPr id="6968" name="Google Shape;6968;p89"/>
              <p:cNvSpPr/>
              <p:nvPr/>
            </p:nvSpPr>
            <p:spPr>
              <a:xfrm>
                <a:off x="-2686850" y="3696525"/>
                <a:ext cx="332050" cy="359525"/>
              </a:xfrm>
              <a:custGeom>
                <a:rect b="b" l="l" r="r" t="t"/>
                <a:pathLst>
                  <a:path extrusionOk="0" h="14381" w="13282">
                    <a:moveTo>
                      <a:pt x="12504" y="10802"/>
                    </a:moveTo>
                    <a:lnTo>
                      <a:pt x="12497" y="10829"/>
                    </a:lnTo>
                    <a:lnTo>
                      <a:pt x="12497" y="10806"/>
                    </a:lnTo>
                    <a:lnTo>
                      <a:pt x="12504" y="10802"/>
                    </a:lnTo>
                    <a:close/>
                    <a:moveTo>
                      <a:pt x="6678" y="1"/>
                    </a:moveTo>
                    <a:cubicBezTo>
                      <a:pt x="4442" y="1"/>
                      <a:pt x="2280" y="1136"/>
                      <a:pt x="1036" y="2962"/>
                    </a:cubicBezTo>
                    <a:cubicBezTo>
                      <a:pt x="902" y="3158"/>
                      <a:pt x="912" y="3410"/>
                      <a:pt x="1042" y="3594"/>
                    </a:cubicBezTo>
                    <a:cubicBezTo>
                      <a:pt x="505" y="4550"/>
                      <a:pt x="247" y="5625"/>
                      <a:pt x="300" y="6729"/>
                    </a:cubicBezTo>
                    <a:cubicBezTo>
                      <a:pt x="352" y="7770"/>
                      <a:pt x="675" y="10117"/>
                      <a:pt x="739" y="10573"/>
                    </a:cubicBezTo>
                    <a:lnTo>
                      <a:pt x="739" y="10663"/>
                    </a:lnTo>
                    <a:lnTo>
                      <a:pt x="256" y="8957"/>
                    </a:lnTo>
                    <a:cubicBezTo>
                      <a:pt x="241" y="8903"/>
                      <a:pt x="192" y="8868"/>
                      <a:pt x="138" y="8868"/>
                    </a:cubicBezTo>
                    <a:cubicBezTo>
                      <a:pt x="126" y="8868"/>
                      <a:pt x="115" y="8869"/>
                      <a:pt x="103" y="8873"/>
                    </a:cubicBezTo>
                    <a:cubicBezTo>
                      <a:pt x="37" y="8890"/>
                      <a:pt x="0" y="8958"/>
                      <a:pt x="19" y="9024"/>
                    </a:cubicBezTo>
                    <a:lnTo>
                      <a:pt x="738" y="11566"/>
                    </a:lnTo>
                    <a:lnTo>
                      <a:pt x="738" y="12528"/>
                    </a:lnTo>
                    <a:lnTo>
                      <a:pt x="738" y="13556"/>
                    </a:lnTo>
                    <a:lnTo>
                      <a:pt x="738" y="13808"/>
                    </a:lnTo>
                    <a:lnTo>
                      <a:pt x="1665" y="13808"/>
                    </a:lnTo>
                    <a:lnTo>
                      <a:pt x="1665" y="14373"/>
                    </a:lnTo>
                    <a:lnTo>
                      <a:pt x="1947" y="14373"/>
                    </a:lnTo>
                    <a:lnTo>
                      <a:pt x="1947" y="14380"/>
                    </a:lnTo>
                    <a:lnTo>
                      <a:pt x="2635" y="14380"/>
                    </a:lnTo>
                    <a:lnTo>
                      <a:pt x="2635" y="14369"/>
                    </a:lnTo>
                    <a:cubicBezTo>
                      <a:pt x="3018" y="14307"/>
                      <a:pt x="3314" y="13987"/>
                      <a:pt x="3411" y="13555"/>
                    </a:cubicBezTo>
                    <a:cubicBezTo>
                      <a:pt x="3433" y="13457"/>
                      <a:pt x="3446" y="13353"/>
                      <a:pt x="3446" y="13245"/>
                    </a:cubicBezTo>
                    <a:lnTo>
                      <a:pt x="3446" y="12527"/>
                    </a:lnTo>
                    <a:lnTo>
                      <a:pt x="3446" y="11097"/>
                    </a:lnTo>
                    <a:cubicBezTo>
                      <a:pt x="3446" y="10515"/>
                      <a:pt x="3105" y="10039"/>
                      <a:pt x="2635" y="9961"/>
                    </a:cubicBezTo>
                    <a:lnTo>
                      <a:pt x="2635" y="9948"/>
                    </a:lnTo>
                    <a:lnTo>
                      <a:pt x="1985" y="9948"/>
                    </a:lnTo>
                    <a:lnTo>
                      <a:pt x="1985" y="9942"/>
                    </a:lnTo>
                    <a:lnTo>
                      <a:pt x="1665" y="9942"/>
                    </a:lnTo>
                    <a:lnTo>
                      <a:pt x="1665" y="10506"/>
                    </a:lnTo>
                    <a:lnTo>
                      <a:pt x="1165" y="10506"/>
                    </a:lnTo>
                    <a:cubicBezTo>
                      <a:pt x="1100" y="10047"/>
                      <a:pt x="780" y="7711"/>
                      <a:pt x="731" y="6704"/>
                    </a:cubicBezTo>
                    <a:cubicBezTo>
                      <a:pt x="680" y="5690"/>
                      <a:pt x="918" y="4700"/>
                      <a:pt x="1409" y="3819"/>
                    </a:cubicBezTo>
                    <a:cubicBezTo>
                      <a:pt x="1438" y="3823"/>
                      <a:pt x="1466" y="3825"/>
                      <a:pt x="1494" y="3825"/>
                    </a:cubicBezTo>
                    <a:cubicBezTo>
                      <a:pt x="1671" y="3825"/>
                      <a:pt x="1845" y="3741"/>
                      <a:pt x="1952" y="3583"/>
                    </a:cubicBezTo>
                    <a:cubicBezTo>
                      <a:pt x="2992" y="2056"/>
                      <a:pt x="4803" y="1106"/>
                      <a:pt x="6678" y="1106"/>
                    </a:cubicBezTo>
                    <a:cubicBezTo>
                      <a:pt x="8431" y="1106"/>
                      <a:pt x="10117" y="1922"/>
                      <a:pt x="11187" y="3286"/>
                    </a:cubicBezTo>
                    <a:cubicBezTo>
                      <a:pt x="11297" y="3426"/>
                      <a:pt x="11458" y="3497"/>
                      <a:pt x="11621" y="3497"/>
                    </a:cubicBezTo>
                    <a:cubicBezTo>
                      <a:pt x="11663" y="3497"/>
                      <a:pt x="11704" y="3493"/>
                      <a:pt x="11744" y="3484"/>
                    </a:cubicBezTo>
                    <a:cubicBezTo>
                      <a:pt x="12373" y="4446"/>
                      <a:pt x="12682" y="5559"/>
                      <a:pt x="12626" y="6704"/>
                    </a:cubicBezTo>
                    <a:cubicBezTo>
                      <a:pt x="12576" y="7711"/>
                      <a:pt x="12255" y="10047"/>
                      <a:pt x="12191" y="10506"/>
                    </a:cubicBezTo>
                    <a:lnTo>
                      <a:pt x="11569" y="10506"/>
                    </a:lnTo>
                    <a:lnTo>
                      <a:pt x="11569" y="9942"/>
                    </a:lnTo>
                    <a:lnTo>
                      <a:pt x="11249" y="9942"/>
                    </a:lnTo>
                    <a:lnTo>
                      <a:pt x="11249" y="9948"/>
                    </a:lnTo>
                    <a:lnTo>
                      <a:pt x="10602" y="9948"/>
                    </a:lnTo>
                    <a:lnTo>
                      <a:pt x="10602" y="9961"/>
                    </a:lnTo>
                    <a:cubicBezTo>
                      <a:pt x="10130" y="10039"/>
                      <a:pt x="9790" y="10515"/>
                      <a:pt x="9790" y="11097"/>
                    </a:cubicBezTo>
                    <a:lnTo>
                      <a:pt x="9790" y="12526"/>
                    </a:lnTo>
                    <a:lnTo>
                      <a:pt x="9790" y="13244"/>
                    </a:lnTo>
                    <a:cubicBezTo>
                      <a:pt x="9790" y="13353"/>
                      <a:pt x="9803" y="13456"/>
                      <a:pt x="9825" y="13554"/>
                    </a:cubicBezTo>
                    <a:cubicBezTo>
                      <a:pt x="9922" y="13984"/>
                      <a:pt x="10218" y="14306"/>
                      <a:pt x="10602" y="14368"/>
                    </a:cubicBezTo>
                    <a:lnTo>
                      <a:pt x="10602" y="14379"/>
                    </a:lnTo>
                    <a:lnTo>
                      <a:pt x="11289" y="14379"/>
                    </a:lnTo>
                    <a:lnTo>
                      <a:pt x="11289" y="14371"/>
                    </a:lnTo>
                    <a:lnTo>
                      <a:pt x="11572" y="14371"/>
                    </a:lnTo>
                    <a:lnTo>
                      <a:pt x="11572" y="13807"/>
                    </a:lnTo>
                    <a:lnTo>
                      <a:pt x="12498" y="13807"/>
                    </a:lnTo>
                    <a:lnTo>
                      <a:pt x="12498" y="13555"/>
                    </a:lnTo>
                    <a:lnTo>
                      <a:pt x="12498" y="12527"/>
                    </a:lnTo>
                    <a:lnTo>
                      <a:pt x="12498" y="11733"/>
                    </a:lnTo>
                    <a:lnTo>
                      <a:pt x="13265" y="9024"/>
                    </a:lnTo>
                    <a:cubicBezTo>
                      <a:pt x="13282" y="8957"/>
                      <a:pt x="13245" y="8889"/>
                      <a:pt x="13179" y="8871"/>
                    </a:cubicBezTo>
                    <a:cubicBezTo>
                      <a:pt x="13168" y="8868"/>
                      <a:pt x="13157" y="8866"/>
                      <a:pt x="13146" y="8866"/>
                    </a:cubicBezTo>
                    <a:cubicBezTo>
                      <a:pt x="13092" y="8866"/>
                      <a:pt x="13042" y="8901"/>
                      <a:pt x="13027" y="8956"/>
                    </a:cubicBezTo>
                    <a:lnTo>
                      <a:pt x="12664" y="10236"/>
                    </a:lnTo>
                    <a:cubicBezTo>
                      <a:pt x="12775" y="9420"/>
                      <a:pt x="13013" y="7608"/>
                      <a:pt x="13056" y="6728"/>
                    </a:cubicBezTo>
                    <a:cubicBezTo>
                      <a:pt x="13118" y="5484"/>
                      <a:pt x="12780" y="4275"/>
                      <a:pt x="12095" y="3234"/>
                    </a:cubicBezTo>
                    <a:cubicBezTo>
                      <a:pt x="12211" y="3042"/>
                      <a:pt x="12205" y="2791"/>
                      <a:pt x="12058" y="2604"/>
                    </a:cubicBezTo>
                    <a:cubicBezTo>
                      <a:pt x="10778" y="974"/>
                      <a:pt x="8767" y="1"/>
                      <a:pt x="6678"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9" name="Google Shape;6969;p89"/>
              <p:cNvGrpSpPr/>
              <p:nvPr/>
            </p:nvGrpSpPr>
            <p:grpSpPr>
              <a:xfrm>
                <a:off x="-2686850" y="3696563"/>
                <a:ext cx="332050" cy="359525"/>
                <a:chOff x="-2348725" y="2237525"/>
                <a:chExt cx="332050" cy="359525"/>
              </a:xfrm>
            </p:grpSpPr>
            <p:sp>
              <p:nvSpPr>
                <p:cNvPr id="6970" name="Google Shape;6970;p89"/>
                <p:cNvSpPr/>
                <p:nvPr/>
              </p:nvSpPr>
              <p:spPr>
                <a:xfrm>
                  <a:off x="-2343200" y="2245975"/>
                  <a:ext cx="322925" cy="262375"/>
                </a:xfrm>
                <a:custGeom>
                  <a:rect b="b" l="l" r="r" t="t"/>
                  <a:pathLst>
                    <a:path extrusionOk="0" h="10495" w="12917">
                      <a:moveTo>
                        <a:pt x="6459" y="0"/>
                      </a:moveTo>
                      <a:cubicBezTo>
                        <a:pt x="4680" y="0"/>
                        <a:pt x="2959" y="736"/>
                        <a:pt x="1736" y="2022"/>
                      </a:cubicBezTo>
                      <a:cubicBezTo>
                        <a:pt x="588" y="3226"/>
                        <a:pt x="0" y="4778"/>
                        <a:pt x="79" y="6389"/>
                      </a:cubicBezTo>
                      <a:cubicBezTo>
                        <a:pt x="135" y="7520"/>
                        <a:pt x="513" y="10195"/>
                        <a:pt x="528" y="10309"/>
                      </a:cubicBezTo>
                      <a:cubicBezTo>
                        <a:pt x="544" y="10417"/>
                        <a:pt x="636" y="10494"/>
                        <a:pt x="742" y="10494"/>
                      </a:cubicBezTo>
                      <a:cubicBezTo>
                        <a:pt x="752" y="10494"/>
                        <a:pt x="761" y="10494"/>
                        <a:pt x="773" y="10491"/>
                      </a:cubicBezTo>
                      <a:cubicBezTo>
                        <a:pt x="890" y="10475"/>
                        <a:pt x="972" y="10365"/>
                        <a:pt x="956" y="10248"/>
                      </a:cubicBezTo>
                      <a:cubicBezTo>
                        <a:pt x="952" y="10221"/>
                        <a:pt x="567" y="7479"/>
                        <a:pt x="511" y="6368"/>
                      </a:cubicBezTo>
                      <a:cubicBezTo>
                        <a:pt x="438" y="4875"/>
                        <a:pt x="982" y="3437"/>
                        <a:pt x="2049" y="2318"/>
                      </a:cubicBezTo>
                      <a:cubicBezTo>
                        <a:pt x="3190" y="1119"/>
                        <a:pt x="4798" y="430"/>
                        <a:pt x="6459" y="430"/>
                      </a:cubicBezTo>
                      <a:cubicBezTo>
                        <a:pt x="8120" y="430"/>
                        <a:pt x="9728" y="1119"/>
                        <a:pt x="10869" y="2318"/>
                      </a:cubicBezTo>
                      <a:cubicBezTo>
                        <a:pt x="11935" y="3437"/>
                        <a:pt x="12481" y="4875"/>
                        <a:pt x="12407" y="6368"/>
                      </a:cubicBezTo>
                      <a:cubicBezTo>
                        <a:pt x="12353" y="7479"/>
                        <a:pt x="11966" y="10221"/>
                        <a:pt x="11962" y="10248"/>
                      </a:cubicBezTo>
                      <a:cubicBezTo>
                        <a:pt x="11945" y="10367"/>
                        <a:pt x="12028" y="10475"/>
                        <a:pt x="12146" y="10491"/>
                      </a:cubicBezTo>
                      <a:cubicBezTo>
                        <a:pt x="12156" y="10493"/>
                        <a:pt x="12166" y="10493"/>
                        <a:pt x="12176" y="10493"/>
                      </a:cubicBezTo>
                      <a:cubicBezTo>
                        <a:pt x="12282" y="10493"/>
                        <a:pt x="12374" y="10415"/>
                        <a:pt x="12389" y="10309"/>
                      </a:cubicBezTo>
                      <a:cubicBezTo>
                        <a:pt x="12405" y="10195"/>
                        <a:pt x="12782" y="7520"/>
                        <a:pt x="12838" y="6389"/>
                      </a:cubicBezTo>
                      <a:cubicBezTo>
                        <a:pt x="12916" y="4778"/>
                        <a:pt x="12328" y="3226"/>
                        <a:pt x="11182" y="2022"/>
                      </a:cubicBezTo>
                      <a:cubicBezTo>
                        <a:pt x="9959" y="737"/>
                        <a:pt x="8237"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9"/>
                <p:cNvSpPr/>
                <p:nvPr/>
              </p:nvSpPr>
              <p:spPr>
                <a:xfrm>
                  <a:off x="-2327125" y="2237525"/>
                  <a:ext cx="284600" cy="95700"/>
                </a:xfrm>
                <a:custGeom>
                  <a:rect b="b" l="l" r="r" t="t"/>
                  <a:pathLst>
                    <a:path extrusionOk="0" h="3828" w="11384">
                      <a:moveTo>
                        <a:pt x="5815" y="1"/>
                      </a:moveTo>
                      <a:cubicBezTo>
                        <a:pt x="3578" y="1"/>
                        <a:pt x="1417" y="1136"/>
                        <a:pt x="173" y="2964"/>
                      </a:cubicBezTo>
                      <a:cubicBezTo>
                        <a:pt x="1" y="3216"/>
                        <a:pt x="66" y="3560"/>
                        <a:pt x="319" y="3732"/>
                      </a:cubicBezTo>
                      <a:cubicBezTo>
                        <a:pt x="415" y="3796"/>
                        <a:pt x="523" y="3827"/>
                        <a:pt x="630" y="3827"/>
                      </a:cubicBezTo>
                      <a:cubicBezTo>
                        <a:pt x="807" y="3827"/>
                        <a:pt x="981" y="3743"/>
                        <a:pt x="1088" y="3585"/>
                      </a:cubicBezTo>
                      <a:cubicBezTo>
                        <a:pt x="2128" y="2057"/>
                        <a:pt x="3939" y="1108"/>
                        <a:pt x="5814" y="1108"/>
                      </a:cubicBezTo>
                      <a:cubicBezTo>
                        <a:pt x="7567" y="1108"/>
                        <a:pt x="9251" y="1923"/>
                        <a:pt x="10323" y="3289"/>
                      </a:cubicBezTo>
                      <a:cubicBezTo>
                        <a:pt x="10433" y="3428"/>
                        <a:pt x="10595" y="3500"/>
                        <a:pt x="10760" y="3500"/>
                      </a:cubicBezTo>
                      <a:cubicBezTo>
                        <a:pt x="10879" y="3500"/>
                        <a:pt x="11000" y="3462"/>
                        <a:pt x="11101" y="3382"/>
                      </a:cubicBezTo>
                      <a:cubicBezTo>
                        <a:pt x="11343" y="3193"/>
                        <a:pt x="11384" y="2845"/>
                        <a:pt x="11195" y="2604"/>
                      </a:cubicBezTo>
                      <a:cubicBezTo>
                        <a:pt x="9915" y="974"/>
                        <a:pt x="7904" y="1"/>
                        <a:pt x="58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9"/>
                <p:cNvSpPr/>
                <p:nvPr/>
              </p:nvSpPr>
              <p:spPr>
                <a:xfrm>
                  <a:off x="-2083125" y="2486225"/>
                  <a:ext cx="4050" cy="450"/>
                </a:xfrm>
                <a:custGeom>
                  <a:rect b="b" l="l" r="r" t="t"/>
                  <a:pathLst>
                    <a:path extrusionOk="0" h="18" w="162">
                      <a:moveTo>
                        <a:pt x="1" y="0"/>
                      </a:moveTo>
                      <a:lnTo>
                        <a:pt x="1" y="18"/>
                      </a:lnTo>
                      <a:cubicBezTo>
                        <a:pt x="53" y="7"/>
                        <a:pt x="107" y="0"/>
                        <a:pt x="162" y="0"/>
                      </a:cubicBezTo>
                      <a:close/>
                    </a:path>
                  </a:pathLst>
                </a:custGeom>
                <a:solidFill>
                  <a:srgbClr val="E61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9"/>
                <p:cNvSpPr/>
                <p:nvPr/>
              </p:nvSpPr>
              <p:spPr>
                <a:xfrm>
                  <a:off x="-2330250" y="2550650"/>
                  <a:ext cx="23150" cy="32050"/>
                </a:xfrm>
                <a:custGeom>
                  <a:rect b="b" l="l" r="r" t="t"/>
                  <a:pathLst>
                    <a:path extrusionOk="0" h="1282" w="926">
                      <a:moveTo>
                        <a:pt x="0" y="1"/>
                      </a:moveTo>
                      <a:lnTo>
                        <a:pt x="0" y="1030"/>
                      </a:lnTo>
                      <a:lnTo>
                        <a:pt x="0"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9"/>
                <p:cNvSpPr/>
                <p:nvPr/>
              </p:nvSpPr>
              <p:spPr>
                <a:xfrm>
                  <a:off x="-2307125" y="2550650"/>
                  <a:ext cx="7075" cy="46200"/>
                </a:xfrm>
                <a:custGeom>
                  <a:rect b="b" l="l" r="r" t="t"/>
                  <a:pathLst>
                    <a:path extrusionOk="0" h="1848" w="283">
                      <a:moveTo>
                        <a:pt x="1" y="1"/>
                      </a:moveTo>
                      <a:lnTo>
                        <a:pt x="1" y="1030"/>
                      </a:lnTo>
                      <a:lnTo>
                        <a:pt x="1" y="1282"/>
                      </a:lnTo>
                      <a:lnTo>
                        <a:pt x="1" y="1847"/>
                      </a:lnTo>
                      <a:lnTo>
                        <a:pt x="283" y="1847"/>
                      </a:lnTo>
                      <a:lnTo>
                        <a:pt x="283" y="1030"/>
                      </a:lnTo>
                      <a:lnTo>
                        <a:pt x="283" y="1"/>
                      </a:lnTo>
                      <a:close/>
                    </a:path>
                  </a:pathLst>
                </a:custGeom>
                <a:solidFill>
                  <a:srgbClr val="B20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9"/>
                <p:cNvSpPr/>
                <p:nvPr/>
              </p:nvSpPr>
              <p:spPr>
                <a:xfrm>
                  <a:off x="-2282875" y="2486550"/>
                  <a:ext cx="20300" cy="110225"/>
                </a:xfrm>
                <a:custGeom>
                  <a:rect b="b" l="l" r="r" t="t"/>
                  <a:pathLst>
                    <a:path extrusionOk="0" h="4409" w="812">
                      <a:moveTo>
                        <a:pt x="1" y="0"/>
                      </a:moveTo>
                      <a:lnTo>
                        <a:pt x="1" y="2566"/>
                      </a:lnTo>
                      <a:lnTo>
                        <a:pt x="1" y="3594"/>
                      </a:lnTo>
                      <a:lnTo>
                        <a:pt x="1" y="4408"/>
                      </a:lnTo>
                      <a:cubicBezTo>
                        <a:pt x="384" y="4346"/>
                        <a:pt x="680" y="4026"/>
                        <a:pt x="777" y="3594"/>
                      </a:cubicBezTo>
                      <a:cubicBezTo>
                        <a:pt x="799" y="3496"/>
                        <a:pt x="812" y="3392"/>
                        <a:pt x="812" y="3284"/>
                      </a:cubicBezTo>
                      <a:lnTo>
                        <a:pt x="812" y="2566"/>
                      </a:lnTo>
                      <a:lnTo>
                        <a:pt x="812" y="1137"/>
                      </a:lnTo>
                      <a:cubicBezTo>
                        <a:pt x="812" y="554"/>
                        <a:pt x="471" y="7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9"/>
                <p:cNvSpPr/>
                <p:nvPr/>
              </p:nvSpPr>
              <p:spPr>
                <a:xfrm>
                  <a:off x="-2330250" y="2500225"/>
                  <a:ext cx="23150" cy="82475"/>
                </a:xfrm>
                <a:custGeom>
                  <a:rect b="b" l="l" r="r" t="t"/>
                  <a:pathLst>
                    <a:path extrusionOk="0" h="3299" w="926">
                      <a:moveTo>
                        <a:pt x="0" y="0"/>
                      </a:moveTo>
                      <a:lnTo>
                        <a:pt x="0" y="2018"/>
                      </a:lnTo>
                      <a:lnTo>
                        <a:pt x="0" y="3047"/>
                      </a:lnTo>
                      <a:lnTo>
                        <a:pt x="0"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9"/>
                <p:cNvSpPr/>
                <p:nvPr/>
              </p:nvSpPr>
              <p:spPr>
                <a:xfrm>
                  <a:off x="-2307125" y="2486050"/>
                  <a:ext cx="8025" cy="110800"/>
                </a:xfrm>
                <a:custGeom>
                  <a:rect b="b" l="l" r="r" t="t"/>
                  <a:pathLst>
                    <a:path extrusionOk="0" h="4432" w="321">
                      <a:moveTo>
                        <a:pt x="1" y="1"/>
                      </a:moveTo>
                      <a:lnTo>
                        <a:pt x="1" y="567"/>
                      </a:lnTo>
                      <a:lnTo>
                        <a:pt x="1" y="2585"/>
                      </a:lnTo>
                      <a:lnTo>
                        <a:pt x="1" y="3614"/>
                      </a:lnTo>
                      <a:lnTo>
                        <a:pt x="1" y="3866"/>
                      </a:lnTo>
                      <a:lnTo>
                        <a:pt x="1" y="4431"/>
                      </a:lnTo>
                      <a:lnTo>
                        <a:pt x="283" y="4431"/>
                      </a:lnTo>
                      <a:lnTo>
                        <a:pt x="283" y="3614"/>
                      </a:lnTo>
                      <a:lnTo>
                        <a:pt x="283" y="2585"/>
                      </a:lnTo>
                      <a:lnTo>
                        <a:pt x="283" y="7"/>
                      </a:lnTo>
                      <a:lnTo>
                        <a:pt x="321" y="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9"/>
                <p:cNvSpPr/>
                <p:nvPr/>
              </p:nvSpPr>
              <p:spPr>
                <a:xfrm>
                  <a:off x="-2300075" y="2486225"/>
                  <a:ext cx="17225" cy="110825"/>
                </a:xfrm>
                <a:custGeom>
                  <a:rect b="b" l="l" r="r" t="t"/>
                  <a:pathLst>
                    <a:path extrusionOk="0" h="4433" w="689">
                      <a:moveTo>
                        <a:pt x="1" y="0"/>
                      </a:moveTo>
                      <a:lnTo>
                        <a:pt x="1" y="2578"/>
                      </a:lnTo>
                      <a:lnTo>
                        <a:pt x="1" y="3607"/>
                      </a:lnTo>
                      <a:lnTo>
                        <a:pt x="1" y="4424"/>
                      </a:lnTo>
                      <a:lnTo>
                        <a:pt x="1" y="4432"/>
                      </a:lnTo>
                      <a:lnTo>
                        <a:pt x="689" y="4432"/>
                      </a:lnTo>
                      <a:lnTo>
                        <a:pt x="689" y="4420"/>
                      </a:lnTo>
                      <a:lnTo>
                        <a:pt x="689" y="3607"/>
                      </a:lnTo>
                      <a:lnTo>
                        <a:pt x="689" y="2578"/>
                      </a:lnTo>
                      <a:lnTo>
                        <a:pt x="689" y="13"/>
                      </a:lnTo>
                      <a:lnTo>
                        <a:pt x="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9"/>
                <p:cNvSpPr/>
                <p:nvPr/>
              </p:nvSpPr>
              <p:spPr>
                <a:xfrm>
                  <a:off x="-2059450" y="2550650"/>
                  <a:ext cx="23150" cy="32050"/>
                </a:xfrm>
                <a:custGeom>
                  <a:rect b="b" l="l" r="r" t="t"/>
                  <a:pathLst>
                    <a:path extrusionOk="0" h="1282" w="926">
                      <a:moveTo>
                        <a:pt x="1" y="1"/>
                      </a:moveTo>
                      <a:lnTo>
                        <a:pt x="1" y="1030"/>
                      </a:lnTo>
                      <a:lnTo>
                        <a:pt x="1"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9"/>
                <p:cNvSpPr/>
                <p:nvPr/>
              </p:nvSpPr>
              <p:spPr>
                <a:xfrm>
                  <a:off x="-2104000" y="2486525"/>
                  <a:ext cx="20325" cy="110225"/>
                </a:xfrm>
                <a:custGeom>
                  <a:rect b="b" l="l" r="r" t="t"/>
                  <a:pathLst>
                    <a:path extrusionOk="0" h="4409" w="813">
                      <a:moveTo>
                        <a:pt x="813" y="0"/>
                      </a:moveTo>
                      <a:cubicBezTo>
                        <a:pt x="341" y="79"/>
                        <a:pt x="1" y="555"/>
                        <a:pt x="1" y="1137"/>
                      </a:cubicBezTo>
                      <a:lnTo>
                        <a:pt x="1" y="2566"/>
                      </a:lnTo>
                      <a:lnTo>
                        <a:pt x="1" y="3284"/>
                      </a:lnTo>
                      <a:cubicBezTo>
                        <a:pt x="1" y="3393"/>
                        <a:pt x="14" y="3496"/>
                        <a:pt x="36" y="3594"/>
                      </a:cubicBezTo>
                      <a:cubicBezTo>
                        <a:pt x="133" y="4024"/>
                        <a:pt x="429" y="4346"/>
                        <a:pt x="813" y="4408"/>
                      </a:cubicBezTo>
                      <a:lnTo>
                        <a:pt x="813" y="3594"/>
                      </a:lnTo>
                      <a:lnTo>
                        <a:pt x="813" y="2566"/>
                      </a:lnTo>
                      <a:lnTo>
                        <a:pt x="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9"/>
                <p:cNvSpPr/>
                <p:nvPr/>
              </p:nvSpPr>
              <p:spPr>
                <a:xfrm>
                  <a:off x="-2059450" y="2500225"/>
                  <a:ext cx="23150" cy="82475"/>
                </a:xfrm>
                <a:custGeom>
                  <a:rect b="b" l="l" r="r" t="t"/>
                  <a:pathLst>
                    <a:path extrusionOk="0" h="3299" w="926">
                      <a:moveTo>
                        <a:pt x="1" y="0"/>
                      </a:moveTo>
                      <a:lnTo>
                        <a:pt x="1" y="2018"/>
                      </a:lnTo>
                      <a:lnTo>
                        <a:pt x="1" y="3047"/>
                      </a:lnTo>
                      <a:lnTo>
                        <a:pt x="1"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9"/>
                <p:cNvSpPr/>
                <p:nvPr/>
              </p:nvSpPr>
              <p:spPr>
                <a:xfrm>
                  <a:off x="-2067450" y="2486050"/>
                  <a:ext cx="8025" cy="110800"/>
                </a:xfrm>
                <a:custGeom>
                  <a:rect b="b" l="l" r="r" t="t"/>
                  <a:pathLst>
                    <a:path extrusionOk="0" h="4432" w="321">
                      <a:moveTo>
                        <a:pt x="1" y="1"/>
                      </a:moveTo>
                      <a:lnTo>
                        <a:pt x="1" y="7"/>
                      </a:lnTo>
                      <a:lnTo>
                        <a:pt x="37" y="7"/>
                      </a:lnTo>
                      <a:lnTo>
                        <a:pt x="37" y="2585"/>
                      </a:lnTo>
                      <a:lnTo>
                        <a:pt x="37" y="3614"/>
                      </a:lnTo>
                      <a:lnTo>
                        <a:pt x="37" y="4431"/>
                      </a:lnTo>
                      <a:lnTo>
                        <a:pt x="321" y="4431"/>
                      </a:lnTo>
                      <a:lnTo>
                        <a:pt x="321" y="3866"/>
                      </a:lnTo>
                      <a:lnTo>
                        <a:pt x="321" y="3614"/>
                      </a:lnTo>
                      <a:lnTo>
                        <a:pt x="321" y="2585"/>
                      </a:lnTo>
                      <a:lnTo>
                        <a:pt x="321" y="56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9"/>
                <p:cNvSpPr/>
                <p:nvPr/>
              </p:nvSpPr>
              <p:spPr>
                <a:xfrm>
                  <a:off x="-2083700" y="2486225"/>
                  <a:ext cx="17200" cy="110825"/>
                </a:xfrm>
                <a:custGeom>
                  <a:rect b="b" l="l" r="r" t="t"/>
                  <a:pathLst>
                    <a:path extrusionOk="0" h="4433" w="688">
                      <a:moveTo>
                        <a:pt x="1" y="0"/>
                      </a:moveTo>
                      <a:lnTo>
                        <a:pt x="1" y="13"/>
                      </a:lnTo>
                      <a:lnTo>
                        <a:pt x="1" y="2578"/>
                      </a:lnTo>
                      <a:lnTo>
                        <a:pt x="1" y="3607"/>
                      </a:lnTo>
                      <a:lnTo>
                        <a:pt x="1" y="4420"/>
                      </a:lnTo>
                      <a:lnTo>
                        <a:pt x="1" y="4432"/>
                      </a:lnTo>
                      <a:lnTo>
                        <a:pt x="687" y="4432"/>
                      </a:lnTo>
                      <a:lnTo>
                        <a:pt x="687" y="4424"/>
                      </a:lnTo>
                      <a:lnTo>
                        <a:pt x="687" y="3607"/>
                      </a:lnTo>
                      <a:lnTo>
                        <a:pt x="687" y="2578"/>
                      </a:lnTo>
                      <a:lnTo>
                        <a:pt x="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9"/>
                <p:cNvSpPr/>
                <p:nvPr/>
              </p:nvSpPr>
              <p:spPr>
                <a:xfrm>
                  <a:off x="-2047700" y="2459150"/>
                  <a:ext cx="31025" cy="91650"/>
                </a:xfrm>
                <a:custGeom>
                  <a:rect b="b" l="l" r="r" t="t"/>
                  <a:pathLst>
                    <a:path extrusionOk="0" h="3666" w="1241">
                      <a:moveTo>
                        <a:pt x="1105" y="0"/>
                      </a:moveTo>
                      <a:cubicBezTo>
                        <a:pt x="1050" y="0"/>
                        <a:pt x="1001" y="35"/>
                        <a:pt x="986" y="90"/>
                      </a:cubicBezTo>
                      <a:lnTo>
                        <a:pt x="18" y="3507"/>
                      </a:lnTo>
                      <a:cubicBezTo>
                        <a:pt x="0" y="3573"/>
                        <a:pt x="38" y="3641"/>
                        <a:pt x="104" y="3660"/>
                      </a:cubicBezTo>
                      <a:cubicBezTo>
                        <a:pt x="115" y="3663"/>
                        <a:pt x="125" y="3665"/>
                        <a:pt x="137" y="3665"/>
                      </a:cubicBezTo>
                      <a:cubicBezTo>
                        <a:pt x="191" y="3665"/>
                        <a:pt x="240" y="3629"/>
                        <a:pt x="255" y="3574"/>
                      </a:cubicBezTo>
                      <a:lnTo>
                        <a:pt x="1223" y="157"/>
                      </a:lnTo>
                      <a:cubicBezTo>
                        <a:pt x="1241" y="91"/>
                        <a:pt x="1204" y="23"/>
                        <a:pt x="1138" y="5"/>
                      </a:cubicBezTo>
                      <a:cubicBezTo>
                        <a:pt x="1127" y="2"/>
                        <a:pt x="1116" y="0"/>
                        <a:pt x="1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9"/>
                <p:cNvSpPr/>
                <p:nvPr/>
              </p:nvSpPr>
              <p:spPr>
                <a:xfrm>
                  <a:off x="-2348725" y="2459175"/>
                  <a:ext cx="31050" cy="91625"/>
                </a:xfrm>
                <a:custGeom>
                  <a:rect b="b" l="l" r="r" t="t"/>
                  <a:pathLst>
                    <a:path extrusionOk="0" h="3665" w="1242">
                      <a:moveTo>
                        <a:pt x="138" y="1"/>
                      </a:moveTo>
                      <a:cubicBezTo>
                        <a:pt x="126" y="1"/>
                        <a:pt x="115" y="2"/>
                        <a:pt x="103" y="6"/>
                      </a:cubicBezTo>
                      <a:cubicBezTo>
                        <a:pt x="37" y="24"/>
                        <a:pt x="0" y="91"/>
                        <a:pt x="19" y="157"/>
                      </a:cubicBezTo>
                      <a:lnTo>
                        <a:pt x="986" y="3574"/>
                      </a:lnTo>
                      <a:cubicBezTo>
                        <a:pt x="1001" y="3629"/>
                        <a:pt x="1051" y="3664"/>
                        <a:pt x="1104" y="3664"/>
                      </a:cubicBezTo>
                      <a:cubicBezTo>
                        <a:pt x="1116" y="3664"/>
                        <a:pt x="1128" y="3661"/>
                        <a:pt x="1138" y="3660"/>
                      </a:cubicBezTo>
                      <a:cubicBezTo>
                        <a:pt x="1203" y="3640"/>
                        <a:pt x="1242" y="3573"/>
                        <a:pt x="1223" y="3507"/>
                      </a:cubicBezTo>
                      <a:lnTo>
                        <a:pt x="256" y="90"/>
                      </a:lnTo>
                      <a:cubicBezTo>
                        <a:pt x="240" y="36"/>
                        <a:pt x="191" y="1"/>
                        <a:pt x="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86" name="Google Shape;6986;p89"/>
            <p:cNvGrpSpPr/>
            <p:nvPr/>
          </p:nvGrpSpPr>
          <p:grpSpPr>
            <a:xfrm>
              <a:off x="32153" y="63420"/>
              <a:ext cx="311019" cy="311110"/>
              <a:chOff x="5038846" y="235350"/>
              <a:chExt cx="158691" cy="158738"/>
            </a:xfrm>
          </p:grpSpPr>
          <p:sp>
            <p:nvSpPr>
              <p:cNvPr id="6987" name="Google Shape;6987;p89"/>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9"/>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9" name="Google Shape;6989;p89"/>
            <p:cNvGrpSpPr/>
            <p:nvPr/>
          </p:nvGrpSpPr>
          <p:grpSpPr>
            <a:xfrm>
              <a:off x="8702778" y="3886495"/>
              <a:ext cx="311019" cy="311110"/>
              <a:chOff x="5038846" y="235350"/>
              <a:chExt cx="158691" cy="158738"/>
            </a:xfrm>
          </p:grpSpPr>
          <p:sp>
            <p:nvSpPr>
              <p:cNvPr id="6990" name="Google Shape;6990;p89"/>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9"/>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2" name="Google Shape;6992;p89"/>
            <p:cNvGrpSpPr/>
            <p:nvPr/>
          </p:nvGrpSpPr>
          <p:grpSpPr>
            <a:xfrm>
              <a:off x="128540" y="4418485"/>
              <a:ext cx="261189" cy="248344"/>
              <a:chOff x="5164484" y="526738"/>
              <a:chExt cx="133266" cy="126713"/>
            </a:xfrm>
          </p:grpSpPr>
          <p:sp>
            <p:nvSpPr>
              <p:cNvPr id="6993" name="Google Shape;6993;p89"/>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9"/>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6995" name="Shape 6995"/>
        <p:cNvGrpSpPr/>
        <p:nvPr/>
      </p:nvGrpSpPr>
      <p:grpSpPr>
        <a:xfrm>
          <a:off x="0" y="0"/>
          <a:ext cx="0" cy="0"/>
          <a:chOff x="0" y="0"/>
          <a:chExt cx="0" cy="0"/>
        </a:xfrm>
      </p:grpSpPr>
      <p:sp>
        <p:nvSpPr>
          <p:cNvPr id="6996" name="Google Shape;6996;p9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6997" name="Google Shape;6997;p90"/>
          <p:cNvSpPr txBox="1"/>
          <p:nvPr>
            <p:ph idx="1" type="subTitle"/>
          </p:nvPr>
        </p:nvSpPr>
        <p:spPr>
          <a:xfrm>
            <a:off x="720151" y="3534451"/>
            <a:ext cx="2400300" cy="731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98" name="Google Shape;6998;p90"/>
          <p:cNvSpPr txBox="1"/>
          <p:nvPr>
            <p:ph idx="2" type="subTitle"/>
          </p:nvPr>
        </p:nvSpPr>
        <p:spPr>
          <a:xfrm>
            <a:off x="3371932" y="2772451"/>
            <a:ext cx="2400300" cy="731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99" name="Google Shape;6999;p90"/>
          <p:cNvSpPr txBox="1"/>
          <p:nvPr>
            <p:ph idx="3" type="subTitle"/>
          </p:nvPr>
        </p:nvSpPr>
        <p:spPr>
          <a:xfrm>
            <a:off x="6023696" y="3534451"/>
            <a:ext cx="2400300" cy="731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00" name="Google Shape;7000;p90"/>
          <p:cNvSpPr txBox="1"/>
          <p:nvPr>
            <p:ph idx="4" type="subTitle"/>
          </p:nvPr>
        </p:nvSpPr>
        <p:spPr>
          <a:xfrm>
            <a:off x="720150" y="3229650"/>
            <a:ext cx="24003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001" name="Google Shape;7001;p90"/>
          <p:cNvSpPr txBox="1"/>
          <p:nvPr>
            <p:ph idx="5" type="subTitle"/>
          </p:nvPr>
        </p:nvSpPr>
        <p:spPr>
          <a:xfrm>
            <a:off x="3371936" y="2467650"/>
            <a:ext cx="24003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002" name="Google Shape;7002;p90"/>
          <p:cNvSpPr txBox="1"/>
          <p:nvPr>
            <p:ph idx="6" type="subTitle"/>
          </p:nvPr>
        </p:nvSpPr>
        <p:spPr>
          <a:xfrm>
            <a:off x="6023696" y="3229650"/>
            <a:ext cx="24003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7003" name="Google Shape;7003;p90"/>
          <p:cNvGrpSpPr/>
          <p:nvPr/>
        </p:nvGrpSpPr>
        <p:grpSpPr>
          <a:xfrm>
            <a:off x="108456" y="77995"/>
            <a:ext cx="9003474" cy="5004858"/>
            <a:chOff x="108456" y="77995"/>
            <a:chExt cx="9003474" cy="5004858"/>
          </a:xfrm>
        </p:grpSpPr>
        <p:grpSp>
          <p:nvGrpSpPr>
            <p:cNvPr id="7004" name="Google Shape;7004;p90"/>
            <p:cNvGrpSpPr/>
            <p:nvPr/>
          </p:nvGrpSpPr>
          <p:grpSpPr>
            <a:xfrm rot="-5400000">
              <a:off x="8489465" y="77975"/>
              <a:ext cx="493780" cy="493821"/>
              <a:chOff x="4431534" y="492938"/>
              <a:chExt cx="251941" cy="251963"/>
            </a:xfrm>
          </p:grpSpPr>
          <p:sp>
            <p:nvSpPr>
              <p:cNvPr id="7005" name="Google Shape;7005;p90"/>
              <p:cNvSpPr/>
              <p:nvPr/>
            </p:nvSpPr>
            <p:spPr>
              <a:xfrm>
                <a:off x="4431534" y="492938"/>
                <a:ext cx="250600" cy="250550"/>
              </a:xfrm>
              <a:custGeom>
                <a:rect b="b" l="l" r="r" t="t"/>
                <a:pathLst>
                  <a:path extrusionOk="0" h="10022" w="10024">
                    <a:moveTo>
                      <a:pt x="1" y="0"/>
                    </a:moveTo>
                    <a:lnTo>
                      <a:pt x="1" y="6630"/>
                    </a:lnTo>
                    <a:lnTo>
                      <a:pt x="1" y="6785"/>
                    </a:lnTo>
                    <a:lnTo>
                      <a:pt x="5" y="6785"/>
                    </a:lnTo>
                    <a:cubicBezTo>
                      <a:pt x="87" y="8586"/>
                      <a:pt x="1572" y="10022"/>
                      <a:pt x="3394" y="10022"/>
                    </a:cubicBezTo>
                    <a:cubicBezTo>
                      <a:pt x="5216" y="10022"/>
                      <a:pt x="6702" y="8585"/>
                      <a:pt x="6783" y="6781"/>
                    </a:cubicBezTo>
                    <a:cubicBezTo>
                      <a:pt x="8586" y="6702"/>
                      <a:pt x="10023" y="5216"/>
                      <a:pt x="10023" y="3392"/>
                    </a:cubicBezTo>
                    <a:cubicBezTo>
                      <a:pt x="10023" y="1571"/>
                      <a:pt x="8587" y="85"/>
                      <a:pt x="6786" y="4"/>
                    </a:cubicBezTo>
                    <a:lnTo>
                      <a:pt x="6786" y="0"/>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90"/>
              <p:cNvSpPr/>
              <p:nvPr/>
            </p:nvSpPr>
            <p:spPr>
              <a:xfrm>
                <a:off x="4432925" y="494325"/>
                <a:ext cx="250550" cy="250575"/>
              </a:xfrm>
              <a:custGeom>
                <a:rect b="b" l="l" r="r" t="t"/>
                <a:pathLst>
                  <a:path extrusionOk="0" h="10023" w="10022">
                    <a:moveTo>
                      <a:pt x="0" y="1"/>
                    </a:moveTo>
                    <a:lnTo>
                      <a:pt x="0" y="6629"/>
                    </a:lnTo>
                    <a:lnTo>
                      <a:pt x="0" y="6785"/>
                    </a:lnTo>
                    <a:lnTo>
                      <a:pt x="4" y="6785"/>
                    </a:lnTo>
                    <a:lnTo>
                      <a:pt x="4" y="6786"/>
                    </a:lnTo>
                    <a:cubicBezTo>
                      <a:pt x="86" y="8587"/>
                      <a:pt x="1572" y="10023"/>
                      <a:pt x="3393" y="10023"/>
                    </a:cubicBezTo>
                    <a:cubicBezTo>
                      <a:pt x="5216" y="10023"/>
                      <a:pt x="6702" y="8585"/>
                      <a:pt x="6781" y="6782"/>
                    </a:cubicBezTo>
                    <a:cubicBezTo>
                      <a:pt x="8585" y="6702"/>
                      <a:pt x="10022" y="5216"/>
                      <a:pt x="10022" y="3393"/>
                    </a:cubicBezTo>
                    <a:cubicBezTo>
                      <a:pt x="10022" y="1572"/>
                      <a:pt x="8586" y="86"/>
                      <a:pt x="6785" y="4"/>
                    </a:cubicBezTo>
                    <a:lnTo>
                      <a:pt x="678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90"/>
              <p:cNvSpPr/>
              <p:nvPr/>
            </p:nvSpPr>
            <p:spPr>
              <a:xfrm>
                <a:off x="4479625" y="541000"/>
                <a:ext cx="157200" cy="157225"/>
              </a:xfrm>
              <a:custGeom>
                <a:rect b="b" l="l" r="r" t="t"/>
                <a:pathLst>
                  <a:path extrusionOk="0" h="6289" w="6288">
                    <a:moveTo>
                      <a:pt x="0" y="1"/>
                    </a:moveTo>
                    <a:lnTo>
                      <a:pt x="0" y="4789"/>
                    </a:lnTo>
                    <a:lnTo>
                      <a:pt x="3" y="4835"/>
                    </a:lnTo>
                    <a:cubicBezTo>
                      <a:pt x="40" y="5650"/>
                      <a:pt x="710" y="6289"/>
                      <a:pt x="1526" y="6289"/>
                    </a:cubicBezTo>
                    <a:cubicBezTo>
                      <a:pt x="2346" y="6289"/>
                      <a:pt x="3013" y="5650"/>
                      <a:pt x="3050" y="4834"/>
                    </a:cubicBezTo>
                    <a:lnTo>
                      <a:pt x="3125" y="3126"/>
                    </a:lnTo>
                    <a:lnTo>
                      <a:pt x="4833" y="3050"/>
                    </a:lnTo>
                    <a:cubicBezTo>
                      <a:pt x="5648" y="3014"/>
                      <a:pt x="6288" y="2345"/>
                      <a:pt x="6288" y="1527"/>
                    </a:cubicBezTo>
                    <a:cubicBezTo>
                      <a:pt x="6288" y="710"/>
                      <a:pt x="5649" y="41"/>
                      <a:pt x="4834" y="4"/>
                    </a:cubicBezTo>
                    <a:lnTo>
                      <a:pt x="47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90"/>
              <p:cNvSpPr/>
              <p:nvPr/>
            </p:nvSpPr>
            <p:spPr>
              <a:xfrm>
                <a:off x="4495100" y="556600"/>
                <a:ext cx="126125" cy="126125"/>
              </a:xfrm>
              <a:custGeom>
                <a:rect b="b" l="l" r="r" t="t"/>
                <a:pathLst>
                  <a:path extrusionOk="0" h="5045" w="5045">
                    <a:moveTo>
                      <a:pt x="4155" y="0"/>
                    </a:moveTo>
                    <a:lnTo>
                      <a:pt x="4155" y="3"/>
                    </a:lnTo>
                    <a:lnTo>
                      <a:pt x="0" y="3"/>
                    </a:lnTo>
                    <a:lnTo>
                      <a:pt x="0" y="4154"/>
                    </a:lnTo>
                    <a:lnTo>
                      <a:pt x="1" y="4185"/>
                    </a:lnTo>
                    <a:cubicBezTo>
                      <a:pt x="24" y="4667"/>
                      <a:pt x="419" y="5044"/>
                      <a:pt x="903" y="5044"/>
                    </a:cubicBezTo>
                    <a:cubicBezTo>
                      <a:pt x="1388" y="5044"/>
                      <a:pt x="1785" y="4667"/>
                      <a:pt x="1805" y="4184"/>
                    </a:cubicBezTo>
                    <a:lnTo>
                      <a:pt x="1905" y="1906"/>
                    </a:lnTo>
                    <a:lnTo>
                      <a:pt x="4184" y="1805"/>
                    </a:lnTo>
                    <a:cubicBezTo>
                      <a:pt x="4666" y="1783"/>
                      <a:pt x="5045" y="1387"/>
                      <a:pt x="5045" y="903"/>
                    </a:cubicBezTo>
                    <a:cubicBezTo>
                      <a:pt x="5045" y="420"/>
                      <a:pt x="4668" y="24"/>
                      <a:pt x="4184" y="2"/>
                    </a:cubicBezTo>
                    <a:lnTo>
                      <a:pt x="41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90"/>
            <p:cNvGrpSpPr/>
            <p:nvPr/>
          </p:nvGrpSpPr>
          <p:grpSpPr>
            <a:xfrm>
              <a:off x="8611370" y="745547"/>
              <a:ext cx="500560" cy="472885"/>
              <a:chOff x="-1174275" y="581450"/>
              <a:chExt cx="370100" cy="349638"/>
            </a:xfrm>
          </p:grpSpPr>
          <p:sp>
            <p:nvSpPr>
              <p:cNvPr id="7010" name="Google Shape;7010;p90"/>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90"/>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2" name="Google Shape;7012;p90"/>
            <p:cNvGrpSpPr/>
            <p:nvPr/>
          </p:nvGrpSpPr>
          <p:grpSpPr>
            <a:xfrm>
              <a:off x="108456" y="4456781"/>
              <a:ext cx="922737" cy="626072"/>
              <a:chOff x="-3794680" y="4317442"/>
              <a:chExt cx="866989" cy="588248"/>
            </a:xfrm>
          </p:grpSpPr>
          <p:sp>
            <p:nvSpPr>
              <p:cNvPr id="7013" name="Google Shape;7013;p90"/>
              <p:cNvSpPr/>
              <p:nvPr/>
            </p:nvSpPr>
            <p:spPr>
              <a:xfrm>
                <a:off x="-3794375" y="4317442"/>
                <a:ext cx="866684" cy="558918"/>
              </a:xfrm>
              <a:custGeom>
                <a:rect b="b" l="l" r="r" t="t"/>
                <a:pathLst>
                  <a:path extrusionOk="0" h="5499" w="8527">
                    <a:moveTo>
                      <a:pt x="7325" y="858"/>
                    </a:moveTo>
                    <a:cubicBezTo>
                      <a:pt x="7416" y="858"/>
                      <a:pt x="7489" y="932"/>
                      <a:pt x="7489" y="1022"/>
                    </a:cubicBezTo>
                    <a:lnTo>
                      <a:pt x="7489" y="1282"/>
                    </a:lnTo>
                    <a:lnTo>
                      <a:pt x="4440" y="1287"/>
                    </a:lnTo>
                    <a:lnTo>
                      <a:pt x="4440" y="1287"/>
                    </a:lnTo>
                    <a:lnTo>
                      <a:pt x="5199" y="858"/>
                    </a:lnTo>
                    <a:close/>
                    <a:moveTo>
                      <a:pt x="5031" y="858"/>
                    </a:moveTo>
                    <a:lnTo>
                      <a:pt x="4270" y="1287"/>
                    </a:lnTo>
                    <a:lnTo>
                      <a:pt x="4225" y="1287"/>
                    </a:lnTo>
                    <a:lnTo>
                      <a:pt x="3464" y="858"/>
                    </a:lnTo>
                    <a:close/>
                    <a:moveTo>
                      <a:pt x="3296" y="858"/>
                    </a:moveTo>
                    <a:lnTo>
                      <a:pt x="4058" y="1287"/>
                    </a:lnTo>
                    <a:lnTo>
                      <a:pt x="1032" y="1291"/>
                    </a:lnTo>
                    <a:lnTo>
                      <a:pt x="1032" y="1022"/>
                    </a:lnTo>
                    <a:cubicBezTo>
                      <a:pt x="1032" y="932"/>
                      <a:pt x="1106" y="858"/>
                      <a:pt x="1196" y="858"/>
                    </a:cubicBezTo>
                    <a:close/>
                    <a:moveTo>
                      <a:pt x="2091" y="1"/>
                    </a:moveTo>
                    <a:cubicBezTo>
                      <a:pt x="2019" y="1"/>
                      <a:pt x="1962" y="58"/>
                      <a:pt x="1962" y="130"/>
                    </a:cubicBezTo>
                    <a:cubicBezTo>
                      <a:pt x="1962" y="200"/>
                      <a:pt x="2019" y="259"/>
                      <a:pt x="2091" y="259"/>
                    </a:cubicBezTo>
                    <a:cubicBezTo>
                      <a:pt x="2124" y="259"/>
                      <a:pt x="2154" y="245"/>
                      <a:pt x="2176" y="225"/>
                    </a:cubicBezTo>
                    <a:lnTo>
                      <a:pt x="2783" y="566"/>
                    </a:lnTo>
                    <a:lnTo>
                      <a:pt x="1196" y="566"/>
                    </a:lnTo>
                    <a:cubicBezTo>
                      <a:pt x="946" y="566"/>
                      <a:pt x="744" y="771"/>
                      <a:pt x="744" y="1019"/>
                    </a:cubicBezTo>
                    <a:lnTo>
                      <a:pt x="744" y="1289"/>
                    </a:lnTo>
                    <a:lnTo>
                      <a:pt x="447" y="1289"/>
                    </a:lnTo>
                    <a:cubicBezTo>
                      <a:pt x="202" y="1289"/>
                      <a:pt x="1" y="1490"/>
                      <a:pt x="1" y="1735"/>
                    </a:cubicBezTo>
                    <a:lnTo>
                      <a:pt x="2" y="2143"/>
                    </a:lnTo>
                    <a:lnTo>
                      <a:pt x="7" y="4856"/>
                    </a:lnTo>
                    <a:lnTo>
                      <a:pt x="7" y="5050"/>
                    </a:lnTo>
                    <a:cubicBezTo>
                      <a:pt x="8" y="5295"/>
                      <a:pt x="207" y="5496"/>
                      <a:pt x="453" y="5496"/>
                    </a:cubicBezTo>
                    <a:cubicBezTo>
                      <a:pt x="454" y="5496"/>
                      <a:pt x="454" y="5496"/>
                      <a:pt x="455" y="5496"/>
                    </a:cubicBezTo>
                    <a:lnTo>
                      <a:pt x="3144" y="5492"/>
                    </a:lnTo>
                    <a:lnTo>
                      <a:pt x="3144" y="5498"/>
                    </a:lnTo>
                    <a:lnTo>
                      <a:pt x="5382" y="5498"/>
                    </a:lnTo>
                    <a:lnTo>
                      <a:pt x="5382" y="5492"/>
                    </a:lnTo>
                    <a:lnTo>
                      <a:pt x="8079" y="5488"/>
                    </a:lnTo>
                    <a:cubicBezTo>
                      <a:pt x="8325" y="5487"/>
                      <a:pt x="8526" y="5287"/>
                      <a:pt x="8526" y="5040"/>
                    </a:cubicBezTo>
                    <a:lnTo>
                      <a:pt x="8526" y="4857"/>
                    </a:lnTo>
                    <a:lnTo>
                      <a:pt x="8521" y="2144"/>
                    </a:lnTo>
                    <a:lnTo>
                      <a:pt x="8519" y="1725"/>
                    </a:lnTo>
                    <a:cubicBezTo>
                      <a:pt x="8518" y="1480"/>
                      <a:pt x="8318" y="1280"/>
                      <a:pt x="8072" y="1280"/>
                    </a:cubicBezTo>
                    <a:lnTo>
                      <a:pt x="7776" y="1280"/>
                    </a:lnTo>
                    <a:lnTo>
                      <a:pt x="7776" y="1019"/>
                    </a:lnTo>
                    <a:cubicBezTo>
                      <a:pt x="7776" y="770"/>
                      <a:pt x="7573" y="566"/>
                      <a:pt x="7324" y="566"/>
                    </a:cubicBezTo>
                    <a:lnTo>
                      <a:pt x="5712" y="566"/>
                    </a:lnTo>
                    <a:lnTo>
                      <a:pt x="6319" y="225"/>
                    </a:lnTo>
                    <a:cubicBezTo>
                      <a:pt x="6341" y="245"/>
                      <a:pt x="6371" y="259"/>
                      <a:pt x="6405" y="259"/>
                    </a:cubicBezTo>
                    <a:cubicBezTo>
                      <a:pt x="6476" y="259"/>
                      <a:pt x="6534" y="200"/>
                      <a:pt x="6534" y="130"/>
                    </a:cubicBezTo>
                    <a:cubicBezTo>
                      <a:pt x="6534" y="58"/>
                      <a:pt x="6476" y="1"/>
                      <a:pt x="6405" y="1"/>
                    </a:cubicBezTo>
                    <a:cubicBezTo>
                      <a:pt x="6334" y="1"/>
                      <a:pt x="6276" y="58"/>
                      <a:pt x="6276" y="130"/>
                    </a:cubicBezTo>
                    <a:cubicBezTo>
                      <a:pt x="6276" y="137"/>
                      <a:pt x="6277" y="146"/>
                      <a:pt x="6279" y="153"/>
                    </a:cubicBezTo>
                    <a:lnTo>
                      <a:pt x="5545" y="566"/>
                    </a:lnTo>
                    <a:lnTo>
                      <a:pt x="2950" y="566"/>
                    </a:lnTo>
                    <a:lnTo>
                      <a:pt x="2217" y="153"/>
                    </a:lnTo>
                    <a:cubicBezTo>
                      <a:pt x="2218" y="146"/>
                      <a:pt x="2220" y="138"/>
                      <a:pt x="2220" y="130"/>
                    </a:cubicBezTo>
                    <a:cubicBezTo>
                      <a:pt x="2220" y="58"/>
                      <a:pt x="2161" y="1"/>
                      <a:pt x="2091"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90"/>
              <p:cNvSpPr/>
              <p:nvPr/>
            </p:nvSpPr>
            <p:spPr>
              <a:xfrm>
                <a:off x="-3794680" y="4447695"/>
                <a:ext cx="866989" cy="428718"/>
              </a:xfrm>
              <a:custGeom>
                <a:rect b="b" l="l" r="r" t="t"/>
                <a:pathLst>
                  <a:path extrusionOk="0" h="4218" w="8530">
                    <a:moveTo>
                      <a:pt x="8075" y="0"/>
                    </a:moveTo>
                    <a:lnTo>
                      <a:pt x="448" y="11"/>
                    </a:lnTo>
                    <a:cubicBezTo>
                      <a:pt x="201" y="11"/>
                      <a:pt x="1" y="212"/>
                      <a:pt x="1" y="457"/>
                    </a:cubicBezTo>
                    <a:lnTo>
                      <a:pt x="2" y="864"/>
                    </a:lnTo>
                    <a:lnTo>
                      <a:pt x="7" y="3577"/>
                    </a:lnTo>
                    <a:lnTo>
                      <a:pt x="7" y="3772"/>
                    </a:lnTo>
                    <a:cubicBezTo>
                      <a:pt x="9" y="4017"/>
                      <a:pt x="210" y="4217"/>
                      <a:pt x="455" y="4217"/>
                    </a:cubicBezTo>
                    <a:lnTo>
                      <a:pt x="8082" y="4208"/>
                    </a:lnTo>
                    <a:cubicBezTo>
                      <a:pt x="8329" y="4207"/>
                      <a:pt x="8529" y="4006"/>
                      <a:pt x="8529" y="3761"/>
                    </a:cubicBezTo>
                    <a:lnTo>
                      <a:pt x="8529" y="3577"/>
                    </a:lnTo>
                    <a:lnTo>
                      <a:pt x="8524" y="864"/>
                    </a:lnTo>
                    <a:lnTo>
                      <a:pt x="8523" y="445"/>
                    </a:lnTo>
                    <a:cubicBezTo>
                      <a:pt x="8521" y="200"/>
                      <a:pt x="8320" y="0"/>
                      <a:pt x="8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90"/>
              <p:cNvSpPr/>
              <p:nvPr/>
            </p:nvSpPr>
            <p:spPr>
              <a:xfrm>
                <a:off x="-3594959" y="4317696"/>
                <a:ext cx="464800" cy="141788"/>
              </a:xfrm>
              <a:custGeom>
                <a:rect b="b" l="l" r="r" t="t"/>
                <a:pathLst>
                  <a:path extrusionOk="0" h="1395" w="4573">
                    <a:moveTo>
                      <a:pt x="130" y="1"/>
                    </a:moveTo>
                    <a:cubicBezTo>
                      <a:pt x="59" y="1"/>
                      <a:pt x="1" y="59"/>
                      <a:pt x="1" y="130"/>
                    </a:cubicBezTo>
                    <a:cubicBezTo>
                      <a:pt x="1" y="201"/>
                      <a:pt x="59" y="259"/>
                      <a:pt x="130" y="259"/>
                    </a:cubicBezTo>
                    <a:cubicBezTo>
                      <a:pt x="163" y="259"/>
                      <a:pt x="193" y="246"/>
                      <a:pt x="216" y="225"/>
                    </a:cubicBezTo>
                    <a:lnTo>
                      <a:pt x="2286" y="1394"/>
                    </a:lnTo>
                    <a:lnTo>
                      <a:pt x="4357" y="227"/>
                    </a:lnTo>
                    <a:cubicBezTo>
                      <a:pt x="4381" y="247"/>
                      <a:pt x="4409" y="260"/>
                      <a:pt x="4443" y="260"/>
                    </a:cubicBezTo>
                    <a:cubicBezTo>
                      <a:pt x="4515" y="260"/>
                      <a:pt x="4572" y="202"/>
                      <a:pt x="4572" y="131"/>
                    </a:cubicBezTo>
                    <a:cubicBezTo>
                      <a:pt x="4572" y="61"/>
                      <a:pt x="4516" y="1"/>
                      <a:pt x="4443" y="1"/>
                    </a:cubicBezTo>
                    <a:cubicBezTo>
                      <a:pt x="4372" y="1"/>
                      <a:pt x="4314" y="59"/>
                      <a:pt x="4314" y="130"/>
                    </a:cubicBezTo>
                    <a:cubicBezTo>
                      <a:pt x="4314" y="138"/>
                      <a:pt x="4315" y="146"/>
                      <a:pt x="4317" y="155"/>
                    </a:cubicBezTo>
                    <a:lnTo>
                      <a:pt x="2287" y="1298"/>
                    </a:lnTo>
                    <a:lnTo>
                      <a:pt x="256" y="155"/>
                    </a:lnTo>
                    <a:cubicBezTo>
                      <a:pt x="258" y="146"/>
                      <a:pt x="259" y="139"/>
                      <a:pt x="259" y="130"/>
                    </a:cubicBezTo>
                    <a:cubicBezTo>
                      <a:pt x="259" y="59"/>
                      <a:pt x="201" y="1"/>
                      <a:pt x="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90"/>
              <p:cNvSpPr/>
              <p:nvPr/>
            </p:nvSpPr>
            <p:spPr>
              <a:xfrm>
                <a:off x="-3718857" y="4375428"/>
                <a:ext cx="715037" cy="76637"/>
              </a:xfrm>
              <a:custGeom>
                <a:rect b="b" l="l" r="r" t="t"/>
                <a:pathLst>
                  <a:path extrusionOk="0" h="754" w="7035">
                    <a:moveTo>
                      <a:pt x="453" y="0"/>
                    </a:moveTo>
                    <a:cubicBezTo>
                      <a:pt x="204" y="0"/>
                      <a:pt x="1" y="203"/>
                      <a:pt x="1" y="453"/>
                    </a:cubicBezTo>
                    <a:lnTo>
                      <a:pt x="1" y="754"/>
                    </a:lnTo>
                    <a:lnTo>
                      <a:pt x="289" y="754"/>
                    </a:lnTo>
                    <a:lnTo>
                      <a:pt x="289" y="453"/>
                    </a:lnTo>
                    <a:cubicBezTo>
                      <a:pt x="289" y="363"/>
                      <a:pt x="363" y="289"/>
                      <a:pt x="453" y="289"/>
                    </a:cubicBezTo>
                    <a:lnTo>
                      <a:pt x="6582" y="289"/>
                    </a:lnTo>
                    <a:cubicBezTo>
                      <a:pt x="6673" y="289"/>
                      <a:pt x="6746" y="363"/>
                      <a:pt x="6746" y="453"/>
                    </a:cubicBezTo>
                    <a:lnTo>
                      <a:pt x="6746" y="754"/>
                    </a:lnTo>
                    <a:lnTo>
                      <a:pt x="7035" y="754"/>
                    </a:lnTo>
                    <a:lnTo>
                      <a:pt x="7035" y="453"/>
                    </a:lnTo>
                    <a:cubicBezTo>
                      <a:pt x="7035" y="203"/>
                      <a:pt x="6833" y="0"/>
                      <a:pt x="65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90"/>
              <p:cNvSpPr/>
              <p:nvPr/>
            </p:nvSpPr>
            <p:spPr>
              <a:xfrm>
                <a:off x="-3530000" y="4363021"/>
                <a:ext cx="338351" cy="54275"/>
              </a:xfrm>
              <a:custGeom>
                <a:rect b="b" l="l" r="r" t="t"/>
                <a:pathLst>
                  <a:path extrusionOk="0" h="290" w="3329">
                    <a:moveTo>
                      <a:pt x="1" y="0"/>
                    </a:moveTo>
                    <a:lnTo>
                      <a:pt x="1" y="289"/>
                    </a:lnTo>
                    <a:lnTo>
                      <a:pt x="3329" y="289"/>
                    </a:lnTo>
                    <a:lnTo>
                      <a:pt x="33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90"/>
              <p:cNvSpPr/>
              <p:nvPr/>
            </p:nvSpPr>
            <p:spPr>
              <a:xfrm>
                <a:off x="-3794579" y="4447797"/>
                <a:ext cx="866379" cy="88020"/>
              </a:xfrm>
              <a:custGeom>
                <a:rect b="b" l="l" r="r" t="t"/>
                <a:pathLst>
                  <a:path extrusionOk="0" h="866" w="8524">
                    <a:moveTo>
                      <a:pt x="8075" y="0"/>
                    </a:moveTo>
                    <a:lnTo>
                      <a:pt x="448" y="11"/>
                    </a:lnTo>
                    <a:cubicBezTo>
                      <a:pt x="201" y="11"/>
                      <a:pt x="1" y="212"/>
                      <a:pt x="1" y="457"/>
                    </a:cubicBezTo>
                    <a:lnTo>
                      <a:pt x="2" y="865"/>
                    </a:lnTo>
                    <a:lnTo>
                      <a:pt x="8523" y="865"/>
                    </a:lnTo>
                    <a:lnTo>
                      <a:pt x="8523" y="445"/>
                    </a:lnTo>
                    <a:cubicBezTo>
                      <a:pt x="8521" y="201"/>
                      <a:pt x="8320" y="0"/>
                      <a:pt x="8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90"/>
              <p:cNvSpPr/>
              <p:nvPr/>
            </p:nvSpPr>
            <p:spPr>
              <a:xfrm>
                <a:off x="-3679930" y="4464669"/>
                <a:ext cx="638198" cy="54276"/>
              </a:xfrm>
              <a:custGeom>
                <a:rect b="b" l="l" r="r" t="t"/>
                <a:pathLst>
                  <a:path extrusionOk="0" h="534" w="6279">
                    <a:moveTo>
                      <a:pt x="6278" y="1"/>
                    </a:moveTo>
                    <a:lnTo>
                      <a:pt x="1" y="9"/>
                    </a:lnTo>
                    <a:lnTo>
                      <a:pt x="1" y="533"/>
                    </a:lnTo>
                    <a:lnTo>
                      <a:pt x="6278" y="533"/>
                    </a:lnTo>
                    <a:lnTo>
                      <a:pt x="62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90"/>
              <p:cNvSpPr/>
              <p:nvPr/>
            </p:nvSpPr>
            <p:spPr>
              <a:xfrm>
                <a:off x="-3490068" y="4488555"/>
                <a:ext cx="430445" cy="6403"/>
              </a:xfrm>
              <a:custGeom>
                <a:rect b="b" l="l" r="r" t="t"/>
                <a:pathLst>
                  <a:path extrusionOk="0" h="63" w="4235">
                    <a:moveTo>
                      <a:pt x="32" y="1"/>
                    </a:moveTo>
                    <a:cubicBezTo>
                      <a:pt x="15" y="1"/>
                      <a:pt x="1" y="15"/>
                      <a:pt x="1" y="32"/>
                    </a:cubicBezTo>
                    <a:cubicBezTo>
                      <a:pt x="1" y="48"/>
                      <a:pt x="15" y="63"/>
                      <a:pt x="32" y="63"/>
                    </a:cubicBezTo>
                    <a:lnTo>
                      <a:pt x="4204" y="63"/>
                    </a:lnTo>
                    <a:cubicBezTo>
                      <a:pt x="4222" y="63"/>
                      <a:pt x="4235" y="48"/>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90"/>
              <p:cNvSpPr/>
              <p:nvPr/>
            </p:nvSpPr>
            <p:spPr>
              <a:xfrm>
                <a:off x="-3490068" y="4475545"/>
                <a:ext cx="430649" cy="6403"/>
              </a:xfrm>
              <a:custGeom>
                <a:rect b="b" l="l" r="r" t="t"/>
                <a:pathLst>
                  <a:path extrusionOk="0" h="63" w="4237">
                    <a:moveTo>
                      <a:pt x="32" y="1"/>
                    </a:moveTo>
                    <a:cubicBezTo>
                      <a:pt x="15" y="1"/>
                      <a:pt x="1" y="15"/>
                      <a:pt x="1" y="32"/>
                    </a:cubicBezTo>
                    <a:cubicBezTo>
                      <a:pt x="1" y="48"/>
                      <a:pt x="15" y="63"/>
                      <a:pt x="32" y="63"/>
                    </a:cubicBezTo>
                    <a:lnTo>
                      <a:pt x="4204" y="63"/>
                    </a:lnTo>
                    <a:cubicBezTo>
                      <a:pt x="4222" y="63"/>
                      <a:pt x="4236" y="51"/>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90"/>
              <p:cNvSpPr/>
              <p:nvPr/>
            </p:nvSpPr>
            <p:spPr>
              <a:xfrm>
                <a:off x="-3490068" y="4501565"/>
                <a:ext cx="430649" cy="6403"/>
              </a:xfrm>
              <a:custGeom>
                <a:rect b="b" l="l" r="r" t="t"/>
                <a:pathLst>
                  <a:path extrusionOk="0" h="63" w="4237">
                    <a:moveTo>
                      <a:pt x="32" y="1"/>
                    </a:moveTo>
                    <a:cubicBezTo>
                      <a:pt x="15" y="1"/>
                      <a:pt x="1" y="14"/>
                      <a:pt x="1" y="32"/>
                    </a:cubicBezTo>
                    <a:cubicBezTo>
                      <a:pt x="1" y="48"/>
                      <a:pt x="15" y="63"/>
                      <a:pt x="32" y="63"/>
                    </a:cubicBezTo>
                    <a:lnTo>
                      <a:pt x="4204" y="63"/>
                    </a:lnTo>
                    <a:cubicBezTo>
                      <a:pt x="4222" y="63"/>
                      <a:pt x="4236" y="48"/>
                      <a:pt x="4235" y="32"/>
                    </a:cubicBezTo>
                    <a:cubicBezTo>
                      <a:pt x="4235" y="14"/>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90"/>
              <p:cNvSpPr/>
              <p:nvPr/>
            </p:nvSpPr>
            <p:spPr>
              <a:xfrm>
                <a:off x="-3136466" y="4472800"/>
                <a:ext cx="6403" cy="46246"/>
              </a:xfrm>
              <a:custGeom>
                <a:rect b="b" l="l" r="r" t="t"/>
                <a:pathLst>
                  <a:path extrusionOk="0" h="455" w="63">
                    <a:moveTo>
                      <a:pt x="1" y="0"/>
                    </a:moveTo>
                    <a:lnTo>
                      <a:pt x="1" y="454"/>
                    </a:lnTo>
                    <a:lnTo>
                      <a:pt x="62" y="454"/>
                    </a:lnTo>
                    <a:lnTo>
                      <a:pt x="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90"/>
              <p:cNvSpPr/>
              <p:nvPr/>
            </p:nvSpPr>
            <p:spPr>
              <a:xfrm>
                <a:off x="-3656045" y="4473105"/>
                <a:ext cx="37302" cy="37302"/>
              </a:xfrm>
              <a:custGeom>
                <a:rect b="b" l="l" r="r" t="t"/>
                <a:pathLst>
                  <a:path extrusionOk="0" h="367" w="367">
                    <a:moveTo>
                      <a:pt x="184" y="0"/>
                    </a:moveTo>
                    <a:cubicBezTo>
                      <a:pt x="83" y="0"/>
                      <a:pt x="0" y="83"/>
                      <a:pt x="0" y="184"/>
                    </a:cubicBezTo>
                    <a:cubicBezTo>
                      <a:pt x="0" y="285"/>
                      <a:pt x="83"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90"/>
              <p:cNvSpPr/>
              <p:nvPr/>
            </p:nvSpPr>
            <p:spPr>
              <a:xfrm>
                <a:off x="-3637445" y="4473105"/>
                <a:ext cx="18702" cy="18702"/>
              </a:xfrm>
              <a:custGeom>
                <a:rect b="b" l="l" r="r" t="t"/>
                <a:pathLst>
                  <a:path extrusionOk="0" h="184" w="184">
                    <a:moveTo>
                      <a:pt x="1" y="0"/>
                    </a:moveTo>
                    <a:lnTo>
                      <a:pt x="1" y="184"/>
                    </a:lnTo>
                    <a:lnTo>
                      <a:pt x="183" y="184"/>
                    </a:lnTo>
                    <a:cubicBezTo>
                      <a:pt x="183" y="83"/>
                      <a:pt x="10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90"/>
              <p:cNvSpPr/>
              <p:nvPr/>
            </p:nvSpPr>
            <p:spPr>
              <a:xfrm>
                <a:off x="-3600550" y="4473105"/>
                <a:ext cx="37302" cy="37302"/>
              </a:xfrm>
              <a:custGeom>
                <a:rect b="b" l="l" r="r" t="t"/>
                <a:pathLst>
                  <a:path extrusionOk="0" h="367" w="367">
                    <a:moveTo>
                      <a:pt x="183" y="0"/>
                    </a:moveTo>
                    <a:cubicBezTo>
                      <a:pt x="82" y="0"/>
                      <a:pt x="0" y="83"/>
                      <a:pt x="0" y="184"/>
                    </a:cubicBezTo>
                    <a:cubicBezTo>
                      <a:pt x="0" y="285"/>
                      <a:pt x="82" y="367"/>
                      <a:pt x="183" y="367"/>
                    </a:cubicBezTo>
                    <a:cubicBezTo>
                      <a:pt x="285" y="367"/>
                      <a:pt x="366" y="285"/>
                      <a:pt x="366" y="184"/>
                    </a:cubicBezTo>
                    <a:cubicBezTo>
                      <a:pt x="366" y="83"/>
                      <a:pt x="285"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90"/>
              <p:cNvSpPr/>
              <p:nvPr/>
            </p:nvSpPr>
            <p:spPr>
              <a:xfrm>
                <a:off x="-3595163" y="4473207"/>
                <a:ext cx="26325" cy="18600"/>
              </a:xfrm>
              <a:custGeom>
                <a:rect b="b" l="l" r="r" t="t"/>
                <a:pathLst>
                  <a:path extrusionOk="0" h="183" w="259">
                    <a:moveTo>
                      <a:pt x="130" y="0"/>
                    </a:moveTo>
                    <a:cubicBezTo>
                      <a:pt x="83" y="0"/>
                      <a:pt x="36" y="18"/>
                      <a:pt x="1" y="54"/>
                    </a:cubicBezTo>
                    <a:lnTo>
                      <a:pt x="130" y="183"/>
                    </a:lnTo>
                    <a:lnTo>
                      <a:pt x="259" y="54"/>
                    </a:lnTo>
                    <a:cubicBezTo>
                      <a:pt x="223" y="18"/>
                      <a:pt x="176" y="0"/>
                      <a:pt x="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90"/>
              <p:cNvSpPr/>
              <p:nvPr/>
            </p:nvSpPr>
            <p:spPr>
              <a:xfrm>
                <a:off x="-3545258" y="4473105"/>
                <a:ext cx="37302" cy="37302"/>
              </a:xfrm>
              <a:custGeom>
                <a:rect b="b" l="l" r="r" t="t"/>
                <a:pathLst>
                  <a:path extrusionOk="0" h="367" w="367">
                    <a:moveTo>
                      <a:pt x="184" y="0"/>
                    </a:moveTo>
                    <a:cubicBezTo>
                      <a:pt x="82" y="0"/>
                      <a:pt x="1" y="83"/>
                      <a:pt x="1" y="184"/>
                    </a:cubicBezTo>
                    <a:cubicBezTo>
                      <a:pt x="1" y="285"/>
                      <a:pt x="82"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90"/>
              <p:cNvSpPr/>
              <p:nvPr/>
            </p:nvSpPr>
            <p:spPr>
              <a:xfrm>
                <a:off x="-3545360" y="4491706"/>
                <a:ext cx="18803" cy="18702"/>
              </a:xfrm>
              <a:custGeom>
                <a:rect b="b" l="l" r="r" t="t"/>
                <a:pathLst>
                  <a:path extrusionOk="0" h="184" w="185">
                    <a:moveTo>
                      <a:pt x="1" y="1"/>
                    </a:moveTo>
                    <a:cubicBezTo>
                      <a:pt x="1" y="103"/>
                      <a:pt x="84" y="184"/>
                      <a:pt x="185" y="184"/>
                    </a:cubicBezTo>
                    <a:lnTo>
                      <a:pt x="1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90"/>
              <p:cNvSpPr/>
              <p:nvPr/>
            </p:nvSpPr>
            <p:spPr>
              <a:xfrm>
                <a:off x="-3474924" y="4596193"/>
                <a:ext cx="227674" cy="280323"/>
              </a:xfrm>
              <a:custGeom>
                <a:rect b="b" l="l" r="r" t="t"/>
                <a:pathLst>
                  <a:path extrusionOk="0" h="2758" w="2240">
                    <a:moveTo>
                      <a:pt x="284" y="1"/>
                    </a:moveTo>
                    <a:cubicBezTo>
                      <a:pt x="126" y="1"/>
                      <a:pt x="0" y="129"/>
                      <a:pt x="0" y="285"/>
                    </a:cubicBezTo>
                    <a:lnTo>
                      <a:pt x="0" y="2757"/>
                    </a:lnTo>
                    <a:lnTo>
                      <a:pt x="2240" y="2757"/>
                    </a:lnTo>
                    <a:lnTo>
                      <a:pt x="2240" y="285"/>
                    </a:lnTo>
                    <a:cubicBezTo>
                      <a:pt x="2240" y="128"/>
                      <a:pt x="2112" y="1"/>
                      <a:pt x="19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90"/>
              <p:cNvSpPr/>
              <p:nvPr/>
            </p:nvSpPr>
            <p:spPr>
              <a:xfrm>
                <a:off x="-3458153" y="4612963"/>
                <a:ext cx="194132" cy="263553"/>
              </a:xfrm>
              <a:custGeom>
                <a:rect b="b" l="l" r="r" t="t"/>
                <a:pathLst>
                  <a:path extrusionOk="0" h="2593" w="1910">
                    <a:moveTo>
                      <a:pt x="0" y="1"/>
                    </a:moveTo>
                    <a:lnTo>
                      <a:pt x="0" y="2592"/>
                    </a:lnTo>
                    <a:lnTo>
                      <a:pt x="1910" y="2592"/>
                    </a:lnTo>
                    <a:lnTo>
                      <a:pt x="19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90"/>
              <p:cNvSpPr/>
              <p:nvPr/>
            </p:nvSpPr>
            <p:spPr>
              <a:xfrm>
                <a:off x="-3441789" y="4631259"/>
                <a:ext cx="161303" cy="93407"/>
              </a:xfrm>
              <a:custGeom>
                <a:rect b="b" l="l" r="r" t="t"/>
                <a:pathLst>
                  <a:path extrusionOk="0" h="919" w="1587">
                    <a:moveTo>
                      <a:pt x="0" y="0"/>
                    </a:moveTo>
                    <a:lnTo>
                      <a:pt x="0" y="919"/>
                    </a:lnTo>
                    <a:lnTo>
                      <a:pt x="1587" y="919"/>
                    </a:lnTo>
                    <a:lnTo>
                      <a:pt x="15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90"/>
              <p:cNvSpPr/>
              <p:nvPr/>
            </p:nvSpPr>
            <p:spPr>
              <a:xfrm>
                <a:off x="-3793969" y="4811265"/>
                <a:ext cx="866278" cy="65151"/>
              </a:xfrm>
              <a:custGeom>
                <a:rect b="b" l="l" r="r" t="t"/>
                <a:pathLst>
                  <a:path extrusionOk="0" h="641" w="8523">
                    <a:moveTo>
                      <a:pt x="0" y="0"/>
                    </a:moveTo>
                    <a:lnTo>
                      <a:pt x="0" y="195"/>
                    </a:lnTo>
                    <a:cubicBezTo>
                      <a:pt x="2" y="440"/>
                      <a:pt x="203" y="640"/>
                      <a:pt x="448" y="640"/>
                    </a:cubicBezTo>
                    <a:lnTo>
                      <a:pt x="8075" y="631"/>
                    </a:lnTo>
                    <a:cubicBezTo>
                      <a:pt x="8322" y="630"/>
                      <a:pt x="8522" y="429"/>
                      <a:pt x="8522" y="184"/>
                    </a:cubicBezTo>
                    <a:lnTo>
                      <a:pt x="85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90"/>
              <p:cNvSpPr/>
              <p:nvPr/>
            </p:nvSpPr>
            <p:spPr>
              <a:xfrm>
                <a:off x="-3773336" y="4511932"/>
                <a:ext cx="47466" cy="47568"/>
              </a:xfrm>
              <a:custGeom>
                <a:rect b="b" l="l" r="r" t="t"/>
                <a:pathLst>
                  <a:path extrusionOk="0" h="468" w="467">
                    <a:moveTo>
                      <a:pt x="234" y="0"/>
                    </a:moveTo>
                    <a:cubicBezTo>
                      <a:pt x="105" y="0"/>
                      <a:pt x="0" y="105"/>
                      <a:pt x="0" y="234"/>
                    </a:cubicBezTo>
                    <a:cubicBezTo>
                      <a:pt x="0" y="362"/>
                      <a:pt x="105" y="468"/>
                      <a:pt x="234" y="468"/>
                    </a:cubicBezTo>
                    <a:cubicBezTo>
                      <a:pt x="363" y="468"/>
                      <a:pt x="467" y="362"/>
                      <a:pt x="467" y="234"/>
                    </a:cubicBezTo>
                    <a:cubicBezTo>
                      <a:pt x="467"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90"/>
              <p:cNvSpPr/>
              <p:nvPr/>
            </p:nvSpPr>
            <p:spPr>
              <a:xfrm>
                <a:off x="-3766425" y="4518945"/>
                <a:ext cx="33643" cy="33643"/>
              </a:xfrm>
              <a:custGeom>
                <a:rect b="b" l="l" r="r" t="t"/>
                <a:pathLst>
                  <a:path extrusionOk="0" h="331" w="331">
                    <a:moveTo>
                      <a:pt x="166" y="0"/>
                    </a:moveTo>
                    <a:cubicBezTo>
                      <a:pt x="74" y="0"/>
                      <a:pt x="0" y="73"/>
                      <a:pt x="0" y="165"/>
                    </a:cubicBezTo>
                    <a:cubicBezTo>
                      <a:pt x="0" y="256"/>
                      <a:pt x="74" y="330"/>
                      <a:pt x="166" y="330"/>
                    </a:cubicBezTo>
                    <a:cubicBezTo>
                      <a:pt x="256" y="330"/>
                      <a:pt x="331" y="256"/>
                      <a:pt x="331" y="165"/>
                    </a:cubicBezTo>
                    <a:cubicBezTo>
                      <a:pt x="331" y="73"/>
                      <a:pt x="256"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90"/>
              <p:cNvSpPr/>
              <p:nvPr/>
            </p:nvSpPr>
            <p:spPr>
              <a:xfrm>
                <a:off x="-3770084"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90"/>
              <p:cNvSpPr/>
              <p:nvPr/>
            </p:nvSpPr>
            <p:spPr>
              <a:xfrm>
                <a:off x="-3759513"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2" y="2194"/>
                      <a:pt x="2194" y="1703"/>
                      <a:pt x="2194" y="1098"/>
                    </a:cubicBezTo>
                    <a:cubicBezTo>
                      <a:pt x="2194" y="492"/>
                      <a:pt x="1702"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90"/>
              <p:cNvSpPr/>
              <p:nvPr/>
            </p:nvSpPr>
            <p:spPr>
              <a:xfrm>
                <a:off x="-3689890" y="4635629"/>
                <a:ext cx="83751" cy="83853"/>
              </a:xfrm>
              <a:custGeom>
                <a:rect b="b" l="l" r="r" t="t"/>
                <a:pathLst>
                  <a:path extrusionOk="0" h="825" w="824">
                    <a:moveTo>
                      <a:pt x="413" y="1"/>
                    </a:moveTo>
                    <a:cubicBezTo>
                      <a:pt x="184" y="1"/>
                      <a:pt x="1" y="186"/>
                      <a:pt x="1" y="413"/>
                    </a:cubicBezTo>
                    <a:cubicBezTo>
                      <a:pt x="1" y="640"/>
                      <a:pt x="184"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90"/>
              <p:cNvSpPr/>
              <p:nvPr/>
            </p:nvSpPr>
            <p:spPr>
              <a:xfrm>
                <a:off x="-2996407" y="4511932"/>
                <a:ext cx="47568" cy="47568"/>
              </a:xfrm>
              <a:custGeom>
                <a:rect b="b" l="l" r="r" t="t"/>
                <a:pathLst>
                  <a:path extrusionOk="0" h="468" w="468">
                    <a:moveTo>
                      <a:pt x="234" y="0"/>
                    </a:moveTo>
                    <a:cubicBezTo>
                      <a:pt x="105" y="0"/>
                      <a:pt x="0" y="105"/>
                      <a:pt x="0" y="234"/>
                    </a:cubicBezTo>
                    <a:cubicBezTo>
                      <a:pt x="0" y="362"/>
                      <a:pt x="105" y="468"/>
                      <a:pt x="234" y="468"/>
                    </a:cubicBezTo>
                    <a:cubicBezTo>
                      <a:pt x="363" y="468"/>
                      <a:pt x="468" y="362"/>
                      <a:pt x="468" y="234"/>
                    </a:cubicBezTo>
                    <a:cubicBezTo>
                      <a:pt x="468"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90"/>
              <p:cNvSpPr/>
              <p:nvPr/>
            </p:nvSpPr>
            <p:spPr>
              <a:xfrm>
                <a:off x="-2989496" y="4518945"/>
                <a:ext cx="33643" cy="33643"/>
              </a:xfrm>
              <a:custGeom>
                <a:rect b="b" l="l" r="r" t="t"/>
                <a:pathLst>
                  <a:path extrusionOk="0" h="331" w="331">
                    <a:moveTo>
                      <a:pt x="166" y="0"/>
                    </a:moveTo>
                    <a:cubicBezTo>
                      <a:pt x="75" y="0"/>
                      <a:pt x="0" y="73"/>
                      <a:pt x="0" y="165"/>
                    </a:cubicBezTo>
                    <a:cubicBezTo>
                      <a:pt x="0" y="256"/>
                      <a:pt x="75" y="330"/>
                      <a:pt x="166" y="330"/>
                    </a:cubicBezTo>
                    <a:cubicBezTo>
                      <a:pt x="257" y="330"/>
                      <a:pt x="331" y="256"/>
                      <a:pt x="331" y="165"/>
                    </a:cubicBezTo>
                    <a:cubicBezTo>
                      <a:pt x="331" y="73"/>
                      <a:pt x="257"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90"/>
              <p:cNvSpPr/>
              <p:nvPr/>
            </p:nvSpPr>
            <p:spPr>
              <a:xfrm>
                <a:off x="-3196229"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90"/>
              <p:cNvSpPr/>
              <p:nvPr/>
            </p:nvSpPr>
            <p:spPr>
              <a:xfrm>
                <a:off x="-3185659"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3" y="2194"/>
                      <a:pt x="2194" y="1703"/>
                      <a:pt x="2194" y="1098"/>
                    </a:cubicBezTo>
                    <a:cubicBezTo>
                      <a:pt x="2194" y="492"/>
                      <a:pt x="1703"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90"/>
              <p:cNvSpPr/>
              <p:nvPr/>
            </p:nvSpPr>
            <p:spPr>
              <a:xfrm>
                <a:off x="-3116036" y="4635629"/>
                <a:ext cx="83751" cy="83853"/>
              </a:xfrm>
              <a:custGeom>
                <a:rect b="b" l="l" r="r" t="t"/>
                <a:pathLst>
                  <a:path extrusionOk="0" h="825" w="824">
                    <a:moveTo>
                      <a:pt x="413" y="1"/>
                    </a:moveTo>
                    <a:cubicBezTo>
                      <a:pt x="186" y="1"/>
                      <a:pt x="1" y="186"/>
                      <a:pt x="1" y="413"/>
                    </a:cubicBezTo>
                    <a:cubicBezTo>
                      <a:pt x="1" y="640"/>
                      <a:pt x="186"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90"/>
              <p:cNvSpPr/>
              <p:nvPr/>
            </p:nvSpPr>
            <p:spPr>
              <a:xfrm>
                <a:off x="-3400219" y="4700171"/>
                <a:ext cx="78161" cy="24089"/>
              </a:xfrm>
              <a:custGeom>
                <a:rect b="b" l="l" r="r" t="t"/>
                <a:pathLst>
                  <a:path extrusionOk="0" h="237" w="769">
                    <a:moveTo>
                      <a:pt x="228" y="0"/>
                    </a:moveTo>
                    <a:cubicBezTo>
                      <a:pt x="159" y="0"/>
                      <a:pt x="94" y="41"/>
                      <a:pt x="63" y="104"/>
                    </a:cubicBezTo>
                    <a:lnTo>
                      <a:pt x="0" y="237"/>
                    </a:lnTo>
                    <a:lnTo>
                      <a:pt x="769" y="237"/>
                    </a:lnTo>
                    <a:lnTo>
                      <a:pt x="706" y="104"/>
                    </a:lnTo>
                    <a:cubicBezTo>
                      <a:pt x="676" y="41"/>
                      <a:pt x="611" y="0"/>
                      <a:pt x="5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90"/>
              <p:cNvSpPr/>
              <p:nvPr/>
            </p:nvSpPr>
            <p:spPr>
              <a:xfrm>
                <a:off x="-3427458" y="4657990"/>
                <a:ext cx="31407" cy="31305"/>
              </a:xfrm>
              <a:custGeom>
                <a:rect b="b" l="l" r="r" t="t"/>
                <a:pathLst>
                  <a:path extrusionOk="0" h="308" w="309">
                    <a:moveTo>
                      <a:pt x="155" y="82"/>
                    </a:moveTo>
                    <a:cubicBezTo>
                      <a:pt x="194" y="82"/>
                      <a:pt x="226" y="114"/>
                      <a:pt x="226" y="152"/>
                    </a:cubicBezTo>
                    <a:cubicBezTo>
                      <a:pt x="226" y="193"/>
                      <a:pt x="195" y="224"/>
                      <a:pt x="155" y="224"/>
                    </a:cubicBezTo>
                    <a:cubicBezTo>
                      <a:pt x="116" y="224"/>
                      <a:pt x="83" y="192"/>
                      <a:pt x="83" y="152"/>
                    </a:cubicBezTo>
                    <a:cubicBezTo>
                      <a:pt x="83" y="114"/>
                      <a:pt x="116" y="82"/>
                      <a:pt x="155" y="82"/>
                    </a:cubicBezTo>
                    <a:close/>
                    <a:moveTo>
                      <a:pt x="155" y="1"/>
                    </a:moveTo>
                    <a:cubicBezTo>
                      <a:pt x="71" y="1"/>
                      <a:pt x="1" y="69"/>
                      <a:pt x="1" y="153"/>
                    </a:cubicBezTo>
                    <a:cubicBezTo>
                      <a:pt x="1" y="239"/>
                      <a:pt x="71" y="307"/>
                      <a:pt x="155" y="307"/>
                    </a:cubicBezTo>
                    <a:cubicBezTo>
                      <a:pt x="240" y="307"/>
                      <a:pt x="308" y="239"/>
                      <a:pt x="308" y="153"/>
                    </a:cubicBezTo>
                    <a:cubicBezTo>
                      <a:pt x="308" y="69"/>
                      <a:pt x="240"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90"/>
              <p:cNvSpPr/>
              <p:nvPr/>
            </p:nvSpPr>
            <p:spPr>
              <a:xfrm>
                <a:off x="-3326226" y="4657990"/>
                <a:ext cx="31407" cy="31305"/>
              </a:xfrm>
              <a:custGeom>
                <a:rect b="b" l="l" r="r" t="t"/>
                <a:pathLst>
                  <a:path extrusionOk="0" h="308" w="309">
                    <a:moveTo>
                      <a:pt x="154" y="82"/>
                    </a:moveTo>
                    <a:cubicBezTo>
                      <a:pt x="193" y="82"/>
                      <a:pt x="226" y="114"/>
                      <a:pt x="226" y="152"/>
                    </a:cubicBezTo>
                    <a:cubicBezTo>
                      <a:pt x="226" y="193"/>
                      <a:pt x="195" y="224"/>
                      <a:pt x="154" y="224"/>
                    </a:cubicBezTo>
                    <a:cubicBezTo>
                      <a:pt x="115" y="224"/>
                      <a:pt x="83" y="192"/>
                      <a:pt x="83" y="152"/>
                    </a:cubicBezTo>
                    <a:cubicBezTo>
                      <a:pt x="83" y="114"/>
                      <a:pt x="115" y="82"/>
                      <a:pt x="154" y="82"/>
                    </a:cubicBezTo>
                    <a:close/>
                    <a:moveTo>
                      <a:pt x="154" y="1"/>
                    </a:moveTo>
                    <a:cubicBezTo>
                      <a:pt x="69" y="1"/>
                      <a:pt x="1" y="69"/>
                      <a:pt x="1" y="153"/>
                    </a:cubicBezTo>
                    <a:cubicBezTo>
                      <a:pt x="1" y="239"/>
                      <a:pt x="71" y="307"/>
                      <a:pt x="154" y="307"/>
                    </a:cubicBezTo>
                    <a:cubicBezTo>
                      <a:pt x="238" y="307"/>
                      <a:pt x="308" y="239"/>
                      <a:pt x="308" y="153"/>
                    </a:cubicBezTo>
                    <a:cubicBezTo>
                      <a:pt x="308" y="69"/>
                      <a:pt x="240" y="1"/>
                      <a:pt x="1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90"/>
              <p:cNvSpPr/>
              <p:nvPr/>
            </p:nvSpPr>
            <p:spPr>
              <a:xfrm>
                <a:off x="-3393511" y="4658092"/>
                <a:ext cx="64745" cy="31102"/>
              </a:xfrm>
              <a:custGeom>
                <a:rect b="b" l="l" r="r" t="t"/>
                <a:pathLst>
                  <a:path extrusionOk="0" h="306" w="637">
                    <a:moveTo>
                      <a:pt x="2" y="1"/>
                    </a:moveTo>
                    <a:cubicBezTo>
                      <a:pt x="36" y="42"/>
                      <a:pt x="57" y="95"/>
                      <a:pt x="57" y="151"/>
                    </a:cubicBezTo>
                    <a:cubicBezTo>
                      <a:pt x="57" y="210"/>
                      <a:pt x="36" y="264"/>
                      <a:pt x="0" y="305"/>
                    </a:cubicBezTo>
                    <a:lnTo>
                      <a:pt x="637" y="305"/>
                    </a:lnTo>
                    <a:cubicBezTo>
                      <a:pt x="602" y="264"/>
                      <a:pt x="580" y="210"/>
                      <a:pt x="580" y="151"/>
                    </a:cubicBezTo>
                    <a:cubicBezTo>
                      <a:pt x="580" y="94"/>
                      <a:pt x="600" y="42"/>
                      <a:pt x="6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90"/>
              <p:cNvSpPr/>
              <p:nvPr/>
            </p:nvSpPr>
            <p:spPr>
              <a:xfrm>
                <a:off x="-338273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90"/>
              <p:cNvSpPr/>
              <p:nvPr/>
            </p:nvSpPr>
            <p:spPr>
              <a:xfrm>
                <a:off x="-3411704"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90"/>
              <p:cNvSpPr/>
              <p:nvPr/>
            </p:nvSpPr>
            <p:spPr>
              <a:xfrm>
                <a:off x="-335356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90"/>
              <p:cNvSpPr/>
              <p:nvPr/>
            </p:nvSpPr>
            <p:spPr>
              <a:xfrm>
                <a:off x="-3324600"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90"/>
              <p:cNvSpPr/>
              <p:nvPr/>
            </p:nvSpPr>
            <p:spPr>
              <a:xfrm>
                <a:off x="-3295429" y="4738795"/>
                <a:ext cx="14535" cy="38522"/>
              </a:xfrm>
              <a:custGeom>
                <a:rect b="b" l="l" r="r" t="t"/>
                <a:pathLst>
                  <a:path extrusionOk="0" h="379" w="143">
                    <a:moveTo>
                      <a:pt x="0" y="0"/>
                    </a:moveTo>
                    <a:lnTo>
                      <a:pt x="0" y="379"/>
                    </a:lnTo>
                    <a:lnTo>
                      <a:pt x="142" y="379"/>
                    </a:lnTo>
                    <a:lnTo>
                      <a:pt x="1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90"/>
              <p:cNvSpPr/>
              <p:nvPr/>
            </p:nvSpPr>
            <p:spPr>
              <a:xfrm>
                <a:off x="-3440773"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90"/>
              <p:cNvSpPr/>
              <p:nvPr/>
            </p:nvSpPr>
            <p:spPr>
              <a:xfrm>
                <a:off x="-3714080" y="4876315"/>
                <a:ext cx="67184" cy="29374"/>
              </a:xfrm>
              <a:custGeom>
                <a:rect b="b" l="l" r="r" t="t"/>
                <a:pathLst>
                  <a:path extrusionOk="0" h="289" w="661">
                    <a:moveTo>
                      <a:pt x="0" y="0"/>
                    </a:moveTo>
                    <a:lnTo>
                      <a:pt x="0" y="50"/>
                    </a:lnTo>
                    <a:cubicBezTo>
                      <a:pt x="0" y="181"/>
                      <a:pt x="107" y="288"/>
                      <a:pt x="239" y="288"/>
                    </a:cubicBezTo>
                    <a:lnTo>
                      <a:pt x="421" y="288"/>
                    </a:lnTo>
                    <a:cubicBezTo>
                      <a:pt x="555" y="288"/>
                      <a:pt x="661" y="182"/>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90"/>
              <p:cNvSpPr/>
              <p:nvPr/>
            </p:nvSpPr>
            <p:spPr>
              <a:xfrm>
                <a:off x="-3075279" y="4876315"/>
                <a:ext cx="67184" cy="29374"/>
              </a:xfrm>
              <a:custGeom>
                <a:rect b="b" l="l" r="r" t="t"/>
                <a:pathLst>
                  <a:path extrusionOk="0" h="289" w="661">
                    <a:moveTo>
                      <a:pt x="0" y="0"/>
                    </a:moveTo>
                    <a:lnTo>
                      <a:pt x="0" y="50"/>
                    </a:lnTo>
                    <a:cubicBezTo>
                      <a:pt x="0" y="182"/>
                      <a:pt x="107" y="288"/>
                      <a:pt x="239" y="288"/>
                    </a:cubicBezTo>
                    <a:lnTo>
                      <a:pt x="421" y="288"/>
                    </a:lnTo>
                    <a:cubicBezTo>
                      <a:pt x="553" y="288"/>
                      <a:pt x="661" y="181"/>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90"/>
              <p:cNvSpPr/>
              <p:nvPr/>
            </p:nvSpPr>
            <p:spPr>
              <a:xfrm>
                <a:off x="-3447075" y="4828646"/>
                <a:ext cx="171873" cy="10875"/>
              </a:xfrm>
              <a:custGeom>
                <a:rect b="b" l="l" r="r" t="t"/>
                <a:pathLst>
                  <a:path extrusionOk="0" h="107" w="1691">
                    <a:moveTo>
                      <a:pt x="44" y="1"/>
                    </a:moveTo>
                    <a:cubicBezTo>
                      <a:pt x="19" y="1"/>
                      <a:pt x="1" y="20"/>
                      <a:pt x="1" y="45"/>
                    </a:cubicBezTo>
                    <a:lnTo>
                      <a:pt x="1" y="63"/>
                    </a:lnTo>
                    <a:cubicBezTo>
                      <a:pt x="1" y="87"/>
                      <a:pt x="19" y="107"/>
                      <a:pt x="44" y="107"/>
                    </a:cubicBezTo>
                    <a:lnTo>
                      <a:pt x="1647" y="107"/>
                    </a:lnTo>
                    <a:cubicBezTo>
                      <a:pt x="1671" y="107"/>
                      <a:pt x="1690" y="87"/>
                      <a:pt x="1690" y="63"/>
                    </a:cubicBezTo>
                    <a:lnTo>
                      <a:pt x="1690" y="45"/>
                    </a:lnTo>
                    <a:cubicBezTo>
                      <a:pt x="1690" y="20"/>
                      <a:pt x="1672" y="1"/>
                      <a:pt x="16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90"/>
              <p:cNvSpPr/>
              <p:nvPr/>
            </p:nvSpPr>
            <p:spPr>
              <a:xfrm>
                <a:off x="-3447075" y="4849990"/>
                <a:ext cx="171873" cy="10774"/>
              </a:xfrm>
              <a:custGeom>
                <a:rect b="b" l="l" r="r" t="t"/>
                <a:pathLst>
                  <a:path extrusionOk="0" h="106" w="1691">
                    <a:moveTo>
                      <a:pt x="44" y="0"/>
                    </a:moveTo>
                    <a:cubicBezTo>
                      <a:pt x="19" y="0"/>
                      <a:pt x="1" y="19"/>
                      <a:pt x="1" y="44"/>
                    </a:cubicBezTo>
                    <a:lnTo>
                      <a:pt x="1" y="62"/>
                    </a:lnTo>
                    <a:cubicBezTo>
                      <a:pt x="1" y="86"/>
                      <a:pt x="19" y="105"/>
                      <a:pt x="44" y="105"/>
                    </a:cubicBezTo>
                    <a:lnTo>
                      <a:pt x="1647" y="105"/>
                    </a:lnTo>
                    <a:cubicBezTo>
                      <a:pt x="1671" y="105"/>
                      <a:pt x="1690" y="86"/>
                      <a:pt x="1690" y="62"/>
                    </a:cubicBezTo>
                    <a:lnTo>
                      <a:pt x="1690" y="44"/>
                    </a:lnTo>
                    <a:cubicBezTo>
                      <a:pt x="1690" y="21"/>
                      <a:pt x="1672" y="0"/>
                      <a:pt x="16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7058" name="Shape 7058"/>
        <p:cNvGrpSpPr/>
        <p:nvPr/>
      </p:nvGrpSpPr>
      <p:grpSpPr>
        <a:xfrm>
          <a:off x="0" y="0"/>
          <a:ext cx="0" cy="0"/>
          <a:chOff x="0" y="0"/>
          <a:chExt cx="0" cy="0"/>
        </a:xfrm>
      </p:grpSpPr>
      <p:sp>
        <p:nvSpPr>
          <p:cNvPr id="7059" name="Google Shape;7059;p9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7060" name="Google Shape;7060;p91"/>
          <p:cNvSpPr txBox="1"/>
          <p:nvPr>
            <p:ph idx="1" type="subTitle"/>
          </p:nvPr>
        </p:nvSpPr>
        <p:spPr>
          <a:xfrm>
            <a:off x="1439839" y="2671238"/>
            <a:ext cx="5806200" cy="7314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61" name="Google Shape;7061;p91"/>
          <p:cNvSpPr txBox="1"/>
          <p:nvPr>
            <p:ph idx="2" type="subTitle"/>
          </p:nvPr>
        </p:nvSpPr>
        <p:spPr>
          <a:xfrm>
            <a:off x="1897036" y="1469863"/>
            <a:ext cx="5806200" cy="7314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62" name="Google Shape;7062;p91"/>
          <p:cNvSpPr txBox="1"/>
          <p:nvPr>
            <p:ph idx="3" type="subTitle"/>
          </p:nvPr>
        </p:nvSpPr>
        <p:spPr>
          <a:xfrm>
            <a:off x="1897009" y="3872588"/>
            <a:ext cx="5806200" cy="7314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63" name="Google Shape;7063;p91"/>
          <p:cNvSpPr txBox="1"/>
          <p:nvPr>
            <p:ph idx="4" type="subTitle"/>
          </p:nvPr>
        </p:nvSpPr>
        <p:spPr>
          <a:xfrm>
            <a:off x="1439838" y="2366437"/>
            <a:ext cx="5806200" cy="457200"/>
          </a:xfrm>
          <a:prstGeom prst="rect">
            <a:avLst/>
          </a:prstGeom>
        </p:spPr>
        <p:txBody>
          <a:bodyPr anchorCtr="0" anchor="b" bIns="91425" lIns="91425" spcFirstLastPara="1" rIns="91425" wrap="square" tIns="91425">
            <a:noAutofit/>
          </a:bodyPr>
          <a:lstStyle>
            <a:lvl1pPr lvl="0" algn="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064" name="Google Shape;7064;p91"/>
          <p:cNvSpPr txBox="1"/>
          <p:nvPr>
            <p:ph idx="5" type="subTitle"/>
          </p:nvPr>
        </p:nvSpPr>
        <p:spPr>
          <a:xfrm>
            <a:off x="1897045" y="1165063"/>
            <a:ext cx="5806200" cy="457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065" name="Google Shape;7065;p91"/>
          <p:cNvSpPr txBox="1"/>
          <p:nvPr>
            <p:ph idx="6" type="subTitle"/>
          </p:nvPr>
        </p:nvSpPr>
        <p:spPr>
          <a:xfrm>
            <a:off x="1897010" y="3567787"/>
            <a:ext cx="5806200" cy="457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7066" name="Google Shape;7066;p91"/>
          <p:cNvGrpSpPr/>
          <p:nvPr/>
        </p:nvGrpSpPr>
        <p:grpSpPr>
          <a:xfrm>
            <a:off x="90103" y="10"/>
            <a:ext cx="9121413" cy="5059445"/>
            <a:chOff x="90103" y="10"/>
            <a:chExt cx="9121413" cy="5059445"/>
          </a:xfrm>
        </p:grpSpPr>
        <p:grpSp>
          <p:nvGrpSpPr>
            <p:cNvPr id="7067" name="Google Shape;7067;p91"/>
            <p:cNvGrpSpPr/>
            <p:nvPr/>
          </p:nvGrpSpPr>
          <p:grpSpPr>
            <a:xfrm>
              <a:off x="248378" y="89615"/>
              <a:ext cx="719021" cy="355403"/>
              <a:chOff x="3442209" y="513788"/>
              <a:chExt cx="366866" cy="181338"/>
            </a:xfrm>
          </p:grpSpPr>
          <p:sp>
            <p:nvSpPr>
              <p:cNvPr id="7068" name="Google Shape;7068;p91"/>
              <p:cNvSpPr/>
              <p:nvPr/>
            </p:nvSpPr>
            <p:spPr>
              <a:xfrm>
                <a:off x="3442209" y="513788"/>
                <a:ext cx="365475" cy="179900"/>
              </a:xfrm>
              <a:custGeom>
                <a:rect b="b" l="l" r="r" t="t"/>
                <a:pathLst>
                  <a:path extrusionOk="0" h="7196" w="14619">
                    <a:moveTo>
                      <a:pt x="7310" y="1"/>
                    </a:moveTo>
                    <a:cubicBezTo>
                      <a:pt x="3273" y="2"/>
                      <a:pt x="1" y="3510"/>
                      <a:pt x="1" y="3510"/>
                    </a:cubicBezTo>
                    <a:cubicBezTo>
                      <a:pt x="82" y="3487"/>
                      <a:pt x="164" y="3466"/>
                      <a:pt x="244" y="3443"/>
                    </a:cubicBezTo>
                    <a:lnTo>
                      <a:pt x="244" y="3443"/>
                    </a:lnTo>
                    <a:cubicBezTo>
                      <a:pt x="85" y="3595"/>
                      <a:pt x="1" y="3687"/>
                      <a:pt x="1" y="3687"/>
                    </a:cubicBezTo>
                    <a:cubicBezTo>
                      <a:pt x="1" y="3687"/>
                      <a:pt x="3273" y="7196"/>
                      <a:pt x="7310" y="7196"/>
                    </a:cubicBezTo>
                    <a:cubicBezTo>
                      <a:pt x="11346" y="7196"/>
                      <a:pt x="14619" y="3687"/>
                      <a:pt x="14619" y="3687"/>
                    </a:cubicBezTo>
                    <a:cubicBezTo>
                      <a:pt x="14619" y="3687"/>
                      <a:pt x="14532" y="3594"/>
                      <a:pt x="14371" y="3440"/>
                    </a:cubicBezTo>
                    <a:lnTo>
                      <a:pt x="14371" y="3440"/>
                    </a:lnTo>
                    <a:cubicBezTo>
                      <a:pt x="14454" y="3463"/>
                      <a:pt x="14536" y="3486"/>
                      <a:pt x="14619" y="3509"/>
                    </a:cubicBezTo>
                    <a:cubicBezTo>
                      <a:pt x="14619" y="3509"/>
                      <a:pt x="11346" y="1"/>
                      <a:pt x="731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91"/>
              <p:cNvSpPr/>
              <p:nvPr/>
            </p:nvSpPr>
            <p:spPr>
              <a:xfrm>
                <a:off x="3443600" y="519675"/>
                <a:ext cx="365475" cy="175450"/>
              </a:xfrm>
              <a:custGeom>
                <a:rect b="b" l="l" r="r" t="t"/>
                <a:pathLst>
                  <a:path extrusionOk="0" h="7018" w="14619">
                    <a:moveTo>
                      <a:pt x="7309" y="0"/>
                    </a:moveTo>
                    <a:cubicBezTo>
                      <a:pt x="3273" y="0"/>
                      <a:pt x="0" y="3509"/>
                      <a:pt x="0" y="3509"/>
                    </a:cubicBezTo>
                    <a:cubicBezTo>
                      <a:pt x="0" y="3509"/>
                      <a:pt x="3273" y="7018"/>
                      <a:pt x="7309" y="7018"/>
                    </a:cubicBezTo>
                    <a:cubicBezTo>
                      <a:pt x="11346" y="7018"/>
                      <a:pt x="14618" y="3509"/>
                      <a:pt x="14618" y="3509"/>
                    </a:cubicBezTo>
                    <a:cubicBezTo>
                      <a:pt x="14618" y="3509"/>
                      <a:pt x="11346"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91"/>
              <p:cNvSpPr/>
              <p:nvPr/>
            </p:nvSpPr>
            <p:spPr>
              <a:xfrm>
                <a:off x="3549550" y="530625"/>
                <a:ext cx="153525" cy="153550"/>
              </a:xfrm>
              <a:custGeom>
                <a:rect b="b" l="l" r="r" t="t"/>
                <a:pathLst>
                  <a:path extrusionOk="0" h="6142" w="6141">
                    <a:moveTo>
                      <a:pt x="3071" y="1"/>
                    </a:moveTo>
                    <a:cubicBezTo>
                      <a:pt x="1375" y="1"/>
                      <a:pt x="1" y="1374"/>
                      <a:pt x="1" y="3071"/>
                    </a:cubicBezTo>
                    <a:cubicBezTo>
                      <a:pt x="1" y="4766"/>
                      <a:pt x="1375" y="6141"/>
                      <a:pt x="3071" y="6141"/>
                    </a:cubicBezTo>
                    <a:cubicBezTo>
                      <a:pt x="4766" y="6141"/>
                      <a:pt x="6141" y="4766"/>
                      <a:pt x="6141" y="3071"/>
                    </a:cubicBezTo>
                    <a:cubicBezTo>
                      <a:pt x="6141" y="1374"/>
                      <a:pt x="4766"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91"/>
              <p:cNvSpPr/>
              <p:nvPr/>
            </p:nvSpPr>
            <p:spPr>
              <a:xfrm>
                <a:off x="3562700" y="547025"/>
                <a:ext cx="127200" cy="120775"/>
              </a:xfrm>
              <a:custGeom>
                <a:rect b="b" l="l" r="r" t="t"/>
                <a:pathLst>
                  <a:path extrusionOk="0" h="4831" w="5088">
                    <a:moveTo>
                      <a:pt x="2545" y="1"/>
                    </a:moveTo>
                    <a:cubicBezTo>
                      <a:pt x="2345" y="1"/>
                      <a:pt x="2144" y="128"/>
                      <a:pt x="2113" y="383"/>
                    </a:cubicBezTo>
                    <a:cubicBezTo>
                      <a:pt x="2085" y="616"/>
                      <a:pt x="1887" y="766"/>
                      <a:pt x="1680" y="766"/>
                    </a:cubicBezTo>
                    <a:cubicBezTo>
                      <a:pt x="1588" y="766"/>
                      <a:pt x="1494" y="737"/>
                      <a:pt x="1413" y="673"/>
                    </a:cubicBezTo>
                    <a:cubicBezTo>
                      <a:pt x="1326" y="604"/>
                      <a:pt x="1233" y="575"/>
                      <a:pt x="1145" y="575"/>
                    </a:cubicBezTo>
                    <a:cubicBezTo>
                      <a:pt x="822" y="575"/>
                      <a:pt x="553" y="966"/>
                      <a:pt x="803" y="1283"/>
                    </a:cubicBezTo>
                    <a:cubicBezTo>
                      <a:pt x="1011" y="1550"/>
                      <a:pt x="849" y="1943"/>
                      <a:pt x="512" y="1983"/>
                    </a:cubicBezTo>
                    <a:cubicBezTo>
                      <a:pt x="1" y="2045"/>
                      <a:pt x="1" y="2786"/>
                      <a:pt x="512" y="2846"/>
                    </a:cubicBezTo>
                    <a:cubicBezTo>
                      <a:pt x="849" y="2888"/>
                      <a:pt x="1011" y="3280"/>
                      <a:pt x="803" y="3547"/>
                    </a:cubicBezTo>
                    <a:cubicBezTo>
                      <a:pt x="553" y="3864"/>
                      <a:pt x="822" y="4255"/>
                      <a:pt x="1145" y="4255"/>
                    </a:cubicBezTo>
                    <a:cubicBezTo>
                      <a:pt x="1233" y="4255"/>
                      <a:pt x="1326" y="4225"/>
                      <a:pt x="1413" y="4157"/>
                    </a:cubicBezTo>
                    <a:cubicBezTo>
                      <a:pt x="1494" y="4093"/>
                      <a:pt x="1588" y="4064"/>
                      <a:pt x="1680" y="4064"/>
                    </a:cubicBezTo>
                    <a:cubicBezTo>
                      <a:pt x="1887" y="4064"/>
                      <a:pt x="2085" y="4214"/>
                      <a:pt x="2113" y="4448"/>
                    </a:cubicBezTo>
                    <a:cubicBezTo>
                      <a:pt x="2144" y="4703"/>
                      <a:pt x="2344" y="4830"/>
                      <a:pt x="2545" y="4830"/>
                    </a:cubicBezTo>
                    <a:cubicBezTo>
                      <a:pt x="2745" y="4830"/>
                      <a:pt x="2946" y="4703"/>
                      <a:pt x="2976" y="4448"/>
                    </a:cubicBezTo>
                    <a:cubicBezTo>
                      <a:pt x="3005" y="4214"/>
                      <a:pt x="3202" y="4064"/>
                      <a:pt x="3410" y="4064"/>
                    </a:cubicBezTo>
                    <a:cubicBezTo>
                      <a:pt x="3502" y="4064"/>
                      <a:pt x="3595" y="4093"/>
                      <a:pt x="3677" y="4157"/>
                    </a:cubicBezTo>
                    <a:cubicBezTo>
                      <a:pt x="3764" y="4225"/>
                      <a:pt x="3856" y="4255"/>
                      <a:pt x="3944" y="4255"/>
                    </a:cubicBezTo>
                    <a:cubicBezTo>
                      <a:pt x="4267" y="4255"/>
                      <a:pt x="4535" y="3864"/>
                      <a:pt x="4287" y="3547"/>
                    </a:cubicBezTo>
                    <a:cubicBezTo>
                      <a:pt x="4077" y="3280"/>
                      <a:pt x="4240" y="2886"/>
                      <a:pt x="4577" y="2846"/>
                    </a:cubicBezTo>
                    <a:cubicBezTo>
                      <a:pt x="5088" y="2784"/>
                      <a:pt x="5088" y="2044"/>
                      <a:pt x="4577" y="1983"/>
                    </a:cubicBezTo>
                    <a:cubicBezTo>
                      <a:pt x="4240" y="1942"/>
                      <a:pt x="4077" y="1550"/>
                      <a:pt x="4287" y="1283"/>
                    </a:cubicBezTo>
                    <a:cubicBezTo>
                      <a:pt x="4535" y="966"/>
                      <a:pt x="4266" y="575"/>
                      <a:pt x="3944" y="575"/>
                    </a:cubicBezTo>
                    <a:cubicBezTo>
                      <a:pt x="3856" y="575"/>
                      <a:pt x="3764" y="605"/>
                      <a:pt x="3677" y="673"/>
                    </a:cubicBezTo>
                    <a:cubicBezTo>
                      <a:pt x="3595" y="737"/>
                      <a:pt x="3501" y="766"/>
                      <a:pt x="3410" y="766"/>
                    </a:cubicBezTo>
                    <a:cubicBezTo>
                      <a:pt x="3202" y="766"/>
                      <a:pt x="3004" y="616"/>
                      <a:pt x="2976" y="383"/>
                    </a:cubicBezTo>
                    <a:cubicBezTo>
                      <a:pt x="2946" y="128"/>
                      <a:pt x="2745" y="1"/>
                      <a:pt x="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91"/>
              <p:cNvSpPr/>
              <p:nvPr/>
            </p:nvSpPr>
            <p:spPr>
              <a:xfrm>
                <a:off x="3600975" y="582025"/>
                <a:ext cx="50725" cy="50725"/>
              </a:xfrm>
              <a:custGeom>
                <a:rect b="b" l="l" r="r" t="t"/>
                <a:pathLst>
                  <a:path extrusionOk="0" h="2029" w="2029">
                    <a:moveTo>
                      <a:pt x="1014" y="0"/>
                    </a:moveTo>
                    <a:cubicBezTo>
                      <a:pt x="454" y="0"/>
                      <a:pt x="0" y="454"/>
                      <a:pt x="0" y="1015"/>
                    </a:cubicBezTo>
                    <a:cubicBezTo>
                      <a:pt x="0" y="1574"/>
                      <a:pt x="454" y="2028"/>
                      <a:pt x="1014" y="2028"/>
                    </a:cubicBezTo>
                    <a:cubicBezTo>
                      <a:pt x="1574" y="2028"/>
                      <a:pt x="2028" y="1574"/>
                      <a:pt x="2028" y="1015"/>
                    </a:cubicBezTo>
                    <a:cubicBezTo>
                      <a:pt x="2028" y="454"/>
                      <a:pt x="1574" y="0"/>
                      <a:pt x="1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91"/>
              <p:cNvSpPr/>
              <p:nvPr/>
            </p:nvSpPr>
            <p:spPr>
              <a:xfrm>
                <a:off x="3443600" y="515225"/>
                <a:ext cx="365475" cy="87750"/>
              </a:xfrm>
              <a:custGeom>
                <a:rect b="b" l="l" r="r" t="t"/>
                <a:pathLst>
                  <a:path extrusionOk="0" h="3510" w="14619">
                    <a:moveTo>
                      <a:pt x="7309" y="1"/>
                    </a:moveTo>
                    <a:cubicBezTo>
                      <a:pt x="3273" y="1"/>
                      <a:pt x="0" y="3509"/>
                      <a:pt x="0" y="3509"/>
                    </a:cubicBezTo>
                    <a:cubicBezTo>
                      <a:pt x="2504" y="2781"/>
                      <a:pt x="4955" y="2431"/>
                      <a:pt x="7357" y="2431"/>
                    </a:cubicBezTo>
                    <a:cubicBezTo>
                      <a:pt x="9828" y="2431"/>
                      <a:pt x="12247" y="2801"/>
                      <a:pt x="14618" y="3509"/>
                    </a:cubicBezTo>
                    <a:cubicBezTo>
                      <a:pt x="14618" y="3509"/>
                      <a:pt x="11346" y="1"/>
                      <a:pt x="7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91"/>
            <p:cNvGrpSpPr/>
            <p:nvPr/>
          </p:nvGrpSpPr>
          <p:grpSpPr>
            <a:xfrm>
              <a:off x="8209420" y="10"/>
              <a:ext cx="1002097" cy="904935"/>
              <a:chOff x="1288334" y="649138"/>
              <a:chExt cx="511300" cy="461725"/>
            </a:xfrm>
          </p:grpSpPr>
          <p:sp>
            <p:nvSpPr>
              <p:cNvPr id="7075" name="Google Shape;7075;p91"/>
              <p:cNvSpPr/>
              <p:nvPr/>
            </p:nvSpPr>
            <p:spPr>
              <a:xfrm>
                <a:off x="1288334" y="649575"/>
                <a:ext cx="511300" cy="457500"/>
              </a:xfrm>
              <a:custGeom>
                <a:rect b="b" l="l" r="r" t="t"/>
                <a:pathLst>
                  <a:path extrusionOk="0" h="18300" w="20452">
                    <a:moveTo>
                      <a:pt x="10584" y="1"/>
                    </a:moveTo>
                    <a:cubicBezTo>
                      <a:pt x="8686" y="1"/>
                      <a:pt x="6787" y="1083"/>
                      <a:pt x="6305" y="3244"/>
                    </a:cubicBezTo>
                    <a:cubicBezTo>
                      <a:pt x="6179" y="3722"/>
                      <a:pt x="6156" y="4251"/>
                      <a:pt x="6167" y="4748"/>
                    </a:cubicBezTo>
                    <a:cubicBezTo>
                      <a:pt x="6042" y="4740"/>
                      <a:pt x="5919" y="4737"/>
                      <a:pt x="5800" y="4737"/>
                    </a:cubicBezTo>
                    <a:cubicBezTo>
                      <a:pt x="1" y="4737"/>
                      <a:pt x="2" y="13593"/>
                      <a:pt x="5801" y="13593"/>
                    </a:cubicBezTo>
                    <a:cubicBezTo>
                      <a:pt x="5920" y="13593"/>
                      <a:pt x="6042" y="13590"/>
                      <a:pt x="6167" y="13582"/>
                    </a:cubicBezTo>
                    <a:lnTo>
                      <a:pt x="6167" y="13582"/>
                    </a:lnTo>
                    <a:cubicBezTo>
                      <a:pt x="5974" y="16727"/>
                      <a:pt x="8278" y="18299"/>
                      <a:pt x="10583" y="18299"/>
                    </a:cubicBezTo>
                    <a:cubicBezTo>
                      <a:pt x="12887" y="18299"/>
                      <a:pt x="15191" y="16727"/>
                      <a:pt x="14998" y="13582"/>
                    </a:cubicBezTo>
                    <a:lnTo>
                      <a:pt x="14998" y="13582"/>
                    </a:lnTo>
                    <a:cubicBezTo>
                      <a:pt x="15072" y="13584"/>
                      <a:pt x="15146" y="13585"/>
                      <a:pt x="15220" y="13585"/>
                    </a:cubicBezTo>
                    <a:cubicBezTo>
                      <a:pt x="15650" y="13585"/>
                      <a:pt x="16093" y="13553"/>
                      <a:pt x="16502" y="13444"/>
                    </a:cubicBezTo>
                    <a:cubicBezTo>
                      <a:pt x="18936" y="12872"/>
                      <a:pt x="20451" y="10063"/>
                      <a:pt x="19570" y="7720"/>
                    </a:cubicBezTo>
                    <a:cubicBezTo>
                      <a:pt x="18978" y="5917"/>
                      <a:pt x="17197" y="4735"/>
                      <a:pt x="15332" y="4735"/>
                    </a:cubicBezTo>
                    <a:cubicBezTo>
                      <a:pt x="15221" y="4735"/>
                      <a:pt x="15109" y="4739"/>
                      <a:pt x="14997" y="4748"/>
                    </a:cubicBezTo>
                    <a:cubicBezTo>
                      <a:pt x="15006" y="4250"/>
                      <a:pt x="14987" y="3723"/>
                      <a:pt x="14859" y="3244"/>
                    </a:cubicBezTo>
                    <a:cubicBezTo>
                      <a:pt x="14377" y="1081"/>
                      <a:pt x="12481" y="1"/>
                      <a:pt x="10584"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91"/>
              <p:cNvSpPr/>
              <p:nvPr/>
            </p:nvSpPr>
            <p:spPr>
              <a:xfrm>
                <a:off x="1323400" y="649138"/>
                <a:ext cx="461700" cy="461725"/>
              </a:xfrm>
              <a:custGeom>
                <a:rect b="b" l="l" r="r" t="t"/>
                <a:pathLst>
                  <a:path extrusionOk="0" h="18469" w="18468">
                    <a:moveTo>
                      <a:pt x="9234" y="0"/>
                    </a:moveTo>
                    <a:cubicBezTo>
                      <a:pt x="8924" y="0"/>
                      <a:pt x="8620" y="33"/>
                      <a:pt x="8324" y="91"/>
                    </a:cubicBezTo>
                    <a:cubicBezTo>
                      <a:pt x="7469" y="274"/>
                      <a:pt x="6707" y="698"/>
                      <a:pt x="6110" y="1293"/>
                    </a:cubicBezTo>
                    <a:cubicBezTo>
                      <a:pt x="6002" y="1401"/>
                      <a:pt x="5902" y="1514"/>
                      <a:pt x="5806" y="1632"/>
                    </a:cubicBezTo>
                    <a:cubicBezTo>
                      <a:pt x="5552" y="1946"/>
                      <a:pt x="5339" y="2292"/>
                      <a:pt x="5176" y="2668"/>
                    </a:cubicBezTo>
                    <a:cubicBezTo>
                      <a:pt x="5130" y="2779"/>
                      <a:pt x="5087" y="2890"/>
                      <a:pt x="5050" y="3004"/>
                    </a:cubicBezTo>
                    <a:cubicBezTo>
                      <a:pt x="5013" y="3105"/>
                      <a:pt x="4982" y="3210"/>
                      <a:pt x="4954" y="3314"/>
                    </a:cubicBezTo>
                    <a:lnTo>
                      <a:pt x="4954" y="3316"/>
                    </a:lnTo>
                    <a:cubicBezTo>
                      <a:pt x="4896" y="3550"/>
                      <a:pt x="4853" y="3793"/>
                      <a:pt x="4834" y="4042"/>
                    </a:cubicBezTo>
                    <a:cubicBezTo>
                      <a:pt x="4823" y="4166"/>
                      <a:pt x="4817" y="4290"/>
                      <a:pt x="4817" y="4417"/>
                    </a:cubicBezTo>
                    <a:lnTo>
                      <a:pt x="4817" y="4817"/>
                    </a:lnTo>
                    <a:lnTo>
                      <a:pt x="4417" y="4817"/>
                    </a:lnTo>
                    <a:cubicBezTo>
                      <a:pt x="4188" y="4817"/>
                      <a:pt x="3961" y="4835"/>
                      <a:pt x="3744" y="4872"/>
                    </a:cubicBezTo>
                    <a:cubicBezTo>
                      <a:pt x="3596" y="4890"/>
                      <a:pt x="3452" y="4918"/>
                      <a:pt x="3310" y="4955"/>
                    </a:cubicBezTo>
                    <a:cubicBezTo>
                      <a:pt x="3305" y="4959"/>
                      <a:pt x="3298" y="4959"/>
                      <a:pt x="3292" y="4961"/>
                    </a:cubicBezTo>
                    <a:lnTo>
                      <a:pt x="3290" y="4961"/>
                    </a:lnTo>
                    <a:cubicBezTo>
                      <a:pt x="2853" y="5076"/>
                      <a:pt x="2444" y="5256"/>
                      <a:pt x="2069" y="5497"/>
                    </a:cubicBezTo>
                    <a:cubicBezTo>
                      <a:pt x="1984" y="5548"/>
                      <a:pt x="1897" y="5607"/>
                      <a:pt x="1817" y="5666"/>
                    </a:cubicBezTo>
                    <a:cubicBezTo>
                      <a:pt x="1753" y="5712"/>
                      <a:pt x="1692" y="5761"/>
                      <a:pt x="1630" y="5811"/>
                    </a:cubicBezTo>
                    <a:cubicBezTo>
                      <a:pt x="861" y="6437"/>
                      <a:pt x="305" y="7315"/>
                      <a:pt x="97" y="8324"/>
                    </a:cubicBezTo>
                    <a:cubicBezTo>
                      <a:pt x="35" y="8615"/>
                      <a:pt x="1" y="8923"/>
                      <a:pt x="1" y="9234"/>
                    </a:cubicBezTo>
                    <a:cubicBezTo>
                      <a:pt x="1" y="9543"/>
                      <a:pt x="35" y="9852"/>
                      <a:pt x="97" y="10143"/>
                    </a:cubicBezTo>
                    <a:cubicBezTo>
                      <a:pt x="274" y="10998"/>
                      <a:pt x="701" y="11763"/>
                      <a:pt x="1295" y="12356"/>
                    </a:cubicBezTo>
                    <a:cubicBezTo>
                      <a:pt x="1403" y="12465"/>
                      <a:pt x="1513" y="12563"/>
                      <a:pt x="1630" y="12659"/>
                    </a:cubicBezTo>
                    <a:cubicBezTo>
                      <a:pt x="1701" y="12717"/>
                      <a:pt x="1775" y="12772"/>
                      <a:pt x="1852" y="12828"/>
                    </a:cubicBezTo>
                    <a:cubicBezTo>
                      <a:pt x="1981" y="12921"/>
                      <a:pt x="2114" y="13006"/>
                      <a:pt x="2252" y="13083"/>
                    </a:cubicBezTo>
                    <a:cubicBezTo>
                      <a:pt x="2579" y="13268"/>
                      <a:pt x="2929" y="13412"/>
                      <a:pt x="3301" y="13510"/>
                    </a:cubicBezTo>
                    <a:cubicBezTo>
                      <a:pt x="3305" y="13510"/>
                      <a:pt x="3311" y="13512"/>
                      <a:pt x="3313" y="13512"/>
                    </a:cubicBezTo>
                    <a:lnTo>
                      <a:pt x="3316" y="13512"/>
                    </a:lnTo>
                    <a:cubicBezTo>
                      <a:pt x="3458" y="13551"/>
                      <a:pt x="3602" y="13577"/>
                      <a:pt x="3750" y="13599"/>
                    </a:cubicBezTo>
                    <a:cubicBezTo>
                      <a:pt x="3968" y="13634"/>
                      <a:pt x="4193" y="13652"/>
                      <a:pt x="4420" y="13652"/>
                    </a:cubicBezTo>
                    <a:lnTo>
                      <a:pt x="4819" y="13652"/>
                    </a:lnTo>
                    <a:lnTo>
                      <a:pt x="4819" y="14052"/>
                    </a:lnTo>
                    <a:cubicBezTo>
                      <a:pt x="4819" y="14105"/>
                      <a:pt x="4819" y="14154"/>
                      <a:pt x="4825" y="14203"/>
                    </a:cubicBezTo>
                    <a:cubicBezTo>
                      <a:pt x="4825" y="14336"/>
                      <a:pt x="4838" y="14465"/>
                      <a:pt x="4853" y="14594"/>
                    </a:cubicBezTo>
                    <a:cubicBezTo>
                      <a:pt x="4875" y="14785"/>
                      <a:pt x="4911" y="14972"/>
                      <a:pt x="4957" y="15156"/>
                    </a:cubicBezTo>
                    <a:cubicBezTo>
                      <a:pt x="5119" y="15780"/>
                      <a:pt x="5412" y="16352"/>
                      <a:pt x="5809" y="16837"/>
                    </a:cubicBezTo>
                    <a:cubicBezTo>
                      <a:pt x="6435" y="17608"/>
                      <a:pt x="7316" y="18166"/>
                      <a:pt x="8326" y="18377"/>
                    </a:cubicBezTo>
                    <a:cubicBezTo>
                      <a:pt x="8620" y="18435"/>
                      <a:pt x="8925" y="18469"/>
                      <a:pt x="9235" y="18469"/>
                    </a:cubicBezTo>
                    <a:cubicBezTo>
                      <a:pt x="9545" y="18469"/>
                      <a:pt x="9849" y="18435"/>
                      <a:pt x="10144" y="18377"/>
                    </a:cubicBezTo>
                    <a:cubicBezTo>
                      <a:pt x="10995" y="18196"/>
                      <a:pt x="11758" y="17771"/>
                      <a:pt x="12354" y="17175"/>
                    </a:cubicBezTo>
                    <a:cubicBezTo>
                      <a:pt x="12462" y="17068"/>
                      <a:pt x="12563" y="16954"/>
                      <a:pt x="12658" y="16837"/>
                    </a:cubicBezTo>
                    <a:cubicBezTo>
                      <a:pt x="13054" y="16352"/>
                      <a:pt x="13347" y="15781"/>
                      <a:pt x="13509" y="15156"/>
                    </a:cubicBezTo>
                    <a:cubicBezTo>
                      <a:pt x="13554" y="14981"/>
                      <a:pt x="13590" y="14800"/>
                      <a:pt x="13612" y="14619"/>
                    </a:cubicBezTo>
                    <a:cubicBezTo>
                      <a:pt x="13632" y="14461"/>
                      <a:pt x="13646" y="14305"/>
                      <a:pt x="13646" y="14145"/>
                    </a:cubicBezTo>
                    <a:cubicBezTo>
                      <a:pt x="13648" y="14115"/>
                      <a:pt x="13648" y="14084"/>
                      <a:pt x="13648" y="14053"/>
                    </a:cubicBezTo>
                    <a:lnTo>
                      <a:pt x="13648" y="13654"/>
                    </a:lnTo>
                    <a:lnTo>
                      <a:pt x="14050" y="13654"/>
                    </a:lnTo>
                    <a:cubicBezTo>
                      <a:pt x="14333" y="13654"/>
                      <a:pt x="14609" y="13626"/>
                      <a:pt x="14880" y="13573"/>
                    </a:cubicBezTo>
                    <a:cubicBezTo>
                      <a:pt x="14972" y="13558"/>
                      <a:pt x="15065" y="13537"/>
                      <a:pt x="15153" y="13515"/>
                    </a:cubicBezTo>
                    <a:cubicBezTo>
                      <a:pt x="15200" y="13502"/>
                      <a:pt x="15245" y="13491"/>
                      <a:pt x="15292" y="13475"/>
                    </a:cubicBezTo>
                    <a:cubicBezTo>
                      <a:pt x="15676" y="13365"/>
                      <a:pt x="16036" y="13202"/>
                      <a:pt x="16367" y="12995"/>
                    </a:cubicBezTo>
                    <a:cubicBezTo>
                      <a:pt x="16505" y="12913"/>
                      <a:pt x="16638" y="12820"/>
                      <a:pt x="16760" y="12722"/>
                    </a:cubicBezTo>
                    <a:cubicBezTo>
                      <a:pt x="16789" y="12704"/>
                      <a:pt x="16814" y="12686"/>
                      <a:pt x="16838" y="12664"/>
                    </a:cubicBezTo>
                    <a:cubicBezTo>
                      <a:pt x="17409" y="12194"/>
                      <a:pt x="17864" y="11589"/>
                      <a:pt x="18147" y="10894"/>
                    </a:cubicBezTo>
                    <a:lnTo>
                      <a:pt x="18147" y="10892"/>
                    </a:lnTo>
                    <a:lnTo>
                      <a:pt x="18249" y="10603"/>
                    </a:lnTo>
                    <a:lnTo>
                      <a:pt x="18249" y="10600"/>
                    </a:lnTo>
                    <a:cubicBezTo>
                      <a:pt x="18298" y="10453"/>
                      <a:pt x="18341" y="10302"/>
                      <a:pt x="18372" y="10149"/>
                    </a:cubicBezTo>
                    <a:cubicBezTo>
                      <a:pt x="18434" y="9857"/>
                      <a:pt x="18467" y="9550"/>
                      <a:pt x="18467" y="9239"/>
                    </a:cubicBezTo>
                    <a:cubicBezTo>
                      <a:pt x="18467" y="8928"/>
                      <a:pt x="18434" y="8622"/>
                      <a:pt x="18370" y="8321"/>
                    </a:cubicBezTo>
                    <a:cubicBezTo>
                      <a:pt x="18346" y="8211"/>
                      <a:pt x="18322" y="8100"/>
                      <a:pt x="18291" y="7993"/>
                    </a:cubicBezTo>
                    <a:lnTo>
                      <a:pt x="18291" y="7986"/>
                    </a:lnTo>
                    <a:lnTo>
                      <a:pt x="18224" y="7790"/>
                    </a:lnTo>
                    <a:cubicBezTo>
                      <a:pt x="18224" y="7788"/>
                      <a:pt x="18224" y="7788"/>
                      <a:pt x="18220" y="7788"/>
                    </a:cubicBezTo>
                    <a:cubicBezTo>
                      <a:pt x="18002" y="7148"/>
                      <a:pt x="17639" y="6576"/>
                      <a:pt x="17172" y="6110"/>
                    </a:cubicBezTo>
                    <a:cubicBezTo>
                      <a:pt x="17064" y="6001"/>
                      <a:pt x="16954" y="5903"/>
                      <a:pt x="16837" y="5805"/>
                    </a:cubicBezTo>
                    <a:cubicBezTo>
                      <a:pt x="16825" y="5796"/>
                      <a:pt x="16816" y="5787"/>
                      <a:pt x="16804" y="5781"/>
                    </a:cubicBezTo>
                    <a:cubicBezTo>
                      <a:pt x="16690" y="5689"/>
                      <a:pt x="16569" y="5602"/>
                      <a:pt x="16448" y="5523"/>
                    </a:cubicBezTo>
                    <a:cubicBezTo>
                      <a:pt x="16120" y="5313"/>
                      <a:pt x="15764" y="5145"/>
                      <a:pt x="15387" y="5022"/>
                    </a:cubicBezTo>
                    <a:cubicBezTo>
                      <a:pt x="15310" y="4997"/>
                      <a:pt x="15233" y="4977"/>
                      <a:pt x="15153" y="4955"/>
                    </a:cubicBezTo>
                    <a:cubicBezTo>
                      <a:pt x="15077" y="4935"/>
                      <a:pt x="14998" y="4918"/>
                      <a:pt x="14917" y="4902"/>
                    </a:cubicBezTo>
                    <a:cubicBezTo>
                      <a:pt x="14637" y="4847"/>
                      <a:pt x="14348" y="4816"/>
                      <a:pt x="14050" y="4816"/>
                    </a:cubicBezTo>
                    <a:lnTo>
                      <a:pt x="13648" y="4816"/>
                    </a:lnTo>
                    <a:lnTo>
                      <a:pt x="13648" y="4415"/>
                    </a:lnTo>
                    <a:cubicBezTo>
                      <a:pt x="13648" y="4280"/>
                      <a:pt x="13642" y="4145"/>
                      <a:pt x="13626" y="4013"/>
                    </a:cubicBezTo>
                    <a:cubicBezTo>
                      <a:pt x="13606" y="3773"/>
                      <a:pt x="13566" y="3540"/>
                      <a:pt x="13508" y="3315"/>
                    </a:cubicBezTo>
                    <a:lnTo>
                      <a:pt x="13508" y="3313"/>
                    </a:lnTo>
                    <a:cubicBezTo>
                      <a:pt x="13346" y="2690"/>
                      <a:pt x="13053" y="2117"/>
                      <a:pt x="12657" y="1632"/>
                    </a:cubicBezTo>
                    <a:cubicBezTo>
                      <a:pt x="12033" y="860"/>
                      <a:pt x="11151" y="303"/>
                      <a:pt x="10143" y="91"/>
                    </a:cubicBezTo>
                    <a:cubicBezTo>
                      <a:pt x="9849" y="33"/>
                      <a:pt x="9543" y="0"/>
                      <a:pt x="9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91"/>
              <p:cNvSpPr/>
              <p:nvPr/>
            </p:nvSpPr>
            <p:spPr>
              <a:xfrm>
                <a:off x="1731350" y="787313"/>
                <a:ext cx="12175" cy="11600"/>
              </a:xfrm>
              <a:custGeom>
                <a:rect b="b" l="l" r="r" t="t"/>
                <a:pathLst>
                  <a:path extrusionOk="0" h="464" w="487">
                    <a:moveTo>
                      <a:pt x="130" y="1"/>
                    </a:moveTo>
                    <a:cubicBezTo>
                      <a:pt x="53" y="41"/>
                      <a:pt x="1" y="125"/>
                      <a:pt x="1" y="216"/>
                    </a:cubicBezTo>
                    <a:cubicBezTo>
                      <a:pt x="1" y="352"/>
                      <a:pt x="111" y="463"/>
                      <a:pt x="246" y="463"/>
                    </a:cubicBezTo>
                    <a:cubicBezTo>
                      <a:pt x="369" y="463"/>
                      <a:pt x="468" y="373"/>
                      <a:pt x="487" y="260"/>
                    </a:cubicBezTo>
                    <a:cubicBezTo>
                      <a:pt x="373" y="169"/>
                      <a:pt x="253" y="82"/>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91"/>
              <p:cNvSpPr/>
              <p:nvPr/>
            </p:nvSpPr>
            <p:spPr>
              <a:xfrm>
                <a:off x="1731375" y="823613"/>
                <a:ext cx="12325" cy="12375"/>
              </a:xfrm>
              <a:custGeom>
                <a:rect b="b" l="l" r="r" t="t"/>
                <a:pathLst>
                  <a:path extrusionOk="0" h="495" w="493">
                    <a:moveTo>
                      <a:pt x="247" y="1"/>
                    </a:moveTo>
                    <a:cubicBezTo>
                      <a:pt x="111" y="1"/>
                      <a:pt x="1" y="111"/>
                      <a:pt x="1" y="247"/>
                    </a:cubicBezTo>
                    <a:cubicBezTo>
                      <a:pt x="1" y="384"/>
                      <a:pt x="111" y="494"/>
                      <a:pt x="247" y="494"/>
                    </a:cubicBezTo>
                    <a:cubicBezTo>
                      <a:pt x="382" y="494"/>
                      <a:pt x="493" y="384"/>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91"/>
              <p:cNvSpPr/>
              <p:nvPr/>
            </p:nvSpPr>
            <p:spPr>
              <a:xfrm>
                <a:off x="1731375" y="860688"/>
                <a:ext cx="12325" cy="12350"/>
              </a:xfrm>
              <a:custGeom>
                <a:rect b="b" l="l" r="r" t="t"/>
                <a:pathLst>
                  <a:path extrusionOk="0" h="494" w="493">
                    <a:moveTo>
                      <a:pt x="247" y="1"/>
                    </a:moveTo>
                    <a:cubicBezTo>
                      <a:pt x="111" y="1"/>
                      <a:pt x="1" y="111"/>
                      <a:pt x="1" y="247"/>
                    </a:cubicBezTo>
                    <a:cubicBezTo>
                      <a:pt x="1" y="383"/>
                      <a:pt x="111" y="493"/>
                      <a:pt x="247" y="493"/>
                    </a:cubicBezTo>
                    <a:cubicBezTo>
                      <a:pt x="382" y="493"/>
                      <a:pt x="493" y="383"/>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91"/>
              <p:cNvSpPr/>
              <p:nvPr/>
            </p:nvSpPr>
            <p:spPr>
              <a:xfrm>
                <a:off x="1768375" y="842138"/>
                <a:ext cx="12325" cy="12425"/>
              </a:xfrm>
              <a:custGeom>
                <a:rect b="b" l="l" r="r" t="t"/>
                <a:pathLst>
                  <a:path extrusionOk="0" h="497" w="493">
                    <a:moveTo>
                      <a:pt x="246" y="1"/>
                    </a:moveTo>
                    <a:cubicBezTo>
                      <a:pt x="111" y="1"/>
                      <a:pt x="0" y="112"/>
                      <a:pt x="0" y="247"/>
                    </a:cubicBezTo>
                    <a:cubicBezTo>
                      <a:pt x="0" y="386"/>
                      <a:pt x="111" y="496"/>
                      <a:pt x="246" y="496"/>
                    </a:cubicBezTo>
                    <a:cubicBezTo>
                      <a:pt x="373" y="496"/>
                      <a:pt x="477" y="403"/>
                      <a:pt x="493" y="280"/>
                    </a:cubicBezTo>
                    <a:lnTo>
                      <a:pt x="493" y="274"/>
                    </a:lnTo>
                    <a:lnTo>
                      <a:pt x="425" y="77"/>
                    </a:lnTo>
                    <a:cubicBezTo>
                      <a:pt x="425" y="74"/>
                      <a:pt x="425" y="74"/>
                      <a:pt x="421" y="74"/>
                    </a:cubicBezTo>
                    <a:cubicBezTo>
                      <a:pt x="378" y="28"/>
                      <a:pt x="317"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91"/>
              <p:cNvSpPr/>
              <p:nvPr/>
            </p:nvSpPr>
            <p:spPr>
              <a:xfrm>
                <a:off x="1768400" y="879188"/>
                <a:ext cx="12325" cy="12350"/>
              </a:xfrm>
              <a:custGeom>
                <a:rect b="b" l="l" r="r" t="t"/>
                <a:pathLst>
                  <a:path extrusionOk="0" h="494"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91"/>
              <p:cNvSpPr/>
              <p:nvPr/>
            </p:nvSpPr>
            <p:spPr>
              <a:xfrm>
                <a:off x="1658750" y="749638"/>
                <a:ext cx="5850" cy="12150"/>
              </a:xfrm>
              <a:custGeom>
                <a:rect b="b" l="l" r="r" t="t"/>
                <a:pathLst>
                  <a:path extrusionOk="0" h="486" w="234">
                    <a:moveTo>
                      <a:pt x="212" y="0"/>
                    </a:moveTo>
                    <a:cubicBezTo>
                      <a:pt x="92" y="18"/>
                      <a:pt x="0" y="120"/>
                      <a:pt x="0" y="243"/>
                    </a:cubicBezTo>
                    <a:cubicBezTo>
                      <a:pt x="0" y="372"/>
                      <a:pt x="103" y="479"/>
                      <a:pt x="234" y="485"/>
                    </a:cubicBezTo>
                    <a:lnTo>
                      <a:pt x="234" y="402"/>
                    </a:lnTo>
                    <a:cubicBezTo>
                      <a:pt x="234" y="268"/>
                      <a:pt x="228" y="133"/>
                      <a:pt x="2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91"/>
              <p:cNvSpPr/>
              <p:nvPr/>
            </p:nvSpPr>
            <p:spPr>
              <a:xfrm>
                <a:off x="16587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91"/>
              <p:cNvSpPr/>
              <p:nvPr/>
            </p:nvSpPr>
            <p:spPr>
              <a:xfrm>
                <a:off x="16587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91"/>
              <p:cNvSpPr/>
              <p:nvPr/>
            </p:nvSpPr>
            <p:spPr>
              <a:xfrm>
                <a:off x="1695875" y="771838"/>
                <a:ext cx="12225" cy="8575"/>
              </a:xfrm>
              <a:custGeom>
                <a:rect b="b" l="l" r="r" t="t"/>
                <a:pathLst>
                  <a:path extrusionOk="0" h="343" w="489">
                    <a:moveTo>
                      <a:pt x="18" y="1"/>
                    </a:moveTo>
                    <a:cubicBezTo>
                      <a:pt x="7" y="29"/>
                      <a:pt x="1" y="62"/>
                      <a:pt x="1" y="97"/>
                    </a:cubicBezTo>
                    <a:cubicBezTo>
                      <a:pt x="1" y="232"/>
                      <a:pt x="111" y="342"/>
                      <a:pt x="246" y="342"/>
                    </a:cubicBezTo>
                    <a:cubicBezTo>
                      <a:pt x="372" y="342"/>
                      <a:pt x="476" y="243"/>
                      <a:pt x="489" y="120"/>
                    </a:cubicBezTo>
                    <a:cubicBezTo>
                      <a:pt x="411" y="97"/>
                      <a:pt x="334" y="74"/>
                      <a:pt x="254" y="53"/>
                    </a:cubicBezTo>
                    <a:cubicBezTo>
                      <a:pt x="178" y="35"/>
                      <a:pt x="99" y="16"/>
                      <a:pt x="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91"/>
              <p:cNvSpPr/>
              <p:nvPr/>
            </p:nvSpPr>
            <p:spPr>
              <a:xfrm>
                <a:off x="1695825" y="805088"/>
                <a:ext cx="12350" cy="12350"/>
              </a:xfrm>
              <a:custGeom>
                <a:rect b="b" l="l" r="r" t="t"/>
                <a:pathLst>
                  <a:path extrusionOk="0" h="494" w="494">
                    <a:moveTo>
                      <a:pt x="247" y="1"/>
                    </a:moveTo>
                    <a:cubicBezTo>
                      <a:pt x="111" y="1"/>
                      <a:pt x="0" y="111"/>
                      <a:pt x="0" y="246"/>
                    </a:cubicBezTo>
                    <a:cubicBezTo>
                      <a:pt x="0"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91"/>
              <p:cNvSpPr/>
              <p:nvPr/>
            </p:nvSpPr>
            <p:spPr>
              <a:xfrm>
                <a:off x="1695825" y="842138"/>
                <a:ext cx="12350" cy="12375"/>
              </a:xfrm>
              <a:custGeom>
                <a:rect b="b" l="l" r="r" t="t"/>
                <a:pathLst>
                  <a:path extrusionOk="0" h="495"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91"/>
              <p:cNvSpPr/>
              <p:nvPr/>
            </p:nvSpPr>
            <p:spPr>
              <a:xfrm>
                <a:off x="1695825" y="879188"/>
                <a:ext cx="12350" cy="12350"/>
              </a:xfrm>
              <a:custGeom>
                <a:rect b="b" l="l" r="r" t="t"/>
                <a:pathLst>
                  <a:path extrusionOk="0" h="494"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91"/>
              <p:cNvSpPr/>
              <p:nvPr/>
            </p:nvSpPr>
            <p:spPr>
              <a:xfrm>
                <a:off x="158620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91"/>
              <p:cNvSpPr/>
              <p:nvPr/>
            </p:nvSpPr>
            <p:spPr>
              <a:xfrm>
                <a:off x="158620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91"/>
              <p:cNvSpPr/>
              <p:nvPr/>
            </p:nvSpPr>
            <p:spPr>
              <a:xfrm>
                <a:off x="1623275" y="69393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91"/>
              <p:cNvSpPr/>
              <p:nvPr/>
            </p:nvSpPr>
            <p:spPr>
              <a:xfrm>
                <a:off x="158620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91"/>
              <p:cNvSpPr/>
              <p:nvPr/>
            </p:nvSpPr>
            <p:spPr>
              <a:xfrm>
                <a:off x="158620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91"/>
              <p:cNvSpPr/>
              <p:nvPr/>
            </p:nvSpPr>
            <p:spPr>
              <a:xfrm>
                <a:off x="158620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91"/>
              <p:cNvSpPr/>
              <p:nvPr/>
            </p:nvSpPr>
            <p:spPr>
              <a:xfrm>
                <a:off x="1623275" y="73098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91"/>
              <p:cNvSpPr/>
              <p:nvPr/>
            </p:nvSpPr>
            <p:spPr>
              <a:xfrm>
                <a:off x="1623275" y="768063"/>
                <a:ext cx="12325" cy="12350"/>
              </a:xfrm>
              <a:custGeom>
                <a:rect b="b" l="l" r="r" t="t"/>
                <a:pathLst>
                  <a:path extrusionOk="0" h="494" w="493">
                    <a:moveTo>
                      <a:pt x="246" y="1"/>
                    </a:moveTo>
                    <a:cubicBezTo>
                      <a:pt x="111" y="1"/>
                      <a:pt x="0" y="111"/>
                      <a:pt x="0" y="248"/>
                    </a:cubicBezTo>
                    <a:cubicBezTo>
                      <a:pt x="0"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91"/>
              <p:cNvSpPr/>
              <p:nvPr/>
            </p:nvSpPr>
            <p:spPr>
              <a:xfrm>
                <a:off x="1623275" y="805088"/>
                <a:ext cx="12325" cy="12350"/>
              </a:xfrm>
              <a:custGeom>
                <a:rect b="b" l="l" r="r" t="t"/>
                <a:pathLst>
                  <a:path extrusionOk="0" h="494" w="493">
                    <a:moveTo>
                      <a:pt x="246" y="1"/>
                    </a:moveTo>
                    <a:cubicBezTo>
                      <a:pt x="111" y="1"/>
                      <a:pt x="0" y="111"/>
                      <a:pt x="0" y="246"/>
                    </a:cubicBezTo>
                    <a:cubicBezTo>
                      <a:pt x="0"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91"/>
              <p:cNvSpPr/>
              <p:nvPr/>
            </p:nvSpPr>
            <p:spPr>
              <a:xfrm>
                <a:off x="1623275" y="842138"/>
                <a:ext cx="12325" cy="12375"/>
              </a:xfrm>
              <a:custGeom>
                <a:rect b="b" l="l" r="r" t="t"/>
                <a:pathLst>
                  <a:path extrusionOk="0" h="495"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91"/>
              <p:cNvSpPr/>
              <p:nvPr/>
            </p:nvSpPr>
            <p:spPr>
              <a:xfrm>
                <a:off x="151365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91"/>
              <p:cNvSpPr/>
              <p:nvPr/>
            </p:nvSpPr>
            <p:spPr>
              <a:xfrm>
                <a:off x="151365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91"/>
              <p:cNvSpPr/>
              <p:nvPr/>
            </p:nvSpPr>
            <p:spPr>
              <a:xfrm>
                <a:off x="1550700" y="693938"/>
                <a:ext cx="12350" cy="12375"/>
              </a:xfrm>
              <a:custGeom>
                <a:rect b="b" l="l" r="r" t="t"/>
                <a:pathLst>
                  <a:path extrusionOk="0" h="495" w="494">
                    <a:moveTo>
                      <a:pt x="247" y="1"/>
                    </a:moveTo>
                    <a:cubicBezTo>
                      <a:pt x="111" y="1"/>
                      <a:pt x="0" y="111"/>
                      <a:pt x="0" y="248"/>
                    </a:cubicBezTo>
                    <a:cubicBezTo>
                      <a:pt x="0"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91"/>
              <p:cNvSpPr/>
              <p:nvPr/>
            </p:nvSpPr>
            <p:spPr>
              <a:xfrm>
                <a:off x="151365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91"/>
              <p:cNvSpPr/>
              <p:nvPr/>
            </p:nvSpPr>
            <p:spPr>
              <a:xfrm>
                <a:off x="151365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91"/>
              <p:cNvSpPr/>
              <p:nvPr/>
            </p:nvSpPr>
            <p:spPr>
              <a:xfrm>
                <a:off x="151365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91"/>
              <p:cNvSpPr/>
              <p:nvPr/>
            </p:nvSpPr>
            <p:spPr>
              <a:xfrm>
                <a:off x="1550700" y="656913"/>
                <a:ext cx="12350" cy="12325"/>
              </a:xfrm>
              <a:custGeom>
                <a:rect b="b" l="l" r="r" t="t"/>
                <a:pathLst>
                  <a:path extrusionOk="0" h="493" w="494">
                    <a:moveTo>
                      <a:pt x="247" y="0"/>
                    </a:moveTo>
                    <a:cubicBezTo>
                      <a:pt x="111" y="0"/>
                      <a:pt x="0" y="110"/>
                      <a:pt x="0" y="247"/>
                    </a:cubicBezTo>
                    <a:cubicBezTo>
                      <a:pt x="0" y="383"/>
                      <a:pt x="111" y="492"/>
                      <a:pt x="247" y="492"/>
                    </a:cubicBezTo>
                    <a:cubicBezTo>
                      <a:pt x="383" y="492"/>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91"/>
              <p:cNvSpPr/>
              <p:nvPr/>
            </p:nvSpPr>
            <p:spPr>
              <a:xfrm>
                <a:off x="1449650" y="715963"/>
                <a:ext cx="3775" cy="8400"/>
              </a:xfrm>
              <a:custGeom>
                <a:rect b="b" l="l" r="r" t="t"/>
                <a:pathLst>
                  <a:path extrusionOk="0" h="336" w="151">
                    <a:moveTo>
                      <a:pt x="126" y="0"/>
                    </a:moveTo>
                    <a:cubicBezTo>
                      <a:pt x="80" y="111"/>
                      <a:pt x="37" y="222"/>
                      <a:pt x="0" y="336"/>
                    </a:cubicBezTo>
                    <a:cubicBezTo>
                      <a:pt x="89" y="295"/>
                      <a:pt x="151" y="211"/>
                      <a:pt x="151" y="109"/>
                    </a:cubicBezTo>
                    <a:cubicBezTo>
                      <a:pt x="151" y="68"/>
                      <a:pt x="142" y="35"/>
                      <a:pt x="1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91"/>
              <p:cNvSpPr/>
              <p:nvPr/>
            </p:nvSpPr>
            <p:spPr>
              <a:xfrm>
                <a:off x="1478150" y="6939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91"/>
              <p:cNvSpPr/>
              <p:nvPr/>
            </p:nvSpPr>
            <p:spPr>
              <a:xfrm>
                <a:off x="1443800" y="749563"/>
                <a:ext cx="9625" cy="12350"/>
              </a:xfrm>
              <a:custGeom>
                <a:rect b="b" l="l" r="r" t="t"/>
                <a:pathLst>
                  <a:path extrusionOk="0" h="494" w="385">
                    <a:moveTo>
                      <a:pt x="140" y="1"/>
                    </a:moveTo>
                    <a:cubicBezTo>
                      <a:pt x="139" y="1"/>
                      <a:pt x="139" y="1"/>
                      <a:pt x="138" y="1"/>
                    </a:cubicBezTo>
                    <a:cubicBezTo>
                      <a:pt x="96" y="1"/>
                      <a:pt x="53" y="14"/>
                      <a:pt x="18" y="32"/>
                    </a:cubicBezTo>
                    <a:cubicBezTo>
                      <a:pt x="7" y="156"/>
                      <a:pt x="1" y="282"/>
                      <a:pt x="1" y="408"/>
                    </a:cubicBezTo>
                    <a:lnTo>
                      <a:pt x="1" y="450"/>
                    </a:lnTo>
                    <a:cubicBezTo>
                      <a:pt x="40" y="478"/>
                      <a:pt x="86" y="493"/>
                      <a:pt x="138" y="493"/>
                    </a:cubicBezTo>
                    <a:cubicBezTo>
                      <a:pt x="274" y="493"/>
                      <a:pt x="385" y="382"/>
                      <a:pt x="385" y="247"/>
                    </a:cubicBezTo>
                    <a:cubicBezTo>
                      <a:pt x="385" y="112"/>
                      <a:pt x="276" y="1"/>
                      <a:pt x="1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91"/>
              <p:cNvSpPr/>
              <p:nvPr/>
            </p:nvSpPr>
            <p:spPr>
              <a:xfrm>
                <a:off x="14410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91"/>
              <p:cNvSpPr/>
              <p:nvPr/>
            </p:nvSpPr>
            <p:spPr>
              <a:xfrm>
                <a:off x="14410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91"/>
              <p:cNvSpPr/>
              <p:nvPr/>
            </p:nvSpPr>
            <p:spPr>
              <a:xfrm>
                <a:off x="1478150" y="73098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91"/>
              <p:cNvSpPr/>
              <p:nvPr/>
            </p:nvSpPr>
            <p:spPr>
              <a:xfrm>
                <a:off x="1478150" y="76806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91"/>
              <p:cNvSpPr/>
              <p:nvPr/>
            </p:nvSpPr>
            <p:spPr>
              <a:xfrm>
                <a:off x="1478150" y="805088"/>
                <a:ext cx="12325" cy="12350"/>
              </a:xfrm>
              <a:custGeom>
                <a:rect b="b" l="l" r="r" t="t"/>
                <a:pathLst>
                  <a:path extrusionOk="0" h="494" w="493">
                    <a:moveTo>
                      <a:pt x="246" y="1"/>
                    </a:moveTo>
                    <a:cubicBezTo>
                      <a:pt x="111" y="1"/>
                      <a:pt x="1" y="111"/>
                      <a:pt x="1" y="246"/>
                    </a:cubicBezTo>
                    <a:cubicBezTo>
                      <a:pt x="1"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91"/>
              <p:cNvSpPr/>
              <p:nvPr/>
            </p:nvSpPr>
            <p:spPr>
              <a:xfrm>
                <a:off x="1478150"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91"/>
              <p:cNvSpPr/>
              <p:nvPr/>
            </p:nvSpPr>
            <p:spPr>
              <a:xfrm>
                <a:off x="1368500" y="786663"/>
                <a:ext cx="12400" cy="12275"/>
              </a:xfrm>
              <a:custGeom>
                <a:rect b="b" l="l" r="r" t="t"/>
                <a:pathLst>
                  <a:path extrusionOk="0" h="491" w="496">
                    <a:moveTo>
                      <a:pt x="265" y="1"/>
                    </a:moveTo>
                    <a:cubicBezTo>
                      <a:pt x="179" y="53"/>
                      <a:pt x="93" y="112"/>
                      <a:pt x="13" y="170"/>
                    </a:cubicBezTo>
                    <a:cubicBezTo>
                      <a:pt x="3" y="191"/>
                      <a:pt x="1" y="219"/>
                      <a:pt x="1" y="243"/>
                    </a:cubicBezTo>
                    <a:cubicBezTo>
                      <a:pt x="1" y="379"/>
                      <a:pt x="111" y="490"/>
                      <a:pt x="246" y="490"/>
                    </a:cubicBezTo>
                    <a:cubicBezTo>
                      <a:pt x="384" y="490"/>
                      <a:pt x="496" y="379"/>
                      <a:pt x="496" y="243"/>
                    </a:cubicBezTo>
                    <a:cubicBezTo>
                      <a:pt x="496" y="114"/>
                      <a:pt x="394" y="7"/>
                      <a:pt x="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91"/>
              <p:cNvSpPr/>
              <p:nvPr/>
            </p:nvSpPr>
            <p:spPr>
              <a:xfrm>
                <a:off x="136852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91"/>
              <p:cNvSpPr/>
              <p:nvPr/>
            </p:nvSpPr>
            <p:spPr>
              <a:xfrm>
                <a:off x="1368525" y="86068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91"/>
              <p:cNvSpPr/>
              <p:nvPr/>
            </p:nvSpPr>
            <p:spPr>
              <a:xfrm>
                <a:off x="1405525" y="771063"/>
                <a:ext cx="12400" cy="9350"/>
              </a:xfrm>
              <a:custGeom>
                <a:rect b="b" l="l" r="r" t="t"/>
                <a:pathLst>
                  <a:path extrusionOk="0" h="374" w="496">
                    <a:moveTo>
                      <a:pt x="457" y="1"/>
                    </a:moveTo>
                    <a:cubicBezTo>
                      <a:pt x="310" y="19"/>
                      <a:pt x="166" y="46"/>
                      <a:pt x="23" y="83"/>
                    </a:cubicBezTo>
                    <a:cubicBezTo>
                      <a:pt x="18" y="87"/>
                      <a:pt x="12" y="87"/>
                      <a:pt x="6" y="89"/>
                    </a:cubicBezTo>
                    <a:lnTo>
                      <a:pt x="3" y="89"/>
                    </a:lnTo>
                    <a:cubicBezTo>
                      <a:pt x="0" y="103"/>
                      <a:pt x="0" y="114"/>
                      <a:pt x="0" y="128"/>
                    </a:cubicBezTo>
                    <a:cubicBezTo>
                      <a:pt x="0" y="263"/>
                      <a:pt x="111" y="373"/>
                      <a:pt x="249" y="373"/>
                    </a:cubicBezTo>
                    <a:cubicBezTo>
                      <a:pt x="384" y="373"/>
                      <a:pt x="496" y="263"/>
                      <a:pt x="496" y="128"/>
                    </a:cubicBezTo>
                    <a:cubicBezTo>
                      <a:pt x="496" y="81"/>
                      <a:pt x="484" y="38"/>
                      <a:pt x="4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91"/>
              <p:cNvSpPr/>
              <p:nvPr/>
            </p:nvSpPr>
            <p:spPr>
              <a:xfrm>
                <a:off x="1405575" y="805088"/>
                <a:ext cx="12350" cy="12350"/>
              </a:xfrm>
              <a:custGeom>
                <a:rect b="b" l="l" r="r" t="t"/>
                <a:pathLst>
                  <a:path extrusionOk="0" h="494" w="494">
                    <a:moveTo>
                      <a:pt x="247" y="1"/>
                    </a:moveTo>
                    <a:cubicBezTo>
                      <a:pt x="111" y="1"/>
                      <a:pt x="1" y="111"/>
                      <a:pt x="1" y="246"/>
                    </a:cubicBezTo>
                    <a:cubicBezTo>
                      <a:pt x="1"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91"/>
              <p:cNvSpPr/>
              <p:nvPr/>
            </p:nvSpPr>
            <p:spPr>
              <a:xfrm>
                <a:off x="1405575" y="8421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91"/>
              <p:cNvSpPr/>
              <p:nvPr/>
            </p:nvSpPr>
            <p:spPr>
              <a:xfrm>
                <a:off x="1333025"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91"/>
              <p:cNvSpPr/>
              <p:nvPr/>
            </p:nvSpPr>
            <p:spPr>
              <a:xfrm>
                <a:off x="1333025" y="879188"/>
                <a:ext cx="12325" cy="12350"/>
              </a:xfrm>
              <a:custGeom>
                <a:rect b="b" l="l" r="r" t="t"/>
                <a:pathLst>
                  <a:path extrusionOk="0" h="494"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91"/>
              <p:cNvSpPr/>
              <p:nvPr/>
            </p:nvSpPr>
            <p:spPr>
              <a:xfrm>
                <a:off x="1767675" y="910013"/>
                <a:ext cx="11975" cy="12375"/>
              </a:xfrm>
              <a:custGeom>
                <a:rect b="b" l="l" r="r" t="t"/>
                <a:pathLst>
                  <a:path extrusionOk="0" h="495" w="479">
                    <a:moveTo>
                      <a:pt x="247" y="1"/>
                    </a:moveTo>
                    <a:cubicBezTo>
                      <a:pt x="112" y="1"/>
                      <a:pt x="1" y="112"/>
                      <a:pt x="1" y="248"/>
                    </a:cubicBezTo>
                    <a:cubicBezTo>
                      <a:pt x="1" y="387"/>
                      <a:pt x="112" y="494"/>
                      <a:pt x="247" y="494"/>
                    </a:cubicBezTo>
                    <a:cubicBezTo>
                      <a:pt x="294" y="494"/>
                      <a:pt x="339" y="482"/>
                      <a:pt x="376" y="460"/>
                    </a:cubicBezTo>
                    <a:lnTo>
                      <a:pt x="376" y="458"/>
                    </a:lnTo>
                    <a:lnTo>
                      <a:pt x="478" y="166"/>
                    </a:lnTo>
                    <a:lnTo>
                      <a:pt x="478" y="164"/>
                    </a:lnTo>
                    <a:cubicBezTo>
                      <a:pt x="443" y="68"/>
                      <a:pt x="351"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91"/>
              <p:cNvSpPr/>
              <p:nvPr/>
            </p:nvSpPr>
            <p:spPr>
              <a:xfrm>
                <a:off x="1695125" y="9100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91"/>
              <p:cNvSpPr/>
              <p:nvPr/>
            </p:nvSpPr>
            <p:spPr>
              <a:xfrm>
                <a:off x="1695125" y="94711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91"/>
              <p:cNvSpPr/>
              <p:nvPr/>
            </p:nvSpPr>
            <p:spPr>
              <a:xfrm>
                <a:off x="173217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91"/>
              <p:cNvSpPr/>
              <p:nvPr/>
            </p:nvSpPr>
            <p:spPr>
              <a:xfrm>
                <a:off x="1695400" y="984138"/>
                <a:ext cx="10325" cy="4425"/>
              </a:xfrm>
              <a:custGeom>
                <a:rect b="b" l="l" r="r" t="t"/>
                <a:pathLst>
                  <a:path extrusionOk="0" h="177" w="413">
                    <a:moveTo>
                      <a:pt x="237" y="1"/>
                    </a:moveTo>
                    <a:cubicBezTo>
                      <a:pt x="124" y="1"/>
                      <a:pt x="32" y="74"/>
                      <a:pt x="1" y="176"/>
                    </a:cubicBezTo>
                    <a:cubicBezTo>
                      <a:pt x="93" y="161"/>
                      <a:pt x="186" y="140"/>
                      <a:pt x="274" y="119"/>
                    </a:cubicBezTo>
                    <a:cubicBezTo>
                      <a:pt x="321" y="105"/>
                      <a:pt x="366" y="94"/>
                      <a:pt x="413" y="78"/>
                    </a:cubicBezTo>
                    <a:cubicBezTo>
                      <a:pt x="368" y="32"/>
                      <a:pt x="308" y="1"/>
                      <a:pt x="2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91"/>
              <p:cNvSpPr/>
              <p:nvPr/>
            </p:nvSpPr>
            <p:spPr>
              <a:xfrm>
                <a:off x="1732150" y="965613"/>
                <a:ext cx="10325" cy="8500"/>
              </a:xfrm>
              <a:custGeom>
                <a:rect b="b" l="l" r="r" t="t"/>
                <a:pathLst>
                  <a:path extrusionOk="0" h="340" w="413">
                    <a:moveTo>
                      <a:pt x="249" y="1"/>
                    </a:moveTo>
                    <a:cubicBezTo>
                      <a:pt x="111" y="1"/>
                      <a:pt x="1" y="112"/>
                      <a:pt x="1" y="248"/>
                    </a:cubicBezTo>
                    <a:cubicBezTo>
                      <a:pt x="1" y="282"/>
                      <a:pt x="6" y="313"/>
                      <a:pt x="18" y="339"/>
                    </a:cubicBezTo>
                    <a:cubicBezTo>
                      <a:pt x="156" y="257"/>
                      <a:pt x="289" y="164"/>
                      <a:pt x="412" y="66"/>
                    </a:cubicBezTo>
                    <a:cubicBezTo>
                      <a:pt x="368" y="26"/>
                      <a:pt x="310" y="1"/>
                      <a:pt x="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91"/>
              <p:cNvSpPr/>
              <p:nvPr/>
            </p:nvSpPr>
            <p:spPr>
              <a:xfrm>
                <a:off x="173217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91"/>
              <p:cNvSpPr/>
              <p:nvPr/>
            </p:nvSpPr>
            <p:spPr>
              <a:xfrm>
                <a:off x="1622550" y="91003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91"/>
              <p:cNvSpPr/>
              <p:nvPr/>
            </p:nvSpPr>
            <p:spPr>
              <a:xfrm>
                <a:off x="1622550" y="947113"/>
                <a:ext cx="12350" cy="12350"/>
              </a:xfrm>
              <a:custGeom>
                <a:rect b="b" l="l" r="r" t="t"/>
                <a:pathLst>
                  <a:path extrusionOk="0" h="494" w="494">
                    <a:moveTo>
                      <a:pt x="247" y="1"/>
                    </a:moveTo>
                    <a:cubicBezTo>
                      <a:pt x="111" y="1"/>
                      <a:pt x="1" y="111"/>
                      <a:pt x="1" y="248"/>
                    </a:cubicBezTo>
                    <a:cubicBezTo>
                      <a:pt x="1" y="383"/>
                      <a:pt x="111" y="493"/>
                      <a:pt x="247" y="493"/>
                    </a:cubicBezTo>
                    <a:cubicBezTo>
                      <a:pt x="383" y="493"/>
                      <a:pt x="494" y="383"/>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91"/>
              <p:cNvSpPr/>
              <p:nvPr/>
            </p:nvSpPr>
            <p:spPr>
              <a:xfrm>
                <a:off x="1659625"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91"/>
              <p:cNvSpPr/>
              <p:nvPr/>
            </p:nvSpPr>
            <p:spPr>
              <a:xfrm>
                <a:off x="1622550" y="984163"/>
                <a:ext cx="12350" cy="12350"/>
              </a:xfrm>
              <a:custGeom>
                <a:rect b="b" l="l" r="r" t="t"/>
                <a:pathLst>
                  <a:path extrusionOk="0" h="494" w="494">
                    <a:moveTo>
                      <a:pt x="247" y="1"/>
                    </a:moveTo>
                    <a:cubicBezTo>
                      <a:pt x="111" y="1"/>
                      <a:pt x="1" y="111"/>
                      <a:pt x="1" y="248"/>
                    </a:cubicBezTo>
                    <a:cubicBezTo>
                      <a:pt x="1" y="384"/>
                      <a:pt x="111" y="493"/>
                      <a:pt x="247" y="493"/>
                    </a:cubicBezTo>
                    <a:cubicBezTo>
                      <a:pt x="383" y="493"/>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91"/>
              <p:cNvSpPr/>
              <p:nvPr/>
            </p:nvSpPr>
            <p:spPr>
              <a:xfrm>
                <a:off x="1622550" y="10212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91"/>
              <p:cNvSpPr/>
              <p:nvPr/>
            </p:nvSpPr>
            <p:spPr>
              <a:xfrm>
                <a:off x="1622550" y="10582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91"/>
              <p:cNvSpPr/>
              <p:nvPr/>
            </p:nvSpPr>
            <p:spPr>
              <a:xfrm>
                <a:off x="1659625"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91"/>
              <p:cNvSpPr/>
              <p:nvPr/>
            </p:nvSpPr>
            <p:spPr>
              <a:xfrm>
                <a:off x="1659575" y="1002838"/>
                <a:ext cx="4975" cy="11825"/>
              </a:xfrm>
              <a:custGeom>
                <a:rect b="b" l="l" r="r" t="t"/>
                <a:pathLst>
                  <a:path extrusionOk="0" h="473" w="199">
                    <a:moveTo>
                      <a:pt x="199" y="0"/>
                    </a:moveTo>
                    <a:lnTo>
                      <a:pt x="199" y="0"/>
                    </a:lnTo>
                    <a:cubicBezTo>
                      <a:pt x="87" y="22"/>
                      <a:pt x="1" y="120"/>
                      <a:pt x="3" y="239"/>
                    </a:cubicBezTo>
                    <a:cubicBezTo>
                      <a:pt x="3" y="347"/>
                      <a:pt x="70" y="440"/>
                      <a:pt x="165" y="473"/>
                    </a:cubicBezTo>
                    <a:cubicBezTo>
                      <a:pt x="185" y="316"/>
                      <a:pt x="199" y="160"/>
                      <a:pt x="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91"/>
              <p:cNvSpPr/>
              <p:nvPr/>
            </p:nvSpPr>
            <p:spPr>
              <a:xfrm>
                <a:off x="1587050"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91"/>
              <p:cNvSpPr/>
              <p:nvPr/>
            </p:nvSpPr>
            <p:spPr>
              <a:xfrm>
                <a:off x="1550000" y="1021213"/>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91"/>
              <p:cNvSpPr/>
              <p:nvPr/>
            </p:nvSpPr>
            <p:spPr>
              <a:xfrm>
                <a:off x="1550000" y="10582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91"/>
              <p:cNvSpPr/>
              <p:nvPr/>
            </p:nvSpPr>
            <p:spPr>
              <a:xfrm>
                <a:off x="1550000" y="1095313"/>
                <a:ext cx="12325" cy="12325"/>
              </a:xfrm>
              <a:custGeom>
                <a:rect b="b" l="l" r="r" t="t"/>
                <a:pathLst>
                  <a:path extrusionOk="0" h="493" w="493">
                    <a:moveTo>
                      <a:pt x="246" y="1"/>
                    </a:moveTo>
                    <a:cubicBezTo>
                      <a:pt x="111" y="1"/>
                      <a:pt x="1" y="110"/>
                      <a:pt x="1" y="246"/>
                    </a:cubicBezTo>
                    <a:cubicBezTo>
                      <a:pt x="1" y="383"/>
                      <a:pt x="111"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91"/>
              <p:cNvSpPr/>
              <p:nvPr/>
            </p:nvSpPr>
            <p:spPr>
              <a:xfrm>
                <a:off x="1587050"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91"/>
              <p:cNvSpPr/>
              <p:nvPr/>
            </p:nvSpPr>
            <p:spPr>
              <a:xfrm>
                <a:off x="1587050" y="1002688"/>
                <a:ext cx="12350" cy="12350"/>
              </a:xfrm>
              <a:custGeom>
                <a:rect b="b" l="l" r="r" t="t"/>
                <a:pathLst>
                  <a:path extrusionOk="0" h="494" w="494">
                    <a:moveTo>
                      <a:pt x="247" y="1"/>
                    </a:moveTo>
                    <a:cubicBezTo>
                      <a:pt x="111" y="1"/>
                      <a:pt x="1" y="110"/>
                      <a:pt x="1" y="246"/>
                    </a:cubicBezTo>
                    <a:cubicBezTo>
                      <a:pt x="1" y="383"/>
                      <a:pt x="111" y="493"/>
                      <a:pt x="247" y="493"/>
                    </a:cubicBezTo>
                    <a:cubicBezTo>
                      <a:pt x="383" y="493"/>
                      <a:pt x="494" y="383"/>
                      <a:pt x="494" y="246"/>
                    </a:cubicBezTo>
                    <a:cubicBezTo>
                      <a:pt x="494" y="110"/>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91"/>
              <p:cNvSpPr/>
              <p:nvPr/>
            </p:nvSpPr>
            <p:spPr>
              <a:xfrm>
                <a:off x="1587050" y="103973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91"/>
              <p:cNvSpPr/>
              <p:nvPr/>
            </p:nvSpPr>
            <p:spPr>
              <a:xfrm>
                <a:off x="1587050" y="1076788"/>
                <a:ext cx="12350" cy="12350"/>
              </a:xfrm>
              <a:custGeom>
                <a:rect b="b" l="l" r="r" t="t"/>
                <a:pathLst>
                  <a:path extrusionOk="0" h="494" w="494">
                    <a:moveTo>
                      <a:pt x="247" y="1"/>
                    </a:moveTo>
                    <a:cubicBezTo>
                      <a:pt x="111" y="1"/>
                      <a:pt x="1" y="111"/>
                      <a:pt x="1" y="247"/>
                    </a:cubicBezTo>
                    <a:cubicBezTo>
                      <a:pt x="1" y="384"/>
                      <a:pt x="111" y="493"/>
                      <a:pt x="247" y="493"/>
                    </a:cubicBezTo>
                    <a:cubicBezTo>
                      <a:pt x="383" y="493"/>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91"/>
              <p:cNvSpPr/>
              <p:nvPr/>
            </p:nvSpPr>
            <p:spPr>
              <a:xfrm>
                <a:off x="1477425"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91"/>
              <p:cNvSpPr/>
              <p:nvPr/>
            </p:nvSpPr>
            <p:spPr>
              <a:xfrm>
                <a:off x="1477425" y="947113"/>
                <a:ext cx="12350" cy="12350"/>
              </a:xfrm>
              <a:custGeom>
                <a:rect b="b" l="l" r="r" t="t"/>
                <a:pathLst>
                  <a:path extrusionOk="0" h="494" w="494">
                    <a:moveTo>
                      <a:pt x="247" y="1"/>
                    </a:moveTo>
                    <a:cubicBezTo>
                      <a:pt x="111" y="1"/>
                      <a:pt x="1" y="111"/>
                      <a:pt x="1" y="248"/>
                    </a:cubicBezTo>
                    <a:cubicBezTo>
                      <a:pt x="1" y="383"/>
                      <a:pt x="111" y="493"/>
                      <a:pt x="247" y="493"/>
                    </a:cubicBezTo>
                    <a:cubicBezTo>
                      <a:pt x="384" y="493"/>
                      <a:pt x="494" y="383"/>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91"/>
              <p:cNvSpPr/>
              <p:nvPr/>
            </p:nvSpPr>
            <p:spPr>
              <a:xfrm>
                <a:off x="1514500"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91"/>
              <p:cNvSpPr/>
              <p:nvPr/>
            </p:nvSpPr>
            <p:spPr>
              <a:xfrm>
                <a:off x="1477425" y="984163"/>
                <a:ext cx="12350" cy="12350"/>
              </a:xfrm>
              <a:custGeom>
                <a:rect b="b" l="l" r="r" t="t"/>
                <a:pathLst>
                  <a:path extrusionOk="0" h="494" w="494">
                    <a:moveTo>
                      <a:pt x="247" y="1"/>
                    </a:moveTo>
                    <a:cubicBezTo>
                      <a:pt x="111" y="1"/>
                      <a:pt x="1" y="111"/>
                      <a:pt x="1" y="248"/>
                    </a:cubicBezTo>
                    <a:cubicBezTo>
                      <a:pt x="1" y="384"/>
                      <a:pt x="111" y="493"/>
                      <a:pt x="247" y="493"/>
                    </a:cubicBezTo>
                    <a:cubicBezTo>
                      <a:pt x="384" y="493"/>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91"/>
              <p:cNvSpPr/>
              <p:nvPr/>
            </p:nvSpPr>
            <p:spPr>
              <a:xfrm>
                <a:off x="1477425" y="1021213"/>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91"/>
              <p:cNvSpPr/>
              <p:nvPr/>
            </p:nvSpPr>
            <p:spPr>
              <a:xfrm>
                <a:off x="1477425" y="1058238"/>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91"/>
              <p:cNvSpPr/>
              <p:nvPr/>
            </p:nvSpPr>
            <p:spPr>
              <a:xfrm>
                <a:off x="1514500"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91"/>
              <p:cNvSpPr/>
              <p:nvPr/>
            </p:nvSpPr>
            <p:spPr>
              <a:xfrm>
                <a:off x="1514500" y="1002688"/>
                <a:ext cx="12325" cy="12350"/>
              </a:xfrm>
              <a:custGeom>
                <a:rect b="b" l="l" r="r" t="t"/>
                <a:pathLst>
                  <a:path extrusionOk="0" h="494" w="493">
                    <a:moveTo>
                      <a:pt x="246" y="1"/>
                    </a:moveTo>
                    <a:cubicBezTo>
                      <a:pt x="110" y="1"/>
                      <a:pt x="1" y="110"/>
                      <a:pt x="1" y="246"/>
                    </a:cubicBezTo>
                    <a:cubicBezTo>
                      <a:pt x="1" y="383"/>
                      <a:pt x="110"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91"/>
              <p:cNvSpPr/>
              <p:nvPr/>
            </p:nvSpPr>
            <p:spPr>
              <a:xfrm>
                <a:off x="1514500" y="1039738"/>
                <a:ext cx="12325" cy="12350"/>
              </a:xfrm>
              <a:custGeom>
                <a:rect b="b" l="l" r="r" t="t"/>
                <a:pathLst>
                  <a:path extrusionOk="0" h="494" w="493">
                    <a:moveTo>
                      <a:pt x="246" y="1"/>
                    </a:moveTo>
                    <a:cubicBezTo>
                      <a:pt x="110" y="1"/>
                      <a:pt x="1" y="111"/>
                      <a:pt x="1" y="247"/>
                    </a:cubicBezTo>
                    <a:cubicBezTo>
                      <a:pt x="1" y="383"/>
                      <a:pt x="110" y="493"/>
                      <a:pt x="246" y="493"/>
                    </a:cubicBezTo>
                    <a:cubicBezTo>
                      <a:pt x="382" y="493"/>
                      <a:pt x="493" y="383"/>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91"/>
              <p:cNvSpPr/>
              <p:nvPr/>
            </p:nvSpPr>
            <p:spPr>
              <a:xfrm>
                <a:off x="1514500" y="1076788"/>
                <a:ext cx="12325" cy="12350"/>
              </a:xfrm>
              <a:custGeom>
                <a:rect b="b" l="l" r="r" t="t"/>
                <a:pathLst>
                  <a:path extrusionOk="0" h="494" w="493">
                    <a:moveTo>
                      <a:pt x="246" y="1"/>
                    </a:moveTo>
                    <a:cubicBezTo>
                      <a:pt x="110" y="1"/>
                      <a:pt x="1" y="111"/>
                      <a:pt x="1" y="247"/>
                    </a:cubicBezTo>
                    <a:cubicBezTo>
                      <a:pt x="1" y="384"/>
                      <a:pt x="110" y="493"/>
                      <a:pt x="246" y="493"/>
                    </a:cubicBezTo>
                    <a:cubicBezTo>
                      <a:pt x="382" y="493"/>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91"/>
              <p:cNvSpPr/>
              <p:nvPr/>
            </p:nvSpPr>
            <p:spPr>
              <a:xfrm>
                <a:off x="1404875" y="910038"/>
                <a:ext cx="12325" cy="12375"/>
              </a:xfrm>
              <a:custGeom>
                <a:rect b="b" l="l" r="r" t="t"/>
                <a:pathLst>
                  <a:path extrusionOk="0" h="495" w="493">
                    <a:moveTo>
                      <a:pt x="246" y="1"/>
                    </a:moveTo>
                    <a:cubicBezTo>
                      <a:pt x="111" y="1"/>
                      <a:pt x="1" y="111"/>
                      <a:pt x="1" y="248"/>
                    </a:cubicBezTo>
                    <a:cubicBezTo>
                      <a:pt x="1" y="384"/>
                      <a:pt x="111" y="494"/>
                      <a:pt x="246" y="494"/>
                    </a:cubicBezTo>
                    <a:cubicBezTo>
                      <a:pt x="383" y="494"/>
                      <a:pt x="493" y="384"/>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91"/>
              <p:cNvSpPr/>
              <p:nvPr/>
            </p:nvSpPr>
            <p:spPr>
              <a:xfrm>
                <a:off x="1404875" y="947113"/>
                <a:ext cx="12325" cy="12350"/>
              </a:xfrm>
              <a:custGeom>
                <a:rect b="b" l="l" r="r" t="t"/>
                <a:pathLst>
                  <a:path extrusionOk="0" h="494" w="493">
                    <a:moveTo>
                      <a:pt x="246" y="1"/>
                    </a:moveTo>
                    <a:cubicBezTo>
                      <a:pt x="111" y="1"/>
                      <a:pt x="1" y="111"/>
                      <a:pt x="1" y="248"/>
                    </a:cubicBezTo>
                    <a:cubicBezTo>
                      <a:pt x="1" y="383"/>
                      <a:pt x="111" y="493"/>
                      <a:pt x="246" y="493"/>
                    </a:cubicBezTo>
                    <a:cubicBezTo>
                      <a:pt x="383" y="493"/>
                      <a:pt x="493" y="383"/>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91"/>
              <p:cNvSpPr/>
              <p:nvPr/>
            </p:nvSpPr>
            <p:spPr>
              <a:xfrm>
                <a:off x="14419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91"/>
              <p:cNvSpPr/>
              <p:nvPr/>
            </p:nvSpPr>
            <p:spPr>
              <a:xfrm>
                <a:off x="1405825" y="984163"/>
                <a:ext cx="11250" cy="5100"/>
              </a:xfrm>
              <a:custGeom>
                <a:rect b="b" l="l" r="r" t="t"/>
                <a:pathLst>
                  <a:path extrusionOk="0" h="204" w="450">
                    <a:moveTo>
                      <a:pt x="209" y="1"/>
                    </a:moveTo>
                    <a:cubicBezTo>
                      <a:pt x="209" y="1"/>
                      <a:pt x="208" y="1"/>
                      <a:pt x="207" y="1"/>
                    </a:cubicBezTo>
                    <a:cubicBezTo>
                      <a:pt x="122" y="1"/>
                      <a:pt x="44" y="47"/>
                      <a:pt x="1" y="114"/>
                    </a:cubicBezTo>
                    <a:cubicBezTo>
                      <a:pt x="5" y="114"/>
                      <a:pt x="11" y="118"/>
                      <a:pt x="14" y="118"/>
                    </a:cubicBezTo>
                    <a:lnTo>
                      <a:pt x="16" y="118"/>
                    </a:lnTo>
                    <a:cubicBezTo>
                      <a:pt x="159" y="155"/>
                      <a:pt x="303" y="181"/>
                      <a:pt x="450" y="203"/>
                    </a:cubicBezTo>
                    <a:cubicBezTo>
                      <a:pt x="432" y="89"/>
                      <a:pt x="331" y="1"/>
                      <a:pt x="2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91"/>
              <p:cNvSpPr/>
              <p:nvPr/>
            </p:nvSpPr>
            <p:spPr>
              <a:xfrm>
                <a:off x="1441925"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91"/>
              <p:cNvSpPr/>
              <p:nvPr/>
            </p:nvSpPr>
            <p:spPr>
              <a:xfrm>
                <a:off x="1443975" y="1002638"/>
                <a:ext cx="10275" cy="12425"/>
              </a:xfrm>
              <a:custGeom>
                <a:rect b="b" l="l" r="r" t="t"/>
                <a:pathLst>
                  <a:path extrusionOk="0" h="497" w="411">
                    <a:moveTo>
                      <a:pt x="162" y="1"/>
                    </a:moveTo>
                    <a:cubicBezTo>
                      <a:pt x="101" y="1"/>
                      <a:pt x="42" y="26"/>
                      <a:pt x="0" y="66"/>
                    </a:cubicBezTo>
                    <a:cubicBezTo>
                      <a:pt x="0" y="199"/>
                      <a:pt x="11" y="328"/>
                      <a:pt x="27" y="457"/>
                    </a:cubicBezTo>
                    <a:cubicBezTo>
                      <a:pt x="67" y="481"/>
                      <a:pt x="114" y="496"/>
                      <a:pt x="162" y="496"/>
                    </a:cubicBezTo>
                    <a:cubicBezTo>
                      <a:pt x="300" y="496"/>
                      <a:pt x="411" y="386"/>
                      <a:pt x="411" y="247"/>
                    </a:cubicBezTo>
                    <a:cubicBezTo>
                      <a:pt x="411" y="112"/>
                      <a:pt x="301" y="3"/>
                      <a:pt x="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91"/>
              <p:cNvSpPr/>
              <p:nvPr/>
            </p:nvSpPr>
            <p:spPr>
              <a:xfrm>
                <a:off x="1332300"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91"/>
              <p:cNvSpPr/>
              <p:nvPr/>
            </p:nvSpPr>
            <p:spPr>
              <a:xfrm>
                <a:off x="13693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91"/>
              <p:cNvSpPr/>
              <p:nvPr/>
            </p:nvSpPr>
            <p:spPr>
              <a:xfrm>
                <a:off x="1369650" y="965638"/>
                <a:ext cx="12025" cy="10725"/>
              </a:xfrm>
              <a:custGeom>
                <a:rect b="b" l="l" r="r" t="t"/>
                <a:pathLst>
                  <a:path extrusionOk="0" h="429" w="481">
                    <a:moveTo>
                      <a:pt x="236" y="1"/>
                    </a:moveTo>
                    <a:cubicBezTo>
                      <a:pt x="235" y="1"/>
                      <a:pt x="235" y="1"/>
                      <a:pt x="234" y="1"/>
                    </a:cubicBezTo>
                    <a:cubicBezTo>
                      <a:pt x="124" y="1"/>
                      <a:pt x="32" y="75"/>
                      <a:pt x="1" y="173"/>
                    </a:cubicBezTo>
                    <a:cubicBezTo>
                      <a:pt x="130" y="266"/>
                      <a:pt x="263" y="351"/>
                      <a:pt x="400" y="428"/>
                    </a:cubicBezTo>
                    <a:cubicBezTo>
                      <a:pt x="450" y="385"/>
                      <a:pt x="481" y="320"/>
                      <a:pt x="481" y="247"/>
                    </a:cubicBezTo>
                    <a:cubicBezTo>
                      <a:pt x="481" y="112"/>
                      <a:pt x="370" y="1"/>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91"/>
              <p:cNvSpPr/>
              <p:nvPr/>
            </p:nvSpPr>
            <p:spPr>
              <a:xfrm>
                <a:off x="136932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91"/>
              <p:cNvSpPr/>
              <p:nvPr/>
            </p:nvSpPr>
            <p:spPr>
              <a:xfrm>
                <a:off x="1404400" y="730388"/>
                <a:ext cx="299650" cy="299550"/>
              </a:xfrm>
              <a:custGeom>
                <a:rect b="b" l="l" r="r" t="t"/>
                <a:pathLst>
                  <a:path extrusionOk="0" h="11982" w="11986">
                    <a:moveTo>
                      <a:pt x="5994" y="0"/>
                    </a:moveTo>
                    <a:cubicBezTo>
                      <a:pt x="5346" y="0"/>
                      <a:pt x="4818" y="526"/>
                      <a:pt x="4818" y="1174"/>
                    </a:cubicBezTo>
                    <a:lnTo>
                      <a:pt x="4818" y="4816"/>
                    </a:lnTo>
                    <a:lnTo>
                      <a:pt x="1176" y="4816"/>
                    </a:lnTo>
                    <a:cubicBezTo>
                      <a:pt x="526" y="4816"/>
                      <a:pt x="0" y="5343"/>
                      <a:pt x="0" y="5991"/>
                    </a:cubicBezTo>
                    <a:cubicBezTo>
                      <a:pt x="0" y="6638"/>
                      <a:pt x="527" y="7164"/>
                      <a:pt x="1176" y="7164"/>
                    </a:cubicBezTo>
                    <a:lnTo>
                      <a:pt x="4818" y="7164"/>
                    </a:lnTo>
                    <a:lnTo>
                      <a:pt x="4818" y="10807"/>
                    </a:lnTo>
                    <a:cubicBezTo>
                      <a:pt x="4818" y="11455"/>
                      <a:pt x="5346" y="11982"/>
                      <a:pt x="5994" y="11982"/>
                    </a:cubicBezTo>
                    <a:cubicBezTo>
                      <a:pt x="6641" y="11982"/>
                      <a:pt x="7167" y="11453"/>
                      <a:pt x="7167" y="10807"/>
                    </a:cubicBezTo>
                    <a:lnTo>
                      <a:pt x="7167" y="7164"/>
                    </a:lnTo>
                    <a:lnTo>
                      <a:pt x="10810" y="7164"/>
                    </a:lnTo>
                    <a:cubicBezTo>
                      <a:pt x="11459" y="7164"/>
                      <a:pt x="11986" y="6638"/>
                      <a:pt x="11986" y="5991"/>
                    </a:cubicBezTo>
                    <a:cubicBezTo>
                      <a:pt x="11986" y="5343"/>
                      <a:pt x="11458" y="4816"/>
                      <a:pt x="10810" y="4816"/>
                    </a:cubicBezTo>
                    <a:lnTo>
                      <a:pt x="7167" y="4816"/>
                    </a:lnTo>
                    <a:lnTo>
                      <a:pt x="7167" y="1174"/>
                    </a:lnTo>
                    <a:cubicBezTo>
                      <a:pt x="7167" y="526"/>
                      <a:pt x="6641"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91"/>
            <p:cNvGrpSpPr/>
            <p:nvPr/>
          </p:nvGrpSpPr>
          <p:grpSpPr>
            <a:xfrm>
              <a:off x="729496" y="4769089"/>
              <a:ext cx="846056" cy="290365"/>
              <a:chOff x="-4101375" y="3631300"/>
              <a:chExt cx="625550" cy="214688"/>
            </a:xfrm>
          </p:grpSpPr>
          <p:sp>
            <p:nvSpPr>
              <p:cNvPr id="7168" name="Google Shape;7168;p91"/>
              <p:cNvSpPr/>
              <p:nvPr/>
            </p:nvSpPr>
            <p:spPr>
              <a:xfrm>
                <a:off x="-4101375" y="3631300"/>
                <a:ext cx="625550" cy="214625"/>
              </a:xfrm>
              <a:custGeom>
                <a:rect b="b" l="l" r="r" t="t"/>
                <a:pathLst>
                  <a:path extrusionOk="0" h="8585" w="25022">
                    <a:moveTo>
                      <a:pt x="18790" y="1"/>
                    </a:moveTo>
                    <a:cubicBezTo>
                      <a:pt x="17184" y="1"/>
                      <a:pt x="15484" y="486"/>
                      <a:pt x="14923" y="1348"/>
                    </a:cubicBezTo>
                    <a:cubicBezTo>
                      <a:pt x="14923" y="1348"/>
                      <a:pt x="14758" y="1562"/>
                      <a:pt x="14471" y="1562"/>
                    </a:cubicBezTo>
                    <a:cubicBezTo>
                      <a:pt x="14412" y="1562"/>
                      <a:pt x="14349" y="1553"/>
                      <a:pt x="14282" y="1532"/>
                    </a:cubicBezTo>
                    <a:cubicBezTo>
                      <a:pt x="13854" y="1434"/>
                      <a:pt x="13089" y="1310"/>
                      <a:pt x="12483" y="1310"/>
                    </a:cubicBezTo>
                    <a:cubicBezTo>
                      <a:pt x="12364" y="1310"/>
                      <a:pt x="12251" y="1315"/>
                      <a:pt x="12147" y="1326"/>
                    </a:cubicBezTo>
                    <a:cubicBezTo>
                      <a:pt x="11711" y="1372"/>
                      <a:pt x="10999" y="1452"/>
                      <a:pt x="10726" y="1538"/>
                    </a:cubicBezTo>
                    <a:cubicBezTo>
                      <a:pt x="10659" y="1559"/>
                      <a:pt x="10596" y="1568"/>
                      <a:pt x="10538" y="1568"/>
                    </a:cubicBezTo>
                    <a:cubicBezTo>
                      <a:pt x="10252" y="1568"/>
                      <a:pt x="10085" y="1357"/>
                      <a:pt x="10085" y="1357"/>
                    </a:cubicBezTo>
                    <a:cubicBezTo>
                      <a:pt x="9526" y="500"/>
                      <a:pt x="7839" y="21"/>
                      <a:pt x="6241" y="21"/>
                    </a:cubicBezTo>
                    <a:cubicBezTo>
                      <a:pt x="5253" y="21"/>
                      <a:pt x="4298" y="204"/>
                      <a:pt x="3665" y="594"/>
                    </a:cubicBezTo>
                    <a:cubicBezTo>
                      <a:pt x="3190" y="812"/>
                      <a:pt x="1308" y="1765"/>
                      <a:pt x="832" y="1828"/>
                    </a:cubicBezTo>
                    <a:cubicBezTo>
                      <a:pt x="580" y="1888"/>
                      <a:pt x="140" y="1807"/>
                      <a:pt x="122" y="2159"/>
                    </a:cubicBezTo>
                    <a:cubicBezTo>
                      <a:pt x="1" y="3370"/>
                      <a:pt x="973" y="2297"/>
                      <a:pt x="1386" y="3504"/>
                    </a:cubicBezTo>
                    <a:cubicBezTo>
                      <a:pt x="1840" y="5093"/>
                      <a:pt x="1898" y="6166"/>
                      <a:pt x="3042" y="7282"/>
                    </a:cubicBezTo>
                    <a:cubicBezTo>
                      <a:pt x="3913" y="8150"/>
                      <a:pt x="5103" y="8585"/>
                      <a:pt x="6298" y="8585"/>
                    </a:cubicBezTo>
                    <a:cubicBezTo>
                      <a:pt x="7556" y="8585"/>
                      <a:pt x="8821" y="8102"/>
                      <a:pt x="9725" y="7134"/>
                    </a:cubicBezTo>
                    <a:cubicBezTo>
                      <a:pt x="10871" y="5962"/>
                      <a:pt x="11237" y="4657"/>
                      <a:pt x="10947" y="3232"/>
                    </a:cubicBezTo>
                    <a:cubicBezTo>
                      <a:pt x="10812" y="2347"/>
                      <a:pt x="11653" y="2068"/>
                      <a:pt x="12466" y="2068"/>
                    </a:cubicBezTo>
                    <a:cubicBezTo>
                      <a:pt x="12858" y="2068"/>
                      <a:pt x="13243" y="2133"/>
                      <a:pt x="13510" y="2226"/>
                    </a:cubicBezTo>
                    <a:cubicBezTo>
                      <a:pt x="14409" y="2557"/>
                      <a:pt x="13939" y="3593"/>
                      <a:pt x="13982" y="4293"/>
                    </a:cubicBezTo>
                    <a:cubicBezTo>
                      <a:pt x="14198" y="7033"/>
                      <a:pt x="16504" y="8538"/>
                      <a:pt x="18777" y="8538"/>
                    </a:cubicBezTo>
                    <a:cubicBezTo>
                      <a:pt x="20703" y="8538"/>
                      <a:pt x="22607" y="7456"/>
                      <a:pt x="23193" y="5127"/>
                    </a:cubicBezTo>
                    <a:lnTo>
                      <a:pt x="23193" y="5127"/>
                    </a:lnTo>
                    <a:cubicBezTo>
                      <a:pt x="23193" y="5130"/>
                      <a:pt x="23193" y="5132"/>
                      <a:pt x="23193" y="5132"/>
                    </a:cubicBezTo>
                    <a:cubicBezTo>
                      <a:pt x="23263" y="4881"/>
                      <a:pt x="23475" y="4072"/>
                      <a:pt x="23633" y="3472"/>
                    </a:cubicBezTo>
                    <a:cubicBezTo>
                      <a:pt x="24038" y="2267"/>
                      <a:pt x="25022" y="3326"/>
                      <a:pt x="24890" y="2122"/>
                    </a:cubicBezTo>
                    <a:cubicBezTo>
                      <a:pt x="24874" y="1764"/>
                      <a:pt x="24425" y="1852"/>
                      <a:pt x="24178" y="1791"/>
                    </a:cubicBezTo>
                    <a:cubicBezTo>
                      <a:pt x="23699" y="1729"/>
                      <a:pt x="21812" y="777"/>
                      <a:pt x="21339" y="564"/>
                    </a:cubicBezTo>
                    <a:lnTo>
                      <a:pt x="21339" y="564"/>
                    </a:lnTo>
                    <a:lnTo>
                      <a:pt x="21342" y="567"/>
                    </a:lnTo>
                    <a:cubicBezTo>
                      <a:pt x="20713" y="181"/>
                      <a:pt x="19769" y="1"/>
                      <a:pt x="1879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9" name="Google Shape;7169;p91"/>
              <p:cNvGrpSpPr/>
              <p:nvPr/>
            </p:nvGrpSpPr>
            <p:grpSpPr>
              <a:xfrm>
                <a:off x="-4101375" y="3631363"/>
                <a:ext cx="625475" cy="214625"/>
                <a:chOff x="-4101375" y="3631363"/>
                <a:chExt cx="625475" cy="214625"/>
              </a:xfrm>
            </p:grpSpPr>
            <p:sp>
              <p:nvSpPr>
                <p:cNvPr id="7170" name="Google Shape;7170;p91"/>
                <p:cNvSpPr/>
                <p:nvPr/>
              </p:nvSpPr>
              <p:spPr>
                <a:xfrm>
                  <a:off x="-3769075" y="3646988"/>
                  <a:ext cx="272125" cy="182550"/>
                </a:xfrm>
                <a:custGeom>
                  <a:rect b="b" l="l" r="r" t="t"/>
                  <a:pathLst>
                    <a:path extrusionOk="0" h="7302" w="10885">
                      <a:moveTo>
                        <a:pt x="4996" y="0"/>
                      </a:moveTo>
                      <a:cubicBezTo>
                        <a:pt x="0" y="0"/>
                        <a:pt x="155" y="6941"/>
                        <a:pt x="5390" y="7301"/>
                      </a:cubicBezTo>
                      <a:cubicBezTo>
                        <a:pt x="5403" y="7302"/>
                        <a:pt x="5416" y="7302"/>
                        <a:pt x="5429" y="7302"/>
                      </a:cubicBezTo>
                      <a:cubicBezTo>
                        <a:pt x="10277" y="7302"/>
                        <a:pt x="10885" y="6"/>
                        <a:pt x="5712" y="6"/>
                      </a:cubicBezTo>
                      <a:cubicBezTo>
                        <a:pt x="5610" y="6"/>
                        <a:pt x="5505" y="9"/>
                        <a:pt x="5398" y="15"/>
                      </a:cubicBezTo>
                      <a:cubicBezTo>
                        <a:pt x="5261" y="5"/>
                        <a:pt x="5127" y="0"/>
                        <a:pt x="49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91"/>
                <p:cNvSpPr/>
                <p:nvPr/>
              </p:nvSpPr>
              <p:spPr>
                <a:xfrm>
                  <a:off x="-4075025" y="3647488"/>
                  <a:ext cx="275775" cy="182525"/>
                </a:xfrm>
                <a:custGeom>
                  <a:rect b="b" l="l" r="r" t="t"/>
                  <a:pathLst>
                    <a:path extrusionOk="0" h="7301" w="11031">
                      <a:moveTo>
                        <a:pt x="4920" y="1"/>
                      </a:moveTo>
                      <a:cubicBezTo>
                        <a:pt x="1" y="1"/>
                        <a:pt x="150" y="7165"/>
                        <a:pt x="5280" y="7300"/>
                      </a:cubicBezTo>
                      <a:cubicBezTo>
                        <a:pt x="10169" y="7187"/>
                        <a:pt x="11030" y="7"/>
                        <a:pt x="5587" y="7"/>
                      </a:cubicBezTo>
                      <a:cubicBezTo>
                        <a:pt x="5491" y="7"/>
                        <a:pt x="5393" y="10"/>
                        <a:pt x="5294" y="14"/>
                      </a:cubicBezTo>
                      <a:cubicBezTo>
                        <a:pt x="5166" y="5"/>
                        <a:pt x="5041" y="1"/>
                        <a:pt x="4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91"/>
                <p:cNvSpPr/>
                <p:nvPr/>
              </p:nvSpPr>
              <p:spPr>
                <a:xfrm>
                  <a:off x="-4101375" y="3631363"/>
                  <a:ext cx="625475" cy="214625"/>
                </a:xfrm>
                <a:custGeom>
                  <a:rect b="b" l="l" r="r" t="t"/>
                  <a:pathLst>
                    <a:path extrusionOk="0" h="8585" w="25019">
                      <a:moveTo>
                        <a:pt x="19089" y="899"/>
                      </a:moveTo>
                      <a:cubicBezTo>
                        <a:pt x="22257" y="899"/>
                        <a:pt x="23410" y="4438"/>
                        <a:pt x="21339" y="6590"/>
                      </a:cubicBezTo>
                      <a:cubicBezTo>
                        <a:pt x="20535" y="7345"/>
                        <a:pt x="19640" y="7662"/>
                        <a:pt x="18779" y="7662"/>
                      </a:cubicBezTo>
                      <a:cubicBezTo>
                        <a:pt x="15953" y="7662"/>
                        <a:pt x="13491" y="4258"/>
                        <a:pt x="15782" y="1789"/>
                      </a:cubicBezTo>
                      <a:cubicBezTo>
                        <a:pt x="16394" y="1212"/>
                        <a:pt x="17382" y="917"/>
                        <a:pt x="18683" y="917"/>
                      </a:cubicBezTo>
                      <a:cubicBezTo>
                        <a:pt x="18686" y="917"/>
                        <a:pt x="18688" y="917"/>
                        <a:pt x="18690" y="917"/>
                      </a:cubicBezTo>
                      <a:cubicBezTo>
                        <a:pt x="18826" y="905"/>
                        <a:pt x="18959" y="899"/>
                        <a:pt x="19089" y="899"/>
                      </a:cubicBezTo>
                      <a:close/>
                      <a:moveTo>
                        <a:pt x="6738" y="919"/>
                      </a:moveTo>
                      <a:cubicBezTo>
                        <a:pt x="9953" y="919"/>
                        <a:pt x="11212" y="4231"/>
                        <a:pt x="9064" y="6485"/>
                      </a:cubicBezTo>
                      <a:cubicBezTo>
                        <a:pt x="8211" y="7332"/>
                        <a:pt x="7258" y="7685"/>
                        <a:pt x="6351" y="7685"/>
                      </a:cubicBezTo>
                      <a:cubicBezTo>
                        <a:pt x="3621" y="7685"/>
                        <a:pt x="1316" y="4480"/>
                        <a:pt x="3465" y="1876"/>
                      </a:cubicBezTo>
                      <a:cubicBezTo>
                        <a:pt x="4067" y="1253"/>
                        <a:pt x="5047" y="935"/>
                        <a:pt x="6339" y="935"/>
                      </a:cubicBezTo>
                      <a:cubicBezTo>
                        <a:pt x="6341" y="935"/>
                        <a:pt x="6343" y="935"/>
                        <a:pt x="6346" y="935"/>
                      </a:cubicBezTo>
                      <a:cubicBezTo>
                        <a:pt x="6479" y="924"/>
                        <a:pt x="6610" y="919"/>
                        <a:pt x="6738" y="919"/>
                      </a:cubicBezTo>
                      <a:close/>
                      <a:moveTo>
                        <a:pt x="18790" y="0"/>
                      </a:moveTo>
                      <a:cubicBezTo>
                        <a:pt x="17184" y="0"/>
                        <a:pt x="15484" y="485"/>
                        <a:pt x="14923" y="1348"/>
                      </a:cubicBezTo>
                      <a:cubicBezTo>
                        <a:pt x="14923" y="1348"/>
                        <a:pt x="14758" y="1561"/>
                        <a:pt x="14471" y="1561"/>
                      </a:cubicBezTo>
                      <a:cubicBezTo>
                        <a:pt x="14412" y="1561"/>
                        <a:pt x="14349" y="1552"/>
                        <a:pt x="14282" y="1531"/>
                      </a:cubicBezTo>
                      <a:cubicBezTo>
                        <a:pt x="13854" y="1433"/>
                        <a:pt x="13089" y="1309"/>
                        <a:pt x="12483" y="1309"/>
                      </a:cubicBezTo>
                      <a:cubicBezTo>
                        <a:pt x="12364" y="1309"/>
                        <a:pt x="12251" y="1314"/>
                        <a:pt x="12147" y="1325"/>
                      </a:cubicBezTo>
                      <a:cubicBezTo>
                        <a:pt x="11711" y="1371"/>
                        <a:pt x="10999" y="1451"/>
                        <a:pt x="10726" y="1537"/>
                      </a:cubicBezTo>
                      <a:cubicBezTo>
                        <a:pt x="10659" y="1559"/>
                        <a:pt x="10596" y="1567"/>
                        <a:pt x="10538" y="1567"/>
                      </a:cubicBezTo>
                      <a:cubicBezTo>
                        <a:pt x="10252" y="1567"/>
                        <a:pt x="10085" y="1356"/>
                        <a:pt x="10085" y="1356"/>
                      </a:cubicBezTo>
                      <a:cubicBezTo>
                        <a:pt x="9526" y="499"/>
                        <a:pt x="7839" y="20"/>
                        <a:pt x="6241" y="20"/>
                      </a:cubicBezTo>
                      <a:cubicBezTo>
                        <a:pt x="5253" y="20"/>
                        <a:pt x="4298" y="203"/>
                        <a:pt x="3665" y="593"/>
                      </a:cubicBezTo>
                      <a:cubicBezTo>
                        <a:pt x="3190" y="811"/>
                        <a:pt x="1308" y="1764"/>
                        <a:pt x="832" y="1827"/>
                      </a:cubicBezTo>
                      <a:cubicBezTo>
                        <a:pt x="580" y="1887"/>
                        <a:pt x="140" y="1806"/>
                        <a:pt x="122" y="2158"/>
                      </a:cubicBezTo>
                      <a:cubicBezTo>
                        <a:pt x="1" y="3369"/>
                        <a:pt x="973" y="2296"/>
                        <a:pt x="1386" y="3503"/>
                      </a:cubicBezTo>
                      <a:cubicBezTo>
                        <a:pt x="1840" y="5092"/>
                        <a:pt x="1898" y="6165"/>
                        <a:pt x="3042" y="7281"/>
                      </a:cubicBezTo>
                      <a:cubicBezTo>
                        <a:pt x="3913" y="8149"/>
                        <a:pt x="5102" y="8584"/>
                        <a:pt x="6297" y="8584"/>
                      </a:cubicBezTo>
                      <a:cubicBezTo>
                        <a:pt x="7556" y="8584"/>
                        <a:pt x="8821" y="8101"/>
                        <a:pt x="9725" y="7133"/>
                      </a:cubicBezTo>
                      <a:cubicBezTo>
                        <a:pt x="10871" y="5962"/>
                        <a:pt x="11237" y="4656"/>
                        <a:pt x="10947" y="3231"/>
                      </a:cubicBezTo>
                      <a:cubicBezTo>
                        <a:pt x="10812" y="2346"/>
                        <a:pt x="11653" y="2067"/>
                        <a:pt x="12466" y="2067"/>
                      </a:cubicBezTo>
                      <a:cubicBezTo>
                        <a:pt x="12858" y="2067"/>
                        <a:pt x="13243" y="2132"/>
                        <a:pt x="13510" y="2225"/>
                      </a:cubicBezTo>
                      <a:cubicBezTo>
                        <a:pt x="14409" y="2556"/>
                        <a:pt x="13939" y="3592"/>
                        <a:pt x="13982" y="4292"/>
                      </a:cubicBezTo>
                      <a:cubicBezTo>
                        <a:pt x="14198" y="7032"/>
                        <a:pt x="16504" y="8537"/>
                        <a:pt x="18777" y="8537"/>
                      </a:cubicBezTo>
                      <a:cubicBezTo>
                        <a:pt x="20703" y="8537"/>
                        <a:pt x="22607" y="7455"/>
                        <a:pt x="23193" y="5126"/>
                      </a:cubicBezTo>
                      <a:lnTo>
                        <a:pt x="23193" y="5126"/>
                      </a:lnTo>
                      <a:cubicBezTo>
                        <a:pt x="23193" y="5129"/>
                        <a:pt x="23193" y="5131"/>
                        <a:pt x="23193" y="5131"/>
                      </a:cubicBezTo>
                      <a:cubicBezTo>
                        <a:pt x="23263" y="4880"/>
                        <a:pt x="23476" y="4071"/>
                        <a:pt x="23633" y="3471"/>
                      </a:cubicBezTo>
                      <a:cubicBezTo>
                        <a:pt x="24036" y="2264"/>
                        <a:pt x="25018" y="3323"/>
                        <a:pt x="24888" y="2118"/>
                      </a:cubicBezTo>
                      <a:cubicBezTo>
                        <a:pt x="24874" y="1763"/>
                        <a:pt x="24425" y="1851"/>
                        <a:pt x="24178" y="1790"/>
                      </a:cubicBezTo>
                      <a:cubicBezTo>
                        <a:pt x="23699" y="1728"/>
                        <a:pt x="21812" y="777"/>
                        <a:pt x="21339" y="563"/>
                      </a:cubicBezTo>
                      <a:lnTo>
                        <a:pt x="21339" y="563"/>
                      </a:lnTo>
                      <a:lnTo>
                        <a:pt x="21342" y="566"/>
                      </a:lnTo>
                      <a:cubicBezTo>
                        <a:pt x="20713" y="181"/>
                        <a:pt x="19769" y="0"/>
                        <a:pt x="187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91"/>
                <p:cNvSpPr/>
                <p:nvPr/>
              </p:nvSpPr>
              <p:spPr>
                <a:xfrm>
                  <a:off x="-3523900" y="3681088"/>
                  <a:ext cx="18375" cy="17675"/>
                </a:xfrm>
                <a:custGeom>
                  <a:rect b="b" l="l" r="r" t="t"/>
                  <a:pathLst>
                    <a:path extrusionOk="0" h="707" w="735">
                      <a:moveTo>
                        <a:pt x="367" y="0"/>
                      </a:moveTo>
                      <a:cubicBezTo>
                        <a:pt x="184" y="0"/>
                        <a:pt x="1" y="118"/>
                        <a:pt x="4" y="353"/>
                      </a:cubicBezTo>
                      <a:cubicBezTo>
                        <a:pt x="1" y="589"/>
                        <a:pt x="184" y="706"/>
                        <a:pt x="368" y="706"/>
                      </a:cubicBezTo>
                      <a:cubicBezTo>
                        <a:pt x="551" y="706"/>
                        <a:pt x="734" y="589"/>
                        <a:pt x="731" y="353"/>
                      </a:cubicBezTo>
                      <a:cubicBezTo>
                        <a:pt x="734" y="118"/>
                        <a:pt x="550" y="0"/>
                        <a:pt x="3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91"/>
                <p:cNvSpPr/>
                <p:nvPr/>
              </p:nvSpPr>
              <p:spPr>
                <a:xfrm>
                  <a:off x="-4071925" y="3681088"/>
                  <a:ext cx="18350" cy="17675"/>
                </a:xfrm>
                <a:custGeom>
                  <a:rect b="b" l="l" r="r" t="t"/>
                  <a:pathLst>
                    <a:path extrusionOk="0" h="707" w="734">
                      <a:moveTo>
                        <a:pt x="367" y="0"/>
                      </a:moveTo>
                      <a:cubicBezTo>
                        <a:pt x="184" y="0"/>
                        <a:pt x="0" y="118"/>
                        <a:pt x="3" y="353"/>
                      </a:cubicBezTo>
                      <a:cubicBezTo>
                        <a:pt x="0" y="589"/>
                        <a:pt x="184" y="706"/>
                        <a:pt x="367" y="706"/>
                      </a:cubicBezTo>
                      <a:cubicBezTo>
                        <a:pt x="550" y="706"/>
                        <a:pt x="734" y="589"/>
                        <a:pt x="730" y="353"/>
                      </a:cubicBezTo>
                      <a:cubicBezTo>
                        <a:pt x="734" y="118"/>
                        <a:pt x="550" y="0"/>
                        <a:pt x="3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75" name="Google Shape;7175;p91"/>
            <p:cNvGrpSpPr/>
            <p:nvPr/>
          </p:nvGrpSpPr>
          <p:grpSpPr>
            <a:xfrm>
              <a:off x="141670" y="4265372"/>
              <a:ext cx="500560" cy="472885"/>
              <a:chOff x="-1174275" y="581450"/>
              <a:chExt cx="370100" cy="349638"/>
            </a:xfrm>
          </p:grpSpPr>
          <p:sp>
            <p:nvSpPr>
              <p:cNvPr id="7176" name="Google Shape;7176;p91"/>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91"/>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8" name="Google Shape;7178;p91"/>
            <p:cNvGrpSpPr/>
            <p:nvPr/>
          </p:nvGrpSpPr>
          <p:grpSpPr>
            <a:xfrm>
              <a:off x="7957878" y="89620"/>
              <a:ext cx="311019" cy="311110"/>
              <a:chOff x="5038846" y="235350"/>
              <a:chExt cx="158691" cy="158738"/>
            </a:xfrm>
          </p:grpSpPr>
          <p:sp>
            <p:nvSpPr>
              <p:cNvPr id="7179" name="Google Shape;7179;p91"/>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91"/>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91"/>
            <p:cNvGrpSpPr/>
            <p:nvPr/>
          </p:nvGrpSpPr>
          <p:grpSpPr>
            <a:xfrm>
              <a:off x="90103" y="469620"/>
              <a:ext cx="311019" cy="311110"/>
              <a:chOff x="5038846" y="235350"/>
              <a:chExt cx="158691" cy="158738"/>
            </a:xfrm>
          </p:grpSpPr>
          <p:sp>
            <p:nvSpPr>
              <p:cNvPr id="7182" name="Google Shape;7182;p91"/>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91"/>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7184" name="Shape 7184"/>
        <p:cNvGrpSpPr/>
        <p:nvPr/>
      </p:nvGrpSpPr>
      <p:grpSpPr>
        <a:xfrm>
          <a:off x="0" y="0"/>
          <a:ext cx="0" cy="0"/>
          <a:chOff x="0" y="0"/>
          <a:chExt cx="0" cy="0"/>
        </a:xfrm>
      </p:grpSpPr>
      <p:sp>
        <p:nvSpPr>
          <p:cNvPr id="7185" name="Google Shape;7185;p9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7186" name="Google Shape;7186;p92"/>
          <p:cNvSpPr txBox="1"/>
          <p:nvPr>
            <p:ph idx="1" type="subTitle"/>
          </p:nvPr>
        </p:nvSpPr>
        <p:spPr>
          <a:xfrm>
            <a:off x="2143337" y="2199688"/>
            <a:ext cx="23292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187" name="Google Shape;7187;p92"/>
          <p:cNvSpPr txBox="1"/>
          <p:nvPr>
            <p:ph idx="2" type="subTitle"/>
          </p:nvPr>
        </p:nvSpPr>
        <p:spPr>
          <a:xfrm>
            <a:off x="4671464" y="2199688"/>
            <a:ext cx="2329200" cy="5487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188" name="Google Shape;7188;p92"/>
          <p:cNvSpPr txBox="1"/>
          <p:nvPr>
            <p:ph idx="3" type="subTitle"/>
          </p:nvPr>
        </p:nvSpPr>
        <p:spPr>
          <a:xfrm>
            <a:off x="2143337" y="3373525"/>
            <a:ext cx="23292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189" name="Google Shape;7189;p92"/>
          <p:cNvSpPr txBox="1"/>
          <p:nvPr>
            <p:ph idx="4" type="subTitle"/>
          </p:nvPr>
        </p:nvSpPr>
        <p:spPr>
          <a:xfrm>
            <a:off x="4671464" y="3373525"/>
            <a:ext cx="2329200" cy="5487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190" name="Google Shape;7190;p92"/>
          <p:cNvSpPr txBox="1"/>
          <p:nvPr>
            <p:ph idx="5" type="subTitle"/>
          </p:nvPr>
        </p:nvSpPr>
        <p:spPr>
          <a:xfrm>
            <a:off x="2143337" y="1894888"/>
            <a:ext cx="2329200" cy="457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191" name="Google Shape;7191;p92"/>
          <p:cNvSpPr txBox="1"/>
          <p:nvPr>
            <p:ph idx="6" type="subTitle"/>
          </p:nvPr>
        </p:nvSpPr>
        <p:spPr>
          <a:xfrm>
            <a:off x="2143337" y="3068800"/>
            <a:ext cx="2329200" cy="457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192" name="Google Shape;7192;p92"/>
          <p:cNvSpPr txBox="1"/>
          <p:nvPr>
            <p:ph idx="7" type="subTitle"/>
          </p:nvPr>
        </p:nvSpPr>
        <p:spPr>
          <a:xfrm>
            <a:off x="4671460" y="1894888"/>
            <a:ext cx="2329200" cy="457200"/>
          </a:xfrm>
          <a:prstGeom prst="rect">
            <a:avLst/>
          </a:prstGeom>
        </p:spPr>
        <p:txBody>
          <a:bodyPr anchorCtr="0" anchor="b" bIns="91425" lIns="91425" spcFirstLastPara="1" rIns="91425" wrap="square" tIns="91425">
            <a:noAutofit/>
          </a:bodyPr>
          <a:lstStyle>
            <a:lvl1pPr lvl="0" algn="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193" name="Google Shape;7193;p92"/>
          <p:cNvSpPr txBox="1"/>
          <p:nvPr>
            <p:ph idx="8" type="subTitle"/>
          </p:nvPr>
        </p:nvSpPr>
        <p:spPr>
          <a:xfrm>
            <a:off x="4671460" y="3068800"/>
            <a:ext cx="2329200" cy="457200"/>
          </a:xfrm>
          <a:prstGeom prst="rect">
            <a:avLst/>
          </a:prstGeom>
        </p:spPr>
        <p:txBody>
          <a:bodyPr anchorCtr="0" anchor="b" bIns="91425" lIns="91425" spcFirstLastPara="1" rIns="91425" wrap="square" tIns="91425">
            <a:noAutofit/>
          </a:bodyPr>
          <a:lstStyle>
            <a:lvl1pPr lvl="0" algn="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7194" name="Google Shape;7194;p92"/>
          <p:cNvGrpSpPr/>
          <p:nvPr/>
        </p:nvGrpSpPr>
        <p:grpSpPr>
          <a:xfrm>
            <a:off x="-65456" y="120710"/>
            <a:ext cx="9395625" cy="4925633"/>
            <a:chOff x="-65456" y="120710"/>
            <a:chExt cx="9395625" cy="4925633"/>
          </a:xfrm>
        </p:grpSpPr>
        <p:grpSp>
          <p:nvGrpSpPr>
            <p:cNvPr id="7195" name="Google Shape;7195;p92"/>
            <p:cNvGrpSpPr/>
            <p:nvPr/>
          </p:nvGrpSpPr>
          <p:grpSpPr>
            <a:xfrm>
              <a:off x="4212491" y="4690940"/>
              <a:ext cx="719021" cy="355403"/>
              <a:chOff x="3442209" y="513788"/>
              <a:chExt cx="366866" cy="181338"/>
            </a:xfrm>
          </p:grpSpPr>
          <p:sp>
            <p:nvSpPr>
              <p:cNvPr id="7196" name="Google Shape;7196;p92"/>
              <p:cNvSpPr/>
              <p:nvPr/>
            </p:nvSpPr>
            <p:spPr>
              <a:xfrm>
                <a:off x="3442209" y="513788"/>
                <a:ext cx="365475" cy="179900"/>
              </a:xfrm>
              <a:custGeom>
                <a:rect b="b" l="l" r="r" t="t"/>
                <a:pathLst>
                  <a:path extrusionOk="0" h="7196" w="14619">
                    <a:moveTo>
                      <a:pt x="7310" y="1"/>
                    </a:moveTo>
                    <a:cubicBezTo>
                      <a:pt x="3273" y="2"/>
                      <a:pt x="1" y="3510"/>
                      <a:pt x="1" y="3510"/>
                    </a:cubicBezTo>
                    <a:cubicBezTo>
                      <a:pt x="82" y="3487"/>
                      <a:pt x="164" y="3466"/>
                      <a:pt x="244" y="3443"/>
                    </a:cubicBezTo>
                    <a:lnTo>
                      <a:pt x="244" y="3443"/>
                    </a:lnTo>
                    <a:cubicBezTo>
                      <a:pt x="85" y="3595"/>
                      <a:pt x="1" y="3687"/>
                      <a:pt x="1" y="3687"/>
                    </a:cubicBezTo>
                    <a:cubicBezTo>
                      <a:pt x="1" y="3687"/>
                      <a:pt x="3273" y="7196"/>
                      <a:pt x="7310" y="7196"/>
                    </a:cubicBezTo>
                    <a:cubicBezTo>
                      <a:pt x="11346" y="7196"/>
                      <a:pt x="14619" y="3687"/>
                      <a:pt x="14619" y="3687"/>
                    </a:cubicBezTo>
                    <a:cubicBezTo>
                      <a:pt x="14619" y="3687"/>
                      <a:pt x="14532" y="3594"/>
                      <a:pt x="14371" y="3440"/>
                    </a:cubicBezTo>
                    <a:lnTo>
                      <a:pt x="14371" y="3440"/>
                    </a:lnTo>
                    <a:cubicBezTo>
                      <a:pt x="14454" y="3463"/>
                      <a:pt x="14536" y="3486"/>
                      <a:pt x="14619" y="3509"/>
                    </a:cubicBezTo>
                    <a:cubicBezTo>
                      <a:pt x="14619" y="3509"/>
                      <a:pt x="11346" y="1"/>
                      <a:pt x="731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92"/>
              <p:cNvSpPr/>
              <p:nvPr/>
            </p:nvSpPr>
            <p:spPr>
              <a:xfrm>
                <a:off x="3443600" y="519675"/>
                <a:ext cx="365475" cy="175450"/>
              </a:xfrm>
              <a:custGeom>
                <a:rect b="b" l="l" r="r" t="t"/>
                <a:pathLst>
                  <a:path extrusionOk="0" h="7018" w="14619">
                    <a:moveTo>
                      <a:pt x="7309" y="0"/>
                    </a:moveTo>
                    <a:cubicBezTo>
                      <a:pt x="3273" y="0"/>
                      <a:pt x="0" y="3509"/>
                      <a:pt x="0" y="3509"/>
                    </a:cubicBezTo>
                    <a:cubicBezTo>
                      <a:pt x="0" y="3509"/>
                      <a:pt x="3273" y="7018"/>
                      <a:pt x="7309" y="7018"/>
                    </a:cubicBezTo>
                    <a:cubicBezTo>
                      <a:pt x="11346" y="7018"/>
                      <a:pt x="14618" y="3509"/>
                      <a:pt x="14618" y="3509"/>
                    </a:cubicBezTo>
                    <a:cubicBezTo>
                      <a:pt x="14618" y="3509"/>
                      <a:pt x="11346"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92"/>
              <p:cNvSpPr/>
              <p:nvPr/>
            </p:nvSpPr>
            <p:spPr>
              <a:xfrm>
                <a:off x="3549550" y="530625"/>
                <a:ext cx="153525" cy="153550"/>
              </a:xfrm>
              <a:custGeom>
                <a:rect b="b" l="l" r="r" t="t"/>
                <a:pathLst>
                  <a:path extrusionOk="0" h="6142" w="6141">
                    <a:moveTo>
                      <a:pt x="3071" y="1"/>
                    </a:moveTo>
                    <a:cubicBezTo>
                      <a:pt x="1375" y="1"/>
                      <a:pt x="1" y="1374"/>
                      <a:pt x="1" y="3071"/>
                    </a:cubicBezTo>
                    <a:cubicBezTo>
                      <a:pt x="1" y="4766"/>
                      <a:pt x="1375" y="6141"/>
                      <a:pt x="3071" y="6141"/>
                    </a:cubicBezTo>
                    <a:cubicBezTo>
                      <a:pt x="4766" y="6141"/>
                      <a:pt x="6141" y="4766"/>
                      <a:pt x="6141" y="3071"/>
                    </a:cubicBezTo>
                    <a:cubicBezTo>
                      <a:pt x="6141" y="1374"/>
                      <a:pt x="4766"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92"/>
              <p:cNvSpPr/>
              <p:nvPr/>
            </p:nvSpPr>
            <p:spPr>
              <a:xfrm>
                <a:off x="3562700" y="547025"/>
                <a:ext cx="127200" cy="120775"/>
              </a:xfrm>
              <a:custGeom>
                <a:rect b="b" l="l" r="r" t="t"/>
                <a:pathLst>
                  <a:path extrusionOk="0" h="4831" w="5088">
                    <a:moveTo>
                      <a:pt x="2545" y="1"/>
                    </a:moveTo>
                    <a:cubicBezTo>
                      <a:pt x="2345" y="1"/>
                      <a:pt x="2144" y="128"/>
                      <a:pt x="2113" y="383"/>
                    </a:cubicBezTo>
                    <a:cubicBezTo>
                      <a:pt x="2085" y="616"/>
                      <a:pt x="1887" y="766"/>
                      <a:pt x="1680" y="766"/>
                    </a:cubicBezTo>
                    <a:cubicBezTo>
                      <a:pt x="1588" y="766"/>
                      <a:pt x="1494" y="737"/>
                      <a:pt x="1413" y="673"/>
                    </a:cubicBezTo>
                    <a:cubicBezTo>
                      <a:pt x="1326" y="604"/>
                      <a:pt x="1233" y="575"/>
                      <a:pt x="1145" y="575"/>
                    </a:cubicBezTo>
                    <a:cubicBezTo>
                      <a:pt x="822" y="575"/>
                      <a:pt x="553" y="966"/>
                      <a:pt x="803" y="1283"/>
                    </a:cubicBezTo>
                    <a:cubicBezTo>
                      <a:pt x="1011" y="1550"/>
                      <a:pt x="849" y="1943"/>
                      <a:pt x="512" y="1983"/>
                    </a:cubicBezTo>
                    <a:cubicBezTo>
                      <a:pt x="1" y="2045"/>
                      <a:pt x="1" y="2786"/>
                      <a:pt x="512" y="2846"/>
                    </a:cubicBezTo>
                    <a:cubicBezTo>
                      <a:pt x="849" y="2888"/>
                      <a:pt x="1011" y="3280"/>
                      <a:pt x="803" y="3547"/>
                    </a:cubicBezTo>
                    <a:cubicBezTo>
                      <a:pt x="553" y="3864"/>
                      <a:pt x="822" y="4255"/>
                      <a:pt x="1145" y="4255"/>
                    </a:cubicBezTo>
                    <a:cubicBezTo>
                      <a:pt x="1233" y="4255"/>
                      <a:pt x="1326" y="4225"/>
                      <a:pt x="1413" y="4157"/>
                    </a:cubicBezTo>
                    <a:cubicBezTo>
                      <a:pt x="1494" y="4093"/>
                      <a:pt x="1588" y="4064"/>
                      <a:pt x="1680" y="4064"/>
                    </a:cubicBezTo>
                    <a:cubicBezTo>
                      <a:pt x="1887" y="4064"/>
                      <a:pt x="2085" y="4214"/>
                      <a:pt x="2113" y="4448"/>
                    </a:cubicBezTo>
                    <a:cubicBezTo>
                      <a:pt x="2144" y="4703"/>
                      <a:pt x="2344" y="4830"/>
                      <a:pt x="2545" y="4830"/>
                    </a:cubicBezTo>
                    <a:cubicBezTo>
                      <a:pt x="2745" y="4830"/>
                      <a:pt x="2946" y="4703"/>
                      <a:pt x="2976" y="4448"/>
                    </a:cubicBezTo>
                    <a:cubicBezTo>
                      <a:pt x="3005" y="4214"/>
                      <a:pt x="3202" y="4064"/>
                      <a:pt x="3410" y="4064"/>
                    </a:cubicBezTo>
                    <a:cubicBezTo>
                      <a:pt x="3502" y="4064"/>
                      <a:pt x="3595" y="4093"/>
                      <a:pt x="3677" y="4157"/>
                    </a:cubicBezTo>
                    <a:cubicBezTo>
                      <a:pt x="3764" y="4225"/>
                      <a:pt x="3856" y="4255"/>
                      <a:pt x="3944" y="4255"/>
                    </a:cubicBezTo>
                    <a:cubicBezTo>
                      <a:pt x="4267" y="4255"/>
                      <a:pt x="4535" y="3864"/>
                      <a:pt x="4287" y="3547"/>
                    </a:cubicBezTo>
                    <a:cubicBezTo>
                      <a:pt x="4077" y="3280"/>
                      <a:pt x="4240" y="2886"/>
                      <a:pt x="4577" y="2846"/>
                    </a:cubicBezTo>
                    <a:cubicBezTo>
                      <a:pt x="5088" y="2784"/>
                      <a:pt x="5088" y="2044"/>
                      <a:pt x="4577" y="1983"/>
                    </a:cubicBezTo>
                    <a:cubicBezTo>
                      <a:pt x="4240" y="1942"/>
                      <a:pt x="4077" y="1550"/>
                      <a:pt x="4287" y="1283"/>
                    </a:cubicBezTo>
                    <a:cubicBezTo>
                      <a:pt x="4535" y="966"/>
                      <a:pt x="4266" y="575"/>
                      <a:pt x="3944" y="575"/>
                    </a:cubicBezTo>
                    <a:cubicBezTo>
                      <a:pt x="3856" y="575"/>
                      <a:pt x="3764" y="605"/>
                      <a:pt x="3677" y="673"/>
                    </a:cubicBezTo>
                    <a:cubicBezTo>
                      <a:pt x="3595" y="737"/>
                      <a:pt x="3501" y="766"/>
                      <a:pt x="3410" y="766"/>
                    </a:cubicBezTo>
                    <a:cubicBezTo>
                      <a:pt x="3202" y="766"/>
                      <a:pt x="3004" y="616"/>
                      <a:pt x="2976" y="383"/>
                    </a:cubicBezTo>
                    <a:cubicBezTo>
                      <a:pt x="2946" y="128"/>
                      <a:pt x="2745" y="1"/>
                      <a:pt x="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92"/>
              <p:cNvSpPr/>
              <p:nvPr/>
            </p:nvSpPr>
            <p:spPr>
              <a:xfrm>
                <a:off x="3600975" y="582025"/>
                <a:ext cx="50725" cy="50725"/>
              </a:xfrm>
              <a:custGeom>
                <a:rect b="b" l="l" r="r" t="t"/>
                <a:pathLst>
                  <a:path extrusionOk="0" h="2029" w="2029">
                    <a:moveTo>
                      <a:pt x="1014" y="0"/>
                    </a:moveTo>
                    <a:cubicBezTo>
                      <a:pt x="454" y="0"/>
                      <a:pt x="0" y="454"/>
                      <a:pt x="0" y="1015"/>
                    </a:cubicBezTo>
                    <a:cubicBezTo>
                      <a:pt x="0" y="1574"/>
                      <a:pt x="454" y="2028"/>
                      <a:pt x="1014" y="2028"/>
                    </a:cubicBezTo>
                    <a:cubicBezTo>
                      <a:pt x="1574" y="2028"/>
                      <a:pt x="2028" y="1574"/>
                      <a:pt x="2028" y="1015"/>
                    </a:cubicBezTo>
                    <a:cubicBezTo>
                      <a:pt x="2028" y="454"/>
                      <a:pt x="1574" y="0"/>
                      <a:pt x="1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92"/>
              <p:cNvSpPr/>
              <p:nvPr/>
            </p:nvSpPr>
            <p:spPr>
              <a:xfrm>
                <a:off x="3443600" y="515225"/>
                <a:ext cx="365475" cy="87750"/>
              </a:xfrm>
              <a:custGeom>
                <a:rect b="b" l="l" r="r" t="t"/>
                <a:pathLst>
                  <a:path extrusionOk="0" h="3510" w="14619">
                    <a:moveTo>
                      <a:pt x="7309" y="1"/>
                    </a:moveTo>
                    <a:cubicBezTo>
                      <a:pt x="3273" y="1"/>
                      <a:pt x="0" y="3509"/>
                      <a:pt x="0" y="3509"/>
                    </a:cubicBezTo>
                    <a:cubicBezTo>
                      <a:pt x="2504" y="2781"/>
                      <a:pt x="4955" y="2431"/>
                      <a:pt x="7357" y="2431"/>
                    </a:cubicBezTo>
                    <a:cubicBezTo>
                      <a:pt x="9828" y="2431"/>
                      <a:pt x="12247" y="2801"/>
                      <a:pt x="14618" y="3509"/>
                    </a:cubicBezTo>
                    <a:cubicBezTo>
                      <a:pt x="14618" y="3509"/>
                      <a:pt x="11346" y="1"/>
                      <a:pt x="7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2" name="Google Shape;7202;p92"/>
            <p:cNvGrpSpPr/>
            <p:nvPr/>
          </p:nvGrpSpPr>
          <p:grpSpPr>
            <a:xfrm>
              <a:off x="-65456" y="182205"/>
              <a:ext cx="659916" cy="714595"/>
              <a:chOff x="-2686850" y="3696525"/>
              <a:chExt cx="332050" cy="359563"/>
            </a:xfrm>
          </p:grpSpPr>
          <p:sp>
            <p:nvSpPr>
              <p:cNvPr id="7203" name="Google Shape;7203;p92"/>
              <p:cNvSpPr/>
              <p:nvPr/>
            </p:nvSpPr>
            <p:spPr>
              <a:xfrm>
                <a:off x="-2686850" y="3696525"/>
                <a:ext cx="332050" cy="359525"/>
              </a:xfrm>
              <a:custGeom>
                <a:rect b="b" l="l" r="r" t="t"/>
                <a:pathLst>
                  <a:path extrusionOk="0" h="14381" w="13282">
                    <a:moveTo>
                      <a:pt x="12504" y="10802"/>
                    </a:moveTo>
                    <a:lnTo>
                      <a:pt x="12497" y="10829"/>
                    </a:lnTo>
                    <a:lnTo>
                      <a:pt x="12497" y="10806"/>
                    </a:lnTo>
                    <a:lnTo>
                      <a:pt x="12504" y="10802"/>
                    </a:lnTo>
                    <a:close/>
                    <a:moveTo>
                      <a:pt x="6678" y="1"/>
                    </a:moveTo>
                    <a:cubicBezTo>
                      <a:pt x="4442" y="1"/>
                      <a:pt x="2280" y="1136"/>
                      <a:pt x="1036" y="2962"/>
                    </a:cubicBezTo>
                    <a:cubicBezTo>
                      <a:pt x="902" y="3158"/>
                      <a:pt x="912" y="3410"/>
                      <a:pt x="1042" y="3594"/>
                    </a:cubicBezTo>
                    <a:cubicBezTo>
                      <a:pt x="505" y="4550"/>
                      <a:pt x="247" y="5625"/>
                      <a:pt x="300" y="6729"/>
                    </a:cubicBezTo>
                    <a:cubicBezTo>
                      <a:pt x="352" y="7770"/>
                      <a:pt x="675" y="10117"/>
                      <a:pt x="739" y="10573"/>
                    </a:cubicBezTo>
                    <a:lnTo>
                      <a:pt x="739" y="10663"/>
                    </a:lnTo>
                    <a:lnTo>
                      <a:pt x="256" y="8957"/>
                    </a:lnTo>
                    <a:cubicBezTo>
                      <a:pt x="241" y="8903"/>
                      <a:pt x="192" y="8868"/>
                      <a:pt x="138" y="8868"/>
                    </a:cubicBezTo>
                    <a:cubicBezTo>
                      <a:pt x="126" y="8868"/>
                      <a:pt x="115" y="8869"/>
                      <a:pt x="103" y="8873"/>
                    </a:cubicBezTo>
                    <a:cubicBezTo>
                      <a:pt x="37" y="8890"/>
                      <a:pt x="0" y="8958"/>
                      <a:pt x="19" y="9024"/>
                    </a:cubicBezTo>
                    <a:lnTo>
                      <a:pt x="738" y="11566"/>
                    </a:lnTo>
                    <a:lnTo>
                      <a:pt x="738" y="12528"/>
                    </a:lnTo>
                    <a:lnTo>
                      <a:pt x="738" y="13556"/>
                    </a:lnTo>
                    <a:lnTo>
                      <a:pt x="738" y="13808"/>
                    </a:lnTo>
                    <a:lnTo>
                      <a:pt x="1665" y="13808"/>
                    </a:lnTo>
                    <a:lnTo>
                      <a:pt x="1665" y="14373"/>
                    </a:lnTo>
                    <a:lnTo>
                      <a:pt x="1947" y="14373"/>
                    </a:lnTo>
                    <a:lnTo>
                      <a:pt x="1947" y="14380"/>
                    </a:lnTo>
                    <a:lnTo>
                      <a:pt x="2635" y="14380"/>
                    </a:lnTo>
                    <a:lnTo>
                      <a:pt x="2635" y="14369"/>
                    </a:lnTo>
                    <a:cubicBezTo>
                      <a:pt x="3018" y="14307"/>
                      <a:pt x="3314" y="13987"/>
                      <a:pt x="3411" y="13555"/>
                    </a:cubicBezTo>
                    <a:cubicBezTo>
                      <a:pt x="3433" y="13457"/>
                      <a:pt x="3446" y="13353"/>
                      <a:pt x="3446" y="13245"/>
                    </a:cubicBezTo>
                    <a:lnTo>
                      <a:pt x="3446" y="12527"/>
                    </a:lnTo>
                    <a:lnTo>
                      <a:pt x="3446" y="11097"/>
                    </a:lnTo>
                    <a:cubicBezTo>
                      <a:pt x="3446" y="10515"/>
                      <a:pt x="3105" y="10039"/>
                      <a:pt x="2635" y="9961"/>
                    </a:cubicBezTo>
                    <a:lnTo>
                      <a:pt x="2635" y="9948"/>
                    </a:lnTo>
                    <a:lnTo>
                      <a:pt x="1985" y="9948"/>
                    </a:lnTo>
                    <a:lnTo>
                      <a:pt x="1985" y="9942"/>
                    </a:lnTo>
                    <a:lnTo>
                      <a:pt x="1665" y="9942"/>
                    </a:lnTo>
                    <a:lnTo>
                      <a:pt x="1665" y="10506"/>
                    </a:lnTo>
                    <a:lnTo>
                      <a:pt x="1165" y="10506"/>
                    </a:lnTo>
                    <a:cubicBezTo>
                      <a:pt x="1100" y="10047"/>
                      <a:pt x="780" y="7711"/>
                      <a:pt x="731" y="6704"/>
                    </a:cubicBezTo>
                    <a:cubicBezTo>
                      <a:pt x="680" y="5690"/>
                      <a:pt x="918" y="4700"/>
                      <a:pt x="1409" y="3819"/>
                    </a:cubicBezTo>
                    <a:cubicBezTo>
                      <a:pt x="1438" y="3823"/>
                      <a:pt x="1466" y="3825"/>
                      <a:pt x="1494" y="3825"/>
                    </a:cubicBezTo>
                    <a:cubicBezTo>
                      <a:pt x="1671" y="3825"/>
                      <a:pt x="1845" y="3741"/>
                      <a:pt x="1952" y="3583"/>
                    </a:cubicBezTo>
                    <a:cubicBezTo>
                      <a:pt x="2992" y="2056"/>
                      <a:pt x="4803" y="1106"/>
                      <a:pt x="6678" y="1106"/>
                    </a:cubicBezTo>
                    <a:cubicBezTo>
                      <a:pt x="8431" y="1106"/>
                      <a:pt x="10117" y="1922"/>
                      <a:pt x="11187" y="3286"/>
                    </a:cubicBezTo>
                    <a:cubicBezTo>
                      <a:pt x="11297" y="3426"/>
                      <a:pt x="11458" y="3497"/>
                      <a:pt x="11621" y="3497"/>
                    </a:cubicBezTo>
                    <a:cubicBezTo>
                      <a:pt x="11663" y="3497"/>
                      <a:pt x="11704" y="3493"/>
                      <a:pt x="11744" y="3484"/>
                    </a:cubicBezTo>
                    <a:cubicBezTo>
                      <a:pt x="12373" y="4446"/>
                      <a:pt x="12682" y="5559"/>
                      <a:pt x="12626" y="6704"/>
                    </a:cubicBezTo>
                    <a:cubicBezTo>
                      <a:pt x="12576" y="7711"/>
                      <a:pt x="12255" y="10047"/>
                      <a:pt x="12191" y="10506"/>
                    </a:cubicBezTo>
                    <a:lnTo>
                      <a:pt x="11569" y="10506"/>
                    </a:lnTo>
                    <a:lnTo>
                      <a:pt x="11569" y="9942"/>
                    </a:lnTo>
                    <a:lnTo>
                      <a:pt x="11249" y="9942"/>
                    </a:lnTo>
                    <a:lnTo>
                      <a:pt x="11249" y="9948"/>
                    </a:lnTo>
                    <a:lnTo>
                      <a:pt x="10602" y="9948"/>
                    </a:lnTo>
                    <a:lnTo>
                      <a:pt x="10602" y="9961"/>
                    </a:lnTo>
                    <a:cubicBezTo>
                      <a:pt x="10130" y="10039"/>
                      <a:pt x="9790" y="10515"/>
                      <a:pt x="9790" y="11097"/>
                    </a:cubicBezTo>
                    <a:lnTo>
                      <a:pt x="9790" y="12526"/>
                    </a:lnTo>
                    <a:lnTo>
                      <a:pt x="9790" y="13244"/>
                    </a:lnTo>
                    <a:cubicBezTo>
                      <a:pt x="9790" y="13353"/>
                      <a:pt x="9803" y="13456"/>
                      <a:pt x="9825" y="13554"/>
                    </a:cubicBezTo>
                    <a:cubicBezTo>
                      <a:pt x="9922" y="13984"/>
                      <a:pt x="10218" y="14306"/>
                      <a:pt x="10602" y="14368"/>
                    </a:cubicBezTo>
                    <a:lnTo>
                      <a:pt x="10602" y="14379"/>
                    </a:lnTo>
                    <a:lnTo>
                      <a:pt x="11289" y="14379"/>
                    </a:lnTo>
                    <a:lnTo>
                      <a:pt x="11289" y="14371"/>
                    </a:lnTo>
                    <a:lnTo>
                      <a:pt x="11572" y="14371"/>
                    </a:lnTo>
                    <a:lnTo>
                      <a:pt x="11572" y="13807"/>
                    </a:lnTo>
                    <a:lnTo>
                      <a:pt x="12498" y="13807"/>
                    </a:lnTo>
                    <a:lnTo>
                      <a:pt x="12498" y="13555"/>
                    </a:lnTo>
                    <a:lnTo>
                      <a:pt x="12498" y="12527"/>
                    </a:lnTo>
                    <a:lnTo>
                      <a:pt x="12498" y="11733"/>
                    </a:lnTo>
                    <a:lnTo>
                      <a:pt x="13265" y="9024"/>
                    </a:lnTo>
                    <a:cubicBezTo>
                      <a:pt x="13282" y="8957"/>
                      <a:pt x="13245" y="8889"/>
                      <a:pt x="13179" y="8871"/>
                    </a:cubicBezTo>
                    <a:cubicBezTo>
                      <a:pt x="13168" y="8868"/>
                      <a:pt x="13157" y="8866"/>
                      <a:pt x="13146" y="8866"/>
                    </a:cubicBezTo>
                    <a:cubicBezTo>
                      <a:pt x="13092" y="8866"/>
                      <a:pt x="13042" y="8901"/>
                      <a:pt x="13027" y="8956"/>
                    </a:cubicBezTo>
                    <a:lnTo>
                      <a:pt x="12664" y="10236"/>
                    </a:lnTo>
                    <a:cubicBezTo>
                      <a:pt x="12775" y="9420"/>
                      <a:pt x="13013" y="7608"/>
                      <a:pt x="13056" y="6728"/>
                    </a:cubicBezTo>
                    <a:cubicBezTo>
                      <a:pt x="13118" y="5484"/>
                      <a:pt x="12780" y="4275"/>
                      <a:pt x="12095" y="3234"/>
                    </a:cubicBezTo>
                    <a:cubicBezTo>
                      <a:pt x="12211" y="3042"/>
                      <a:pt x="12205" y="2791"/>
                      <a:pt x="12058" y="2604"/>
                    </a:cubicBezTo>
                    <a:cubicBezTo>
                      <a:pt x="10778" y="974"/>
                      <a:pt x="8767" y="1"/>
                      <a:pt x="6678"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4" name="Google Shape;7204;p92"/>
              <p:cNvGrpSpPr/>
              <p:nvPr/>
            </p:nvGrpSpPr>
            <p:grpSpPr>
              <a:xfrm>
                <a:off x="-2686850" y="3696563"/>
                <a:ext cx="332050" cy="359525"/>
                <a:chOff x="-2348725" y="2237525"/>
                <a:chExt cx="332050" cy="359525"/>
              </a:xfrm>
            </p:grpSpPr>
            <p:sp>
              <p:nvSpPr>
                <p:cNvPr id="7205" name="Google Shape;7205;p92"/>
                <p:cNvSpPr/>
                <p:nvPr/>
              </p:nvSpPr>
              <p:spPr>
                <a:xfrm>
                  <a:off x="-2343200" y="2245975"/>
                  <a:ext cx="322925" cy="262375"/>
                </a:xfrm>
                <a:custGeom>
                  <a:rect b="b" l="l" r="r" t="t"/>
                  <a:pathLst>
                    <a:path extrusionOk="0" h="10495" w="12917">
                      <a:moveTo>
                        <a:pt x="6459" y="0"/>
                      </a:moveTo>
                      <a:cubicBezTo>
                        <a:pt x="4680" y="0"/>
                        <a:pt x="2959" y="736"/>
                        <a:pt x="1736" y="2022"/>
                      </a:cubicBezTo>
                      <a:cubicBezTo>
                        <a:pt x="588" y="3226"/>
                        <a:pt x="0" y="4778"/>
                        <a:pt x="79" y="6389"/>
                      </a:cubicBezTo>
                      <a:cubicBezTo>
                        <a:pt x="135" y="7520"/>
                        <a:pt x="513" y="10195"/>
                        <a:pt x="528" y="10309"/>
                      </a:cubicBezTo>
                      <a:cubicBezTo>
                        <a:pt x="544" y="10417"/>
                        <a:pt x="636" y="10494"/>
                        <a:pt x="742" y="10494"/>
                      </a:cubicBezTo>
                      <a:cubicBezTo>
                        <a:pt x="752" y="10494"/>
                        <a:pt x="761" y="10494"/>
                        <a:pt x="773" y="10491"/>
                      </a:cubicBezTo>
                      <a:cubicBezTo>
                        <a:pt x="890" y="10475"/>
                        <a:pt x="972" y="10365"/>
                        <a:pt x="956" y="10248"/>
                      </a:cubicBezTo>
                      <a:cubicBezTo>
                        <a:pt x="952" y="10221"/>
                        <a:pt x="567" y="7479"/>
                        <a:pt x="511" y="6368"/>
                      </a:cubicBezTo>
                      <a:cubicBezTo>
                        <a:pt x="438" y="4875"/>
                        <a:pt x="982" y="3437"/>
                        <a:pt x="2049" y="2318"/>
                      </a:cubicBezTo>
                      <a:cubicBezTo>
                        <a:pt x="3190" y="1119"/>
                        <a:pt x="4798" y="430"/>
                        <a:pt x="6459" y="430"/>
                      </a:cubicBezTo>
                      <a:cubicBezTo>
                        <a:pt x="8120" y="430"/>
                        <a:pt x="9728" y="1119"/>
                        <a:pt x="10869" y="2318"/>
                      </a:cubicBezTo>
                      <a:cubicBezTo>
                        <a:pt x="11935" y="3437"/>
                        <a:pt x="12481" y="4875"/>
                        <a:pt x="12407" y="6368"/>
                      </a:cubicBezTo>
                      <a:cubicBezTo>
                        <a:pt x="12353" y="7479"/>
                        <a:pt x="11966" y="10221"/>
                        <a:pt x="11962" y="10248"/>
                      </a:cubicBezTo>
                      <a:cubicBezTo>
                        <a:pt x="11945" y="10367"/>
                        <a:pt x="12028" y="10475"/>
                        <a:pt x="12146" y="10491"/>
                      </a:cubicBezTo>
                      <a:cubicBezTo>
                        <a:pt x="12156" y="10493"/>
                        <a:pt x="12166" y="10493"/>
                        <a:pt x="12176" y="10493"/>
                      </a:cubicBezTo>
                      <a:cubicBezTo>
                        <a:pt x="12282" y="10493"/>
                        <a:pt x="12374" y="10415"/>
                        <a:pt x="12389" y="10309"/>
                      </a:cubicBezTo>
                      <a:cubicBezTo>
                        <a:pt x="12405" y="10195"/>
                        <a:pt x="12782" y="7520"/>
                        <a:pt x="12838" y="6389"/>
                      </a:cubicBezTo>
                      <a:cubicBezTo>
                        <a:pt x="12916" y="4778"/>
                        <a:pt x="12328" y="3226"/>
                        <a:pt x="11182" y="2022"/>
                      </a:cubicBezTo>
                      <a:cubicBezTo>
                        <a:pt x="9959" y="737"/>
                        <a:pt x="8237"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92"/>
                <p:cNvSpPr/>
                <p:nvPr/>
              </p:nvSpPr>
              <p:spPr>
                <a:xfrm>
                  <a:off x="-2327125" y="2237525"/>
                  <a:ext cx="284600" cy="95700"/>
                </a:xfrm>
                <a:custGeom>
                  <a:rect b="b" l="l" r="r" t="t"/>
                  <a:pathLst>
                    <a:path extrusionOk="0" h="3828" w="11384">
                      <a:moveTo>
                        <a:pt x="5815" y="1"/>
                      </a:moveTo>
                      <a:cubicBezTo>
                        <a:pt x="3578" y="1"/>
                        <a:pt x="1417" y="1136"/>
                        <a:pt x="173" y="2964"/>
                      </a:cubicBezTo>
                      <a:cubicBezTo>
                        <a:pt x="1" y="3216"/>
                        <a:pt x="66" y="3560"/>
                        <a:pt x="319" y="3732"/>
                      </a:cubicBezTo>
                      <a:cubicBezTo>
                        <a:pt x="415" y="3796"/>
                        <a:pt x="523" y="3827"/>
                        <a:pt x="630" y="3827"/>
                      </a:cubicBezTo>
                      <a:cubicBezTo>
                        <a:pt x="807" y="3827"/>
                        <a:pt x="981" y="3743"/>
                        <a:pt x="1088" y="3585"/>
                      </a:cubicBezTo>
                      <a:cubicBezTo>
                        <a:pt x="2128" y="2057"/>
                        <a:pt x="3939" y="1108"/>
                        <a:pt x="5814" y="1108"/>
                      </a:cubicBezTo>
                      <a:cubicBezTo>
                        <a:pt x="7567" y="1108"/>
                        <a:pt x="9251" y="1923"/>
                        <a:pt x="10323" y="3289"/>
                      </a:cubicBezTo>
                      <a:cubicBezTo>
                        <a:pt x="10433" y="3428"/>
                        <a:pt x="10595" y="3500"/>
                        <a:pt x="10760" y="3500"/>
                      </a:cubicBezTo>
                      <a:cubicBezTo>
                        <a:pt x="10879" y="3500"/>
                        <a:pt x="11000" y="3462"/>
                        <a:pt x="11101" y="3382"/>
                      </a:cubicBezTo>
                      <a:cubicBezTo>
                        <a:pt x="11343" y="3193"/>
                        <a:pt x="11384" y="2845"/>
                        <a:pt x="11195" y="2604"/>
                      </a:cubicBezTo>
                      <a:cubicBezTo>
                        <a:pt x="9915" y="974"/>
                        <a:pt x="7904" y="1"/>
                        <a:pt x="58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92"/>
                <p:cNvSpPr/>
                <p:nvPr/>
              </p:nvSpPr>
              <p:spPr>
                <a:xfrm>
                  <a:off x="-2083125" y="2486225"/>
                  <a:ext cx="4050" cy="450"/>
                </a:xfrm>
                <a:custGeom>
                  <a:rect b="b" l="l" r="r" t="t"/>
                  <a:pathLst>
                    <a:path extrusionOk="0" h="18" w="162">
                      <a:moveTo>
                        <a:pt x="1" y="0"/>
                      </a:moveTo>
                      <a:lnTo>
                        <a:pt x="1" y="18"/>
                      </a:lnTo>
                      <a:cubicBezTo>
                        <a:pt x="53" y="7"/>
                        <a:pt x="107" y="0"/>
                        <a:pt x="162" y="0"/>
                      </a:cubicBezTo>
                      <a:close/>
                    </a:path>
                  </a:pathLst>
                </a:custGeom>
                <a:solidFill>
                  <a:srgbClr val="E61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92"/>
                <p:cNvSpPr/>
                <p:nvPr/>
              </p:nvSpPr>
              <p:spPr>
                <a:xfrm>
                  <a:off x="-2330250" y="2550650"/>
                  <a:ext cx="23150" cy="32050"/>
                </a:xfrm>
                <a:custGeom>
                  <a:rect b="b" l="l" r="r" t="t"/>
                  <a:pathLst>
                    <a:path extrusionOk="0" h="1282" w="926">
                      <a:moveTo>
                        <a:pt x="0" y="1"/>
                      </a:moveTo>
                      <a:lnTo>
                        <a:pt x="0" y="1030"/>
                      </a:lnTo>
                      <a:lnTo>
                        <a:pt x="0"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92"/>
                <p:cNvSpPr/>
                <p:nvPr/>
              </p:nvSpPr>
              <p:spPr>
                <a:xfrm>
                  <a:off x="-2307125" y="2550650"/>
                  <a:ext cx="7075" cy="46200"/>
                </a:xfrm>
                <a:custGeom>
                  <a:rect b="b" l="l" r="r" t="t"/>
                  <a:pathLst>
                    <a:path extrusionOk="0" h="1848" w="283">
                      <a:moveTo>
                        <a:pt x="1" y="1"/>
                      </a:moveTo>
                      <a:lnTo>
                        <a:pt x="1" y="1030"/>
                      </a:lnTo>
                      <a:lnTo>
                        <a:pt x="1" y="1282"/>
                      </a:lnTo>
                      <a:lnTo>
                        <a:pt x="1" y="1847"/>
                      </a:lnTo>
                      <a:lnTo>
                        <a:pt x="283" y="1847"/>
                      </a:lnTo>
                      <a:lnTo>
                        <a:pt x="283" y="1030"/>
                      </a:lnTo>
                      <a:lnTo>
                        <a:pt x="283" y="1"/>
                      </a:lnTo>
                      <a:close/>
                    </a:path>
                  </a:pathLst>
                </a:custGeom>
                <a:solidFill>
                  <a:srgbClr val="B20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92"/>
                <p:cNvSpPr/>
                <p:nvPr/>
              </p:nvSpPr>
              <p:spPr>
                <a:xfrm>
                  <a:off x="-2282875" y="2486550"/>
                  <a:ext cx="20300" cy="110225"/>
                </a:xfrm>
                <a:custGeom>
                  <a:rect b="b" l="l" r="r" t="t"/>
                  <a:pathLst>
                    <a:path extrusionOk="0" h="4409" w="812">
                      <a:moveTo>
                        <a:pt x="1" y="0"/>
                      </a:moveTo>
                      <a:lnTo>
                        <a:pt x="1" y="2566"/>
                      </a:lnTo>
                      <a:lnTo>
                        <a:pt x="1" y="3594"/>
                      </a:lnTo>
                      <a:lnTo>
                        <a:pt x="1" y="4408"/>
                      </a:lnTo>
                      <a:cubicBezTo>
                        <a:pt x="384" y="4346"/>
                        <a:pt x="680" y="4026"/>
                        <a:pt x="777" y="3594"/>
                      </a:cubicBezTo>
                      <a:cubicBezTo>
                        <a:pt x="799" y="3496"/>
                        <a:pt x="812" y="3392"/>
                        <a:pt x="812" y="3284"/>
                      </a:cubicBezTo>
                      <a:lnTo>
                        <a:pt x="812" y="2566"/>
                      </a:lnTo>
                      <a:lnTo>
                        <a:pt x="812" y="1137"/>
                      </a:lnTo>
                      <a:cubicBezTo>
                        <a:pt x="812" y="554"/>
                        <a:pt x="471" y="7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92"/>
                <p:cNvSpPr/>
                <p:nvPr/>
              </p:nvSpPr>
              <p:spPr>
                <a:xfrm>
                  <a:off x="-2330250" y="2500225"/>
                  <a:ext cx="23150" cy="82475"/>
                </a:xfrm>
                <a:custGeom>
                  <a:rect b="b" l="l" r="r" t="t"/>
                  <a:pathLst>
                    <a:path extrusionOk="0" h="3299" w="926">
                      <a:moveTo>
                        <a:pt x="0" y="0"/>
                      </a:moveTo>
                      <a:lnTo>
                        <a:pt x="0" y="2018"/>
                      </a:lnTo>
                      <a:lnTo>
                        <a:pt x="0" y="3047"/>
                      </a:lnTo>
                      <a:lnTo>
                        <a:pt x="0"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92"/>
                <p:cNvSpPr/>
                <p:nvPr/>
              </p:nvSpPr>
              <p:spPr>
                <a:xfrm>
                  <a:off x="-2307125" y="2486050"/>
                  <a:ext cx="8025" cy="110800"/>
                </a:xfrm>
                <a:custGeom>
                  <a:rect b="b" l="l" r="r" t="t"/>
                  <a:pathLst>
                    <a:path extrusionOk="0" h="4432" w="321">
                      <a:moveTo>
                        <a:pt x="1" y="1"/>
                      </a:moveTo>
                      <a:lnTo>
                        <a:pt x="1" y="567"/>
                      </a:lnTo>
                      <a:lnTo>
                        <a:pt x="1" y="2585"/>
                      </a:lnTo>
                      <a:lnTo>
                        <a:pt x="1" y="3614"/>
                      </a:lnTo>
                      <a:lnTo>
                        <a:pt x="1" y="3866"/>
                      </a:lnTo>
                      <a:lnTo>
                        <a:pt x="1" y="4431"/>
                      </a:lnTo>
                      <a:lnTo>
                        <a:pt x="283" y="4431"/>
                      </a:lnTo>
                      <a:lnTo>
                        <a:pt x="283" y="3614"/>
                      </a:lnTo>
                      <a:lnTo>
                        <a:pt x="283" y="2585"/>
                      </a:lnTo>
                      <a:lnTo>
                        <a:pt x="283" y="7"/>
                      </a:lnTo>
                      <a:lnTo>
                        <a:pt x="321" y="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92"/>
                <p:cNvSpPr/>
                <p:nvPr/>
              </p:nvSpPr>
              <p:spPr>
                <a:xfrm>
                  <a:off x="-2300075" y="2486225"/>
                  <a:ext cx="17225" cy="110825"/>
                </a:xfrm>
                <a:custGeom>
                  <a:rect b="b" l="l" r="r" t="t"/>
                  <a:pathLst>
                    <a:path extrusionOk="0" h="4433" w="689">
                      <a:moveTo>
                        <a:pt x="1" y="0"/>
                      </a:moveTo>
                      <a:lnTo>
                        <a:pt x="1" y="2578"/>
                      </a:lnTo>
                      <a:lnTo>
                        <a:pt x="1" y="3607"/>
                      </a:lnTo>
                      <a:lnTo>
                        <a:pt x="1" y="4424"/>
                      </a:lnTo>
                      <a:lnTo>
                        <a:pt x="1" y="4432"/>
                      </a:lnTo>
                      <a:lnTo>
                        <a:pt x="689" y="4432"/>
                      </a:lnTo>
                      <a:lnTo>
                        <a:pt x="689" y="4420"/>
                      </a:lnTo>
                      <a:lnTo>
                        <a:pt x="689" y="3607"/>
                      </a:lnTo>
                      <a:lnTo>
                        <a:pt x="689" y="2578"/>
                      </a:lnTo>
                      <a:lnTo>
                        <a:pt x="689" y="13"/>
                      </a:lnTo>
                      <a:lnTo>
                        <a:pt x="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92"/>
                <p:cNvSpPr/>
                <p:nvPr/>
              </p:nvSpPr>
              <p:spPr>
                <a:xfrm>
                  <a:off x="-2059450" y="2550650"/>
                  <a:ext cx="23150" cy="32050"/>
                </a:xfrm>
                <a:custGeom>
                  <a:rect b="b" l="l" r="r" t="t"/>
                  <a:pathLst>
                    <a:path extrusionOk="0" h="1282" w="926">
                      <a:moveTo>
                        <a:pt x="1" y="1"/>
                      </a:moveTo>
                      <a:lnTo>
                        <a:pt x="1" y="1030"/>
                      </a:lnTo>
                      <a:lnTo>
                        <a:pt x="1"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92"/>
                <p:cNvSpPr/>
                <p:nvPr/>
              </p:nvSpPr>
              <p:spPr>
                <a:xfrm>
                  <a:off x="-2104000" y="2486525"/>
                  <a:ext cx="20325" cy="110225"/>
                </a:xfrm>
                <a:custGeom>
                  <a:rect b="b" l="l" r="r" t="t"/>
                  <a:pathLst>
                    <a:path extrusionOk="0" h="4409" w="813">
                      <a:moveTo>
                        <a:pt x="813" y="0"/>
                      </a:moveTo>
                      <a:cubicBezTo>
                        <a:pt x="341" y="79"/>
                        <a:pt x="1" y="555"/>
                        <a:pt x="1" y="1137"/>
                      </a:cubicBezTo>
                      <a:lnTo>
                        <a:pt x="1" y="2566"/>
                      </a:lnTo>
                      <a:lnTo>
                        <a:pt x="1" y="3284"/>
                      </a:lnTo>
                      <a:cubicBezTo>
                        <a:pt x="1" y="3393"/>
                        <a:pt x="14" y="3496"/>
                        <a:pt x="36" y="3594"/>
                      </a:cubicBezTo>
                      <a:cubicBezTo>
                        <a:pt x="133" y="4024"/>
                        <a:pt x="429" y="4346"/>
                        <a:pt x="813" y="4408"/>
                      </a:cubicBezTo>
                      <a:lnTo>
                        <a:pt x="813" y="3594"/>
                      </a:lnTo>
                      <a:lnTo>
                        <a:pt x="813" y="2566"/>
                      </a:lnTo>
                      <a:lnTo>
                        <a:pt x="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92"/>
                <p:cNvSpPr/>
                <p:nvPr/>
              </p:nvSpPr>
              <p:spPr>
                <a:xfrm>
                  <a:off x="-2059450" y="2500225"/>
                  <a:ext cx="23150" cy="82475"/>
                </a:xfrm>
                <a:custGeom>
                  <a:rect b="b" l="l" r="r" t="t"/>
                  <a:pathLst>
                    <a:path extrusionOk="0" h="3299" w="926">
                      <a:moveTo>
                        <a:pt x="1" y="0"/>
                      </a:moveTo>
                      <a:lnTo>
                        <a:pt x="1" y="2018"/>
                      </a:lnTo>
                      <a:lnTo>
                        <a:pt x="1" y="3047"/>
                      </a:lnTo>
                      <a:lnTo>
                        <a:pt x="1"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92"/>
                <p:cNvSpPr/>
                <p:nvPr/>
              </p:nvSpPr>
              <p:spPr>
                <a:xfrm>
                  <a:off x="-2067450" y="2486050"/>
                  <a:ext cx="8025" cy="110800"/>
                </a:xfrm>
                <a:custGeom>
                  <a:rect b="b" l="l" r="r" t="t"/>
                  <a:pathLst>
                    <a:path extrusionOk="0" h="4432" w="321">
                      <a:moveTo>
                        <a:pt x="1" y="1"/>
                      </a:moveTo>
                      <a:lnTo>
                        <a:pt x="1" y="7"/>
                      </a:lnTo>
                      <a:lnTo>
                        <a:pt x="37" y="7"/>
                      </a:lnTo>
                      <a:lnTo>
                        <a:pt x="37" y="2585"/>
                      </a:lnTo>
                      <a:lnTo>
                        <a:pt x="37" y="3614"/>
                      </a:lnTo>
                      <a:lnTo>
                        <a:pt x="37" y="4431"/>
                      </a:lnTo>
                      <a:lnTo>
                        <a:pt x="321" y="4431"/>
                      </a:lnTo>
                      <a:lnTo>
                        <a:pt x="321" y="3866"/>
                      </a:lnTo>
                      <a:lnTo>
                        <a:pt x="321" y="3614"/>
                      </a:lnTo>
                      <a:lnTo>
                        <a:pt x="321" y="2585"/>
                      </a:lnTo>
                      <a:lnTo>
                        <a:pt x="321" y="56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92"/>
                <p:cNvSpPr/>
                <p:nvPr/>
              </p:nvSpPr>
              <p:spPr>
                <a:xfrm>
                  <a:off x="-2083700" y="2486225"/>
                  <a:ext cx="17200" cy="110825"/>
                </a:xfrm>
                <a:custGeom>
                  <a:rect b="b" l="l" r="r" t="t"/>
                  <a:pathLst>
                    <a:path extrusionOk="0" h="4433" w="688">
                      <a:moveTo>
                        <a:pt x="1" y="0"/>
                      </a:moveTo>
                      <a:lnTo>
                        <a:pt x="1" y="13"/>
                      </a:lnTo>
                      <a:lnTo>
                        <a:pt x="1" y="2578"/>
                      </a:lnTo>
                      <a:lnTo>
                        <a:pt x="1" y="3607"/>
                      </a:lnTo>
                      <a:lnTo>
                        <a:pt x="1" y="4420"/>
                      </a:lnTo>
                      <a:lnTo>
                        <a:pt x="1" y="4432"/>
                      </a:lnTo>
                      <a:lnTo>
                        <a:pt x="687" y="4432"/>
                      </a:lnTo>
                      <a:lnTo>
                        <a:pt x="687" y="4424"/>
                      </a:lnTo>
                      <a:lnTo>
                        <a:pt x="687" y="3607"/>
                      </a:lnTo>
                      <a:lnTo>
                        <a:pt x="687" y="2578"/>
                      </a:lnTo>
                      <a:lnTo>
                        <a:pt x="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92"/>
                <p:cNvSpPr/>
                <p:nvPr/>
              </p:nvSpPr>
              <p:spPr>
                <a:xfrm>
                  <a:off x="-2047700" y="2459150"/>
                  <a:ext cx="31025" cy="91650"/>
                </a:xfrm>
                <a:custGeom>
                  <a:rect b="b" l="l" r="r" t="t"/>
                  <a:pathLst>
                    <a:path extrusionOk="0" h="3666" w="1241">
                      <a:moveTo>
                        <a:pt x="1105" y="0"/>
                      </a:moveTo>
                      <a:cubicBezTo>
                        <a:pt x="1050" y="0"/>
                        <a:pt x="1001" y="35"/>
                        <a:pt x="986" y="90"/>
                      </a:cubicBezTo>
                      <a:lnTo>
                        <a:pt x="18" y="3507"/>
                      </a:lnTo>
                      <a:cubicBezTo>
                        <a:pt x="0" y="3573"/>
                        <a:pt x="38" y="3641"/>
                        <a:pt x="104" y="3660"/>
                      </a:cubicBezTo>
                      <a:cubicBezTo>
                        <a:pt x="115" y="3663"/>
                        <a:pt x="125" y="3665"/>
                        <a:pt x="137" y="3665"/>
                      </a:cubicBezTo>
                      <a:cubicBezTo>
                        <a:pt x="191" y="3665"/>
                        <a:pt x="240" y="3629"/>
                        <a:pt x="255" y="3574"/>
                      </a:cubicBezTo>
                      <a:lnTo>
                        <a:pt x="1223" y="157"/>
                      </a:lnTo>
                      <a:cubicBezTo>
                        <a:pt x="1241" y="91"/>
                        <a:pt x="1204" y="23"/>
                        <a:pt x="1138" y="5"/>
                      </a:cubicBezTo>
                      <a:cubicBezTo>
                        <a:pt x="1127" y="2"/>
                        <a:pt x="1116" y="0"/>
                        <a:pt x="1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92"/>
                <p:cNvSpPr/>
                <p:nvPr/>
              </p:nvSpPr>
              <p:spPr>
                <a:xfrm>
                  <a:off x="-2348725" y="2459175"/>
                  <a:ext cx="31050" cy="91625"/>
                </a:xfrm>
                <a:custGeom>
                  <a:rect b="b" l="l" r="r" t="t"/>
                  <a:pathLst>
                    <a:path extrusionOk="0" h="3665" w="1242">
                      <a:moveTo>
                        <a:pt x="138" y="1"/>
                      </a:moveTo>
                      <a:cubicBezTo>
                        <a:pt x="126" y="1"/>
                        <a:pt x="115" y="2"/>
                        <a:pt x="103" y="6"/>
                      </a:cubicBezTo>
                      <a:cubicBezTo>
                        <a:pt x="37" y="24"/>
                        <a:pt x="0" y="91"/>
                        <a:pt x="19" y="157"/>
                      </a:cubicBezTo>
                      <a:lnTo>
                        <a:pt x="986" y="3574"/>
                      </a:lnTo>
                      <a:cubicBezTo>
                        <a:pt x="1001" y="3629"/>
                        <a:pt x="1051" y="3664"/>
                        <a:pt x="1104" y="3664"/>
                      </a:cubicBezTo>
                      <a:cubicBezTo>
                        <a:pt x="1116" y="3664"/>
                        <a:pt x="1128" y="3661"/>
                        <a:pt x="1138" y="3660"/>
                      </a:cubicBezTo>
                      <a:cubicBezTo>
                        <a:pt x="1203" y="3640"/>
                        <a:pt x="1242" y="3573"/>
                        <a:pt x="1223" y="3507"/>
                      </a:cubicBezTo>
                      <a:lnTo>
                        <a:pt x="256" y="90"/>
                      </a:lnTo>
                      <a:cubicBezTo>
                        <a:pt x="240" y="36"/>
                        <a:pt x="191" y="1"/>
                        <a:pt x="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21" name="Google Shape;7221;p92"/>
            <p:cNvGrpSpPr/>
            <p:nvPr/>
          </p:nvGrpSpPr>
          <p:grpSpPr>
            <a:xfrm>
              <a:off x="8543699" y="896808"/>
              <a:ext cx="786470" cy="812416"/>
              <a:chOff x="-2828900" y="2732900"/>
              <a:chExt cx="312600" cy="322913"/>
            </a:xfrm>
          </p:grpSpPr>
          <p:sp>
            <p:nvSpPr>
              <p:cNvPr id="7222" name="Google Shape;7222;p92"/>
              <p:cNvSpPr/>
              <p:nvPr/>
            </p:nvSpPr>
            <p:spPr>
              <a:xfrm>
                <a:off x="-2828875" y="2732900"/>
                <a:ext cx="312525" cy="322875"/>
              </a:xfrm>
              <a:custGeom>
                <a:rect b="b" l="l" r="r" t="t"/>
                <a:pathLst>
                  <a:path extrusionOk="0" h="12915" w="12501">
                    <a:moveTo>
                      <a:pt x="3980" y="125"/>
                    </a:moveTo>
                    <a:cubicBezTo>
                      <a:pt x="4044" y="125"/>
                      <a:pt x="4112" y="133"/>
                      <a:pt x="4186" y="148"/>
                    </a:cubicBezTo>
                    <a:cubicBezTo>
                      <a:pt x="4545" y="223"/>
                      <a:pt x="4747" y="879"/>
                      <a:pt x="4852" y="1506"/>
                    </a:cubicBezTo>
                    <a:cubicBezTo>
                      <a:pt x="4364" y="1637"/>
                      <a:pt x="3907" y="1839"/>
                      <a:pt x="3485" y="2097"/>
                    </a:cubicBezTo>
                    <a:lnTo>
                      <a:pt x="3426" y="987"/>
                    </a:lnTo>
                    <a:lnTo>
                      <a:pt x="3389" y="987"/>
                    </a:lnTo>
                    <a:lnTo>
                      <a:pt x="3389" y="982"/>
                    </a:lnTo>
                    <a:cubicBezTo>
                      <a:pt x="3389" y="977"/>
                      <a:pt x="3351" y="482"/>
                      <a:pt x="3616" y="249"/>
                    </a:cubicBezTo>
                    <a:cubicBezTo>
                      <a:pt x="3708" y="167"/>
                      <a:pt x="3831" y="125"/>
                      <a:pt x="3980" y="125"/>
                    </a:cubicBezTo>
                    <a:close/>
                    <a:moveTo>
                      <a:pt x="4880" y="1674"/>
                    </a:moveTo>
                    <a:cubicBezTo>
                      <a:pt x="4924" y="1984"/>
                      <a:pt x="4945" y="2272"/>
                      <a:pt x="4952" y="2463"/>
                    </a:cubicBezTo>
                    <a:lnTo>
                      <a:pt x="3505" y="2463"/>
                    </a:lnTo>
                    <a:lnTo>
                      <a:pt x="3497" y="2288"/>
                    </a:lnTo>
                    <a:cubicBezTo>
                      <a:pt x="3921" y="2019"/>
                      <a:pt x="4383" y="1809"/>
                      <a:pt x="4880" y="1674"/>
                    </a:cubicBezTo>
                    <a:close/>
                    <a:moveTo>
                      <a:pt x="6137" y="1506"/>
                    </a:moveTo>
                    <a:cubicBezTo>
                      <a:pt x="7235" y="1506"/>
                      <a:pt x="8215" y="1875"/>
                      <a:pt x="9035" y="2463"/>
                    </a:cubicBezTo>
                    <a:lnTo>
                      <a:pt x="5074" y="2463"/>
                    </a:lnTo>
                    <a:lnTo>
                      <a:pt x="5074" y="2461"/>
                    </a:lnTo>
                    <a:cubicBezTo>
                      <a:pt x="5073" y="2425"/>
                      <a:pt x="5061" y="2072"/>
                      <a:pt x="5000" y="1643"/>
                    </a:cubicBezTo>
                    <a:cubicBezTo>
                      <a:pt x="5362" y="1555"/>
                      <a:pt x="5743" y="1506"/>
                      <a:pt x="6137" y="1506"/>
                    </a:cubicBezTo>
                    <a:close/>
                    <a:moveTo>
                      <a:pt x="9383" y="2733"/>
                    </a:moveTo>
                    <a:cubicBezTo>
                      <a:pt x="10274" y="3482"/>
                      <a:pt x="10943" y="4499"/>
                      <a:pt x="11318" y="5554"/>
                    </a:cubicBezTo>
                    <a:cubicBezTo>
                      <a:pt x="11306" y="5724"/>
                      <a:pt x="11306" y="5978"/>
                      <a:pt x="11392" y="6087"/>
                    </a:cubicBezTo>
                    <a:cubicBezTo>
                      <a:pt x="11438" y="6147"/>
                      <a:pt x="11477" y="6173"/>
                      <a:pt x="11508" y="6185"/>
                    </a:cubicBezTo>
                    <a:cubicBezTo>
                      <a:pt x="12047" y="8400"/>
                      <a:pt x="11367" y="9837"/>
                      <a:pt x="11251" y="10060"/>
                    </a:cubicBezTo>
                    <a:lnTo>
                      <a:pt x="11251" y="9733"/>
                    </a:lnTo>
                    <a:lnTo>
                      <a:pt x="11093" y="9733"/>
                    </a:lnTo>
                    <a:cubicBezTo>
                      <a:pt x="11297" y="9501"/>
                      <a:pt x="11322" y="8806"/>
                      <a:pt x="11116" y="8421"/>
                    </a:cubicBezTo>
                    <a:cubicBezTo>
                      <a:pt x="11012" y="8224"/>
                      <a:pt x="10863" y="8123"/>
                      <a:pt x="10685" y="8123"/>
                    </a:cubicBezTo>
                    <a:cubicBezTo>
                      <a:pt x="10600" y="8123"/>
                      <a:pt x="10507" y="8146"/>
                      <a:pt x="10409" y="8193"/>
                    </a:cubicBezTo>
                    <a:cubicBezTo>
                      <a:pt x="10301" y="8246"/>
                      <a:pt x="10194" y="8268"/>
                      <a:pt x="10091" y="8268"/>
                    </a:cubicBezTo>
                    <a:cubicBezTo>
                      <a:pt x="9809" y="8268"/>
                      <a:pt x="9556" y="8106"/>
                      <a:pt x="9383" y="7956"/>
                    </a:cubicBezTo>
                    <a:lnTo>
                      <a:pt x="9383" y="3642"/>
                    </a:lnTo>
                    <a:lnTo>
                      <a:pt x="9383" y="2733"/>
                    </a:lnTo>
                    <a:close/>
                    <a:moveTo>
                      <a:pt x="9382" y="8113"/>
                    </a:moveTo>
                    <a:cubicBezTo>
                      <a:pt x="9567" y="8255"/>
                      <a:pt x="9816" y="8390"/>
                      <a:pt x="10092" y="8390"/>
                    </a:cubicBezTo>
                    <a:cubicBezTo>
                      <a:pt x="10212" y="8390"/>
                      <a:pt x="10336" y="8365"/>
                      <a:pt x="10463" y="8304"/>
                    </a:cubicBezTo>
                    <a:cubicBezTo>
                      <a:pt x="10542" y="8265"/>
                      <a:pt x="10615" y="8246"/>
                      <a:pt x="10682" y="8246"/>
                    </a:cubicBezTo>
                    <a:cubicBezTo>
                      <a:pt x="10816" y="8246"/>
                      <a:pt x="10925" y="8324"/>
                      <a:pt x="11007" y="8477"/>
                    </a:cubicBezTo>
                    <a:cubicBezTo>
                      <a:pt x="11197" y="8836"/>
                      <a:pt x="11160" y="9489"/>
                      <a:pt x="10998" y="9654"/>
                    </a:cubicBezTo>
                    <a:lnTo>
                      <a:pt x="10998" y="9611"/>
                    </a:lnTo>
                    <a:cubicBezTo>
                      <a:pt x="10998" y="9585"/>
                      <a:pt x="10976" y="9563"/>
                      <a:pt x="10949" y="9563"/>
                    </a:cubicBezTo>
                    <a:lnTo>
                      <a:pt x="10731" y="9563"/>
                    </a:lnTo>
                    <a:lnTo>
                      <a:pt x="10731" y="9169"/>
                    </a:lnTo>
                    <a:lnTo>
                      <a:pt x="9579" y="8916"/>
                    </a:lnTo>
                    <a:cubicBezTo>
                      <a:pt x="9579" y="8916"/>
                      <a:pt x="9474" y="9513"/>
                      <a:pt x="9494" y="10392"/>
                    </a:cubicBezTo>
                    <a:lnTo>
                      <a:pt x="9494" y="10414"/>
                    </a:lnTo>
                    <a:cubicBezTo>
                      <a:pt x="9495" y="10451"/>
                      <a:pt x="9496" y="10489"/>
                      <a:pt x="9498" y="10528"/>
                    </a:cubicBezTo>
                    <a:cubicBezTo>
                      <a:pt x="9498" y="10536"/>
                      <a:pt x="9498" y="10544"/>
                      <a:pt x="9499" y="10554"/>
                    </a:cubicBezTo>
                    <a:cubicBezTo>
                      <a:pt x="9500" y="10595"/>
                      <a:pt x="9503" y="10636"/>
                      <a:pt x="9504" y="10679"/>
                    </a:cubicBezTo>
                    <a:lnTo>
                      <a:pt x="9504" y="10691"/>
                    </a:lnTo>
                    <a:cubicBezTo>
                      <a:pt x="9506" y="10739"/>
                      <a:pt x="9510" y="10787"/>
                      <a:pt x="9513" y="10835"/>
                    </a:cubicBezTo>
                    <a:cubicBezTo>
                      <a:pt x="9513" y="10841"/>
                      <a:pt x="9515" y="10845"/>
                      <a:pt x="9515" y="10850"/>
                    </a:cubicBezTo>
                    <a:cubicBezTo>
                      <a:pt x="9517" y="10891"/>
                      <a:pt x="9521" y="10933"/>
                      <a:pt x="9524" y="10977"/>
                    </a:cubicBezTo>
                    <a:cubicBezTo>
                      <a:pt x="9525" y="10990"/>
                      <a:pt x="9526" y="11006"/>
                      <a:pt x="9527" y="11020"/>
                    </a:cubicBezTo>
                    <a:cubicBezTo>
                      <a:pt x="9530" y="11054"/>
                      <a:pt x="9534" y="11087"/>
                      <a:pt x="9536" y="11122"/>
                    </a:cubicBezTo>
                    <a:cubicBezTo>
                      <a:pt x="9537" y="11139"/>
                      <a:pt x="9541" y="11155"/>
                      <a:pt x="9542" y="11173"/>
                    </a:cubicBezTo>
                    <a:cubicBezTo>
                      <a:pt x="9546" y="11206"/>
                      <a:pt x="9550" y="11241"/>
                      <a:pt x="9553" y="11276"/>
                    </a:cubicBezTo>
                    <a:cubicBezTo>
                      <a:pt x="9554" y="11292"/>
                      <a:pt x="9557" y="11307"/>
                      <a:pt x="9558" y="11322"/>
                    </a:cubicBezTo>
                    <a:cubicBezTo>
                      <a:pt x="9564" y="11371"/>
                      <a:pt x="9569" y="11421"/>
                      <a:pt x="9578" y="11469"/>
                    </a:cubicBezTo>
                    <a:lnTo>
                      <a:pt x="9578" y="11472"/>
                    </a:lnTo>
                    <a:lnTo>
                      <a:pt x="10729" y="11233"/>
                    </a:lnTo>
                    <a:lnTo>
                      <a:pt x="10729" y="10966"/>
                    </a:lnTo>
                    <a:lnTo>
                      <a:pt x="10947" y="10966"/>
                    </a:lnTo>
                    <a:cubicBezTo>
                      <a:pt x="10975" y="10966"/>
                      <a:pt x="10997" y="10944"/>
                      <a:pt x="10997" y="10917"/>
                    </a:cubicBezTo>
                    <a:lnTo>
                      <a:pt x="10997" y="10913"/>
                    </a:lnTo>
                    <a:lnTo>
                      <a:pt x="10997" y="10762"/>
                    </a:lnTo>
                    <a:cubicBezTo>
                      <a:pt x="11698" y="10927"/>
                      <a:pt x="12146" y="11176"/>
                      <a:pt x="12292" y="11485"/>
                    </a:cubicBezTo>
                    <a:cubicBezTo>
                      <a:pt x="12374" y="11659"/>
                      <a:pt x="12360" y="11856"/>
                      <a:pt x="12252" y="12071"/>
                    </a:cubicBezTo>
                    <a:cubicBezTo>
                      <a:pt x="12187" y="12198"/>
                      <a:pt x="11999" y="12276"/>
                      <a:pt x="11767" y="12276"/>
                    </a:cubicBezTo>
                    <a:cubicBezTo>
                      <a:pt x="11731" y="12276"/>
                      <a:pt x="11694" y="12274"/>
                      <a:pt x="11656" y="12270"/>
                    </a:cubicBezTo>
                    <a:cubicBezTo>
                      <a:pt x="11376" y="12243"/>
                      <a:pt x="11016" y="12092"/>
                      <a:pt x="10923" y="11759"/>
                    </a:cubicBezTo>
                    <a:cubicBezTo>
                      <a:pt x="10893" y="11651"/>
                      <a:pt x="10824" y="11567"/>
                      <a:pt x="10719" y="11510"/>
                    </a:cubicBezTo>
                    <a:cubicBezTo>
                      <a:pt x="10599" y="11445"/>
                      <a:pt x="10440" y="11422"/>
                      <a:pt x="10273" y="11422"/>
                    </a:cubicBezTo>
                    <a:cubicBezTo>
                      <a:pt x="9894" y="11422"/>
                      <a:pt x="9476" y="11543"/>
                      <a:pt x="9382" y="11571"/>
                    </a:cubicBezTo>
                    <a:lnTo>
                      <a:pt x="9382" y="8113"/>
                    </a:lnTo>
                    <a:close/>
                    <a:moveTo>
                      <a:pt x="3979" y="1"/>
                    </a:moveTo>
                    <a:cubicBezTo>
                      <a:pt x="3800" y="1"/>
                      <a:pt x="3650" y="52"/>
                      <a:pt x="3534" y="155"/>
                    </a:cubicBezTo>
                    <a:cubicBezTo>
                      <a:pt x="3235" y="420"/>
                      <a:pt x="3262" y="927"/>
                      <a:pt x="3266" y="985"/>
                    </a:cubicBezTo>
                    <a:lnTo>
                      <a:pt x="3215" y="985"/>
                    </a:lnTo>
                    <a:lnTo>
                      <a:pt x="3154" y="2316"/>
                    </a:lnTo>
                    <a:cubicBezTo>
                      <a:pt x="3087" y="2363"/>
                      <a:pt x="3023" y="2410"/>
                      <a:pt x="2960" y="2461"/>
                    </a:cubicBezTo>
                    <a:lnTo>
                      <a:pt x="2892" y="2461"/>
                    </a:lnTo>
                    <a:lnTo>
                      <a:pt x="2892" y="2514"/>
                    </a:lnTo>
                    <a:cubicBezTo>
                      <a:pt x="1740" y="3439"/>
                      <a:pt x="934" y="4792"/>
                      <a:pt x="606" y="6136"/>
                    </a:cubicBezTo>
                    <a:cubicBezTo>
                      <a:pt x="1" y="8615"/>
                      <a:pt x="987" y="10295"/>
                      <a:pt x="1025" y="10358"/>
                    </a:cubicBezTo>
                    <a:lnTo>
                      <a:pt x="1025" y="10716"/>
                    </a:lnTo>
                    <a:lnTo>
                      <a:pt x="1277" y="10716"/>
                    </a:lnTo>
                    <a:lnTo>
                      <a:pt x="1277" y="10916"/>
                    </a:lnTo>
                    <a:lnTo>
                      <a:pt x="1277" y="10919"/>
                    </a:lnTo>
                    <a:cubicBezTo>
                      <a:pt x="1277" y="10947"/>
                      <a:pt x="1300" y="10969"/>
                      <a:pt x="1327" y="10969"/>
                    </a:cubicBezTo>
                    <a:lnTo>
                      <a:pt x="1545" y="10969"/>
                    </a:lnTo>
                    <a:lnTo>
                      <a:pt x="1545" y="10224"/>
                    </a:lnTo>
                    <a:lnTo>
                      <a:pt x="1545" y="9564"/>
                    </a:lnTo>
                    <a:lnTo>
                      <a:pt x="1325" y="9564"/>
                    </a:lnTo>
                    <a:cubicBezTo>
                      <a:pt x="1297" y="9565"/>
                      <a:pt x="1275" y="9587"/>
                      <a:pt x="1275" y="9612"/>
                    </a:cubicBezTo>
                    <a:lnTo>
                      <a:pt x="1275" y="9733"/>
                    </a:lnTo>
                    <a:lnTo>
                      <a:pt x="1022" y="9733"/>
                    </a:lnTo>
                    <a:lnTo>
                      <a:pt x="1022" y="10060"/>
                    </a:lnTo>
                    <a:cubicBezTo>
                      <a:pt x="907" y="9837"/>
                      <a:pt x="227" y="8399"/>
                      <a:pt x="765" y="6185"/>
                    </a:cubicBezTo>
                    <a:cubicBezTo>
                      <a:pt x="799" y="6174"/>
                      <a:pt x="837" y="6147"/>
                      <a:pt x="882" y="6087"/>
                    </a:cubicBezTo>
                    <a:cubicBezTo>
                      <a:pt x="967" y="5979"/>
                      <a:pt x="967" y="5725"/>
                      <a:pt x="955" y="5554"/>
                    </a:cubicBezTo>
                    <a:cubicBezTo>
                      <a:pt x="1332" y="4499"/>
                      <a:pt x="2001" y="3482"/>
                      <a:pt x="2891" y="2733"/>
                    </a:cubicBezTo>
                    <a:lnTo>
                      <a:pt x="2891" y="3642"/>
                    </a:lnTo>
                    <a:lnTo>
                      <a:pt x="2891" y="12915"/>
                    </a:lnTo>
                    <a:lnTo>
                      <a:pt x="9383" y="12915"/>
                    </a:lnTo>
                    <a:lnTo>
                      <a:pt x="9383" y="11697"/>
                    </a:lnTo>
                    <a:cubicBezTo>
                      <a:pt x="9390" y="11697"/>
                      <a:pt x="9396" y="11697"/>
                      <a:pt x="9401" y="11695"/>
                    </a:cubicBezTo>
                    <a:cubicBezTo>
                      <a:pt x="9407" y="11693"/>
                      <a:pt x="9878" y="11545"/>
                      <a:pt x="10278" y="11545"/>
                    </a:cubicBezTo>
                    <a:cubicBezTo>
                      <a:pt x="10424" y="11545"/>
                      <a:pt x="10561" y="11564"/>
                      <a:pt x="10661" y="11619"/>
                    </a:cubicBezTo>
                    <a:cubicBezTo>
                      <a:pt x="10738" y="11660"/>
                      <a:pt x="10784" y="11717"/>
                      <a:pt x="10806" y="11793"/>
                    </a:cubicBezTo>
                    <a:cubicBezTo>
                      <a:pt x="10915" y="12186"/>
                      <a:pt x="11326" y="12362"/>
                      <a:pt x="11644" y="12393"/>
                    </a:cubicBezTo>
                    <a:cubicBezTo>
                      <a:pt x="11685" y="12397"/>
                      <a:pt x="11725" y="12399"/>
                      <a:pt x="11766" y="12399"/>
                    </a:cubicBezTo>
                    <a:cubicBezTo>
                      <a:pt x="12048" y="12399"/>
                      <a:pt x="12275" y="12297"/>
                      <a:pt x="12361" y="12125"/>
                    </a:cubicBezTo>
                    <a:cubicBezTo>
                      <a:pt x="12488" y="11876"/>
                      <a:pt x="12500" y="11641"/>
                      <a:pt x="12402" y="11432"/>
                    </a:cubicBezTo>
                    <a:cubicBezTo>
                      <a:pt x="12256" y="11118"/>
                      <a:pt x="11869" y="10875"/>
                      <a:pt x="11251" y="10701"/>
                    </a:cubicBezTo>
                    <a:lnTo>
                      <a:pt x="11251" y="10357"/>
                    </a:lnTo>
                    <a:cubicBezTo>
                      <a:pt x="11288" y="10294"/>
                      <a:pt x="12275" y="8612"/>
                      <a:pt x="11670" y="6136"/>
                    </a:cubicBezTo>
                    <a:cubicBezTo>
                      <a:pt x="11342" y="4792"/>
                      <a:pt x="10536" y="3440"/>
                      <a:pt x="9383" y="2513"/>
                    </a:cubicBezTo>
                    <a:lnTo>
                      <a:pt x="9383" y="2461"/>
                    </a:lnTo>
                    <a:lnTo>
                      <a:pt x="9316" y="2461"/>
                    </a:lnTo>
                    <a:cubicBezTo>
                      <a:pt x="8434" y="1774"/>
                      <a:pt x="7356" y="1337"/>
                      <a:pt x="6137" y="1337"/>
                    </a:cubicBezTo>
                    <a:cubicBezTo>
                      <a:pt x="5734" y="1337"/>
                      <a:pt x="5345" y="1385"/>
                      <a:pt x="4974" y="1475"/>
                    </a:cubicBezTo>
                    <a:cubicBezTo>
                      <a:pt x="4867" y="840"/>
                      <a:pt x="4650" y="118"/>
                      <a:pt x="4211" y="26"/>
                    </a:cubicBezTo>
                    <a:cubicBezTo>
                      <a:pt x="4129" y="9"/>
                      <a:pt x="4052" y="1"/>
                      <a:pt x="3979"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3" name="Google Shape;7223;p92"/>
              <p:cNvGrpSpPr/>
              <p:nvPr/>
            </p:nvGrpSpPr>
            <p:grpSpPr>
              <a:xfrm>
                <a:off x="-2828900" y="2732988"/>
                <a:ext cx="312600" cy="322825"/>
                <a:chOff x="-2828900" y="1465025"/>
                <a:chExt cx="312600" cy="322825"/>
              </a:xfrm>
            </p:grpSpPr>
            <p:sp>
              <p:nvSpPr>
                <p:cNvPr id="7224" name="Google Shape;7224;p92"/>
                <p:cNvSpPr/>
                <p:nvPr/>
              </p:nvSpPr>
              <p:spPr>
                <a:xfrm>
                  <a:off x="-2828900" y="1498450"/>
                  <a:ext cx="306925" cy="225500"/>
                </a:xfrm>
                <a:custGeom>
                  <a:rect b="b" l="l" r="r" t="t"/>
                  <a:pathLst>
                    <a:path extrusionOk="0" h="9020" w="12277">
                      <a:moveTo>
                        <a:pt x="6138" y="0"/>
                      </a:moveTo>
                      <a:cubicBezTo>
                        <a:pt x="3276" y="0"/>
                        <a:pt x="1188" y="2414"/>
                        <a:pt x="606" y="4799"/>
                      </a:cubicBezTo>
                      <a:cubicBezTo>
                        <a:pt x="1" y="7277"/>
                        <a:pt x="987" y="8958"/>
                        <a:pt x="1024" y="9020"/>
                      </a:cubicBezTo>
                      <a:lnTo>
                        <a:pt x="1042" y="8751"/>
                      </a:lnTo>
                      <a:cubicBezTo>
                        <a:pt x="1033" y="8737"/>
                        <a:pt x="183" y="7247"/>
                        <a:pt x="769" y="4845"/>
                      </a:cubicBezTo>
                      <a:cubicBezTo>
                        <a:pt x="801" y="4834"/>
                        <a:pt x="839" y="4806"/>
                        <a:pt x="884" y="4747"/>
                      </a:cubicBezTo>
                      <a:cubicBezTo>
                        <a:pt x="970" y="4639"/>
                        <a:pt x="970" y="4385"/>
                        <a:pt x="957" y="4213"/>
                      </a:cubicBezTo>
                      <a:cubicBezTo>
                        <a:pt x="1708" y="2113"/>
                        <a:pt x="3613" y="166"/>
                        <a:pt x="6140" y="166"/>
                      </a:cubicBezTo>
                      <a:cubicBezTo>
                        <a:pt x="8666" y="166"/>
                        <a:pt x="10572" y="2114"/>
                        <a:pt x="11322" y="4213"/>
                      </a:cubicBezTo>
                      <a:cubicBezTo>
                        <a:pt x="11310" y="4383"/>
                        <a:pt x="11310" y="4638"/>
                        <a:pt x="11395" y="4747"/>
                      </a:cubicBezTo>
                      <a:cubicBezTo>
                        <a:pt x="11441" y="4806"/>
                        <a:pt x="11481" y="4832"/>
                        <a:pt x="11512" y="4845"/>
                      </a:cubicBezTo>
                      <a:cubicBezTo>
                        <a:pt x="12096" y="7247"/>
                        <a:pt x="11246" y="8736"/>
                        <a:pt x="11238" y="8751"/>
                      </a:cubicBezTo>
                      <a:lnTo>
                        <a:pt x="11255" y="9020"/>
                      </a:lnTo>
                      <a:cubicBezTo>
                        <a:pt x="11290" y="8957"/>
                        <a:pt x="12276" y="7276"/>
                        <a:pt x="11672" y="4799"/>
                      </a:cubicBezTo>
                      <a:cubicBezTo>
                        <a:pt x="11088" y="2414"/>
                        <a:pt x="9001" y="0"/>
                        <a:pt x="6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92"/>
                <p:cNvSpPr/>
                <p:nvPr/>
              </p:nvSpPr>
              <p:spPr>
                <a:xfrm>
                  <a:off x="-2748300" y="1465025"/>
                  <a:ext cx="46375" cy="63075"/>
                </a:xfrm>
                <a:custGeom>
                  <a:rect b="b" l="l" r="r" t="t"/>
                  <a:pathLst>
                    <a:path extrusionOk="0" h="2523" w="1855">
                      <a:moveTo>
                        <a:pt x="755" y="1"/>
                      </a:moveTo>
                      <a:cubicBezTo>
                        <a:pt x="577" y="1"/>
                        <a:pt x="428" y="52"/>
                        <a:pt x="311" y="155"/>
                      </a:cubicBezTo>
                      <a:cubicBezTo>
                        <a:pt x="1" y="430"/>
                        <a:pt x="42" y="967"/>
                        <a:pt x="43" y="990"/>
                      </a:cubicBezTo>
                      <a:cubicBezTo>
                        <a:pt x="45" y="1024"/>
                        <a:pt x="73" y="1047"/>
                        <a:pt x="105" y="1047"/>
                      </a:cubicBezTo>
                      <a:cubicBezTo>
                        <a:pt x="106" y="1047"/>
                        <a:pt x="108" y="1047"/>
                        <a:pt x="109" y="1047"/>
                      </a:cubicBezTo>
                      <a:cubicBezTo>
                        <a:pt x="143" y="1044"/>
                        <a:pt x="168" y="1015"/>
                        <a:pt x="166" y="981"/>
                      </a:cubicBezTo>
                      <a:cubicBezTo>
                        <a:pt x="164" y="976"/>
                        <a:pt x="128" y="482"/>
                        <a:pt x="393" y="248"/>
                      </a:cubicBezTo>
                      <a:cubicBezTo>
                        <a:pt x="485" y="166"/>
                        <a:pt x="607" y="125"/>
                        <a:pt x="755" y="125"/>
                      </a:cubicBezTo>
                      <a:cubicBezTo>
                        <a:pt x="820" y="125"/>
                        <a:pt x="889" y="133"/>
                        <a:pt x="963" y="148"/>
                      </a:cubicBezTo>
                      <a:cubicBezTo>
                        <a:pt x="1534" y="267"/>
                        <a:pt x="1710" y="1859"/>
                        <a:pt x="1729" y="2463"/>
                      </a:cubicBezTo>
                      <a:cubicBezTo>
                        <a:pt x="1730" y="2497"/>
                        <a:pt x="1757" y="2523"/>
                        <a:pt x="1791" y="2523"/>
                      </a:cubicBezTo>
                      <a:lnTo>
                        <a:pt x="1793" y="2523"/>
                      </a:lnTo>
                      <a:cubicBezTo>
                        <a:pt x="1827" y="2522"/>
                        <a:pt x="1854" y="2493"/>
                        <a:pt x="1853" y="2460"/>
                      </a:cubicBezTo>
                      <a:cubicBezTo>
                        <a:pt x="1849" y="2367"/>
                        <a:pt x="1772" y="189"/>
                        <a:pt x="988" y="26"/>
                      </a:cubicBezTo>
                      <a:cubicBezTo>
                        <a:pt x="906" y="9"/>
                        <a:pt x="828" y="1"/>
                        <a:pt x="7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92"/>
                <p:cNvSpPr/>
                <p:nvPr/>
              </p:nvSpPr>
              <p:spPr>
                <a:xfrm>
                  <a:off x="-2603250" y="1657175"/>
                  <a:ext cx="57875" cy="52700"/>
                </a:xfrm>
                <a:custGeom>
                  <a:rect b="b" l="l" r="r" t="t"/>
                  <a:pathLst>
                    <a:path extrusionOk="0" h="2108" w="2315">
                      <a:moveTo>
                        <a:pt x="70" y="1"/>
                      </a:moveTo>
                      <a:cubicBezTo>
                        <a:pt x="57" y="1"/>
                        <a:pt x="44" y="5"/>
                        <a:pt x="33" y="13"/>
                      </a:cubicBezTo>
                      <a:cubicBezTo>
                        <a:pt x="6" y="34"/>
                        <a:pt x="1" y="72"/>
                        <a:pt x="21" y="100"/>
                      </a:cubicBezTo>
                      <a:cubicBezTo>
                        <a:pt x="28" y="108"/>
                        <a:pt x="487" y="704"/>
                        <a:pt x="1066" y="704"/>
                      </a:cubicBezTo>
                      <a:cubicBezTo>
                        <a:pt x="1186" y="704"/>
                        <a:pt x="1311" y="679"/>
                        <a:pt x="1438" y="617"/>
                      </a:cubicBezTo>
                      <a:cubicBezTo>
                        <a:pt x="1517" y="579"/>
                        <a:pt x="1590" y="560"/>
                        <a:pt x="1657" y="560"/>
                      </a:cubicBezTo>
                      <a:cubicBezTo>
                        <a:pt x="1791" y="560"/>
                        <a:pt x="1900" y="637"/>
                        <a:pt x="1982" y="791"/>
                      </a:cubicBezTo>
                      <a:cubicBezTo>
                        <a:pt x="2184" y="1170"/>
                        <a:pt x="2131" y="1884"/>
                        <a:pt x="1942" y="1993"/>
                      </a:cubicBezTo>
                      <a:cubicBezTo>
                        <a:pt x="1914" y="2009"/>
                        <a:pt x="1904" y="2046"/>
                        <a:pt x="1920" y="2076"/>
                      </a:cubicBezTo>
                      <a:cubicBezTo>
                        <a:pt x="1931" y="2096"/>
                        <a:pt x="1952" y="2107"/>
                        <a:pt x="1973" y="2107"/>
                      </a:cubicBezTo>
                      <a:cubicBezTo>
                        <a:pt x="1983" y="2107"/>
                        <a:pt x="1995" y="2104"/>
                        <a:pt x="2003" y="2099"/>
                      </a:cubicBezTo>
                      <a:cubicBezTo>
                        <a:pt x="2265" y="1947"/>
                        <a:pt x="2314" y="1157"/>
                        <a:pt x="2090" y="734"/>
                      </a:cubicBezTo>
                      <a:cubicBezTo>
                        <a:pt x="1986" y="536"/>
                        <a:pt x="1837" y="435"/>
                        <a:pt x="1659" y="435"/>
                      </a:cubicBezTo>
                      <a:cubicBezTo>
                        <a:pt x="1573" y="435"/>
                        <a:pt x="1481" y="458"/>
                        <a:pt x="1383" y="506"/>
                      </a:cubicBezTo>
                      <a:cubicBezTo>
                        <a:pt x="1275" y="558"/>
                        <a:pt x="1168" y="580"/>
                        <a:pt x="1065" y="580"/>
                      </a:cubicBezTo>
                      <a:cubicBezTo>
                        <a:pt x="548" y="580"/>
                        <a:pt x="124" y="32"/>
                        <a:pt x="119" y="25"/>
                      </a:cubicBezTo>
                      <a:cubicBezTo>
                        <a:pt x="107" y="9"/>
                        <a:pt x="89" y="1"/>
                        <a:pt x="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92"/>
                <p:cNvSpPr/>
                <p:nvPr/>
              </p:nvSpPr>
              <p:spPr>
                <a:xfrm>
                  <a:off x="-2596050" y="1731025"/>
                  <a:ext cx="79750" cy="43975"/>
                </a:xfrm>
                <a:custGeom>
                  <a:rect b="b" l="l" r="r" t="t"/>
                  <a:pathLst>
                    <a:path extrusionOk="0" h="1759" w="3190">
                      <a:moveTo>
                        <a:pt x="1686" y="0"/>
                      </a:moveTo>
                      <a:cubicBezTo>
                        <a:pt x="1658" y="0"/>
                        <a:pt x="1632" y="19"/>
                        <a:pt x="1626" y="48"/>
                      </a:cubicBezTo>
                      <a:cubicBezTo>
                        <a:pt x="1618" y="82"/>
                        <a:pt x="1638" y="114"/>
                        <a:pt x="1672" y="122"/>
                      </a:cubicBezTo>
                      <a:cubicBezTo>
                        <a:pt x="2380" y="283"/>
                        <a:pt x="2832" y="533"/>
                        <a:pt x="2979" y="845"/>
                      </a:cubicBezTo>
                      <a:cubicBezTo>
                        <a:pt x="3060" y="1018"/>
                        <a:pt x="3047" y="1215"/>
                        <a:pt x="2939" y="1430"/>
                      </a:cubicBezTo>
                      <a:cubicBezTo>
                        <a:pt x="2874" y="1557"/>
                        <a:pt x="2685" y="1635"/>
                        <a:pt x="2452" y="1635"/>
                      </a:cubicBezTo>
                      <a:cubicBezTo>
                        <a:pt x="2416" y="1635"/>
                        <a:pt x="2380" y="1634"/>
                        <a:pt x="2343" y="1630"/>
                      </a:cubicBezTo>
                      <a:cubicBezTo>
                        <a:pt x="2063" y="1602"/>
                        <a:pt x="1703" y="1451"/>
                        <a:pt x="1610" y="1119"/>
                      </a:cubicBezTo>
                      <a:cubicBezTo>
                        <a:pt x="1580" y="1011"/>
                        <a:pt x="1512" y="926"/>
                        <a:pt x="1406" y="869"/>
                      </a:cubicBezTo>
                      <a:cubicBezTo>
                        <a:pt x="1286" y="805"/>
                        <a:pt x="1128" y="781"/>
                        <a:pt x="962" y="781"/>
                      </a:cubicBezTo>
                      <a:cubicBezTo>
                        <a:pt x="544" y="781"/>
                        <a:pt x="78" y="928"/>
                        <a:pt x="51" y="937"/>
                      </a:cubicBezTo>
                      <a:cubicBezTo>
                        <a:pt x="18" y="947"/>
                        <a:pt x="0" y="982"/>
                        <a:pt x="11" y="1014"/>
                      </a:cubicBezTo>
                      <a:cubicBezTo>
                        <a:pt x="19" y="1041"/>
                        <a:pt x="44" y="1057"/>
                        <a:pt x="69" y="1057"/>
                      </a:cubicBezTo>
                      <a:cubicBezTo>
                        <a:pt x="76" y="1057"/>
                        <a:pt x="82" y="1056"/>
                        <a:pt x="88" y="1054"/>
                      </a:cubicBezTo>
                      <a:cubicBezTo>
                        <a:pt x="95" y="1052"/>
                        <a:pt x="564" y="904"/>
                        <a:pt x="963" y="904"/>
                      </a:cubicBezTo>
                      <a:cubicBezTo>
                        <a:pt x="1110" y="904"/>
                        <a:pt x="1247" y="924"/>
                        <a:pt x="1348" y="979"/>
                      </a:cubicBezTo>
                      <a:cubicBezTo>
                        <a:pt x="1425" y="1020"/>
                        <a:pt x="1472" y="1077"/>
                        <a:pt x="1493" y="1152"/>
                      </a:cubicBezTo>
                      <a:cubicBezTo>
                        <a:pt x="1601" y="1544"/>
                        <a:pt x="2013" y="1722"/>
                        <a:pt x="2332" y="1753"/>
                      </a:cubicBezTo>
                      <a:cubicBezTo>
                        <a:pt x="2373" y="1756"/>
                        <a:pt x="2412" y="1759"/>
                        <a:pt x="2453" y="1759"/>
                      </a:cubicBezTo>
                      <a:cubicBezTo>
                        <a:pt x="2735" y="1759"/>
                        <a:pt x="2962" y="1657"/>
                        <a:pt x="3049" y="1487"/>
                      </a:cubicBezTo>
                      <a:cubicBezTo>
                        <a:pt x="3175" y="1237"/>
                        <a:pt x="3189" y="1003"/>
                        <a:pt x="3090" y="793"/>
                      </a:cubicBezTo>
                      <a:cubicBezTo>
                        <a:pt x="2925" y="440"/>
                        <a:pt x="2457" y="175"/>
                        <a:pt x="1699" y="2"/>
                      </a:cubicBezTo>
                      <a:cubicBezTo>
                        <a:pt x="1695" y="1"/>
                        <a:pt x="1690" y="0"/>
                        <a:pt x="16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92"/>
                <p:cNvSpPr/>
                <p:nvPr/>
              </p:nvSpPr>
              <p:spPr>
                <a:xfrm>
                  <a:off x="-2756600" y="1526525"/>
                  <a:ext cx="162300" cy="261325"/>
                </a:xfrm>
                <a:custGeom>
                  <a:rect b="b" l="l" r="r" t="t"/>
                  <a:pathLst>
                    <a:path extrusionOk="0" h="10453" w="6492">
                      <a:moveTo>
                        <a:pt x="0" y="1"/>
                      </a:moveTo>
                      <a:lnTo>
                        <a:pt x="0" y="1181"/>
                      </a:lnTo>
                      <a:lnTo>
                        <a:pt x="0" y="10453"/>
                      </a:lnTo>
                      <a:lnTo>
                        <a:pt x="6492" y="10453"/>
                      </a:lnTo>
                      <a:lnTo>
                        <a:pt x="6492" y="1181"/>
                      </a:lnTo>
                      <a:lnTo>
                        <a:pt x="64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92"/>
                <p:cNvSpPr/>
                <p:nvPr/>
              </p:nvSpPr>
              <p:spPr>
                <a:xfrm>
                  <a:off x="-2724700" y="1584825"/>
                  <a:ext cx="114325" cy="158500"/>
                </a:xfrm>
                <a:custGeom>
                  <a:rect b="b" l="l" r="r" t="t"/>
                  <a:pathLst>
                    <a:path extrusionOk="0" h="6340" w="4573">
                      <a:moveTo>
                        <a:pt x="4449" y="59"/>
                      </a:moveTo>
                      <a:cubicBezTo>
                        <a:pt x="4483" y="59"/>
                        <a:pt x="4511" y="87"/>
                        <a:pt x="4511" y="121"/>
                      </a:cubicBezTo>
                      <a:lnTo>
                        <a:pt x="4511" y="6216"/>
                      </a:lnTo>
                      <a:cubicBezTo>
                        <a:pt x="4511" y="6251"/>
                        <a:pt x="4482" y="6278"/>
                        <a:pt x="4449" y="6278"/>
                      </a:cubicBezTo>
                      <a:lnTo>
                        <a:pt x="123" y="6278"/>
                      </a:lnTo>
                      <a:cubicBezTo>
                        <a:pt x="89" y="6278"/>
                        <a:pt x="61" y="6250"/>
                        <a:pt x="61" y="6216"/>
                      </a:cubicBezTo>
                      <a:lnTo>
                        <a:pt x="61" y="121"/>
                      </a:lnTo>
                      <a:cubicBezTo>
                        <a:pt x="61" y="86"/>
                        <a:pt x="90" y="59"/>
                        <a:pt x="123" y="59"/>
                      </a:cubicBezTo>
                      <a:close/>
                      <a:moveTo>
                        <a:pt x="123" y="0"/>
                      </a:moveTo>
                      <a:cubicBezTo>
                        <a:pt x="56" y="0"/>
                        <a:pt x="1" y="54"/>
                        <a:pt x="1" y="122"/>
                      </a:cubicBezTo>
                      <a:lnTo>
                        <a:pt x="1" y="6218"/>
                      </a:lnTo>
                      <a:cubicBezTo>
                        <a:pt x="1" y="6285"/>
                        <a:pt x="55" y="6340"/>
                        <a:pt x="123" y="6340"/>
                      </a:cubicBezTo>
                      <a:lnTo>
                        <a:pt x="4449" y="6340"/>
                      </a:lnTo>
                      <a:cubicBezTo>
                        <a:pt x="4517" y="6340"/>
                        <a:pt x="4573" y="6285"/>
                        <a:pt x="4571" y="6218"/>
                      </a:cubicBezTo>
                      <a:lnTo>
                        <a:pt x="4571" y="122"/>
                      </a:lnTo>
                      <a:cubicBezTo>
                        <a:pt x="4571" y="55"/>
                        <a:pt x="4517" y="0"/>
                        <a:pt x="44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92"/>
                <p:cNvSpPr/>
                <p:nvPr/>
              </p:nvSpPr>
              <p:spPr>
                <a:xfrm>
                  <a:off x="-2713425" y="1600200"/>
                  <a:ext cx="91750" cy="127675"/>
                </a:xfrm>
                <a:custGeom>
                  <a:rect b="b" l="l" r="r" t="t"/>
                  <a:pathLst>
                    <a:path extrusionOk="0" h="5107" w="3670">
                      <a:moveTo>
                        <a:pt x="94" y="0"/>
                      </a:moveTo>
                      <a:cubicBezTo>
                        <a:pt x="42" y="0"/>
                        <a:pt x="1" y="42"/>
                        <a:pt x="1" y="93"/>
                      </a:cubicBezTo>
                      <a:lnTo>
                        <a:pt x="1" y="5015"/>
                      </a:lnTo>
                      <a:cubicBezTo>
                        <a:pt x="1" y="5066"/>
                        <a:pt x="42" y="5107"/>
                        <a:pt x="94" y="5107"/>
                      </a:cubicBezTo>
                      <a:lnTo>
                        <a:pt x="3577" y="5107"/>
                      </a:lnTo>
                      <a:cubicBezTo>
                        <a:pt x="3627" y="5107"/>
                        <a:pt x="3669" y="5066"/>
                        <a:pt x="3670" y="5015"/>
                      </a:cubicBezTo>
                      <a:lnTo>
                        <a:pt x="3670" y="93"/>
                      </a:lnTo>
                      <a:cubicBezTo>
                        <a:pt x="3670" y="42"/>
                        <a:pt x="3628" y="0"/>
                        <a:pt x="35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92"/>
                <p:cNvSpPr/>
                <p:nvPr/>
              </p:nvSpPr>
              <p:spPr>
                <a:xfrm>
                  <a:off x="-2706225" y="1600225"/>
                  <a:ext cx="29725" cy="127650"/>
                </a:xfrm>
                <a:custGeom>
                  <a:rect b="b" l="l" r="r" t="t"/>
                  <a:pathLst>
                    <a:path extrusionOk="0" h="5106" w="1189">
                      <a:moveTo>
                        <a:pt x="1" y="0"/>
                      </a:moveTo>
                      <a:lnTo>
                        <a:pt x="1" y="708"/>
                      </a:lnTo>
                      <a:lnTo>
                        <a:pt x="1128" y="1074"/>
                      </a:lnTo>
                      <a:lnTo>
                        <a:pt x="1128" y="4033"/>
                      </a:lnTo>
                      <a:lnTo>
                        <a:pt x="1" y="4398"/>
                      </a:lnTo>
                      <a:lnTo>
                        <a:pt x="1" y="5106"/>
                      </a:lnTo>
                      <a:lnTo>
                        <a:pt x="63" y="5106"/>
                      </a:lnTo>
                      <a:lnTo>
                        <a:pt x="63" y="4443"/>
                      </a:lnTo>
                      <a:lnTo>
                        <a:pt x="1189" y="4077"/>
                      </a:lnTo>
                      <a:lnTo>
                        <a:pt x="1189" y="1028"/>
                      </a:lnTo>
                      <a:lnTo>
                        <a:pt x="63" y="664"/>
                      </a:lnTo>
                      <a:lnTo>
                        <a:pt x="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92"/>
                <p:cNvSpPr/>
                <p:nvPr/>
              </p:nvSpPr>
              <p:spPr>
                <a:xfrm>
                  <a:off x="-2693400" y="1770450"/>
                  <a:ext cx="82250" cy="4800"/>
                </a:xfrm>
                <a:custGeom>
                  <a:rect b="b" l="l" r="r" t="t"/>
                  <a:pathLst>
                    <a:path extrusionOk="0" h="192" w="3290">
                      <a:moveTo>
                        <a:pt x="71" y="0"/>
                      </a:moveTo>
                      <a:cubicBezTo>
                        <a:pt x="32" y="0"/>
                        <a:pt x="1" y="31"/>
                        <a:pt x="1" y="70"/>
                      </a:cubicBezTo>
                      <a:lnTo>
                        <a:pt x="1" y="121"/>
                      </a:lnTo>
                      <a:cubicBezTo>
                        <a:pt x="1" y="160"/>
                        <a:pt x="32" y="191"/>
                        <a:pt x="71" y="191"/>
                      </a:cubicBezTo>
                      <a:lnTo>
                        <a:pt x="3220" y="191"/>
                      </a:lnTo>
                      <a:cubicBezTo>
                        <a:pt x="3259" y="191"/>
                        <a:pt x="3290" y="160"/>
                        <a:pt x="3290" y="121"/>
                      </a:cubicBezTo>
                      <a:lnTo>
                        <a:pt x="3290" y="70"/>
                      </a:lnTo>
                      <a:cubicBezTo>
                        <a:pt x="3290" y="31"/>
                        <a:pt x="3259" y="0"/>
                        <a:pt x="3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92"/>
                <p:cNvSpPr/>
                <p:nvPr/>
              </p:nvSpPr>
              <p:spPr>
                <a:xfrm>
                  <a:off x="-2728150" y="1563400"/>
                  <a:ext cx="92775" cy="4800"/>
                </a:xfrm>
                <a:custGeom>
                  <a:rect b="b" l="l" r="r" t="t"/>
                  <a:pathLst>
                    <a:path extrusionOk="0" h="192" w="3711">
                      <a:moveTo>
                        <a:pt x="70" y="1"/>
                      </a:moveTo>
                      <a:cubicBezTo>
                        <a:pt x="32" y="1"/>
                        <a:pt x="1" y="32"/>
                        <a:pt x="1" y="70"/>
                      </a:cubicBezTo>
                      <a:lnTo>
                        <a:pt x="1" y="121"/>
                      </a:lnTo>
                      <a:cubicBezTo>
                        <a:pt x="1" y="161"/>
                        <a:pt x="32" y="192"/>
                        <a:pt x="70" y="192"/>
                      </a:cubicBezTo>
                      <a:lnTo>
                        <a:pt x="3641" y="192"/>
                      </a:lnTo>
                      <a:cubicBezTo>
                        <a:pt x="3679" y="192"/>
                        <a:pt x="3710" y="158"/>
                        <a:pt x="3711" y="121"/>
                      </a:cubicBezTo>
                      <a:lnTo>
                        <a:pt x="3711" y="70"/>
                      </a:lnTo>
                      <a:cubicBezTo>
                        <a:pt x="3711" y="32"/>
                        <a:pt x="3680" y="1"/>
                        <a:pt x="36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92"/>
                <p:cNvSpPr/>
                <p:nvPr/>
              </p:nvSpPr>
              <p:spPr>
                <a:xfrm>
                  <a:off x="-2621725" y="1534950"/>
                  <a:ext cx="8475" cy="8475"/>
                </a:xfrm>
                <a:custGeom>
                  <a:rect b="b" l="l" r="r" t="t"/>
                  <a:pathLst>
                    <a:path extrusionOk="0" h="339" w="339">
                      <a:moveTo>
                        <a:pt x="169" y="0"/>
                      </a:moveTo>
                      <a:cubicBezTo>
                        <a:pt x="76" y="0"/>
                        <a:pt x="1" y="77"/>
                        <a:pt x="1" y="170"/>
                      </a:cubicBezTo>
                      <a:cubicBezTo>
                        <a:pt x="1" y="262"/>
                        <a:pt x="77" y="339"/>
                        <a:pt x="169" y="339"/>
                      </a:cubicBezTo>
                      <a:cubicBezTo>
                        <a:pt x="263" y="339"/>
                        <a:pt x="338" y="262"/>
                        <a:pt x="338" y="170"/>
                      </a:cubicBezTo>
                      <a:cubicBezTo>
                        <a:pt x="338" y="77"/>
                        <a:pt x="263"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92"/>
                <p:cNvSpPr/>
                <p:nvPr/>
              </p:nvSpPr>
              <p:spPr>
                <a:xfrm>
                  <a:off x="-2643875" y="1534950"/>
                  <a:ext cx="8475" cy="8475"/>
                </a:xfrm>
                <a:custGeom>
                  <a:rect b="b" l="l" r="r" t="t"/>
                  <a:pathLst>
                    <a:path extrusionOk="0" h="339" w="339">
                      <a:moveTo>
                        <a:pt x="169" y="0"/>
                      </a:moveTo>
                      <a:cubicBezTo>
                        <a:pt x="77" y="0"/>
                        <a:pt x="0" y="77"/>
                        <a:pt x="0" y="170"/>
                      </a:cubicBezTo>
                      <a:cubicBezTo>
                        <a:pt x="0" y="262"/>
                        <a:pt x="77" y="339"/>
                        <a:pt x="169" y="339"/>
                      </a:cubicBezTo>
                      <a:cubicBezTo>
                        <a:pt x="262" y="339"/>
                        <a:pt x="339" y="262"/>
                        <a:pt x="339" y="170"/>
                      </a:cubicBezTo>
                      <a:cubicBezTo>
                        <a:pt x="339" y="77"/>
                        <a:pt x="262"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92"/>
                <p:cNvSpPr/>
                <p:nvPr/>
              </p:nvSpPr>
              <p:spPr>
                <a:xfrm>
                  <a:off x="-2666000" y="1534950"/>
                  <a:ext cx="8475" cy="8475"/>
                </a:xfrm>
                <a:custGeom>
                  <a:rect b="b" l="l" r="r" t="t"/>
                  <a:pathLst>
                    <a:path extrusionOk="0" h="339" w="339">
                      <a:moveTo>
                        <a:pt x="169" y="0"/>
                      </a:moveTo>
                      <a:cubicBezTo>
                        <a:pt x="76" y="0"/>
                        <a:pt x="1" y="77"/>
                        <a:pt x="1" y="170"/>
                      </a:cubicBezTo>
                      <a:cubicBezTo>
                        <a:pt x="1" y="262"/>
                        <a:pt x="76" y="339"/>
                        <a:pt x="169" y="339"/>
                      </a:cubicBezTo>
                      <a:cubicBezTo>
                        <a:pt x="262" y="339"/>
                        <a:pt x="338" y="262"/>
                        <a:pt x="338" y="170"/>
                      </a:cubicBezTo>
                      <a:cubicBezTo>
                        <a:pt x="338" y="77"/>
                        <a:pt x="264"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92"/>
                <p:cNvSpPr/>
                <p:nvPr/>
              </p:nvSpPr>
              <p:spPr>
                <a:xfrm>
                  <a:off x="-2687100" y="1534950"/>
                  <a:ext cx="6350" cy="6350"/>
                </a:xfrm>
                <a:custGeom>
                  <a:rect b="b" l="l" r="r" t="t"/>
                  <a:pathLst>
                    <a:path extrusionOk="0" h="254" w="254">
                      <a:moveTo>
                        <a:pt x="126" y="0"/>
                      </a:moveTo>
                      <a:cubicBezTo>
                        <a:pt x="57" y="0"/>
                        <a:pt x="1" y="57"/>
                        <a:pt x="1" y="127"/>
                      </a:cubicBezTo>
                      <a:cubicBezTo>
                        <a:pt x="1" y="196"/>
                        <a:pt x="57" y="253"/>
                        <a:pt x="126" y="253"/>
                      </a:cubicBezTo>
                      <a:cubicBezTo>
                        <a:pt x="197" y="253"/>
                        <a:pt x="253" y="196"/>
                        <a:pt x="253" y="127"/>
                      </a:cubicBezTo>
                      <a:cubicBezTo>
                        <a:pt x="253" y="57"/>
                        <a:pt x="197" y="0"/>
                        <a:pt x="1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92"/>
                <p:cNvSpPr/>
                <p:nvPr/>
              </p:nvSpPr>
              <p:spPr>
                <a:xfrm>
                  <a:off x="-2717475" y="1534950"/>
                  <a:ext cx="6350" cy="6350"/>
                </a:xfrm>
                <a:custGeom>
                  <a:rect b="b" l="l" r="r" t="t"/>
                  <a:pathLst>
                    <a:path extrusionOk="0" h="254" w="254">
                      <a:moveTo>
                        <a:pt x="127" y="0"/>
                      </a:moveTo>
                      <a:cubicBezTo>
                        <a:pt x="57" y="0"/>
                        <a:pt x="1" y="57"/>
                        <a:pt x="1" y="127"/>
                      </a:cubicBezTo>
                      <a:cubicBezTo>
                        <a:pt x="1" y="196"/>
                        <a:pt x="57" y="253"/>
                        <a:pt x="127" y="253"/>
                      </a:cubicBezTo>
                      <a:cubicBezTo>
                        <a:pt x="197" y="253"/>
                        <a:pt x="254" y="196"/>
                        <a:pt x="254" y="127"/>
                      </a:cubicBezTo>
                      <a:cubicBezTo>
                        <a:pt x="254" y="57"/>
                        <a:pt x="197" y="0"/>
                        <a:pt x="1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92"/>
                <p:cNvSpPr/>
                <p:nvPr/>
              </p:nvSpPr>
              <p:spPr>
                <a:xfrm>
                  <a:off x="-2797000" y="1704075"/>
                  <a:ext cx="6700" cy="35175"/>
                </a:xfrm>
                <a:custGeom>
                  <a:rect b="b" l="l" r="r" t="t"/>
                  <a:pathLst>
                    <a:path extrusionOk="0" h="1407" w="268">
                      <a:moveTo>
                        <a:pt x="50" y="0"/>
                      </a:moveTo>
                      <a:cubicBezTo>
                        <a:pt x="22" y="0"/>
                        <a:pt x="0" y="22"/>
                        <a:pt x="0" y="50"/>
                      </a:cubicBezTo>
                      <a:lnTo>
                        <a:pt x="0" y="1357"/>
                      </a:lnTo>
                      <a:cubicBezTo>
                        <a:pt x="0" y="1384"/>
                        <a:pt x="22" y="1407"/>
                        <a:pt x="50" y="1407"/>
                      </a:cubicBezTo>
                      <a:lnTo>
                        <a:pt x="268" y="1407"/>
                      </a:lnTo>
                      <a:lnTo>
                        <a:pt x="2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92"/>
                <p:cNvSpPr/>
                <p:nvPr/>
              </p:nvSpPr>
              <p:spPr>
                <a:xfrm>
                  <a:off x="-2803325" y="1708300"/>
                  <a:ext cx="6350" cy="24575"/>
                </a:xfrm>
                <a:custGeom>
                  <a:rect b="b" l="l" r="r" t="t"/>
                  <a:pathLst>
                    <a:path extrusionOk="0" h="983" w="254">
                      <a:moveTo>
                        <a:pt x="0" y="0"/>
                      </a:moveTo>
                      <a:lnTo>
                        <a:pt x="0" y="983"/>
                      </a:lnTo>
                      <a:lnTo>
                        <a:pt x="253" y="983"/>
                      </a:lnTo>
                      <a:lnTo>
                        <a:pt x="2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92"/>
                <p:cNvSpPr/>
                <p:nvPr/>
              </p:nvSpPr>
              <p:spPr>
                <a:xfrm>
                  <a:off x="-2560600" y="1704075"/>
                  <a:ext cx="6675" cy="35175"/>
                </a:xfrm>
                <a:custGeom>
                  <a:rect b="b" l="l" r="r" t="t"/>
                  <a:pathLst>
                    <a:path extrusionOk="0" h="1407" w="267">
                      <a:moveTo>
                        <a:pt x="0" y="0"/>
                      </a:moveTo>
                      <a:lnTo>
                        <a:pt x="0" y="1407"/>
                      </a:lnTo>
                      <a:lnTo>
                        <a:pt x="218" y="1407"/>
                      </a:lnTo>
                      <a:cubicBezTo>
                        <a:pt x="245" y="1407"/>
                        <a:pt x="267" y="1384"/>
                        <a:pt x="267" y="1357"/>
                      </a:cubicBezTo>
                      <a:lnTo>
                        <a:pt x="267" y="50"/>
                      </a:lnTo>
                      <a:cubicBezTo>
                        <a:pt x="267" y="22"/>
                        <a:pt x="245"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92"/>
                <p:cNvSpPr/>
                <p:nvPr/>
              </p:nvSpPr>
              <p:spPr>
                <a:xfrm>
                  <a:off x="-2553925" y="1708325"/>
                  <a:ext cx="6350" cy="24600"/>
                </a:xfrm>
                <a:custGeom>
                  <a:rect b="b" l="l" r="r" t="t"/>
                  <a:pathLst>
                    <a:path extrusionOk="0" h="984" w="254">
                      <a:moveTo>
                        <a:pt x="1" y="0"/>
                      </a:moveTo>
                      <a:lnTo>
                        <a:pt x="1" y="984"/>
                      </a:lnTo>
                      <a:lnTo>
                        <a:pt x="254" y="984"/>
                      </a:lnTo>
                      <a:lnTo>
                        <a:pt x="2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92"/>
                <p:cNvSpPr/>
                <p:nvPr/>
              </p:nvSpPr>
              <p:spPr>
                <a:xfrm>
                  <a:off x="-2662850" y="1620875"/>
                  <a:ext cx="15450" cy="15475"/>
                </a:xfrm>
                <a:custGeom>
                  <a:rect b="b" l="l" r="r" t="t"/>
                  <a:pathLst>
                    <a:path extrusionOk="0" h="619" w="618">
                      <a:moveTo>
                        <a:pt x="309" y="1"/>
                      </a:moveTo>
                      <a:cubicBezTo>
                        <a:pt x="139" y="1"/>
                        <a:pt x="1" y="139"/>
                        <a:pt x="1" y="309"/>
                      </a:cubicBezTo>
                      <a:cubicBezTo>
                        <a:pt x="1" y="480"/>
                        <a:pt x="139" y="618"/>
                        <a:pt x="309" y="618"/>
                      </a:cubicBezTo>
                      <a:cubicBezTo>
                        <a:pt x="480" y="618"/>
                        <a:pt x="618" y="480"/>
                        <a:pt x="618" y="309"/>
                      </a:cubicBezTo>
                      <a:cubicBezTo>
                        <a:pt x="618" y="139"/>
                        <a:pt x="480" y="1"/>
                        <a:pt x="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92"/>
                <p:cNvSpPr/>
                <p:nvPr/>
              </p:nvSpPr>
              <p:spPr>
                <a:xfrm>
                  <a:off x="-2662850" y="1691775"/>
                  <a:ext cx="15450" cy="15425"/>
                </a:xfrm>
                <a:custGeom>
                  <a:rect b="b" l="l" r="r" t="t"/>
                  <a:pathLst>
                    <a:path extrusionOk="0" h="617" w="618">
                      <a:moveTo>
                        <a:pt x="309" y="1"/>
                      </a:moveTo>
                      <a:cubicBezTo>
                        <a:pt x="139" y="1"/>
                        <a:pt x="1" y="139"/>
                        <a:pt x="1" y="308"/>
                      </a:cubicBezTo>
                      <a:cubicBezTo>
                        <a:pt x="1" y="479"/>
                        <a:pt x="139" y="617"/>
                        <a:pt x="309" y="617"/>
                      </a:cubicBezTo>
                      <a:cubicBezTo>
                        <a:pt x="480" y="617"/>
                        <a:pt x="618" y="479"/>
                        <a:pt x="618" y="308"/>
                      </a:cubicBezTo>
                      <a:cubicBezTo>
                        <a:pt x="618" y="139"/>
                        <a:pt x="480" y="1"/>
                        <a:pt x="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92"/>
                <p:cNvSpPr/>
                <p:nvPr/>
              </p:nvSpPr>
              <p:spPr>
                <a:xfrm>
                  <a:off x="-2756600" y="1526525"/>
                  <a:ext cx="19700" cy="261325"/>
                </a:xfrm>
                <a:custGeom>
                  <a:rect b="b" l="l" r="r" t="t"/>
                  <a:pathLst>
                    <a:path extrusionOk="0" h="10453" w="788">
                      <a:moveTo>
                        <a:pt x="0" y="1"/>
                      </a:moveTo>
                      <a:lnTo>
                        <a:pt x="0" y="1181"/>
                      </a:lnTo>
                      <a:lnTo>
                        <a:pt x="0" y="10453"/>
                      </a:lnTo>
                      <a:lnTo>
                        <a:pt x="788" y="10453"/>
                      </a:lnTo>
                      <a:lnTo>
                        <a:pt x="788" y="1181"/>
                      </a:lnTo>
                      <a:lnTo>
                        <a:pt x="7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92"/>
                <p:cNvSpPr/>
                <p:nvPr/>
              </p:nvSpPr>
              <p:spPr>
                <a:xfrm>
                  <a:off x="-2750625" y="1489650"/>
                  <a:ext cx="9850" cy="48500"/>
                </a:xfrm>
                <a:custGeom>
                  <a:rect b="b" l="l" r="r" t="t"/>
                  <a:pathLst>
                    <a:path extrusionOk="0" h="1940" w="394">
                      <a:moveTo>
                        <a:pt x="84" y="0"/>
                      </a:moveTo>
                      <a:lnTo>
                        <a:pt x="1" y="1798"/>
                      </a:lnTo>
                      <a:cubicBezTo>
                        <a:pt x="1" y="1875"/>
                        <a:pt x="64" y="1939"/>
                        <a:pt x="141" y="1939"/>
                      </a:cubicBezTo>
                      <a:lnTo>
                        <a:pt x="254" y="1939"/>
                      </a:lnTo>
                      <a:cubicBezTo>
                        <a:pt x="331" y="1939"/>
                        <a:pt x="394" y="1877"/>
                        <a:pt x="393" y="1798"/>
                      </a:cubicBezTo>
                      <a:lnTo>
                        <a:pt x="2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92"/>
                <p:cNvSpPr/>
                <p:nvPr/>
              </p:nvSpPr>
              <p:spPr>
                <a:xfrm>
                  <a:off x="-2592025" y="1687950"/>
                  <a:ext cx="31425" cy="63900"/>
                </a:xfrm>
                <a:custGeom>
                  <a:rect b="b" l="l" r="r" t="t"/>
                  <a:pathLst>
                    <a:path extrusionOk="0" h="2556" w="1257">
                      <a:moveTo>
                        <a:pt x="105" y="0"/>
                      </a:moveTo>
                      <a:cubicBezTo>
                        <a:pt x="105" y="0"/>
                        <a:pt x="0" y="598"/>
                        <a:pt x="20" y="1476"/>
                      </a:cubicBezTo>
                      <a:lnTo>
                        <a:pt x="20" y="1497"/>
                      </a:lnTo>
                      <a:cubicBezTo>
                        <a:pt x="21" y="1535"/>
                        <a:pt x="22" y="1573"/>
                        <a:pt x="24" y="1611"/>
                      </a:cubicBezTo>
                      <a:cubicBezTo>
                        <a:pt x="24" y="1620"/>
                        <a:pt x="24" y="1629"/>
                        <a:pt x="25" y="1637"/>
                      </a:cubicBezTo>
                      <a:cubicBezTo>
                        <a:pt x="26" y="1678"/>
                        <a:pt x="29" y="1719"/>
                        <a:pt x="30" y="1763"/>
                      </a:cubicBezTo>
                      <a:cubicBezTo>
                        <a:pt x="30" y="1767"/>
                        <a:pt x="30" y="1771"/>
                        <a:pt x="31" y="1775"/>
                      </a:cubicBezTo>
                      <a:cubicBezTo>
                        <a:pt x="35" y="1823"/>
                        <a:pt x="37" y="1870"/>
                        <a:pt x="41" y="1920"/>
                      </a:cubicBezTo>
                      <a:cubicBezTo>
                        <a:pt x="41" y="1925"/>
                        <a:pt x="42" y="1929"/>
                        <a:pt x="42" y="1934"/>
                      </a:cubicBezTo>
                      <a:cubicBezTo>
                        <a:pt x="45" y="1975"/>
                        <a:pt x="48" y="2018"/>
                        <a:pt x="51" y="2060"/>
                      </a:cubicBezTo>
                      <a:cubicBezTo>
                        <a:pt x="52" y="2074"/>
                        <a:pt x="53" y="2090"/>
                        <a:pt x="55" y="2104"/>
                      </a:cubicBezTo>
                      <a:cubicBezTo>
                        <a:pt x="57" y="2137"/>
                        <a:pt x="61" y="2171"/>
                        <a:pt x="63" y="2205"/>
                      </a:cubicBezTo>
                      <a:cubicBezTo>
                        <a:pt x="65" y="2223"/>
                        <a:pt x="68" y="2239"/>
                        <a:pt x="69" y="2256"/>
                      </a:cubicBezTo>
                      <a:cubicBezTo>
                        <a:pt x="73" y="2290"/>
                        <a:pt x="77" y="2324"/>
                        <a:pt x="80" y="2359"/>
                      </a:cubicBezTo>
                      <a:cubicBezTo>
                        <a:pt x="82" y="2375"/>
                        <a:pt x="84" y="2390"/>
                        <a:pt x="85" y="2406"/>
                      </a:cubicBezTo>
                      <a:cubicBezTo>
                        <a:pt x="92" y="2455"/>
                        <a:pt x="97" y="2504"/>
                        <a:pt x="105" y="2553"/>
                      </a:cubicBezTo>
                      <a:lnTo>
                        <a:pt x="105" y="2555"/>
                      </a:lnTo>
                      <a:lnTo>
                        <a:pt x="1256" y="2317"/>
                      </a:lnTo>
                      <a:lnTo>
                        <a:pt x="1256" y="1348"/>
                      </a:lnTo>
                      <a:lnTo>
                        <a:pt x="1256" y="252"/>
                      </a:lnTo>
                      <a:lnTo>
                        <a:pt x="1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92"/>
                <p:cNvSpPr/>
                <p:nvPr/>
              </p:nvSpPr>
              <p:spPr>
                <a:xfrm>
                  <a:off x="-2790300" y="1687925"/>
                  <a:ext cx="31200" cy="63925"/>
                </a:xfrm>
                <a:custGeom>
                  <a:rect b="b" l="l" r="r" t="t"/>
                  <a:pathLst>
                    <a:path extrusionOk="0" h="2557" w="1248">
                      <a:moveTo>
                        <a:pt x="1152" y="0"/>
                      </a:moveTo>
                      <a:lnTo>
                        <a:pt x="1" y="253"/>
                      </a:lnTo>
                      <a:lnTo>
                        <a:pt x="1" y="1349"/>
                      </a:lnTo>
                      <a:lnTo>
                        <a:pt x="1" y="2318"/>
                      </a:lnTo>
                      <a:lnTo>
                        <a:pt x="1152" y="2556"/>
                      </a:lnTo>
                      <a:lnTo>
                        <a:pt x="1172" y="2406"/>
                      </a:lnTo>
                      <a:cubicBezTo>
                        <a:pt x="1173" y="2390"/>
                        <a:pt x="1176" y="2375"/>
                        <a:pt x="1177" y="2359"/>
                      </a:cubicBezTo>
                      <a:cubicBezTo>
                        <a:pt x="1181" y="2326"/>
                        <a:pt x="1185" y="2291"/>
                        <a:pt x="1187" y="2257"/>
                      </a:cubicBezTo>
                      <a:cubicBezTo>
                        <a:pt x="1188" y="2240"/>
                        <a:pt x="1192" y="2224"/>
                        <a:pt x="1193" y="2207"/>
                      </a:cubicBezTo>
                      <a:cubicBezTo>
                        <a:pt x="1197" y="2172"/>
                        <a:pt x="1199" y="2138"/>
                        <a:pt x="1202" y="2105"/>
                      </a:cubicBezTo>
                      <a:cubicBezTo>
                        <a:pt x="1203" y="2091"/>
                        <a:pt x="1204" y="2076"/>
                        <a:pt x="1206" y="2061"/>
                      </a:cubicBezTo>
                      <a:cubicBezTo>
                        <a:pt x="1209" y="2019"/>
                        <a:pt x="1212" y="1976"/>
                        <a:pt x="1214" y="1935"/>
                      </a:cubicBezTo>
                      <a:cubicBezTo>
                        <a:pt x="1214" y="1931"/>
                        <a:pt x="1216" y="1926"/>
                        <a:pt x="1216" y="1921"/>
                      </a:cubicBezTo>
                      <a:cubicBezTo>
                        <a:pt x="1219" y="1872"/>
                        <a:pt x="1222" y="1824"/>
                        <a:pt x="1225" y="1776"/>
                      </a:cubicBezTo>
                      <a:cubicBezTo>
                        <a:pt x="1225" y="1771"/>
                        <a:pt x="1225" y="1767"/>
                        <a:pt x="1227" y="1764"/>
                      </a:cubicBezTo>
                      <a:cubicBezTo>
                        <a:pt x="1229" y="1720"/>
                        <a:pt x="1230" y="1679"/>
                        <a:pt x="1232" y="1638"/>
                      </a:cubicBezTo>
                      <a:cubicBezTo>
                        <a:pt x="1232" y="1630"/>
                        <a:pt x="1232" y="1620"/>
                        <a:pt x="1233" y="1611"/>
                      </a:cubicBezTo>
                      <a:lnTo>
                        <a:pt x="1237" y="1498"/>
                      </a:lnTo>
                      <a:lnTo>
                        <a:pt x="1237" y="1477"/>
                      </a:lnTo>
                      <a:cubicBezTo>
                        <a:pt x="1238" y="1434"/>
                        <a:pt x="1238" y="1392"/>
                        <a:pt x="1239" y="1351"/>
                      </a:cubicBezTo>
                      <a:lnTo>
                        <a:pt x="1239" y="1349"/>
                      </a:lnTo>
                      <a:cubicBezTo>
                        <a:pt x="1247" y="541"/>
                        <a:pt x="1152" y="0"/>
                        <a:pt x="11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92"/>
                <p:cNvSpPr/>
                <p:nvPr/>
              </p:nvSpPr>
              <p:spPr>
                <a:xfrm>
                  <a:off x="-2803325" y="1720600"/>
                  <a:ext cx="6350" cy="12300"/>
                </a:xfrm>
                <a:custGeom>
                  <a:rect b="b" l="l" r="r" t="t"/>
                  <a:pathLst>
                    <a:path extrusionOk="0" h="492" w="254">
                      <a:moveTo>
                        <a:pt x="0" y="1"/>
                      </a:moveTo>
                      <a:lnTo>
                        <a:pt x="0" y="492"/>
                      </a:lnTo>
                      <a:lnTo>
                        <a:pt x="253" y="492"/>
                      </a:lnTo>
                      <a:lnTo>
                        <a:pt x="2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92"/>
                <p:cNvSpPr/>
                <p:nvPr/>
              </p:nvSpPr>
              <p:spPr>
                <a:xfrm>
                  <a:off x="-2797000" y="1720600"/>
                  <a:ext cx="6700" cy="18650"/>
                </a:xfrm>
                <a:custGeom>
                  <a:rect b="b" l="l" r="r" t="t"/>
                  <a:pathLst>
                    <a:path extrusionOk="0" h="746" w="268">
                      <a:moveTo>
                        <a:pt x="0" y="1"/>
                      </a:moveTo>
                      <a:lnTo>
                        <a:pt x="0" y="692"/>
                      </a:lnTo>
                      <a:cubicBezTo>
                        <a:pt x="0" y="722"/>
                        <a:pt x="24" y="746"/>
                        <a:pt x="53" y="746"/>
                      </a:cubicBezTo>
                      <a:lnTo>
                        <a:pt x="268" y="746"/>
                      </a:lnTo>
                      <a:lnTo>
                        <a:pt x="2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92"/>
                <p:cNvSpPr/>
                <p:nvPr/>
              </p:nvSpPr>
              <p:spPr>
                <a:xfrm>
                  <a:off x="-2560600" y="1720600"/>
                  <a:ext cx="6675" cy="18625"/>
                </a:xfrm>
                <a:custGeom>
                  <a:rect b="b" l="l" r="r" t="t"/>
                  <a:pathLst>
                    <a:path extrusionOk="0" h="745" w="267">
                      <a:moveTo>
                        <a:pt x="0" y="1"/>
                      </a:moveTo>
                      <a:lnTo>
                        <a:pt x="0" y="745"/>
                      </a:lnTo>
                      <a:lnTo>
                        <a:pt x="214" y="745"/>
                      </a:lnTo>
                      <a:cubicBezTo>
                        <a:pt x="244" y="745"/>
                        <a:pt x="267" y="722"/>
                        <a:pt x="267" y="692"/>
                      </a:cubicBezTo>
                      <a:lnTo>
                        <a:pt x="2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92"/>
                <p:cNvSpPr/>
                <p:nvPr/>
              </p:nvSpPr>
              <p:spPr>
                <a:xfrm>
                  <a:off x="-2553950" y="1720600"/>
                  <a:ext cx="6350" cy="12300"/>
                </a:xfrm>
                <a:custGeom>
                  <a:rect b="b" l="l" r="r" t="t"/>
                  <a:pathLst>
                    <a:path extrusionOk="0" h="492" w="254">
                      <a:moveTo>
                        <a:pt x="1" y="1"/>
                      </a:moveTo>
                      <a:lnTo>
                        <a:pt x="1" y="492"/>
                      </a:lnTo>
                      <a:lnTo>
                        <a:pt x="254" y="492"/>
                      </a:lnTo>
                      <a:lnTo>
                        <a:pt x="2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53" name="Google Shape;7253;p92"/>
            <p:cNvGrpSpPr/>
            <p:nvPr/>
          </p:nvGrpSpPr>
          <p:grpSpPr>
            <a:xfrm>
              <a:off x="8381653" y="1824295"/>
              <a:ext cx="311019" cy="311110"/>
              <a:chOff x="5038846" y="235350"/>
              <a:chExt cx="158691" cy="158738"/>
            </a:xfrm>
          </p:grpSpPr>
          <p:sp>
            <p:nvSpPr>
              <p:cNvPr id="7254" name="Google Shape;7254;p92"/>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92"/>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6" name="Google Shape;7256;p92"/>
            <p:cNvGrpSpPr/>
            <p:nvPr/>
          </p:nvGrpSpPr>
          <p:grpSpPr>
            <a:xfrm>
              <a:off x="713215" y="120710"/>
              <a:ext cx="261189" cy="248344"/>
              <a:chOff x="5164484" y="526738"/>
              <a:chExt cx="133266" cy="126713"/>
            </a:xfrm>
          </p:grpSpPr>
          <p:sp>
            <p:nvSpPr>
              <p:cNvPr id="7257" name="Google Shape;7257;p92"/>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92"/>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7259" name="Shape 7259"/>
        <p:cNvGrpSpPr/>
        <p:nvPr/>
      </p:nvGrpSpPr>
      <p:grpSpPr>
        <a:xfrm>
          <a:off x="0" y="0"/>
          <a:ext cx="0" cy="0"/>
          <a:chOff x="0" y="0"/>
          <a:chExt cx="0" cy="0"/>
        </a:xfrm>
      </p:grpSpPr>
      <p:sp>
        <p:nvSpPr>
          <p:cNvPr id="7260" name="Google Shape;7260;p9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7261" name="Google Shape;7261;p93"/>
          <p:cNvSpPr txBox="1"/>
          <p:nvPr>
            <p:ph idx="1" type="subTitle"/>
          </p:nvPr>
        </p:nvSpPr>
        <p:spPr>
          <a:xfrm>
            <a:off x="711030" y="1952117"/>
            <a:ext cx="2245200" cy="54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262" name="Google Shape;7262;p93"/>
          <p:cNvSpPr txBox="1"/>
          <p:nvPr>
            <p:ph idx="2" type="subTitle"/>
          </p:nvPr>
        </p:nvSpPr>
        <p:spPr>
          <a:xfrm>
            <a:off x="3518666" y="1952117"/>
            <a:ext cx="2245200" cy="54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263" name="Google Shape;7263;p93"/>
          <p:cNvSpPr txBox="1"/>
          <p:nvPr>
            <p:ph idx="3" type="subTitle"/>
          </p:nvPr>
        </p:nvSpPr>
        <p:spPr>
          <a:xfrm>
            <a:off x="711030" y="3385504"/>
            <a:ext cx="2245200" cy="54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264" name="Google Shape;7264;p93"/>
          <p:cNvSpPr txBox="1"/>
          <p:nvPr>
            <p:ph idx="4" type="subTitle"/>
          </p:nvPr>
        </p:nvSpPr>
        <p:spPr>
          <a:xfrm>
            <a:off x="3518666" y="3385504"/>
            <a:ext cx="2245200" cy="54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265" name="Google Shape;7265;p93"/>
          <p:cNvSpPr txBox="1"/>
          <p:nvPr>
            <p:ph idx="5" type="subTitle"/>
          </p:nvPr>
        </p:nvSpPr>
        <p:spPr>
          <a:xfrm>
            <a:off x="6183976" y="1952117"/>
            <a:ext cx="2245200" cy="54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266" name="Google Shape;7266;p93"/>
          <p:cNvSpPr txBox="1"/>
          <p:nvPr>
            <p:ph idx="6" type="subTitle"/>
          </p:nvPr>
        </p:nvSpPr>
        <p:spPr>
          <a:xfrm>
            <a:off x="6183976" y="3385504"/>
            <a:ext cx="2245200" cy="54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267" name="Google Shape;7267;p93"/>
          <p:cNvSpPr txBox="1"/>
          <p:nvPr>
            <p:ph idx="7" type="subTitle"/>
          </p:nvPr>
        </p:nvSpPr>
        <p:spPr>
          <a:xfrm>
            <a:off x="709325" y="1647325"/>
            <a:ext cx="22485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268" name="Google Shape;7268;p93"/>
          <p:cNvSpPr txBox="1"/>
          <p:nvPr>
            <p:ph idx="8" type="subTitle"/>
          </p:nvPr>
        </p:nvSpPr>
        <p:spPr>
          <a:xfrm>
            <a:off x="3516960" y="1647325"/>
            <a:ext cx="22485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269" name="Google Shape;7269;p93"/>
          <p:cNvSpPr txBox="1"/>
          <p:nvPr>
            <p:ph idx="9" type="subTitle"/>
          </p:nvPr>
        </p:nvSpPr>
        <p:spPr>
          <a:xfrm>
            <a:off x="6182271" y="1647325"/>
            <a:ext cx="22485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270" name="Google Shape;7270;p93"/>
          <p:cNvSpPr txBox="1"/>
          <p:nvPr>
            <p:ph idx="13" type="subTitle"/>
          </p:nvPr>
        </p:nvSpPr>
        <p:spPr>
          <a:xfrm>
            <a:off x="709325" y="3079575"/>
            <a:ext cx="22485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271" name="Google Shape;7271;p93"/>
          <p:cNvSpPr txBox="1"/>
          <p:nvPr>
            <p:ph idx="14" type="subTitle"/>
          </p:nvPr>
        </p:nvSpPr>
        <p:spPr>
          <a:xfrm>
            <a:off x="3516960" y="3079575"/>
            <a:ext cx="22485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272" name="Google Shape;7272;p93"/>
          <p:cNvSpPr txBox="1"/>
          <p:nvPr>
            <p:ph idx="15" type="subTitle"/>
          </p:nvPr>
        </p:nvSpPr>
        <p:spPr>
          <a:xfrm>
            <a:off x="6182271" y="3079575"/>
            <a:ext cx="22485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7273" name="Google Shape;7273;p93"/>
          <p:cNvGrpSpPr/>
          <p:nvPr/>
        </p:nvGrpSpPr>
        <p:grpSpPr>
          <a:xfrm>
            <a:off x="0" y="49369"/>
            <a:ext cx="9077644" cy="5056877"/>
            <a:chOff x="0" y="49369"/>
            <a:chExt cx="9077644" cy="5056877"/>
          </a:xfrm>
        </p:grpSpPr>
        <p:grpSp>
          <p:nvGrpSpPr>
            <p:cNvPr id="7274" name="Google Shape;7274;p93"/>
            <p:cNvGrpSpPr/>
            <p:nvPr/>
          </p:nvGrpSpPr>
          <p:grpSpPr>
            <a:xfrm>
              <a:off x="8818255" y="734103"/>
              <a:ext cx="215033" cy="215222"/>
              <a:chOff x="5062659" y="967188"/>
              <a:chExt cx="109716" cy="109813"/>
            </a:xfrm>
          </p:grpSpPr>
          <p:sp>
            <p:nvSpPr>
              <p:cNvPr id="7275" name="Google Shape;7275;p93"/>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93"/>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93"/>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8" name="Google Shape;7278;p93"/>
            <p:cNvGrpSpPr/>
            <p:nvPr/>
          </p:nvGrpSpPr>
          <p:grpSpPr>
            <a:xfrm>
              <a:off x="66489" y="49379"/>
              <a:ext cx="597557" cy="597892"/>
              <a:chOff x="3834909" y="821763"/>
              <a:chExt cx="304891" cy="305063"/>
            </a:xfrm>
          </p:grpSpPr>
          <p:sp>
            <p:nvSpPr>
              <p:cNvPr id="7279" name="Google Shape;7279;p93"/>
              <p:cNvSpPr/>
              <p:nvPr/>
            </p:nvSpPr>
            <p:spPr>
              <a:xfrm>
                <a:off x="3834909" y="821763"/>
                <a:ext cx="303500" cy="303625"/>
              </a:xfrm>
              <a:custGeom>
                <a:rect b="b" l="l" r="r" t="t"/>
                <a:pathLst>
                  <a:path extrusionOk="0" h="12145" w="12140">
                    <a:moveTo>
                      <a:pt x="8031" y="1"/>
                    </a:moveTo>
                    <a:cubicBezTo>
                      <a:pt x="7935" y="1"/>
                      <a:pt x="7840" y="3"/>
                      <a:pt x="7748" y="13"/>
                    </a:cubicBezTo>
                    <a:cubicBezTo>
                      <a:pt x="7355" y="38"/>
                      <a:pt x="6978" y="120"/>
                      <a:pt x="6622" y="249"/>
                    </a:cubicBezTo>
                    <a:cubicBezTo>
                      <a:pt x="6081" y="445"/>
                      <a:pt x="5592" y="754"/>
                      <a:pt x="5186" y="1143"/>
                    </a:cubicBezTo>
                    <a:cubicBezTo>
                      <a:pt x="4737" y="1575"/>
                      <a:pt x="4386" y="2106"/>
                      <a:pt x="4167" y="2701"/>
                    </a:cubicBezTo>
                    <a:cubicBezTo>
                      <a:pt x="4038" y="3055"/>
                      <a:pt x="3956" y="3435"/>
                      <a:pt x="3932" y="3829"/>
                    </a:cubicBezTo>
                    <a:cubicBezTo>
                      <a:pt x="3929" y="3860"/>
                      <a:pt x="3925" y="3893"/>
                      <a:pt x="3925" y="3924"/>
                    </a:cubicBezTo>
                    <a:cubicBezTo>
                      <a:pt x="3894" y="3924"/>
                      <a:pt x="3861" y="3927"/>
                      <a:pt x="3830" y="3931"/>
                    </a:cubicBezTo>
                    <a:cubicBezTo>
                      <a:pt x="3434" y="3958"/>
                      <a:pt x="3052" y="4042"/>
                      <a:pt x="2696" y="4173"/>
                    </a:cubicBezTo>
                    <a:cubicBezTo>
                      <a:pt x="1562" y="4589"/>
                      <a:pt x="664" y="5486"/>
                      <a:pt x="249" y="6621"/>
                    </a:cubicBezTo>
                    <a:cubicBezTo>
                      <a:pt x="120" y="6977"/>
                      <a:pt x="37" y="7355"/>
                      <a:pt x="13" y="7748"/>
                    </a:cubicBezTo>
                    <a:cubicBezTo>
                      <a:pt x="3" y="7840"/>
                      <a:pt x="0" y="7935"/>
                      <a:pt x="0" y="8031"/>
                    </a:cubicBezTo>
                    <a:cubicBezTo>
                      <a:pt x="0" y="8362"/>
                      <a:pt x="39" y="8686"/>
                      <a:pt x="114" y="8992"/>
                    </a:cubicBezTo>
                    <a:cubicBezTo>
                      <a:pt x="168" y="9226"/>
                      <a:pt x="243" y="9449"/>
                      <a:pt x="338" y="9661"/>
                    </a:cubicBezTo>
                    <a:cubicBezTo>
                      <a:pt x="467" y="9966"/>
                      <a:pt x="633" y="10250"/>
                      <a:pt x="833" y="10513"/>
                    </a:cubicBezTo>
                    <a:cubicBezTo>
                      <a:pt x="929" y="10642"/>
                      <a:pt x="1030" y="10761"/>
                      <a:pt x="1141" y="10875"/>
                    </a:cubicBezTo>
                    <a:lnTo>
                      <a:pt x="1251" y="10986"/>
                    </a:lnTo>
                    <a:cubicBezTo>
                      <a:pt x="1482" y="11210"/>
                      <a:pt x="1740" y="11404"/>
                      <a:pt x="2016" y="11566"/>
                    </a:cubicBezTo>
                    <a:cubicBezTo>
                      <a:pt x="2204" y="11680"/>
                      <a:pt x="2403" y="11778"/>
                      <a:pt x="2612" y="11862"/>
                    </a:cubicBezTo>
                    <a:cubicBezTo>
                      <a:pt x="2954" y="11994"/>
                      <a:pt x="3319" y="12086"/>
                      <a:pt x="3700" y="12120"/>
                    </a:cubicBezTo>
                    <a:cubicBezTo>
                      <a:pt x="3773" y="12129"/>
                      <a:pt x="3847" y="12136"/>
                      <a:pt x="3922" y="12138"/>
                    </a:cubicBezTo>
                    <a:lnTo>
                      <a:pt x="3922" y="12144"/>
                    </a:lnTo>
                    <a:lnTo>
                      <a:pt x="12140" y="12144"/>
                    </a:lnTo>
                    <a:lnTo>
                      <a:pt x="12140" y="11280"/>
                    </a:lnTo>
                    <a:lnTo>
                      <a:pt x="12140" y="10389"/>
                    </a:lnTo>
                    <a:lnTo>
                      <a:pt x="12140" y="9042"/>
                    </a:lnTo>
                    <a:lnTo>
                      <a:pt x="12140" y="8150"/>
                    </a:lnTo>
                    <a:lnTo>
                      <a:pt x="12140" y="6808"/>
                    </a:lnTo>
                    <a:lnTo>
                      <a:pt x="12140" y="5914"/>
                    </a:lnTo>
                    <a:lnTo>
                      <a:pt x="12140" y="4571"/>
                    </a:lnTo>
                    <a:lnTo>
                      <a:pt x="12140" y="3922"/>
                    </a:lnTo>
                    <a:lnTo>
                      <a:pt x="12138" y="3922"/>
                    </a:lnTo>
                    <a:cubicBezTo>
                      <a:pt x="12134" y="3849"/>
                      <a:pt x="12128" y="3775"/>
                      <a:pt x="12119" y="3700"/>
                    </a:cubicBezTo>
                    <a:cubicBezTo>
                      <a:pt x="12086" y="3320"/>
                      <a:pt x="11993" y="2953"/>
                      <a:pt x="11861" y="2613"/>
                    </a:cubicBezTo>
                    <a:cubicBezTo>
                      <a:pt x="11778" y="2404"/>
                      <a:pt x="11679" y="2206"/>
                      <a:pt x="11566" y="2017"/>
                    </a:cubicBezTo>
                    <a:cubicBezTo>
                      <a:pt x="11404" y="1741"/>
                      <a:pt x="11206" y="1485"/>
                      <a:pt x="10986" y="1255"/>
                    </a:cubicBezTo>
                    <a:lnTo>
                      <a:pt x="10983" y="1255"/>
                    </a:lnTo>
                    <a:cubicBezTo>
                      <a:pt x="10838" y="1097"/>
                      <a:pt x="10682" y="963"/>
                      <a:pt x="10512" y="834"/>
                    </a:cubicBezTo>
                    <a:cubicBezTo>
                      <a:pt x="10251" y="637"/>
                      <a:pt x="9965" y="467"/>
                      <a:pt x="9661" y="338"/>
                    </a:cubicBezTo>
                    <a:cubicBezTo>
                      <a:pt x="9449" y="243"/>
                      <a:pt x="9224" y="169"/>
                      <a:pt x="8993" y="114"/>
                    </a:cubicBezTo>
                    <a:cubicBezTo>
                      <a:pt x="8687" y="40"/>
                      <a:pt x="8365" y="1"/>
                      <a:pt x="803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93"/>
              <p:cNvSpPr/>
              <p:nvPr/>
            </p:nvSpPr>
            <p:spPr>
              <a:xfrm>
                <a:off x="3836250" y="823225"/>
                <a:ext cx="303550" cy="303600"/>
              </a:xfrm>
              <a:custGeom>
                <a:rect b="b" l="l" r="r" t="t"/>
                <a:pathLst>
                  <a:path extrusionOk="0" h="12144" w="12142">
                    <a:moveTo>
                      <a:pt x="8033" y="1"/>
                    </a:moveTo>
                    <a:cubicBezTo>
                      <a:pt x="7937" y="1"/>
                      <a:pt x="7842" y="5"/>
                      <a:pt x="7750" y="13"/>
                    </a:cubicBezTo>
                    <a:cubicBezTo>
                      <a:pt x="7357" y="38"/>
                      <a:pt x="6978" y="120"/>
                      <a:pt x="6622" y="249"/>
                    </a:cubicBezTo>
                    <a:cubicBezTo>
                      <a:pt x="6080" y="445"/>
                      <a:pt x="5593" y="753"/>
                      <a:pt x="5187" y="1143"/>
                    </a:cubicBezTo>
                    <a:cubicBezTo>
                      <a:pt x="4738" y="1574"/>
                      <a:pt x="4387" y="2106"/>
                      <a:pt x="4169" y="2701"/>
                    </a:cubicBezTo>
                    <a:cubicBezTo>
                      <a:pt x="4040" y="3055"/>
                      <a:pt x="3957" y="3436"/>
                      <a:pt x="3933" y="3829"/>
                    </a:cubicBezTo>
                    <a:cubicBezTo>
                      <a:pt x="3929" y="3860"/>
                      <a:pt x="3926" y="3893"/>
                      <a:pt x="3926" y="3924"/>
                    </a:cubicBezTo>
                    <a:cubicBezTo>
                      <a:pt x="3895" y="3924"/>
                      <a:pt x="3861" y="3928"/>
                      <a:pt x="3830" y="3932"/>
                    </a:cubicBezTo>
                    <a:cubicBezTo>
                      <a:pt x="3435" y="3958"/>
                      <a:pt x="3053" y="4042"/>
                      <a:pt x="2697" y="4174"/>
                    </a:cubicBezTo>
                    <a:cubicBezTo>
                      <a:pt x="1562" y="4589"/>
                      <a:pt x="665" y="5487"/>
                      <a:pt x="250" y="6621"/>
                    </a:cubicBezTo>
                    <a:cubicBezTo>
                      <a:pt x="121" y="6977"/>
                      <a:pt x="38" y="7355"/>
                      <a:pt x="14" y="7748"/>
                    </a:cubicBezTo>
                    <a:cubicBezTo>
                      <a:pt x="4" y="7840"/>
                      <a:pt x="1" y="7936"/>
                      <a:pt x="1" y="8031"/>
                    </a:cubicBezTo>
                    <a:cubicBezTo>
                      <a:pt x="1" y="8364"/>
                      <a:pt x="41" y="8686"/>
                      <a:pt x="114" y="8993"/>
                    </a:cubicBezTo>
                    <a:cubicBezTo>
                      <a:pt x="170" y="9224"/>
                      <a:pt x="243" y="9449"/>
                      <a:pt x="339" y="9660"/>
                    </a:cubicBezTo>
                    <a:cubicBezTo>
                      <a:pt x="468" y="9965"/>
                      <a:pt x="634" y="10249"/>
                      <a:pt x="835" y="10512"/>
                    </a:cubicBezTo>
                    <a:cubicBezTo>
                      <a:pt x="930" y="10641"/>
                      <a:pt x="1031" y="10760"/>
                      <a:pt x="1141" y="10874"/>
                    </a:cubicBezTo>
                    <a:lnTo>
                      <a:pt x="1253" y="10985"/>
                    </a:lnTo>
                    <a:cubicBezTo>
                      <a:pt x="1482" y="11209"/>
                      <a:pt x="1742" y="11403"/>
                      <a:pt x="2017" y="11565"/>
                    </a:cubicBezTo>
                    <a:cubicBezTo>
                      <a:pt x="2204" y="11679"/>
                      <a:pt x="2404" y="11778"/>
                      <a:pt x="2613" y="11860"/>
                    </a:cubicBezTo>
                    <a:cubicBezTo>
                      <a:pt x="2954" y="11992"/>
                      <a:pt x="3321" y="12085"/>
                      <a:pt x="3700" y="12118"/>
                    </a:cubicBezTo>
                    <a:cubicBezTo>
                      <a:pt x="3776" y="12128"/>
                      <a:pt x="3849" y="12134"/>
                      <a:pt x="3922" y="12137"/>
                    </a:cubicBezTo>
                    <a:lnTo>
                      <a:pt x="3922" y="12143"/>
                    </a:lnTo>
                    <a:lnTo>
                      <a:pt x="12141" y="12143"/>
                    </a:lnTo>
                    <a:lnTo>
                      <a:pt x="12141" y="3922"/>
                    </a:lnTo>
                    <a:lnTo>
                      <a:pt x="12138" y="3922"/>
                    </a:lnTo>
                    <a:cubicBezTo>
                      <a:pt x="12136" y="3847"/>
                      <a:pt x="12130" y="3774"/>
                      <a:pt x="12120" y="3700"/>
                    </a:cubicBezTo>
                    <a:cubicBezTo>
                      <a:pt x="12086" y="3320"/>
                      <a:pt x="11995" y="2953"/>
                      <a:pt x="11862" y="2613"/>
                    </a:cubicBezTo>
                    <a:cubicBezTo>
                      <a:pt x="11779" y="2404"/>
                      <a:pt x="11681" y="2208"/>
                      <a:pt x="11567" y="2017"/>
                    </a:cubicBezTo>
                    <a:cubicBezTo>
                      <a:pt x="11404" y="1740"/>
                      <a:pt x="11208" y="1486"/>
                      <a:pt x="10986" y="1255"/>
                    </a:cubicBezTo>
                    <a:lnTo>
                      <a:pt x="10984" y="1255"/>
                    </a:lnTo>
                    <a:cubicBezTo>
                      <a:pt x="10840" y="1099"/>
                      <a:pt x="10682" y="962"/>
                      <a:pt x="10513" y="833"/>
                    </a:cubicBezTo>
                    <a:cubicBezTo>
                      <a:pt x="10253" y="636"/>
                      <a:pt x="9966" y="467"/>
                      <a:pt x="9661" y="338"/>
                    </a:cubicBezTo>
                    <a:cubicBezTo>
                      <a:pt x="9450" y="243"/>
                      <a:pt x="9226" y="170"/>
                      <a:pt x="8995" y="114"/>
                    </a:cubicBezTo>
                    <a:cubicBezTo>
                      <a:pt x="8688" y="40"/>
                      <a:pt x="8364" y="1"/>
                      <a:pt x="80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93"/>
              <p:cNvSpPr/>
              <p:nvPr/>
            </p:nvSpPr>
            <p:spPr>
              <a:xfrm>
                <a:off x="3836575" y="921450"/>
                <a:ext cx="95425" cy="95450"/>
              </a:xfrm>
              <a:custGeom>
                <a:rect b="b" l="l" r="r" t="t"/>
                <a:pathLst>
                  <a:path extrusionOk="0" h="3818" w="3817">
                    <a:moveTo>
                      <a:pt x="3816" y="0"/>
                    </a:moveTo>
                    <a:lnTo>
                      <a:pt x="3816" y="0"/>
                    </a:lnTo>
                    <a:cubicBezTo>
                      <a:pt x="3421" y="29"/>
                      <a:pt x="3039" y="112"/>
                      <a:pt x="2683" y="243"/>
                    </a:cubicBezTo>
                    <a:lnTo>
                      <a:pt x="235" y="2691"/>
                    </a:lnTo>
                    <a:cubicBezTo>
                      <a:pt x="106" y="3047"/>
                      <a:pt x="24" y="3425"/>
                      <a:pt x="0" y="3818"/>
                    </a:cubicBezTo>
                    <a:lnTo>
                      <a:pt x="38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93"/>
              <p:cNvSpPr/>
              <p:nvPr/>
            </p:nvSpPr>
            <p:spPr>
              <a:xfrm>
                <a:off x="3934525" y="823475"/>
                <a:ext cx="95450" cy="95500"/>
              </a:xfrm>
              <a:custGeom>
                <a:rect b="b" l="l" r="r" t="t"/>
                <a:pathLst>
                  <a:path extrusionOk="0" h="3820" w="3818">
                    <a:moveTo>
                      <a:pt x="3818" y="1"/>
                    </a:moveTo>
                    <a:lnTo>
                      <a:pt x="3818" y="1"/>
                    </a:lnTo>
                    <a:cubicBezTo>
                      <a:pt x="3425" y="26"/>
                      <a:pt x="3046" y="109"/>
                      <a:pt x="2689" y="239"/>
                    </a:cubicBezTo>
                    <a:lnTo>
                      <a:pt x="237" y="2691"/>
                    </a:lnTo>
                    <a:cubicBezTo>
                      <a:pt x="108" y="3045"/>
                      <a:pt x="25" y="3426"/>
                      <a:pt x="1" y="3819"/>
                    </a:cubicBezTo>
                    <a:lnTo>
                      <a:pt x="38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93"/>
              <p:cNvSpPr/>
              <p:nvPr/>
            </p:nvSpPr>
            <p:spPr>
              <a:xfrm>
                <a:off x="3839075" y="826050"/>
                <a:ext cx="238700" cy="238700"/>
              </a:xfrm>
              <a:custGeom>
                <a:rect b="b" l="l" r="r" t="t"/>
                <a:pathLst>
                  <a:path extrusionOk="0" h="9548" w="9548">
                    <a:moveTo>
                      <a:pt x="8881" y="0"/>
                    </a:moveTo>
                    <a:lnTo>
                      <a:pt x="0" y="8880"/>
                    </a:lnTo>
                    <a:cubicBezTo>
                      <a:pt x="56" y="9111"/>
                      <a:pt x="129" y="9336"/>
                      <a:pt x="225" y="9547"/>
                    </a:cubicBezTo>
                    <a:lnTo>
                      <a:pt x="9547" y="224"/>
                    </a:lnTo>
                    <a:cubicBezTo>
                      <a:pt x="9336" y="129"/>
                      <a:pt x="9112" y="55"/>
                      <a:pt x="88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93"/>
              <p:cNvSpPr/>
              <p:nvPr/>
            </p:nvSpPr>
            <p:spPr>
              <a:xfrm>
                <a:off x="3857025" y="844025"/>
                <a:ext cx="253775" cy="253850"/>
              </a:xfrm>
              <a:custGeom>
                <a:rect b="b" l="l" r="r" t="t"/>
                <a:pathLst>
                  <a:path extrusionOk="0" h="10154" w="10151">
                    <a:moveTo>
                      <a:pt x="9680" y="0"/>
                    </a:moveTo>
                    <a:lnTo>
                      <a:pt x="0" y="9680"/>
                    </a:lnTo>
                    <a:cubicBezTo>
                      <a:pt x="96" y="9809"/>
                      <a:pt x="197" y="9928"/>
                      <a:pt x="308" y="10042"/>
                    </a:cubicBezTo>
                    <a:lnTo>
                      <a:pt x="418" y="10153"/>
                    </a:lnTo>
                    <a:lnTo>
                      <a:pt x="10150" y="421"/>
                    </a:lnTo>
                    <a:cubicBezTo>
                      <a:pt x="10008" y="264"/>
                      <a:pt x="9850" y="129"/>
                      <a:pt x="9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93"/>
              <p:cNvSpPr/>
              <p:nvPr/>
            </p:nvSpPr>
            <p:spPr>
              <a:xfrm>
                <a:off x="3886650" y="873600"/>
                <a:ext cx="246150" cy="246150"/>
              </a:xfrm>
              <a:custGeom>
                <a:rect b="b" l="l" r="r" t="t"/>
                <a:pathLst>
                  <a:path extrusionOk="0" h="9846" w="9846">
                    <a:moveTo>
                      <a:pt x="9550" y="0"/>
                    </a:moveTo>
                    <a:lnTo>
                      <a:pt x="0" y="9550"/>
                    </a:lnTo>
                    <a:cubicBezTo>
                      <a:pt x="187" y="9664"/>
                      <a:pt x="387" y="9763"/>
                      <a:pt x="596" y="9845"/>
                    </a:cubicBezTo>
                    <a:lnTo>
                      <a:pt x="9845" y="597"/>
                    </a:lnTo>
                    <a:cubicBezTo>
                      <a:pt x="9763" y="387"/>
                      <a:pt x="9664" y="191"/>
                      <a:pt x="9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93"/>
              <p:cNvSpPr/>
              <p:nvPr/>
            </p:nvSpPr>
            <p:spPr>
              <a:xfrm>
                <a:off x="3928750" y="915725"/>
                <a:ext cx="211050" cy="211100"/>
              </a:xfrm>
              <a:custGeom>
                <a:rect b="b" l="l" r="r" t="t"/>
                <a:pathLst>
                  <a:path extrusionOk="0" h="8444" w="8442">
                    <a:moveTo>
                      <a:pt x="8419" y="0"/>
                    </a:moveTo>
                    <a:lnTo>
                      <a:pt x="0" y="8418"/>
                    </a:lnTo>
                    <a:cubicBezTo>
                      <a:pt x="76" y="8428"/>
                      <a:pt x="149" y="8434"/>
                      <a:pt x="222" y="8437"/>
                    </a:cubicBezTo>
                    <a:lnTo>
                      <a:pt x="222" y="8443"/>
                    </a:lnTo>
                    <a:lnTo>
                      <a:pt x="867" y="8443"/>
                    </a:lnTo>
                    <a:lnTo>
                      <a:pt x="8441" y="869"/>
                    </a:lnTo>
                    <a:lnTo>
                      <a:pt x="8441" y="222"/>
                    </a:lnTo>
                    <a:lnTo>
                      <a:pt x="8437" y="222"/>
                    </a:lnTo>
                    <a:cubicBezTo>
                      <a:pt x="8435" y="147"/>
                      <a:pt x="8429" y="74"/>
                      <a:pt x="8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93"/>
              <p:cNvSpPr/>
              <p:nvPr/>
            </p:nvSpPr>
            <p:spPr>
              <a:xfrm>
                <a:off x="3984075" y="971025"/>
                <a:ext cx="155725" cy="155800"/>
              </a:xfrm>
              <a:custGeom>
                <a:rect b="b" l="l" r="r" t="t"/>
                <a:pathLst>
                  <a:path extrusionOk="0" h="6232" w="6229">
                    <a:moveTo>
                      <a:pt x="6228" y="1"/>
                    </a:moveTo>
                    <a:lnTo>
                      <a:pt x="0" y="6231"/>
                    </a:lnTo>
                    <a:lnTo>
                      <a:pt x="892" y="6231"/>
                    </a:lnTo>
                    <a:lnTo>
                      <a:pt x="6228" y="895"/>
                    </a:lnTo>
                    <a:lnTo>
                      <a:pt x="62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93"/>
              <p:cNvSpPr/>
              <p:nvPr/>
            </p:nvSpPr>
            <p:spPr>
              <a:xfrm>
                <a:off x="4039950" y="1026975"/>
                <a:ext cx="99850" cy="99850"/>
              </a:xfrm>
              <a:custGeom>
                <a:rect b="b" l="l" r="r" t="t"/>
                <a:pathLst>
                  <a:path extrusionOk="0" h="3994" w="3994">
                    <a:moveTo>
                      <a:pt x="3993" y="0"/>
                    </a:moveTo>
                    <a:lnTo>
                      <a:pt x="0" y="3993"/>
                    </a:lnTo>
                    <a:lnTo>
                      <a:pt x="892" y="3993"/>
                    </a:lnTo>
                    <a:lnTo>
                      <a:pt x="3993" y="892"/>
                    </a:lnTo>
                    <a:lnTo>
                      <a:pt x="3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93"/>
              <p:cNvSpPr/>
              <p:nvPr/>
            </p:nvSpPr>
            <p:spPr>
              <a:xfrm>
                <a:off x="4095800" y="1082900"/>
                <a:ext cx="44000" cy="43925"/>
              </a:xfrm>
              <a:custGeom>
                <a:rect b="b" l="l" r="r" t="t"/>
                <a:pathLst>
                  <a:path extrusionOk="0" h="1757" w="1760">
                    <a:moveTo>
                      <a:pt x="1759" y="1"/>
                    </a:moveTo>
                    <a:lnTo>
                      <a:pt x="1" y="1756"/>
                    </a:lnTo>
                    <a:lnTo>
                      <a:pt x="895" y="1756"/>
                    </a:lnTo>
                    <a:lnTo>
                      <a:pt x="1759" y="892"/>
                    </a:lnTo>
                    <a:lnTo>
                      <a:pt x="1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93"/>
              <p:cNvSpPr/>
              <p:nvPr/>
            </p:nvSpPr>
            <p:spPr>
              <a:xfrm>
                <a:off x="3892750" y="879725"/>
                <a:ext cx="190525" cy="190475"/>
              </a:xfrm>
              <a:custGeom>
                <a:rect b="b" l="l" r="r" t="t"/>
                <a:pathLst>
                  <a:path extrusionOk="0" h="7619" w="7621">
                    <a:moveTo>
                      <a:pt x="5771" y="1"/>
                    </a:moveTo>
                    <a:cubicBezTo>
                      <a:pt x="4779" y="1"/>
                      <a:pt x="3969" y="775"/>
                      <a:pt x="3925" y="1764"/>
                    </a:cubicBezTo>
                    <a:lnTo>
                      <a:pt x="3834" y="3834"/>
                    </a:lnTo>
                    <a:lnTo>
                      <a:pt x="1764" y="3924"/>
                    </a:lnTo>
                    <a:cubicBezTo>
                      <a:pt x="777" y="3969"/>
                      <a:pt x="1" y="4780"/>
                      <a:pt x="1" y="5771"/>
                    </a:cubicBezTo>
                    <a:cubicBezTo>
                      <a:pt x="1" y="6761"/>
                      <a:pt x="774" y="7571"/>
                      <a:pt x="1762" y="7617"/>
                    </a:cubicBezTo>
                    <a:lnTo>
                      <a:pt x="1815" y="7619"/>
                    </a:lnTo>
                    <a:lnTo>
                      <a:pt x="1815" y="7618"/>
                    </a:lnTo>
                    <a:lnTo>
                      <a:pt x="7620" y="7618"/>
                    </a:lnTo>
                    <a:lnTo>
                      <a:pt x="7620" y="1817"/>
                    </a:lnTo>
                    <a:lnTo>
                      <a:pt x="7617" y="1761"/>
                    </a:lnTo>
                    <a:cubicBezTo>
                      <a:pt x="7573" y="775"/>
                      <a:pt x="6761" y="1"/>
                      <a:pt x="5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93"/>
              <p:cNvSpPr/>
              <p:nvPr/>
            </p:nvSpPr>
            <p:spPr>
              <a:xfrm>
                <a:off x="3911600" y="898625"/>
                <a:ext cx="152700" cy="152725"/>
              </a:xfrm>
              <a:custGeom>
                <a:rect b="b" l="l" r="r" t="t"/>
                <a:pathLst>
                  <a:path extrusionOk="0" h="6109" w="6108">
                    <a:moveTo>
                      <a:pt x="5015" y="0"/>
                    </a:moveTo>
                    <a:cubicBezTo>
                      <a:pt x="4429" y="0"/>
                      <a:pt x="3950" y="458"/>
                      <a:pt x="3924" y="1042"/>
                    </a:cubicBezTo>
                    <a:lnTo>
                      <a:pt x="3802" y="3802"/>
                    </a:lnTo>
                    <a:lnTo>
                      <a:pt x="1042" y="3924"/>
                    </a:lnTo>
                    <a:cubicBezTo>
                      <a:pt x="458" y="3950"/>
                      <a:pt x="0" y="4427"/>
                      <a:pt x="0" y="5015"/>
                    </a:cubicBezTo>
                    <a:cubicBezTo>
                      <a:pt x="0" y="5602"/>
                      <a:pt x="458" y="6081"/>
                      <a:pt x="1045" y="6107"/>
                    </a:cubicBezTo>
                    <a:lnTo>
                      <a:pt x="1079" y="6109"/>
                    </a:lnTo>
                    <a:lnTo>
                      <a:pt x="6108" y="6109"/>
                    </a:lnTo>
                    <a:lnTo>
                      <a:pt x="6108" y="1079"/>
                    </a:lnTo>
                    <a:lnTo>
                      <a:pt x="6106" y="1041"/>
                    </a:lnTo>
                    <a:cubicBezTo>
                      <a:pt x="6081" y="458"/>
                      <a:pt x="5601" y="0"/>
                      <a:pt x="50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2" name="Google Shape;7292;p93"/>
            <p:cNvGrpSpPr/>
            <p:nvPr/>
          </p:nvGrpSpPr>
          <p:grpSpPr>
            <a:xfrm>
              <a:off x="8356524" y="49369"/>
              <a:ext cx="721120" cy="433710"/>
              <a:chOff x="-3197125" y="3291375"/>
              <a:chExt cx="286625" cy="172388"/>
            </a:xfrm>
          </p:grpSpPr>
          <p:sp>
            <p:nvSpPr>
              <p:cNvPr id="7293" name="Google Shape;7293;p93"/>
              <p:cNvSpPr/>
              <p:nvPr/>
            </p:nvSpPr>
            <p:spPr>
              <a:xfrm>
                <a:off x="-3197125" y="3291375"/>
                <a:ext cx="286625" cy="172300"/>
              </a:xfrm>
              <a:custGeom>
                <a:rect b="b" l="l" r="r" t="t"/>
                <a:pathLst>
                  <a:path extrusionOk="0" h="6892" w="11465">
                    <a:moveTo>
                      <a:pt x="317" y="0"/>
                    </a:moveTo>
                    <a:cubicBezTo>
                      <a:pt x="140" y="0"/>
                      <a:pt x="0" y="141"/>
                      <a:pt x="0" y="316"/>
                    </a:cubicBezTo>
                    <a:lnTo>
                      <a:pt x="0" y="6576"/>
                    </a:lnTo>
                    <a:cubicBezTo>
                      <a:pt x="0" y="6751"/>
                      <a:pt x="143" y="6892"/>
                      <a:pt x="317" y="6892"/>
                    </a:cubicBezTo>
                    <a:lnTo>
                      <a:pt x="11149" y="6892"/>
                    </a:lnTo>
                    <a:cubicBezTo>
                      <a:pt x="11324" y="6892"/>
                      <a:pt x="11465" y="6750"/>
                      <a:pt x="11465" y="6576"/>
                    </a:cubicBezTo>
                    <a:lnTo>
                      <a:pt x="11465" y="316"/>
                    </a:lnTo>
                    <a:cubicBezTo>
                      <a:pt x="11465" y="140"/>
                      <a:pt x="11323" y="0"/>
                      <a:pt x="11149"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4" name="Google Shape;7294;p93"/>
              <p:cNvGrpSpPr/>
              <p:nvPr/>
            </p:nvGrpSpPr>
            <p:grpSpPr>
              <a:xfrm>
                <a:off x="-3197125" y="3291438"/>
                <a:ext cx="286625" cy="172325"/>
                <a:chOff x="-3197125" y="2023475"/>
                <a:chExt cx="286625" cy="172325"/>
              </a:xfrm>
            </p:grpSpPr>
            <p:sp>
              <p:nvSpPr>
                <p:cNvPr id="7295" name="Google Shape;7295;p93"/>
                <p:cNvSpPr/>
                <p:nvPr/>
              </p:nvSpPr>
              <p:spPr>
                <a:xfrm>
                  <a:off x="-3197125" y="2023475"/>
                  <a:ext cx="286625" cy="172325"/>
                </a:xfrm>
                <a:custGeom>
                  <a:rect b="b" l="l" r="r" t="t"/>
                  <a:pathLst>
                    <a:path extrusionOk="0" h="6893" w="11465">
                      <a:moveTo>
                        <a:pt x="317" y="0"/>
                      </a:moveTo>
                      <a:cubicBezTo>
                        <a:pt x="143" y="0"/>
                        <a:pt x="0" y="141"/>
                        <a:pt x="0" y="316"/>
                      </a:cubicBezTo>
                      <a:lnTo>
                        <a:pt x="0" y="6577"/>
                      </a:lnTo>
                      <a:cubicBezTo>
                        <a:pt x="0" y="6750"/>
                        <a:pt x="140" y="6893"/>
                        <a:pt x="317" y="6893"/>
                      </a:cubicBezTo>
                      <a:lnTo>
                        <a:pt x="11148" y="6893"/>
                      </a:lnTo>
                      <a:cubicBezTo>
                        <a:pt x="11323" y="6893"/>
                        <a:pt x="11465" y="6750"/>
                        <a:pt x="11465" y="6577"/>
                      </a:cubicBezTo>
                      <a:lnTo>
                        <a:pt x="11465" y="316"/>
                      </a:lnTo>
                      <a:cubicBezTo>
                        <a:pt x="11465" y="143"/>
                        <a:pt x="11324" y="0"/>
                        <a:pt x="111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93"/>
                <p:cNvSpPr/>
                <p:nvPr/>
              </p:nvSpPr>
              <p:spPr>
                <a:xfrm>
                  <a:off x="-3167550" y="2038925"/>
                  <a:ext cx="227450" cy="103050"/>
                </a:xfrm>
                <a:custGeom>
                  <a:rect b="b" l="l" r="r" t="t"/>
                  <a:pathLst>
                    <a:path extrusionOk="0" h="4122" w="9098">
                      <a:moveTo>
                        <a:pt x="1" y="0"/>
                      </a:moveTo>
                      <a:lnTo>
                        <a:pt x="1" y="4121"/>
                      </a:lnTo>
                      <a:lnTo>
                        <a:pt x="9098" y="4121"/>
                      </a:lnTo>
                      <a:lnTo>
                        <a:pt x="909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93"/>
                <p:cNvSpPr/>
                <p:nvPr/>
              </p:nvSpPr>
              <p:spPr>
                <a:xfrm>
                  <a:off x="-3121150" y="2085075"/>
                  <a:ext cx="134650" cy="33600"/>
                </a:xfrm>
                <a:custGeom>
                  <a:rect b="b" l="l" r="r" t="t"/>
                  <a:pathLst>
                    <a:path extrusionOk="0" h="1344" w="5386">
                      <a:moveTo>
                        <a:pt x="0" y="1"/>
                      </a:moveTo>
                      <a:lnTo>
                        <a:pt x="0" y="1343"/>
                      </a:lnTo>
                      <a:lnTo>
                        <a:pt x="5385" y="1343"/>
                      </a:lnTo>
                      <a:lnTo>
                        <a:pt x="53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93"/>
                <p:cNvSpPr/>
                <p:nvPr/>
              </p:nvSpPr>
              <p:spPr>
                <a:xfrm>
                  <a:off x="-3121150" y="2085025"/>
                  <a:ext cx="65625" cy="33650"/>
                </a:xfrm>
                <a:custGeom>
                  <a:rect b="b" l="l" r="r" t="t"/>
                  <a:pathLst>
                    <a:path extrusionOk="0" h="1346" w="2625">
                      <a:moveTo>
                        <a:pt x="0" y="1"/>
                      </a:moveTo>
                      <a:lnTo>
                        <a:pt x="0" y="1345"/>
                      </a:lnTo>
                      <a:lnTo>
                        <a:pt x="2534" y="1345"/>
                      </a:lnTo>
                      <a:cubicBezTo>
                        <a:pt x="2591" y="1131"/>
                        <a:pt x="2625" y="907"/>
                        <a:pt x="2625" y="673"/>
                      </a:cubicBezTo>
                      <a:cubicBezTo>
                        <a:pt x="2625" y="441"/>
                        <a:pt x="2591" y="216"/>
                        <a:pt x="25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93"/>
                <p:cNvSpPr/>
                <p:nvPr/>
              </p:nvSpPr>
              <p:spPr>
                <a:xfrm>
                  <a:off x="-3034350" y="2085075"/>
                  <a:ext cx="47850" cy="33625"/>
                </a:xfrm>
                <a:custGeom>
                  <a:rect b="b" l="l" r="r" t="t"/>
                  <a:pathLst>
                    <a:path extrusionOk="0" h="1345" w="1914">
                      <a:moveTo>
                        <a:pt x="149" y="1"/>
                      </a:moveTo>
                      <a:cubicBezTo>
                        <a:pt x="55" y="226"/>
                        <a:pt x="1" y="475"/>
                        <a:pt x="1" y="735"/>
                      </a:cubicBezTo>
                      <a:cubicBezTo>
                        <a:pt x="1" y="948"/>
                        <a:pt x="37" y="1152"/>
                        <a:pt x="102" y="1344"/>
                      </a:cubicBezTo>
                      <a:lnTo>
                        <a:pt x="1913" y="1344"/>
                      </a:lnTo>
                      <a:lnTo>
                        <a:pt x="19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93"/>
                <p:cNvSpPr/>
                <p:nvPr/>
              </p:nvSpPr>
              <p:spPr>
                <a:xfrm>
                  <a:off x="-3143075" y="2078800"/>
                  <a:ext cx="46125" cy="46075"/>
                </a:xfrm>
                <a:custGeom>
                  <a:rect b="b" l="l" r="r" t="t"/>
                  <a:pathLst>
                    <a:path extrusionOk="0" h="1843" w="1845">
                      <a:moveTo>
                        <a:pt x="922" y="1"/>
                      </a:moveTo>
                      <a:cubicBezTo>
                        <a:pt x="412" y="1"/>
                        <a:pt x="0" y="414"/>
                        <a:pt x="0" y="922"/>
                      </a:cubicBezTo>
                      <a:cubicBezTo>
                        <a:pt x="0" y="1431"/>
                        <a:pt x="413" y="1843"/>
                        <a:pt x="922" y="1843"/>
                      </a:cubicBezTo>
                      <a:cubicBezTo>
                        <a:pt x="1432" y="1843"/>
                        <a:pt x="1842" y="1430"/>
                        <a:pt x="1842" y="922"/>
                      </a:cubicBezTo>
                      <a:cubicBezTo>
                        <a:pt x="1844" y="414"/>
                        <a:pt x="1432" y="1"/>
                        <a:pt x="9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93"/>
                <p:cNvSpPr/>
                <p:nvPr/>
              </p:nvSpPr>
              <p:spPr>
                <a:xfrm>
                  <a:off x="-3141550" y="2081975"/>
                  <a:ext cx="42975" cy="39975"/>
                </a:xfrm>
                <a:custGeom>
                  <a:rect b="b" l="l" r="r" t="t"/>
                  <a:pathLst>
                    <a:path extrusionOk="0" h="1599" w="1719">
                      <a:moveTo>
                        <a:pt x="859" y="1"/>
                      </a:moveTo>
                      <a:cubicBezTo>
                        <a:pt x="817" y="1"/>
                        <a:pt x="774" y="4"/>
                        <a:pt x="731" y="11"/>
                      </a:cubicBezTo>
                      <a:cubicBezTo>
                        <a:pt x="296" y="82"/>
                        <a:pt x="0" y="493"/>
                        <a:pt x="71" y="928"/>
                      </a:cubicBezTo>
                      <a:cubicBezTo>
                        <a:pt x="135" y="1320"/>
                        <a:pt x="474" y="1599"/>
                        <a:pt x="858" y="1599"/>
                      </a:cubicBezTo>
                      <a:cubicBezTo>
                        <a:pt x="901" y="1599"/>
                        <a:pt x="944" y="1595"/>
                        <a:pt x="988" y="1588"/>
                      </a:cubicBezTo>
                      <a:cubicBezTo>
                        <a:pt x="1423" y="1517"/>
                        <a:pt x="1718" y="1106"/>
                        <a:pt x="1647" y="672"/>
                      </a:cubicBezTo>
                      <a:cubicBezTo>
                        <a:pt x="1584" y="279"/>
                        <a:pt x="1244" y="1"/>
                        <a:pt x="8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93"/>
                <p:cNvSpPr/>
                <p:nvPr/>
              </p:nvSpPr>
              <p:spPr>
                <a:xfrm>
                  <a:off x="-3010650" y="2078800"/>
                  <a:ext cx="46075" cy="46075"/>
                </a:xfrm>
                <a:custGeom>
                  <a:rect b="b" l="l" r="r" t="t"/>
                  <a:pathLst>
                    <a:path extrusionOk="0" h="1843" w="1843">
                      <a:moveTo>
                        <a:pt x="921" y="1"/>
                      </a:moveTo>
                      <a:cubicBezTo>
                        <a:pt x="412" y="1"/>
                        <a:pt x="0" y="414"/>
                        <a:pt x="0" y="922"/>
                      </a:cubicBezTo>
                      <a:cubicBezTo>
                        <a:pt x="0" y="1431"/>
                        <a:pt x="413" y="1843"/>
                        <a:pt x="921" y="1843"/>
                      </a:cubicBezTo>
                      <a:cubicBezTo>
                        <a:pt x="1431" y="1843"/>
                        <a:pt x="1842" y="1430"/>
                        <a:pt x="1842" y="922"/>
                      </a:cubicBezTo>
                      <a:cubicBezTo>
                        <a:pt x="1842" y="414"/>
                        <a:pt x="1430" y="1"/>
                        <a:pt x="9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93"/>
                <p:cNvSpPr/>
                <p:nvPr/>
              </p:nvSpPr>
              <p:spPr>
                <a:xfrm>
                  <a:off x="-3009300" y="2081900"/>
                  <a:ext cx="43125" cy="39950"/>
                </a:xfrm>
                <a:custGeom>
                  <a:rect b="b" l="l" r="r" t="t"/>
                  <a:pathLst>
                    <a:path extrusionOk="0" h="1598" w="1725">
                      <a:moveTo>
                        <a:pt x="864" y="1"/>
                      </a:moveTo>
                      <a:cubicBezTo>
                        <a:pt x="819" y="1"/>
                        <a:pt x="772" y="5"/>
                        <a:pt x="726" y="13"/>
                      </a:cubicBezTo>
                      <a:cubicBezTo>
                        <a:pt x="291" y="88"/>
                        <a:pt x="0" y="501"/>
                        <a:pt x="75" y="936"/>
                      </a:cubicBezTo>
                      <a:cubicBezTo>
                        <a:pt x="144" y="1324"/>
                        <a:pt x="481" y="1598"/>
                        <a:pt x="862" y="1598"/>
                      </a:cubicBezTo>
                      <a:cubicBezTo>
                        <a:pt x="907" y="1598"/>
                        <a:pt x="953" y="1594"/>
                        <a:pt x="999" y="1586"/>
                      </a:cubicBezTo>
                      <a:cubicBezTo>
                        <a:pt x="1433" y="1510"/>
                        <a:pt x="1724" y="1097"/>
                        <a:pt x="1649" y="662"/>
                      </a:cubicBezTo>
                      <a:cubicBezTo>
                        <a:pt x="1582" y="274"/>
                        <a:pt x="1245" y="1"/>
                        <a:pt x="8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93"/>
                <p:cNvSpPr/>
                <p:nvPr/>
              </p:nvSpPr>
              <p:spPr>
                <a:xfrm>
                  <a:off x="-3021825" y="2160325"/>
                  <a:ext cx="7775" cy="7775"/>
                </a:xfrm>
                <a:custGeom>
                  <a:rect b="b" l="l" r="r" t="t"/>
                  <a:pathLst>
                    <a:path extrusionOk="0" h="311" w="311">
                      <a:moveTo>
                        <a:pt x="155" y="1"/>
                      </a:moveTo>
                      <a:cubicBezTo>
                        <a:pt x="70" y="1"/>
                        <a:pt x="1" y="70"/>
                        <a:pt x="1" y="156"/>
                      </a:cubicBezTo>
                      <a:cubicBezTo>
                        <a:pt x="1" y="241"/>
                        <a:pt x="70" y="311"/>
                        <a:pt x="155" y="311"/>
                      </a:cubicBezTo>
                      <a:cubicBezTo>
                        <a:pt x="241" y="311"/>
                        <a:pt x="310" y="241"/>
                        <a:pt x="310" y="156"/>
                      </a:cubicBezTo>
                      <a:cubicBezTo>
                        <a:pt x="310" y="70"/>
                        <a:pt x="241"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93"/>
                <p:cNvSpPr/>
                <p:nvPr/>
              </p:nvSpPr>
              <p:spPr>
                <a:xfrm>
                  <a:off x="-2924825" y="2171975"/>
                  <a:ext cx="7775" cy="7750"/>
                </a:xfrm>
                <a:custGeom>
                  <a:rect b="b" l="l" r="r" t="t"/>
                  <a:pathLst>
                    <a:path extrusionOk="0" h="310" w="311">
                      <a:moveTo>
                        <a:pt x="156" y="0"/>
                      </a:moveTo>
                      <a:cubicBezTo>
                        <a:pt x="70" y="0"/>
                        <a:pt x="1" y="69"/>
                        <a:pt x="1" y="155"/>
                      </a:cubicBezTo>
                      <a:cubicBezTo>
                        <a:pt x="1" y="241"/>
                        <a:pt x="70" y="310"/>
                        <a:pt x="156" y="310"/>
                      </a:cubicBezTo>
                      <a:cubicBezTo>
                        <a:pt x="241" y="310"/>
                        <a:pt x="310" y="241"/>
                        <a:pt x="310" y="155"/>
                      </a:cubicBezTo>
                      <a:cubicBezTo>
                        <a:pt x="310" y="69"/>
                        <a:pt x="241" y="0"/>
                        <a:pt x="1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93"/>
                <p:cNvSpPr/>
                <p:nvPr/>
              </p:nvSpPr>
              <p:spPr>
                <a:xfrm>
                  <a:off x="-3190600" y="2171975"/>
                  <a:ext cx="7750" cy="7750"/>
                </a:xfrm>
                <a:custGeom>
                  <a:rect b="b" l="l" r="r" t="t"/>
                  <a:pathLst>
                    <a:path extrusionOk="0" h="310" w="310">
                      <a:moveTo>
                        <a:pt x="155" y="0"/>
                      </a:moveTo>
                      <a:cubicBezTo>
                        <a:pt x="69" y="0"/>
                        <a:pt x="0" y="69"/>
                        <a:pt x="0" y="155"/>
                      </a:cubicBezTo>
                      <a:cubicBezTo>
                        <a:pt x="0" y="241"/>
                        <a:pt x="69" y="310"/>
                        <a:pt x="155" y="310"/>
                      </a:cubicBezTo>
                      <a:cubicBezTo>
                        <a:pt x="241" y="310"/>
                        <a:pt x="310" y="241"/>
                        <a:pt x="310" y="155"/>
                      </a:cubicBezTo>
                      <a:cubicBezTo>
                        <a:pt x="310" y="69"/>
                        <a:pt x="241" y="0"/>
                        <a:pt x="1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93"/>
                <p:cNvSpPr/>
                <p:nvPr/>
              </p:nvSpPr>
              <p:spPr>
                <a:xfrm>
                  <a:off x="-2924825" y="2030250"/>
                  <a:ext cx="7775" cy="7775"/>
                </a:xfrm>
                <a:custGeom>
                  <a:rect b="b" l="l" r="r" t="t"/>
                  <a:pathLst>
                    <a:path extrusionOk="0" h="311" w="311">
                      <a:moveTo>
                        <a:pt x="156" y="1"/>
                      </a:moveTo>
                      <a:cubicBezTo>
                        <a:pt x="71" y="1"/>
                        <a:pt x="1" y="70"/>
                        <a:pt x="1" y="155"/>
                      </a:cubicBezTo>
                      <a:cubicBezTo>
                        <a:pt x="1" y="240"/>
                        <a:pt x="71" y="310"/>
                        <a:pt x="156" y="310"/>
                      </a:cubicBezTo>
                      <a:cubicBezTo>
                        <a:pt x="241" y="310"/>
                        <a:pt x="310" y="240"/>
                        <a:pt x="310" y="155"/>
                      </a:cubicBezTo>
                      <a:cubicBezTo>
                        <a:pt x="310" y="70"/>
                        <a:pt x="241" y="1"/>
                        <a:pt x="1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93"/>
                <p:cNvSpPr/>
                <p:nvPr/>
              </p:nvSpPr>
              <p:spPr>
                <a:xfrm>
                  <a:off x="-3190575" y="2030250"/>
                  <a:ext cx="7750" cy="7775"/>
                </a:xfrm>
                <a:custGeom>
                  <a:rect b="b" l="l" r="r" t="t"/>
                  <a:pathLst>
                    <a:path extrusionOk="0" h="311" w="310">
                      <a:moveTo>
                        <a:pt x="155" y="1"/>
                      </a:moveTo>
                      <a:cubicBezTo>
                        <a:pt x="70" y="1"/>
                        <a:pt x="0" y="70"/>
                        <a:pt x="0" y="155"/>
                      </a:cubicBezTo>
                      <a:cubicBezTo>
                        <a:pt x="0" y="240"/>
                        <a:pt x="70" y="310"/>
                        <a:pt x="155" y="310"/>
                      </a:cubicBezTo>
                      <a:cubicBezTo>
                        <a:pt x="241" y="310"/>
                        <a:pt x="310" y="240"/>
                        <a:pt x="310" y="155"/>
                      </a:cubicBezTo>
                      <a:cubicBezTo>
                        <a:pt x="310" y="70"/>
                        <a:pt x="240"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93"/>
                <p:cNvSpPr/>
                <p:nvPr/>
              </p:nvSpPr>
              <p:spPr>
                <a:xfrm>
                  <a:off x="-3093600" y="2160325"/>
                  <a:ext cx="7775" cy="7775"/>
                </a:xfrm>
                <a:custGeom>
                  <a:rect b="b" l="l" r="r" t="t"/>
                  <a:pathLst>
                    <a:path extrusionOk="0" h="311" w="311">
                      <a:moveTo>
                        <a:pt x="155" y="1"/>
                      </a:moveTo>
                      <a:cubicBezTo>
                        <a:pt x="70" y="1"/>
                        <a:pt x="1" y="70"/>
                        <a:pt x="1" y="156"/>
                      </a:cubicBezTo>
                      <a:cubicBezTo>
                        <a:pt x="1" y="241"/>
                        <a:pt x="70" y="311"/>
                        <a:pt x="155" y="311"/>
                      </a:cubicBezTo>
                      <a:cubicBezTo>
                        <a:pt x="240" y="311"/>
                        <a:pt x="310" y="241"/>
                        <a:pt x="310" y="156"/>
                      </a:cubicBezTo>
                      <a:cubicBezTo>
                        <a:pt x="310" y="71"/>
                        <a:pt x="240"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93"/>
                <p:cNvSpPr/>
                <p:nvPr/>
              </p:nvSpPr>
              <p:spPr>
                <a:xfrm>
                  <a:off x="-3134000" y="2047750"/>
                  <a:ext cx="160400" cy="6850"/>
                </a:xfrm>
                <a:custGeom>
                  <a:rect b="b" l="l" r="r" t="t"/>
                  <a:pathLst>
                    <a:path extrusionOk="0" h="274" w="6416">
                      <a:moveTo>
                        <a:pt x="0" y="0"/>
                      </a:moveTo>
                      <a:lnTo>
                        <a:pt x="0" y="274"/>
                      </a:lnTo>
                      <a:lnTo>
                        <a:pt x="6415" y="274"/>
                      </a:lnTo>
                      <a:lnTo>
                        <a:pt x="64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93"/>
                <p:cNvSpPr/>
                <p:nvPr/>
              </p:nvSpPr>
              <p:spPr>
                <a:xfrm>
                  <a:off x="-3134000" y="2060000"/>
                  <a:ext cx="160400" cy="6850"/>
                </a:xfrm>
                <a:custGeom>
                  <a:rect b="b" l="l" r="r" t="t"/>
                  <a:pathLst>
                    <a:path extrusionOk="0" h="274" w="6416">
                      <a:moveTo>
                        <a:pt x="0" y="0"/>
                      </a:moveTo>
                      <a:lnTo>
                        <a:pt x="0" y="274"/>
                      </a:lnTo>
                      <a:lnTo>
                        <a:pt x="6415" y="274"/>
                      </a:lnTo>
                      <a:lnTo>
                        <a:pt x="64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93"/>
                <p:cNvSpPr/>
                <p:nvPr/>
              </p:nvSpPr>
              <p:spPr>
                <a:xfrm>
                  <a:off x="-3139125" y="2082838"/>
                  <a:ext cx="38075" cy="38000"/>
                </a:xfrm>
                <a:custGeom>
                  <a:rect b="b" l="l" r="r" t="t"/>
                  <a:pathLst>
                    <a:path extrusionOk="0" h="1520" w="1523">
                      <a:moveTo>
                        <a:pt x="762" y="1"/>
                      </a:moveTo>
                      <a:cubicBezTo>
                        <a:pt x="732" y="1"/>
                        <a:pt x="702" y="3"/>
                        <a:pt x="672" y="7"/>
                      </a:cubicBezTo>
                      <a:cubicBezTo>
                        <a:pt x="645" y="11"/>
                        <a:pt x="626" y="35"/>
                        <a:pt x="629" y="63"/>
                      </a:cubicBezTo>
                      <a:cubicBezTo>
                        <a:pt x="629" y="82"/>
                        <a:pt x="625" y="101"/>
                        <a:pt x="618" y="121"/>
                      </a:cubicBezTo>
                      <a:cubicBezTo>
                        <a:pt x="592" y="183"/>
                        <a:pt x="532" y="220"/>
                        <a:pt x="469" y="220"/>
                      </a:cubicBezTo>
                      <a:cubicBezTo>
                        <a:pt x="448" y="220"/>
                        <a:pt x="428" y="216"/>
                        <a:pt x="408" y="208"/>
                      </a:cubicBezTo>
                      <a:cubicBezTo>
                        <a:pt x="388" y="200"/>
                        <a:pt x="373" y="189"/>
                        <a:pt x="358" y="174"/>
                      </a:cubicBezTo>
                      <a:cubicBezTo>
                        <a:pt x="347" y="163"/>
                        <a:pt x="332" y="157"/>
                        <a:pt x="317" y="157"/>
                      </a:cubicBezTo>
                      <a:cubicBezTo>
                        <a:pt x="307" y="157"/>
                        <a:pt x="296" y="160"/>
                        <a:pt x="287" y="167"/>
                      </a:cubicBezTo>
                      <a:cubicBezTo>
                        <a:pt x="243" y="203"/>
                        <a:pt x="199" y="245"/>
                        <a:pt x="163" y="291"/>
                      </a:cubicBezTo>
                      <a:cubicBezTo>
                        <a:pt x="147" y="312"/>
                        <a:pt x="152" y="343"/>
                        <a:pt x="171" y="360"/>
                      </a:cubicBezTo>
                      <a:cubicBezTo>
                        <a:pt x="215" y="405"/>
                        <a:pt x="232" y="472"/>
                        <a:pt x="206" y="532"/>
                      </a:cubicBezTo>
                      <a:cubicBezTo>
                        <a:pt x="181" y="594"/>
                        <a:pt x="122" y="628"/>
                        <a:pt x="60" y="628"/>
                      </a:cubicBezTo>
                      <a:cubicBezTo>
                        <a:pt x="33" y="628"/>
                        <a:pt x="8" y="647"/>
                        <a:pt x="6" y="674"/>
                      </a:cubicBezTo>
                      <a:cubicBezTo>
                        <a:pt x="0" y="734"/>
                        <a:pt x="0" y="792"/>
                        <a:pt x="7" y="849"/>
                      </a:cubicBezTo>
                      <a:cubicBezTo>
                        <a:pt x="11" y="875"/>
                        <a:pt x="35" y="894"/>
                        <a:pt x="61" y="894"/>
                      </a:cubicBezTo>
                      <a:cubicBezTo>
                        <a:pt x="62" y="894"/>
                        <a:pt x="62" y="894"/>
                        <a:pt x="63" y="894"/>
                      </a:cubicBezTo>
                      <a:cubicBezTo>
                        <a:pt x="83" y="894"/>
                        <a:pt x="102" y="896"/>
                        <a:pt x="121" y="904"/>
                      </a:cubicBezTo>
                      <a:cubicBezTo>
                        <a:pt x="203" y="937"/>
                        <a:pt x="243" y="1031"/>
                        <a:pt x="209" y="1114"/>
                      </a:cubicBezTo>
                      <a:cubicBezTo>
                        <a:pt x="201" y="1133"/>
                        <a:pt x="190" y="1149"/>
                        <a:pt x="175" y="1163"/>
                      </a:cubicBezTo>
                      <a:cubicBezTo>
                        <a:pt x="156" y="1183"/>
                        <a:pt x="151" y="1212"/>
                        <a:pt x="167" y="1234"/>
                      </a:cubicBezTo>
                      <a:cubicBezTo>
                        <a:pt x="203" y="1279"/>
                        <a:pt x="245" y="1322"/>
                        <a:pt x="291" y="1358"/>
                      </a:cubicBezTo>
                      <a:cubicBezTo>
                        <a:pt x="300" y="1365"/>
                        <a:pt x="310" y="1368"/>
                        <a:pt x="320" y="1368"/>
                      </a:cubicBezTo>
                      <a:cubicBezTo>
                        <a:pt x="335" y="1368"/>
                        <a:pt x="350" y="1361"/>
                        <a:pt x="361" y="1350"/>
                      </a:cubicBezTo>
                      <a:cubicBezTo>
                        <a:pt x="391" y="1320"/>
                        <a:pt x="431" y="1303"/>
                        <a:pt x="474" y="1303"/>
                      </a:cubicBezTo>
                      <a:cubicBezTo>
                        <a:pt x="493" y="1303"/>
                        <a:pt x="513" y="1307"/>
                        <a:pt x="533" y="1315"/>
                      </a:cubicBezTo>
                      <a:cubicBezTo>
                        <a:pt x="594" y="1341"/>
                        <a:pt x="630" y="1399"/>
                        <a:pt x="630" y="1461"/>
                      </a:cubicBezTo>
                      <a:cubicBezTo>
                        <a:pt x="630" y="1488"/>
                        <a:pt x="647" y="1513"/>
                        <a:pt x="674" y="1515"/>
                      </a:cubicBezTo>
                      <a:cubicBezTo>
                        <a:pt x="703" y="1518"/>
                        <a:pt x="731" y="1519"/>
                        <a:pt x="759" y="1519"/>
                      </a:cubicBezTo>
                      <a:cubicBezTo>
                        <a:pt x="790" y="1519"/>
                        <a:pt x="820" y="1518"/>
                        <a:pt x="850" y="1514"/>
                      </a:cubicBezTo>
                      <a:cubicBezTo>
                        <a:pt x="877" y="1510"/>
                        <a:pt x="895" y="1485"/>
                        <a:pt x="894" y="1458"/>
                      </a:cubicBezTo>
                      <a:cubicBezTo>
                        <a:pt x="894" y="1439"/>
                        <a:pt x="896" y="1420"/>
                        <a:pt x="904" y="1400"/>
                      </a:cubicBezTo>
                      <a:cubicBezTo>
                        <a:pt x="930" y="1338"/>
                        <a:pt x="990" y="1300"/>
                        <a:pt x="1053" y="1300"/>
                      </a:cubicBezTo>
                      <a:cubicBezTo>
                        <a:pt x="1074" y="1300"/>
                        <a:pt x="1094" y="1304"/>
                        <a:pt x="1115" y="1313"/>
                      </a:cubicBezTo>
                      <a:cubicBezTo>
                        <a:pt x="1134" y="1320"/>
                        <a:pt x="1149" y="1332"/>
                        <a:pt x="1163" y="1346"/>
                      </a:cubicBezTo>
                      <a:cubicBezTo>
                        <a:pt x="1175" y="1357"/>
                        <a:pt x="1190" y="1364"/>
                        <a:pt x="1205" y="1364"/>
                      </a:cubicBezTo>
                      <a:cubicBezTo>
                        <a:pt x="1215" y="1364"/>
                        <a:pt x="1225" y="1361"/>
                        <a:pt x="1234" y="1354"/>
                      </a:cubicBezTo>
                      <a:cubicBezTo>
                        <a:pt x="1280" y="1318"/>
                        <a:pt x="1322" y="1277"/>
                        <a:pt x="1358" y="1230"/>
                      </a:cubicBezTo>
                      <a:cubicBezTo>
                        <a:pt x="1375" y="1209"/>
                        <a:pt x="1369" y="1179"/>
                        <a:pt x="1351" y="1160"/>
                      </a:cubicBezTo>
                      <a:cubicBezTo>
                        <a:pt x="1307" y="1117"/>
                        <a:pt x="1290" y="1050"/>
                        <a:pt x="1316" y="989"/>
                      </a:cubicBezTo>
                      <a:cubicBezTo>
                        <a:pt x="1342" y="928"/>
                        <a:pt x="1399" y="892"/>
                        <a:pt x="1461" y="892"/>
                      </a:cubicBezTo>
                      <a:cubicBezTo>
                        <a:pt x="1488" y="892"/>
                        <a:pt x="1513" y="874"/>
                        <a:pt x="1516" y="847"/>
                      </a:cubicBezTo>
                      <a:cubicBezTo>
                        <a:pt x="1522" y="787"/>
                        <a:pt x="1522" y="730"/>
                        <a:pt x="1514" y="672"/>
                      </a:cubicBezTo>
                      <a:cubicBezTo>
                        <a:pt x="1510" y="645"/>
                        <a:pt x="1487" y="627"/>
                        <a:pt x="1461" y="627"/>
                      </a:cubicBezTo>
                      <a:cubicBezTo>
                        <a:pt x="1460" y="627"/>
                        <a:pt x="1459" y="627"/>
                        <a:pt x="1458" y="627"/>
                      </a:cubicBezTo>
                      <a:cubicBezTo>
                        <a:pt x="1440" y="627"/>
                        <a:pt x="1420" y="625"/>
                        <a:pt x="1400" y="617"/>
                      </a:cubicBezTo>
                      <a:cubicBezTo>
                        <a:pt x="1318" y="584"/>
                        <a:pt x="1280" y="489"/>
                        <a:pt x="1313" y="407"/>
                      </a:cubicBezTo>
                      <a:cubicBezTo>
                        <a:pt x="1321" y="388"/>
                        <a:pt x="1332" y="373"/>
                        <a:pt x="1347" y="358"/>
                      </a:cubicBezTo>
                      <a:cubicBezTo>
                        <a:pt x="1366" y="338"/>
                        <a:pt x="1371" y="309"/>
                        <a:pt x="1354" y="287"/>
                      </a:cubicBezTo>
                      <a:cubicBezTo>
                        <a:pt x="1318" y="241"/>
                        <a:pt x="1277" y="199"/>
                        <a:pt x="1230" y="163"/>
                      </a:cubicBezTo>
                      <a:cubicBezTo>
                        <a:pt x="1222" y="156"/>
                        <a:pt x="1212" y="153"/>
                        <a:pt x="1201" y="153"/>
                      </a:cubicBezTo>
                      <a:cubicBezTo>
                        <a:pt x="1186" y="153"/>
                        <a:pt x="1171" y="160"/>
                        <a:pt x="1161" y="171"/>
                      </a:cubicBezTo>
                      <a:cubicBezTo>
                        <a:pt x="1131" y="201"/>
                        <a:pt x="1091" y="218"/>
                        <a:pt x="1049" y="218"/>
                      </a:cubicBezTo>
                      <a:cubicBezTo>
                        <a:pt x="1029" y="218"/>
                        <a:pt x="1009" y="214"/>
                        <a:pt x="990" y="205"/>
                      </a:cubicBezTo>
                      <a:cubicBezTo>
                        <a:pt x="928" y="180"/>
                        <a:pt x="893" y="122"/>
                        <a:pt x="893" y="60"/>
                      </a:cubicBezTo>
                      <a:cubicBezTo>
                        <a:pt x="893" y="33"/>
                        <a:pt x="874" y="8"/>
                        <a:pt x="847" y="6"/>
                      </a:cubicBezTo>
                      <a:cubicBezTo>
                        <a:pt x="818" y="3"/>
                        <a:pt x="790" y="1"/>
                        <a:pt x="7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93"/>
                <p:cNvSpPr/>
                <p:nvPr/>
              </p:nvSpPr>
              <p:spPr>
                <a:xfrm>
                  <a:off x="-3006750" y="2082838"/>
                  <a:ext cx="38075" cy="38000"/>
                </a:xfrm>
                <a:custGeom>
                  <a:rect b="b" l="l" r="r" t="t"/>
                  <a:pathLst>
                    <a:path extrusionOk="0" h="1520" w="1523">
                      <a:moveTo>
                        <a:pt x="763" y="1"/>
                      </a:moveTo>
                      <a:cubicBezTo>
                        <a:pt x="733" y="1"/>
                        <a:pt x="702" y="3"/>
                        <a:pt x="672" y="7"/>
                      </a:cubicBezTo>
                      <a:cubicBezTo>
                        <a:pt x="645" y="11"/>
                        <a:pt x="628" y="35"/>
                        <a:pt x="629" y="63"/>
                      </a:cubicBezTo>
                      <a:cubicBezTo>
                        <a:pt x="629" y="82"/>
                        <a:pt x="626" y="101"/>
                        <a:pt x="618" y="121"/>
                      </a:cubicBezTo>
                      <a:cubicBezTo>
                        <a:pt x="593" y="183"/>
                        <a:pt x="533" y="220"/>
                        <a:pt x="469" y="220"/>
                      </a:cubicBezTo>
                      <a:cubicBezTo>
                        <a:pt x="449" y="220"/>
                        <a:pt x="428" y="216"/>
                        <a:pt x="408" y="208"/>
                      </a:cubicBezTo>
                      <a:cubicBezTo>
                        <a:pt x="388" y="200"/>
                        <a:pt x="373" y="189"/>
                        <a:pt x="359" y="174"/>
                      </a:cubicBezTo>
                      <a:cubicBezTo>
                        <a:pt x="348" y="163"/>
                        <a:pt x="333" y="157"/>
                        <a:pt x="318" y="157"/>
                      </a:cubicBezTo>
                      <a:cubicBezTo>
                        <a:pt x="307" y="157"/>
                        <a:pt x="297" y="160"/>
                        <a:pt x="288" y="167"/>
                      </a:cubicBezTo>
                      <a:cubicBezTo>
                        <a:pt x="243" y="203"/>
                        <a:pt x="200" y="245"/>
                        <a:pt x="164" y="291"/>
                      </a:cubicBezTo>
                      <a:cubicBezTo>
                        <a:pt x="147" y="312"/>
                        <a:pt x="153" y="343"/>
                        <a:pt x="172" y="360"/>
                      </a:cubicBezTo>
                      <a:cubicBezTo>
                        <a:pt x="216" y="405"/>
                        <a:pt x="232" y="472"/>
                        <a:pt x="207" y="532"/>
                      </a:cubicBezTo>
                      <a:cubicBezTo>
                        <a:pt x="181" y="594"/>
                        <a:pt x="123" y="628"/>
                        <a:pt x="61" y="628"/>
                      </a:cubicBezTo>
                      <a:cubicBezTo>
                        <a:pt x="33" y="628"/>
                        <a:pt x="9" y="647"/>
                        <a:pt x="6" y="674"/>
                      </a:cubicBezTo>
                      <a:cubicBezTo>
                        <a:pt x="0" y="734"/>
                        <a:pt x="0" y="792"/>
                        <a:pt x="8" y="849"/>
                      </a:cubicBezTo>
                      <a:cubicBezTo>
                        <a:pt x="11" y="875"/>
                        <a:pt x="35" y="894"/>
                        <a:pt x="61" y="894"/>
                      </a:cubicBezTo>
                      <a:cubicBezTo>
                        <a:pt x="62" y="894"/>
                        <a:pt x="62" y="894"/>
                        <a:pt x="63" y="894"/>
                      </a:cubicBezTo>
                      <a:cubicBezTo>
                        <a:pt x="83" y="894"/>
                        <a:pt x="102" y="896"/>
                        <a:pt x="122" y="904"/>
                      </a:cubicBezTo>
                      <a:cubicBezTo>
                        <a:pt x="205" y="937"/>
                        <a:pt x="243" y="1031"/>
                        <a:pt x="210" y="1114"/>
                      </a:cubicBezTo>
                      <a:cubicBezTo>
                        <a:pt x="201" y="1133"/>
                        <a:pt x="190" y="1149"/>
                        <a:pt x="176" y="1163"/>
                      </a:cubicBezTo>
                      <a:cubicBezTo>
                        <a:pt x="156" y="1183"/>
                        <a:pt x="151" y="1212"/>
                        <a:pt x="167" y="1234"/>
                      </a:cubicBezTo>
                      <a:cubicBezTo>
                        <a:pt x="205" y="1279"/>
                        <a:pt x="245" y="1322"/>
                        <a:pt x="292" y="1358"/>
                      </a:cubicBezTo>
                      <a:cubicBezTo>
                        <a:pt x="301" y="1365"/>
                        <a:pt x="311" y="1368"/>
                        <a:pt x="321" y="1368"/>
                      </a:cubicBezTo>
                      <a:cubicBezTo>
                        <a:pt x="336" y="1368"/>
                        <a:pt x="351" y="1361"/>
                        <a:pt x="361" y="1350"/>
                      </a:cubicBezTo>
                      <a:cubicBezTo>
                        <a:pt x="391" y="1320"/>
                        <a:pt x="432" y="1303"/>
                        <a:pt x="474" y="1303"/>
                      </a:cubicBezTo>
                      <a:cubicBezTo>
                        <a:pt x="494" y="1303"/>
                        <a:pt x="514" y="1307"/>
                        <a:pt x="533" y="1315"/>
                      </a:cubicBezTo>
                      <a:cubicBezTo>
                        <a:pt x="595" y="1341"/>
                        <a:pt x="630" y="1399"/>
                        <a:pt x="630" y="1461"/>
                      </a:cubicBezTo>
                      <a:cubicBezTo>
                        <a:pt x="630" y="1488"/>
                        <a:pt x="647" y="1513"/>
                        <a:pt x="675" y="1515"/>
                      </a:cubicBezTo>
                      <a:cubicBezTo>
                        <a:pt x="703" y="1518"/>
                        <a:pt x="732" y="1519"/>
                        <a:pt x="760" y="1519"/>
                      </a:cubicBezTo>
                      <a:cubicBezTo>
                        <a:pt x="790" y="1519"/>
                        <a:pt x="821" y="1518"/>
                        <a:pt x="851" y="1514"/>
                      </a:cubicBezTo>
                      <a:cubicBezTo>
                        <a:pt x="877" y="1510"/>
                        <a:pt x="896" y="1485"/>
                        <a:pt x="894" y="1458"/>
                      </a:cubicBezTo>
                      <a:cubicBezTo>
                        <a:pt x="894" y="1439"/>
                        <a:pt x="897" y="1420"/>
                        <a:pt x="904" y="1400"/>
                      </a:cubicBezTo>
                      <a:cubicBezTo>
                        <a:pt x="930" y="1338"/>
                        <a:pt x="990" y="1300"/>
                        <a:pt x="1053" y="1300"/>
                      </a:cubicBezTo>
                      <a:cubicBezTo>
                        <a:pt x="1074" y="1300"/>
                        <a:pt x="1095" y="1304"/>
                        <a:pt x="1115" y="1313"/>
                      </a:cubicBezTo>
                      <a:cubicBezTo>
                        <a:pt x="1134" y="1320"/>
                        <a:pt x="1150" y="1332"/>
                        <a:pt x="1164" y="1346"/>
                      </a:cubicBezTo>
                      <a:cubicBezTo>
                        <a:pt x="1175" y="1357"/>
                        <a:pt x="1190" y="1364"/>
                        <a:pt x="1205" y="1364"/>
                      </a:cubicBezTo>
                      <a:cubicBezTo>
                        <a:pt x="1215" y="1364"/>
                        <a:pt x="1226" y="1361"/>
                        <a:pt x="1234" y="1354"/>
                      </a:cubicBezTo>
                      <a:cubicBezTo>
                        <a:pt x="1280" y="1318"/>
                        <a:pt x="1322" y="1277"/>
                        <a:pt x="1358" y="1230"/>
                      </a:cubicBezTo>
                      <a:cubicBezTo>
                        <a:pt x="1376" y="1209"/>
                        <a:pt x="1371" y="1179"/>
                        <a:pt x="1351" y="1160"/>
                      </a:cubicBezTo>
                      <a:cubicBezTo>
                        <a:pt x="1307" y="1117"/>
                        <a:pt x="1290" y="1050"/>
                        <a:pt x="1316" y="989"/>
                      </a:cubicBezTo>
                      <a:cubicBezTo>
                        <a:pt x="1342" y="928"/>
                        <a:pt x="1400" y="892"/>
                        <a:pt x="1461" y="892"/>
                      </a:cubicBezTo>
                      <a:cubicBezTo>
                        <a:pt x="1489" y="892"/>
                        <a:pt x="1513" y="874"/>
                        <a:pt x="1516" y="847"/>
                      </a:cubicBezTo>
                      <a:cubicBezTo>
                        <a:pt x="1522" y="787"/>
                        <a:pt x="1522" y="730"/>
                        <a:pt x="1515" y="672"/>
                      </a:cubicBezTo>
                      <a:cubicBezTo>
                        <a:pt x="1511" y="645"/>
                        <a:pt x="1488" y="627"/>
                        <a:pt x="1462" y="627"/>
                      </a:cubicBezTo>
                      <a:cubicBezTo>
                        <a:pt x="1461" y="627"/>
                        <a:pt x="1460" y="627"/>
                        <a:pt x="1459" y="627"/>
                      </a:cubicBezTo>
                      <a:cubicBezTo>
                        <a:pt x="1440" y="627"/>
                        <a:pt x="1420" y="625"/>
                        <a:pt x="1402" y="617"/>
                      </a:cubicBezTo>
                      <a:cubicBezTo>
                        <a:pt x="1319" y="584"/>
                        <a:pt x="1280" y="489"/>
                        <a:pt x="1314" y="407"/>
                      </a:cubicBezTo>
                      <a:cubicBezTo>
                        <a:pt x="1321" y="388"/>
                        <a:pt x="1333" y="373"/>
                        <a:pt x="1347" y="358"/>
                      </a:cubicBezTo>
                      <a:cubicBezTo>
                        <a:pt x="1367" y="338"/>
                        <a:pt x="1372" y="309"/>
                        <a:pt x="1355" y="287"/>
                      </a:cubicBezTo>
                      <a:cubicBezTo>
                        <a:pt x="1319" y="241"/>
                        <a:pt x="1278" y="199"/>
                        <a:pt x="1231" y="163"/>
                      </a:cubicBezTo>
                      <a:cubicBezTo>
                        <a:pt x="1223" y="156"/>
                        <a:pt x="1213" y="153"/>
                        <a:pt x="1202" y="153"/>
                      </a:cubicBezTo>
                      <a:cubicBezTo>
                        <a:pt x="1187" y="153"/>
                        <a:pt x="1172" y="160"/>
                        <a:pt x="1161" y="171"/>
                      </a:cubicBezTo>
                      <a:cubicBezTo>
                        <a:pt x="1132" y="201"/>
                        <a:pt x="1092" y="218"/>
                        <a:pt x="1050" y="218"/>
                      </a:cubicBezTo>
                      <a:cubicBezTo>
                        <a:pt x="1030" y="218"/>
                        <a:pt x="1010" y="214"/>
                        <a:pt x="990" y="205"/>
                      </a:cubicBezTo>
                      <a:cubicBezTo>
                        <a:pt x="928" y="180"/>
                        <a:pt x="893" y="122"/>
                        <a:pt x="893" y="60"/>
                      </a:cubicBezTo>
                      <a:cubicBezTo>
                        <a:pt x="893" y="33"/>
                        <a:pt x="875" y="8"/>
                        <a:pt x="847" y="6"/>
                      </a:cubicBezTo>
                      <a:cubicBezTo>
                        <a:pt x="819" y="3"/>
                        <a:pt x="791" y="1"/>
                        <a:pt x="7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14" name="Google Shape;7314;p93"/>
            <p:cNvGrpSpPr/>
            <p:nvPr/>
          </p:nvGrpSpPr>
          <p:grpSpPr>
            <a:xfrm rot="-742384">
              <a:off x="78363" y="4241987"/>
              <a:ext cx="659891" cy="802886"/>
              <a:chOff x="-3647202" y="3311500"/>
              <a:chExt cx="572233" cy="696292"/>
            </a:xfrm>
          </p:grpSpPr>
          <p:sp>
            <p:nvSpPr>
              <p:cNvPr id="7315" name="Google Shape;7315;p93"/>
              <p:cNvSpPr/>
              <p:nvPr/>
            </p:nvSpPr>
            <p:spPr>
              <a:xfrm>
                <a:off x="-3647202" y="3311500"/>
                <a:ext cx="572233" cy="696234"/>
              </a:xfrm>
              <a:custGeom>
                <a:rect b="b" l="l" r="r" t="t"/>
                <a:pathLst>
                  <a:path extrusionOk="0" h="6850" w="5630">
                    <a:moveTo>
                      <a:pt x="2691" y="1"/>
                    </a:moveTo>
                    <a:cubicBezTo>
                      <a:pt x="2603" y="1"/>
                      <a:pt x="2518" y="4"/>
                      <a:pt x="2433" y="13"/>
                    </a:cubicBezTo>
                    <a:cubicBezTo>
                      <a:pt x="1068" y="142"/>
                      <a:pt x="1" y="1292"/>
                      <a:pt x="1" y="2690"/>
                    </a:cubicBezTo>
                    <a:lnTo>
                      <a:pt x="1" y="4767"/>
                    </a:lnTo>
                    <a:lnTo>
                      <a:pt x="1" y="6510"/>
                    </a:lnTo>
                    <a:cubicBezTo>
                      <a:pt x="1" y="6696"/>
                      <a:pt x="154" y="6849"/>
                      <a:pt x="340" y="6849"/>
                    </a:cubicBezTo>
                    <a:lnTo>
                      <a:pt x="5041" y="6849"/>
                    </a:lnTo>
                    <a:cubicBezTo>
                      <a:pt x="5228" y="6849"/>
                      <a:pt x="5381" y="6696"/>
                      <a:pt x="5381" y="6510"/>
                    </a:cubicBezTo>
                    <a:lnTo>
                      <a:pt x="5381" y="4767"/>
                    </a:lnTo>
                    <a:lnTo>
                      <a:pt x="5381" y="4753"/>
                    </a:lnTo>
                    <a:cubicBezTo>
                      <a:pt x="5523" y="4717"/>
                      <a:pt x="5629" y="4589"/>
                      <a:pt x="5629" y="4435"/>
                    </a:cubicBezTo>
                    <a:lnTo>
                      <a:pt x="5629" y="4203"/>
                    </a:lnTo>
                    <a:cubicBezTo>
                      <a:pt x="5629" y="4049"/>
                      <a:pt x="5523" y="3920"/>
                      <a:pt x="5381" y="3885"/>
                    </a:cubicBezTo>
                    <a:lnTo>
                      <a:pt x="5381" y="3594"/>
                    </a:lnTo>
                    <a:cubicBezTo>
                      <a:pt x="5523" y="3558"/>
                      <a:pt x="5629" y="3430"/>
                      <a:pt x="5629" y="3276"/>
                    </a:cubicBezTo>
                    <a:lnTo>
                      <a:pt x="5629" y="3044"/>
                    </a:lnTo>
                    <a:cubicBezTo>
                      <a:pt x="5629" y="2891"/>
                      <a:pt x="5523" y="2762"/>
                      <a:pt x="5381" y="2727"/>
                    </a:cubicBezTo>
                    <a:lnTo>
                      <a:pt x="5381" y="2691"/>
                    </a:lnTo>
                    <a:cubicBezTo>
                      <a:pt x="5381" y="1293"/>
                      <a:pt x="4312" y="143"/>
                      <a:pt x="2947" y="14"/>
                    </a:cubicBezTo>
                    <a:cubicBezTo>
                      <a:pt x="2863" y="4"/>
                      <a:pt x="2777" y="1"/>
                      <a:pt x="2691"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93"/>
              <p:cNvSpPr/>
              <p:nvPr/>
            </p:nvSpPr>
            <p:spPr>
              <a:xfrm>
                <a:off x="-3125794" y="3587608"/>
                <a:ext cx="50718" cy="90256"/>
              </a:xfrm>
              <a:custGeom>
                <a:rect b="b" l="l" r="r" t="t"/>
                <a:pathLst>
                  <a:path extrusionOk="0" h="888" w="499">
                    <a:moveTo>
                      <a:pt x="1" y="0"/>
                    </a:moveTo>
                    <a:lnTo>
                      <a:pt x="1" y="888"/>
                    </a:lnTo>
                    <a:lnTo>
                      <a:pt x="170" y="888"/>
                    </a:lnTo>
                    <a:cubicBezTo>
                      <a:pt x="351" y="888"/>
                      <a:pt x="498" y="740"/>
                      <a:pt x="498" y="559"/>
                    </a:cubicBezTo>
                    <a:lnTo>
                      <a:pt x="498" y="327"/>
                    </a:lnTo>
                    <a:cubicBezTo>
                      <a:pt x="498" y="147"/>
                      <a:pt x="353"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93"/>
              <p:cNvSpPr/>
              <p:nvPr/>
            </p:nvSpPr>
            <p:spPr>
              <a:xfrm>
                <a:off x="-3125794" y="3705512"/>
                <a:ext cx="50718" cy="90256"/>
              </a:xfrm>
              <a:custGeom>
                <a:rect b="b" l="l" r="r" t="t"/>
                <a:pathLst>
                  <a:path extrusionOk="0" h="888" w="499">
                    <a:moveTo>
                      <a:pt x="1" y="0"/>
                    </a:moveTo>
                    <a:lnTo>
                      <a:pt x="1" y="888"/>
                    </a:lnTo>
                    <a:lnTo>
                      <a:pt x="170" y="888"/>
                    </a:lnTo>
                    <a:cubicBezTo>
                      <a:pt x="351" y="888"/>
                      <a:pt x="498" y="740"/>
                      <a:pt x="498" y="559"/>
                    </a:cubicBezTo>
                    <a:lnTo>
                      <a:pt x="498" y="327"/>
                    </a:lnTo>
                    <a:cubicBezTo>
                      <a:pt x="498" y="147"/>
                      <a:pt x="353"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93"/>
              <p:cNvSpPr/>
              <p:nvPr/>
            </p:nvSpPr>
            <p:spPr>
              <a:xfrm>
                <a:off x="-3647202" y="3311551"/>
                <a:ext cx="546925" cy="696234"/>
              </a:xfrm>
              <a:custGeom>
                <a:rect b="b" l="l" r="r" t="t"/>
                <a:pathLst>
                  <a:path extrusionOk="0" h="6850" w="5381">
                    <a:moveTo>
                      <a:pt x="2689" y="1"/>
                    </a:moveTo>
                    <a:cubicBezTo>
                      <a:pt x="2603" y="1"/>
                      <a:pt x="2518" y="4"/>
                      <a:pt x="2433" y="13"/>
                    </a:cubicBezTo>
                    <a:cubicBezTo>
                      <a:pt x="1068" y="142"/>
                      <a:pt x="1" y="1292"/>
                      <a:pt x="1" y="2690"/>
                    </a:cubicBezTo>
                    <a:lnTo>
                      <a:pt x="1" y="6510"/>
                    </a:lnTo>
                    <a:cubicBezTo>
                      <a:pt x="1" y="6697"/>
                      <a:pt x="154" y="6849"/>
                      <a:pt x="340" y="6849"/>
                    </a:cubicBezTo>
                    <a:lnTo>
                      <a:pt x="5041" y="6849"/>
                    </a:lnTo>
                    <a:cubicBezTo>
                      <a:pt x="5228" y="6849"/>
                      <a:pt x="5381" y="6697"/>
                      <a:pt x="5381" y="6510"/>
                    </a:cubicBezTo>
                    <a:lnTo>
                      <a:pt x="5381" y="2690"/>
                    </a:lnTo>
                    <a:cubicBezTo>
                      <a:pt x="5381" y="1292"/>
                      <a:pt x="4312" y="142"/>
                      <a:pt x="2946" y="12"/>
                    </a:cubicBezTo>
                    <a:cubicBezTo>
                      <a:pt x="2861" y="4"/>
                      <a:pt x="2776" y="1"/>
                      <a:pt x="26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93"/>
              <p:cNvSpPr/>
              <p:nvPr/>
            </p:nvSpPr>
            <p:spPr>
              <a:xfrm>
                <a:off x="-3647202" y="3795972"/>
                <a:ext cx="546925" cy="211818"/>
              </a:xfrm>
              <a:custGeom>
                <a:rect b="b" l="l" r="r" t="t"/>
                <a:pathLst>
                  <a:path extrusionOk="0" h="2084" w="5381">
                    <a:moveTo>
                      <a:pt x="1" y="1"/>
                    </a:moveTo>
                    <a:lnTo>
                      <a:pt x="1" y="1744"/>
                    </a:lnTo>
                    <a:cubicBezTo>
                      <a:pt x="1" y="1931"/>
                      <a:pt x="154" y="2083"/>
                      <a:pt x="340" y="2083"/>
                    </a:cubicBezTo>
                    <a:lnTo>
                      <a:pt x="5041" y="2083"/>
                    </a:lnTo>
                    <a:cubicBezTo>
                      <a:pt x="5228" y="2083"/>
                      <a:pt x="5381" y="1931"/>
                      <a:pt x="5381" y="1744"/>
                    </a:cubicBezTo>
                    <a:lnTo>
                      <a:pt x="53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93"/>
              <p:cNvSpPr/>
              <p:nvPr/>
            </p:nvSpPr>
            <p:spPr>
              <a:xfrm>
                <a:off x="-3590081" y="3368470"/>
                <a:ext cx="432681" cy="291199"/>
              </a:xfrm>
              <a:custGeom>
                <a:rect b="b" l="l" r="r" t="t"/>
                <a:pathLst>
                  <a:path extrusionOk="0" h="2865" w="4257">
                    <a:moveTo>
                      <a:pt x="2129" y="1"/>
                    </a:moveTo>
                    <a:cubicBezTo>
                      <a:pt x="955" y="1"/>
                      <a:pt x="0" y="989"/>
                      <a:pt x="0" y="2167"/>
                    </a:cubicBezTo>
                    <a:lnTo>
                      <a:pt x="0" y="2584"/>
                    </a:lnTo>
                    <a:cubicBezTo>
                      <a:pt x="0" y="2739"/>
                      <a:pt x="124" y="2864"/>
                      <a:pt x="278" y="2864"/>
                    </a:cubicBezTo>
                    <a:cubicBezTo>
                      <a:pt x="279" y="2864"/>
                      <a:pt x="279" y="2864"/>
                      <a:pt x="280" y="2864"/>
                    </a:cubicBezTo>
                    <a:lnTo>
                      <a:pt x="3975" y="2864"/>
                    </a:lnTo>
                    <a:cubicBezTo>
                      <a:pt x="4130" y="2864"/>
                      <a:pt x="4256" y="2739"/>
                      <a:pt x="4256" y="2584"/>
                    </a:cubicBezTo>
                    <a:lnTo>
                      <a:pt x="4256" y="2130"/>
                    </a:lnTo>
                    <a:cubicBezTo>
                      <a:pt x="4256" y="968"/>
                      <a:pt x="3322" y="21"/>
                      <a:pt x="2165" y="1"/>
                    </a:cubicBezTo>
                    <a:cubicBezTo>
                      <a:pt x="2153" y="1"/>
                      <a:pt x="2141" y="1"/>
                      <a:pt x="21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93"/>
              <p:cNvSpPr/>
              <p:nvPr/>
            </p:nvSpPr>
            <p:spPr>
              <a:xfrm>
                <a:off x="-3571176" y="3387680"/>
                <a:ext cx="394871" cy="252982"/>
              </a:xfrm>
              <a:custGeom>
                <a:rect b="b" l="l" r="r" t="t"/>
                <a:pathLst>
                  <a:path extrusionOk="0" h="2489" w="3885">
                    <a:moveTo>
                      <a:pt x="1943" y="0"/>
                    </a:moveTo>
                    <a:cubicBezTo>
                      <a:pt x="872" y="0"/>
                      <a:pt x="1" y="870"/>
                      <a:pt x="1" y="1941"/>
                    </a:cubicBezTo>
                    <a:lnTo>
                      <a:pt x="1" y="2488"/>
                    </a:lnTo>
                    <a:lnTo>
                      <a:pt x="3884" y="2488"/>
                    </a:lnTo>
                    <a:lnTo>
                      <a:pt x="3884" y="1941"/>
                    </a:lnTo>
                    <a:cubicBezTo>
                      <a:pt x="3884" y="1478"/>
                      <a:pt x="3720" y="1051"/>
                      <a:pt x="3447" y="717"/>
                    </a:cubicBezTo>
                    <a:cubicBezTo>
                      <a:pt x="3381" y="636"/>
                      <a:pt x="3309" y="559"/>
                      <a:pt x="3230" y="490"/>
                    </a:cubicBezTo>
                    <a:cubicBezTo>
                      <a:pt x="3167" y="435"/>
                      <a:pt x="3100" y="382"/>
                      <a:pt x="3029" y="333"/>
                    </a:cubicBezTo>
                    <a:cubicBezTo>
                      <a:pt x="2754" y="148"/>
                      <a:pt x="2429" y="29"/>
                      <a:pt x="2079" y="5"/>
                    </a:cubicBezTo>
                    <a:cubicBezTo>
                      <a:pt x="2034" y="1"/>
                      <a:pt x="1990" y="0"/>
                      <a:pt x="19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93"/>
              <p:cNvSpPr/>
              <p:nvPr/>
            </p:nvSpPr>
            <p:spPr>
              <a:xfrm>
                <a:off x="-3409062" y="3446530"/>
                <a:ext cx="37302" cy="18600"/>
              </a:xfrm>
              <a:custGeom>
                <a:rect b="b" l="l" r="r" t="t"/>
                <a:pathLst>
                  <a:path extrusionOk="0" h="183" w="367">
                    <a:moveTo>
                      <a:pt x="0" y="0"/>
                    </a:moveTo>
                    <a:lnTo>
                      <a:pt x="0" y="183"/>
                    </a:lnTo>
                    <a:lnTo>
                      <a:pt x="367" y="183"/>
                    </a:lnTo>
                    <a:lnTo>
                      <a:pt x="36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93"/>
              <p:cNvSpPr/>
              <p:nvPr/>
            </p:nvSpPr>
            <p:spPr>
              <a:xfrm>
                <a:off x="-3371862" y="3465029"/>
                <a:ext cx="18803" cy="18803"/>
              </a:xfrm>
              <a:custGeom>
                <a:rect b="b" l="l" r="r" t="t"/>
                <a:pathLst>
                  <a:path extrusionOk="0" h="185" w="185">
                    <a:moveTo>
                      <a:pt x="1" y="1"/>
                    </a:moveTo>
                    <a:lnTo>
                      <a:pt x="1" y="184"/>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93"/>
              <p:cNvSpPr/>
              <p:nvPr/>
            </p:nvSpPr>
            <p:spPr>
              <a:xfrm>
                <a:off x="-3371862" y="3576936"/>
                <a:ext cx="18803" cy="18702"/>
              </a:xfrm>
              <a:custGeom>
                <a:rect b="b" l="l" r="r" t="t"/>
                <a:pathLst>
                  <a:path extrusionOk="0" h="184" w="185">
                    <a:moveTo>
                      <a:pt x="1" y="1"/>
                    </a:moveTo>
                    <a:lnTo>
                      <a:pt x="1" y="184"/>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93"/>
              <p:cNvSpPr/>
              <p:nvPr/>
            </p:nvSpPr>
            <p:spPr>
              <a:xfrm>
                <a:off x="-3353160" y="3483731"/>
                <a:ext cx="18702" cy="18702"/>
              </a:xfrm>
              <a:custGeom>
                <a:rect b="b" l="l" r="r" t="t"/>
                <a:pathLst>
                  <a:path extrusionOk="0" h="184" w="184">
                    <a:moveTo>
                      <a:pt x="0" y="0"/>
                    </a:moveTo>
                    <a:lnTo>
                      <a:pt x="0" y="183"/>
                    </a:lnTo>
                    <a:lnTo>
                      <a:pt x="183" y="183"/>
                    </a:lnTo>
                    <a:lnTo>
                      <a:pt x="1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93"/>
              <p:cNvSpPr/>
              <p:nvPr/>
            </p:nvSpPr>
            <p:spPr>
              <a:xfrm>
                <a:off x="-3353160" y="3558335"/>
                <a:ext cx="18702" cy="18702"/>
              </a:xfrm>
              <a:custGeom>
                <a:rect b="b" l="l" r="r" t="t"/>
                <a:pathLst>
                  <a:path extrusionOk="0" h="184" w="184">
                    <a:moveTo>
                      <a:pt x="0" y="0"/>
                    </a:moveTo>
                    <a:lnTo>
                      <a:pt x="0" y="184"/>
                    </a:lnTo>
                    <a:lnTo>
                      <a:pt x="183" y="184"/>
                    </a:lnTo>
                    <a:lnTo>
                      <a:pt x="1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93"/>
              <p:cNvSpPr/>
              <p:nvPr/>
            </p:nvSpPr>
            <p:spPr>
              <a:xfrm>
                <a:off x="-3334560" y="3502331"/>
                <a:ext cx="18702" cy="18702"/>
              </a:xfrm>
              <a:custGeom>
                <a:rect b="b" l="l" r="r" t="t"/>
                <a:pathLst>
                  <a:path extrusionOk="0" h="184" w="184">
                    <a:moveTo>
                      <a:pt x="0" y="0"/>
                    </a:moveTo>
                    <a:lnTo>
                      <a:pt x="0" y="184"/>
                    </a:lnTo>
                    <a:lnTo>
                      <a:pt x="184" y="184"/>
                    </a:lnTo>
                    <a:lnTo>
                      <a:pt x="1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93"/>
              <p:cNvSpPr/>
              <p:nvPr/>
            </p:nvSpPr>
            <p:spPr>
              <a:xfrm>
                <a:off x="-3334560" y="3539735"/>
                <a:ext cx="18702" cy="18702"/>
              </a:xfrm>
              <a:custGeom>
                <a:rect b="b" l="l" r="r" t="t"/>
                <a:pathLst>
                  <a:path extrusionOk="0" h="184" w="184">
                    <a:moveTo>
                      <a:pt x="0" y="1"/>
                    </a:moveTo>
                    <a:lnTo>
                      <a:pt x="0" y="183"/>
                    </a:lnTo>
                    <a:lnTo>
                      <a:pt x="184" y="183"/>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93"/>
              <p:cNvSpPr/>
              <p:nvPr/>
            </p:nvSpPr>
            <p:spPr>
              <a:xfrm>
                <a:off x="-3315859" y="3521033"/>
                <a:ext cx="18702" cy="18702"/>
              </a:xfrm>
              <a:custGeom>
                <a:rect b="b" l="l" r="r" t="t"/>
                <a:pathLst>
                  <a:path extrusionOk="0" h="184" w="184">
                    <a:moveTo>
                      <a:pt x="1" y="1"/>
                    </a:moveTo>
                    <a:lnTo>
                      <a:pt x="1" y="183"/>
                    </a:lnTo>
                    <a:lnTo>
                      <a:pt x="184" y="183"/>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93"/>
              <p:cNvSpPr/>
              <p:nvPr/>
            </p:nvSpPr>
            <p:spPr>
              <a:xfrm>
                <a:off x="-3427763" y="3465029"/>
                <a:ext cx="18803" cy="130709"/>
              </a:xfrm>
              <a:custGeom>
                <a:rect b="b" l="l" r="r" t="t"/>
                <a:pathLst>
                  <a:path extrusionOk="0" h="1286" w="185">
                    <a:moveTo>
                      <a:pt x="1" y="1"/>
                    </a:moveTo>
                    <a:lnTo>
                      <a:pt x="1" y="184"/>
                    </a:lnTo>
                    <a:lnTo>
                      <a:pt x="1" y="367"/>
                    </a:lnTo>
                    <a:lnTo>
                      <a:pt x="1" y="552"/>
                    </a:lnTo>
                    <a:lnTo>
                      <a:pt x="1" y="736"/>
                    </a:lnTo>
                    <a:lnTo>
                      <a:pt x="1" y="918"/>
                    </a:lnTo>
                    <a:lnTo>
                      <a:pt x="1" y="1102"/>
                    </a:lnTo>
                    <a:lnTo>
                      <a:pt x="1" y="1286"/>
                    </a:lnTo>
                    <a:lnTo>
                      <a:pt x="184" y="1286"/>
                    </a:lnTo>
                    <a:lnTo>
                      <a:pt x="184" y="1102"/>
                    </a:lnTo>
                    <a:lnTo>
                      <a:pt x="184" y="918"/>
                    </a:lnTo>
                    <a:lnTo>
                      <a:pt x="184" y="736"/>
                    </a:lnTo>
                    <a:lnTo>
                      <a:pt x="184" y="552"/>
                    </a:lnTo>
                    <a:lnTo>
                      <a:pt x="184" y="367"/>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93"/>
              <p:cNvSpPr/>
              <p:nvPr/>
            </p:nvSpPr>
            <p:spPr>
              <a:xfrm>
                <a:off x="-3409062" y="3595638"/>
                <a:ext cx="37302" cy="18803"/>
              </a:xfrm>
              <a:custGeom>
                <a:rect b="b" l="l" r="r" t="t"/>
                <a:pathLst>
                  <a:path extrusionOk="0" h="185" w="367">
                    <a:moveTo>
                      <a:pt x="0" y="1"/>
                    </a:moveTo>
                    <a:lnTo>
                      <a:pt x="0" y="184"/>
                    </a:lnTo>
                    <a:lnTo>
                      <a:pt x="367" y="184"/>
                    </a:lnTo>
                    <a:lnTo>
                      <a:pt x="36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93"/>
              <p:cNvSpPr/>
              <p:nvPr/>
            </p:nvSpPr>
            <p:spPr>
              <a:xfrm>
                <a:off x="-3336186" y="3692400"/>
                <a:ext cx="207549" cy="207447"/>
              </a:xfrm>
              <a:custGeom>
                <a:rect b="b" l="l" r="r" t="t"/>
                <a:pathLst>
                  <a:path extrusionOk="0" h="2041" w="2042">
                    <a:moveTo>
                      <a:pt x="1021" y="0"/>
                    </a:moveTo>
                    <a:cubicBezTo>
                      <a:pt x="458" y="0"/>
                      <a:pt x="1" y="456"/>
                      <a:pt x="1" y="1020"/>
                    </a:cubicBezTo>
                    <a:cubicBezTo>
                      <a:pt x="1" y="1583"/>
                      <a:pt x="458" y="2040"/>
                      <a:pt x="1021" y="2040"/>
                    </a:cubicBezTo>
                    <a:cubicBezTo>
                      <a:pt x="1585" y="2040"/>
                      <a:pt x="2042" y="1583"/>
                      <a:pt x="2042" y="1020"/>
                    </a:cubicBezTo>
                    <a:cubicBezTo>
                      <a:pt x="2042" y="456"/>
                      <a:pt x="1585" y="0"/>
                      <a:pt x="1021"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93"/>
              <p:cNvSpPr/>
              <p:nvPr/>
            </p:nvSpPr>
            <p:spPr>
              <a:xfrm>
                <a:off x="-3607461" y="3705004"/>
                <a:ext cx="182139" cy="182139"/>
              </a:xfrm>
              <a:custGeom>
                <a:rect b="b" l="l" r="r" t="t"/>
                <a:pathLst>
                  <a:path extrusionOk="0" h="1792" w="1792">
                    <a:moveTo>
                      <a:pt x="897" y="1"/>
                    </a:moveTo>
                    <a:cubicBezTo>
                      <a:pt x="649" y="1"/>
                      <a:pt x="424" y="100"/>
                      <a:pt x="263" y="263"/>
                    </a:cubicBezTo>
                    <a:cubicBezTo>
                      <a:pt x="102" y="425"/>
                      <a:pt x="1" y="648"/>
                      <a:pt x="1" y="896"/>
                    </a:cubicBezTo>
                    <a:cubicBezTo>
                      <a:pt x="1" y="1390"/>
                      <a:pt x="402" y="1791"/>
                      <a:pt x="897" y="1791"/>
                    </a:cubicBezTo>
                    <a:cubicBezTo>
                      <a:pt x="1390" y="1791"/>
                      <a:pt x="1791" y="1390"/>
                      <a:pt x="1791" y="896"/>
                    </a:cubicBezTo>
                    <a:cubicBezTo>
                      <a:pt x="1791" y="650"/>
                      <a:pt x="1691" y="425"/>
                      <a:pt x="1528" y="263"/>
                    </a:cubicBezTo>
                    <a:cubicBezTo>
                      <a:pt x="1367" y="101"/>
                      <a:pt x="1144" y="1"/>
                      <a:pt x="8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93"/>
              <p:cNvSpPr/>
              <p:nvPr/>
            </p:nvSpPr>
            <p:spPr>
              <a:xfrm>
                <a:off x="-3323380" y="3705004"/>
                <a:ext cx="182139" cy="182139"/>
              </a:xfrm>
              <a:custGeom>
                <a:rect b="b" l="l" r="r" t="t"/>
                <a:pathLst>
                  <a:path extrusionOk="0" h="1792" w="1792">
                    <a:moveTo>
                      <a:pt x="895" y="1"/>
                    </a:moveTo>
                    <a:cubicBezTo>
                      <a:pt x="401" y="1"/>
                      <a:pt x="1" y="401"/>
                      <a:pt x="1" y="896"/>
                    </a:cubicBezTo>
                    <a:cubicBezTo>
                      <a:pt x="1" y="1390"/>
                      <a:pt x="401" y="1791"/>
                      <a:pt x="895" y="1791"/>
                    </a:cubicBezTo>
                    <a:cubicBezTo>
                      <a:pt x="1390" y="1791"/>
                      <a:pt x="1791" y="1390"/>
                      <a:pt x="1791" y="896"/>
                    </a:cubicBezTo>
                    <a:cubicBezTo>
                      <a:pt x="1791" y="401"/>
                      <a:pt x="1390" y="1"/>
                      <a:pt x="8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93"/>
              <p:cNvSpPr/>
              <p:nvPr/>
            </p:nvSpPr>
            <p:spPr>
              <a:xfrm>
                <a:off x="-3585812" y="3726653"/>
                <a:ext cx="138840" cy="138840"/>
              </a:xfrm>
              <a:custGeom>
                <a:rect b="b" l="l" r="r" t="t"/>
                <a:pathLst>
                  <a:path extrusionOk="0" h="1366" w="1366">
                    <a:moveTo>
                      <a:pt x="500" y="1"/>
                    </a:moveTo>
                    <a:lnTo>
                      <a:pt x="500" y="500"/>
                    </a:lnTo>
                    <a:lnTo>
                      <a:pt x="1" y="500"/>
                    </a:lnTo>
                    <a:lnTo>
                      <a:pt x="1" y="866"/>
                    </a:lnTo>
                    <a:lnTo>
                      <a:pt x="500" y="866"/>
                    </a:lnTo>
                    <a:lnTo>
                      <a:pt x="500" y="1366"/>
                    </a:lnTo>
                    <a:lnTo>
                      <a:pt x="866" y="1366"/>
                    </a:lnTo>
                    <a:lnTo>
                      <a:pt x="866" y="866"/>
                    </a:lnTo>
                    <a:lnTo>
                      <a:pt x="1366" y="866"/>
                    </a:lnTo>
                    <a:lnTo>
                      <a:pt x="1366" y="500"/>
                    </a:lnTo>
                    <a:lnTo>
                      <a:pt x="866" y="500"/>
                    </a:lnTo>
                    <a:lnTo>
                      <a:pt x="86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93"/>
              <p:cNvSpPr/>
              <p:nvPr/>
            </p:nvSpPr>
            <p:spPr>
              <a:xfrm>
                <a:off x="-3548307" y="3929529"/>
                <a:ext cx="349235" cy="78263"/>
              </a:xfrm>
              <a:custGeom>
                <a:rect b="b" l="l" r="r" t="t"/>
                <a:pathLst>
                  <a:path extrusionOk="0" h="770" w="3436">
                    <a:moveTo>
                      <a:pt x="687" y="0"/>
                    </a:moveTo>
                    <a:cubicBezTo>
                      <a:pt x="433" y="0"/>
                      <a:pt x="207" y="161"/>
                      <a:pt x="126" y="402"/>
                    </a:cubicBezTo>
                    <a:lnTo>
                      <a:pt x="1" y="769"/>
                    </a:lnTo>
                    <a:lnTo>
                      <a:pt x="3435" y="769"/>
                    </a:lnTo>
                    <a:lnTo>
                      <a:pt x="3311" y="402"/>
                    </a:lnTo>
                    <a:cubicBezTo>
                      <a:pt x="3228" y="161"/>
                      <a:pt x="3003" y="0"/>
                      <a:pt x="27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93"/>
              <p:cNvSpPr/>
              <p:nvPr/>
            </p:nvSpPr>
            <p:spPr>
              <a:xfrm>
                <a:off x="-3399812" y="3311551"/>
                <a:ext cx="52243" cy="26325"/>
              </a:xfrm>
              <a:custGeom>
                <a:rect b="b" l="l" r="r" t="t"/>
                <a:pathLst>
                  <a:path extrusionOk="0" h="259" w="514">
                    <a:moveTo>
                      <a:pt x="257" y="1"/>
                    </a:moveTo>
                    <a:cubicBezTo>
                      <a:pt x="171" y="1"/>
                      <a:pt x="85" y="4"/>
                      <a:pt x="0" y="13"/>
                    </a:cubicBezTo>
                    <a:cubicBezTo>
                      <a:pt x="6" y="151"/>
                      <a:pt x="119" y="259"/>
                      <a:pt x="257" y="259"/>
                    </a:cubicBezTo>
                    <a:cubicBezTo>
                      <a:pt x="394" y="259"/>
                      <a:pt x="507" y="151"/>
                      <a:pt x="513" y="13"/>
                    </a:cubicBezTo>
                    <a:cubicBezTo>
                      <a:pt x="429" y="6"/>
                      <a:pt x="343" y="2"/>
                      <a:pt x="2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93"/>
              <p:cNvSpPr/>
              <p:nvPr/>
            </p:nvSpPr>
            <p:spPr>
              <a:xfrm>
                <a:off x="-3389954" y="3991428"/>
                <a:ext cx="32626" cy="16364"/>
              </a:xfrm>
              <a:custGeom>
                <a:rect b="b" l="l" r="r" t="t"/>
                <a:pathLst>
                  <a:path extrusionOk="0" h="161" w="321">
                    <a:moveTo>
                      <a:pt x="162" y="0"/>
                    </a:moveTo>
                    <a:cubicBezTo>
                      <a:pt x="161" y="0"/>
                      <a:pt x="161" y="0"/>
                      <a:pt x="160" y="0"/>
                    </a:cubicBezTo>
                    <a:cubicBezTo>
                      <a:pt x="70" y="0"/>
                      <a:pt x="0" y="73"/>
                      <a:pt x="0" y="160"/>
                    </a:cubicBezTo>
                    <a:lnTo>
                      <a:pt x="320" y="160"/>
                    </a:lnTo>
                    <a:cubicBezTo>
                      <a:pt x="320" y="72"/>
                      <a:pt x="250" y="0"/>
                      <a:pt x="1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93"/>
              <p:cNvSpPr/>
              <p:nvPr/>
            </p:nvSpPr>
            <p:spPr>
              <a:xfrm>
                <a:off x="-3259856" y="3718217"/>
                <a:ext cx="54886" cy="54886"/>
              </a:xfrm>
              <a:custGeom>
                <a:rect b="b" l="l" r="r" t="t"/>
                <a:pathLst>
                  <a:path extrusionOk="0" h="540" w="540">
                    <a:moveTo>
                      <a:pt x="270" y="1"/>
                    </a:moveTo>
                    <a:cubicBezTo>
                      <a:pt x="122" y="1"/>
                      <a:pt x="1" y="122"/>
                      <a:pt x="1" y="270"/>
                    </a:cubicBezTo>
                    <a:cubicBezTo>
                      <a:pt x="1" y="420"/>
                      <a:pt x="122" y="540"/>
                      <a:pt x="270" y="540"/>
                    </a:cubicBezTo>
                    <a:cubicBezTo>
                      <a:pt x="419" y="540"/>
                      <a:pt x="540" y="420"/>
                      <a:pt x="540" y="270"/>
                    </a:cubicBezTo>
                    <a:cubicBezTo>
                      <a:pt x="540" y="122"/>
                      <a:pt x="419" y="1"/>
                      <a:pt x="270"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93"/>
              <p:cNvSpPr/>
              <p:nvPr/>
            </p:nvSpPr>
            <p:spPr>
              <a:xfrm>
                <a:off x="-3259856" y="3818943"/>
                <a:ext cx="54886" cy="54987"/>
              </a:xfrm>
              <a:custGeom>
                <a:rect b="b" l="l" r="r" t="t"/>
                <a:pathLst>
                  <a:path extrusionOk="0" h="541" w="540">
                    <a:moveTo>
                      <a:pt x="270" y="1"/>
                    </a:moveTo>
                    <a:cubicBezTo>
                      <a:pt x="122" y="1"/>
                      <a:pt x="1" y="122"/>
                      <a:pt x="1" y="270"/>
                    </a:cubicBezTo>
                    <a:cubicBezTo>
                      <a:pt x="1" y="419"/>
                      <a:pt x="122" y="540"/>
                      <a:pt x="270" y="540"/>
                    </a:cubicBezTo>
                    <a:cubicBezTo>
                      <a:pt x="419" y="540"/>
                      <a:pt x="539" y="419"/>
                      <a:pt x="540" y="270"/>
                    </a:cubicBezTo>
                    <a:cubicBezTo>
                      <a:pt x="540" y="122"/>
                      <a:pt x="419" y="1"/>
                      <a:pt x="270"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93"/>
              <p:cNvSpPr/>
              <p:nvPr/>
            </p:nvSpPr>
            <p:spPr>
              <a:xfrm>
                <a:off x="-3310167" y="3768631"/>
                <a:ext cx="54886" cy="54987"/>
              </a:xfrm>
              <a:custGeom>
                <a:rect b="b" l="l" r="r" t="t"/>
                <a:pathLst>
                  <a:path extrusionOk="0" h="541" w="540">
                    <a:moveTo>
                      <a:pt x="270" y="0"/>
                    </a:moveTo>
                    <a:cubicBezTo>
                      <a:pt x="121" y="0"/>
                      <a:pt x="1" y="121"/>
                      <a:pt x="1" y="270"/>
                    </a:cubicBezTo>
                    <a:cubicBezTo>
                      <a:pt x="1" y="419"/>
                      <a:pt x="121" y="540"/>
                      <a:pt x="270" y="540"/>
                    </a:cubicBezTo>
                    <a:cubicBezTo>
                      <a:pt x="419" y="540"/>
                      <a:pt x="539" y="419"/>
                      <a:pt x="539" y="270"/>
                    </a:cubicBezTo>
                    <a:cubicBezTo>
                      <a:pt x="539" y="121"/>
                      <a:pt x="419" y="0"/>
                      <a:pt x="270"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93"/>
              <p:cNvSpPr/>
              <p:nvPr/>
            </p:nvSpPr>
            <p:spPr>
              <a:xfrm>
                <a:off x="-3209443" y="3768631"/>
                <a:ext cx="54784" cy="54987"/>
              </a:xfrm>
              <a:custGeom>
                <a:rect b="b" l="l" r="r" t="t"/>
                <a:pathLst>
                  <a:path extrusionOk="0" h="541" w="539">
                    <a:moveTo>
                      <a:pt x="270" y="0"/>
                    </a:moveTo>
                    <a:cubicBezTo>
                      <a:pt x="121" y="0"/>
                      <a:pt x="0" y="121"/>
                      <a:pt x="0" y="270"/>
                    </a:cubicBezTo>
                    <a:cubicBezTo>
                      <a:pt x="0" y="419"/>
                      <a:pt x="121" y="540"/>
                      <a:pt x="270" y="540"/>
                    </a:cubicBezTo>
                    <a:cubicBezTo>
                      <a:pt x="418" y="540"/>
                      <a:pt x="539" y="419"/>
                      <a:pt x="539" y="270"/>
                    </a:cubicBezTo>
                    <a:cubicBezTo>
                      <a:pt x="539" y="121"/>
                      <a:pt x="418" y="0"/>
                      <a:pt x="270"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93"/>
            <p:cNvGrpSpPr/>
            <p:nvPr/>
          </p:nvGrpSpPr>
          <p:grpSpPr>
            <a:xfrm>
              <a:off x="8532745" y="4534547"/>
              <a:ext cx="500560" cy="472885"/>
              <a:chOff x="-1174275" y="581450"/>
              <a:chExt cx="370100" cy="349638"/>
            </a:xfrm>
          </p:grpSpPr>
          <p:sp>
            <p:nvSpPr>
              <p:cNvPr id="7344" name="Google Shape;7344;p93"/>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93"/>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eight columns ">
  <p:cSld name="CUSTOM_7_1">
    <p:spTree>
      <p:nvGrpSpPr>
        <p:cNvPr id="7346" name="Shape 7346"/>
        <p:cNvGrpSpPr/>
        <p:nvPr/>
      </p:nvGrpSpPr>
      <p:grpSpPr>
        <a:xfrm>
          <a:off x="0" y="0"/>
          <a:ext cx="0" cy="0"/>
          <a:chOff x="0" y="0"/>
          <a:chExt cx="0" cy="0"/>
        </a:xfrm>
      </p:grpSpPr>
      <p:sp>
        <p:nvSpPr>
          <p:cNvPr id="7347" name="Google Shape;7347;p9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7348" name="Google Shape;7348;p94"/>
          <p:cNvSpPr txBox="1"/>
          <p:nvPr>
            <p:ph idx="1" type="subTitle"/>
          </p:nvPr>
        </p:nvSpPr>
        <p:spPr>
          <a:xfrm>
            <a:off x="2399366" y="1537742"/>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349" name="Google Shape;7349;p94"/>
          <p:cNvSpPr txBox="1"/>
          <p:nvPr>
            <p:ph idx="2" type="subTitle"/>
          </p:nvPr>
        </p:nvSpPr>
        <p:spPr>
          <a:xfrm>
            <a:off x="2399376" y="3114517"/>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350" name="Google Shape;7350;p94"/>
          <p:cNvSpPr txBox="1"/>
          <p:nvPr>
            <p:ph idx="3" type="subTitle"/>
          </p:nvPr>
        </p:nvSpPr>
        <p:spPr>
          <a:xfrm>
            <a:off x="2399366" y="2326129"/>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351" name="Google Shape;7351;p94"/>
          <p:cNvSpPr txBox="1"/>
          <p:nvPr>
            <p:ph idx="4" type="subTitle"/>
          </p:nvPr>
        </p:nvSpPr>
        <p:spPr>
          <a:xfrm>
            <a:off x="2399376" y="3902904"/>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352" name="Google Shape;7352;p94"/>
          <p:cNvSpPr txBox="1"/>
          <p:nvPr>
            <p:ph idx="5" type="subTitle"/>
          </p:nvPr>
        </p:nvSpPr>
        <p:spPr>
          <a:xfrm>
            <a:off x="6261969" y="1537742"/>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353" name="Google Shape;7353;p94"/>
          <p:cNvSpPr txBox="1"/>
          <p:nvPr>
            <p:ph idx="6" type="subTitle"/>
          </p:nvPr>
        </p:nvSpPr>
        <p:spPr>
          <a:xfrm>
            <a:off x="6261969" y="2326129"/>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354" name="Google Shape;7354;p94"/>
          <p:cNvSpPr txBox="1"/>
          <p:nvPr>
            <p:ph idx="7" type="subTitle"/>
          </p:nvPr>
        </p:nvSpPr>
        <p:spPr>
          <a:xfrm>
            <a:off x="746275" y="1537750"/>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355" name="Google Shape;7355;p94"/>
          <p:cNvSpPr txBox="1"/>
          <p:nvPr>
            <p:ph idx="8" type="subTitle"/>
          </p:nvPr>
        </p:nvSpPr>
        <p:spPr>
          <a:xfrm>
            <a:off x="746283" y="3113766"/>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356" name="Google Shape;7356;p94"/>
          <p:cNvSpPr txBox="1"/>
          <p:nvPr>
            <p:ph idx="9" type="subTitle"/>
          </p:nvPr>
        </p:nvSpPr>
        <p:spPr>
          <a:xfrm>
            <a:off x="4608940" y="1537750"/>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357" name="Google Shape;7357;p94"/>
          <p:cNvSpPr txBox="1"/>
          <p:nvPr>
            <p:ph idx="13" type="subTitle"/>
          </p:nvPr>
        </p:nvSpPr>
        <p:spPr>
          <a:xfrm>
            <a:off x="746275" y="2325758"/>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358" name="Google Shape;7358;p94"/>
          <p:cNvSpPr txBox="1"/>
          <p:nvPr>
            <p:ph idx="14" type="subTitle"/>
          </p:nvPr>
        </p:nvSpPr>
        <p:spPr>
          <a:xfrm>
            <a:off x="746283" y="3901775"/>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359" name="Google Shape;7359;p94"/>
          <p:cNvSpPr txBox="1"/>
          <p:nvPr>
            <p:ph idx="15" type="subTitle"/>
          </p:nvPr>
        </p:nvSpPr>
        <p:spPr>
          <a:xfrm>
            <a:off x="4608940" y="2325758"/>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360" name="Google Shape;7360;p94"/>
          <p:cNvSpPr txBox="1"/>
          <p:nvPr>
            <p:ph idx="16" type="subTitle"/>
          </p:nvPr>
        </p:nvSpPr>
        <p:spPr>
          <a:xfrm>
            <a:off x="6262016" y="3114517"/>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361" name="Google Shape;7361;p94"/>
          <p:cNvSpPr txBox="1"/>
          <p:nvPr>
            <p:ph idx="17" type="subTitle"/>
          </p:nvPr>
        </p:nvSpPr>
        <p:spPr>
          <a:xfrm>
            <a:off x="6262016" y="3902904"/>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362" name="Google Shape;7362;p94"/>
          <p:cNvSpPr txBox="1"/>
          <p:nvPr>
            <p:ph idx="18" type="subTitle"/>
          </p:nvPr>
        </p:nvSpPr>
        <p:spPr>
          <a:xfrm>
            <a:off x="4608977" y="3113766"/>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363" name="Google Shape;7363;p94"/>
          <p:cNvSpPr txBox="1"/>
          <p:nvPr>
            <p:ph idx="19" type="subTitle"/>
          </p:nvPr>
        </p:nvSpPr>
        <p:spPr>
          <a:xfrm>
            <a:off x="4608977" y="3901775"/>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7364" name="Google Shape;7364;p94"/>
          <p:cNvGrpSpPr/>
          <p:nvPr/>
        </p:nvGrpSpPr>
        <p:grpSpPr>
          <a:xfrm>
            <a:off x="-286929" y="92497"/>
            <a:ext cx="9626807" cy="5138474"/>
            <a:chOff x="-286929" y="92497"/>
            <a:chExt cx="9626807" cy="5138474"/>
          </a:xfrm>
        </p:grpSpPr>
        <p:grpSp>
          <p:nvGrpSpPr>
            <p:cNvPr id="7365" name="Google Shape;7365;p94"/>
            <p:cNvGrpSpPr/>
            <p:nvPr/>
          </p:nvGrpSpPr>
          <p:grpSpPr>
            <a:xfrm>
              <a:off x="-286929" y="136960"/>
              <a:ext cx="927849" cy="523955"/>
              <a:chOff x="3701784" y="1690738"/>
              <a:chExt cx="473416" cy="267338"/>
            </a:xfrm>
          </p:grpSpPr>
          <p:sp>
            <p:nvSpPr>
              <p:cNvPr id="7366" name="Google Shape;7366;p94"/>
              <p:cNvSpPr/>
              <p:nvPr/>
            </p:nvSpPr>
            <p:spPr>
              <a:xfrm>
                <a:off x="3701784" y="1690738"/>
                <a:ext cx="472025" cy="265900"/>
              </a:xfrm>
              <a:custGeom>
                <a:rect b="b" l="l" r="r" t="t"/>
                <a:pathLst>
                  <a:path extrusionOk="0" h="10636" w="18881">
                    <a:moveTo>
                      <a:pt x="9441" y="0"/>
                    </a:moveTo>
                    <a:cubicBezTo>
                      <a:pt x="4235" y="0"/>
                      <a:pt x="0" y="4236"/>
                      <a:pt x="0" y="9440"/>
                    </a:cubicBezTo>
                    <a:cubicBezTo>
                      <a:pt x="0" y="10102"/>
                      <a:pt x="536" y="10635"/>
                      <a:pt x="1195" y="10635"/>
                    </a:cubicBezTo>
                    <a:cubicBezTo>
                      <a:pt x="1855" y="10635"/>
                      <a:pt x="2389" y="10100"/>
                      <a:pt x="2389" y="9440"/>
                    </a:cubicBezTo>
                    <a:cubicBezTo>
                      <a:pt x="2389" y="5553"/>
                      <a:pt x="5552" y="2390"/>
                      <a:pt x="9439" y="2390"/>
                    </a:cubicBezTo>
                    <a:cubicBezTo>
                      <a:pt x="13326" y="2390"/>
                      <a:pt x="16489" y="5554"/>
                      <a:pt x="16489" y="9440"/>
                    </a:cubicBezTo>
                    <a:cubicBezTo>
                      <a:pt x="16489" y="10102"/>
                      <a:pt x="17024" y="10635"/>
                      <a:pt x="17683" y="10635"/>
                    </a:cubicBezTo>
                    <a:cubicBezTo>
                      <a:pt x="18343" y="10635"/>
                      <a:pt x="18878" y="10100"/>
                      <a:pt x="18878" y="9440"/>
                    </a:cubicBezTo>
                    <a:cubicBezTo>
                      <a:pt x="18880" y="4236"/>
                      <a:pt x="14646" y="0"/>
                      <a:pt x="9441"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94"/>
              <p:cNvSpPr/>
              <p:nvPr/>
            </p:nvSpPr>
            <p:spPr>
              <a:xfrm>
                <a:off x="3703175" y="1692175"/>
                <a:ext cx="472025" cy="265900"/>
              </a:xfrm>
              <a:custGeom>
                <a:rect b="b" l="l" r="r" t="t"/>
                <a:pathLst>
                  <a:path extrusionOk="0" h="10636" w="18881">
                    <a:moveTo>
                      <a:pt x="9441" y="0"/>
                    </a:moveTo>
                    <a:cubicBezTo>
                      <a:pt x="4236" y="0"/>
                      <a:pt x="1" y="4236"/>
                      <a:pt x="1" y="9440"/>
                    </a:cubicBezTo>
                    <a:cubicBezTo>
                      <a:pt x="1" y="10099"/>
                      <a:pt x="535" y="10635"/>
                      <a:pt x="1196" y="10635"/>
                    </a:cubicBezTo>
                    <a:cubicBezTo>
                      <a:pt x="1855" y="10635"/>
                      <a:pt x="2390" y="10100"/>
                      <a:pt x="2390" y="9440"/>
                    </a:cubicBezTo>
                    <a:cubicBezTo>
                      <a:pt x="2390" y="5553"/>
                      <a:pt x="5552" y="2390"/>
                      <a:pt x="9440" y="2390"/>
                    </a:cubicBezTo>
                    <a:cubicBezTo>
                      <a:pt x="13327" y="2390"/>
                      <a:pt x="16490" y="5552"/>
                      <a:pt x="16490" y="9440"/>
                    </a:cubicBezTo>
                    <a:cubicBezTo>
                      <a:pt x="16490" y="10099"/>
                      <a:pt x="17023" y="10635"/>
                      <a:pt x="17684" y="10635"/>
                    </a:cubicBezTo>
                    <a:cubicBezTo>
                      <a:pt x="18344" y="10635"/>
                      <a:pt x="18879" y="10099"/>
                      <a:pt x="18881" y="9440"/>
                    </a:cubicBezTo>
                    <a:cubicBezTo>
                      <a:pt x="18881" y="4236"/>
                      <a:pt x="14646" y="0"/>
                      <a:pt x="9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94"/>
            <p:cNvGrpSpPr/>
            <p:nvPr/>
          </p:nvGrpSpPr>
          <p:grpSpPr>
            <a:xfrm>
              <a:off x="-209562" y="4326086"/>
              <a:ext cx="1045362" cy="904886"/>
              <a:chOff x="3725309" y="381575"/>
              <a:chExt cx="533375" cy="461700"/>
            </a:xfrm>
          </p:grpSpPr>
          <p:sp>
            <p:nvSpPr>
              <p:cNvPr id="7369" name="Google Shape;7369;p94"/>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94"/>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94"/>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94"/>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94"/>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94"/>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94"/>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94"/>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94"/>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94"/>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94"/>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94"/>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94"/>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94"/>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94"/>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4" name="Google Shape;7384;p94"/>
            <p:cNvGrpSpPr/>
            <p:nvPr/>
          </p:nvGrpSpPr>
          <p:grpSpPr>
            <a:xfrm>
              <a:off x="7805033" y="4603997"/>
              <a:ext cx="393923" cy="394209"/>
              <a:chOff x="4296334" y="1527938"/>
              <a:chExt cx="200991" cy="201138"/>
            </a:xfrm>
          </p:grpSpPr>
          <p:sp>
            <p:nvSpPr>
              <p:cNvPr id="7385" name="Google Shape;7385;p94"/>
              <p:cNvSpPr/>
              <p:nvPr/>
            </p:nvSpPr>
            <p:spPr>
              <a:xfrm>
                <a:off x="4296334" y="1527938"/>
                <a:ext cx="199650" cy="199675"/>
              </a:xfrm>
              <a:custGeom>
                <a:rect b="b" l="l" r="r" t="t"/>
                <a:pathLst>
                  <a:path extrusionOk="0" h="7987" w="7986">
                    <a:moveTo>
                      <a:pt x="3993" y="0"/>
                    </a:moveTo>
                    <a:cubicBezTo>
                      <a:pt x="1788" y="0"/>
                      <a:pt x="0" y="1789"/>
                      <a:pt x="0" y="3993"/>
                    </a:cubicBezTo>
                    <a:cubicBezTo>
                      <a:pt x="0" y="6199"/>
                      <a:pt x="1789" y="7986"/>
                      <a:pt x="3993" y="7986"/>
                    </a:cubicBezTo>
                    <a:lnTo>
                      <a:pt x="7986" y="7986"/>
                    </a:lnTo>
                    <a:lnTo>
                      <a:pt x="7986" y="3993"/>
                    </a:lnTo>
                    <a:cubicBezTo>
                      <a:pt x="7986" y="1789"/>
                      <a:pt x="6197" y="0"/>
                      <a:pt x="3993"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94"/>
              <p:cNvSpPr/>
              <p:nvPr/>
            </p:nvSpPr>
            <p:spPr>
              <a:xfrm>
                <a:off x="4297675" y="1529400"/>
                <a:ext cx="199650" cy="199675"/>
              </a:xfrm>
              <a:custGeom>
                <a:rect b="b" l="l" r="r" t="t"/>
                <a:pathLst>
                  <a:path extrusionOk="0" h="7987" w="7986">
                    <a:moveTo>
                      <a:pt x="3994" y="0"/>
                    </a:moveTo>
                    <a:cubicBezTo>
                      <a:pt x="3994" y="0"/>
                      <a:pt x="3993" y="0"/>
                      <a:pt x="3993" y="0"/>
                    </a:cubicBezTo>
                    <a:cubicBezTo>
                      <a:pt x="1788" y="0"/>
                      <a:pt x="1" y="1787"/>
                      <a:pt x="1" y="3993"/>
                    </a:cubicBezTo>
                    <a:cubicBezTo>
                      <a:pt x="1" y="6198"/>
                      <a:pt x="1787" y="7986"/>
                      <a:pt x="3993" y="7986"/>
                    </a:cubicBezTo>
                    <a:lnTo>
                      <a:pt x="7985" y="7986"/>
                    </a:lnTo>
                    <a:lnTo>
                      <a:pt x="7985" y="3991"/>
                    </a:lnTo>
                    <a:cubicBezTo>
                      <a:pt x="7985" y="1787"/>
                      <a:pt x="6200" y="0"/>
                      <a:pt x="3994" y="0"/>
                    </a:cubicBezTo>
                    <a:close/>
                  </a:path>
                </a:pathLst>
              </a:custGeom>
              <a:solidFill>
                <a:srgbClr val="242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94"/>
              <p:cNvSpPr/>
              <p:nvPr/>
            </p:nvSpPr>
            <p:spPr>
              <a:xfrm>
                <a:off x="4297675" y="1529400"/>
                <a:ext cx="199650" cy="199675"/>
              </a:xfrm>
              <a:custGeom>
                <a:rect b="b" l="l" r="r" t="t"/>
                <a:pathLst>
                  <a:path extrusionOk="0" h="7987" w="7986">
                    <a:moveTo>
                      <a:pt x="3994" y="0"/>
                    </a:moveTo>
                    <a:cubicBezTo>
                      <a:pt x="3994" y="0"/>
                      <a:pt x="3993" y="0"/>
                      <a:pt x="3993" y="0"/>
                    </a:cubicBezTo>
                    <a:cubicBezTo>
                      <a:pt x="1788" y="0"/>
                      <a:pt x="1" y="1787"/>
                      <a:pt x="1" y="3993"/>
                    </a:cubicBezTo>
                    <a:cubicBezTo>
                      <a:pt x="1" y="6198"/>
                      <a:pt x="1787" y="7986"/>
                      <a:pt x="3993" y="7986"/>
                    </a:cubicBezTo>
                    <a:lnTo>
                      <a:pt x="7985" y="7986"/>
                    </a:lnTo>
                    <a:lnTo>
                      <a:pt x="7985" y="3991"/>
                    </a:lnTo>
                    <a:cubicBezTo>
                      <a:pt x="7985" y="1787"/>
                      <a:pt x="6200" y="0"/>
                      <a:pt x="3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94"/>
              <p:cNvSpPr/>
              <p:nvPr/>
            </p:nvSpPr>
            <p:spPr>
              <a:xfrm>
                <a:off x="4320825" y="1552575"/>
                <a:ext cx="153350" cy="153325"/>
              </a:xfrm>
              <a:custGeom>
                <a:rect b="b" l="l" r="r" t="t"/>
                <a:pathLst>
                  <a:path extrusionOk="0" h="6133" w="6134">
                    <a:moveTo>
                      <a:pt x="3067" y="0"/>
                    </a:moveTo>
                    <a:cubicBezTo>
                      <a:pt x="1376" y="0"/>
                      <a:pt x="1" y="1375"/>
                      <a:pt x="1" y="3066"/>
                    </a:cubicBezTo>
                    <a:cubicBezTo>
                      <a:pt x="1" y="4757"/>
                      <a:pt x="1376" y="6132"/>
                      <a:pt x="3067" y="6132"/>
                    </a:cubicBezTo>
                    <a:lnTo>
                      <a:pt x="6134" y="6132"/>
                    </a:lnTo>
                    <a:lnTo>
                      <a:pt x="6134" y="3066"/>
                    </a:lnTo>
                    <a:cubicBezTo>
                      <a:pt x="6134" y="1375"/>
                      <a:pt x="4758" y="0"/>
                      <a:pt x="30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94"/>
              <p:cNvSpPr/>
              <p:nvPr/>
            </p:nvSpPr>
            <p:spPr>
              <a:xfrm>
                <a:off x="4341275" y="1573000"/>
                <a:ext cx="112450" cy="112450"/>
              </a:xfrm>
              <a:custGeom>
                <a:rect b="b" l="l" r="r" t="t"/>
                <a:pathLst>
                  <a:path extrusionOk="0" h="4498" w="4498">
                    <a:moveTo>
                      <a:pt x="2250" y="1"/>
                    </a:moveTo>
                    <a:cubicBezTo>
                      <a:pt x="1009" y="1"/>
                      <a:pt x="1" y="1009"/>
                      <a:pt x="1" y="2249"/>
                    </a:cubicBezTo>
                    <a:cubicBezTo>
                      <a:pt x="1" y="3489"/>
                      <a:pt x="1009" y="4498"/>
                      <a:pt x="2250" y="4498"/>
                    </a:cubicBezTo>
                    <a:lnTo>
                      <a:pt x="4497" y="4498"/>
                    </a:lnTo>
                    <a:lnTo>
                      <a:pt x="4497" y="2249"/>
                    </a:lnTo>
                    <a:cubicBezTo>
                      <a:pt x="4497" y="1009"/>
                      <a:pt x="3489" y="1"/>
                      <a:pt x="22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94"/>
              <p:cNvSpPr/>
              <p:nvPr/>
            </p:nvSpPr>
            <p:spPr>
              <a:xfrm>
                <a:off x="4367125" y="1598825"/>
                <a:ext cx="60750" cy="60725"/>
              </a:xfrm>
              <a:custGeom>
                <a:rect b="b" l="l" r="r" t="t"/>
                <a:pathLst>
                  <a:path extrusionOk="0" h="2429" w="2430">
                    <a:moveTo>
                      <a:pt x="1215" y="1"/>
                    </a:moveTo>
                    <a:cubicBezTo>
                      <a:pt x="546" y="1"/>
                      <a:pt x="1" y="545"/>
                      <a:pt x="1" y="1214"/>
                    </a:cubicBezTo>
                    <a:cubicBezTo>
                      <a:pt x="1" y="1884"/>
                      <a:pt x="546" y="2429"/>
                      <a:pt x="1215" y="2429"/>
                    </a:cubicBezTo>
                    <a:lnTo>
                      <a:pt x="2429" y="2429"/>
                    </a:lnTo>
                    <a:lnTo>
                      <a:pt x="2429" y="1214"/>
                    </a:lnTo>
                    <a:cubicBezTo>
                      <a:pt x="2429" y="545"/>
                      <a:pt x="1884"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94"/>
            <p:cNvGrpSpPr/>
            <p:nvPr/>
          </p:nvGrpSpPr>
          <p:grpSpPr>
            <a:xfrm>
              <a:off x="8604266" y="565376"/>
              <a:ext cx="735612" cy="682607"/>
              <a:chOff x="-3345900" y="2555950"/>
              <a:chExt cx="464050" cy="430613"/>
            </a:xfrm>
          </p:grpSpPr>
          <p:sp>
            <p:nvSpPr>
              <p:cNvPr id="7392" name="Google Shape;7392;p94"/>
              <p:cNvSpPr/>
              <p:nvPr/>
            </p:nvSpPr>
            <p:spPr>
              <a:xfrm>
                <a:off x="-3345900" y="2555950"/>
                <a:ext cx="464050" cy="430575"/>
              </a:xfrm>
              <a:custGeom>
                <a:rect b="b" l="l" r="r" t="t"/>
                <a:pathLst>
                  <a:path extrusionOk="0" h="17223" w="18562">
                    <a:moveTo>
                      <a:pt x="9284" y="7756"/>
                    </a:moveTo>
                    <a:cubicBezTo>
                      <a:pt x="9503" y="7756"/>
                      <a:pt x="9723" y="7840"/>
                      <a:pt x="9889" y="8006"/>
                    </a:cubicBezTo>
                    <a:cubicBezTo>
                      <a:pt x="10224" y="8341"/>
                      <a:pt x="10224" y="8883"/>
                      <a:pt x="9889" y="9218"/>
                    </a:cubicBezTo>
                    <a:cubicBezTo>
                      <a:pt x="9723" y="9385"/>
                      <a:pt x="9504" y="9469"/>
                      <a:pt x="9285" y="9469"/>
                    </a:cubicBezTo>
                    <a:cubicBezTo>
                      <a:pt x="9066" y="9469"/>
                      <a:pt x="8846" y="9385"/>
                      <a:pt x="8679" y="9218"/>
                    </a:cubicBezTo>
                    <a:cubicBezTo>
                      <a:pt x="8344" y="8883"/>
                      <a:pt x="8344" y="8341"/>
                      <a:pt x="8679" y="8006"/>
                    </a:cubicBezTo>
                    <a:cubicBezTo>
                      <a:pt x="8845" y="7840"/>
                      <a:pt x="9065" y="7756"/>
                      <a:pt x="9284" y="7756"/>
                    </a:cubicBezTo>
                    <a:close/>
                    <a:moveTo>
                      <a:pt x="9286" y="0"/>
                    </a:moveTo>
                    <a:cubicBezTo>
                      <a:pt x="8069" y="0"/>
                      <a:pt x="6853" y="257"/>
                      <a:pt x="5724" y="769"/>
                    </a:cubicBezTo>
                    <a:cubicBezTo>
                      <a:pt x="4809" y="1184"/>
                      <a:pt x="3949" y="1768"/>
                      <a:pt x="3196" y="2521"/>
                    </a:cubicBezTo>
                    <a:cubicBezTo>
                      <a:pt x="2441" y="3275"/>
                      <a:pt x="1857" y="4134"/>
                      <a:pt x="1440" y="5052"/>
                    </a:cubicBezTo>
                    <a:cubicBezTo>
                      <a:pt x="1" y="8223"/>
                      <a:pt x="585" y="12091"/>
                      <a:pt x="3196" y="14701"/>
                    </a:cubicBezTo>
                    <a:cubicBezTo>
                      <a:pt x="4876" y="16382"/>
                      <a:pt x="7079" y="17223"/>
                      <a:pt x="9282" y="17223"/>
                    </a:cubicBezTo>
                    <a:cubicBezTo>
                      <a:pt x="10475" y="17223"/>
                      <a:pt x="11668" y="16976"/>
                      <a:pt x="12778" y="16483"/>
                    </a:cubicBezTo>
                    <a:cubicBezTo>
                      <a:pt x="13719" y="16068"/>
                      <a:pt x="14599" y="15473"/>
                      <a:pt x="15373" y="14701"/>
                    </a:cubicBezTo>
                    <a:cubicBezTo>
                      <a:pt x="16146" y="13928"/>
                      <a:pt x="16741" y="13045"/>
                      <a:pt x="17156" y="12106"/>
                    </a:cubicBezTo>
                    <a:cubicBezTo>
                      <a:pt x="18561" y="8945"/>
                      <a:pt x="17967" y="5115"/>
                      <a:pt x="15373" y="2521"/>
                    </a:cubicBezTo>
                    <a:cubicBezTo>
                      <a:pt x="13691" y="840"/>
                      <a:pt x="11488" y="0"/>
                      <a:pt x="928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3" name="Google Shape;7393;p94"/>
              <p:cNvGrpSpPr/>
              <p:nvPr/>
            </p:nvGrpSpPr>
            <p:grpSpPr>
              <a:xfrm>
                <a:off x="-3345900" y="2555988"/>
                <a:ext cx="464050" cy="430575"/>
                <a:chOff x="-3345900" y="1288025"/>
                <a:chExt cx="464050" cy="430575"/>
              </a:xfrm>
            </p:grpSpPr>
            <p:sp>
              <p:nvSpPr>
                <p:cNvPr id="7394" name="Google Shape;7394;p94"/>
                <p:cNvSpPr/>
                <p:nvPr/>
              </p:nvSpPr>
              <p:spPr>
                <a:xfrm>
                  <a:off x="-3345900" y="1288025"/>
                  <a:ext cx="464050" cy="430575"/>
                </a:xfrm>
                <a:custGeom>
                  <a:rect b="b" l="l" r="r" t="t"/>
                  <a:pathLst>
                    <a:path extrusionOk="0" h="17223" w="18562">
                      <a:moveTo>
                        <a:pt x="9284" y="7757"/>
                      </a:moveTo>
                      <a:cubicBezTo>
                        <a:pt x="9503" y="7757"/>
                        <a:pt x="9723" y="7840"/>
                        <a:pt x="9889" y="8007"/>
                      </a:cubicBezTo>
                      <a:cubicBezTo>
                        <a:pt x="10224" y="8341"/>
                        <a:pt x="10224" y="8885"/>
                        <a:pt x="9889" y="9218"/>
                      </a:cubicBezTo>
                      <a:cubicBezTo>
                        <a:pt x="9723" y="9385"/>
                        <a:pt x="9504" y="9469"/>
                        <a:pt x="9285" y="9469"/>
                      </a:cubicBezTo>
                      <a:cubicBezTo>
                        <a:pt x="9066" y="9469"/>
                        <a:pt x="8846" y="9385"/>
                        <a:pt x="8679" y="9218"/>
                      </a:cubicBezTo>
                      <a:cubicBezTo>
                        <a:pt x="8344" y="8885"/>
                        <a:pt x="8344" y="8341"/>
                        <a:pt x="8679" y="8007"/>
                      </a:cubicBezTo>
                      <a:cubicBezTo>
                        <a:pt x="8845" y="7840"/>
                        <a:pt x="9065" y="7757"/>
                        <a:pt x="9284" y="7757"/>
                      </a:cubicBezTo>
                      <a:close/>
                      <a:moveTo>
                        <a:pt x="9285" y="1"/>
                      </a:moveTo>
                      <a:cubicBezTo>
                        <a:pt x="8069" y="1"/>
                        <a:pt x="6853" y="257"/>
                        <a:pt x="5724" y="769"/>
                      </a:cubicBezTo>
                      <a:cubicBezTo>
                        <a:pt x="4809" y="1184"/>
                        <a:pt x="3949" y="1769"/>
                        <a:pt x="3196" y="2522"/>
                      </a:cubicBezTo>
                      <a:cubicBezTo>
                        <a:pt x="2441" y="3276"/>
                        <a:pt x="1857" y="4134"/>
                        <a:pt x="1440" y="5052"/>
                      </a:cubicBezTo>
                      <a:cubicBezTo>
                        <a:pt x="1" y="8224"/>
                        <a:pt x="585" y="12091"/>
                        <a:pt x="3196" y="14701"/>
                      </a:cubicBezTo>
                      <a:cubicBezTo>
                        <a:pt x="4876" y="16382"/>
                        <a:pt x="7079" y="17223"/>
                        <a:pt x="9282" y="17223"/>
                      </a:cubicBezTo>
                      <a:cubicBezTo>
                        <a:pt x="10475" y="17223"/>
                        <a:pt x="11668" y="16976"/>
                        <a:pt x="12778" y="16483"/>
                      </a:cubicBezTo>
                      <a:cubicBezTo>
                        <a:pt x="13719" y="16068"/>
                        <a:pt x="14599" y="15474"/>
                        <a:pt x="15373" y="14701"/>
                      </a:cubicBezTo>
                      <a:cubicBezTo>
                        <a:pt x="16146" y="13928"/>
                        <a:pt x="16741" y="13046"/>
                        <a:pt x="17156" y="12106"/>
                      </a:cubicBezTo>
                      <a:cubicBezTo>
                        <a:pt x="18561" y="8946"/>
                        <a:pt x="17967" y="5115"/>
                        <a:pt x="15373" y="2522"/>
                      </a:cubicBezTo>
                      <a:cubicBezTo>
                        <a:pt x="13691" y="841"/>
                        <a:pt x="11488" y="1"/>
                        <a:pt x="92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94"/>
                <p:cNvSpPr/>
                <p:nvPr/>
              </p:nvSpPr>
              <p:spPr>
                <a:xfrm>
                  <a:off x="-3215075" y="1411025"/>
                  <a:ext cx="202575" cy="184600"/>
                </a:xfrm>
                <a:custGeom>
                  <a:rect b="b" l="l" r="r" t="t"/>
                  <a:pathLst>
                    <a:path extrusionOk="0" h="7384" w="8103">
                      <a:moveTo>
                        <a:pt x="4052" y="2837"/>
                      </a:moveTo>
                      <a:cubicBezTo>
                        <a:pt x="4272" y="2837"/>
                        <a:pt x="4491" y="2920"/>
                        <a:pt x="4658" y="3087"/>
                      </a:cubicBezTo>
                      <a:cubicBezTo>
                        <a:pt x="4993" y="3421"/>
                        <a:pt x="4993" y="3965"/>
                        <a:pt x="4658" y="4298"/>
                      </a:cubicBezTo>
                      <a:cubicBezTo>
                        <a:pt x="4491" y="4465"/>
                        <a:pt x="4272" y="4549"/>
                        <a:pt x="4052" y="4549"/>
                      </a:cubicBezTo>
                      <a:cubicBezTo>
                        <a:pt x="3833" y="4549"/>
                        <a:pt x="3614" y="4465"/>
                        <a:pt x="3447" y="4298"/>
                      </a:cubicBezTo>
                      <a:cubicBezTo>
                        <a:pt x="3112" y="3965"/>
                        <a:pt x="3112" y="3421"/>
                        <a:pt x="3447" y="3087"/>
                      </a:cubicBezTo>
                      <a:cubicBezTo>
                        <a:pt x="3614" y="2920"/>
                        <a:pt x="3833" y="2837"/>
                        <a:pt x="4052" y="2837"/>
                      </a:cubicBezTo>
                      <a:close/>
                      <a:moveTo>
                        <a:pt x="4051" y="1"/>
                      </a:moveTo>
                      <a:cubicBezTo>
                        <a:pt x="3107" y="1"/>
                        <a:pt x="2162" y="361"/>
                        <a:pt x="1442" y="1082"/>
                      </a:cubicBezTo>
                      <a:cubicBezTo>
                        <a:pt x="1" y="2523"/>
                        <a:pt x="1" y="4860"/>
                        <a:pt x="1442" y="6302"/>
                      </a:cubicBezTo>
                      <a:cubicBezTo>
                        <a:pt x="2162" y="7023"/>
                        <a:pt x="3107" y="7383"/>
                        <a:pt x="4052" y="7383"/>
                      </a:cubicBezTo>
                      <a:cubicBezTo>
                        <a:pt x="4997" y="7383"/>
                        <a:pt x="5941" y="7023"/>
                        <a:pt x="6661" y="6302"/>
                      </a:cubicBezTo>
                      <a:cubicBezTo>
                        <a:pt x="8102" y="4860"/>
                        <a:pt x="8102" y="2523"/>
                        <a:pt x="6661" y="1082"/>
                      </a:cubicBezTo>
                      <a:cubicBezTo>
                        <a:pt x="5940" y="361"/>
                        <a:pt x="4995" y="1"/>
                        <a:pt x="40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94"/>
                <p:cNvSpPr/>
                <p:nvPr/>
              </p:nvSpPr>
              <p:spPr>
                <a:xfrm>
                  <a:off x="-3169450" y="1452600"/>
                  <a:ext cx="111350" cy="101450"/>
                </a:xfrm>
                <a:custGeom>
                  <a:rect b="b" l="l" r="r" t="t"/>
                  <a:pathLst>
                    <a:path extrusionOk="0" h="4058" w="4454">
                      <a:moveTo>
                        <a:pt x="2227" y="1174"/>
                      </a:moveTo>
                      <a:cubicBezTo>
                        <a:pt x="2447" y="1174"/>
                        <a:pt x="2666" y="1257"/>
                        <a:pt x="2833" y="1424"/>
                      </a:cubicBezTo>
                      <a:cubicBezTo>
                        <a:pt x="3168" y="1758"/>
                        <a:pt x="3168" y="2302"/>
                        <a:pt x="2833" y="2635"/>
                      </a:cubicBezTo>
                      <a:cubicBezTo>
                        <a:pt x="2666" y="2802"/>
                        <a:pt x="2447" y="2886"/>
                        <a:pt x="2227" y="2886"/>
                      </a:cubicBezTo>
                      <a:cubicBezTo>
                        <a:pt x="2008" y="2886"/>
                        <a:pt x="1789" y="2802"/>
                        <a:pt x="1622" y="2635"/>
                      </a:cubicBezTo>
                      <a:cubicBezTo>
                        <a:pt x="1287" y="2302"/>
                        <a:pt x="1287" y="1758"/>
                        <a:pt x="1622" y="1424"/>
                      </a:cubicBezTo>
                      <a:cubicBezTo>
                        <a:pt x="1789" y="1257"/>
                        <a:pt x="2008" y="1174"/>
                        <a:pt x="2227" y="1174"/>
                      </a:cubicBezTo>
                      <a:close/>
                      <a:moveTo>
                        <a:pt x="2227" y="0"/>
                      </a:moveTo>
                      <a:cubicBezTo>
                        <a:pt x="1708" y="0"/>
                        <a:pt x="1188" y="198"/>
                        <a:pt x="792" y="595"/>
                      </a:cubicBezTo>
                      <a:cubicBezTo>
                        <a:pt x="0" y="1386"/>
                        <a:pt x="0" y="2671"/>
                        <a:pt x="792" y="3464"/>
                      </a:cubicBezTo>
                      <a:cubicBezTo>
                        <a:pt x="1188" y="3859"/>
                        <a:pt x="1708" y="4057"/>
                        <a:pt x="2227" y="4057"/>
                      </a:cubicBezTo>
                      <a:cubicBezTo>
                        <a:pt x="2746" y="4057"/>
                        <a:pt x="3265" y="3859"/>
                        <a:pt x="3661" y="3464"/>
                      </a:cubicBezTo>
                      <a:cubicBezTo>
                        <a:pt x="4454" y="2671"/>
                        <a:pt x="4454" y="1386"/>
                        <a:pt x="3661" y="595"/>
                      </a:cubicBezTo>
                      <a:cubicBezTo>
                        <a:pt x="3265" y="198"/>
                        <a:pt x="2746" y="0"/>
                        <a:pt x="22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97" name="Google Shape;7397;p94"/>
            <p:cNvGrpSpPr/>
            <p:nvPr/>
          </p:nvGrpSpPr>
          <p:grpSpPr>
            <a:xfrm>
              <a:off x="8286992" y="4255113"/>
              <a:ext cx="655260" cy="780572"/>
              <a:chOff x="-2294600" y="1951375"/>
              <a:chExt cx="438125" cy="521913"/>
            </a:xfrm>
          </p:grpSpPr>
          <p:sp>
            <p:nvSpPr>
              <p:cNvPr id="7398" name="Google Shape;7398;p94"/>
              <p:cNvSpPr/>
              <p:nvPr/>
            </p:nvSpPr>
            <p:spPr>
              <a:xfrm>
                <a:off x="-2294600" y="1951375"/>
                <a:ext cx="438100" cy="521900"/>
              </a:xfrm>
              <a:custGeom>
                <a:rect b="b" l="l" r="r" t="t"/>
                <a:pathLst>
                  <a:path extrusionOk="0" h="20876" w="17524">
                    <a:moveTo>
                      <a:pt x="5361" y="0"/>
                    </a:moveTo>
                    <a:lnTo>
                      <a:pt x="0" y="13683"/>
                    </a:lnTo>
                    <a:lnTo>
                      <a:pt x="965" y="16487"/>
                    </a:lnTo>
                    <a:lnTo>
                      <a:pt x="12161" y="20875"/>
                    </a:lnTo>
                    <a:lnTo>
                      <a:pt x="17524" y="7192"/>
                    </a:lnTo>
                    <a:lnTo>
                      <a:pt x="16559" y="4387"/>
                    </a:lnTo>
                    <a:lnTo>
                      <a:pt x="5361"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9" name="Google Shape;7399;p94"/>
              <p:cNvGrpSpPr/>
              <p:nvPr/>
            </p:nvGrpSpPr>
            <p:grpSpPr>
              <a:xfrm>
                <a:off x="-2294575" y="1951463"/>
                <a:ext cx="438100" cy="521825"/>
                <a:chOff x="-2294575" y="1951463"/>
                <a:chExt cx="438100" cy="521825"/>
              </a:xfrm>
            </p:grpSpPr>
            <p:sp>
              <p:nvSpPr>
                <p:cNvPr id="7400" name="Google Shape;7400;p94"/>
                <p:cNvSpPr/>
                <p:nvPr/>
              </p:nvSpPr>
              <p:spPr>
                <a:xfrm>
                  <a:off x="-2294550" y="1951463"/>
                  <a:ext cx="413950" cy="451750"/>
                </a:xfrm>
                <a:custGeom>
                  <a:rect b="b" l="l" r="r" t="t"/>
                  <a:pathLst>
                    <a:path extrusionOk="0" h="18070" w="16558">
                      <a:moveTo>
                        <a:pt x="5361" y="0"/>
                      </a:moveTo>
                      <a:lnTo>
                        <a:pt x="0" y="13684"/>
                      </a:lnTo>
                      <a:lnTo>
                        <a:pt x="11196" y="18070"/>
                      </a:lnTo>
                      <a:lnTo>
                        <a:pt x="16558" y="4387"/>
                      </a:lnTo>
                      <a:lnTo>
                        <a:pt x="53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94"/>
                <p:cNvSpPr/>
                <p:nvPr/>
              </p:nvSpPr>
              <p:spPr>
                <a:xfrm>
                  <a:off x="-1933525" y="2073913"/>
                  <a:ext cx="20450" cy="14275"/>
                </a:xfrm>
                <a:custGeom>
                  <a:rect b="b" l="l" r="r" t="t"/>
                  <a:pathLst>
                    <a:path extrusionOk="0" h="571" w="818">
                      <a:moveTo>
                        <a:pt x="0" y="0"/>
                      </a:moveTo>
                      <a:lnTo>
                        <a:pt x="0" y="159"/>
                      </a:lnTo>
                      <a:lnTo>
                        <a:pt x="2" y="159"/>
                      </a:lnTo>
                      <a:cubicBezTo>
                        <a:pt x="2" y="322"/>
                        <a:pt x="99" y="477"/>
                        <a:pt x="261" y="542"/>
                      </a:cubicBezTo>
                      <a:cubicBezTo>
                        <a:pt x="310" y="561"/>
                        <a:pt x="361" y="570"/>
                        <a:pt x="411" y="570"/>
                      </a:cubicBezTo>
                      <a:cubicBezTo>
                        <a:pt x="576" y="570"/>
                        <a:pt x="731" y="471"/>
                        <a:pt x="795" y="310"/>
                      </a:cubicBezTo>
                      <a:cubicBezTo>
                        <a:pt x="812" y="259"/>
                        <a:pt x="817" y="209"/>
                        <a:pt x="817" y="159"/>
                      </a:cubicBezTo>
                      <a:lnTo>
                        <a:pt x="817" y="0"/>
                      </a:lnTo>
                      <a:close/>
                    </a:path>
                  </a:pathLst>
                </a:custGeom>
                <a:solidFill>
                  <a:srgbClr val="11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94"/>
                <p:cNvSpPr/>
                <p:nvPr/>
              </p:nvSpPr>
              <p:spPr>
                <a:xfrm>
                  <a:off x="-1934925" y="2064938"/>
                  <a:ext cx="23300" cy="20575"/>
                </a:xfrm>
                <a:custGeom>
                  <a:rect b="b" l="l" r="r" t="t"/>
                  <a:pathLst>
                    <a:path extrusionOk="0" h="823" w="932">
                      <a:moveTo>
                        <a:pt x="466" y="0"/>
                      </a:moveTo>
                      <a:cubicBezTo>
                        <a:pt x="302" y="0"/>
                        <a:pt x="147" y="99"/>
                        <a:pt x="84" y="261"/>
                      </a:cubicBezTo>
                      <a:cubicBezTo>
                        <a:pt x="0" y="473"/>
                        <a:pt x="105" y="711"/>
                        <a:pt x="316" y="794"/>
                      </a:cubicBezTo>
                      <a:cubicBezTo>
                        <a:pt x="366" y="813"/>
                        <a:pt x="417" y="823"/>
                        <a:pt x="467" y="823"/>
                      </a:cubicBezTo>
                      <a:cubicBezTo>
                        <a:pt x="631" y="823"/>
                        <a:pt x="785" y="723"/>
                        <a:pt x="849" y="561"/>
                      </a:cubicBezTo>
                      <a:cubicBezTo>
                        <a:pt x="931" y="351"/>
                        <a:pt x="828" y="113"/>
                        <a:pt x="616" y="29"/>
                      </a:cubicBezTo>
                      <a:cubicBezTo>
                        <a:pt x="567" y="9"/>
                        <a:pt x="516" y="0"/>
                        <a:pt x="4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94"/>
                <p:cNvSpPr/>
                <p:nvPr/>
              </p:nvSpPr>
              <p:spPr>
                <a:xfrm>
                  <a:off x="-2100450" y="2284813"/>
                  <a:ext cx="39275" cy="38750"/>
                </a:xfrm>
                <a:custGeom>
                  <a:rect b="b" l="l" r="r" t="t"/>
                  <a:pathLst>
                    <a:path extrusionOk="0" h="1550" w="1571">
                      <a:moveTo>
                        <a:pt x="1488" y="944"/>
                      </a:moveTo>
                      <a:cubicBezTo>
                        <a:pt x="1482" y="967"/>
                        <a:pt x="1474" y="988"/>
                        <a:pt x="1465" y="1012"/>
                      </a:cubicBezTo>
                      <a:cubicBezTo>
                        <a:pt x="1474" y="988"/>
                        <a:pt x="1482" y="966"/>
                        <a:pt x="1488" y="944"/>
                      </a:cubicBezTo>
                      <a:close/>
                      <a:moveTo>
                        <a:pt x="379" y="1369"/>
                      </a:moveTo>
                      <a:cubicBezTo>
                        <a:pt x="383" y="1370"/>
                        <a:pt x="387" y="1373"/>
                        <a:pt x="390" y="1375"/>
                      </a:cubicBezTo>
                      <a:cubicBezTo>
                        <a:pt x="387" y="1373"/>
                        <a:pt x="383" y="1372"/>
                        <a:pt x="379" y="1369"/>
                      </a:cubicBezTo>
                      <a:close/>
                      <a:moveTo>
                        <a:pt x="439" y="1403"/>
                      </a:moveTo>
                      <a:cubicBezTo>
                        <a:pt x="459" y="1413"/>
                        <a:pt x="480" y="1422"/>
                        <a:pt x="502" y="1431"/>
                      </a:cubicBezTo>
                      <a:cubicBezTo>
                        <a:pt x="479" y="1422"/>
                        <a:pt x="459" y="1413"/>
                        <a:pt x="439" y="1403"/>
                      </a:cubicBezTo>
                      <a:close/>
                      <a:moveTo>
                        <a:pt x="775" y="1"/>
                      </a:moveTo>
                      <a:cubicBezTo>
                        <a:pt x="480" y="1"/>
                        <a:pt x="199" y="179"/>
                        <a:pt x="85" y="471"/>
                      </a:cubicBezTo>
                      <a:cubicBezTo>
                        <a:pt x="0" y="688"/>
                        <a:pt x="24" y="919"/>
                        <a:pt x="130" y="1107"/>
                      </a:cubicBezTo>
                      <a:cubicBezTo>
                        <a:pt x="206" y="1279"/>
                        <a:pt x="346" y="1424"/>
                        <a:pt x="534" y="1498"/>
                      </a:cubicBezTo>
                      <a:cubicBezTo>
                        <a:pt x="622" y="1533"/>
                        <a:pt x="714" y="1550"/>
                        <a:pt x="804" y="1550"/>
                      </a:cubicBezTo>
                      <a:cubicBezTo>
                        <a:pt x="1100" y="1550"/>
                        <a:pt x="1380" y="1371"/>
                        <a:pt x="1494" y="1079"/>
                      </a:cubicBezTo>
                      <a:cubicBezTo>
                        <a:pt x="1571" y="883"/>
                        <a:pt x="1555" y="677"/>
                        <a:pt x="1476" y="501"/>
                      </a:cubicBezTo>
                      <a:cubicBezTo>
                        <a:pt x="1407" y="302"/>
                        <a:pt x="1256" y="135"/>
                        <a:pt x="1045" y="52"/>
                      </a:cubicBezTo>
                      <a:cubicBezTo>
                        <a:pt x="957" y="17"/>
                        <a:pt x="865" y="1"/>
                        <a:pt x="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94"/>
                <p:cNvSpPr/>
                <p:nvPr/>
              </p:nvSpPr>
              <p:spPr>
                <a:xfrm>
                  <a:off x="-2193050" y="2258163"/>
                  <a:ext cx="13675" cy="12050"/>
                </a:xfrm>
                <a:custGeom>
                  <a:rect b="b" l="l" r="r" t="t"/>
                  <a:pathLst>
                    <a:path extrusionOk="0" h="482" w="547">
                      <a:moveTo>
                        <a:pt x="273" y="0"/>
                      </a:moveTo>
                      <a:cubicBezTo>
                        <a:pt x="177" y="0"/>
                        <a:pt x="86" y="58"/>
                        <a:pt x="48" y="153"/>
                      </a:cubicBezTo>
                      <a:cubicBezTo>
                        <a:pt x="0" y="277"/>
                        <a:pt x="61" y="417"/>
                        <a:pt x="185" y="465"/>
                      </a:cubicBezTo>
                      <a:cubicBezTo>
                        <a:pt x="214" y="476"/>
                        <a:pt x="243" y="482"/>
                        <a:pt x="272" y="482"/>
                      </a:cubicBezTo>
                      <a:cubicBezTo>
                        <a:pt x="368" y="482"/>
                        <a:pt x="459" y="424"/>
                        <a:pt x="497" y="329"/>
                      </a:cubicBezTo>
                      <a:cubicBezTo>
                        <a:pt x="546" y="205"/>
                        <a:pt x="485" y="66"/>
                        <a:pt x="359" y="16"/>
                      </a:cubicBezTo>
                      <a:cubicBezTo>
                        <a:pt x="331" y="5"/>
                        <a:pt x="302"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94"/>
                <p:cNvSpPr/>
                <p:nvPr/>
              </p:nvSpPr>
              <p:spPr>
                <a:xfrm>
                  <a:off x="-2031325" y="2321538"/>
                  <a:ext cx="13650" cy="12050"/>
                </a:xfrm>
                <a:custGeom>
                  <a:rect b="b" l="l" r="r" t="t"/>
                  <a:pathLst>
                    <a:path extrusionOk="0" h="482" w="546">
                      <a:moveTo>
                        <a:pt x="272" y="0"/>
                      </a:moveTo>
                      <a:cubicBezTo>
                        <a:pt x="176" y="0"/>
                        <a:pt x="85" y="58"/>
                        <a:pt x="48" y="153"/>
                      </a:cubicBezTo>
                      <a:cubicBezTo>
                        <a:pt x="1" y="277"/>
                        <a:pt x="61" y="416"/>
                        <a:pt x="184" y="466"/>
                      </a:cubicBezTo>
                      <a:cubicBezTo>
                        <a:pt x="213" y="477"/>
                        <a:pt x="242" y="482"/>
                        <a:pt x="271" y="482"/>
                      </a:cubicBezTo>
                      <a:cubicBezTo>
                        <a:pt x="368" y="482"/>
                        <a:pt x="459" y="424"/>
                        <a:pt x="497" y="328"/>
                      </a:cubicBezTo>
                      <a:cubicBezTo>
                        <a:pt x="546" y="205"/>
                        <a:pt x="486" y="65"/>
                        <a:pt x="360" y="17"/>
                      </a:cubicBezTo>
                      <a:cubicBezTo>
                        <a:pt x="331" y="6"/>
                        <a:pt x="301"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94"/>
                <p:cNvSpPr/>
                <p:nvPr/>
              </p:nvSpPr>
              <p:spPr>
                <a:xfrm>
                  <a:off x="-2294575" y="2061113"/>
                  <a:ext cx="438100" cy="412175"/>
                </a:xfrm>
                <a:custGeom>
                  <a:rect b="b" l="l" r="r" t="t"/>
                  <a:pathLst>
                    <a:path extrusionOk="0" h="16487" w="17524">
                      <a:moveTo>
                        <a:pt x="16558" y="0"/>
                      </a:moveTo>
                      <a:lnTo>
                        <a:pt x="11197" y="13682"/>
                      </a:lnTo>
                      <a:lnTo>
                        <a:pt x="0" y="9296"/>
                      </a:lnTo>
                      <a:lnTo>
                        <a:pt x="965" y="12098"/>
                      </a:lnTo>
                      <a:lnTo>
                        <a:pt x="12162" y="16486"/>
                      </a:lnTo>
                      <a:lnTo>
                        <a:pt x="17524" y="2803"/>
                      </a:lnTo>
                      <a:lnTo>
                        <a:pt x="165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94"/>
                <p:cNvSpPr/>
                <p:nvPr/>
              </p:nvSpPr>
              <p:spPr>
                <a:xfrm>
                  <a:off x="-2087625" y="2056038"/>
                  <a:ext cx="184150" cy="187625"/>
                </a:xfrm>
                <a:custGeom>
                  <a:rect b="b" l="l" r="r" t="t"/>
                  <a:pathLst>
                    <a:path extrusionOk="0" h="7505" w="7366">
                      <a:moveTo>
                        <a:pt x="6207" y="0"/>
                      </a:moveTo>
                      <a:lnTo>
                        <a:pt x="5783" y="1083"/>
                      </a:lnTo>
                      <a:lnTo>
                        <a:pt x="5783" y="1189"/>
                      </a:lnTo>
                      <a:lnTo>
                        <a:pt x="5979" y="1266"/>
                      </a:lnTo>
                      <a:lnTo>
                        <a:pt x="1434" y="6904"/>
                      </a:lnTo>
                      <a:lnTo>
                        <a:pt x="713" y="6108"/>
                      </a:lnTo>
                      <a:lnTo>
                        <a:pt x="29" y="6546"/>
                      </a:lnTo>
                      <a:lnTo>
                        <a:pt x="1" y="6634"/>
                      </a:lnTo>
                      <a:lnTo>
                        <a:pt x="1004" y="7439"/>
                      </a:lnTo>
                      <a:lnTo>
                        <a:pt x="1057" y="7373"/>
                      </a:lnTo>
                      <a:lnTo>
                        <a:pt x="1435" y="6906"/>
                      </a:lnTo>
                      <a:lnTo>
                        <a:pt x="1058" y="7374"/>
                      </a:lnTo>
                      <a:lnTo>
                        <a:pt x="1004" y="7441"/>
                      </a:lnTo>
                      <a:cubicBezTo>
                        <a:pt x="1012" y="7449"/>
                        <a:pt x="1023" y="7455"/>
                        <a:pt x="1032" y="7461"/>
                      </a:cubicBezTo>
                      <a:lnTo>
                        <a:pt x="1040" y="7466"/>
                      </a:lnTo>
                      <a:cubicBezTo>
                        <a:pt x="1048" y="7471"/>
                        <a:pt x="1057" y="7475"/>
                        <a:pt x="1066" y="7479"/>
                      </a:cubicBezTo>
                      <a:cubicBezTo>
                        <a:pt x="1067" y="7480"/>
                        <a:pt x="1069" y="7480"/>
                        <a:pt x="1071" y="7481"/>
                      </a:cubicBezTo>
                      <a:cubicBezTo>
                        <a:pt x="1107" y="7497"/>
                        <a:pt x="1145" y="7504"/>
                        <a:pt x="1183" y="7504"/>
                      </a:cubicBezTo>
                      <a:cubicBezTo>
                        <a:pt x="1266" y="7504"/>
                        <a:pt x="1348" y="7468"/>
                        <a:pt x="1404" y="7397"/>
                      </a:cubicBezTo>
                      <a:lnTo>
                        <a:pt x="6259" y="1375"/>
                      </a:lnTo>
                      <a:lnTo>
                        <a:pt x="6941" y="1641"/>
                      </a:lnTo>
                      <a:lnTo>
                        <a:pt x="7365" y="559"/>
                      </a:lnTo>
                      <a:lnTo>
                        <a:pt x="7365" y="453"/>
                      </a:lnTo>
                      <a:lnTo>
                        <a:pt x="62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94"/>
                <p:cNvSpPr/>
                <p:nvPr/>
              </p:nvSpPr>
              <p:spPr>
                <a:xfrm>
                  <a:off x="-2153650" y="2264638"/>
                  <a:ext cx="39300" cy="38750"/>
                </a:xfrm>
                <a:custGeom>
                  <a:rect b="b" l="l" r="r" t="t"/>
                  <a:pathLst>
                    <a:path extrusionOk="0" h="1550" w="1572">
                      <a:moveTo>
                        <a:pt x="1505" y="876"/>
                      </a:moveTo>
                      <a:lnTo>
                        <a:pt x="1505" y="876"/>
                      </a:lnTo>
                      <a:cubicBezTo>
                        <a:pt x="1504" y="880"/>
                        <a:pt x="1504" y="884"/>
                        <a:pt x="1502" y="887"/>
                      </a:cubicBezTo>
                      <a:cubicBezTo>
                        <a:pt x="1502" y="882"/>
                        <a:pt x="1504" y="880"/>
                        <a:pt x="1505" y="876"/>
                      </a:cubicBezTo>
                      <a:close/>
                      <a:moveTo>
                        <a:pt x="380" y="1370"/>
                      </a:moveTo>
                      <a:lnTo>
                        <a:pt x="380" y="1370"/>
                      </a:lnTo>
                      <a:cubicBezTo>
                        <a:pt x="384" y="1371"/>
                        <a:pt x="387" y="1374"/>
                        <a:pt x="391" y="1376"/>
                      </a:cubicBezTo>
                      <a:cubicBezTo>
                        <a:pt x="387" y="1374"/>
                        <a:pt x="383" y="1372"/>
                        <a:pt x="380" y="1370"/>
                      </a:cubicBezTo>
                      <a:close/>
                      <a:moveTo>
                        <a:pt x="777" y="0"/>
                      </a:moveTo>
                      <a:cubicBezTo>
                        <a:pt x="481" y="0"/>
                        <a:pt x="201" y="179"/>
                        <a:pt x="86" y="471"/>
                      </a:cubicBezTo>
                      <a:cubicBezTo>
                        <a:pt x="0" y="688"/>
                        <a:pt x="25" y="918"/>
                        <a:pt x="131" y="1107"/>
                      </a:cubicBezTo>
                      <a:cubicBezTo>
                        <a:pt x="206" y="1278"/>
                        <a:pt x="346" y="1423"/>
                        <a:pt x="535" y="1498"/>
                      </a:cubicBezTo>
                      <a:cubicBezTo>
                        <a:pt x="623" y="1533"/>
                        <a:pt x="715" y="1550"/>
                        <a:pt x="804" y="1550"/>
                      </a:cubicBezTo>
                      <a:cubicBezTo>
                        <a:pt x="1101" y="1550"/>
                        <a:pt x="1381" y="1370"/>
                        <a:pt x="1495" y="1078"/>
                      </a:cubicBezTo>
                      <a:cubicBezTo>
                        <a:pt x="1572" y="884"/>
                        <a:pt x="1556" y="678"/>
                        <a:pt x="1476" y="500"/>
                      </a:cubicBezTo>
                      <a:cubicBezTo>
                        <a:pt x="1408" y="302"/>
                        <a:pt x="1257" y="134"/>
                        <a:pt x="1046" y="51"/>
                      </a:cubicBezTo>
                      <a:cubicBezTo>
                        <a:pt x="958" y="17"/>
                        <a:pt x="86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94"/>
                <p:cNvSpPr/>
                <p:nvPr/>
              </p:nvSpPr>
              <p:spPr>
                <a:xfrm>
                  <a:off x="-2259050" y="2223338"/>
                  <a:ext cx="39325" cy="38775"/>
                </a:xfrm>
                <a:custGeom>
                  <a:rect b="b" l="l" r="r" t="t"/>
                  <a:pathLst>
                    <a:path extrusionOk="0" h="1551" w="1573">
                      <a:moveTo>
                        <a:pt x="1505" y="877"/>
                      </a:moveTo>
                      <a:cubicBezTo>
                        <a:pt x="1505" y="881"/>
                        <a:pt x="1503" y="885"/>
                        <a:pt x="1502" y="887"/>
                      </a:cubicBezTo>
                      <a:cubicBezTo>
                        <a:pt x="1504" y="883"/>
                        <a:pt x="1505" y="879"/>
                        <a:pt x="1505" y="877"/>
                      </a:cubicBezTo>
                      <a:close/>
                      <a:moveTo>
                        <a:pt x="439" y="1404"/>
                      </a:moveTo>
                      <a:cubicBezTo>
                        <a:pt x="460" y="1413"/>
                        <a:pt x="482" y="1424"/>
                        <a:pt x="504" y="1433"/>
                      </a:cubicBezTo>
                      <a:cubicBezTo>
                        <a:pt x="482" y="1424"/>
                        <a:pt x="460" y="1414"/>
                        <a:pt x="439" y="1404"/>
                      </a:cubicBezTo>
                      <a:close/>
                      <a:moveTo>
                        <a:pt x="777" y="1"/>
                      </a:moveTo>
                      <a:cubicBezTo>
                        <a:pt x="481" y="1"/>
                        <a:pt x="201" y="180"/>
                        <a:pt x="86" y="472"/>
                      </a:cubicBezTo>
                      <a:cubicBezTo>
                        <a:pt x="0" y="689"/>
                        <a:pt x="25" y="919"/>
                        <a:pt x="131" y="1108"/>
                      </a:cubicBezTo>
                      <a:cubicBezTo>
                        <a:pt x="207" y="1279"/>
                        <a:pt x="346" y="1424"/>
                        <a:pt x="535" y="1499"/>
                      </a:cubicBezTo>
                      <a:cubicBezTo>
                        <a:pt x="624" y="1534"/>
                        <a:pt x="715" y="1550"/>
                        <a:pt x="805" y="1550"/>
                      </a:cubicBezTo>
                      <a:cubicBezTo>
                        <a:pt x="1101" y="1550"/>
                        <a:pt x="1381" y="1371"/>
                        <a:pt x="1496" y="1079"/>
                      </a:cubicBezTo>
                      <a:cubicBezTo>
                        <a:pt x="1572" y="883"/>
                        <a:pt x="1558" y="679"/>
                        <a:pt x="1476" y="501"/>
                      </a:cubicBezTo>
                      <a:cubicBezTo>
                        <a:pt x="1408" y="303"/>
                        <a:pt x="1257" y="135"/>
                        <a:pt x="1047" y="52"/>
                      </a:cubicBezTo>
                      <a:cubicBezTo>
                        <a:pt x="958" y="17"/>
                        <a:pt x="867"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94"/>
                <p:cNvSpPr/>
                <p:nvPr/>
              </p:nvSpPr>
              <p:spPr>
                <a:xfrm>
                  <a:off x="-2252275" y="2229838"/>
                  <a:ext cx="24300" cy="23125"/>
                </a:xfrm>
                <a:custGeom>
                  <a:rect b="b" l="l" r="r" t="t"/>
                  <a:pathLst>
                    <a:path extrusionOk="0" h="925" w="972">
                      <a:moveTo>
                        <a:pt x="468" y="1"/>
                      </a:moveTo>
                      <a:cubicBezTo>
                        <a:pt x="236" y="1"/>
                        <a:pt x="40" y="178"/>
                        <a:pt x="18" y="414"/>
                      </a:cubicBezTo>
                      <a:cubicBezTo>
                        <a:pt x="1" y="611"/>
                        <a:pt x="111" y="788"/>
                        <a:pt x="279" y="866"/>
                      </a:cubicBezTo>
                      <a:lnTo>
                        <a:pt x="279" y="869"/>
                      </a:lnTo>
                      <a:cubicBezTo>
                        <a:pt x="333" y="896"/>
                        <a:pt x="393" y="916"/>
                        <a:pt x="456" y="922"/>
                      </a:cubicBezTo>
                      <a:cubicBezTo>
                        <a:pt x="473" y="924"/>
                        <a:pt x="490" y="925"/>
                        <a:pt x="506" y="925"/>
                      </a:cubicBezTo>
                      <a:cubicBezTo>
                        <a:pt x="743" y="925"/>
                        <a:pt x="941" y="751"/>
                        <a:pt x="957" y="516"/>
                      </a:cubicBezTo>
                      <a:cubicBezTo>
                        <a:pt x="972" y="329"/>
                        <a:pt x="870" y="158"/>
                        <a:pt x="714" y="71"/>
                      </a:cubicBezTo>
                      <a:cubicBezTo>
                        <a:pt x="655" y="34"/>
                        <a:pt x="586" y="9"/>
                        <a:pt x="512" y="3"/>
                      </a:cubicBezTo>
                      <a:cubicBezTo>
                        <a:pt x="497" y="1"/>
                        <a:pt x="483"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94"/>
                <p:cNvSpPr/>
                <p:nvPr/>
              </p:nvSpPr>
              <p:spPr>
                <a:xfrm>
                  <a:off x="-1975575" y="2193263"/>
                  <a:ext cx="23375" cy="52875"/>
                </a:xfrm>
                <a:custGeom>
                  <a:rect b="b" l="l" r="r" t="t"/>
                  <a:pathLst>
                    <a:path extrusionOk="0" h="2115" w="935">
                      <a:moveTo>
                        <a:pt x="683" y="0"/>
                      </a:moveTo>
                      <a:lnTo>
                        <a:pt x="1" y="1743"/>
                      </a:lnTo>
                      <a:lnTo>
                        <a:pt x="1" y="2022"/>
                      </a:lnTo>
                      <a:lnTo>
                        <a:pt x="251" y="2115"/>
                      </a:lnTo>
                      <a:lnTo>
                        <a:pt x="935" y="372"/>
                      </a:lnTo>
                      <a:lnTo>
                        <a:pt x="935" y="93"/>
                      </a:lnTo>
                      <a:lnTo>
                        <a:pt x="6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94"/>
                <p:cNvSpPr/>
                <p:nvPr/>
              </p:nvSpPr>
              <p:spPr>
                <a:xfrm>
                  <a:off x="-2167200" y="1989363"/>
                  <a:ext cx="134500" cy="203875"/>
                </a:xfrm>
                <a:custGeom>
                  <a:rect b="b" l="l" r="r" t="t"/>
                  <a:pathLst>
                    <a:path extrusionOk="0" h="8155" w="5380">
                      <a:moveTo>
                        <a:pt x="2881" y="0"/>
                      </a:moveTo>
                      <a:cubicBezTo>
                        <a:pt x="1808" y="0"/>
                        <a:pt x="775" y="428"/>
                        <a:pt x="15" y="1179"/>
                      </a:cubicBezTo>
                      <a:cubicBezTo>
                        <a:pt x="0" y="1485"/>
                        <a:pt x="155" y="1740"/>
                        <a:pt x="660" y="1803"/>
                      </a:cubicBezTo>
                      <a:cubicBezTo>
                        <a:pt x="2133" y="1988"/>
                        <a:pt x="3800" y="2316"/>
                        <a:pt x="2089" y="4028"/>
                      </a:cubicBezTo>
                      <a:cubicBezTo>
                        <a:pt x="595" y="5525"/>
                        <a:pt x="2520" y="5619"/>
                        <a:pt x="3030" y="5619"/>
                      </a:cubicBezTo>
                      <a:cubicBezTo>
                        <a:pt x="3104" y="5619"/>
                        <a:pt x="3148" y="5618"/>
                        <a:pt x="3148" y="5618"/>
                      </a:cubicBezTo>
                      <a:lnTo>
                        <a:pt x="3148" y="5618"/>
                      </a:lnTo>
                      <a:cubicBezTo>
                        <a:pt x="3148" y="5618"/>
                        <a:pt x="4018" y="6541"/>
                        <a:pt x="2706" y="6726"/>
                      </a:cubicBezTo>
                      <a:cubicBezTo>
                        <a:pt x="1948" y="6831"/>
                        <a:pt x="1688" y="7465"/>
                        <a:pt x="1857" y="8022"/>
                      </a:cubicBezTo>
                      <a:cubicBezTo>
                        <a:pt x="2198" y="8112"/>
                        <a:pt x="2542" y="8155"/>
                        <a:pt x="2883" y="8155"/>
                      </a:cubicBezTo>
                      <a:cubicBezTo>
                        <a:pt x="3587" y="8155"/>
                        <a:pt x="4275" y="7970"/>
                        <a:pt x="4881" y="7630"/>
                      </a:cubicBezTo>
                      <a:cubicBezTo>
                        <a:pt x="4438" y="7437"/>
                        <a:pt x="4058" y="7138"/>
                        <a:pt x="4365" y="6727"/>
                      </a:cubicBezTo>
                      <a:cubicBezTo>
                        <a:pt x="4934" y="5963"/>
                        <a:pt x="5380" y="4346"/>
                        <a:pt x="4348" y="4346"/>
                      </a:cubicBezTo>
                      <a:cubicBezTo>
                        <a:pt x="4298" y="4346"/>
                        <a:pt x="4244" y="4350"/>
                        <a:pt x="4187" y="4357"/>
                      </a:cubicBezTo>
                      <a:cubicBezTo>
                        <a:pt x="4143" y="4363"/>
                        <a:pt x="4102" y="4366"/>
                        <a:pt x="4064" y="4366"/>
                      </a:cubicBezTo>
                      <a:cubicBezTo>
                        <a:pt x="3007" y="4366"/>
                        <a:pt x="3753" y="2192"/>
                        <a:pt x="2957" y="1834"/>
                      </a:cubicBezTo>
                      <a:cubicBezTo>
                        <a:pt x="2333" y="1556"/>
                        <a:pt x="2444" y="467"/>
                        <a:pt x="3109" y="7"/>
                      </a:cubicBezTo>
                      <a:cubicBezTo>
                        <a:pt x="3033" y="2"/>
                        <a:pt x="2957" y="0"/>
                        <a:pt x="2881"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94"/>
                <p:cNvSpPr/>
                <p:nvPr/>
              </p:nvSpPr>
              <p:spPr>
                <a:xfrm>
                  <a:off x="-2197600" y="1989338"/>
                  <a:ext cx="205850" cy="207900"/>
                </a:xfrm>
                <a:custGeom>
                  <a:rect b="b" l="l" r="r" t="t"/>
                  <a:pathLst>
                    <a:path extrusionOk="0" h="8316" w="8234">
                      <a:moveTo>
                        <a:pt x="8150" y="4500"/>
                      </a:moveTo>
                      <a:cubicBezTo>
                        <a:pt x="8150" y="4505"/>
                        <a:pt x="8150" y="4512"/>
                        <a:pt x="8149" y="4517"/>
                      </a:cubicBezTo>
                      <a:cubicBezTo>
                        <a:pt x="8149" y="4511"/>
                        <a:pt x="8150" y="4505"/>
                        <a:pt x="8150" y="4500"/>
                      </a:cubicBezTo>
                      <a:close/>
                      <a:moveTo>
                        <a:pt x="8136" y="4636"/>
                      </a:moveTo>
                      <a:cubicBezTo>
                        <a:pt x="8136" y="4637"/>
                        <a:pt x="8135" y="4638"/>
                        <a:pt x="8135" y="4639"/>
                      </a:cubicBezTo>
                      <a:lnTo>
                        <a:pt x="8135" y="4639"/>
                      </a:lnTo>
                      <a:cubicBezTo>
                        <a:pt x="8135" y="4638"/>
                        <a:pt x="8136" y="4637"/>
                        <a:pt x="8136" y="4636"/>
                      </a:cubicBezTo>
                      <a:close/>
                      <a:moveTo>
                        <a:pt x="1080" y="6817"/>
                      </a:moveTo>
                      <a:lnTo>
                        <a:pt x="1080" y="6817"/>
                      </a:lnTo>
                      <a:cubicBezTo>
                        <a:pt x="1081" y="6819"/>
                        <a:pt x="1082" y="6820"/>
                        <a:pt x="1084" y="6822"/>
                      </a:cubicBezTo>
                      <a:cubicBezTo>
                        <a:pt x="1082" y="6821"/>
                        <a:pt x="1081" y="6820"/>
                        <a:pt x="1080" y="6817"/>
                      </a:cubicBezTo>
                      <a:close/>
                      <a:moveTo>
                        <a:pt x="1469" y="7194"/>
                      </a:moveTo>
                      <a:cubicBezTo>
                        <a:pt x="1490" y="7212"/>
                        <a:pt x="1510" y="7229"/>
                        <a:pt x="1531" y="7246"/>
                      </a:cubicBezTo>
                      <a:cubicBezTo>
                        <a:pt x="1509" y="7229"/>
                        <a:pt x="1489" y="7212"/>
                        <a:pt x="1469" y="7194"/>
                      </a:cubicBezTo>
                      <a:close/>
                      <a:moveTo>
                        <a:pt x="1595" y="7297"/>
                      </a:moveTo>
                      <a:lnTo>
                        <a:pt x="1595" y="7297"/>
                      </a:lnTo>
                      <a:cubicBezTo>
                        <a:pt x="1623" y="7318"/>
                        <a:pt x="1651" y="7340"/>
                        <a:pt x="1680" y="7362"/>
                      </a:cubicBezTo>
                      <a:cubicBezTo>
                        <a:pt x="1650" y="7341"/>
                        <a:pt x="1622" y="7319"/>
                        <a:pt x="1595" y="7297"/>
                      </a:cubicBezTo>
                      <a:close/>
                      <a:moveTo>
                        <a:pt x="5632" y="7855"/>
                      </a:moveTo>
                      <a:cubicBezTo>
                        <a:pt x="5566" y="7883"/>
                        <a:pt x="5501" y="7908"/>
                        <a:pt x="5435" y="7930"/>
                      </a:cubicBezTo>
                      <a:cubicBezTo>
                        <a:pt x="5501" y="7906"/>
                        <a:pt x="5566" y="7883"/>
                        <a:pt x="5632" y="7855"/>
                      </a:cubicBezTo>
                      <a:close/>
                      <a:moveTo>
                        <a:pt x="5233" y="7993"/>
                      </a:moveTo>
                      <a:cubicBezTo>
                        <a:pt x="5132" y="8024"/>
                        <a:pt x="5029" y="8049"/>
                        <a:pt x="4925" y="8071"/>
                      </a:cubicBezTo>
                      <a:cubicBezTo>
                        <a:pt x="5028" y="8049"/>
                        <a:pt x="5132" y="8023"/>
                        <a:pt x="5233" y="7993"/>
                      </a:cubicBezTo>
                      <a:close/>
                      <a:moveTo>
                        <a:pt x="4822" y="8091"/>
                      </a:moveTo>
                      <a:cubicBezTo>
                        <a:pt x="4753" y="8105"/>
                        <a:pt x="4683" y="8115"/>
                        <a:pt x="4612" y="8123"/>
                      </a:cubicBezTo>
                      <a:cubicBezTo>
                        <a:pt x="4682" y="8115"/>
                        <a:pt x="4752" y="8105"/>
                        <a:pt x="4822" y="8091"/>
                      </a:cubicBezTo>
                      <a:close/>
                      <a:moveTo>
                        <a:pt x="4097" y="1"/>
                      </a:moveTo>
                      <a:cubicBezTo>
                        <a:pt x="2386" y="1"/>
                        <a:pt x="774" y="1086"/>
                        <a:pt x="212" y="2841"/>
                      </a:cubicBezTo>
                      <a:cubicBezTo>
                        <a:pt x="71" y="3280"/>
                        <a:pt x="11" y="3729"/>
                        <a:pt x="22" y="4170"/>
                      </a:cubicBezTo>
                      <a:cubicBezTo>
                        <a:pt x="1" y="5736"/>
                        <a:pt x="890" y="7240"/>
                        <a:pt x="2366" y="7929"/>
                      </a:cubicBezTo>
                      <a:cubicBezTo>
                        <a:pt x="2930" y="8192"/>
                        <a:pt x="3518" y="8316"/>
                        <a:pt x="4096" y="8316"/>
                      </a:cubicBezTo>
                      <a:cubicBezTo>
                        <a:pt x="5807" y="8316"/>
                        <a:pt x="7419" y="7231"/>
                        <a:pt x="7981" y="5475"/>
                      </a:cubicBezTo>
                      <a:cubicBezTo>
                        <a:pt x="8110" y="5073"/>
                        <a:pt x="8169" y="4663"/>
                        <a:pt x="8169" y="4256"/>
                      </a:cubicBezTo>
                      <a:cubicBezTo>
                        <a:pt x="8234" y="2650"/>
                        <a:pt x="7336" y="1091"/>
                        <a:pt x="5827" y="387"/>
                      </a:cubicBezTo>
                      <a:cubicBezTo>
                        <a:pt x="5264" y="124"/>
                        <a:pt x="4675" y="1"/>
                        <a:pt x="4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94"/>
                <p:cNvSpPr/>
                <p:nvPr/>
              </p:nvSpPr>
              <p:spPr>
                <a:xfrm>
                  <a:off x="-2149900" y="2043388"/>
                  <a:ext cx="109250" cy="95825"/>
                </a:xfrm>
                <a:custGeom>
                  <a:rect b="b" l="l" r="r" t="t"/>
                  <a:pathLst>
                    <a:path extrusionOk="0" h="3833" w="4370">
                      <a:moveTo>
                        <a:pt x="2190" y="0"/>
                      </a:moveTo>
                      <a:cubicBezTo>
                        <a:pt x="1932" y="0"/>
                        <a:pt x="1670" y="52"/>
                        <a:pt x="1419" y="162"/>
                      </a:cubicBezTo>
                      <a:cubicBezTo>
                        <a:pt x="446" y="588"/>
                        <a:pt x="1" y="1718"/>
                        <a:pt x="424" y="2686"/>
                      </a:cubicBezTo>
                      <a:cubicBezTo>
                        <a:pt x="738" y="3404"/>
                        <a:pt x="1441" y="3832"/>
                        <a:pt x="2180" y="3832"/>
                      </a:cubicBezTo>
                      <a:cubicBezTo>
                        <a:pt x="2438" y="3832"/>
                        <a:pt x="2700" y="3780"/>
                        <a:pt x="2951" y="3670"/>
                      </a:cubicBezTo>
                      <a:cubicBezTo>
                        <a:pt x="3924" y="3245"/>
                        <a:pt x="4369" y="2116"/>
                        <a:pt x="3946" y="1147"/>
                      </a:cubicBezTo>
                      <a:cubicBezTo>
                        <a:pt x="3632" y="428"/>
                        <a:pt x="2929" y="0"/>
                        <a:pt x="2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94"/>
                <p:cNvSpPr/>
                <p:nvPr/>
              </p:nvSpPr>
              <p:spPr>
                <a:xfrm>
                  <a:off x="-2107125" y="2079913"/>
                  <a:ext cx="23875" cy="22775"/>
                </a:xfrm>
                <a:custGeom>
                  <a:rect b="b" l="l" r="r" t="t"/>
                  <a:pathLst>
                    <a:path extrusionOk="0" h="911" w="955">
                      <a:moveTo>
                        <a:pt x="478" y="1"/>
                      </a:moveTo>
                      <a:cubicBezTo>
                        <a:pt x="264" y="1"/>
                        <a:pt x="63" y="153"/>
                        <a:pt x="27" y="391"/>
                      </a:cubicBezTo>
                      <a:cubicBezTo>
                        <a:pt x="1" y="560"/>
                        <a:pt x="77" y="735"/>
                        <a:pt x="219" y="830"/>
                      </a:cubicBezTo>
                      <a:cubicBezTo>
                        <a:pt x="300" y="885"/>
                        <a:pt x="390" y="911"/>
                        <a:pt x="477" y="911"/>
                      </a:cubicBezTo>
                      <a:cubicBezTo>
                        <a:pt x="691" y="911"/>
                        <a:pt x="892" y="759"/>
                        <a:pt x="929" y="521"/>
                      </a:cubicBezTo>
                      <a:cubicBezTo>
                        <a:pt x="954" y="351"/>
                        <a:pt x="878" y="177"/>
                        <a:pt x="737" y="81"/>
                      </a:cubicBezTo>
                      <a:cubicBezTo>
                        <a:pt x="655" y="26"/>
                        <a:pt x="565" y="1"/>
                        <a:pt x="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94"/>
                <p:cNvSpPr/>
                <p:nvPr/>
              </p:nvSpPr>
              <p:spPr>
                <a:xfrm>
                  <a:off x="-2146875" y="2271113"/>
                  <a:ext cx="24300" cy="23125"/>
                </a:xfrm>
                <a:custGeom>
                  <a:rect b="b" l="l" r="r" t="t"/>
                  <a:pathLst>
                    <a:path extrusionOk="0" h="925" w="972">
                      <a:moveTo>
                        <a:pt x="468" y="1"/>
                      </a:moveTo>
                      <a:cubicBezTo>
                        <a:pt x="236" y="1"/>
                        <a:pt x="39" y="178"/>
                        <a:pt x="18" y="415"/>
                      </a:cubicBezTo>
                      <a:cubicBezTo>
                        <a:pt x="0" y="611"/>
                        <a:pt x="111" y="788"/>
                        <a:pt x="279" y="867"/>
                      </a:cubicBezTo>
                      <a:lnTo>
                        <a:pt x="279" y="869"/>
                      </a:lnTo>
                      <a:cubicBezTo>
                        <a:pt x="333" y="897"/>
                        <a:pt x="393" y="916"/>
                        <a:pt x="456" y="922"/>
                      </a:cubicBezTo>
                      <a:cubicBezTo>
                        <a:pt x="473" y="924"/>
                        <a:pt x="489" y="925"/>
                        <a:pt x="506" y="925"/>
                      </a:cubicBezTo>
                      <a:cubicBezTo>
                        <a:pt x="742" y="925"/>
                        <a:pt x="941" y="751"/>
                        <a:pt x="957" y="516"/>
                      </a:cubicBezTo>
                      <a:cubicBezTo>
                        <a:pt x="972" y="331"/>
                        <a:pt x="869" y="161"/>
                        <a:pt x="714" y="71"/>
                      </a:cubicBezTo>
                      <a:cubicBezTo>
                        <a:pt x="654" y="34"/>
                        <a:pt x="586" y="9"/>
                        <a:pt x="511" y="3"/>
                      </a:cubicBezTo>
                      <a:cubicBezTo>
                        <a:pt x="497" y="1"/>
                        <a:pt x="482"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94"/>
                <p:cNvSpPr/>
                <p:nvPr/>
              </p:nvSpPr>
              <p:spPr>
                <a:xfrm>
                  <a:off x="-2093700" y="2291263"/>
                  <a:ext cx="24300" cy="23150"/>
                </a:xfrm>
                <a:custGeom>
                  <a:rect b="b" l="l" r="r" t="t"/>
                  <a:pathLst>
                    <a:path extrusionOk="0" h="926" w="972">
                      <a:moveTo>
                        <a:pt x="469" y="1"/>
                      </a:moveTo>
                      <a:cubicBezTo>
                        <a:pt x="236" y="1"/>
                        <a:pt x="39" y="178"/>
                        <a:pt x="18" y="415"/>
                      </a:cubicBezTo>
                      <a:cubicBezTo>
                        <a:pt x="0" y="611"/>
                        <a:pt x="111" y="788"/>
                        <a:pt x="279" y="868"/>
                      </a:cubicBezTo>
                      <a:lnTo>
                        <a:pt x="279" y="869"/>
                      </a:lnTo>
                      <a:cubicBezTo>
                        <a:pt x="333" y="897"/>
                        <a:pt x="393" y="916"/>
                        <a:pt x="456" y="922"/>
                      </a:cubicBezTo>
                      <a:cubicBezTo>
                        <a:pt x="473" y="924"/>
                        <a:pt x="490" y="925"/>
                        <a:pt x="507" y="925"/>
                      </a:cubicBezTo>
                      <a:cubicBezTo>
                        <a:pt x="743" y="925"/>
                        <a:pt x="941" y="751"/>
                        <a:pt x="957" y="517"/>
                      </a:cubicBezTo>
                      <a:cubicBezTo>
                        <a:pt x="972" y="331"/>
                        <a:pt x="870" y="161"/>
                        <a:pt x="714" y="71"/>
                      </a:cubicBezTo>
                      <a:cubicBezTo>
                        <a:pt x="655" y="34"/>
                        <a:pt x="587" y="9"/>
                        <a:pt x="511" y="3"/>
                      </a:cubicBezTo>
                      <a:cubicBezTo>
                        <a:pt x="497" y="2"/>
                        <a:pt x="483"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94"/>
                <p:cNvSpPr/>
                <p:nvPr/>
              </p:nvSpPr>
              <p:spPr>
                <a:xfrm>
                  <a:off x="-2222725" y="2179463"/>
                  <a:ext cx="114350" cy="64025"/>
                </a:xfrm>
                <a:custGeom>
                  <a:rect b="b" l="l" r="r" t="t"/>
                  <a:pathLst>
                    <a:path extrusionOk="0" h="2561" w="4574">
                      <a:moveTo>
                        <a:pt x="355" y="0"/>
                      </a:moveTo>
                      <a:lnTo>
                        <a:pt x="0" y="908"/>
                      </a:lnTo>
                      <a:lnTo>
                        <a:pt x="3360" y="2224"/>
                      </a:lnTo>
                      <a:lnTo>
                        <a:pt x="4010" y="2479"/>
                      </a:lnTo>
                      <a:lnTo>
                        <a:pt x="4217" y="2560"/>
                      </a:lnTo>
                      <a:lnTo>
                        <a:pt x="4573" y="1652"/>
                      </a:lnTo>
                      <a:lnTo>
                        <a:pt x="3807" y="1352"/>
                      </a:lnTo>
                      <a:lnTo>
                        <a:pt x="3596" y="1269"/>
                      </a:lnTo>
                      <a:lnTo>
                        <a:pt x="1863" y="591"/>
                      </a:lnTo>
                      <a:lnTo>
                        <a:pt x="1545" y="466"/>
                      </a:lnTo>
                      <a:lnTo>
                        <a:pt x="3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19" name="Google Shape;7419;p94"/>
            <p:cNvGrpSpPr/>
            <p:nvPr/>
          </p:nvGrpSpPr>
          <p:grpSpPr>
            <a:xfrm>
              <a:off x="8309195" y="92497"/>
              <a:ext cx="500560" cy="472885"/>
              <a:chOff x="-1174275" y="581450"/>
              <a:chExt cx="370100" cy="349638"/>
            </a:xfrm>
          </p:grpSpPr>
          <p:sp>
            <p:nvSpPr>
              <p:cNvPr id="7420" name="Google Shape;7420;p94"/>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94"/>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94"/>
            <p:cNvGrpSpPr/>
            <p:nvPr/>
          </p:nvGrpSpPr>
          <p:grpSpPr>
            <a:xfrm>
              <a:off x="361403" y="3981245"/>
              <a:ext cx="311019" cy="311110"/>
              <a:chOff x="5038846" y="235350"/>
              <a:chExt cx="158691" cy="158738"/>
            </a:xfrm>
          </p:grpSpPr>
          <p:sp>
            <p:nvSpPr>
              <p:cNvPr id="7423" name="Google Shape;7423;p94"/>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94"/>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7425" name="Shape 7425"/>
        <p:cNvGrpSpPr/>
        <p:nvPr/>
      </p:nvGrpSpPr>
      <p:grpSpPr>
        <a:xfrm>
          <a:off x="0" y="0"/>
          <a:ext cx="0" cy="0"/>
          <a:chOff x="0" y="0"/>
          <a:chExt cx="0" cy="0"/>
        </a:xfrm>
      </p:grpSpPr>
      <p:sp>
        <p:nvSpPr>
          <p:cNvPr id="7426" name="Google Shape;7426;p9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7427" name="Google Shape;7427;p95"/>
          <p:cNvGrpSpPr/>
          <p:nvPr/>
        </p:nvGrpSpPr>
        <p:grpSpPr>
          <a:xfrm>
            <a:off x="-240193" y="-184905"/>
            <a:ext cx="9322915" cy="5240515"/>
            <a:chOff x="-240193" y="-184905"/>
            <a:chExt cx="9322915" cy="5240515"/>
          </a:xfrm>
        </p:grpSpPr>
        <p:grpSp>
          <p:nvGrpSpPr>
            <p:cNvPr id="7428" name="Google Shape;7428;p95"/>
            <p:cNvGrpSpPr/>
            <p:nvPr/>
          </p:nvGrpSpPr>
          <p:grpSpPr>
            <a:xfrm>
              <a:off x="8523204" y="58072"/>
              <a:ext cx="311019" cy="311110"/>
              <a:chOff x="5038846" y="235350"/>
              <a:chExt cx="158691" cy="158738"/>
            </a:xfrm>
          </p:grpSpPr>
          <p:sp>
            <p:nvSpPr>
              <p:cNvPr id="7429" name="Google Shape;7429;p95"/>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95"/>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1" name="Google Shape;7431;p95"/>
            <p:cNvGrpSpPr/>
            <p:nvPr/>
          </p:nvGrpSpPr>
          <p:grpSpPr>
            <a:xfrm rot="-1639166">
              <a:off x="-90842" y="4515"/>
              <a:ext cx="1045364" cy="904888"/>
              <a:chOff x="3725309" y="381575"/>
              <a:chExt cx="533375" cy="461700"/>
            </a:xfrm>
          </p:grpSpPr>
          <p:sp>
            <p:nvSpPr>
              <p:cNvPr id="7432" name="Google Shape;7432;p95"/>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95"/>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95"/>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95"/>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95"/>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95"/>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95"/>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95"/>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95"/>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95"/>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95"/>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95"/>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95"/>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95"/>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95"/>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7" name="Google Shape;7447;p95"/>
            <p:cNvGrpSpPr/>
            <p:nvPr/>
          </p:nvGrpSpPr>
          <p:grpSpPr>
            <a:xfrm rot="377969">
              <a:off x="8686995" y="303579"/>
              <a:ext cx="337170" cy="1085895"/>
              <a:chOff x="-507662" y="283925"/>
              <a:chExt cx="249300" cy="802900"/>
            </a:xfrm>
          </p:grpSpPr>
          <p:sp>
            <p:nvSpPr>
              <p:cNvPr id="7448" name="Google Shape;7448;p95"/>
              <p:cNvSpPr/>
              <p:nvPr/>
            </p:nvSpPr>
            <p:spPr>
              <a:xfrm>
                <a:off x="-507662" y="283925"/>
                <a:ext cx="249300" cy="802900"/>
              </a:xfrm>
              <a:custGeom>
                <a:rect b="b" l="l" r="r" t="t"/>
                <a:pathLst>
                  <a:path extrusionOk="0" h="32116" w="9972">
                    <a:moveTo>
                      <a:pt x="4820" y="1"/>
                    </a:moveTo>
                    <a:cubicBezTo>
                      <a:pt x="1333" y="1"/>
                      <a:pt x="220" y="2879"/>
                      <a:pt x="127" y="5466"/>
                    </a:cubicBezTo>
                    <a:cubicBezTo>
                      <a:pt x="45" y="5448"/>
                      <a:pt x="1" y="5439"/>
                      <a:pt x="1" y="5439"/>
                    </a:cubicBezTo>
                    <a:lnTo>
                      <a:pt x="0" y="6146"/>
                    </a:lnTo>
                    <a:cubicBezTo>
                      <a:pt x="0" y="6146"/>
                      <a:pt x="45" y="6157"/>
                      <a:pt x="135" y="6178"/>
                    </a:cubicBezTo>
                    <a:cubicBezTo>
                      <a:pt x="212" y="7236"/>
                      <a:pt x="628" y="8201"/>
                      <a:pt x="1276" y="8965"/>
                    </a:cubicBezTo>
                    <a:cubicBezTo>
                      <a:pt x="1273" y="8964"/>
                      <a:pt x="1272" y="8964"/>
                      <a:pt x="1272" y="8964"/>
                    </a:cubicBezTo>
                    <a:lnTo>
                      <a:pt x="1272" y="8964"/>
                    </a:lnTo>
                    <a:lnTo>
                      <a:pt x="1972" y="9757"/>
                    </a:lnTo>
                    <a:cubicBezTo>
                      <a:pt x="1985" y="9759"/>
                      <a:pt x="1998" y="9763"/>
                      <a:pt x="2013" y="9765"/>
                    </a:cubicBezTo>
                    <a:lnTo>
                      <a:pt x="1987" y="9765"/>
                    </a:lnTo>
                    <a:lnTo>
                      <a:pt x="2989" y="31481"/>
                    </a:lnTo>
                    <a:cubicBezTo>
                      <a:pt x="2989" y="31481"/>
                      <a:pt x="3673" y="32115"/>
                      <a:pt x="5032" y="32116"/>
                    </a:cubicBezTo>
                    <a:cubicBezTo>
                      <a:pt x="5034" y="32116"/>
                      <a:pt x="5035" y="32116"/>
                      <a:pt x="5036" y="32116"/>
                    </a:cubicBezTo>
                    <a:cubicBezTo>
                      <a:pt x="6471" y="32116"/>
                      <a:pt x="7092" y="31486"/>
                      <a:pt x="7092" y="31486"/>
                    </a:cubicBezTo>
                    <a:lnTo>
                      <a:pt x="8145" y="9772"/>
                    </a:lnTo>
                    <a:lnTo>
                      <a:pt x="8084" y="9772"/>
                    </a:lnTo>
                    <a:cubicBezTo>
                      <a:pt x="8114" y="9762"/>
                      <a:pt x="8129" y="9755"/>
                      <a:pt x="8129" y="9755"/>
                    </a:cubicBezTo>
                    <a:lnTo>
                      <a:pt x="8643" y="9035"/>
                    </a:lnTo>
                    <a:cubicBezTo>
                      <a:pt x="9322" y="8263"/>
                      <a:pt x="9763" y="7276"/>
                      <a:pt x="9844" y="6187"/>
                    </a:cubicBezTo>
                    <a:cubicBezTo>
                      <a:pt x="9928" y="6168"/>
                      <a:pt x="9971" y="6157"/>
                      <a:pt x="9971" y="6157"/>
                    </a:cubicBezTo>
                    <a:lnTo>
                      <a:pt x="9972" y="5450"/>
                    </a:lnTo>
                    <a:lnTo>
                      <a:pt x="9972" y="5450"/>
                    </a:lnTo>
                    <a:cubicBezTo>
                      <a:pt x="9972" y="5450"/>
                      <a:pt x="9930" y="5461"/>
                      <a:pt x="9851" y="5480"/>
                    </a:cubicBezTo>
                    <a:cubicBezTo>
                      <a:pt x="9738" y="2878"/>
                      <a:pt x="8299" y="43"/>
                      <a:pt x="4902" y="1"/>
                    </a:cubicBezTo>
                    <a:cubicBezTo>
                      <a:pt x="4875" y="1"/>
                      <a:pt x="4848" y="1"/>
                      <a:pt x="482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9" name="Google Shape;7449;p95"/>
              <p:cNvGrpSpPr/>
              <p:nvPr/>
            </p:nvGrpSpPr>
            <p:grpSpPr>
              <a:xfrm>
                <a:off x="-507662" y="283950"/>
                <a:ext cx="249300" cy="802850"/>
                <a:chOff x="-4628300" y="394775"/>
                <a:chExt cx="249300" cy="802850"/>
              </a:xfrm>
            </p:grpSpPr>
            <p:sp>
              <p:nvSpPr>
                <p:cNvPr id="7450" name="Google Shape;7450;p95"/>
                <p:cNvSpPr/>
                <p:nvPr/>
              </p:nvSpPr>
              <p:spPr>
                <a:xfrm>
                  <a:off x="-4625325" y="394775"/>
                  <a:ext cx="243575" cy="267125"/>
                </a:xfrm>
                <a:custGeom>
                  <a:rect b="b" l="l" r="r" t="t"/>
                  <a:pathLst>
                    <a:path extrusionOk="0" h="10685" w="9743">
                      <a:moveTo>
                        <a:pt x="4703" y="1"/>
                      </a:moveTo>
                      <a:cubicBezTo>
                        <a:pt x="1059" y="1"/>
                        <a:pt x="5" y="3143"/>
                        <a:pt x="2" y="5811"/>
                      </a:cubicBezTo>
                      <a:cubicBezTo>
                        <a:pt x="0" y="8499"/>
                        <a:pt x="2178" y="10682"/>
                        <a:pt x="4866" y="10685"/>
                      </a:cubicBezTo>
                      <a:cubicBezTo>
                        <a:pt x="4868" y="10685"/>
                        <a:pt x="4870" y="10685"/>
                        <a:pt x="4872" y="10685"/>
                      </a:cubicBezTo>
                      <a:cubicBezTo>
                        <a:pt x="7557" y="10685"/>
                        <a:pt x="9737" y="8508"/>
                        <a:pt x="9739" y="5822"/>
                      </a:cubicBezTo>
                      <a:cubicBezTo>
                        <a:pt x="9742" y="3133"/>
                        <a:pt x="8329" y="45"/>
                        <a:pt x="4783" y="1"/>
                      </a:cubicBezTo>
                      <a:cubicBezTo>
                        <a:pt x="4757" y="1"/>
                        <a:pt x="4730" y="1"/>
                        <a:pt x="4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95"/>
                <p:cNvSpPr/>
                <p:nvPr/>
              </p:nvSpPr>
              <p:spPr>
                <a:xfrm>
                  <a:off x="-4578650" y="638800"/>
                  <a:ext cx="153925" cy="558825"/>
                </a:xfrm>
                <a:custGeom>
                  <a:rect b="b" l="l" r="r" t="t"/>
                  <a:pathLst>
                    <a:path extrusionOk="0" h="22353" w="6157">
                      <a:moveTo>
                        <a:pt x="0" y="1"/>
                      </a:moveTo>
                      <a:lnTo>
                        <a:pt x="1002" y="21718"/>
                      </a:lnTo>
                      <a:cubicBezTo>
                        <a:pt x="1002" y="21718"/>
                        <a:pt x="1685" y="22352"/>
                        <a:pt x="3045" y="22353"/>
                      </a:cubicBezTo>
                      <a:cubicBezTo>
                        <a:pt x="3049" y="22353"/>
                        <a:pt x="3052" y="22353"/>
                        <a:pt x="3056" y="22353"/>
                      </a:cubicBezTo>
                      <a:cubicBezTo>
                        <a:pt x="4485" y="22353"/>
                        <a:pt x="5105" y="21723"/>
                        <a:pt x="5105" y="21723"/>
                      </a:cubicBezTo>
                      <a:lnTo>
                        <a:pt x="6157" y="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95"/>
                <p:cNvSpPr/>
                <p:nvPr/>
              </p:nvSpPr>
              <p:spPr>
                <a:xfrm>
                  <a:off x="-4596525" y="618825"/>
                  <a:ext cx="184925" cy="29825"/>
                </a:xfrm>
                <a:custGeom>
                  <a:rect b="b" l="l" r="r" t="t"/>
                  <a:pathLst>
                    <a:path extrusionOk="0" h="1193" w="7397">
                      <a:moveTo>
                        <a:pt x="1" y="0"/>
                      </a:moveTo>
                      <a:lnTo>
                        <a:pt x="701" y="793"/>
                      </a:lnTo>
                      <a:cubicBezTo>
                        <a:pt x="1992" y="1092"/>
                        <a:pt x="3106" y="1192"/>
                        <a:pt x="4019" y="1192"/>
                      </a:cubicBezTo>
                      <a:cubicBezTo>
                        <a:pt x="5843" y="1192"/>
                        <a:pt x="6857" y="793"/>
                        <a:pt x="6857" y="793"/>
                      </a:cubicBezTo>
                      <a:lnTo>
                        <a:pt x="7396" y="38"/>
                      </a:lnTo>
                      <a:lnTo>
                        <a:pt x="7396" y="38"/>
                      </a:lnTo>
                      <a:cubicBezTo>
                        <a:pt x="5867" y="370"/>
                        <a:pt x="4550" y="482"/>
                        <a:pt x="3469" y="482"/>
                      </a:cubicBezTo>
                      <a:cubicBezTo>
                        <a:pt x="1227" y="482"/>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95"/>
                <p:cNvSpPr/>
                <p:nvPr/>
              </p:nvSpPr>
              <p:spPr>
                <a:xfrm>
                  <a:off x="-4628300" y="530675"/>
                  <a:ext cx="249300" cy="29925"/>
                </a:xfrm>
                <a:custGeom>
                  <a:rect b="b" l="l" r="r" t="t"/>
                  <a:pathLst>
                    <a:path extrusionOk="0" h="1197" w="9972">
                      <a:moveTo>
                        <a:pt x="1" y="1"/>
                      </a:moveTo>
                      <a:lnTo>
                        <a:pt x="0" y="708"/>
                      </a:lnTo>
                      <a:cubicBezTo>
                        <a:pt x="0" y="708"/>
                        <a:pt x="1837" y="1193"/>
                        <a:pt x="4994" y="1197"/>
                      </a:cubicBezTo>
                      <a:cubicBezTo>
                        <a:pt x="5001" y="1197"/>
                        <a:pt x="5007" y="1197"/>
                        <a:pt x="5014" y="1197"/>
                      </a:cubicBezTo>
                      <a:cubicBezTo>
                        <a:pt x="8066" y="1197"/>
                        <a:pt x="9971" y="719"/>
                        <a:pt x="9971" y="719"/>
                      </a:cubicBezTo>
                      <a:lnTo>
                        <a:pt x="9972" y="12"/>
                      </a:lnTo>
                      <a:lnTo>
                        <a:pt x="9972" y="12"/>
                      </a:lnTo>
                      <a:cubicBezTo>
                        <a:pt x="9971" y="12"/>
                        <a:pt x="8240" y="490"/>
                        <a:pt x="5054" y="490"/>
                      </a:cubicBezTo>
                      <a:cubicBezTo>
                        <a:pt x="5040" y="490"/>
                        <a:pt x="5027" y="490"/>
                        <a:pt x="5013" y="490"/>
                      </a:cubicBezTo>
                      <a:cubicBezTo>
                        <a:pt x="2056" y="48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95"/>
                <p:cNvSpPr/>
                <p:nvPr/>
              </p:nvSpPr>
              <p:spPr>
                <a:xfrm>
                  <a:off x="-4517700" y="824050"/>
                  <a:ext cx="33375" cy="120300"/>
                </a:xfrm>
                <a:custGeom>
                  <a:rect b="b" l="l" r="r" t="t"/>
                  <a:pathLst>
                    <a:path extrusionOk="0" h="4812" w="1335">
                      <a:moveTo>
                        <a:pt x="630" y="0"/>
                      </a:moveTo>
                      <a:cubicBezTo>
                        <a:pt x="283" y="0"/>
                        <a:pt x="1" y="285"/>
                        <a:pt x="8" y="632"/>
                      </a:cubicBezTo>
                      <a:lnTo>
                        <a:pt x="76" y="4201"/>
                      </a:lnTo>
                      <a:cubicBezTo>
                        <a:pt x="82" y="4515"/>
                        <a:pt x="321" y="4776"/>
                        <a:pt x="633" y="4808"/>
                      </a:cubicBezTo>
                      <a:cubicBezTo>
                        <a:pt x="655" y="4810"/>
                        <a:pt x="677" y="4811"/>
                        <a:pt x="699" y="4811"/>
                      </a:cubicBezTo>
                      <a:cubicBezTo>
                        <a:pt x="1037" y="4811"/>
                        <a:pt x="1319" y="4538"/>
                        <a:pt x="1319" y="4193"/>
                      </a:cubicBezTo>
                      <a:lnTo>
                        <a:pt x="1334" y="627"/>
                      </a:lnTo>
                      <a:cubicBezTo>
                        <a:pt x="1335" y="292"/>
                        <a:pt x="1069" y="15"/>
                        <a:pt x="733" y="4"/>
                      </a:cubicBezTo>
                      <a:lnTo>
                        <a:pt x="651" y="1"/>
                      </a:lnTo>
                      <a:cubicBezTo>
                        <a:pt x="644" y="0"/>
                        <a:pt x="637"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95"/>
                <p:cNvSpPr/>
                <p:nvPr/>
              </p:nvSpPr>
              <p:spPr>
                <a:xfrm>
                  <a:off x="-4512225" y="910675"/>
                  <a:ext cx="23325" cy="18250"/>
                </a:xfrm>
                <a:custGeom>
                  <a:rect b="b" l="l" r="r" t="t"/>
                  <a:pathLst>
                    <a:path extrusionOk="0" h="730" w="933">
                      <a:moveTo>
                        <a:pt x="0" y="0"/>
                      </a:moveTo>
                      <a:lnTo>
                        <a:pt x="28" y="693"/>
                      </a:lnTo>
                      <a:lnTo>
                        <a:pt x="922" y="730"/>
                      </a:lnTo>
                      <a:lnTo>
                        <a:pt x="932"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56" name="Google Shape;7456;p95"/>
            <p:cNvGrpSpPr/>
            <p:nvPr/>
          </p:nvGrpSpPr>
          <p:grpSpPr>
            <a:xfrm>
              <a:off x="8357211" y="4237877"/>
              <a:ext cx="597561" cy="732248"/>
              <a:chOff x="-476487" y="1228650"/>
              <a:chExt cx="263475" cy="322875"/>
            </a:xfrm>
          </p:grpSpPr>
          <p:sp>
            <p:nvSpPr>
              <p:cNvPr id="7457" name="Google Shape;7457;p95"/>
              <p:cNvSpPr/>
              <p:nvPr/>
            </p:nvSpPr>
            <p:spPr>
              <a:xfrm>
                <a:off x="-476487" y="1228650"/>
                <a:ext cx="263475" cy="322875"/>
              </a:xfrm>
              <a:custGeom>
                <a:rect b="b" l="l" r="r" t="t"/>
                <a:pathLst>
                  <a:path extrusionOk="0" h="12915" w="10539">
                    <a:moveTo>
                      <a:pt x="1124" y="0"/>
                    </a:moveTo>
                    <a:lnTo>
                      <a:pt x="1" y="12848"/>
                    </a:lnTo>
                    <a:lnTo>
                      <a:pt x="8339" y="12900"/>
                    </a:lnTo>
                    <a:lnTo>
                      <a:pt x="10538" y="12915"/>
                    </a:lnTo>
                    <a:lnTo>
                      <a:pt x="10124" y="222"/>
                    </a:lnTo>
                    <a:lnTo>
                      <a:pt x="8471" y="182"/>
                    </a:lnTo>
                    <a:lnTo>
                      <a:pt x="1124"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8" name="Google Shape;7458;p95"/>
              <p:cNvGrpSpPr/>
              <p:nvPr/>
            </p:nvGrpSpPr>
            <p:grpSpPr>
              <a:xfrm>
                <a:off x="-476487" y="1228650"/>
                <a:ext cx="263475" cy="322875"/>
                <a:chOff x="-4190125" y="677000"/>
                <a:chExt cx="263475" cy="322875"/>
              </a:xfrm>
            </p:grpSpPr>
            <p:sp>
              <p:nvSpPr>
                <p:cNvPr id="7459" name="Google Shape;7459;p95"/>
                <p:cNvSpPr/>
                <p:nvPr/>
              </p:nvSpPr>
              <p:spPr>
                <a:xfrm>
                  <a:off x="-4190125" y="677000"/>
                  <a:ext cx="263475" cy="322875"/>
                </a:xfrm>
                <a:custGeom>
                  <a:rect b="b" l="l" r="r" t="t"/>
                  <a:pathLst>
                    <a:path extrusionOk="0" h="12915" w="10539">
                      <a:moveTo>
                        <a:pt x="1124" y="0"/>
                      </a:moveTo>
                      <a:lnTo>
                        <a:pt x="1" y="12848"/>
                      </a:lnTo>
                      <a:lnTo>
                        <a:pt x="8339" y="12900"/>
                      </a:lnTo>
                      <a:lnTo>
                        <a:pt x="10538" y="12915"/>
                      </a:lnTo>
                      <a:lnTo>
                        <a:pt x="10124" y="222"/>
                      </a:lnTo>
                      <a:lnTo>
                        <a:pt x="8471" y="183"/>
                      </a:lnTo>
                      <a:lnTo>
                        <a:pt x="11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95"/>
                <p:cNvSpPr/>
                <p:nvPr/>
              </p:nvSpPr>
              <p:spPr>
                <a:xfrm>
                  <a:off x="-3981650" y="681550"/>
                  <a:ext cx="55000" cy="318325"/>
                </a:xfrm>
                <a:custGeom>
                  <a:rect b="b" l="l" r="r" t="t"/>
                  <a:pathLst>
                    <a:path extrusionOk="0" h="12733" w="2200">
                      <a:moveTo>
                        <a:pt x="132" y="1"/>
                      </a:moveTo>
                      <a:lnTo>
                        <a:pt x="0" y="12718"/>
                      </a:lnTo>
                      <a:lnTo>
                        <a:pt x="2199" y="12733"/>
                      </a:lnTo>
                      <a:lnTo>
                        <a:pt x="1785" y="40"/>
                      </a:lnTo>
                      <a:lnTo>
                        <a:pt x="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95"/>
                <p:cNvSpPr/>
                <p:nvPr/>
              </p:nvSpPr>
              <p:spPr>
                <a:xfrm>
                  <a:off x="-4130225" y="705650"/>
                  <a:ext cx="97075" cy="90600"/>
                </a:xfrm>
                <a:custGeom>
                  <a:rect b="b" l="l" r="r" t="t"/>
                  <a:pathLst>
                    <a:path extrusionOk="0" h="3624" w="3883">
                      <a:moveTo>
                        <a:pt x="1944" y="1"/>
                      </a:moveTo>
                      <a:cubicBezTo>
                        <a:pt x="1853" y="1"/>
                        <a:pt x="1761" y="7"/>
                        <a:pt x="1669" y="21"/>
                      </a:cubicBezTo>
                      <a:cubicBezTo>
                        <a:pt x="679" y="172"/>
                        <a:pt x="0" y="1096"/>
                        <a:pt x="151" y="2084"/>
                      </a:cubicBezTo>
                      <a:cubicBezTo>
                        <a:pt x="287" y="2982"/>
                        <a:pt x="1060" y="3623"/>
                        <a:pt x="1940" y="3623"/>
                      </a:cubicBezTo>
                      <a:cubicBezTo>
                        <a:pt x="2030" y="3623"/>
                        <a:pt x="2122" y="3617"/>
                        <a:pt x="2215" y="3603"/>
                      </a:cubicBezTo>
                      <a:cubicBezTo>
                        <a:pt x="3203" y="3452"/>
                        <a:pt x="3882" y="2527"/>
                        <a:pt x="3732" y="1539"/>
                      </a:cubicBezTo>
                      <a:cubicBezTo>
                        <a:pt x="3595" y="642"/>
                        <a:pt x="2823" y="1"/>
                        <a:pt x="1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95"/>
                <p:cNvSpPr/>
                <p:nvPr/>
              </p:nvSpPr>
              <p:spPr>
                <a:xfrm>
                  <a:off x="-4100850" y="732800"/>
                  <a:ext cx="38350" cy="36275"/>
                </a:xfrm>
                <a:custGeom>
                  <a:rect b="b" l="l" r="r" t="t"/>
                  <a:pathLst>
                    <a:path extrusionOk="0" h="1451" w="1534">
                      <a:moveTo>
                        <a:pt x="765" y="1"/>
                      </a:moveTo>
                      <a:cubicBezTo>
                        <a:pt x="402" y="1"/>
                        <a:pt x="90" y="272"/>
                        <a:pt x="47" y="641"/>
                      </a:cubicBezTo>
                      <a:cubicBezTo>
                        <a:pt x="1" y="1039"/>
                        <a:pt x="285" y="1399"/>
                        <a:pt x="683" y="1445"/>
                      </a:cubicBezTo>
                      <a:cubicBezTo>
                        <a:pt x="711" y="1449"/>
                        <a:pt x="740" y="1450"/>
                        <a:pt x="768" y="1450"/>
                      </a:cubicBezTo>
                      <a:cubicBezTo>
                        <a:pt x="1130" y="1450"/>
                        <a:pt x="1443" y="1178"/>
                        <a:pt x="1487" y="810"/>
                      </a:cubicBezTo>
                      <a:cubicBezTo>
                        <a:pt x="1533" y="412"/>
                        <a:pt x="1247" y="52"/>
                        <a:pt x="850" y="6"/>
                      </a:cubicBezTo>
                      <a:cubicBezTo>
                        <a:pt x="821" y="2"/>
                        <a:pt x="793"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95"/>
                <p:cNvSpPr/>
                <p:nvPr/>
              </p:nvSpPr>
              <p:spPr>
                <a:xfrm>
                  <a:off x="-4155525" y="827725"/>
                  <a:ext cx="133525" cy="126375"/>
                </a:xfrm>
                <a:custGeom>
                  <a:rect b="b" l="l" r="r" t="t"/>
                  <a:pathLst>
                    <a:path extrusionOk="0" h="5055" w="5341">
                      <a:moveTo>
                        <a:pt x="2668" y="1"/>
                      </a:moveTo>
                      <a:cubicBezTo>
                        <a:pt x="1402" y="1"/>
                        <a:pt x="309" y="950"/>
                        <a:pt x="161" y="2237"/>
                      </a:cubicBezTo>
                      <a:cubicBezTo>
                        <a:pt x="1" y="3623"/>
                        <a:pt x="993" y="4875"/>
                        <a:pt x="2379" y="5037"/>
                      </a:cubicBezTo>
                      <a:cubicBezTo>
                        <a:pt x="2478" y="5049"/>
                        <a:pt x="2575" y="5054"/>
                        <a:pt x="2672" y="5054"/>
                      </a:cubicBezTo>
                      <a:cubicBezTo>
                        <a:pt x="3937" y="5054"/>
                        <a:pt x="5030" y="4105"/>
                        <a:pt x="5179" y="2819"/>
                      </a:cubicBezTo>
                      <a:cubicBezTo>
                        <a:pt x="5340" y="1433"/>
                        <a:pt x="4346" y="179"/>
                        <a:pt x="2960" y="18"/>
                      </a:cubicBezTo>
                      <a:cubicBezTo>
                        <a:pt x="2862" y="6"/>
                        <a:pt x="2764" y="1"/>
                        <a:pt x="2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95"/>
                <p:cNvSpPr/>
                <p:nvPr/>
              </p:nvSpPr>
              <p:spPr>
                <a:xfrm>
                  <a:off x="-4116600" y="864625"/>
                  <a:ext cx="55600" cy="52625"/>
                </a:xfrm>
                <a:custGeom>
                  <a:rect b="b" l="l" r="r" t="t"/>
                  <a:pathLst>
                    <a:path extrusionOk="0" h="2105" w="2224">
                      <a:moveTo>
                        <a:pt x="1111" y="0"/>
                      </a:moveTo>
                      <a:cubicBezTo>
                        <a:pt x="584" y="0"/>
                        <a:pt x="130" y="394"/>
                        <a:pt x="68" y="931"/>
                      </a:cubicBezTo>
                      <a:cubicBezTo>
                        <a:pt x="1" y="1508"/>
                        <a:pt x="415" y="2030"/>
                        <a:pt x="991" y="2097"/>
                      </a:cubicBezTo>
                      <a:cubicBezTo>
                        <a:pt x="1032" y="2102"/>
                        <a:pt x="1073" y="2104"/>
                        <a:pt x="1113" y="2104"/>
                      </a:cubicBezTo>
                      <a:cubicBezTo>
                        <a:pt x="1640" y="2104"/>
                        <a:pt x="2095" y="1709"/>
                        <a:pt x="2158" y="1173"/>
                      </a:cubicBezTo>
                      <a:cubicBezTo>
                        <a:pt x="2224" y="596"/>
                        <a:pt x="1810" y="74"/>
                        <a:pt x="1234" y="7"/>
                      </a:cubicBezTo>
                      <a:cubicBezTo>
                        <a:pt x="1193" y="2"/>
                        <a:pt x="1152"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95"/>
                <p:cNvSpPr/>
                <p:nvPr/>
              </p:nvSpPr>
              <p:spPr>
                <a:xfrm>
                  <a:off x="-3999000" y="687450"/>
                  <a:ext cx="11200" cy="10600"/>
                </a:xfrm>
                <a:custGeom>
                  <a:rect b="b" l="l" r="r" t="t"/>
                  <a:pathLst>
                    <a:path extrusionOk="0" h="424" w="448">
                      <a:moveTo>
                        <a:pt x="224" y="1"/>
                      </a:moveTo>
                      <a:cubicBezTo>
                        <a:pt x="118" y="1"/>
                        <a:pt x="26" y="80"/>
                        <a:pt x="14" y="188"/>
                      </a:cubicBezTo>
                      <a:cubicBezTo>
                        <a:pt x="1" y="304"/>
                        <a:pt x="83" y="408"/>
                        <a:pt x="200" y="422"/>
                      </a:cubicBezTo>
                      <a:cubicBezTo>
                        <a:pt x="208" y="423"/>
                        <a:pt x="216" y="424"/>
                        <a:pt x="225" y="424"/>
                      </a:cubicBezTo>
                      <a:cubicBezTo>
                        <a:pt x="330" y="424"/>
                        <a:pt x="422" y="345"/>
                        <a:pt x="434" y="237"/>
                      </a:cubicBezTo>
                      <a:cubicBezTo>
                        <a:pt x="448" y="121"/>
                        <a:pt x="365" y="16"/>
                        <a:pt x="248" y="2"/>
                      </a:cubicBezTo>
                      <a:cubicBezTo>
                        <a:pt x="240" y="1"/>
                        <a:pt x="232"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95"/>
                <p:cNvSpPr/>
                <p:nvPr/>
              </p:nvSpPr>
              <p:spPr>
                <a:xfrm>
                  <a:off x="-4158425" y="683025"/>
                  <a:ext cx="11175" cy="10625"/>
                </a:xfrm>
                <a:custGeom>
                  <a:rect b="b" l="l" r="r" t="t"/>
                  <a:pathLst>
                    <a:path extrusionOk="0" h="425" w="447">
                      <a:moveTo>
                        <a:pt x="225" y="1"/>
                      </a:moveTo>
                      <a:cubicBezTo>
                        <a:pt x="119" y="1"/>
                        <a:pt x="27" y="80"/>
                        <a:pt x="14" y="188"/>
                      </a:cubicBezTo>
                      <a:cubicBezTo>
                        <a:pt x="0" y="304"/>
                        <a:pt x="83" y="408"/>
                        <a:pt x="199" y="423"/>
                      </a:cubicBezTo>
                      <a:cubicBezTo>
                        <a:pt x="207" y="424"/>
                        <a:pt x="215" y="424"/>
                        <a:pt x="222" y="424"/>
                      </a:cubicBezTo>
                      <a:cubicBezTo>
                        <a:pt x="328" y="424"/>
                        <a:pt x="421" y="345"/>
                        <a:pt x="434" y="237"/>
                      </a:cubicBezTo>
                      <a:cubicBezTo>
                        <a:pt x="447" y="120"/>
                        <a:pt x="364" y="16"/>
                        <a:pt x="248" y="2"/>
                      </a:cubicBezTo>
                      <a:cubicBezTo>
                        <a:pt x="240" y="1"/>
                        <a:pt x="232"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95"/>
                <p:cNvSpPr/>
                <p:nvPr/>
              </p:nvSpPr>
              <p:spPr>
                <a:xfrm>
                  <a:off x="-4183975" y="979075"/>
                  <a:ext cx="11200" cy="10625"/>
                </a:xfrm>
                <a:custGeom>
                  <a:rect b="b" l="l" r="r" t="t"/>
                  <a:pathLst>
                    <a:path extrusionOk="0" h="425" w="448">
                      <a:moveTo>
                        <a:pt x="225" y="1"/>
                      </a:moveTo>
                      <a:cubicBezTo>
                        <a:pt x="118" y="1"/>
                        <a:pt x="25" y="80"/>
                        <a:pt x="14" y="188"/>
                      </a:cubicBezTo>
                      <a:cubicBezTo>
                        <a:pt x="0" y="304"/>
                        <a:pt x="83" y="409"/>
                        <a:pt x="200" y="423"/>
                      </a:cubicBezTo>
                      <a:cubicBezTo>
                        <a:pt x="207" y="424"/>
                        <a:pt x="215" y="424"/>
                        <a:pt x="223" y="424"/>
                      </a:cubicBezTo>
                      <a:cubicBezTo>
                        <a:pt x="329" y="424"/>
                        <a:pt x="421" y="345"/>
                        <a:pt x="434" y="237"/>
                      </a:cubicBezTo>
                      <a:cubicBezTo>
                        <a:pt x="447" y="121"/>
                        <a:pt x="365" y="16"/>
                        <a:pt x="248" y="2"/>
                      </a:cubicBezTo>
                      <a:cubicBezTo>
                        <a:pt x="240" y="1"/>
                        <a:pt x="233"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95"/>
                <p:cNvSpPr/>
                <p:nvPr/>
              </p:nvSpPr>
              <p:spPr>
                <a:xfrm>
                  <a:off x="-4000300" y="980975"/>
                  <a:ext cx="11200" cy="10600"/>
                </a:xfrm>
                <a:custGeom>
                  <a:rect b="b" l="l" r="r" t="t"/>
                  <a:pathLst>
                    <a:path extrusionOk="0" h="424" w="448">
                      <a:moveTo>
                        <a:pt x="222" y="1"/>
                      </a:moveTo>
                      <a:cubicBezTo>
                        <a:pt x="115" y="1"/>
                        <a:pt x="25" y="81"/>
                        <a:pt x="14" y="188"/>
                      </a:cubicBezTo>
                      <a:cubicBezTo>
                        <a:pt x="0" y="305"/>
                        <a:pt x="83" y="409"/>
                        <a:pt x="199" y="422"/>
                      </a:cubicBezTo>
                      <a:cubicBezTo>
                        <a:pt x="208" y="423"/>
                        <a:pt x="216" y="424"/>
                        <a:pt x="224" y="424"/>
                      </a:cubicBezTo>
                      <a:cubicBezTo>
                        <a:pt x="329" y="424"/>
                        <a:pt x="420" y="345"/>
                        <a:pt x="434" y="237"/>
                      </a:cubicBezTo>
                      <a:cubicBezTo>
                        <a:pt x="447" y="121"/>
                        <a:pt x="363" y="17"/>
                        <a:pt x="248" y="2"/>
                      </a:cubicBezTo>
                      <a:cubicBezTo>
                        <a:pt x="239" y="1"/>
                        <a:pt x="230" y="1"/>
                        <a:pt x="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9" name="Google Shape;7469;p95"/>
            <p:cNvGrpSpPr/>
            <p:nvPr/>
          </p:nvGrpSpPr>
          <p:grpSpPr>
            <a:xfrm rot="-454279">
              <a:off x="156599" y="4194911"/>
              <a:ext cx="786481" cy="812427"/>
              <a:chOff x="-2828900" y="2732900"/>
              <a:chExt cx="312600" cy="322913"/>
            </a:xfrm>
          </p:grpSpPr>
          <p:sp>
            <p:nvSpPr>
              <p:cNvPr id="7470" name="Google Shape;7470;p95"/>
              <p:cNvSpPr/>
              <p:nvPr/>
            </p:nvSpPr>
            <p:spPr>
              <a:xfrm>
                <a:off x="-2828875" y="2732900"/>
                <a:ext cx="312525" cy="322875"/>
              </a:xfrm>
              <a:custGeom>
                <a:rect b="b" l="l" r="r" t="t"/>
                <a:pathLst>
                  <a:path extrusionOk="0" h="12915" w="12501">
                    <a:moveTo>
                      <a:pt x="3980" y="125"/>
                    </a:moveTo>
                    <a:cubicBezTo>
                      <a:pt x="4044" y="125"/>
                      <a:pt x="4112" y="133"/>
                      <a:pt x="4186" y="148"/>
                    </a:cubicBezTo>
                    <a:cubicBezTo>
                      <a:pt x="4545" y="223"/>
                      <a:pt x="4747" y="879"/>
                      <a:pt x="4852" y="1506"/>
                    </a:cubicBezTo>
                    <a:cubicBezTo>
                      <a:pt x="4364" y="1637"/>
                      <a:pt x="3907" y="1839"/>
                      <a:pt x="3485" y="2097"/>
                    </a:cubicBezTo>
                    <a:lnTo>
                      <a:pt x="3426" y="987"/>
                    </a:lnTo>
                    <a:lnTo>
                      <a:pt x="3389" y="987"/>
                    </a:lnTo>
                    <a:lnTo>
                      <a:pt x="3389" y="982"/>
                    </a:lnTo>
                    <a:cubicBezTo>
                      <a:pt x="3389" y="977"/>
                      <a:pt x="3351" y="482"/>
                      <a:pt x="3616" y="249"/>
                    </a:cubicBezTo>
                    <a:cubicBezTo>
                      <a:pt x="3708" y="167"/>
                      <a:pt x="3831" y="125"/>
                      <a:pt x="3980" y="125"/>
                    </a:cubicBezTo>
                    <a:close/>
                    <a:moveTo>
                      <a:pt x="4880" y="1674"/>
                    </a:moveTo>
                    <a:cubicBezTo>
                      <a:pt x="4924" y="1984"/>
                      <a:pt x="4945" y="2272"/>
                      <a:pt x="4952" y="2463"/>
                    </a:cubicBezTo>
                    <a:lnTo>
                      <a:pt x="3505" y="2463"/>
                    </a:lnTo>
                    <a:lnTo>
                      <a:pt x="3497" y="2288"/>
                    </a:lnTo>
                    <a:cubicBezTo>
                      <a:pt x="3921" y="2019"/>
                      <a:pt x="4383" y="1809"/>
                      <a:pt x="4880" y="1674"/>
                    </a:cubicBezTo>
                    <a:close/>
                    <a:moveTo>
                      <a:pt x="6137" y="1506"/>
                    </a:moveTo>
                    <a:cubicBezTo>
                      <a:pt x="7235" y="1506"/>
                      <a:pt x="8215" y="1875"/>
                      <a:pt x="9035" y="2463"/>
                    </a:cubicBezTo>
                    <a:lnTo>
                      <a:pt x="5074" y="2463"/>
                    </a:lnTo>
                    <a:lnTo>
                      <a:pt x="5074" y="2461"/>
                    </a:lnTo>
                    <a:cubicBezTo>
                      <a:pt x="5073" y="2425"/>
                      <a:pt x="5061" y="2072"/>
                      <a:pt x="5000" y="1643"/>
                    </a:cubicBezTo>
                    <a:cubicBezTo>
                      <a:pt x="5362" y="1555"/>
                      <a:pt x="5743" y="1506"/>
                      <a:pt x="6137" y="1506"/>
                    </a:cubicBezTo>
                    <a:close/>
                    <a:moveTo>
                      <a:pt x="9383" y="2733"/>
                    </a:moveTo>
                    <a:cubicBezTo>
                      <a:pt x="10274" y="3482"/>
                      <a:pt x="10943" y="4499"/>
                      <a:pt x="11318" y="5554"/>
                    </a:cubicBezTo>
                    <a:cubicBezTo>
                      <a:pt x="11306" y="5724"/>
                      <a:pt x="11306" y="5978"/>
                      <a:pt x="11392" y="6087"/>
                    </a:cubicBezTo>
                    <a:cubicBezTo>
                      <a:pt x="11438" y="6147"/>
                      <a:pt x="11477" y="6173"/>
                      <a:pt x="11508" y="6185"/>
                    </a:cubicBezTo>
                    <a:cubicBezTo>
                      <a:pt x="12047" y="8400"/>
                      <a:pt x="11367" y="9837"/>
                      <a:pt x="11251" y="10060"/>
                    </a:cubicBezTo>
                    <a:lnTo>
                      <a:pt x="11251" y="9733"/>
                    </a:lnTo>
                    <a:lnTo>
                      <a:pt x="11093" y="9733"/>
                    </a:lnTo>
                    <a:cubicBezTo>
                      <a:pt x="11297" y="9501"/>
                      <a:pt x="11322" y="8806"/>
                      <a:pt x="11116" y="8421"/>
                    </a:cubicBezTo>
                    <a:cubicBezTo>
                      <a:pt x="11012" y="8224"/>
                      <a:pt x="10863" y="8123"/>
                      <a:pt x="10685" y="8123"/>
                    </a:cubicBezTo>
                    <a:cubicBezTo>
                      <a:pt x="10600" y="8123"/>
                      <a:pt x="10507" y="8146"/>
                      <a:pt x="10409" y="8193"/>
                    </a:cubicBezTo>
                    <a:cubicBezTo>
                      <a:pt x="10301" y="8246"/>
                      <a:pt x="10194" y="8268"/>
                      <a:pt x="10091" y="8268"/>
                    </a:cubicBezTo>
                    <a:cubicBezTo>
                      <a:pt x="9809" y="8268"/>
                      <a:pt x="9556" y="8106"/>
                      <a:pt x="9383" y="7956"/>
                    </a:cubicBezTo>
                    <a:lnTo>
                      <a:pt x="9383" y="3642"/>
                    </a:lnTo>
                    <a:lnTo>
                      <a:pt x="9383" y="2733"/>
                    </a:lnTo>
                    <a:close/>
                    <a:moveTo>
                      <a:pt x="9382" y="8113"/>
                    </a:moveTo>
                    <a:cubicBezTo>
                      <a:pt x="9567" y="8255"/>
                      <a:pt x="9816" y="8390"/>
                      <a:pt x="10092" y="8390"/>
                    </a:cubicBezTo>
                    <a:cubicBezTo>
                      <a:pt x="10212" y="8390"/>
                      <a:pt x="10336" y="8365"/>
                      <a:pt x="10463" y="8304"/>
                    </a:cubicBezTo>
                    <a:cubicBezTo>
                      <a:pt x="10542" y="8265"/>
                      <a:pt x="10615" y="8246"/>
                      <a:pt x="10682" y="8246"/>
                    </a:cubicBezTo>
                    <a:cubicBezTo>
                      <a:pt x="10816" y="8246"/>
                      <a:pt x="10925" y="8324"/>
                      <a:pt x="11007" y="8477"/>
                    </a:cubicBezTo>
                    <a:cubicBezTo>
                      <a:pt x="11197" y="8836"/>
                      <a:pt x="11160" y="9489"/>
                      <a:pt x="10998" y="9654"/>
                    </a:cubicBezTo>
                    <a:lnTo>
                      <a:pt x="10998" y="9611"/>
                    </a:lnTo>
                    <a:cubicBezTo>
                      <a:pt x="10998" y="9585"/>
                      <a:pt x="10976" y="9563"/>
                      <a:pt x="10949" y="9563"/>
                    </a:cubicBezTo>
                    <a:lnTo>
                      <a:pt x="10731" y="9563"/>
                    </a:lnTo>
                    <a:lnTo>
                      <a:pt x="10731" y="9169"/>
                    </a:lnTo>
                    <a:lnTo>
                      <a:pt x="9579" y="8916"/>
                    </a:lnTo>
                    <a:cubicBezTo>
                      <a:pt x="9579" y="8916"/>
                      <a:pt x="9474" y="9513"/>
                      <a:pt x="9494" y="10392"/>
                    </a:cubicBezTo>
                    <a:lnTo>
                      <a:pt x="9494" y="10414"/>
                    </a:lnTo>
                    <a:cubicBezTo>
                      <a:pt x="9495" y="10451"/>
                      <a:pt x="9496" y="10489"/>
                      <a:pt x="9498" y="10528"/>
                    </a:cubicBezTo>
                    <a:cubicBezTo>
                      <a:pt x="9498" y="10536"/>
                      <a:pt x="9498" y="10544"/>
                      <a:pt x="9499" y="10554"/>
                    </a:cubicBezTo>
                    <a:cubicBezTo>
                      <a:pt x="9500" y="10595"/>
                      <a:pt x="9503" y="10636"/>
                      <a:pt x="9504" y="10679"/>
                    </a:cubicBezTo>
                    <a:lnTo>
                      <a:pt x="9504" y="10691"/>
                    </a:lnTo>
                    <a:cubicBezTo>
                      <a:pt x="9506" y="10739"/>
                      <a:pt x="9510" y="10787"/>
                      <a:pt x="9513" y="10835"/>
                    </a:cubicBezTo>
                    <a:cubicBezTo>
                      <a:pt x="9513" y="10841"/>
                      <a:pt x="9515" y="10845"/>
                      <a:pt x="9515" y="10850"/>
                    </a:cubicBezTo>
                    <a:cubicBezTo>
                      <a:pt x="9517" y="10891"/>
                      <a:pt x="9521" y="10933"/>
                      <a:pt x="9524" y="10977"/>
                    </a:cubicBezTo>
                    <a:cubicBezTo>
                      <a:pt x="9525" y="10990"/>
                      <a:pt x="9526" y="11006"/>
                      <a:pt x="9527" y="11020"/>
                    </a:cubicBezTo>
                    <a:cubicBezTo>
                      <a:pt x="9530" y="11054"/>
                      <a:pt x="9534" y="11087"/>
                      <a:pt x="9536" y="11122"/>
                    </a:cubicBezTo>
                    <a:cubicBezTo>
                      <a:pt x="9537" y="11139"/>
                      <a:pt x="9541" y="11155"/>
                      <a:pt x="9542" y="11173"/>
                    </a:cubicBezTo>
                    <a:cubicBezTo>
                      <a:pt x="9546" y="11206"/>
                      <a:pt x="9550" y="11241"/>
                      <a:pt x="9553" y="11276"/>
                    </a:cubicBezTo>
                    <a:cubicBezTo>
                      <a:pt x="9554" y="11292"/>
                      <a:pt x="9557" y="11307"/>
                      <a:pt x="9558" y="11322"/>
                    </a:cubicBezTo>
                    <a:cubicBezTo>
                      <a:pt x="9564" y="11371"/>
                      <a:pt x="9569" y="11421"/>
                      <a:pt x="9578" y="11469"/>
                    </a:cubicBezTo>
                    <a:lnTo>
                      <a:pt x="9578" y="11472"/>
                    </a:lnTo>
                    <a:lnTo>
                      <a:pt x="10729" y="11233"/>
                    </a:lnTo>
                    <a:lnTo>
                      <a:pt x="10729" y="10966"/>
                    </a:lnTo>
                    <a:lnTo>
                      <a:pt x="10947" y="10966"/>
                    </a:lnTo>
                    <a:cubicBezTo>
                      <a:pt x="10975" y="10966"/>
                      <a:pt x="10997" y="10944"/>
                      <a:pt x="10997" y="10917"/>
                    </a:cubicBezTo>
                    <a:lnTo>
                      <a:pt x="10997" y="10913"/>
                    </a:lnTo>
                    <a:lnTo>
                      <a:pt x="10997" y="10762"/>
                    </a:lnTo>
                    <a:cubicBezTo>
                      <a:pt x="11698" y="10927"/>
                      <a:pt x="12146" y="11176"/>
                      <a:pt x="12292" y="11485"/>
                    </a:cubicBezTo>
                    <a:cubicBezTo>
                      <a:pt x="12374" y="11659"/>
                      <a:pt x="12360" y="11856"/>
                      <a:pt x="12252" y="12071"/>
                    </a:cubicBezTo>
                    <a:cubicBezTo>
                      <a:pt x="12187" y="12198"/>
                      <a:pt x="11999" y="12276"/>
                      <a:pt x="11767" y="12276"/>
                    </a:cubicBezTo>
                    <a:cubicBezTo>
                      <a:pt x="11731" y="12276"/>
                      <a:pt x="11694" y="12274"/>
                      <a:pt x="11656" y="12270"/>
                    </a:cubicBezTo>
                    <a:cubicBezTo>
                      <a:pt x="11376" y="12243"/>
                      <a:pt x="11016" y="12092"/>
                      <a:pt x="10923" y="11759"/>
                    </a:cubicBezTo>
                    <a:cubicBezTo>
                      <a:pt x="10893" y="11651"/>
                      <a:pt x="10824" y="11567"/>
                      <a:pt x="10719" y="11510"/>
                    </a:cubicBezTo>
                    <a:cubicBezTo>
                      <a:pt x="10599" y="11445"/>
                      <a:pt x="10440" y="11422"/>
                      <a:pt x="10273" y="11422"/>
                    </a:cubicBezTo>
                    <a:cubicBezTo>
                      <a:pt x="9894" y="11422"/>
                      <a:pt x="9476" y="11543"/>
                      <a:pt x="9382" y="11571"/>
                    </a:cubicBezTo>
                    <a:lnTo>
                      <a:pt x="9382" y="8113"/>
                    </a:lnTo>
                    <a:close/>
                    <a:moveTo>
                      <a:pt x="3979" y="1"/>
                    </a:moveTo>
                    <a:cubicBezTo>
                      <a:pt x="3800" y="1"/>
                      <a:pt x="3650" y="52"/>
                      <a:pt x="3534" y="155"/>
                    </a:cubicBezTo>
                    <a:cubicBezTo>
                      <a:pt x="3235" y="420"/>
                      <a:pt x="3262" y="927"/>
                      <a:pt x="3266" y="985"/>
                    </a:cubicBezTo>
                    <a:lnTo>
                      <a:pt x="3215" y="985"/>
                    </a:lnTo>
                    <a:lnTo>
                      <a:pt x="3154" y="2316"/>
                    </a:lnTo>
                    <a:cubicBezTo>
                      <a:pt x="3087" y="2363"/>
                      <a:pt x="3023" y="2410"/>
                      <a:pt x="2960" y="2461"/>
                    </a:cubicBezTo>
                    <a:lnTo>
                      <a:pt x="2892" y="2461"/>
                    </a:lnTo>
                    <a:lnTo>
                      <a:pt x="2892" y="2514"/>
                    </a:lnTo>
                    <a:cubicBezTo>
                      <a:pt x="1740" y="3439"/>
                      <a:pt x="934" y="4792"/>
                      <a:pt x="606" y="6136"/>
                    </a:cubicBezTo>
                    <a:cubicBezTo>
                      <a:pt x="1" y="8615"/>
                      <a:pt x="987" y="10295"/>
                      <a:pt x="1025" y="10358"/>
                    </a:cubicBezTo>
                    <a:lnTo>
                      <a:pt x="1025" y="10716"/>
                    </a:lnTo>
                    <a:lnTo>
                      <a:pt x="1277" y="10716"/>
                    </a:lnTo>
                    <a:lnTo>
                      <a:pt x="1277" y="10916"/>
                    </a:lnTo>
                    <a:lnTo>
                      <a:pt x="1277" y="10919"/>
                    </a:lnTo>
                    <a:cubicBezTo>
                      <a:pt x="1277" y="10947"/>
                      <a:pt x="1300" y="10969"/>
                      <a:pt x="1327" y="10969"/>
                    </a:cubicBezTo>
                    <a:lnTo>
                      <a:pt x="1545" y="10969"/>
                    </a:lnTo>
                    <a:lnTo>
                      <a:pt x="1545" y="10224"/>
                    </a:lnTo>
                    <a:lnTo>
                      <a:pt x="1545" y="9564"/>
                    </a:lnTo>
                    <a:lnTo>
                      <a:pt x="1325" y="9564"/>
                    </a:lnTo>
                    <a:cubicBezTo>
                      <a:pt x="1297" y="9565"/>
                      <a:pt x="1275" y="9587"/>
                      <a:pt x="1275" y="9612"/>
                    </a:cubicBezTo>
                    <a:lnTo>
                      <a:pt x="1275" y="9733"/>
                    </a:lnTo>
                    <a:lnTo>
                      <a:pt x="1022" y="9733"/>
                    </a:lnTo>
                    <a:lnTo>
                      <a:pt x="1022" y="10060"/>
                    </a:lnTo>
                    <a:cubicBezTo>
                      <a:pt x="907" y="9837"/>
                      <a:pt x="227" y="8399"/>
                      <a:pt x="765" y="6185"/>
                    </a:cubicBezTo>
                    <a:cubicBezTo>
                      <a:pt x="799" y="6174"/>
                      <a:pt x="837" y="6147"/>
                      <a:pt x="882" y="6087"/>
                    </a:cubicBezTo>
                    <a:cubicBezTo>
                      <a:pt x="967" y="5979"/>
                      <a:pt x="967" y="5725"/>
                      <a:pt x="955" y="5554"/>
                    </a:cubicBezTo>
                    <a:cubicBezTo>
                      <a:pt x="1332" y="4499"/>
                      <a:pt x="2001" y="3482"/>
                      <a:pt x="2891" y="2733"/>
                    </a:cubicBezTo>
                    <a:lnTo>
                      <a:pt x="2891" y="3642"/>
                    </a:lnTo>
                    <a:lnTo>
                      <a:pt x="2891" y="12915"/>
                    </a:lnTo>
                    <a:lnTo>
                      <a:pt x="9383" y="12915"/>
                    </a:lnTo>
                    <a:lnTo>
                      <a:pt x="9383" y="11697"/>
                    </a:lnTo>
                    <a:cubicBezTo>
                      <a:pt x="9390" y="11697"/>
                      <a:pt x="9396" y="11697"/>
                      <a:pt x="9401" y="11695"/>
                    </a:cubicBezTo>
                    <a:cubicBezTo>
                      <a:pt x="9407" y="11693"/>
                      <a:pt x="9878" y="11545"/>
                      <a:pt x="10278" y="11545"/>
                    </a:cubicBezTo>
                    <a:cubicBezTo>
                      <a:pt x="10424" y="11545"/>
                      <a:pt x="10561" y="11564"/>
                      <a:pt x="10661" y="11619"/>
                    </a:cubicBezTo>
                    <a:cubicBezTo>
                      <a:pt x="10738" y="11660"/>
                      <a:pt x="10784" y="11717"/>
                      <a:pt x="10806" y="11793"/>
                    </a:cubicBezTo>
                    <a:cubicBezTo>
                      <a:pt x="10915" y="12186"/>
                      <a:pt x="11326" y="12362"/>
                      <a:pt x="11644" y="12393"/>
                    </a:cubicBezTo>
                    <a:cubicBezTo>
                      <a:pt x="11685" y="12397"/>
                      <a:pt x="11725" y="12399"/>
                      <a:pt x="11766" y="12399"/>
                    </a:cubicBezTo>
                    <a:cubicBezTo>
                      <a:pt x="12048" y="12399"/>
                      <a:pt x="12275" y="12297"/>
                      <a:pt x="12361" y="12125"/>
                    </a:cubicBezTo>
                    <a:cubicBezTo>
                      <a:pt x="12488" y="11876"/>
                      <a:pt x="12500" y="11641"/>
                      <a:pt x="12402" y="11432"/>
                    </a:cubicBezTo>
                    <a:cubicBezTo>
                      <a:pt x="12256" y="11118"/>
                      <a:pt x="11869" y="10875"/>
                      <a:pt x="11251" y="10701"/>
                    </a:cubicBezTo>
                    <a:lnTo>
                      <a:pt x="11251" y="10357"/>
                    </a:lnTo>
                    <a:cubicBezTo>
                      <a:pt x="11288" y="10294"/>
                      <a:pt x="12275" y="8612"/>
                      <a:pt x="11670" y="6136"/>
                    </a:cubicBezTo>
                    <a:cubicBezTo>
                      <a:pt x="11342" y="4792"/>
                      <a:pt x="10536" y="3440"/>
                      <a:pt x="9383" y="2513"/>
                    </a:cubicBezTo>
                    <a:lnTo>
                      <a:pt x="9383" y="2461"/>
                    </a:lnTo>
                    <a:lnTo>
                      <a:pt x="9316" y="2461"/>
                    </a:lnTo>
                    <a:cubicBezTo>
                      <a:pt x="8434" y="1774"/>
                      <a:pt x="7356" y="1337"/>
                      <a:pt x="6137" y="1337"/>
                    </a:cubicBezTo>
                    <a:cubicBezTo>
                      <a:pt x="5734" y="1337"/>
                      <a:pt x="5345" y="1385"/>
                      <a:pt x="4974" y="1475"/>
                    </a:cubicBezTo>
                    <a:cubicBezTo>
                      <a:pt x="4867" y="840"/>
                      <a:pt x="4650" y="118"/>
                      <a:pt x="4211" y="26"/>
                    </a:cubicBezTo>
                    <a:cubicBezTo>
                      <a:pt x="4129" y="9"/>
                      <a:pt x="4052" y="1"/>
                      <a:pt x="3979"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1" name="Google Shape;7471;p95"/>
              <p:cNvGrpSpPr/>
              <p:nvPr/>
            </p:nvGrpSpPr>
            <p:grpSpPr>
              <a:xfrm>
                <a:off x="-2828900" y="2732988"/>
                <a:ext cx="312600" cy="322825"/>
                <a:chOff x="-2828900" y="1465025"/>
                <a:chExt cx="312600" cy="322825"/>
              </a:xfrm>
            </p:grpSpPr>
            <p:sp>
              <p:nvSpPr>
                <p:cNvPr id="7472" name="Google Shape;7472;p95"/>
                <p:cNvSpPr/>
                <p:nvPr/>
              </p:nvSpPr>
              <p:spPr>
                <a:xfrm>
                  <a:off x="-2828900" y="1498450"/>
                  <a:ext cx="306925" cy="225500"/>
                </a:xfrm>
                <a:custGeom>
                  <a:rect b="b" l="l" r="r" t="t"/>
                  <a:pathLst>
                    <a:path extrusionOk="0" h="9020" w="12277">
                      <a:moveTo>
                        <a:pt x="6138" y="0"/>
                      </a:moveTo>
                      <a:cubicBezTo>
                        <a:pt x="3276" y="0"/>
                        <a:pt x="1188" y="2414"/>
                        <a:pt x="606" y="4799"/>
                      </a:cubicBezTo>
                      <a:cubicBezTo>
                        <a:pt x="1" y="7277"/>
                        <a:pt x="987" y="8958"/>
                        <a:pt x="1024" y="9020"/>
                      </a:cubicBezTo>
                      <a:lnTo>
                        <a:pt x="1042" y="8751"/>
                      </a:lnTo>
                      <a:cubicBezTo>
                        <a:pt x="1033" y="8737"/>
                        <a:pt x="183" y="7247"/>
                        <a:pt x="769" y="4845"/>
                      </a:cubicBezTo>
                      <a:cubicBezTo>
                        <a:pt x="801" y="4834"/>
                        <a:pt x="839" y="4806"/>
                        <a:pt x="884" y="4747"/>
                      </a:cubicBezTo>
                      <a:cubicBezTo>
                        <a:pt x="970" y="4639"/>
                        <a:pt x="970" y="4385"/>
                        <a:pt x="957" y="4213"/>
                      </a:cubicBezTo>
                      <a:cubicBezTo>
                        <a:pt x="1708" y="2113"/>
                        <a:pt x="3613" y="166"/>
                        <a:pt x="6140" y="166"/>
                      </a:cubicBezTo>
                      <a:cubicBezTo>
                        <a:pt x="8666" y="166"/>
                        <a:pt x="10572" y="2114"/>
                        <a:pt x="11322" y="4213"/>
                      </a:cubicBezTo>
                      <a:cubicBezTo>
                        <a:pt x="11310" y="4383"/>
                        <a:pt x="11310" y="4638"/>
                        <a:pt x="11395" y="4747"/>
                      </a:cubicBezTo>
                      <a:cubicBezTo>
                        <a:pt x="11441" y="4806"/>
                        <a:pt x="11481" y="4832"/>
                        <a:pt x="11512" y="4845"/>
                      </a:cubicBezTo>
                      <a:cubicBezTo>
                        <a:pt x="12096" y="7247"/>
                        <a:pt x="11246" y="8736"/>
                        <a:pt x="11238" y="8751"/>
                      </a:cubicBezTo>
                      <a:lnTo>
                        <a:pt x="11255" y="9020"/>
                      </a:lnTo>
                      <a:cubicBezTo>
                        <a:pt x="11290" y="8957"/>
                        <a:pt x="12276" y="7276"/>
                        <a:pt x="11672" y="4799"/>
                      </a:cubicBezTo>
                      <a:cubicBezTo>
                        <a:pt x="11088" y="2414"/>
                        <a:pt x="9001" y="0"/>
                        <a:pt x="6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95"/>
                <p:cNvSpPr/>
                <p:nvPr/>
              </p:nvSpPr>
              <p:spPr>
                <a:xfrm>
                  <a:off x="-2748300" y="1465025"/>
                  <a:ext cx="46375" cy="63075"/>
                </a:xfrm>
                <a:custGeom>
                  <a:rect b="b" l="l" r="r" t="t"/>
                  <a:pathLst>
                    <a:path extrusionOk="0" h="2523" w="1855">
                      <a:moveTo>
                        <a:pt x="755" y="1"/>
                      </a:moveTo>
                      <a:cubicBezTo>
                        <a:pt x="577" y="1"/>
                        <a:pt x="428" y="52"/>
                        <a:pt x="311" y="155"/>
                      </a:cubicBezTo>
                      <a:cubicBezTo>
                        <a:pt x="1" y="430"/>
                        <a:pt x="42" y="967"/>
                        <a:pt x="43" y="990"/>
                      </a:cubicBezTo>
                      <a:cubicBezTo>
                        <a:pt x="45" y="1024"/>
                        <a:pt x="73" y="1047"/>
                        <a:pt x="105" y="1047"/>
                      </a:cubicBezTo>
                      <a:cubicBezTo>
                        <a:pt x="106" y="1047"/>
                        <a:pt x="108" y="1047"/>
                        <a:pt x="109" y="1047"/>
                      </a:cubicBezTo>
                      <a:cubicBezTo>
                        <a:pt x="143" y="1044"/>
                        <a:pt x="168" y="1015"/>
                        <a:pt x="166" y="981"/>
                      </a:cubicBezTo>
                      <a:cubicBezTo>
                        <a:pt x="164" y="976"/>
                        <a:pt x="128" y="482"/>
                        <a:pt x="393" y="248"/>
                      </a:cubicBezTo>
                      <a:cubicBezTo>
                        <a:pt x="485" y="166"/>
                        <a:pt x="607" y="125"/>
                        <a:pt x="755" y="125"/>
                      </a:cubicBezTo>
                      <a:cubicBezTo>
                        <a:pt x="820" y="125"/>
                        <a:pt x="889" y="133"/>
                        <a:pt x="963" y="148"/>
                      </a:cubicBezTo>
                      <a:cubicBezTo>
                        <a:pt x="1534" y="267"/>
                        <a:pt x="1710" y="1859"/>
                        <a:pt x="1729" y="2463"/>
                      </a:cubicBezTo>
                      <a:cubicBezTo>
                        <a:pt x="1730" y="2497"/>
                        <a:pt x="1757" y="2523"/>
                        <a:pt x="1791" y="2523"/>
                      </a:cubicBezTo>
                      <a:lnTo>
                        <a:pt x="1793" y="2523"/>
                      </a:lnTo>
                      <a:cubicBezTo>
                        <a:pt x="1827" y="2522"/>
                        <a:pt x="1854" y="2493"/>
                        <a:pt x="1853" y="2460"/>
                      </a:cubicBezTo>
                      <a:cubicBezTo>
                        <a:pt x="1849" y="2367"/>
                        <a:pt x="1772" y="189"/>
                        <a:pt x="988" y="26"/>
                      </a:cubicBezTo>
                      <a:cubicBezTo>
                        <a:pt x="906" y="9"/>
                        <a:pt x="828" y="1"/>
                        <a:pt x="7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95"/>
                <p:cNvSpPr/>
                <p:nvPr/>
              </p:nvSpPr>
              <p:spPr>
                <a:xfrm>
                  <a:off x="-2603250" y="1657175"/>
                  <a:ext cx="57875" cy="52700"/>
                </a:xfrm>
                <a:custGeom>
                  <a:rect b="b" l="l" r="r" t="t"/>
                  <a:pathLst>
                    <a:path extrusionOk="0" h="2108" w="2315">
                      <a:moveTo>
                        <a:pt x="70" y="1"/>
                      </a:moveTo>
                      <a:cubicBezTo>
                        <a:pt x="57" y="1"/>
                        <a:pt x="44" y="5"/>
                        <a:pt x="33" y="13"/>
                      </a:cubicBezTo>
                      <a:cubicBezTo>
                        <a:pt x="6" y="34"/>
                        <a:pt x="1" y="72"/>
                        <a:pt x="21" y="100"/>
                      </a:cubicBezTo>
                      <a:cubicBezTo>
                        <a:pt x="28" y="108"/>
                        <a:pt x="487" y="704"/>
                        <a:pt x="1066" y="704"/>
                      </a:cubicBezTo>
                      <a:cubicBezTo>
                        <a:pt x="1186" y="704"/>
                        <a:pt x="1311" y="679"/>
                        <a:pt x="1438" y="617"/>
                      </a:cubicBezTo>
                      <a:cubicBezTo>
                        <a:pt x="1517" y="579"/>
                        <a:pt x="1590" y="560"/>
                        <a:pt x="1657" y="560"/>
                      </a:cubicBezTo>
                      <a:cubicBezTo>
                        <a:pt x="1791" y="560"/>
                        <a:pt x="1900" y="637"/>
                        <a:pt x="1982" y="791"/>
                      </a:cubicBezTo>
                      <a:cubicBezTo>
                        <a:pt x="2184" y="1170"/>
                        <a:pt x="2131" y="1884"/>
                        <a:pt x="1942" y="1993"/>
                      </a:cubicBezTo>
                      <a:cubicBezTo>
                        <a:pt x="1914" y="2009"/>
                        <a:pt x="1904" y="2046"/>
                        <a:pt x="1920" y="2076"/>
                      </a:cubicBezTo>
                      <a:cubicBezTo>
                        <a:pt x="1931" y="2096"/>
                        <a:pt x="1952" y="2107"/>
                        <a:pt x="1973" y="2107"/>
                      </a:cubicBezTo>
                      <a:cubicBezTo>
                        <a:pt x="1983" y="2107"/>
                        <a:pt x="1995" y="2104"/>
                        <a:pt x="2003" y="2099"/>
                      </a:cubicBezTo>
                      <a:cubicBezTo>
                        <a:pt x="2265" y="1947"/>
                        <a:pt x="2314" y="1157"/>
                        <a:pt x="2090" y="734"/>
                      </a:cubicBezTo>
                      <a:cubicBezTo>
                        <a:pt x="1986" y="536"/>
                        <a:pt x="1837" y="435"/>
                        <a:pt x="1659" y="435"/>
                      </a:cubicBezTo>
                      <a:cubicBezTo>
                        <a:pt x="1573" y="435"/>
                        <a:pt x="1481" y="458"/>
                        <a:pt x="1383" y="506"/>
                      </a:cubicBezTo>
                      <a:cubicBezTo>
                        <a:pt x="1275" y="558"/>
                        <a:pt x="1168" y="580"/>
                        <a:pt x="1065" y="580"/>
                      </a:cubicBezTo>
                      <a:cubicBezTo>
                        <a:pt x="548" y="580"/>
                        <a:pt x="124" y="32"/>
                        <a:pt x="119" y="25"/>
                      </a:cubicBezTo>
                      <a:cubicBezTo>
                        <a:pt x="107" y="9"/>
                        <a:pt x="89" y="1"/>
                        <a:pt x="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95"/>
                <p:cNvSpPr/>
                <p:nvPr/>
              </p:nvSpPr>
              <p:spPr>
                <a:xfrm>
                  <a:off x="-2596050" y="1731025"/>
                  <a:ext cx="79750" cy="43975"/>
                </a:xfrm>
                <a:custGeom>
                  <a:rect b="b" l="l" r="r" t="t"/>
                  <a:pathLst>
                    <a:path extrusionOk="0" h="1759" w="3190">
                      <a:moveTo>
                        <a:pt x="1686" y="0"/>
                      </a:moveTo>
                      <a:cubicBezTo>
                        <a:pt x="1658" y="0"/>
                        <a:pt x="1632" y="19"/>
                        <a:pt x="1626" y="48"/>
                      </a:cubicBezTo>
                      <a:cubicBezTo>
                        <a:pt x="1618" y="82"/>
                        <a:pt x="1638" y="114"/>
                        <a:pt x="1672" y="122"/>
                      </a:cubicBezTo>
                      <a:cubicBezTo>
                        <a:pt x="2380" y="283"/>
                        <a:pt x="2832" y="533"/>
                        <a:pt x="2979" y="845"/>
                      </a:cubicBezTo>
                      <a:cubicBezTo>
                        <a:pt x="3060" y="1018"/>
                        <a:pt x="3047" y="1215"/>
                        <a:pt x="2939" y="1430"/>
                      </a:cubicBezTo>
                      <a:cubicBezTo>
                        <a:pt x="2874" y="1557"/>
                        <a:pt x="2685" y="1635"/>
                        <a:pt x="2452" y="1635"/>
                      </a:cubicBezTo>
                      <a:cubicBezTo>
                        <a:pt x="2416" y="1635"/>
                        <a:pt x="2380" y="1634"/>
                        <a:pt x="2343" y="1630"/>
                      </a:cubicBezTo>
                      <a:cubicBezTo>
                        <a:pt x="2063" y="1602"/>
                        <a:pt x="1703" y="1451"/>
                        <a:pt x="1610" y="1119"/>
                      </a:cubicBezTo>
                      <a:cubicBezTo>
                        <a:pt x="1580" y="1011"/>
                        <a:pt x="1512" y="926"/>
                        <a:pt x="1406" y="869"/>
                      </a:cubicBezTo>
                      <a:cubicBezTo>
                        <a:pt x="1286" y="805"/>
                        <a:pt x="1128" y="781"/>
                        <a:pt x="962" y="781"/>
                      </a:cubicBezTo>
                      <a:cubicBezTo>
                        <a:pt x="544" y="781"/>
                        <a:pt x="78" y="928"/>
                        <a:pt x="51" y="937"/>
                      </a:cubicBezTo>
                      <a:cubicBezTo>
                        <a:pt x="18" y="947"/>
                        <a:pt x="0" y="982"/>
                        <a:pt x="11" y="1014"/>
                      </a:cubicBezTo>
                      <a:cubicBezTo>
                        <a:pt x="19" y="1041"/>
                        <a:pt x="44" y="1057"/>
                        <a:pt x="69" y="1057"/>
                      </a:cubicBezTo>
                      <a:cubicBezTo>
                        <a:pt x="76" y="1057"/>
                        <a:pt x="82" y="1056"/>
                        <a:pt x="88" y="1054"/>
                      </a:cubicBezTo>
                      <a:cubicBezTo>
                        <a:pt x="95" y="1052"/>
                        <a:pt x="564" y="904"/>
                        <a:pt x="963" y="904"/>
                      </a:cubicBezTo>
                      <a:cubicBezTo>
                        <a:pt x="1110" y="904"/>
                        <a:pt x="1247" y="924"/>
                        <a:pt x="1348" y="979"/>
                      </a:cubicBezTo>
                      <a:cubicBezTo>
                        <a:pt x="1425" y="1020"/>
                        <a:pt x="1472" y="1077"/>
                        <a:pt x="1493" y="1152"/>
                      </a:cubicBezTo>
                      <a:cubicBezTo>
                        <a:pt x="1601" y="1544"/>
                        <a:pt x="2013" y="1722"/>
                        <a:pt x="2332" y="1753"/>
                      </a:cubicBezTo>
                      <a:cubicBezTo>
                        <a:pt x="2373" y="1756"/>
                        <a:pt x="2412" y="1759"/>
                        <a:pt x="2453" y="1759"/>
                      </a:cubicBezTo>
                      <a:cubicBezTo>
                        <a:pt x="2735" y="1759"/>
                        <a:pt x="2962" y="1657"/>
                        <a:pt x="3049" y="1487"/>
                      </a:cubicBezTo>
                      <a:cubicBezTo>
                        <a:pt x="3175" y="1237"/>
                        <a:pt x="3189" y="1003"/>
                        <a:pt x="3090" y="793"/>
                      </a:cubicBezTo>
                      <a:cubicBezTo>
                        <a:pt x="2925" y="440"/>
                        <a:pt x="2457" y="175"/>
                        <a:pt x="1699" y="2"/>
                      </a:cubicBezTo>
                      <a:cubicBezTo>
                        <a:pt x="1695" y="1"/>
                        <a:pt x="1690" y="0"/>
                        <a:pt x="16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95"/>
                <p:cNvSpPr/>
                <p:nvPr/>
              </p:nvSpPr>
              <p:spPr>
                <a:xfrm>
                  <a:off x="-2756600" y="1526525"/>
                  <a:ext cx="162300" cy="261325"/>
                </a:xfrm>
                <a:custGeom>
                  <a:rect b="b" l="l" r="r" t="t"/>
                  <a:pathLst>
                    <a:path extrusionOk="0" h="10453" w="6492">
                      <a:moveTo>
                        <a:pt x="0" y="1"/>
                      </a:moveTo>
                      <a:lnTo>
                        <a:pt x="0" y="1181"/>
                      </a:lnTo>
                      <a:lnTo>
                        <a:pt x="0" y="10453"/>
                      </a:lnTo>
                      <a:lnTo>
                        <a:pt x="6492" y="10453"/>
                      </a:lnTo>
                      <a:lnTo>
                        <a:pt x="6492" y="1181"/>
                      </a:lnTo>
                      <a:lnTo>
                        <a:pt x="64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95"/>
                <p:cNvSpPr/>
                <p:nvPr/>
              </p:nvSpPr>
              <p:spPr>
                <a:xfrm>
                  <a:off x="-2724700" y="1584825"/>
                  <a:ext cx="114325" cy="158500"/>
                </a:xfrm>
                <a:custGeom>
                  <a:rect b="b" l="l" r="r" t="t"/>
                  <a:pathLst>
                    <a:path extrusionOk="0" h="6340" w="4573">
                      <a:moveTo>
                        <a:pt x="4449" y="59"/>
                      </a:moveTo>
                      <a:cubicBezTo>
                        <a:pt x="4483" y="59"/>
                        <a:pt x="4511" y="87"/>
                        <a:pt x="4511" y="121"/>
                      </a:cubicBezTo>
                      <a:lnTo>
                        <a:pt x="4511" y="6216"/>
                      </a:lnTo>
                      <a:cubicBezTo>
                        <a:pt x="4511" y="6251"/>
                        <a:pt x="4482" y="6278"/>
                        <a:pt x="4449" y="6278"/>
                      </a:cubicBezTo>
                      <a:lnTo>
                        <a:pt x="123" y="6278"/>
                      </a:lnTo>
                      <a:cubicBezTo>
                        <a:pt x="89" y="6278"/>
                        <a:pt x="61" y="6250"/>
                        <a:pt x="61" y="6216"/>
                      </a:cubicBezTo>
                      <a:lnTo>
                        <a:pt x="61" y="121"/>
                      </a:lnTo>
                      <a:cubicBezTo>
                        <a:pt x="61" y="86"/>
                        <a:pt x="90" y="59"/>
                        <a:pt x="123" y="59"/>
                      </a:cubicBezTo>
                      <a:close/>
                      <a:moveTo>
                        <a:pt x="123" y="0"/>
                      </a:moveTo>
                      <a:cubicBezTo>
                        <a:pt x="56" y="0"/>
                        <a:pt x="1" y="54"/>
                        <a:pt x="1" y="122"/>
                      </a:cubicBezTo>
                      <a:lnTo>
                        <a:pt x="1" y="6218"/>
                      </a:lnTo>
                      <a:cubicBezTo>
                        <a:pt x="1" y="6285"/>
                        <a:pt x="55" y="6340"/>
                        <a:pt x="123" y="6340"/>
                      </a:cubicBezTo>
                      <a:lnTo>
                        <a:pt x="4449" y="6340"/>
                      </a:lnTo>
                      <a:cubicBezTo>
                        <a:pt x="4517" y="6340"/>
                        <a:pt x="4573" y="6285"/>
                        <a:pt x="4571" y="6218"/>
                      </a:cubicBezTo>
                      <a:lnTo>
                        <a:pt x="4571" y="122"/>
                      </a:lnTo>
                      <a:cubicBezTo>
                        <a:pt x="4571" y="55"/>
                        <a:pt x="4517" y="0"/>
                        <a:pt x="44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95"/>
                <p:cNvSpPr/>
                <p:nvPr/>
              </p:nvSpPr>
              <p:spPr>
                <a:xfrm>
                  <a:off x="-2713425" y="1600200"/>
                  <a:ext cx="91750" cy="127675"/>
                </a:xfrm>
                <a:custGeom>
                  <a:rect b="b" l="l" r="r" t="t"/>
                  <a:pathLst>
                    <a:path extrusionOk="0" h="5107" w="3670">
                      <a:moveTo>
                        <a:pt x="94" y="0"/>
                      </a:moveTo>
                      <a:cubicBezTo>
                        <a:pt x="42" y="0"/>
                        <a:pt x="1" y="42"/>
                        <a:pt x="1" y="93"/>
                      </a:cubicBezTo>
                      <a:lnTo>
                        <a:pt x="1" y="5015"/>
                      </a:lnTo>
                      <a:cubicBezTo>
                        <a:pt x="1" y="5066"/>
                        <a:pt x="42" y="5107"/>
                        <a:pt x="94" y="5107"/>
                      </a:cubicBezTo>
                      <a:lnTo>
                        <a:pt x="3577" y="5107"/>
                      </a:lnTo>
                      <a:cubicBezTo>
                        <a:pt x="3627" y="5107"/>
                        <a:pt x="3669" y="5066"/>
                        <a:pt x="3670" y="5015"/>
                      </a:cubicBezTo>
                      <a:lnTo>
                        <a:pt x="3670" y="93"/>
                      </a:lnTo>
                      <a:cubicBezTo>
                        <a:pt x="3670" y="42"/>
                        <a:pt x="3628" y="0"/>
                        <a:pt x="35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95"/>
                <p:cNvSpPr/>
                <p:nvPr/>
              </p:nvSpPr>
              <p:spPr>
                <a:xfrm>
                  <a:off x="-2706225" y="1600225"/>
                  <a:ext cx="29725" cy="127650"/>
                </a:xfrm>
                <a:custGeom>
                  <a:rect b="b" l="l" r="r" t="t"/>
                  <a:pathLst>
                    <a:path extrusionOk="0" h="5106" w="1189">
                      <a:moveTo>
                        <a:pt x="1" y="0"/>
                      </a:moveTo>
                      <a:lnTo>
                        <a:pt x="1" y="708"/>
                      </a:lnTo>
                      <a:lnTo>
                        <a:pt x="1128" y="1074"/>
                      </a:lnTo>
                      <a:lnTo>
                        <a:pt x="1128" y="4033"/>
                      </a:lnTo>
                      <a:lnTo>
                        <a:pt x="1" y="4398"/>
                      </a:lnTo>
                      <a:lnTo>
                        <a:pt x="1" y="5106"/>
                      </a:lnTo>
                      <a:lnTo>
                        <a:pt x="63" y="5106"/>
                      </a:lnTo>
                      <a:lnTo>
                        <a:pt x="63" y="4443"/>
                      </a:lnTo>
                      <a:lnTo>
                        <a:pt x="1189" y="4077"/>
                      </a:lnTo>
                      <a:lnTo>
                        <a:pt x="1189" y="1028"/>
                      </a:lnTo>
                      <a:lnTo>
                        <a:pt x="63" y="664"/>
                      </a:lnTo>
                      <a:lnTo>
                        <a:pt x="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95"/>
                <p:cNvSpPr/>
                <p:nvPr/>
              </p:nvSpPr>
              <p:spPr>
                <a:xfrm>
                  <a:off x="-2693400" y="1770450"/>
                  <a:ext cx="82250" cy="4800"/>
                </a:xfrm>
                <a:custGeom>
                  <a:rect b="b" l="l" r="r" t="t"/>
                  <a:pathLst>
                    <a:path extrusionOk="0" h="192" w="3290">
                      <a:moveTo>
                        <a:pt x="71" y="0"/>
                      </a:moveTo>
                      <a:cubicBezTo>
                        <a:pt x="32" y="0"/>
                        <a:pt x="1" y="31"/>
                        <a:pt x="1" y="70"/>
                      </a:cubicBezTo>
                      <a:lnTo>
                        <a:pt x="1" y="121"/>
                      </a:lnTo>
                      <a:cubicBezTo>
                        <a:pt x="1" y="160"/>
                        <a:pt x="32" y="191"/>
                        <a:pt x="71" y="191"/>
                      </a:cubicBezTo>
                      <a:lnTo>
                        <a:pt x="3220" y="191"/>
                      </a:lnTo>
                      <a:cubicBezTo>
                        <a:pt x="3259" y="191"/>
                        <a:pt x="3290" y="160"/>
                        <a:pt x="3290" y="121"/>
                      </a:cubicBezTo>
                      <a:lnTo>
                        <a:pt x="3290" y="70"/>
                      </a:lnTo>
                      <a:cubicBezTo>
                        <a:pt x="3290" y="31"/>
                        <a:pt x="3259" y="0"/>
                        <a:pt x="3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95"/>
                <p:cNvSpPr/>
                <p:nvPr/>
              </p:nvSpPr>
              <p:spPr>
                <a:xfrm>
                  <a:off x="-2728150" y="1563400"/>
                  <a:ext cx="92775" cy="4800"/>
                </a:xfrm>
                <a:custGeom>
                  <a:rect b="b" l="l" r="r" t="t"/>
                  <a:pathLst>
                    <a:path extrusionOk="0" h="192" w="3711">
                      <a:moveTo>
                        <a:pt x="70" y="1"/>
                      </a:moveTo>
                      <a:cubicBezTo>
                        <a:pt x="32" y="1"/>
                        <a:pt x="1" y="32"/>
                        <a:pt x="1" y="70"/>
                      </a:cubicBezTo>
                      <a:lnTo>
                        <a:pt x="1" y="121"/>
                      </a:lnTo>
                      <a:cubicBezTo>
                        <a:pt x="1" y="161"/>
                        <a:pt x="32" y="192"/>
                        <a:pt x="70" y="192"/>
                      </a:cubicBezTo>
                      <a:lnTo>
                        <a:pt x="3641" y="192"/>
                      </a:lnTo>
                      <a:cubicBezTo>
                        <a:pt x="3679" y="192"/>
                        <a:pt x="3710" y="158"/>
                        <a:pt x="3711" y="121"/>
                      </a:cubicBezTo>
                      <a:lnTo>
                        <a:pt x="3711" y="70"/>
                      </a:lnTo>
                      <a:cubicBezTo>
                        <a:pt x="3711" y="32"/>
                        <a:pt x="3680" y="1"/>
                        <a:pt x="36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95"/>
                <p:cNvSpPr/>
                <p:nvPr/>
              </p:nvSpPr>
              <p:spPr>
                <a:xfrm>
                  <a:off x="-2621725" y="1534950"/>
                  <a:ext cx="8475" cy="8475"/>
                </a:xfrm>
                <a:custGeom>
                  <a:rect b="b" l="l" r="r" t="t"/>
                  <a:pathLst>
                    <a:path extrusionOk="0" h="339" w="339">
                      <a:moveTo>
                        <a:pt x="169" y="0"/>
                      </a:moveTo>
                      <a:cubicBezTo>
                        <a:pt x="76" y="0"/>
                        <a:pt x="1" y="77"/>
                        <a:pt x="1" y="170"/>
                      </a:cubicBezTo>
                      <a:cubicBezTo>
                        <a:pt x="1" y="262"/>
                        <a:pt x="77" y="339"/>
                        <a:pt x="169" y="339"/>
                      </a:cubicBezTo>
                      <a:cubicBezTo>
                        <a:pt x="263" y="339"/>
                        <a:pt x="338" y="262"/>
                        <a:pt x="338" y="170"/>
                      </a:cubicBezTo>
                      <a:cubicBezTo>
                        <a:pt x="338" y="77"/>
                        <a:pt x="263"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95"/>
                <p:cNvSpPr/>
                <p:nvPr/>
              </p:nvSpPr>
              <p:spPr>
                <a:xfrm>
                  <a:off x="-2643875" y="1534950"/>
                  <a:ext cx="8475" cy="8475"/>
                </a:xfrm>
                <a:custGeom>
                  <a:rect b="b" l="l" r="r" t="t"/>
                  <a:pathLst>
                    <a:path extrusionOk="0" h="339" w="339">
                      <a:moveTo>
                        <a:pt x="169" y="0"/>
                      </a:moveTo>
                      <a:cubicBezTo>
                        <a:pt x="77" y="0"/>
                        <a:pt x="0" y="77"/>
                        <a:pt x="0" y="170"/>
                      </a:cubicBezTo>
                      <a:cubicBezTo>
                        <a:pt x="0" y="262"/>
                        <a:pt x="77" y="339"/>
                        <a:pt x="169" y="339"/>
                      </a:cubicBezTo>
                      <a:cubicBezTo>
                        <a:pt x="262" y="339"/>
                        <a:pt x="339" y="262"/>
                        <a:pt x="339" y="170"/>
                      </a:cubicBezTo>
                      <a:cubicBezTo>
                        <a:pt x="339" y="77"/>
                        <a:pt x="262"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95"/>
                <p:cNvSpPr/>
                <p:nvPr/>
              </p:nvSpPr>
              <p:spPr>
                <a:xfrm>
                  <a:off x="-2666000" y="1534950"/>
                  <a:ext cx="8475" cy="8475"/>
                </a:xfrm>
                <a:custGeom>
                  <a:rect b="b" l="l" r="r" t="t"/>
                  <a:pathLst>
                    <a:path extrusionOk="0" h="339" w="339">
                      <a:moveTo>
                        <a:pt x="169" y="0"/>
                      </a:moveTo>
                      <a:cubicBezTo>
                        <a:pt x="76" y="0"/>
                        <a:pt x="1" y="77"/>
                        <a:pt x="1" y="170"/>
                      </a:cubicBezTo>
                      <a:cubicBezTo>
                        <a:pt x="1" y="262"/>
                        <a:pt x="76" y="339"/>
                        <a:pt x="169" y="339"/>
                      </a:cubicBezTo>
                      <a:cubicBezTo>
                        <a:pt x="262" y="339"/>
                        <a:pt x="338" y="262"/>
                        <a:pt x="338" y="170"/>
                      </a:cubicBezTo>
                      <a:cubicBezTo>
                        <a:pt x="338" y="77"/>
                        <a:pt x="264"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95"/>
                <p:cNvSpPr/>
                <p:nvPr/>
              </p:nvSpPr>
              <p:spPr>
                <a:xfrm>
                  <a:off x="-2687100" y="1534950"/>
                  <a:ext cx="6350" cy="6350"/>
                </a:xfrm>
                <a:custGeom>
                  <a:rect b="b" l="l" r="r" t="t"/>
                  <a:pathLst>
                    <a:path extrusionOk="0" h="254" w="254">
                      <a:moveTo>
                        <a:pt x="126" y="0"/>
                      </a:moveTo>
                      <a:cubicBezTo>
                        <a:pt x="57" y="0"/>
                        <a:pt x="1" y="57"/>
                        <a:pt x="1" y="127"/>
                      </a:cubicBezTo>
                      <a:cubicBezTo>
                        <a:pt x="1" y="196"/>
                        <a:pt x="57" y="253"/>
                        <a:pt x="126" y="253"/>
                      </a:cubicBezTo>
                      <a:cubicBezTo>
                        <a:pt x="197" y="253"/>
                        <a:pt x="253" y="196"/>
                        <a:pt x="253" y="127"/>
                      </a:cubicBezTo>
                      <a:cubicBezTo>
                        <a:pt x="253" y="57"/>
                        <a:pt x="197" y="0"/>
                        <a:pt x="1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95"/>
                <p:cNvSpPr/>
                <p:nvPr/>
              </p:nvSpPr>
              <p:spPr>
                <a:xfrm>
                  <a:off x="-2717475" y="1534950"/>
                  <a:ext cx="6350" cy="6350"/>
                </a:xfrm>
                <a:custGeom>
                  <a:rect b="b" l="l" r="r" t="t"/>
                  <a:pathLst>
                    <a:path extrusionOk="0" h="254" w="254">
                      <a:moveTo>
                        <a:pt x="127" y="0"/>
                      </a:moveTo>
                      <a:cubicBezTo>
                        <a:pt x="57" y="0"/>
                        <a:pt x="1" y="57"/>
                        <a:pt x="1" y="127"/>
                      </a:cubicBezTo>
                      <a:cubicBezTo>
                        <a:pt x="1" y="196"/>
                        <a:pt x="57" y="253"/>
                        <a:pt x="127" y="253"/>
                      </a:cubicBezTo>
                      <a:cubicBezTo>
                        <a:pt x="197" y="253"/>
                        <a:pt x="254" y="196"/>
                        <a:pt x="254" y="127"/>
                      </a:cubicBezTo>
                      <a:cubicBezTo>
                        <a:pt x="254" y="57"/>
                        <a:pt x="197" y="0"/>
                        <a:pt x="1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95"/>
                <p:cNvSpPr/>
                <p:nvPr/>
              </p:nvSpPr>
              <p:spPr>
                <a:xfrm>
                  <a:off x="-2797000" y="1704075"/>
                  <a:ext cx="6700" cy="35175"/>
                </a:xfrm>
                <a:custGeom>
                  <a:rect b="b" l="l" r="r" t="t"/>
                  <a:pathLst>
                    <a:path extrusionOk="0" h="1407" w="268">
                      <a:moveTo>
                        <a:pt x="50" y="0"/>
                      </a:moveTo>
                      <a:cubicBezTo>
                        <a:pt x="22" y="0"/>
                        <a:pt x="0" y="22"/>
                        <a:pt x="0" y="50"/>
                      </a:cubicBezTo>
                      <a:lnTo>
                        <a:pt x="0" y="1357"/>
                      </a:lnTo>
                      <a:cubicBezTo>
                        <a:pt x="0" y="1384"/>
                        <a:pt x="22" y="1407"/>
                        <a:pt x="50" y="1407"/>
                      </a:cubicBezTo>
                      <a:lnTo>
                        <a:pt x="268" y="1407"/>
                      </a:lnTo>
                      <a:lnTo>
                        <a:pt x="2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95"/>
                <p:cNvSpPr/>
                <p:nvPr/>
              </p:nvSpPr>
              <p:spPr>
                <a:xfrm>
                  <a:off x="-2803325" y="1708300"/>
                  <a:ext cx="6350" cy="24575"/>
                </a:xfrm>
                <a:custGeom>
                  <a:rect b="b" l="l" r="r" t="t"/>
                  <a:pathLst>
                    <a:path extrusionOk="0" h="983" w="254">
                      <a:moveTo>
                        <a:pt x="0" y="0"/>
                      </a:moveTo>
                      <a:lnTo>
                        <a:pt x="0" y="983"/>
                      </a:lnTo>
                      <a:lnTo>
                        <a:pt x="253" y="983"/>
                      </a:lnTo>
                      <a:lnTo>
                        <a:pt x="2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95"/>
                <p:cNvSpPr/>
                <p:nvPr/>
              </p:nvSpPr>
              <p:spPr>
                <a:xfrm>
                  <a:off x="-2560600" y="1704075"/>
                  <a:ext cx="6675" cy="35175"/>
                </a:xfrm>
                <a:custGeom>
                  <a:rect b="b" l="l" r="r" t="t"/>
                  <a:pathLst>
                    <a:path extrusionOk="0" h="1407" w="267">
                      <a:moveTo>
                        <a:pt x="0" y="0"/>
                      </a:moveTo>
                      <a:lnTo>
                        <a:pt x="0" y="1407"/>
                      </a:lnTo>
                      <a:lnTo>
                        <a:pt x="218" y="1407"/>
                      </a:lnTo>
                      <a:cubicBezTo>
                        <a:pt x="245" y="1407"/>
                        <a:pt x="267" y="1384"/>
                        <a:pt x="267" y="1357"/>
                      </a:cubicBezTo>
                      <a:lnTo>
                        <a:pt x="267" y="50"/>
                      </a:lnTo>
                      <a:cubicBezTo>
                        <a:pt x="267" y="22"/>
                        <a:pt x="245"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95"/>
                <p:cNvSpPr/>
                <p:nvPr/>
              </p:nvSpPr>
              <p:spPr>
                <a:xfrm>
                  <a:off x="-2553925" y="1708325"/>
                  <a:ext cx="6350" cy="24600"/>
                </a:xfrm>
                <a:custGeom>
                  <a:rect b="b" l="l" r="r" t="t"/>
                  <a:pathLst>
                    <a:path extrusionOk="0" h="984" w="254">
                      <a:moveTo>
                        <a:pt x="1" y="0"/>
                      </a:moveTo>
                      <a:lnTo>
                        <a:pt x="1" y="984"/>
                      </a:lnTo>
                      <a:lnTo>
                        <a:pt x="254" y="984"/>
                      </a:lnTo>
                      <a:lnTo>
                        <a:pt x="2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95"/>
                <p:cNvSpPr/>
                <p:nvPr/>
              </p:nvSpPr>
              <p:spPr>
                <a:xfrm>
                  <a:off x="-2662850" y="1620875"/>
                  <a:ext cx="15450" cy="15475"/>
                </a:xfrm>
                <a:custGeom>
                  <a:rect b="b" l="l" r="r" t="t"/>
                  <a:pathLst>
                    <a:path extrusionOk="0" h="619" w="618">
                      <a:moveTo>
                        <a:pt x="309" y="1"/>
                      </a:moveTo>
                      <a:cubicBezTo>
                        <a:pt x="139" y="1"/>
                        <a:pt x="1" y="139"/>
                        <a:pt x="1" y="309"/>
                      </a:cubicBezTo>
                      <a:cubicBezTo>
                        <a:pt x="1" y="480"/>
                        <a:pt x="139" y="618"/>
                        <a:pt x="309" y="618"/>
                      </a:cubicBezTo>
                      <a:cubicBezTo>
                        <a:pt x="480" y="618"/>
                        <a:pt x="618" y="480"/>
                        <a:pt x="618" y="309"/>
                      </a:cubicBezTo>
                      <a:cubicBezTo>
                        <a:pt x="618" y="139"/>
                        <a:pt x="480" y="1"/>
                        <a:pt x="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95"/>
                <p:cNvSpPr/>
                <p:nvPr/>
              </p:nvSpPr>
              <p:spPr>
                <a:xfrm>
                  <a:off x="-2662850" y="1691775"/>
                  <a:ext cx="15450" cy="15425"/>
                </a:xfrm>
                <a:custGeom>
                  <a:rect b="b" l="l" r="r" t="t"/>
                  <a:pathLst>
                    <a:path extrusionOk="0" h="617" w="618">
                      <a:moveTo>
                        <a:pt x="309" y="1"/>
                      </a:moveTo>
                      <a:cubicBezTo>
                        <a:pt x="139" y="1"/>
                        <a:pt x="1" y="139"/>
                        <a:pt x="1" y="308"/>
                      </a:cubicBezTo>
                      <a:cubicBezTo>
                        <a:pt x="1" y="479"/>
                        <a:pt x="139" y="617"/>
                        <a:pt x="309" y="617"/>
                      </a:cubicBezTo>
                      <a:cubicBezTo>
                        <a:pt x="480" y="617"/>
                        <a:pt x="618" y="479"/>
                        <a:pt x="618" y="308"/>
                      </a:cubicBezTo>
                      <a:cubicBezTo>
                        <a:pt x="618" y="139"/>
                        <a:pt x="480" y="1"/>
                        <a:pt x="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95"/>
                <p:cNvSpPr/>
                <p:nvPr/>
              </p:nvSpPr>
              <p:spPr>
                <a:xfrm>
                  <a:off x="-2756600" y="1526525"/>
                  <a:ext cx="19700" cy="261325"/>
                </a:xfrm>
                <a:custGeom>
                  <a:rect b="b" l="l" r="r" t="t"/>
                  <a:pathLst>
                    <a:path extrusionOk="0" h="10453" w="788">
                      <a:moveTo>
                        <a:pt x="0" y="1"/>
                      </a:moveTo>
                      <a:lnTo>
                        <a:pt x="0" y="1181"/>
                      </a:lnTo>
                      <a:lnTo>
                        <a:pt x="0" y="10453"/>
                      </a:lnTo>
                      <a:lnTo>
                        <a:pt x="788" y="10453"/>
                      </a:lnTo>
                      <a:lnTo>
                        <a:pt x="788" y="1181"/>
                      </a:lnTo>
                      <a:lnTo>
                        <a:pt x="7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95"/>
                <p:cNvSpPr/>
                <p:nvPr/>
              </p:nvSpPr>
              <p:spPr>
                <a:xfrm>
                  <a:off x="-2750625" y="1489650"/>
                  <a:ext cx="9850" cy="48500"/>
                </a:xfrm>
                <a:custGeom>
                  <a:rect b="b" l="l" r="r" t="t"/>
                  <a:pathLst>
                    <a:path extrusionOk="0" h="1940" w="394">
                      <a:moveTo>
                        <a:pt x="84" y="0"/>
                      </a:moveTo>
                      <a:lnTo>
                        <a:pt x="1" y="1798"/>
                      </a:lnTo>
                      <a:cubicBezTo>
                        <a:pt x="1" y="1875"/>
                        <a:pt x="64" y="1939"/>
                        <a:pt x="141" y="1939"/>
                      </a:cubicBezTo>
                      <a:lnTo>
                        <a:pt x="254" y="1939"/>
                      </a:lnTo>
                      <a:cubicBezTo>
                        <a:pt x="331" y="1939"/>
                        <a:pt x="394" y="1877"/>
                        <a:pt x="393" y="1798"/>
                      </a:cubicBezTo>
                      <a:lnTo>
                        <a:pt x="2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95"/>
                <p:cNvSpPr/>
                <p:nvPr/>
              </p:nvSpPr>
              <p:spPr>
                <a:xfrm>
                  <a:off x="-2592025" y="1687950"/>
                  <a:ext cx="31425" cy="63900"/>
                </a:xfrm>
                <a:custGeom>
                  <a:rect b="b" l="l" r="r" t="t"/>
                  <a:pathLst>
                    <a:path extrusionOk="0" h="2556" w="1257">
                      <a:moveTo>
                        <a:pt x="105" y="0"/>
                      </a:moveTo>
                      <a:cubicBezTo>
                        <a:pt x="105" y="0"/>
                        <a:pt x="0" y="598"/>
                        <a:pt x="20" y="1476"/>
                      </a:cubicBezTo>
                      <a:lnTo>
                        <a:pt x="20" y="1497"/>
                      </a:lnTo>
                      <a:cubicBezTo>
                        <a:pt x="21" y="1535"/>
                        <a:pt x="22" y="1573"/>
                        <a:pt x="24" y="1611"/>
                      </a:cubicBezTo>
                      <a:cubicBezTo>
                        <a:pt x="24" y="1620"/>
                        <a:pt x="24" y="1629"/>
                        <a:pt x="25" y="1637"/>
                      </a:cubicBezTo>
                      <a:cubicBezTo>
                        <a:pt x="26" y="1678"/>
                        <a:pt x="29" y="1719"/>
                        <a:pt x="30" y="1763"/>
                      </a:cubicBezTo>
                      <a:cubicBezTo>
                        <a:pt x="30" y="1767"/>
                        <a:pt x="30" y="1771"/>
                        <a:pt x="31" y="1775"/>
                      </a:cubicBezTo>
                      <a:cubicBezTo>
                        <a:pt x="35" y="1823"/>
                        <a:pt x="37" y="1870"/>
                        <a:pt x="41" y="1920"/>
                      </a:cubicBezTo>
                      <a:cubicBezTo>
                        <a:pt x="41" y="1925"/>
                        <a:pt x="42" y="1929"/>
                        <a:pt x="42" y="1934"/>
                      </a:cubicBezTo>
                      <a:cubicBezTo>
                        <a:pt x="45" y="1975"/>
                        <a:pt x="48" y="2018"/>
                        <a:pt x="51" y="2060"/>
                      </a:cubicBezTo>
                      <a:cubicBezTo>
                        <a:pt x="52" y="2074"/>
                        <a:pt x="53" y="2090"/>
                        <a:pt x="55" y="2104"/>
                      </a:cubicBezTo>
                      <a:cubicBezTo>
                        <a:pt x="57" y="2137"/>
                        <a:pt x="61" y="2171"/>
                        <a:pt x="63" y="2205"/>
                      </a:cubicBezTo>
                      <a:cubicBezTo>
                        <a:pt x="65" y="2223"/>
                        <a:pt x="68" y="2239"/>
                        <a:pt x="69" y="2256"/>
                      </a:cubicBezTo>
                      <a:cubicBezTo>
                        <a:pt x="73" y="2290"/>
                        <a:pt x="77" y="2324"/>
                        <a:pt x="80" y="2359"/>
                      </a:cubicBezTo>
                      <a:cubicBezTo>
                        <a:pt x="82" y="2375"/>
                        <a:pt x="84" y="2390"/>
                        <a:pt x="85" y="2406"/>
                      </a:cubicBezTo>
                      <a:cubicBezTo>
                        <a:pt x="92" y="2455"/>
                        <a:pt x="97" y="2504"/>
                        <a:pt x="105" y="2553"/>
                      </a:cubicBezTo>
                      <a:lnTo>
                        <a:pt x="105" y="2555"/>
                      </a:lnTo>
                      <a:lnTo>
                        <a:pt x="1256" y="2317"/>
                      </a:lnTo>
                      <a:lnTo>
                        <a:pt x="1256" y="1348"/>
                      </a:lnTo>
                      <a:lnTo>
                        <a:pt x="1256" y="252"/>
                      </a:lnTo>
                      <a:lnTo>
                        <a:pt x="1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95"/>
                <p:cNvSpPr/>
                <p:nvPr/>
              </p:nvSpPr>
              <p:spPr>
                <a:xfrm>
                  <a:off x="-2790300" y="1687925"/>
                  <a:ext cx="31200" cy="63925"/>
                </a:xfrm>
                <a:custGeom>
                  <a:rect b="b" l="l" r="r" t="t"/>
                  <a:pathLst>
                    <a:path extrusionOk="0" h="2557" w="1248">
                      <a:moveTo>
                        <a:pt x="1152" y="0"/>
                      </a:moveTo>
                      <a:lnTo>
                        <a:pt x="1" y="253"/>
                      </a:lnTo>
                      <a:lnTo>
                        <a:pt x="1" y="1349"/>
                      </a:lnTo>
                      <a:lnTo>
                        <a:pt x="1" y="2318"/>
                      </a:lnTo>
                      <a:lnTo>
                        <a:pt x="1152" y="2556"/>
                      </a:lnTo>
                      <a:lnTo>
                        <a:pt x="1172" y="2406"/>
                      </a:lnTo>
                      <a:cubicBezTo>
                        <a:pt x="1173" y="2390"/>
                        <a:pt x="1176" y="2375"/>
                        <a:pt x="1177" y="2359"/>
                      </a:cubicBezTo>
                      <a:cubicBezTo>
                        <a:pt x="1181" y="2326"/>
                        <a:pt x="1185" y="2291"/>
                        <a:pt x="1187" y="2257"/>
                      </a:cubicBezTo>
                      <a:cubicBezTo>
                        <a:pt x="1188" y="2240"/>
                        <a:pt x="1192" y="2224"/>
                        <a:pt x="1193" y="2207"/>
                      </a:cubicBezTo>
                      <a:cubicBezTo>
                        <a:pt x="1197" y="2172"/>
                        <a:pt x="1199" y="2138"/>
                        <a:pt x="1202" y="2105"/>
                      </a:cubicBezTo>
                      <a:cubicBezTo>
                        <a:pt x="1203" y="2091"/>
                        <a:pt x="1204" y="2076"/>
                        <a:pt x="1206" y="2061"/>
                      </a:cubicBezTo>
                      <a:cubicBezTo>
                        <a:pt x="1209" y="2019"/>
                        <a:pt x="1212" y="1976"/>
                        <a:pt x="1214" y="1935"/>
                      </a:cubicBezTo>
                      <a:cubicBezTo>
                        <a:pt x="1214" y="1931"/>
                        <a:pt x="1216" y="1926"/>
                        <a:pt x="1216" y="1921"/>
                      </a:cubicBezTo>
                      <a:cubicBezTo>
                        <a:pt x="1219" y="1872"/>
                        <a:pt x="1222" y="1824"/>
                        <a:pt x="1225" y="1776"/>
                      </a:cubicBezTo>
                      <a:cubicBezTo>
                        <a:pt x="1225" y="1771"/>
                        <a:pt x="1225" y="1767"/>
                        <a:pt x="1227" y="1764"/>
                      </a:cubicBezTo>
                      <a:cubicBezTo>
                        <a:pt x="1229" y="1720"/>
                        <a:pt x="1230" y="1679"/>
                        <a:pt x="1232" y="1638"/>
                      </a:cubicBezTo>
                      <a:cubicBezTo>
                        <a:pt x="1232" y="1630"/>
                        <a:pt x="1232" y="1620"/>
                        <a:pt x="1233" y="1611"/>
                      </a:cubicBezTo>
                      <a:lnTo>
                        <a:pt x="1237" y="1498"/>
                      </a:lnTo>
                      <a:lnTo>
                        <a:pt x="1237" y="1477"/>
                      </a:lnTo>
                      <a:cubicBezTo>
                        <a:pt x="1238" y="1434"/>
                        <a:pt x="1238" y="1392"/>
                        <a:pt x="1239" y="1351"/>
                      </a:cubicBezTo>
                      <a:lnTo>
                        <a:pt x="1239" y="1349"/>
                      </a:lnTo>
                      <a:cubicBezTo>
                        <a:pt x="1247" y="541"/>
                        <a:pt x="1152" y="0"/>
                        <a:pt x="11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95"/>
                <p:cNvSpPr/>
                <p:nvPr/>
              </p:nvSpPr>
              <p:spPr>
                <a:xfrm>
                  <a:off x="-2803325" y="1720600"/>
                  <a:ext cx="6350" cy="12300"/>
                </a:xfrm>
                <a:custGeom>
                  <a:rect b="b" l="l" r="r" t="t"/>
                  <a:pathLst>
                    <a:path extrusionOk="0" h="492" w="254">
                      <a:moveTo>
                        <a:pt x="0" y="1"/>
                      </a:moveTo>
                      <a:lnTo>
                        <a:pt x="0" y="492"/>
                      </a:lnTo>
                      <a:lnTo>
                        <a:pt x="253" y="492"/>
                      </a:lnTo>
                      <a:lnTo>
                        <a:pt x="2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95"/>
                <p:cNvSpPr/>
                <p:nvPr/>
              </p:nvSpPr>
              <p:spPr>
                <a:xfrm>
                  <a:off x="-2797000" y="1720600"/>
                  <a:ext cx="6700" cy="18650"/>
                </a:xfrm>
                <a:custGeom>
                  <a:rect b="b" l="l" r="r" t="t"/>
                  <a:pathLst>
                    <a:path extrusionOk="0" h="746" w="268">
                      <a:moveTo>
                        <a:pt x="0" y="1"/>
                      </a:moveTo>
                      <a:lnTo>
                        <a:pt x="0" y="692"/>
                      </a:lnTo>
                      <a:cubicBezTo>
                        <a:pt x="0" y="722"/>
                        <a:pt x="24" y="746"/>
                        <a:pt x="53" y="746"/>
                      </a:cubicBezTo>
                      <a:lnTo>
                        <a:pt x="268" y="746"/>
                      </a:lnTo>
                      <a:lnTo>
                        <a:pt x="2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95"/>
                <p:cNvSpPr/>
                <p:nvPr/>
              </p:nvSpPr>
              <p:spPr>
                <a:xfrm>
                  <a:off x="-2560600" y="1720600"/>
                  <a:ext cx="6675" cy="18625"/>
                </a:xfrm>
                <a:custGeom>
                  <a:rect b="b" l="l" r="r" t="t"/>
                  <a:pathLst>
                    <a:path extrusionOk="0" h="745" w="267">
                      <a:moveTo>
                        <a:pt x="0" y="1"/>
                      </a:moveTo>
                      <a:lnTo>
                        <a:pt x="0" y="745"/>
                      </a:lnTo>
                      <a:lnTo>
                        <a:pt x="214" y="745"/>
                      </a:lnTo>
                      <a:cubicBezTo>
                        <a:pt x="244" y="745"/>
                        <a:pt x="267" y="722"/>
                        <a:pt x="267" y="692"/>
                      </a:cubicBezTo>
                      <a:lnTo>
                        <a:pt x="2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95"/>
                <p:cNvSpPr/>
                <p:nvPr/>
              </p:nvSpPr>
              <p:spPr>
                <a:xfrm>
                  <a:off x="-2553950" y="1720600"/>
                  <a:ext cx="6350" cy="12300"/>
                </a:xfrm>
                <a:custGeom>
                  <a:rect b="b" l="l" r="r" t="t"/>
                  <a:pathLst>
                    <a:path extrusionOk="0" h="492" w="254">
                      <a:moveTo>
                        <a:pt x="1" y="1"/>
                      </a:moveTo>
                      <a:lnTo>
                        <a:pt x="1" y="492"/>
                      </a:lnTo>
                      <a:lnTo>
                        <a:pt x="254" y="492"/>
                      </a:lnTo>
                      <a:lnTo>
                        <a:pt x="2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01" name="Google Shape;7501;p95"/>
            <p:cNvGrpSpPr/>
            <p:nvPr/>
          </p:nvGrpSpPr>
          <p:grpSpPr>
            <a:xfrm>
              <a:off x="7951706" y="4657776"/>
              <a:ext cx="311030" cy="295747"/>
              <a:chOff x="5164484" y="526738"/>
              <a:chExt cx="133266" cy="126713"/>
            </a:xfrm>
          </p:grpSpPr>
          <p:sp>
            <p:nvSpPr>
              <p:cNvPr id="7502" name="Google Shape;7502;p95"/>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95"/>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4" name="Google Shape;7504;p95"/>
            <p:cNvGrpSpPr/>
            <p:nvPr/>
          </p:nvGrpSpPr>
          <p:grpSpPr>
            <a:xfrm>
              <a:off x="456997" y="3974553"/>
              <a:ext cx="185701" cy="172104"/>
              <a:chOff x="3508459" y="336863"/>
              <a:chExt cx="94750" cy="87813"/>
            </a:xfrm>
          </p:grpSpPr>
          <p:sp>
            <p:nvSpPr>
              <p:cNvPr id="7505" name="Google Shape;7505;p95"/>
              <p:cNvSpPr/>
              <p:nvPr/>
            </p:nvSpPr>
            <p:spPr>
              <a:xfrm>
                <a:off x="3508459" y="336863"/>
                <a:ext cx="94750" cy="86125"/>
              </a:xfrm>
              <a:custGeom>
                <a:rect b="b" l="l" r="r" t="t"/>
                <a:pathLst>
                  <a:path extrusionOk="0" h="3445" w="3790">
                    <a:moveTo>
                      <a:pt x="1897" y="0"/>
                    </a:moveTo>
                    <a:cubicBezTo>
                      <a:pt x="1766" y="0"/>
                      <a:pt x="1633" y="15"/>
                      <a:pt x="1500" y="47"/>
                    </a:cubicBezTo>
                    <a:cubicBezTo>
                      <a:pt x="574" y="265"/>
                      <a:pt x="0" y="1192"/>
                      <a:pt x="219" y="2118"/>
                    </a:cubicBezTo>
                    <a:cubicBezTo>
                      <a:pt x="406" y="2911"/>
                      <a:pt x="1114" y="3445"/>
                      <a:pt x="1895" y="3445"/>
                    </a:cubicBezTo>
                    <a:cubicBezTo>
                      <a:pt x="2026" y="3445"/>
                      <a:pt x="2159" y="3430"/>
                      <a:pt x="2291" y="3399"/>
                    </a:cubicBezTo>
                    <a:cubicBezTo>
                      <a:pt x="3217" y="3180"/>
                      <a:pt x="3790" y="2252"/>
                      <a:pt x="3571" y="1326"/>
                    </a:cubicBezTo>
                    <a:cubicBezTo>
                      <a:pt x="3384" y="534"/>
                      <a:pt x="2678" y="0"/>
                      <a:pt x="1897"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95"/>
              <p:cNvSpPr/>
              <p:nvPr/>
            </p:nvSpPr>
            <p:spPr>
              <a:xfrm>
                <a:off x="3514125" y="338525"/>
                <a:ext cx="86100" cy="86150"/>
              </a:xfrm>
              <a:custGeom>
                <a:rect b="b" l="l" r="r" t="t"/>
                <a:pathLst>
                  <a:path extrusionOk="0" h="3446" w="3444">
                    <a:moveTo>
                      <a:pt x="1721" y="1"/>
                    </a:moveTo>
                    <a:cubicBezTo>
                      <a:pt x="771" y="1"/>
                      <a:pt x="0" y="772"/>
                      <a:pt x="0" y="1723"/>
                    </a:cubicBezTo>
                    <a:cubicBezTo>
                      <a:pt x="0" y="2674"/>
                      <a:pt x="771" y="3445"/>
                      <a:pt x="1721" y="3445"/>
                    </a:cubicBezTo>
                    <a:cubicBezTo>
                      <a:pt x="2673" y="3445"/>
                      <a:pt x="3444" y="2674"/>
                      <a:pt x="3444" y="1723"/>
                    </a:cubicBezTo>
                    <a:cubicBezTo>
                      <a:pt x="3444" y="772"/>
                      <a:pt x="2673" y="1"/>
                      <a:pt x="17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95"/>
              <p:cNvSpPr/>
              <p:nvPr/>
            </p:nvSpPr>
            <p:spPr>
              <a:xfrm>
                <a:off x="3514125" y="338525"/>
                <a:ext cx="86100" cy="43075"/>
              </a:xfrm>
              <a:custGeom>
                <a:rect b="b" l="l" r="r" t="t"/>
                <a:pathLst>
                  <a:path extrusionOk="0" h="1723" w="3444">
                    <a:moveTo>
                      <a:pt x="1721" y="1"/>
                    </a:moveTo>
                    <a:cubicBezTo>
                      <a:pt x="771" y="1"/>
                      <a:pt x="0" y="771"/>
                      <a:pt x="0" y="1723"/>
                    </a:cubicBezTo>
                    <a:lnTo>
                      <a:pt x="3444" y="1723"/>
                    </a:lnTo>
                    <a:cubicBezTo>
                      <a:pt x="3444" y="772"/>
                      <a:pt x="2674" y="1"/>
                      <a:pt x="17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95"/>
            <p:cNvGrpSpPr/>
            <p:nvPr/>
          </p:nvGrpSpPr>
          <p:grpSpPr>
            <a:xfrm>
              <a:off x="35776" y="1017715"/>
              <a:ext cx="606934" cy="489723"/>
              <a:chOff x="-1636175" y="409550"/>
              <a:chExt cx="448750" cy="362088"/>
            </a:xfrm>
          </p:grpSpPr>
          <p:sp>
            <p:nvSpPr>
              <p:cNvPr id="7509" name="Google Shape;7509;p95"/>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95"/>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7511" name="Shape 7511"/>
        <p:cNvGrpSpPr/>
        <p:nvPr/>
      </p:nvGrpSpPr>
      <p:grpSpPr>
        <a:xfrm>
          <a:off x="0" y="0"/>
          <a:ext cx="0" cy="0"/>
          <a:chOff x="0" y="0"/>
          <a:chExt cx="0" cy="0"/>
        </a:xfrm>
      </p:grpSpPr>
      <p:sp>
        <p:nvSpPr>
          <p:cNvPr id="7512" name="Google Shape;7512;p9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7513" name="Google Shape;7513;p96"/>
          <p:cNvGrpSpPr/>
          <p:nvPr/>
        </p:nvGrpSpPr>
        <p:grpSpPr>
          <a:xfrm>
            <a:off x="93580" y="49895"/>
            <a:ext cx="8992447" cy="5061162"/>
            <a:chOff x="93580" y="49895"/>
            <a:chExt cx="8992447" cy="5061162"/>
          </a:xfrm>
        </p:grpSpPr>
        <p:grpSp>
          <p:nvGrpSpPr>
            <p:cNvPr id="7514" name="Google Shape;7514;p96"/>
            <p:cNvGrpSpPr/>
            <p:nvPr/>
          </p:nvGrpSpPr>
          <p:grpSpPr>
            <a:xfrm>
              <a:off x="268728" y="228395"/>
              <a:ext cx="311019" cy="311110"/>
              <a:chOff x="5038846" y="235350"/>
              <a:chExt cx="158691" cy="158738"/>
            </a:xfrm>
          </p:grpSpPr>
          <p:sp>
            <p:nvSpPr>
              <p:cNvPr id="7515" name="Google Shape;7515;p96"/>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96"/>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96"/>
            <p:cNvGrpSpPr/>
            <p:nvPr/>
          </p:nvGrpSpPr>
          <p:grpSpPr>
            <a:xfrm>
              <a:off x="1280128" y="4744495"/>
              <a:ext cx="311019" cy="311110"/>
              <a:chOff x="5038846" y="235350"/>
              <a:chExt cx="158691" cy="158738"/>
            </a:xfrm>
          </p:grpSpPr>
          <p:sp>
            <p:nvSpPr>
              <p:cNvPr id="7518" name="Google Shape;7518;p96"/>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96"/>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96"/>
            <p:cNvGrpSpPr/>
            <p:nvPr/>
          </p:nvGrpSpPr>
          <p:grpSpPr>
            <a:xfrm>
              <a:off x="8073228" y="49895"/>
              <a:ext cx="311019" cy="311110"/>
              <a:chOff x="5038846" y="235350"/>
              <a:chExt cx="158691" cy="158738"/>
            </a:xfrm>
          </p:grpSpPr>
          <p:sp>
            <p:nvSpPr>
              <p:cNvPr id="7521" name="Google Shape;7521;p96"/>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96"/>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96"/>
            <p:cNvGrpSpPr/>
            <p:nvPr/>
          </p:nvGrpSpPr>
          <p:grpSpPr>
            <a:xfrm>
              <a:off x="8234442" y="4262615"/>
              <a:ext cx="769783" cy="770069"/>
              <a:chOff x="3515584" y="2040188"/>
              <a:chExt cx="392766" cy="392913"/>
            </a:xfrm>
          </p:grpSpPr>
          <p:sp>
            <p:nvSpPr>
              <p:cNvPr id="7524" name="Google Shape;7524;p96"/>
              <p:cNvSpPr/>
              <p:nvPr/>
            </p:nvSpPr>
            <p:spPr>
              <a:xfrm>
                <a:off x="3515584" y="2040188"/>
                <a:ext cx="391425" cy="391425"/>
              </a:xfrm>
              <a:custGeom>
                <a:rect b="b" l="l" r="r" t="t"/>
                <a:pathLst>
                  <a:path extrusionOk="0" h="15657" w="15657">
                    <a:moveTo>
                      <a:pt x="5300" y="1"/>
                    </a:moveTo>
                    <a:cubicBezTo>
                      <a:pt x="4809" y="1"/>
                      <a:pt x="4329" y="67"/>
                      <a:pt x="3876" y="196"/>
                    </a:cubicBezTo>
                    <a:cubicBezTo>
                      <a:pt x="2751" y="507"/>
                      <a:pt x="1777" y="1182"/>
                      <a:pt x="1088" y="2086"/>
                    </a:cubicBezTo>
                    <a:cubicBezTo>
                      <a:pt x="725" y="2559"/>
                      <a:pt x="439" y="3098"/>
                      <a:pt x="255" y="3679"/>
                    </a:cubicBezTo>
                    <a:cubicBezTo>
                      <a:pt x="114" y="4117"/>
                      <a:pt x="28" y="4581"/>
                      <a:pt x="6" y="5059"/>
                    </a:cubicBezTo>
                    <a:lnTo>
                      <a:pt x="0" y="5059"/>
                    </a:lnTo>
                    <a:lnTo>
                      <a:pt x="0" y="6981"/>
                    </a:lnTo>
                    <a:lnTo>
                      <a:pt x="0" y="8286"/>
                    </a:lnTo>
                    <a:lnTo>
                      <a:pt x="0" y="10507"/>
                    </a:lnTo>
                    <a:lnTo>
                      <a:pt x="0" y="11688"/>
                    </a:lnTo>
                    <a:lnTo>
                      <a:pt x="0" y="14310"/>
                    </a:lnTo>
                    <a:lnTo>
                      <a:pt x="0" y="15656"/>
                    </a:lnTo>
                    <a:lnTo>
                      <a:pt x="10599" y="15656"/>
                    </a:lnTo>
                    <a:lnTo>
                      <a:pt x="10599" y="15650"/>
                    </a:lnTo>
                    <a:cubicBezTo>
                      <a:pt x="10860" y="15637"/>
                      <a:pt x="11116" y="15609"/>
                      <a:pt x="11368" y="15558"/>
                    </a:cubicBezTo>
                    <a:cubicBezTo>
                      <a:pt x="11843" y="15466"/>
                      <a:pt x="12297" y="15309"/>
                      <a:pt x="12719" y="15098"/>
                    </a:cubicBezTo>
                    <a:cubicBezTo>
                      <a:pt x="13267" y="14823"/>
                      <a:pt x="13763" y="14458"/>
                      <a:pt x="14182" y="14019"/>
                    </a:cubicBezTo>
                    <a:cubicBezTo>
                      <a:pt x="14459" y="13733"/>
                      <a:pt x="14702" y="13415"/>
                      <a:pt x="14907" y="13071"/>
                    </a:cubicBezTo>
                    <a:cubicBezTo>
                      <a:pt x="15182" y="12617"/>
                      <a:pt x="15386" y="12120"/>
                      <a:pt x="15512" y="11590"/>
                    </a:cubicBezTo>
                    <a:cubicBezTo>
                      <a:pt x="15606" y="11193"/>
                      <a:pt x="15657" y="10780"/>
                      <a:pt x="15657" y="10355"/>
                    </a:cubicBezTo>
                    <a:cubicBezTo>
                      <a:pt x="15657" y="9610"/>
                      <a:pt x="15502" y="8902"/>
                      <a:pt x="15224" y="8262"/>
                    </a:cubicBezTo>
                    <a:cubicBezTo>
                      <a:pt x="14989" y="7710"/>
                      <a:pt x="14657" y="7202"/>
                      <a:pt x="14254" y="6767"/>
                    </a:cubicBezTo>
                    <a:cubicBezTo>
                      <a:pt x="13473" y="5919"/>
                      <a:pt x="12417" y="5326"/>
                      <a:pt x="11229" y="5131"/>
                    </a:cubicBezTo>
                    <a:cubicBezTo>
                      <a:pt x="11022" y="5094"/>
                      <a:pt x="10810" y="5072"/>
                      <a:pt x="10593" y="5062"/>
                    </a:cubicBezTo>
                    <a:cubicBezTo>
                      <a:pt x="10579" y="4787"/>
                      <a:pt x="10548" y="4520"/>
                      <a:pt x="10494" y="4258"/>
                    </a:cubicBezTo>
                    <a:cubicBezTo>
                      <a:pt x="10317" y="3379"/>
                      <a:pt x="9924" y="2575"/>
                      <a:pt x="9370" y="1910"/>
                    </a:cubicBezTo>
                    <a:cubicBezTo>
                      <a:pt x="9243" y="1759"/>
                      <a:pt x="9107" y="1614"/>
                      <a:pt x="8965" y="1476"/>
                    </a:cubicBezTo>
                    <a:cubicBezTo>
                      <a:pt x="8764" y="1280"/>
                      <a:pt x="8544" y="1100"/>
                      <a:pt x="8310" y="943"/>
                    </a:cubicBezTo>
                    <a:cubicBezTo>
                      <a:pt x="7500" y="378"/>
                      <a:pt x="6523" y="35"/>
                      <a:pt x="5471" y="4"/>
                    </a:cubicBezTo>
                    <a:cubicBezTo>
                      <a:pt x="5414" y="1"/>
                      <a:pt x="5357" y="1"/>
                      <a:pt x="530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96"/>
              <p:cNvSpPr/>
              <p:nvPr/>
            </p:nvSpPr>
            <p:spPr>
              <a:xfrm>
                <a:off x="3516900" y="2041650"/>
                <a:ext cx="391450" cy="391450"/>
              </a:xfrm>
              <a:custGeom>
                <a:rect b="b" l="l" r="r" t="t"/>
                <a:pathLst>
                  <a:path extrusionOk="0" h="15658" w="15658">
                    <a:moveTo>
                      <a:pt x="5301" y="1"/>
                    </a:moveTo>
                    <a:cubicBezTo>
                      <a:pt x="4810" y="1"/>
                      <a:pt x="4331" y="67"/>
                      <a:pt x="3877" y="196"/>
                    </a:cubicBezTo>
                    <a:cubicBezTo>
                      <a:pt x="2752" y="507"/>
                      <a:pt x="1779" y="1182"/>
                      <a:pt x="1088" y="2086"/>
                    </a:cubicBezTo>
                    <a:cubicBezTo>
                      <a:pt x="726" y="2560"/>
                      <a:pt x="439" y="3098"/>
                      <a:pt x="257" y="3679"/>
                    </a:cubicBezTo>
                    <a:cubicBezTo>
                      <a:pt x="114" y="4116"/>
                      <a:pt x="29" y="4581"/>
                      <a:pt x="7" y="5059"/>
                    </a:cubicBezTo>
                    <a:lnTo>
                      <a:pt x="1" y="5059"/>
                    </a:lnTo>
                    <a:lnTo>
                      <a:pt x="1" y="15657"/>
                    </a:lnTo>
                    <a:lnTo>
                      <a:pt x="10599" y="15657"/>
                    </a:lnTo>
                    <a:lnTo>
                      <a:pt x="10599" y="15651"/>
                    </a:lnTo>
                    <a:cubicBezTo>
                      <a:pt x="10861" y="15639"/>
                      <a:pt x="11116" y="15610"/>
                      <a:pt x="11368" y="15559"/>
                    </a:cubicBezTo>
                    <a:cubicBezTo>
                      <a:pt x="11845" y="15468"/>
                      <a:pt x="12299" y="15310"/>
                      <a:pt x="12720" y="15099"/>
                    </a:cubicBezTo>
                    <a:cubicBezTo>
                      <a:pt x="13268" y="14824"/>
                      <a:pt x="13763" y="14459"/>
                      <a:pt x="14183" y="14020"/>
                    </a:cubicBezTo>
                    <a:cubicBezTo>
                      <a:pt x="14460" y="13735"/>
                      <a:pt x="14703" y="13416"/>
                      <a:pt x="14908" y="13072"/>
                    </a:cubicBezTo>
                    <a:cubicBezTo>
                      <a:pt x="15181" y="12618"/>
                      <a:pt x="15387" y="12120"/>
                      <a:pt x="15512" y="11591"/>
                    </a:cubicBezTo>
                    <a:cubicBezTo>
                      <a:pt x="15607" y="11194"/>
                      <a:pt x="15658" y="10781"/>
                      <a:pt x="15658" y="10356"/>
                    </a:cubicBezTo>
                    <a:cubicBezTo>
                      <a:pt x="15658" y="9612"/>
                      <a:pt x="15503" y="8902"/>
                      <a:pt x="15227" y="8265"/>
                    </a:cubicBezTo>
                    <a:cubicBezTo>
                      <a:pt x="14989" y="7710"/>
                      <a:pt x="14659" y="7202"/>
                      <a:pt x="14256" y="6766"/>
                    </a:cubicBezTo>
                    <a:cubicBezTo>
                      <a:pt x="13474" y="5919"/>
                      <a:pt x="12419" y="5326"/>
                      <a:pt x="11230" y="5131"/>
                    </a:cubicBezTo>
                    <a:cubicBezTo>
                      <a:pt x="11021" y="5093"/>
                      <a:pt x="10811" y="5071"/>
                      <a:pt x="10593" y="5062"/>
                    </a:cubicBezTo>
                    <a:cubicBezTo>
                      <a:pt x="10580" y="4787"/>
                      <a:pt x="10549" y="4520"/>
                      <a:pt x="10495" y="4258"/>
                    </a:cubicBezTo>
                    <a:cubicBezTo>
                      <a:pt x="10318" y="3379"/>
                      <a:pt x="9924" y="2576"/>
                      <a:pt x="9370" y="1910"/>
                    </a:cubicBezTo>
                    <a:cubicBezTo>
                      <a:pt x="9243" y="1759"/>
                      <a:pt x="9108" y="1615"/>
                      <a:pt x="8967" y="1475"/>
                    </a:cubicBezTo>
                    <a:cubicBezTo>
                      <a:pt x="8765" y="1279"/>
                      <a:pt x="8544" y="1100"/>
                      <a:pt x="8311" y="943"/>
                    </a:cubicBezTo>
                    <a:cubicBezTo>
                      <a:pt x="7501" y="378"/>
                      <a:pt x="6524" y="35"/>
                      <a:pt x="5471" y="4"/>
                    </a:cubicBezTo>
                    <a:cubicBezTo>
                      <a:pt x="5414" y="1"/>
                      <a:pt x="5358" y="1"/>
                      <a:pt x="53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96"/>
              <p:cNvSpPr/>
              <p:nvPr/>
            </p:nvSpPr>
            <p:spPr>
              <a:xfrm>
                <a:off x="3516825" y="2216025"/>
                <a:ext cx="179500" cy="59125"/>
              </a:xfrm>
              <a:custGeom>
                <a:rect b="b" l="l" r="r" t="t"/>
                <a:pathLst>
                  <a:path extrusionOk="0" h="2365" w="7180">
                    <a:moveTo>
                      <a:pt x="0" y="1"/>
                    </a:moveTo>
                    <a:lnTo>
                      <a:pt x="0" y="1304"/>
                    </a:lnTo>
                    <a:cubicBezTo>
                      <a:pt x="1815" y="1993"/>
                      <a:pt x="3779" y="2364"/>
                      <a:pt x="5831" y="2364"/>
                    </a:cubicBezTo>
                    <a:cubicBezTo>
                      <a:pt x="5896" y="2364"/>
                      <a:pt x="5960" y="2364"/>
                      <a:pt x="6025" y="2361"/>
                    </a:cubicBezTo>
                    <a:lnTo>
                      <a:pt x="6080" y="2361"/>
                    </a:lnTo>
                    <a:cubicBezTo>
                      <a:pt x="6146" y="2361"/>
                      <a:pt x="6215" y="2359"/>
                      <a:pt x="6285" y="2359"/>
                    </a:cubicBezTo>
                    <a:cubicBezTo>
                      <a:pt x="6292" y="2356"/>
                      <a:pt x="6302" y="2356"/>
                      <a:pt x="6311" y="2356"/>
                    </a:cubicBezTo>
                    <a:lnTo>
                      <a:pt x="6374" y="2356"/>
                    </a:lnTo>
                    <a:cubicBezTo>
                      <a:pt x="6380" y="2354"/>
                      <a:pt x="6386" y="2354"/>
                      <a:pt x="6396" y="2354"/>
                    </a:cubicBezTo>
                    <a:lnTo>
                      <a:pt x="6450" y="2354"/>
                    </a:lnTo>
                    <a:cubicBezTo>
                      <a:pt x="6452" y="2352"/>
                      <a:pt x="6454" y="2352"/>
                      <a:pt x="6455" y="2352"/>
                    </a:cubicBezTo>
                    <a:cubicBezTo>
                      <a:pt x="6457" y="2352"/>
                      <a:pt x="6460" y="2352"/>
                      <a:pt x="6463" y="2354"/>
                    </a:cubicBezTo>
                    <a:cubicBezTo>
                      <a:pt x="6469" y="2351"/>
                      <a:pt x="6479" y="2351"/>
                      <a:pt x="6489" y="2351"/>
                    </a:cubicBezTo>
                    <a:lnTo>
                      <a:pt x="6518" y="2351"/>
                    </a:lnTo>
                    <a:cubicBezTo>
                      <a:pt x="6518" y="2350"/>
                      <a:pt x="6518" y="2349"/>
                      <a:pt x="6519" y="2349"/>
                    </a:cubicBezTo>
                    <a:cubicBezTo>
                      <a:pt x="6521" y="2349"/>
                      <a:pt x="6522" y="2350"/>
                      <a:pt x="6524" y="2351"/>
                    </a:cubicBezTo>
                    <a:cubicBezTo>
                      <a:pt x="6530" y="2349"/>
                      <a:pt x="6536" y="2349"/>
                      <a:pt x="6543" y="2349"/>
                    </a:cubicBezTo>
                    <a:lnTo>
                      <a:pt x="6559" y="2349"/>
                    </a:lnTo>
                    <a:cubicBezTo>
                      <a:pt x="6574" y="2349"/>
                      <a:pt x="6590" y="2346"/>
                      <a:pt x="6608" y="2346"/>
                    </a:cubicBezTo>
                    <a:lnTo>
                      <a:pt x="6618" y="2346"/>
                    </a:lnTo>
                    <a:cubicBezTo>
                      <a:pt x="6803" y="2337"/>
                      <a:pt x="6993" y="2324"/>
                      <a:pt x="7179" y="2309"/>
                    </a:cubicBezTo>
                    <a:cubicBezTo>
                      <a:pt x="7076" y="2299"/>
                      <a:pt x="6968" y="2289"/>
                      <a:pt x="6861" y="2269"/>
                    </a:cubicBezTo>
                    <a:cubicBezTo>
                      <a:pt x="6835" y="2269"/>
                      <a:pt x="6814" y="2266"/>
                      <a:pt x="6792" y="2263"/>
                    </a:cubicBezTo>
                    <a:cubicBezTo>
                      <a:pt x="6726" y="2259"/>
                      <a:pt x="6663" y="2251"/>
                      <a:pt x="6600" y="2244"/>
                    </a:cubicBezTo>
                    <a:lnTo>
                      <a:pt x="6597" y="2244"/>
                    </a:lnTo>
                    <a:lnTo>
                      <a:pt x="6531" y="2235"/>
                    </a:lnTo>
                    <a:cubicBezTo>
                      <a:pt x="6523" y="2235"/>
                      <a:pt x="6515" y="2235"/>
                      <a:pt x="6509" y="2232"/>
                    </a:cubicBezTo>
                    <a:lnTo>
                      <a:pt x="6494" y="2232"/>
                    </a:lnTo>
                    <a:cubicBezTo>
                      <a:pt x="6484" y="2232"/>
                      <a:pt x="6478" y="2230"/>
                      <a:pt x="6472" y="2230"/>
                    </a:cubicBezTo>
                    <a:lnTo>
                      <a:pt x="6459" y="2230"/>
                    </a:lnTo>
                    <a:cubicBezTo>
                      <a:pt x="6453" y="2227"/>
                      <a:pt x="6446" y="2227"/>
                      <a:pt x="6440" y="2227"/>
                    </a:cubicBezTo>
                    <a:cubicBezTo>
                      <a:pt x="6431" y="2225"/>
                      <a:pt x="6421" y="2225"/>
                      <a:pt x="6411" y="2225"/>
                    </a:cubicBezTo>
                    <a:lnTo>
                      <a:pt x="6409" y="2225"/>
                    </a:lnTo>
                    <a:cubicBezTo>
                      <a:pt x="6402" y="2222"/>
                      <a:pt x="6397" y="2222"/>
                      <a:pt x="6394" y="2222"/>
                    </a:cubicBezTo>
                    <a:lnTo>
                      <a:pt x="6386" y="2222"/>
                    </a:lnTo>
                    <a:cubicBezTo>
                      <a:pt x="6374" y="2218"/>
                      <a:pt x="6361" y="2218"/>
                      <a:pt x="6352" y="2216"/>
                    </a:cubicBezTo>
                    <a:cubicBezTo>
                      <a:pt x="6342" y="2216"/>
                      <a:pt x="6333" y="2216"/>
                      <a:pt x="6327" y="2213"/>
                    </a:cubicBezTo>
                    <a:cubicBezTo>
                      <a:pt x="6314" y="2213"/>
                      <a:pt x="6304" y="2210"/>
                      <a:pt x="6296" y="2210"/>
                    </a:cubicBezTo>
                    <a:cubicBezTo>
                      <a:pt x="6288" y="2210"/>
                      <a:pt x="6285" y="2207"/>
                      <a:pt x="6282" y="2207"/>
                    </a:cubicBezTo>
                    <a:cubicBezTo>
                      <a:pt x="6225" y="2201"/>
                      <a:pt x="6169" y="2191"/>
                      <a:pt x="6112" y="2182"/>
                    </a:cubicBezTo>
                    <a:lnTo>
                      <a:pt x="6092" y="2182"/>
                    </a:lnTo>
                    <a:cubicBezTo>
                      <a:pt x="3889" y="1857"/>
                      <a:pt x="1830" y="110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96"/>
              <p:cNvSpPr/>
              <p:nvPr/>
            </p:nvSpPr>
            <p:spPr>
              <a:xfrm>
                <a:off x="3658900" y="2273150"/>
                <a:ext cx="245825" cy="95275"/>
              </a:xfrm>
              <a:custGeom>
                <a:rect b="b" l="l" r="r" t="t"/>
                <a:pathLst>
                  <a:path extrusionOk="0" h="3811" w="9833">
                    <a:moveTo>
                      <a:pt x="1390" y="1"/>
                    </a:moveTo>
                    <a:cubicBezTo>
                      <a:pt x="1375" y="1"/>
                      <a:pt x="1360" y="1"/>
                      <a:pt x="1345" y="1"/>
                    </a:cubicBezTo>
                    <a:lnTo>
                      <a:pt x="1181" y="1"/>
                    </a:lnTo>
                    <a:cubicBezTo>
                      <a:pt x="1152" y="1"/>
                      <a:pt x="1125" y="3"/>
                      <a:pt x="1096" y="3"/>
                    </a:cubicBezTo>
                    <a:cubicBezTo>
                      <a:pt x="1031" y="3"/>
                      <a:pt x="965" y="6"/>
                      <a:pt x="894" y="6"/>
                    </a:cubicBezTo>
                    <a:cubicBezTo>
                      <a:pt x="886" y="6"/>
                      <a:pt x="876" y="6"/>
                      <a:pt x="867" y="8"/>
                    </a:cubicBezTo>
                    <a:lnTo>
                      <a:pt x="807" y="8"/>
                    </a:lnTo>
                    <a:cubicBezTo>
                      <a:pt x="800" y="8"/>
                      <a:pt x="790" y="8"/>
                      <a:pt x="781" y="11"/>
                    </a:cubicBezTo>
                    <a:cubicBezTo>
                      <a:pt x="780" y="10"/>
                      <a:pt x="779" y="10"/>
                      <a:pt x="778" y="10"/>
                    </a:cubicBezTo>
                    <a:cubicBezTo>
                      <a:pt x="775" y="10"/>
                      <a:pt x="770" y="11"/>
                      <a:pt x="765" y="11"/>
                    </a:cubicBezTo>
                    <a:cubicBezTo>
                      <a:pt x="764" y="12"/>
                      <a:pt x="763" y="12"/>
                      <a:pt x="762" y="12"/>
                    </a:cubicBezTo>
                    <a:cubicBezTo>
                      <a:pt x="761" y="12"/>
                      <a:pt x="759" y="11"/>
                      <a:pt x="759" y="11"/>
                    </a:cubicBezTo>
                    <a:lnTo>
                      <a:pt x="716" y="11"/>
                    </a:lnTo>
                    <a:cubicBezTo>
                      <a:pt x="709" y="11"/>
                      <a:pt x="698" y="11"/>
                      <a:pt x="690" y="13"/>
                    </a:cubicBezTo>
                    <a:lnTo>
                      <a:pt x="655" y="13"/>
                    </a:lnTo>
                    <a:cubicBezTo>
                      <a:pt x="649" y="13"/>
                      <a:pt x="642" y="13"/>
                      <a:pt x="635" y="16"/>
                    </a:cubicBezTo>
                    <a:lnTo>
                      <a:pt x="630" y="16"/>
                    </a:lnTo>
                    <a:cubicBezTo>
                      <a:pt x="613" y="16"/>
                      <a:pt x="593" y="16"/>
                      <a:pt x="571" y="18"/>
                    </a:cubicBezTo>
                    <a:lnTo>
                      <a:pt x="568" y="18"/>
                    </a:lnTo>
                    <a:cubicBezTo>
                      <a:pt x="378" y="25"/>
                      <a:pt x="191" y="38"/>
                      <a:pt x="1" y="53"/>
                    </a:cubicBezTo>
                    <a:cubicBezTo>
                      <a:pt x="118" y="63"/>
                      <a:pt x="234" y="71"/>
                      <a:pt x="347" y="84"/>
                    </a:cubicBezTo>
                    <a:cubicBezTo>
                      <a:pt x="363" y="89"/>
                      <a:pt x="378" y="89"/>
                      <a:pt x="392" y="91"/>
                    </a:cubicBezTo>
                    <a:lnTo>
                      <a:pt x="582" y="110"/>
                    </a:lnTo>
                    <a:cubicBezTo>
                      <a:pt x="582" y="110"/>
                      <a:pt x="584" y="110"/>
                      <a:pt x="584" y="112"/>
                    </a:cubicBezTo>
                    <a:cubicBezTo>
                      <a:pt x="605" y="112"/>
                      <a:pt x="628" y="116"/>
                      <a:pt x="650" y="120"/>
                    </a:cubicBezTo>
                    <a:cubicBezTo>
                      <a:pt x="656" y="120"/>
                      <a:pt x="665" y="120"/>
                      <a:pt x="671" y="122"/>
                    </a:cubicBezTo>
                    <a:lnTo>
                      <a:pt x="685" y="122"/>
                    </a:lnTo>
                    <a:cubicBezTo>
                      <a:pt x="691" y="122"/>
                      <a:pt x="701" y="125"/>
                      <a:pt x="711" y="125"/>
                    </a:cubicBezTo>
                    <a:lnTo>
                      <a:pt x="719" y="125"/>
                    </a:lnTo>
                    <a:cubicBezTo>
                      <a:pt x="726" y="127"/>
                      <a:pt x="732" y="127"/>
                      <a:pt x="742" y="127"/>
                    </a:cubicBezTo>
                    <a:cubicBezTo>
                      <a:pt x="748" y="130"/>
                      <a:pt x="758" y="130"/>
                      <a:pt x="767" y="130"/>
                    </a:cubicBezTo>
                    <a:lnTo>
                      <a:pt x="774" y="130"/>
                    </a:lnTo>
                    <a:cubicBezTo>
                      <a:pt x="778" y="132"/>
                      <a:pt x="780" y="132"/>
                      <a:pt x="786" y="132"/>
                    </a:cubicBezTo>
                    <a:lnTo>
                      <a:pt x="795" y="132"/>
                    </a:lnTo>
                    <a:cubicBezTo>
                      <a:pt x="805" y="136"/>
                      <a:pt x="817" y="136"/>
                      <a:pt x="830" y="138"/>
                    </a:cubicBezTo>
                    <a:cubicBezTo>
                      <a:pt x="837" y="138"/>
                      <a:pt x="843" y="138"/>
                      <a:pt x="852" y="141"/>
                    </a:cubicBezTo>
                    <a:cubicBezTo>
                      <a:pt x="861" y="141"/>
                      <a:pt x="874" y="143"/>
                      <a:pt x="887" y="143"/>
                    </a:cubicBezTo>
                    <a:cubicBezTo>
                      <a:pt x="889" y="146"/>
                      <a:pt x="893" y="146"/>
                      <a:pt x="896" y="146"/>
                    </a:cubicBezTo>
                    <a:cubicBezTo>
                      <a:pt x="953" y="153"/>
                      <a:pt x="1012" y="163"/>
                      <a:pt x="1069" y="172"/>
                    </a:cubicBezTo>
                    <a:cubicBezTo>
                      <a:pt x="1075" y="172"/>
                      <a:pt x="1084" y="172"/>
                      <a:pt x="1090" y="174"/>
                    </a:cubicBezTo>
                    <a:cubicBezTo>
                      <a:pt x="4157" y="625"/>
                      <a:pt x="6952" y="1920"/>
                      <a:pt x="9228" y="3811"/>
                    </a:cubicBezTo>
                    <a:cubicBezTo>
                      <a:pt x="9501" y="3357"/>
                      <a:pt x="9707" y="2859"/>
                      <a:pt x="9832" y="2330"/>
                    </a:cubicBezTo>
                    <a:cubicBezTo>
                      <a:pt x="7361" y="854"/>
                      <a:pt x="4474" y="1"/>
                      <a:pt x="13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96"/>
              <p:cNvSpPr/>
              <p:nvPr/>
            </p:nvSpPr>
            <p:spPr>
              <a:xfrm>
                <a:off x="3676675" y="2065100"/>
                <a:ext cx="74500" cy="227675"/>
              </a:xfrm>
              <a:custGeom>
                <a:rect b="b" l="l" r="r" t="t"/>
                <a:pathLst>
                  <a:path extrusionOk="0" h="9107" w="2980">
                    <a:moveTo>
                      <a:pt x="1930" y="1"/>
                    </a:moveTo>
                    <a:cubicBezTo>
                      <a:pt x="697" y="2318"/>
                      <a:pt x="1" y="4955"/>
                      <a:pt x="1" y="7759"/>
                    </a:cubicBezTo>
                    <a:cubicBezTo>
                      <a:pt x="1" y="7825"/>
                      <a:pt x="1" y="7888"/>
                      <a:pt x="3" y="7954"/>
                    </a:cubicBezTo>
                    <a:lnTo>
                      <a:pt x="3" y="8009"/>
                    </a:lnTo>
                    <a:cubicBezTo>
                      <a:pt x="3" y="8074"/>
                      <a:pt x="6" y="8140"/>
                      <a:pt x="6" y="8210"/>
                    </a:cubicBezTo>
                    <a:cubicBezTo>
                      <a:pt x="8" y="8219"/>
                      <a:pt x="8" y="8229"/>
                      <a:pt x="8" y="8238"/>
                    </a:cubicBezTo>
                    <a:lnTo>
                      <a:pt x="8" y="8254"/>
                    </a:lnTo>
                    <a:lnTo>
                      <a:pt x="8" y="8260"/>
                    </a:lnTo>
                    <a:lnTo>
                      <a:pt x="8" y="8298"/>
                    </a:lnTo>
                    <a:cubicBezTo>
                      <a:pt x="11" y="8304"/>
                      <a:pt x="11" y="8315"/>
                      <a:pt x="11" y="8324"/>
                    </a:cubicBezTo>
                    <a:lnTo>
                      <a:pt x="11" y="8373"/>
                    </a:lnTo>
                    <a:cubicBezTo>
                      <a:pt x="13" y="8376"/>
                      <a:pt x="13" y="8383"/>
                      <a:pt x="11" y="8389"/>
                    </a:cubicBezTo>
                    <a:cubicBezTo>
                      <a:pt x="13" y="8396"/>
                      <a:pt x="13" y="8406"/>
                      <a:pt x="13" y="8415"/>
                    </a:cubicBezTo>
                    <a:lnTo>
                      <a:pt x="13" y="8440"/>
                    </a:lnTo>
                    <a:lnTo>
                      <a:pt x="13" y="8448"/>
                    </a:lnTo>
                    <a:cubicBezTo>
                      <a:pt x="16" y="8454"/>
                      <a:pt x="16" y="8460"/>
                      <a:pt x="16" y="8469"/>
                    </a:cubicBezTo>
                    <a:lnTo>
                      <a:pt x="16" y="8482"/>
                    </a:lnTo>
                    <a:cubicBezTo>
                      <a:pt x="16" y="8499"/>
                      <a:pt x="18" y="8517"/>
                      <a:pt x="18" y="8536"/>
                    </a:cubicBezTo>
                    <a:lnTo>
                      <a:pt x="18" y="8543"/>
                    </a:lnTo>
                    <a:cubicBezTo>
                      <a:pt x="28" y="8732"/>
                      <a:pt x="41" y="8917"/>
                      <a:pt x="56" y="9106"/>
                    </a:cubicBezTo>
                    <a:cubicBezTo>
                      <a:pt x="65" y="9000"/>
                      <a:pt x="74" y="8897"/>
                      <a:pt x="87" y="8791"/>
                    </a:cubicBezTo>
                    <a:cubicBezTo>
                      <a:pt x="87" y="8766"/>
                      <a:pt x="90" y="8744"/>
                      <a:pt x="94" y="8722"/>
                    </a:cubicBezTo>
                    <a:cubicBezTo>
                      <a:pt x="98" y="8656"/>
                      <a:pt x="106" y="8593"/>
                      <a:pt x="113" y="8530"/>
                    </a:cubicBezTo>
                    <a:lnTo>
                      <a:pt x="113" y="8527"/>
                    </a:lnTo>
                    <a:cubicBezTo>
                      <a:pt x="115" y="8505"/>
                      <a:pt x="119" y="8480"/>
                      <a:pt x="121" y="8458"/>
                    </a:cubicBezTo>
                    <a:cubicBezTo>
                      <a:pt x="121" y="8451"/>
                      <a:pt x="121" y="8443"/>
                      <a:pt x="125" y="8435"/>
                    </a:cubicBezTo>
                    <a:lnTo>
                      <a:pt x="125" y="8429"/>
                    </a:lnTo>
                    <a:lnTo>
                      <a:pt x="125" y="8423"/>
                    </a:lnTo>
                    <a:cubicBezTo>
                      <a:pt x="125" y="8417"/>
                      <a:pt x="127" y="8406"/>
                      <a:pt x="127" y="8397"/>
                    </a:cubicBezTo>
                    <a:lnTo>
                      <a:pt x="127" y="8388"/>
                    </a:lnTo>
                    <a:cubicBezTo>
                      <a:pt x="130" y="8382"/>
                      <a:pt x="130" y="8375"/>
                      <a:pt x="130" y="8366"/>
                    </a:cubicBezTo>
                    <a:cubicBezTo>
                      <a:pt x="132" y="8360"/>
                      <a:pt x="132" y="8350"/>
                      <a:pt x="132" y="8340"/>
                    </a:cubicBezTo>
                    <a:lnTo>
                      <a:pt x="132" y="8337"/>
                    </a:lnTo>
                    <a:cubicBezTo>
                      <a:pt x="135" y="8335"/>
                      <a:pt x="135" y="8329"/>
                      <a:pt x="135" y="8322"/>
                    </a:cubicBezTo>
                    <a:lnTo>
                      <a:pt x="135" y="8314"/>
                    </a:lnTo>
                    <a:cubicBezTo>
                      <a:pt x="139" y="8304"/>
                      <a:pt x="139" y="8291"/>
                      <a:pt x="141" y="8278"/>
                    </a:cubicBezTo>
                    <a:cubicBezTo>
                      <a:pt x="141" y="8272"/>
                      <a:pt x="141" y="8265"/>
                      <a:pt x="144" y="8259"/>
                    </a:cubicBezTo>
                    <a:cubicBezTo>
                      <a:pt x="144" y="8247"/>
                      <a:pt x="146" y="8235"/>
                      <a:pt x="146" y="8222"/>
                    </a:cubicBezTo>
                    <a:cubicBezTo>
                      <a:pt x="146" y="8220"/>
                      <a:pt x="149" y="8216"/>
                      <a:pt x="149" y="8212"/>
                    </a:cubicBezTo>
                    <a:cubicBezTo>
                      <a:pt x="156" y="8156"/>
                      <a:pt x="166" y="8097"/>
                      <a:pt x="175" y="8040"/>
                    </a:cubicBezTo>
                    <a:cubicBezTo>
                      <a:pt x="175" y="8034"/>
                      <a:pt x="175" y="8025"/>
                      <a:pt x="177" y="8018"/>
                    </a:cubicBezTo>
                    <a:cubicBezTo>
                      <a:pt x="559" y="5424"/>
                      <a:pt x="1543" y="3026"/>
                      <a:pt x="2979" y="971"/>
                    </a:cubicBezTo>
                    <a:cubicBezTo>
                      <a:pt x="2853" y="820"/>
                      <a:pt x="2717" y="674"/>
                      <a:pt x="2585" y="533"/>
                    </a:cubicBezTo>
                    <a:cubicBezTo>
                      <a:pt x="2384" y="337"/>
                      <a:pt x="2163" y="158"/>
                      <a:pt x="1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96"/>
              <p:cNvSpPr/>
              <p:nvPr/>
            </p:nvSpPr>
            <p:spPr>
              <a:xfrm>
                <a:off x="3620675" y="2255375"/>
                <a:ext cx="58100" cy="177700"/>
              </a:xfrm>
              <a:custGeom>
                <a:rect b="b" l="l" r="r" t="t"/>
                <a:pathLst>
                  <a:path extrusionOk="0" h="7108" w="2324">
                    <a:moveTo>
                      <a:pt x="2261" y="1"/>
                    </a:moveTo>
                    <a:cubicBezTo>
                      <a:pt x="2252" y="118"/>
                      <a:pt x="2243" y="234"/>
                      <a:pt x="2230" y="348"/>
                    </a:cubicBezTo>
                    <a:cubicBezTo>
                      <a:pt x="2226" y="363"/>
                      <a:pt x="2226" y="376"/>
                      <a:pt x="2223" y="392"/>
                    </a:cubicBezTo>
                    <a:cubicBezTo>
                      <a:pt x="2217" y="455"/>
                      <a:pt x="2211" y="518"/>
                      <a:pt x="2205" y="578"/>
                    </a:cubicBezTo>
                    <a:cubicBezTo>
                      <a:pt x="2205" y="580"/>
                      <a:pt x="2201" y="580"/>
                      <a:pt x="2201" y="580"/>
                    </a:cubicBezTo>
                    <a:cubicBezTo>
                      <a:pt x="2201" y="601"/>
                      <a:pt x="2197" y="624"/>
                      <a:pt x="2195" y="646"/>
                    </a:cubicBezTo>
                    <a:cubicBezTo>
                      <a:pt x="2195" y="655"/>
                      <a:pt x="2195" y="661"/>
                      <a:pt x="2192" y="667"/>
                    </a:cubicBezTo>
                    <a:lnTo>
                      <a:pt x="2192" y="681"/>
                    </a:lnTo>
                    <a:lnTo>
                      <a:pt x="2192" y="683"/>
                    </a:lnTo>
                    <a:cubicBezTo>
                      <a:pt x="2192" y="692"/>
                      <a:pt x="2190" y="698"/>
                      <a:pt x="2190" y="705"/>
                    </a:cubicBezTo>
                    <a:lnTo>
                      <a:pt x="2190" y="718"/>
                    </a:lnTo>
                    <a:cubicBezTo>
                      <a:pt x="2188" y="724"/>
                      <a:pt x="2188" y="730"/>
                      <a:pt x="2188" y="738"/>
                    </a:cubicBezTo>
                    <a:cubicBezTo>
                      <a:pt x="2185" y="746"/>
                      <a:pt x="2185" y="756"/>
                      <a:pt x="2185" y="765"/>
                    </a:cubicBezTo>
                    <a:lnTo>
                      <a:pt x="2185" y="769"/>
                    </a:lnTo>
                    <a:cubicBezTo>
                      <a:pt x="2183" y="775"/>
                      <a:pt x="2183" y="780"/>
                      <a:pt x="2183" y="784"/>
                    </a:cubicBezTo>
                    <a:lnTo>
                      <a:pt x="2183" y="790"/>
                    </a:lnTo>
                    <a:cubicBezTo>
                      <a:pt x="2179" y="803"/>
                      <a:pt x="2179" y="816"/>
                      <a:pt x="2176" y="825"/>
                    </a:cubicBezTo>
                    <a:cubicBezTo>
                      <a:pt x="2176" y="836"/>
                      <a:pt x="2174" y="844"/>
                      <a:pt x="2174" y="851"/>
                    </a:cubicBezTo>
                    <a:cubicBezTo>
                      <a:pt x="2174" y="863"/>
                      <a:pt x="2171" y="873"/>
                      <a:pt x="2171" y="882"/>
                    </a:cubicBezTo>
                    <a:cubicBezTo>
                      <a:pt x="2168" y="888"/>
                      <a:pt x="2165" y="892"/>
                      <a:pt x="2168" y="894"/>
                    </a:cubicBezTo>
                    <a:cubicBezTo>
                      <a:pt x="2162" y="951"/>
                      <a:pt x="2152" y="1008"/>
                      <a:pt x="2143" y="1065"/>
                    </a:cubicBezTo>
                    <a:lnTo>
                      <a:pt x="2143" y="1084"/>
                    </a:lnTo>
                    <a:cubicBezTo>
                      <a:pt x="1822" y="3259"/>
                      <a:pt x="1081" y="5295"/>
                      <a:pt x="0" y="7107"/>
                    </a:cubicBezTo>
                    <a:lnTo>
                      <a:pt x="1292" y="7107"/>
                    </a:lnTo>
                    <a:cubicBezTo>
                      <a:pt x="1961" y="5315"/>
                      <a:pt x="2323" y="3372"/>
                      <a:pt x="2323" y="1347"/>
                    </a:cubicBezTo>
                    <a:lnTo>
                      <a:pt x="2323" y="1182"/>
                    </a:lnTo>
                    <a:cubicBezTo>
                      <a:pt x="2323" y="1154"/>
                      <a:pt x="2319" y="1126"/>
                      <a:pt x="2311" y="1097"/>
                    </a:cubicBezTo>
                    <a:cubicBezTo>
                      <a:pt x="2311" y="1032"/>
                      <a:pt x="2309" y="962"/>
                      <a:pt x="2309" y="892"/>
                    </a:cubicBezTo>
                    <a:cubicBezTo>
                      <a:pt x="2309" y="885"/>
                      <a:pt x="2309" y="875"/>
                      <a:pt x="2306" y="867"/>
                    </a:cubicBezTo>
                    <a:lnTo>
                      <a:pt x="2306" y="803"/>
                    </a:lnTo>
                    <a:cubicBezTo>
                      <a:pt x="2306" y="796"/>
                      <a:pt x="2306" y="790"/>
                      <a:pt x="2304" y="781"/>
                    </a:cubicBezTo>
                    <a:cubicBezTo>
                      <a:pt x="2306" y="779"/>
                      <a:pt x="2304" y="772"/>
                      <a:pt x="2304" y="765"/>
                    </a:cubicBezTo>
                    <a:lnTo>
                      <a:pt x="2304" y="759"/>
                    </a:lnTo>
                    <a:lnTo>
                      <a:pt x="2304" y="715"/>
                    </a:lnTo>
                    <a:cubicBezTo>
                      <a:pt x="2304" y="709"/>
                      <a:pt x="2304" y="703"/>
                      <a:pt x="2301" y="693"/>
                    </a:cubicBezTo>
                    <a:lnTo>
                      <a:pt x="2301" y="652"/>
                    </a:lnTo>
                    <a:cubicBezTo>
                      <a:pt x="2301" y="650"/>
                      <a:pt x="2301" y="643"/>
                      <a:pt x="2299" y="636"/>
                    </a:cubicBezTo>
                    <a:lnTo>
                      <a:pt x="2301" y="634"/>
                    </a:lnTo>
                    <a:cubicBezTo>
                      <a:pt x="2301" y="630"/>
                      <a:pt x="2301" y="627"/>
                      <a:pt x="2299" y="627"/>
                    </a:cubicBezTo>
                    <a:cubicBezTo>
                      <a:pt x="2299" y="609"/>
                      <a:pt x="2299" y="590"/>
                      <a:pt x="2295" y="570"/>
                    </a:cubicBezTo>
                    <a:lnTo>
                      <a:pt x="2295" y="568"/>
                    </a:lnTo>
                    <a:cubicBezTo>
                      <a:pt x="2289" y="378"/>
                      <a:pt x="2277" y="191"/>
                      <a:pt x="2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96"/>
              <p:cNvSpPr/>
              <p:nvPr/>
            </p:nvSpPr>
            <p:spPr>
              <a:xfrm>
                <a:off x="3516850" y="2264450"/>
                <a:ext cx="176775" cy="69400"/>
              </a:xfrm>
              <a:custGeom>
                <a:rect b="b" l="l" r="r" t="t"/>
                <a:pathLst>
                  <a:path extrusionOk="0" h="2776" w="7071">
                    <a:moveTo>
                      <a:pt x="7071" y="0"/>
                    </a:moveTo>
                    <a:cubicBezTo>
                      <a:pt x="6981" y="44"/>
                      <a:pt x="6889" y="86"/>
                      <a:pt x="6788" y="128"/>
                    </a:cubicBezTo>
                    <a:cubicBezTo>
                      <a:pt x="6766" y="140"/>
                      <a:pt x="6741" y="154"/>
                      <a:pt x="6716" y="163"/>
                    </a:cubicBezTo>
                    <a:cubicBezTo>
                      <a:pt x="6659" y="189"/>
                      <a:pt x="6599" y="217"/>
                      <a:pt x="6539" y="238"/>
                    </a:cubicBezTo>
                    <a:cubicBezTo>
                      <a:pt x="6539" y="238"/>
                      <a:pt x="6539" y="242"/>
                      <a:pt x="6536" y="242"/>
                    </a:cubicBezTo>
                    <a:cubicBezTo>
                      <a:pt x="6518" y="252"/>
                      <a:pt x="6496" y="261"/>
                      <a:pt x="6473" y="267"/>
                    </a:cubicBezTo>
                    <a:cubicBezTo>
                      <a:pt x="6469" y="272"/>
                      <a:pt x="6464" y="275"/>
                      <a:pt x="6460" y="275"/>
                    </a:cubicBezTo>
                    <a:cubicBezTo>
                      <a:pt x="6458" y="275"/>
                      <a:pt x="6456" y="274"/>
                      <a:pt x="6455" y="273"/>
                    </a:cubicBezTo>
                    <a:lnTo>
                      <a:pt x="6452" y="277"/>
                    </a:lnTo>
                    <a:cubicBezTo>
                      <a:pt x="6447" y="279"/>
                      <a:pt x="6447" y="279"/>
                      <a:pt x="6445" y="279"/>
                    </a:cubicBezTo>
                    <a:cubicBezTo>
                      <a:pt x="6445" y="279"/>
                      <a:pt x="6445" y="281"/>
                      <a:pt x="6442" y="281"/>
                    </a:cubicBezTo>
                    <a:lnTo>
                      <a:pt x="6440" y="281"/>
                    </a:lnTo>
                    <a:cubicBezTo>
                      <a:pt x="6431" y="288"/>
                      <a:pt x="6418" y="291"/>
                      <a:pt x="6409" y="294"/>
                    </a:cubicBezTo>
                    <a:lnTo>
                      <a:pt x="6406" y="294"/>
                    </a:lnTo>
                    <a:cubicBezTo>
                      <a:pt x="6400" y="300"/>
                      <a:pt x="6398" y="300"/>
                      <a:pt x="6391" y="303"/>
                    </a:cubicBezTo>
                    <a:cubicBezTo>
                      <a:pt x="6384" y="305"/>
                      <a:pt x="6375" y="310"/>
                      <a:pt x="6369" y="312"/>
                    </a:cubicBezTo>
                    <a:lnTo>
                      <a:pt x="6367" y="312"/>
                    </a:lnTo>
                    <a:cubicBezTo>
                      <a:pt x="6360" y="316"/>
                      <a:pt x="6353" y="319"/>
                      <a:pt x="6347" y="319"/>
                    </a:cubicBezTo>
                    <a:lnTo>
                      <a:pt x="6347" y="321"/>
                    </a:lnTo>
                    <a:cubicBezTo>
                      <a:pt x="6334" y="327"/>
                      <a:pt x="6318" y="334"/>
                      <a:pt x="6306" y="336"/>
                    </a:cubicBezTo>
                    <a:cubicBezTo>
                      <a:pt x="6300" y="340"/>
                      <a:pt x="6293" y="343"/>
                      <a:pt x="6286" y="346"/>
                    </a:cubicBezTo>
                    <a:cubicBezTo>
                      <a:pt x="6275" y="352"/>
                      <a:pt x="6262" y="355"/>
                      <a:pt x="6249" y="361"/>
                    </a:cubicBezTo>
                    <a:lnTo>
                      <a:pt x="6246" y="361"/>
                    </a:lnTo>
                    <a:cubicBezTo>
                      <a:pt x="6191" y="386"/>
                      <a:pt x="6135" y="408"/>
                      <a:pt x="6080" y="427"/>
                    </a:cubicBezTo>
                    <a:cubicBezTo>
                      <a:pt x="6078" y="430"/>
                      <a:pt x="6074" y="433"/>
                      <a:pt x="6071" y="433"/>
                    </a:cubicBezTo>
                    <a:cubicBezTo>
                      <a:pt x="4098" y="1218"/>
                      <a:pt x="2040" y="1593"/>
                      <a:pt x="1" y="1593"/>
                    </a:cubicBezTo>
                    <a:lnTo>
                      <a:pt x="1" y="2775"/>
                    </a:lnTo>
                    <a:cubicBezTo>
                      <a:pt x="2034" y="2488"/>
                      <a:pt x="4048" y="1810"/>
                      <a:pt x="5936" y="719"/>
                    </a:cubicBezTo>
                    <a:cubicBezTo>
                      <a:pt x="5980" y="696"/>
                      <a:pt x="6027" y="667"/>
                      <a:pt x="6071" y="641"/>
                    </a:cubicBezTo>
                    <a:cubicBezTo>
                      <a:pt x="6100" y="624"/>
                      <a:pt x="6125" y="609"/>
                      <a:pt x="6153" y="593"/>
                    </a:cubicBezTo>
                    <a:cubicBezTo>
                      <a:pt x="6210" y="558"/>
                      <a:pt x="6270" y="523"/>
                      <a:pt x="6327" y="486"/>
                    </a:cubicBezTo>
                    <a:cubicBezTo>
                      <a:pt x="6333" y="484"/>
                      <a:pt x="6336" y="480"/>
                      <a:pt x="6342" y="477"/>
                    </a:cubicBezTo>
                    <a:cubicBezTo>
                      <a:pt x="6351" y="474"/>
                      <a:pt x="6358" y="466"/>
                      <a:pt x="6364" y="464"/>
                    </a:cubicBezTo>
                    <a:cubicBezTo>
                      <a:pt x="6370" y="461"/>
                      <a:pt x="6374" y="458"/>
                      <a:pt x="6377" y="455"/>
                    </a:cubicBezTo>
                    <a:cubicBezTo>
                      <a:pt x="6385" y="451"/>
                      <a:pt x="6393" y="445"/>
                      <a:pt x="6399" y="443"/>
                    </a:cubicBezTo>
                    <a:cubicBezTo>
                      <a:pt x="6405" y="436"/>
                      <a:pt x="6411" y="432"/>
                      <a:pt x="6418" y="429"/>
                    </a:cubicBezTo>
                    <a:cubicBezTo>
                      <a:pt x="6425" y="427"/>
                      <a:pt x="6429" y="423"/>
                      <a:pt x="6431" y="420"/>
                    </a:cubicBezTo>
                    <a:cubicBezTo>
                      <a:pt x="6434" y="420"/>
                      <a:pt x="6437" y="418"/>
                      <a:pt x="6440" y="418"/>
                    </a:cubicBezTo>
                    <a:cubicBezTo>
                      <a:pt x="6446" y="412"/>
                      <a:pt x="6453" y="408"/>
                      <a:pt x="6456" y="405"/>
                    </a:cubicBezTo>
                    <a:cubicBezTo>
                      <a:pt x="6460" y="405"/>
                      <a:pt x="6462" y="405"/>
                      <a:pt x="6462" y="402"/>
                    </a:cubicBezTo>
                    <a:cubicBezTo>
                      <a:pt x="6468" y="398"/>
                      <a:pt x="6472" y="396"/>
                      <a:pt x="6475" y="396"/>
                    </a:cubicBezTo>
                    <a:cubicBezTo>
                      <a:pt x="6483" y="389"/>
                      <a:pt x="6491" y="387"/>
                      <a:pt x="6497" y="381"/>
                    </a:cubicBezTo>
                    <a:cubicBezTo>
                      <a:pt x="6507" y="374"/>
                      <a:pt x="6517" y="372"/>
                      <a:pt x="6523" y="365"/>
                    </a:cubicBezTo>
                    <a:cubicBezTo>
                      <a:pt x="6529" y="361"/>
                      <a:pt x="6535" y="355"/>
                      <a:pt x="6542" y="352"/>
                    </a:cubicBezTo>
                    <a:cubicBezTo>
                      <a:pt x="6545" y="352"/>
                      <a:pt x="6549" y="350"/>
                      <a:pt x="6549" y="350"/>
                    </a:cubicBezTo>
                    <a:cubicBezTo>
                      <a:pt x="6568" y="336"/>
                      <a:pt x="6584" y="328"/>
                      <a:pt x="6599" y="315"/>
                    </a:cubicBezTo>
                    <a:lnTo>
                      <a:pt x="6601" y="315"/>
                    </a:lnTo>
                    <a:cubicBezTo>
                      <a:pt x="6759" y="212"/>
                      <a:pt x="6916" y="107"/>
                      <a:pt x="7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96"/>
              <p:cNvSpPr/>
              <p:nvPr/>
            </p:nvSpPr>
            <p:spPr>
              <a:xfrm>
                <a:off x="3661625" y="2210750"/>
                <a:ext cx="235925" cy="72900"/>
              </a:xfrm>
              <a:custGeom>
                <a:rect b="b" l="l" r="r" t="t"/>
                <a:pathLst>
                  <a:path extrusionOk="0" h="2916" w="9437">
                    <a:moveTo>
                      <a:pt x="8465" y="0"/>
                    </a:moveTo>
                    <a:cubicBezTo>
                      <a:pt x="5963" y="138"/>
                      <a:pt x="3451" y="850"/>
                      <a:pt x="1131" y="2193"/>
                    </a:cubicBezTo>
                    <a:cubicBezTo>
                      <a:pt x="1088" y="2218"/>
                      <a:pt x="1046" y="2244"/>
                      <a:pt x="1002" y="2272"/>
                    </a:cubicBezTo>
                    <a:cubicBezTo>
                      <a:pt x="970" y="2287"/>
                      <a:pt x="941" y="2307"/>
                      <a:pt x="911" y="2329"/>
                    </a:cubicBezTo>
                    <a:cubicBezTo>
                      <a:pt x="856" y="2358"/>
                      <a:pt x="801" y="2392"/>
                      <a:pt x="744" y="2433"/>
                    </a:cubicBezTo>
                    <a:cubicBezTo>
                      <a:pt x="743" y="2432"/>
                      <a:pt x="741" y="2432"/>
                      <a:pt x="740" y="2432"/>
                    </a:cubicBezTo>
                    <a:cubicBezTo>
                      <a:pt x="734" y="2432"/>
                      <a:pt x="727" y="2437"/>
                      <a:pt x="722" y="2442"/>
                    </a:cubicBezTo>
                    <a:lnTo>
                      <a:pt x="720" y="2444"/>
                    </a:lnTo>
                    <a:cubicBezTo>
                      <a:pt x="719" y="2443"/>
                      <a:pt x="718" y="2443"/>
                      <a:pt x="717" y="2443"/>
                    </a:cubicBezTo>
                    <a:cubicBezTo>
                      <a:pt x="715" y="2443"/>
                      <a:pt x="713" y="2445"/>
                      <a:pt x="713" y="2447"/>
                    </a:cubicBezTo>
                    <a:lnTo>
                      <a:pt x="711" y="2447"/>
                    </a:lnTo>
                    <a:cubicBezTo>
                      <a:pt x="711" y="2447"/>
                      <a:pt x="711" y="2451"/>
                      <a:pt x="708" y="2453"/>
                    </a:cubicBezTo>
                    <a:cubicBezTo>
                      <a:pt x="707" y="2452"/>
                      <a:pt x="707" y="2452"/>
                      <a:pt x="706" y="2452"/>
                    </a:cubicBezTo>
                    <a:cubicBezTo>
                      <a:pt x="704" y="2452"/>
                      <a:pt x="701" y="2454"/>
                      <a:pt x="700" y="2457"/>
                    </a:cubicBezTo>
                    <a:cubicBezTo>
                      <a:pt x="690" y="2460"/>
                      <a:pt x="680" y="2467"/>
                      <a:pt x="671" y="2475"/>
                    </a:cubicBezTo>
                    <a:cubicBezTo>
                      <a:pt x="665" y="2475"/>
                      <a:pt x="658" y="2482"/>
                      <a:pt x="651" y="2489"/>
                    </a:cubicBezTo>
                    <a:cubicBezTo>
                      <a:pt x="651" y="2487"/>
                      <a:pt x="650" y="2487"/>
                      <a:pt x="649" y="2487"/>
                    </a:cubicBezTo>
                    <a:cubicBezTo>
                      <a:pt x="647" y="2487"/>
                      <a:pt x="644" y="2489"/>
                      <a:pt x="643" y="2491"/>
                    </a:cubicBezTo>
                    <a:cubicBezTo>
                      <a:pt x="640" y="2491"/>
                      <a:pt x="636" y="2495"/>
                      <a:pt x="634" y="2498"/>
                    </a:cubicBezTo>
                    <a:cubicBezTo>
                      <a:pt x="627" y="2501"/>
                      <a:pt x="620" y="2504"/>
                      <a:pt x="614" y="2510"/>
                    </a:cubicBezTo>
                    <a:cubicBezTo>
                      <a:pt x="610" y="2510"/>
                      <a:pt x="608" y="2510"/>
                      <a:pt x="608" y="2513"/>
                    </a:cubicBezTo>
                    <a:cubicBezTo>
                      <a:pt x="602" y="2513"/>
                      <a:pt x="598" y="2516"/>
                      <a:pt x="594" y="2520"/>
                    </a:cubicBezTo>
                    <a:cubicBezTo>
                      <a:pt x="588" y="2524"/>
                      <a:pt x="582" y="2530"/>
                      <a:pt x="576" y="2532"/>
                    </a:cubicBezTo>
                    <a:cubicBezTo>
                      <a:pt x="566" y="2539"/>
                      <a:pt x="558" y="2541"/>
                      <a:pt x="550" y="2547"/>
                    </a:cubicBezTo>
                    <a:lnTo>
                      <a:pt x="550" y="2550"/>
                    </a:lnTo>
                    <a:lnTo>
                      <a:pt x="547" y="2550"/>
                    </a:lnTo>
                    <a:cubicBezTo>
                      <a:pt x="541" y="2553"/>
                      <a:pt x="538" y="2557"/>
                      <a:pt x="532" y="2560"/>
                    </a:cubicBezTo>
                    <a:cubicBezTo>
                      <a:pt x="529" y="2560"/>
                      <a:pt x="525" y="2563"/>
                      <a:pt x="522" y="2566"/>
                    </a:cubicBezTo>
                    <a:cubicBezTo>
                      <a:pt x="506" y="2575"/>
                      <a:pt x="490" y="2586"/>
                      <a:pt x="475" y="2601"/>
                    </a:cubicBezTo>
                    <a:cubicBezTo>
                      <a:pt x="475" y="2598"/>
                      <a:pt x="473" y="2598"/>
                      <a:pt x="473" y="2598"/>
                    </a:cubicBezTo>
                    <a:cubicBezTo>
                      <a:pt x="473" y="2601"/>
                      <a:pt x="470" y="2601"/>
                      <a:pt x="470" y="2601"/>
                    </a:cubicBezTo>
                    <a:cubicBezTo>
                      <a:pt x="309" y="2704"/>
                      <a:pt x="155" y="2808"/>
                      <a:pt x="0" y="2916"/>
                    </a:cubicBezTo>
                    <a:cubicBezTo>
                      <a:pt x="94" y="2871"/>
                      <a:pt x="190" y="2828"/>
                      <a:pt x="284" y="2787"/>
                    </a:cubicBezTo>
                    <a:cubicBezTo>
                      <a:pt x="305" y="2774"/>
                      <a:pt x="328" y="2764"/>
                      <a:pt x="354" y="2756"/>
                    </a:cubicBezTo>
                    <a:cubicBezTo>
                      <a:pt x="411" y="2727"/>
                      <a:pt x="471" y="2701"/>
                      <a:pt x="530" y="2679"/>
                    </a:cubicBezTo>
                    <a:lnTo>
                      <a:pt x="533" y="2676"/>
                    </a:lnTo>
                    <a:cubicBezTo>
                      <a:pt x="551" y="2666"/>
                      <a:pt x="571" y="2658"/>
                      <a:pt x="592" y="2651"/>
                    </a:cubicBezTo>
                    <a:cubicBezTo>
                      <a:pt x="599" y="2644"/>
                      <a:pt x="608" y="2642"/>
                      <a:pt x="614" y="2642"/>
                    </a:cubicBezTo>
                    <a:cubicBezTo>
                      <a:pt x="618" y="2639"/>
                      <a:pt x="618" y="2639"/>
                      <a:pt x="620" y="2639"/>
                    </a:cubicBezTo>
                    <a:cubicBezTo>
                      <a:pt x="623" y="2637"/>
                      <a:pt x="627" y="2637"/>
                      <a:pt x="630" y="2637"/>
                    </a:cubicBezTo>
                    <a:cubicBezTo>
                      <a:pt x="639" y="2630"/>
                      <a:pt x="651" y="2624"/>
                      <a:pt x="661" y="2624"/>
                    </a:cubicBezTo>
                    <a:lnTo>
                      <a:pt x="664" y="2622"/>
                    </a:lnTo>
                    <a:cubicBezTo>
                      <a:pt x="667" y="2618"/>
                      <a:pt x="674" y="2614"/>
                      <a:pt x="676" y="2614"/>
                    </a:cubicBezTo>
                    <a:cubicBezTo>
                      <a:pt x="682" y="2612"/>
                      <a:pt x="691" y="2608"/>
                      <a:pt x="698" y="2606"/>
                    </a:cubicBezTo>
                    <a:cubicBezTo>
                      <a:pt x="701" y="2603"/>
                      <a:pt x="705" y="2603"/>
                      <a:pt x="707" y="2603"/>
                    </a:cubicBezTo>
                    <a:cubicBezTo>
                      <a:pt x="711" y="2599"/>
                      <a:pt x="717" y="2597"/>
                      <a:pt x="720" y="2597"/>
                    </a:cubicBezTo>
                    <a:lnTo>
                      <a:pt x="722" y="2597"/>
                    </a:lnTo>
                    <a:cubicBezTo>
                      <a:pt x="734" y="2591"/>
                      <a:pt x="747" y="2584"/>
                      <a:pt x="760" y="2581"/>
                    </a:cubicBezTo>
                    <a:cubicBezTo>
                      <a:pt x="770" y="2575"/>
                      <a:pt x="779" y="2571"/>
                      <a:pt x="785" y="2568"/>
                    </a:cubicBezTo>
                    <a:cubicBezTo>
                      <a:pt x="798" y="2565"/>
                      <a:pt x="808" y="2558"/>
                      <a:pt x="816" y="2556"/>
                    </a:cubicBezTo>
                    <a:cubicBezTo>
                      <a:pt x="820" y="2556"/>
                      <a:pt x="824" y="2554"/>
                      <a:pt x="824" y="2554"/>
                    </a:cubicBezTo>
                    <a:cubicBezTo>
                      <a:pt x="880" y="2531"/>
                      <a:pt x="933" y="2509"/>
                      <a:pt x="987" y="2490"/>
                    </a:cubicBezTo>
                    <a:cubicBezTo>
                      <a:pt x="994" y="2488"/>
                      <a:pt x="996" y="2483"/>
                      <a:pt x="1002" y="2481"/>
                    </a:cubicBezTo>
                    <a:cubicBezTo>
                      <a:pt x="2970" y="1701"/>
                      <a:pt x="5022" y="1325"/>
                      <a:pt x="7053" y="1325"/>
                    </a:cubicBezTo>
                    <a:cubicBezTo>
                      <a:pt x="7853" y="1325"/>
                      <a:pt x="8650" y="1383"/>
                      <a:pt x="9437" y="1498"/>
                    </a:cubicBezTo>
                    <a:cubicBezTo>
                      <a:pt x="9200" y="944"/>
                      <a:pt x="8870" y="436"/>
                      <a:pt x="84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96"/>
              <p:cNvSpPr/>
              <p:nvPr/>
            </p:nvSpPr>
            <p:spPr>
              <a:xfrm>
                <a:off x="3612275" y="2041600"/>
                <a:ext cx="74925" cy="248375"/>
              </a:xfrm>
              <a:custGeom>
                <a:rect b="b" l="l" r="r" t="t"/>
                <a:pathLst>
                  <a:path extrusionOk="0" h="9935" w="2997">
                    <a:moveTo>
                      <a:pt x="1487" y="1"/>
                    </a:moveTo>
                    <a:cubicBezTo>
                      <a:pt x="995" y="1"/>
                      <a:pt x="517" y="66"/>
                      <a:pt x="63" y="195"/>
                    </a:cubicBezTo>
                    <a:cubicBezTo>
                      <a:pt x="1" y="3117"/>
                      <a:pt x="709" y="6092"/>
                      <a:pt x="2278" y="8806"/>
                    </a:cubicBezTo>
                    <a:cubicBezTo>
                      <a:pt x="2304" y="8850"/>
                      <a:pt x="2329" y="8893"/>
                      <a:pt x="2355" y="8935"/>
                    </a:cubicBezTo>
                    <a:cubicBezTo>
                      <a:pt x="2371" y="8964"/>
                      <a:pt x="2387" y="8991"/>
                      <a:pt x="2402" y="9017"/>
                    </a:cubicBezTo>
                    <a:cubicBezTo>
                      <a:pt x="2442" y="9078"/>
                      <a:pt x="2476" y="9137"/>
                      <a:pt x="2514" y="9194"/>
                    </a:cubicBezTo>
                    <a:cubicBezTo>
                      <a:pt x="2516" y="9201"/>
                      <a:pt x="2520" y="9207"/>
                      <a:pt x="2522" y="9209"/>
                    </a:cubicBezTo>
                    <a:cubicBezTo>
                      <a:pt x="2526" y="9218"/>
                      <a:pt x="2532" y="9225"/>
                      <a:pt x="2535" y="9232"/>
                    </a:cubicBezTo>
                    <a:lnTo>
                      <a:pt x="2535" y="9234"/>
                    </a:lnTo>
                    <a:cubicBezTo>
                      <a:pt x="2540" y="9237"/>
                      <a:pt x="2542" y="9240"/>
                      <a:pt x="2542" y="9243"/>
                    </a:cubicBezTo>
                    <a:cubicBezTo>
                      <a:pt x="2548" y="9254"/>
                      <a:pt x="2555" y="9263"/>
                      <a:pt x="2557" y="9269"/>
                    </a:cubicBezTo>
                    <a:cubicBezTo>
                      <a:pt x="2563" y="9275"/>
                      <a:pt x="2567" y="9281"/>
                      <a:pt x="2571" y="9289"/>
                    </a:cubicBezTo>
                    <a:cubicBezTo>
                      <a:pt x="2573" y="9295"/>
                      <a:pt x="2577" y="9299"/>
                      <a:pt x="2579" y="9301"/>
                    </a:cubicBezTo>
                    <a:cubicBezTo>
                      <a:pt x="2579" y="9305"/>
                      <a:pt x="2582" y="9307"/>
                      <a:pt x="2582" y="9307"/>
                    </a:cubicBezTo>
                    <a:cubicBezTo>
                      <a:pt x="2584" y="9314"/>
                      <a:pt x="2588" y="9321"/>
                      <a:pt x="2591" y="9323"/>
                    </a:cubicBezTo>
                    <a:cubicBezTo>
                      <a:pt x="2594" y="9326"/>
                      <a:pt x="2593" y="9328"/>
                      <a:pt x="2597" y="9332"/>
                    </a:cubicBezTo>
                    <a:cubicBezTo>
                      <a:pt x="2601" y="9336"/>
                      <a:pt x="2604" y="9342"/>
                      <a:pt x="2604" y="9345"/>
                    </a:cubicBezTo>
                    <a:cubicBezTo>
                      <a:pt x="2610" y="9352"/>
                      <a:pt x="2613" y="9358"/>
                      <a:pt x="2619" y="9364"/>
                    </a:cubicBezTo>
                    <a:cubicBezTo>
                      <a:pt x="2623" y="9374"/>
                      <a:pt x="2629" y="9382"/>
                      <a:pt x="2632" y="9390"/>
                    </a:cubicBezTo>
                    <a:cubicBezTo>
                      <a:pt x="2635" y="9390"/>
                      <a:pt x="2635" y="9393"/>
                      <a:pt x="2635" y="9393"/>
                    </a:cubicBezTo>
                    <a:cubicBezTo>
                      <a:pt x="2639" y="9399"/>
                      <a:pt x="2645" y="9405"/>
                      <a:pt x="2648" y="9412"/>
                    </a:cubicBezTo>
                    <a:cubicBezTo>
                      <a:pt x="2648" y="9416"/>
                      <a:pt x="2650" y="9416"/>
                      <a:pt x="2650" y="9419"/>
                    </a:cubicBezTo>
                    <a:cubicBezTo>
                      <a:pt x="2659" y="9434"/>
                      <a:pt x="2669" y="9450"/>
                      <a:pt x="2681" y="9462"/>
                    </a:cubicBezTo>
                    <a:cubicBezTo>
                      <a:pt x="2681" y="9466"/>
                      <a:pt x="2684" y="9469"/>
                      <a:pt x="2684" y="9469"/>
                    </a:cubicBezTo>
                    <a:lnTo>
                      <a:pt x="2684" y="9471"/>
                    </a:lnTo>
                    <a:cubicBezTo>
                      <a:pt x="2788" y="9632"/>
                      <a:pt x="2891" y="9786"/>
                      <a:pt x="2997" y="9935"/>
                    </a:cubicBezTo>
                    <a:cubicBezTo>
                      <a:pt x="2949" y="9837"/>
                      <a:pt x="2906" y="9739"/>
                      <a:pt x="2862" y="9637"/>
                    </a:cubicBezTo>
                    <a:cubicBezTo>
                      <a:pt x="2851" y="9620"/>
                      <a:pt x="2842" y="9600"/>
                      <a:pt x="2836" y="9579"/>
                    </a:cubicBezTo>
                    <a:cubicBezTo>
                      <a:pt x="2808" y="9522"/>
                      <a:pt x="2783" y="9465"/>
                      <a:pt x="2757" y="9405"/>
                    </a:cubicBezTo>
                    <a:lnTo>
                      <a:pt x="2757" y="9403"/>
                    </a:lnTo>
                    <a:cubicBezTo>
                      <a:pt x="2747" y="9385"/>
                      <a:pt x="2738" y="9365"/>
                      <a:pt x="2732" y="9343"/>
                    </a:cubicBezTo>
                    <a:cubicBezTo>
                      <a:pt x="2725" y="9337"/>
                      <a:pt x="2722" y="9328"/>
                      <a:pt x="2722" y="9322"/>
                    </a:cubicBezTo>
                    <a:cubicBezTo>
                      <a:pt x="2718" y="9319"/>
                      <a:pt x="2716" y="9315"/>
                      <a:pt x="2716" y="9312"/>
                    </a:cubicBezTo>
                    <a:lnTo>
                      <a:pt x="2716" y="9310"/>
                    </a:lnTo>
                    <a:cubicBezTo>
                      <a:pt x="2710" y="9301"/>
                      <a:pt x="2706" y="9288"/>
                      <a:pt x="2703" y="9279"/>
                    </a:cubicBezTo>
                    <a:lnTo>
                      <a:pt x="2703" y="9276"/>
                    </a:lnTo>
                    <a:cubicBezTo>
                      <a:pt x="2696" y="9270"/>
                      <a:pt x="2696" y="9268"/>
                      <a:pt x="2694" y="9261"/>
                    </a:cubicBezTo>
                    <a:cubicBezTo>
                      <a:pt x="2691" y="9250"/>
                      <a:pt x="2687" y="9244"/>
                      <a:pt x="2685" y="9235"/>
                    </a:cubicBezTo>
                    <a:cubicBezTo>
                      <a:pt x="2682" y="9235"/>
                      <a:pt x="2682" y="9235"/>
                      <a:pt x="2682" y="9233"/>
                    </a:cubicBezTo>
                    <a:cubicBezTo>
                      <a:pt x="2680" y="9229"/>
                      <a:pt x="2680" y="9223"/>
                      <a:pt x="2680" y="9219"/>
                    </a:cubicBezTo>
                    <a:cubicBezTo>
                      <a:pt x="2677" y="9216"/>
                      <a:pt x="2677" y="9216"/>
                      <a:pt x="2677" y="9213"/>
                    </a:cubicBezTo>
                    <a:cubicBezTo>
                      <a:pt x="2671" y="9202"/>
                      <a:pt x="2664" y="9189"/>
                      <a:pt x="2661" y="9176"/>
                    </a:cubicBezTo>
                    <a:cubicBezTo>
                      <a:pt x="2659" y="9167"/>
                      <a:pt x="2655" y="9161"/>
                      <a:pt x="2653" y="9154"/>
                    </a:cubicBezTo>
                    <a:cubicBezTo>
                      <a:pt x="2646" y="9141"/>
                      <a:pt x="2644" y="9129"/>
                      <a:pt x="2638" y="9119"/>
                    </a:cubicBezTo>
                    <a:lnTo>
                      <a:pt x="2638" y="9116"/>
                    </a:lnTo>
                    <a:cubicBezTo>
                      <a:pt x="2613" y="9062"/>
                      <a:pt x="2591" y="9005"/>
                      <a:pt x="2572" y="8950"/>
                    </a:cubicBezTo>
                    <a:cubicBezTo>
                      <a:pt x="2567" y="8948"/>
                      <a:pt x="2565" y="8944"/>
                      <a:pt x="2565" y="8941"/>
                    </a:cubicBezTo>
                    <a:cubicBezTo>
                      <a:pt x="1415" y="6035"/>
                      <a:pt x="1137" y="2940"/>
                      <a:pt x="1657" y="3"/>
                    </a:cubicBezTo>
                    <a:cubicBezTo>
                      <a:pt x="1600" y="1"/>
                      <a:pt x="1544" y="1"/>
                      <a:pt x="14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96"/>
              <p:cNvSpPr/>
              <p:nvPr/>
            </p:nvSpPr>
            <p:spPr>
              <a:xfrm>
                <a:off x="3668025" y="2258075"/>
                <a:ext cx="69200" cy="175000"/>
              </a:xfrm>
              <a:custGeom>
                <a:rect b="b" l="l" r="r" t="t"/>
                <a:pathLst>
                  <a:path extrusionOk="0" h="7000" w="2768">
                    <a:moveTo>
                      <a:pt x="1" y="0"/>
                    </a:moveTo>
                    <a:lnTo>
                      <a:pt x="1" y="0"/>
                    </a:lnTo>
                    <a:cubicBezTo>
                      <a:pt x="44" y="91"/>
                      <a:pt x="86" y="183"/>
                      <a:pt x="127" y="277"/>
                    </a:cubicBezTo>
                    <a:cubicBezTo>
                      <a:pt x="139" y="299"/>
                      <a:pt x="150" y="321"/>
                      <a:pt x="158" y="347"/>
                    </a:cubicBezTo>
                    <a:cubicBezTo>
                      <a:pt x="187" y="404"/>
                      <a:pt x="212" y="465"/>
                      <a:pt x="237" y="523"/>
                    </a:cubicBezTo>
                    <a:cubicBezTo>
                      <a:pt x="237" y="523"/>
                      <a:pt x="239" y="527"/>
                      <a:pt x="239" y="530"/>
                    </a:cubicBezTo>
                    <a:cubicBezTo>
                      <a:pt x="250" y="549"/>
                      <a:pt x="259" y="571"/>
                      <a:pt x="265" y="594"/>
                    </a:cubicBezTo>
                    <a:cubicBezTo>
                      <a:pt x="271" y="600"/>
                      <a:pt x="274" y="609"/>
                      <a:pt x="274" y="615"/>
                    </a:cubicBezTo>
                    <a:lnTo>
                      <a:pt x="277" y="617"/>
                    </a:lnTo>
                    <a:cubicBezTo>
                      <a:pt x="280" y="620"/>
                      <a:pt x="280" y="624"/>
                      <a:pt x="280" y="627"/>
                    </a:cubicBezTo>
                    <a:cubicBezTo>
                      <a:pt x="286" y="640"/>
                      <a:pt x="290" y="648"/>
                      <a:pt x="292" y="662"/>
                    </a:cubicBezTo>
                    <a:lnTo>
                      <a:pt x="295" y="662"/>
                    </a:lnTo>
                    <a:cubicBezTo>
                      <a:pt x="299" y="668"/>
                      <a:pt x="299" y="671"/>
                      <a:pt x="301" y="677"/>
                    </a:cubicBezTo>
                    <a:cubicBezTo>
                      <a:pt x="305" y="683"/>
                      <a:pt x="307" y="689"/>
                      <a:pt x="307" y="697"/>
                    </a:cubicBezTo>
                    <a:cubicBezTo>
                      <a:pt x="312" y="699"/>
                      <a:pt x="315" y="703"/>
                      <a:pt x="315" y="705"/>
                    </a:cubicBezTo>
                    <a:cubicBezTo>
                      <a:pt x="318" y="712"/>
                      <a:pt x="318" y="714"/>
                      <a:pt x="321" y="720"/>
                    </a:cubicBezTo>
                    <a:cubicBezTo>
                      <a:pt x="327" y="734"/>
                      <a:pt x="333" y="749"/>
                      <a:pt x="336" y="762"/>
                    </a:cubicBezTo>
                    <a:cubicBezTo>
                      <a:pt x="338" y="769"/>
                      <a:pt x="343" y="777"/>
                      <a:pt x="346" y="784"/>
                    </a:cubicBezTo>
                    <a:cubicBezTo>
                      <a:pt x="352" y="797"/>
                      <a:pt x="354" y="810"/>
                      <a:pt x="360" y="818"/>
                    </a:cubicBezTo>
                    <a:lnTo>
                      <a:pt x="360" y="826"/>
                    </a:lnTo>
                    <a:cubicBezTo>
                      <a:pt x="385" y="882"/>
                      <a:pt x="408" y="935"/>
                      <a:pt x="426" y="989"/>
                    </a:cubicBezTo>
                    <a:cubicBezTo>
                      <a:pt x="429" y="996"/>
                      <a:pt x="433" y="998"/>
                      <a:pt x="435" y="1004"/>
                    </a:cubicBezTo>
                    <a:cubicBezTo>
                      <a:pt x="1208" y="2953"/>
                      <a:pt x="1584" y="4986"/>
                      <a:pt x="1592" y="6999"/>
                    </a:cubicBezTo>
                    <a:lnTo>
                      <a:pt x="2768" y="6999"/>
                    </a:lnTo>
                    <a:cubicBezTo>
                      <a:pt x="2474" y="4988"/>
                      <a:pt x="1799" y="3000"/>
                      <a:pt x="725" y="1133"/>
                    </a:cubicBezTo>
                    <a:cubicBezTo>
                      <a:pt x="698" y="1084"/>
                      <a:pt x="669" y="1035"/>
                      <a:pt x="638" y="986"/>
                    </a:cubicBezTo>
                    <a:cubicBezTo>
                      <a:pt x="625" y="961"/>
                      <a:pt x="610" y="939"/>
                      <a:pt x="596" y="913"/>
                    </a:cubicBezTo>
                    <a:cubicBezTo>
                      <a:pt x="562" y="857"/>
                      <a:pt x="527" y="800"/>
                      <a:pt x="489" y="743"/>
                    </a:cubicBezTo>
                    <a:cubicBezTo>
                      <a:pt x="486" y="736"/>
                      <a:pt x="483" y="730"/>
                      <a:pt x="477" y="724"/>
                    </a:cubicBezTo>
                    <a:cubicBezTo>
                      <a:pt x="477" y="717"/>
                      <a:pt x="473" y="713"/>
                      <a:pt x="471" y="710"/>
                    </a:cubicBezTo>
                    <a:cubicBezTo>
                      <a:pt x="471" y="707"/>
                      <a:pt x="471" y="704"/>
                      <a:pt x="467" y="704"/>
                    </a:cubicBezTo>
                    <a:cubicBezTo>
                      <a:pt x="467" y="702"/>
                      <a:pt x="463" y="698"/>
                      <a:pt x="461" y="695"/>
                    </a:cubicBezTo>
                    <a:cubicBezTo>
                      <a:pt x="459" y="684"/>
                      <a:pt x="452" y="676"/>
                      <a:pt x="446" y="669"/>
                    </a:cubicBezTo>
                    <a:cubicBezTo>
                      <a:pt x="442" y="663"/>
                      <a:pt x="440" y="656"/>
                      <a:pt x="433" y="650"/>
                    </a:cubicBezTo>
                    <a:cubicBezTo>
                      <a:pt x="433" y="643"/>
                      <a:pt x="429" y="640"/>
                      <a:pt x="426" y="637"/>
                    </a:cubicBezTo>
                    <a:cubicBezTo>
                      <a:pt x="423" y="635"/>
                      <a:pt x="423" y="631"/>
                      <a:pt x="420" y="628"/>
                    </a:cubicBezTo>
                    <a:cubicBezTo>
                      <a:pt x="416" y="621"/>
                      <a:pt x="410" y="615"/>
                      <a:pt x="408" y="609"/>
                    </a:cubicBezTo>
                    <a:cubicBezTo>
                      <a:pt x="405" y="609"/>
                      <a:pt x="405" y="606"/>
                      <a:pt x="405" y="606"/>
                    </a:cubicBezTo>
                    <a:cubicBezTo>
                      <a:pt x="405" y="604"/>
                      <a:pt x="400" y="600"/>
                      <a:pt x="398" y="597"/>
                    </a:cubicBezTo>
                    <a:cubicBezTo>
                      <a:pt x="394" y="588"/>
                      <a:pt x="392" y="581"/>
                      <a:pt x="385" y="575"/>
                    </a:cubicBezTo>
                    <a:cubicBezTo>
                      <a:pt x="379" y="566"/>
                      <a:pt x="373" y="555"/>
                      <a:pt x="366" y="547"/>
                    </a:cubicBezTo>
                    <a:cubicBezTo>
                      <a:pt x="363" y="540"/>
                      <a:pt x="359" y="534"/>
                      <a:pt x="357" y="532"/>
                    </a:cubicBezTo>
                    <a:cubicBezTo>
                      <a:pt x="357" y="528"/>
                      <a:pt x="353" y="524"/>
                      <a:pt x="351" y="522"/>
                    </a:cubicBezTo>
                    <a:cubicBezTo>
                      <a:pt x="342" y="503"/>
                      <a:pt x="331" y="487"/>
                      <a:pt x="316" y="472"/>
                    </a:cubicBezTo>
                    <a:lnTo>
                      <a:pt x="316" y="470"/>
                    </a:lnTo>
                    <a:cubicBezTo>
                      <a:pt x="313" y="470"/>
                      <a:pt x="313" y="470"/>
                      <a:pt x="313" y="467"/>
                    </a:cubicBezTo>
                    <a:cubicBezTo>
                      <a:pt x="213" y="308"/>
                      <a:pt x="108" y="15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96"/>
              <p:cNvSpPr/>
              <p:nvPr/>
            </p:nvSpPr>
            <p:spPr>
              <a:xfrm>
                <a:off x="3516850" y="2257675"/>
                <a:ext cx="169850" cy="175375"/>
              </a:xfrm>
              <a:custGeom>
                <a:rect b="b" l="l" r="r" t="t"/>
                <a:pathLst>
                  <a:path extrusionOk="0" h="7015" w="6794">
                    <a:moveTo>
                      <a:pt x="6793" y="1"/>
                    </a:moveTo>
                    <a:lnTo>
                      <a:pt x="6793" y="1"/>
                    </a:lnTo>
                    <a:cubicBezTo>
                      <a:pt x="6734" y="88"/>
                      <a:pt x="6674" y="173"/>
                      <a:pt x="6602" y="257"/>
                    </a:cubicBezTo>
                    <a:cubicBezTo>
                      <a:pt x="6593" y="276"/>
                      <a:pt x="6577" y="294"/>
                      <a:pt x="6565" y="313"/>
                    </a:cubicBezTo>
                    <a:cubicBezTo>
                      <a:pt x="6528" y="368"/>
                      <a:pt x="6487" y="421"/>
                      <a:pt x="6448" y="474"/>
                    </a:cubicBezTo>
                    <a:lnTo>
                      <a:pt x="6448" y="477"/>
                    </a:lnTo>
                    <a:cubicBezTo>
                      <a:pt x="6437" y="494"/>
                      <a:pt x="6425" y="509"/>
                      <a:pt x="6411" y="525"/>
                    </a:cubicBezTo>
                    <a:cubicBezTo>
                      <a:pt x="6405" y="534"/>
                      <a:pt x="6399" y="540"/>
                      <a:pt x="6396" y="547"/>
                    </a:cubicBezTo>
                    <a:cubicBezTo>
                      <a:pt x="6392" y="551"/>
                      <a:pt x="6392" y="554"/>
                      <a:pt x="6390" y="554"/>
                    </a:cubicBezTo>
                    <a:cubicBezTo>
                      <a:pt x="6390" y="557"/>
                      <a:pt x="6383" y="560"/>
                      <a:pt x="6383" y="560"/>
                    </a:cubicBezTo>
                    <a:cubicBezTo>
                      <a:pt x="6380" y="569"/>
                      <a:pt x="6374" y="575"/>
                      <a:pt x="6368" y="582"/>
                    </a:cubicBezTo>
                    <a:lnTo>
                      <a:pt x="6365" y="582"/>
                    </a:lnTo>
                    <a:lnTo>
                      <a:pt x="6365" y="585"/>
                    </a:lnTo>
                    <a:cubicBezTo>
                      <a:pt x="6361" y="591"/>
                      <a:pt x="6359" y="597"/>
                      <a:pt x="6352" y="600"/>
                    </a:cubicBezTo>
                    <a:cubicBezTo>
                      <a:pt x="6352" y="606"/>
                      <a:pt x="6349" y="611"/>
                      <a:pt x="6343" y="613"/>
                    </a:cubicBezTo>
                    <a:cubicBezTo>
                      <a:pt x="6343" y="619"/>
                      <a:pt x="6341" y="623"/>
                      <a:pt x="6334" y="626"/>
                    </a:cubicBezTo>
                    <a:cubicBezTo>
                      <a:pt x="6334" y="632"/>
                      <a:pt x="6332" y="636"/>
                      <a:pt x="6326" y="638"/>
                    </a:cubicBezTo>
                    <a:cubicBezTo>
                      <a:pt x="6326" y="642"/>
                      <a:pt x="6323" y="642"/>
                      <a:pt x="6323" y="642"/>
                    </a:cubicBezTo>
                    <a:cubicBezTo>
                      <a:pt x="6316" y="650"/>
                      <a:pt x="6310" y="660"/>
                      <a:pt x="6301" y="669"/>
                    </a:cubicBezTo>
                    <a:cubicBezTo>
                      <a:pt x="6298" y="680"/>
                      <a:pt x="6292" y="689"/>
                      <a:pt x="6285" y="695"/>
                    </a:cubicBezTo>
                    <a:cubicBezTo>
                      <a:pt x="6275" y="704"/>
                      <a:pt x="6269" y="715"/>
                      <a:pt x="6260" y="724"/>
                    </a:cubicBezTo>
                    <a:cubicBezTo>
                      <a:pt x="6260" y="726"/>
                      <a:pt x="6256" y="726"/>
                      <a:pt x="6256" y="726"/>
                    </a:cubicBezTo>
                    <a:cubicBezTo>
                      <a:pt x="6224" y="774"/>
                      <a:pt x="6187" y="822"/>
                      <a:pt x="6152" y="865"/>
                    </a:cubicBezTo>
                    <a:cubicBezTo>
                      <a:pt x="6148" y="872"/>
                      <a:pt x="6142" y="875"/>
                      <a:pt x="6140" y="881"/>
                    </a:cubicBezTo>
                    <a:cubicBezTo>
                      <a:pt x="4469" y="2992"/>
                      <a:pt x="2348" y="4606"/>
                      <a:pt x="1" y="5668"/>
                    </a:cubicBezTo>
                    <a:lnTo>
                      <a:pt x="1" y="7014"/>
                    </a:lnTo>
                    <a:lnTo>
                      <a:pt x="518" y="7014"/>
                    </a:lnTo>
                    <a:cubicBezTo>
                      <a:pt x="2787" y="5621"/>
                      <a:pt x="4750" y="3660"/>
                      <a:pt x="6172" y="1192"/>
                    </a:cubicBezTo>
                    <a:cubicBezTo>
                      <a:pt x="6200" y="1144"/>
                      <a:pt x="6225" y="1098"/>
                      <a:pt x="6254" y="1050"/>
                    </a:cubicBezTo>
                    <a:cubicBezTo>
                      <a:pt x="6267" y="1025"/>
                      <a:pt x="6282" y="1000"/>
                      <a:pt x="6296" y="972"/>
                    </a:cubicBezTo>
                    <a:cubicBezTo>
                      <a:pt x="6331" y="915"/>
                      <a:pt x="6362" y="858"/>
                      <a:pt x="6390" y="798"/>
                    </a:cubicBezTo>
                    <a:cubicBezTo>
                      <a:pt x="6394" y="792"/>
                      <a:pt x="6396" y="786"/>
                      <a:pt x="6403" y="779"/>
                    </a:cubicBezTo>
                    <a:cubicBezTo>
                      <a:pt x="6403" y="777"/>
                      <a:pt x="6406" y="771"/>
                      <a:pt x="6409" y="763"/>
                    </a:cubicBezTo>
                    <a:cubicBezTo>
                      <a:pt x="6413" y="763"/>
                      <a:pt x="6413" y="760"/>
                      <a:pt x="6415" y="757"/>
                    </a:cubicBezTo>
                    <a:cubicBezTo>
                      <a:pt x="6415" y="755"/>
                      <a:pt x="6420" y="748"/>
                      <a:pt x="6422" y="742"/>
                    </a:cubicBezTo>
                    <a:cubicBezTo>
                      <a:pt x="6426" y="735"/>
                      <a:pt x="6429" y="729"/>
                      <a:pt x="6435" y="720"/>
                    </a:cubicBezTo>
                    <a:cubicBezTo>
                      <a:pt x="6437" y="714"/>
                      <a:pt x="6441" y="707"/>
                      <a:pt x="6444" y="698"/>
                    </a:cubicBezTo>
                    <a:cubicBezTo>
                      <a:pt x="6447" y="695"/>
                      <a:pt x="6447" y="691"/>
                      <a:pt x="6450" y="689"/>
                    </a:cubicBezTo>
                    <a:cubicBezTo>
                      <a:pt x="6455" y="685"/>
                      <a:pt x="6455" y="683"/>
                      <a:pt x="6457" y="676"/>
                    </a:cubicBezTo>
                    <a:cubicBezTo>
                      <a:pt x="6461" y="673"/>
                      <a:pt x="6461" y="669"/>
                      <a:pt x="6463" y="667"/>
                    </a:cubicBezTo>
                    <a:cubicBezTo>
                      <a:pt x="6463" y="663"/>
                      <a:pt x="6467" y="657"/>
                      <a:pt x="6470" y="654"/>
                    </a:cubicBezTo>
                    <a:cubicBezTo>
                      <a:pt x="6470" y="650"/>
                      <a:pt x="6473" y="644"/>
                      <a:pt x="6476" y="642"/>
                    </a:cubicBezTo>
                    <a:cubicBezTo>
                      <a:pt x="6480" y="634"/>
                      <a:pt x="6482" y="626"/>
                      <a:pt x="6489" y="619"/>
                    </a:cubicBezTo>
                    <a:cubicBezTo>
                      <a:pt x="6493" y="611"/>
                      <a:pt x="6499" y="600"/>
                      <a:pt x="6502" y="591"/>
                    </a:cubicBezTo>
                    <a:cubicBezTo>
                      <a:pt x="6504" y="585"/>
                      <a:pt x="6508" y="578"/>
                      <a:pt x="6511" y="571"/>
                    </a:cubicBezTo>
                    <a:lnTo>
                      <a:pt x="6511" y="569"/>
                    </a:lnTo>
                    <a:lnTo>
                      <a:pt x="6513" y="566"/>
                    </a:lnTo>
                    <a:cubicBezTo>
                      <a:pt x="6524" y="550"/>
                      <a:pt x="6530" y="534"/>
                      <a:pt x="6539" y="519"/>
                    </a:cubicBezTo>
                    <a:cubicBezTo>
                      <a:pt x="6539" y="517"/>
                      <a:pt x="6542" y="513"/>
                      <a:pt x="6542" y="509"/>
                    </a:cubicBezTo>
                    <a:cubicBezTo>
                      <a:pt x="6544" y="509"/>
                      <a:pt x="6544" y="507"/>
                      <a:pt x="6544" y="507"/>
                    </a:cubicBezTo>
                    <a:cubicBezTo>
                      <a:pt x="6630" y="341"/>
                      <a:pt x="6711" y="171"/>
                      <a:pt x="67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96"/>
              <p:cNvSpPr/>
              <p:nvPr/>
            </p:nvSpPr>
            <p:spPr>
              <a:xfrm>
                <a:off x="3668550" y="2147925"/>
                <a:ext cx="129075" cy="142450"/>
              </a:xfrm>
              <a:custGeom>
                <a:rect b="b" l="l" r="r" t="t"/>
                <a:pathLst>
                  <a:path extrusionOk="0" h="5698" w="5163">
                    <a:moveTo>
                      <a:pt x="4428" y="1"/>
                    </a:moveTo>
                    <a:cubicBezTo>
                      <a:pt x="2938" y="1223"/>
                      <a:pt x="1643" y="2732"/>
                      <a:pt x="621" y="4501"/>
                    </a:cubicBezTo>
                    <a:cubicBezTo>
                      <a:pt x="593" y="4549"/>
                      <a:pt x="567" y="4595"/>
                      <a:pt x="538" y="4642"/>
                    </a:cubicBezTo>
                    <a:cubicBezTo>
                      <a:pt x="526" y="4667"/>
                      <a:pt x="510" y="4696"/>
                      <a:pt x="497" y="4722"/>
                    </a:cubicBezTo>
                    <a:cubicBezTo>
                      <a:pt x="462" y="4783"/>
                      <a:pt x="430" y="4839"/>
                      <a:pt x="399" y="4898"/>
                    </a:cubicBezTo>
                    <a:cubicBezTo>
                      <a:pt x="395" y="4905"/>
                      <a:pt x="389" y="4914"/>
                      <a:pt x="387" y="4920"/>
                    </a:cubicBezTo>
                    <a:cubicBezTo>
                      <a:pt x="382" y="4924"/>
                      <a:pt x="382" y="4930"/>
                      <a:pt x="379" y="4933"/>
                    </a:cubicBezTo>
                    <a:cubicBezTo>
                      <a:pt x="379" y="4933"/>
                      <a:pt x="379" y="4936"/>
                      <a:pt x="377" y="4936"/>
                    </a:cubicBezTo>
                    <a:cubicBezTo>
                      <a:pt x="377" y="4942"/>
                      <a:pt x="373" y="4945"/>
                      <a:pt x="371" y="4951"/>
                    </a:cubicBezTo>
                    <a:cubicBezTo>
                      <a:pt x="364" y="4961"/>
                      <a:pt x="361" y="4968"/>
                      <a:pt x="358" y="4977"/>
                    </a:cubicBezTo>
                    <a:cubicBezTo>
                      <a:pt x="352" y="4983"/>
                      <a:pt x="348" y="4990"/>
                      <a:pt x="348" y="4996"/>
                    </a:cubicBezTo>
                    <a:cubicBezTo>
                      <a:pt x="346" y="5003"/>
                      <a:pt x="342" y="5007"/>
                      <a:pt x="340" y="5009"/>
                    </a:cubicBezTo>
                    <a:cubicBezTo>
                      <a:pt x="336" y="5016"/>
                      <a:pt x="336" y="5019"/>
                      <a:pt x="333" y="5022"/>
                    </a:cubicBezTo>
                    <a:cubicBezTo>
                      <a:pt x="330" y="5028"/>
                      <a:pt x="330" y="5033"/>
                      <a:pt x="327" y="5035"/>
                    </a:cubicBezTo>
                    <a:cubicBezTo>
                      <a:pt x="325" y="5038"/>
                      <a:pt x="325" y="5042"/>
                      <a:pt x="325" y="5044"/>
                    </a:cubicBezTo>
                    <a:cubicBezTo>
                      <a:pt x="321" y="5047"/>
                      <a:pt x="317" y="5050"/>
                      <a:pt x="317" y="5053"/>
                    </a:cubicBezTo>
                    <a:cubicBezTo>
                      <a:pt x="311" y="5063"/>
                      <a:pt x="307" y="5073"/>
                      <a:pt x="305" y="5079"/>
                    </a:cubicBezTo>
                    <a:cubicBezTo>
                      <a:pt x="299" y="5089"/>
                      <a:pt x="295" y="5099"/>
                      <a:pt x="292" y="5105"/>
                    </a:cubicBezTo>
                    <a:lnTo>
                      <a:pt x="290" y="5107"/>
                    </a:lnTo>
                    <a:cubicBezTo>
                      <a:pt x="285" y="5114"/>
                      <a:pt x="283" y="5120"/>
                      <a:pt x="283" y="5122"/>
                    </a:cubicBezTo>
                    <a:cubicBezTo>
                      <a:pt x="280" y="5130"/>
                      <a:pt x="276" y="5133"/>
                      <a:pt x="274" y="5136"/>
                    </a:cubicBezTo>
                    <a:cubicBezTo>
                      <a:pt x="268" y="5151"/>
                      <a:pt x="261" y="5164"/>
                      <a:pt x="255" y="5177"/>
                    </a:cubicBezTo>
                    <a:cubicBezTo>
                      <a:pt x="252" y="5183"/>
                      <a:pt x="249" y="5187"/>
                      <a:pt x="252" y="5189"/>
                    </a:cubicBezTo>
                    <a:lnTo>
                      <a:pt x="249" y="5192"/>
                    </a:lnTo>
                    <a:cubicBezTo>
                      <a:pt x="162" y="5360"/>
                      <a:pt x="79" y="5527"/>
                      <a:pt x="1" y="5697"/>
                    </a:cubicBezTo>
                    <a:cubicBezTo>
                      <a:pt x="59" y="5609"/>
                      <a:pt x="120" y="5524"/>
                      <a:pt x="186" y="5439"/>
                    </a:cubicBezTo>
                    <a:cubicBezTo>
                      <a:pt x="197" y="5416"/>
                      <a:pt x="212" y="5399"/>
                      <a:pt x="228" y="5379"/>
                    </a:cubicBezTo>
                    <a:cubicBezTo>
                      <a:pt x="263" y="5329"/>
                      <a:pt x="301" y="5279"/>
                      <a:pt x="338" y="5229"/>
                    </a:cubicBezTo>
                    <a:lnTo>
                      <a:pt x="338" y="5222"/>
                    </a:lnTo>
                    <a:cubicBezTo>
                      <a:pt x="354" y="5203"/>
                      <a:pt x="367" y="5191"/>
                      <a:pt x="379" y="5172"/>
                    </a:cubicBezTo>
                    <a:cubicBezTo>
                      <a:pt x="382" y="5166"/>
                      <a:pt x="389" y="5163"/>
                      <a:pt x="395" y="5156"/>
                    </a:cubicBezTo>
                    <a:cubicBezTo>
                      <a:pt x="395" y="5153"/>
                      <a:pt x="395" y="5150"/>
                      <a:pt x="398" y="5147"/>
                    </a:cubicBezTo>
                    <a:lnTo>
                      <a:pt x="407" y="5138"/>
                    </a:lnTo>
                    <a:cubicBezTo>
                      <a:pt x="410" y="5132"/>
                      <a:pt x="418" y="5125"/>
                      <a:pt x="420" y="5119"/>
                    </a:cubicBezTo>
                    <a:cubicBezTo>
                      <a:pt x="424" y="5115"/>
                      <a:pt x="424" y="5112"/>
                      <a:pt x="426" y="5112"/>
                    </a:cubicBezTo>
                    <a:cubicBezTo>
                      <a:pt x="429" y="5106"/>
                      <a:pt x="433" y="5102"/>
                      <a:pt x="435" y="5100"/>
                    </a:cubicBezTo>
                    <a:cubicBezTo>
                      <a:pt x="439" y="5093"/>
                      <a:pt x="441" y="5086"/>
                      <a:pt x="449" y="5084"/>
                    </a:cubicBezTo>
                    <a:cubicBezTo>
                      <a:pt x="449" y="5081"/>
                      <a:pt x="452" y="5078"/>
                      <a:pt x="455" y="5075"/>
                    </a:cubicBezTo>
                    <a:cubicBezTo>
                      <a:pt x="459" y="5069"/>
                      <a:pt x="461" y="5065"/>
                      <a:pt x="467" y="5062"/>
                    </a:cubicBezTo>
                    <a:lnTo>
                      <a:pt x="467" y="5059"/>
                    </a:lnTo>
                    <a:cubicBezTo>
                      <a:pt x="474" y="5048"/>
                      <a:pt x="485" y="5038"/>
                      <a:pt x="493" y="5028"/>
                    </a:cubicBezTo>
                    <a:cubicBezTo>
                      <a:pt x="496" y="5020"/>
                      <a:pt x="502" y="5013"/>
                      <a:pt x="508" y="5007"/>
                    </a:cubicBezTo>
                    <a:cubicBezTo>
                      <a:pt x="516" y="4995"/>
                      <a:pt x="524" y="4985"/>
                      <a:pt x="531" y="4976"/>
                    </a:cubicBezTo>
                    <a:lnTo>
                      <a:pt x="533" y="4976"/>
                    </a:lnTo>
                    <a:cubicBezTo>
                      <a:pt x="564" y="4930"/>
                      <a:pt x="599" y="4887"/>
                      <a:pt x="634" y="4843"/>
                    </a:cubicBezTo>
                    <a:cubicBezTo>
                      <a:pt x="640" y="4836"/>
                      <a:pt x="645" y="4827"/>
                      <a:pt x="653" y="4821"/>
                    </a:cubicBezTo>
                    <a:cubicBezTo>
                      <a:pt x="1929" y="3211"/>
                      <a:pt x="3464" y="1888"/>
                      <a:pt x="5163" y="879"/>
                    </a:cubicBezTo>
                    <a:cubicBezTo>
                      <a:pt x="4955" y="841"/>
                      <a:pt x="4744" y="818"/>
                      <a:pt x="4526" y="804"/>
                    </a:cubicBezTo>
                    <a:cubicBezTo>
                      <a:pt x="4513" y="529"/>
                      <a:pt x="4482" y="263"/>
                      <a:pt x="44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96"/>
              <p:cNvSpPr/>
              <p:nvPr/>
            </p:nvSpPr>
            <p:spPr>
              <a:xfrm>
                <a:off x="3523325" y="2093775"/>
                <a:ext cx="170775" cy="189275"/>
              </a:xfrm>
              <a:custGeom>
                <a:rect b="b" l="l" r="r" t="t"/>
                <a:pathLst>
                  <a:path extrusionOk="0" h="7571" w="6831">
                    <a:moveTo>
                      <a:pt x="832" y="0"/>
                    </a:moveTo>
                    <a:cubicBezTo>
                      <a:pt x="470" y="474"/>
                      <a:pt x="184" y="1012"/>
                      <a:pt x="1" y="1593"/>
                    </a:cubicBezTo>
                    <a:cubicBezTo>
                      <a:pt x="1377" y="3736"/>
                      <a:pt x="3275" y="5593"/>
                      <a:pt x="5635" y="6954"/>
                    </a:cubicBezTo>
                    <a:cubicBezTo>
                      <a:pt x="5683" y="6982"/>
                      <a:pt x="5729" y="7008"/>
                      <a:pt x="5778" y="7037"/>
                    </a:cubicBezTo>
                    <a:cubicBezTo>
                      <a:pt x="5801" y="7049"/>
                      <a:pt x="5827" y="7064"/>
                      <a:pt x="5856" y="7078"/>
                    </a:cubicBezTo>
                    <a:cubicBezTo>
                      <a:pt x="5913" y="7112"/>
                      <a:pt x="5974" y="7145"/>
                      <a:pt x="6033" y="7176"/>
                    </a:cubicBezTo>
                    <a:cubicBezTo>
                      <a:pt x="6039" y="7179"/>
                      <a:pt x="6046" y="7186"/>
                      <a:pt x="6054" y="7188"/>
                    </a:cubicBezTo>
                    <a:lnTo>
                      <a:pt x="6057" y="7188"/>
                    </a:lnTo>
                    <a:cubicBezTo>
                      <a:pt x="6061" y="7191"/>
                      <a:pt x="6061" y="7191"/>
                      <a:pt x="6064" y="7191"/>
                    </a:cubicBezTo>
                    <a:cubicBezTo>
                      <a:pt x="6064" y="7194"/>
                      <a:pt x="6068" y="7194"/>
                      <a:pt x="6070" y="7198"/>
                    </a:cubicBezTo>
                    <a:cubicBezTo>
                      <a:pt x="6073" y="7198"/>
                      <a:pt x="6079" y="7202"/>
                      <a:pt x="6085" y="7204"/>
                    </a:cubicBezTo>
                    <a:cubicBezTo>
                      <a:pt x="6092" y="7208"/>
                      <a:pt x="6099" y="7214"/>
                      <a:pt x="6108" y="7217"/>
                    </a:cubicBezTo>
                    <a:cubicBezTo>
                      <a:pt x="6114" y="7219"/>
                      <a:pt x="6120" y="7223"/>
                      <a:pt x="6130" y="7225"/>
                    </a:cubicBezTo>
                    <a:cubicBezTo>
                      <a:pt x="6132" y="7229"/>
                      <a:pt x="6136" y="7233"/>
                      <a:pt x="6139" y="7233"/>
                    </a:cubicBezTo>
                    <a:cubicBezTo>
                      <a:pt x="6141" y="7236"/>
                      <a:pt x="6145" y="7236"/>
                      <a:pt x="6147" y="7239"/>
                    </a:cubicBezTo>
                    <a:cubicBezTo>
                      <a:pt x="6154" y="7241"/>
                      <a:pt x="6161" y="7245"/>
                      <a:pt x="6167" y="7248"/>
                    </a:cubicBezTo>
                    <a:cubicBezTo>
                      <a:pt x="6171" y="7248"/>
                      <a:pt x="6171" y="7250"/>
                      <a:pt x="6173" y="7250"/>
                    </a:cubicBezTo>
                    <a:cubicBezTo>
                      <a:pt x="6177" y="7254"/>
                      <a:pt x="6183" y="7254"/>
                      <a:pt x="6186" y="7256"/>
                    </a:cubicBezTo>
                    <a:cubicBezTo>
                      <a:pt x="6193" y="7260"/>
                      <a:pt x="6202" y="7267"/>
                      <a:pt x="6208" y="7270"/>
                    </a:cubicBezTo>
                    <a:cubicBezTo>
                      <a:pt x="6217" y="7274"/>
                      <a:pt x="6228" y="7280"/>
                      <a:pt x="6237" y="7282"/>
                    </a:cubicBezTo>
                    <a:lnTo>
                      <a:pt x="6239" y="7285"/>
                    </a:lnTo>
                    <a:cubicBezTo>
                      <a:pt x="6245" y="7289"/>
                      <a:pt x="6248" y="7291"/>
                      <a:pt x="6254" y="7291"/>
                    </a:cubicBezTo>
                    <a:lnTo>
                      <a:pt x="6261" y="7298"/>
                    </a:lnTo>
                    <a:cubicBezTo>
                      <a:pt x="6278" y="7305"/>
                      <a:pt x="6294" y="7313"/>
                      <a:pt x="6309" y="7320"/>
                    </a:cubicBezTo>
                    <a:cubicBezTo>
                      <a:pt x="6311" y="7322"/>
                      <a:pt x="6315" y="7322"/>
                      <a:pt x="6317" y="7322"/>
                    </a:cubicBezTo>
                    <a:lnTo>
                      <a:pt x="6317" y="7325"/>
                    </a:lnTo>
                    <a:cubicBezTo>
                      <a:pt x="6488" y="7410"/>
                      <a:pt x="6658" y="7496"/>
                      <a:pt x="6830" y="7570"/>
                    </a:cubicBezTo>
                    <a:cubicBezTo>
                      <a:pt x="6742" y="7511"/>
                      <a:pt x="6657" y="7450"/>
                      <a:pt x="6572" y="7384"/>
                    </a:cubicBezTo>
                    <a:cubicBezTo>
                      <a:pt x="6553" y="7375"/>
                      <a:pt x="6534" y="7360"/>
                      <a:pt x="6516" y="7347"/>
                    </a:cubicBezTo>
                    <a:cubicBezTo>
                      <a:pt x="6461" y="7310"/>
                      <a:pt x="6410" y="7271"/>
                      <a:pt x="6361" y="7234"/>
                    </a:cubicBezTo>
                    <a:lnTo>
                      <a:pt x="6358" y="7231"/>
                    </a:lnTo>
                    <a:cubicBezTo>
                      <a:pt x="6338" y="7219"/>
                      <a:pt x="6319" y="7207"/>
                      <a:pt x="6304" y="7193"/>
                    </a:cubicBezTo>
                    <a:cubicBezTo>
                      <a:pt x="6297" y="7187"/>
                      <a:pt x="6291" y="7184"/>
                      <a:pt x="6284" y="7178"/>
                    </a:cubicBezTo>
                    <a:cubicBezTo>
                      <a:pt x="6280" y="7178"/>
                      <a:pt x="6278" y="7176"/>
                      <a:pt x="6278" y="7176"/>
                    </a:cubicBezTo>
                    <a:lnTo>
                      <a:pt x="6269" y="7167"/>
                    </a:lnTo>
                    <a:cubicBezTo>
                      <a:pt x="6260" y="7163"/>
                      <a:pt x="6253" y="7157"/>
                      <a:pt x="6247" y="7151"/>
                    </a:cubicBezTo>
                    <a:cubicBezTo>
                      <a:pt x="6244" y="7151"/>
                      <a:pt x="6244" y="7151"/>
                      <a:pt x="6244" y="7148"/>
                    </a:cubicBezTo>
                    <a:cubicBezTo>
                      <a:pt x="6238" y="7146"/>
                      <a:pt x="6234" y="7142"/>
                      <a:pt x="6232" y="7140"/>
                    </a:cubicBezTo>
                    <a:cubicBezTo>
                      <a:pt x="6224" y="7136"/>
                      <a:pt x="6218" y="7132"/>
                      <a:pt x="6216" y="7126"/>
                    </a:cubicBezTo>
                    <a:cubicBezTo>
                      <a:pt x="6209" y="7126"/>
                      <a:pt x="6206" y="7124"/>
                      <a:pt x="6203" y="7117"/>
                    </a:cubicBezTo>
                    <a:cubicBezTo>
                      <a:pt x="6197" y="7117"/>
                      <a:pt x="6193" y="7115"/>
                      <a:pt x="6190" y="7109"/>
                    </a:cubicBezTo>
                    <a:lnTo>
                      <a:pt x="6187" y="7109"/>
                    </a:lnTo>
                    <a:cubicBezTo>
                      <a:pt x="6178" y="7098"/>
                      <a:pt x="6168" y="7091"/>
                      <a:pt x="6159" y="7083"/>
                    </a:cubicBezTo>
                    <a:cubicBezTo>
                      <a:pt x="6149" y="7080"/>
                      <a:pt x="6140" y="7074"/>
                      <a:pt x="6134" y="7067"/>
                    </a:cubicBezTo>
                    <a:cubicBezTo>
                      <a:pt x="6124" y="7057"/>
                      <a:pt x="6114" y="7050"/>
                      <a:pt x="6105" y="7042"/>
                    </a:cubicBezTo>
                    <a:lnTo>
                      <a:pt x="6103" y="7042"/>
                    </a:lnTo>
                    <a:cubicBezTo>
                      <a:pt x="6100" y="7042"/>
                      <a:pt x="6100" y="7042"/>
                      <a:pt x="6100" y="7039"/>
                    </a:cubicBezTo>
                    <a:cubicBezTo>
                      <a:pt x="6052" y="7003"/>
                      <a:pt x="6005" y="6969"/>
                      <a:pt x="5960" y="6931"/>
                    </a:cubicBezTo>
                    <a:cubicBezTo>
                      <a:pt x="5954" y="6928"/>
                      <a:pt x="5951" y="6921"/>
                      <a:pt x="5945" y="6919"/>
                    </a:cubicBezTo>
                    <a:cubicBezTo>
                      <a:pt x="3603" y="5062"/>
                      <a:pt x="1873" y="2658"/>
                      <a:pt x="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96"/>
              <p:cNvSpPr/>
              <p:nvPr/>
            </p:nvSpPr>
            <p:spPr>
              <a:xfrm>
                <a:off x="3661325" y="2264975"/>
                <a:ext cx="173575" cy="165675"/>
              </a:xfrm>
              <a:custGeom>
                <a:rect b="b" l="l" r="r" t="t"/>
                <a:pathLst>
                  <a:path extrusionOk="0" h="6627" w="6943">
                    <a:moveTo>
                      <a:pt x="1" y="1"/>
                    </a:moveTo>
                    <a:cubicBezTo>
                      <a:pt x="88" y="61"/>
                      <a:pt x="173" y="121"/>
                      <a:pt x="259" y="186"/>
                    </a:cubicBezTo>
                    <a:cubicBezTo>
                      <a:pt x="280" y="197"/>
                      <a:pt x="299" y="212"/>
                      <a:pt x="317" y="228"/>
                    </a:cubicBezTo>
                    <a:cubicBezTo>
                      <a:pt x="372" y="263"/>
                      <a:pt x="423" y="300"/>
                      <a:pt x="472" y="341"/>
                    </a:cubicBezTo>
                    <a:lnTo>
                      <a:pt x="475" y="341"/>
                    </a:lnTo>
                    <a:cubicBezTo>
                      <a:pt x="491" y="354"/>
                      <a:pt x="510" y="366"/>
                      <a:pt x="526" y="379"/>
                    </a:cubicBezTo>
                    <a:cubicBezTo>
                      <a:pt x="532" y="386"/>
                      <a:pt x="538" y="388"/>
                      <a:pt x="545" y="395"/>
                    </a:cubicBezTo>
                    <a:cubicBezTo>
                      <a:pt x="548" y="395"/>
                      <a:pt x="552" y="398"/>
                      <a:pt x="554" y="401"/>
                    </a:cubicBezTo>
                    <a:cubicBezTo>
                      <a:pt x="558" y="401"/>
                      <a:pt x="560" y="407"/>
                      <a:pt x="560" y="407"/>
                    </a:cubicBezTo>
                    <a:cubicBezTo>
                      <a:pt x="567" y="411"/>
                      <a:pt x="573" y="413"/>
                      <a:pt x="575" y="421"/>
                    </a:cubicBezTo>
                    <a:cubicBezTo>
                      <a:pt x="579" y="421"/>
                      <a:pt x="583" y="424"/>
                      <a:pt x="585" y="427"/>
                    </a:cubicBezTo>
                    <a:cubicBezTo>
                      <a:pt x="591" y="429"/>
                      <a:pt x="598" y="433"/>
                      <a:pt x="600" y="436"/>
                    </a:cubicBezTo>
                    <a:cubicBezTo>
                      <a:pt x="606" y="439"/>
                      <a:pt x="611" y="442"/>
                      <a:pt x="614" y="449"/>
                    </a:cubicBezTo>
                    <a:cubicBezTo>
                      <a:pt x="616" y="449"/>
                      <a:pt x="620" y="453"/>
                      <a:pt x="622" y="455"/>
                    </a:cubicBezTo>
                    <a:cubicBezTo>
                      <a:pt x="629" y="459"/>
                      <a:pt x="635" y="462"/>
                      <a:pt x="637" y="468"/>
                    </a:cubicBezTo>
                    <a:cubicBezTo>
                      <a:pt x="641" y="468"/>
                      <a:pt x="641" y="470"/>
                      <a:pt x="641" y="470"/>
                    </a:cubicBezTo>
                    <a:cubicBezTo>
                      <a:pt x="650" y="477"/>
                      <a:pt x="660" y="484"/>
                      <a:pt x="668" y="493"/>
                    </a:cubicBezTo>
                    <a:cubicBezTo>
                      <a:pt x="678" y="495"/>
                      <a:pt x="684" y="501"/>
                      <a:pt x="691" y="508"/>
                    </a:cubicBezTo>
                    <a:cubicBezTo>
                      <a:pt x="699" y="515"/>
                      <a:pt x="710" y="521"/>
                      <a:pt x="719" y="527"/>
                    </a:cubicBezTo>
                    <a:cubicBezTo>
                      <a:pt x="719" y="531"/>
                      <a:pt x="722" y="534"/>
                      <a:pt x="722" y="534"/>
                    </a:cubicBezTo>
                    <a:cubicBezTo>
                      <a:pt x="770" y="566"/>
                      <a:pt x="813" y="603"/>
                      <a:pt x="861" y="638"/>
                    </a:cubicBezTo>
                    <a:cubicBezTo>
                      <a:pt x="868" y="645"/>
                      <a:pt x="870" y="649"/>
                      <a:pt x="877" y="651"/>
                    </a:cubicBezTo>
                    <a:cubicBezTo>
                      <a:pt x="2938" y="2283"/>
                      <a:pt x="4530" y="4344"/>
                      <a:pt x="5591" y="6626"/>
                    </a:cubicBezTo>
                    <a:cubicBezTo>
                      <a:pt x="6068" y="6535"/>
                      <a:pt x="6522" y="6377"/>
                      <a:pt x="6943" y="6166"/>
                    </a:cubicBezTo>
                    <a:cubicBezTo>
                      <a:pt x="5557" y="3943"/>
                      <a:pt x="3619" y="2021"/>
                      <a:pt x="1197" y="622"/>
                    </a:cubicBezTo>
                    <a:cubicBezTo>
                      <a:pt x="1148" y="593"/>
                      <a:pt x="1102" y="567"/>
                      <a:pt x="1054" y="539"/>
                    </a:cubicBezTo>
                    <a:cubicBezTo>
                      <a:pt x="1030" y="526"/>
                      <a:pt x="1002" y="510"/>
                      <a:pt x="976" y="498"/>
                    </a:cubicBezTo>
                    <a:cubicBezTo>
                      <a:pt x="919" y="463"/>
                      <a:pt x="859" y="431"/>
                      <a:pt x="803" y="400"/>
                    </a:cubicBezTo>
                    <a:cubicBezTo>
                      <a:pt x="796" y="400"/>
                      <a:pt x="790" y="397"/>
                      <a:pt x="784" y="391"/>
                    </a:cubicBezTo>
                    <a:cubicBezTo>
                      <a:pt x="777" y="388"/>
                      <a:pt x="768" y="385"/>
                      <a:pt x="761" y="381"/>
                    </a:cubicBezTo>
                    <a:lnTo>
                      <a:pt x="761" y="379"/>
                    </a:lnTo>
                    <a:cubicBezTo>
                      <a:pt x="755" y="379"/>
                      <a:pt x="753" y="375"/>
                      <a:pt x="746" y="372"/>
                    </a:cubicBezTo>
                    <a:cubicBezTo>
                      <a:pt x="740" y="369"/>
                      <a:pt x="730" y="366"/>
                      <a:pt x="724" y="360"/>
                    </a:cubicBezTo>
                    <a:cubicBezTo>
                      <a:pt x="718" y="357"/>
                      <a:pt x="709" y="354"/>
                      <a:pt x="702" y="351"/>
                    </a:cubicBezTo>
                    <a:cubicBezTo>
                      <a:pt x="696" y="348"/>
                      <a:pt x="692" y="344"/>
                      <a:pt x="689" y="341"/>
                    </a:cubicBezTo>
                    <a:cubicBezTo>
                      <a:pt x="683" y="341"/>
                      <a:pt x="679" y="338"/>
                      <a:pt x="677" y="335"/>
                    </a:cubicBezTo>
                    <a:cubicBezTo>
                      <a:pt x="674" y="335"/>
                      <a:pt x="674" y="333"/>
                      <a:pt x="674" y="333"/>
                    </a:cubicBezTo>
                    <a:cubicBezTo>
                      <a:pt x="673" y="334"/>
                      <a:pt x="671" y="334"/>
                      <a:pt x="671" y="334"/>
                    </a:cubicBezTo>
                    <a:cubicBezTo>
                      <a:pt x="669" y="334"/>
                      <a:pt x="667" y="333"/>
                      <a:pt x="667" y="333"/>
                    </a:cubicBezTo>
                    <a:cubicBezTo>
                      <a:pt x="665" y="329"/>
                      <a:pt x="661" y="329"/>
                      <a:pt x="658" y="326"/>
                    </a:cubicBezTo>
                    <a:cubicBezTo>
                      <a:pt x="652" y="326"/>
                      <a:pt x="648" y="323"/>
                      <a:pt x="646" y="320"/>
                    </a:cubicBezTo>
                    <a:cubicBezTo>
                      <a:pt x="635" y="315"/>
                      <a:pt x="626" y="309"/>
                      <a:pt x="620" y="307"/>
                    </a:cubicBezTo>
                    <a:cubicBezTo>
                      <a:pt x="610" y="303"/>
                      <a:pt x="600" y="297"/>
                      <a:pt x="594" y="294"/>
                    </a:cubicBezTo>
                    <a:lnTo>
                      <a:pt x="594" y="292"/>
                    </a:lnTo>
                    <a:cubicBezTo>
                      <a:pt x="588" y="292"/>
                      <a:pt x="581" y="288"/>
                      <a:pt x="574" y="284"/>
                    </a:cubicBezTo>
                    <a:cubicBezTo>
                      <a:pt x="568" y="282"/>
                      <a:pt x="564" y="278"/>
                      <a:pt x="562" y="276"/>
                    </a:cubicBezTo>
                    <a:cubicBezTo>
                      <a:pt x="547" y="269"/>
                      <a:pt x="533" y="263"/>
                      <a:pt x="521" y="257"/>
                    </a:cubicBezTo>
                    <a:cubicBezTo>
                      <a:pt x="514" y="254"/>
                      <a:pt x="507" y="250"/>
                      <a:pt x="505" y="247"/>
                    </a:cubicBezTo>
                    <a:cubicBezTo>
                      <a:pt x="337" y="165"/>
                      <a:pt x="171" y="8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8" name="Google Shape;7538;p96"/>
            <p:cNvGrpSpPr/>
            <p:nvPr/>
          </p:nvGrpSpPr>
          <p:grpSpPr>
            <a:xfrm>
              <a:off x="8580621" y="3918294"/>
              <a:ext cx="505392" cy="244130"/>
              <a:chOff x="3129734" y="107288"/>
              <a:chExt cx="257866" cy="124563"/>
            </a:xfrm>
          </p:grpSpPr>
          <p:sp>
            <p:nvSpPr>
              <p:cNvPr id="7539" name="Google Shape;7539;p96"/>
              <p:cNvSpPr/>
              <p:nvPr/>
            </p:nvSpPr>
            <p:spPr>
              <a:xfrm>
                <a:off x="3129734" y="107288"/>
                <a:ext cx="256475" cy="123125"/>
              </a:xfrm>
              <a:custGeom>
                <a:rect b="b" l="l" r="r" t="t"/>
                <a:pathLst>
                  <a:path extrusionOk="0" h="4925" w="10259">
                    <a:moveTo>
                      <a:pt x="5130" y="0"/>
                    </a:moveTo>
                    <a:cubicBezTo>
                      <a:pt x="2297" y="0"/>
                      <a:pt x="1" y="2463"/>
                      <a:pt x="1" y="2463"/>
                    </a:cubicBezTo>
                    <a:cubicBezTo>
                      <a:pt x="1" y="2463"/>
                      <a:pt x="2297" y="4925"/>
                      <a:pt x="5130" y="4925"/>
                    </a:cubicBezTo>
                    <a:cubicBezTo>
                      <a:pt x="7962" y="4925"/>
                      <a:pt x="10259" y="2463"/>
                      <a:pt x="10259" y="2463"/>
                    </a:cubicBezTo>
                    <a:cubicBezTo>
                      <a:pt x="10259" y="2463"/>
                      <a:pt x="7962" y="0"/>
                      <a:pt x="5130"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96"/>
              <p:cNvSpPr/>
              <p:nvPr/>
            </p:nvSpPr>
            <p:spPr>
              <a:xfrm>
                <a:off x="3131125" y="108700"/>
                <a:ext cx="256475" cy="123150"/>
              </a:xfrm>
              <a:custGeom>
                <a:rect b="b" l="l" r="r" t="t"/>
                <a:pathLst>
                  <a:path extrusionOk="0" h="4926" w="10259">
                    <a:moveTo>
                      <a:pt x="5129" y="0"/>
                    </a:moveTo>
                    <a:cubicBezTo>
                      <a:pt x="2296" y="0"/>
                      <a:pt x="0" y="2463"/>
                      <a:pt x="0" y="2463"/>
                    </a:cubicBezTo>
                    <a:cubicBezTo>
                      <a:pt x="0" y="2463"/>
                      <a:pt x="2296" y="4926"/>
                      <a:pt x="5129" y="4926"/>
                    </a:cubicBezTo>
                    <a:cubicBezTo>
                      <a:pt x="7962" y="4926"/>
                      <a:pt x="10258" y="2463"/>
                      <a:pt x="10258" y="2463"/>
                    </a:cubicBezTo>
                    <a:cubicBezTo>
                      <a:pt x="10258" y="2463"/>
                      <a:pt x="7962" y="0"/>
                      <a:pt x="51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96"/>
              <p:cNvSpPr/>
              <p:nvPr/>
            </p:nvSpPr>
            <p:spPr>
              <a:xfrm>
                <a:off x="3205475" y="116400"/>
                <a:ext cx="107725" cy="107750"/>
              </a:xfrm>
              <a:custGeom>
                <a:rect b="b" l="l" r="r" t="t"/>
                <a:pathLst>
                  <a:path extrusionOk="0" h="4310" w="4309">
                    <a:moveTo>
                      <a:pt x="2155" y="1"/>
                    </a:moveTo>
                    <a:cubicBezTo>
                      <a:pt x="965" y="1"/>
                      <a:pt x="0" y="966"/>
                      <a:pt x="0" y="2155"/>
                    </a:cubicBezTo>
                    <a:cubicBezTo>
                      <a:pt x="0" y="3344"/>
                      <a:pt x="965" y="4309"/>
                      <a:pt x="2155" y="4309"/>
                    </a:cubicBezTo>
                    <a:cubicBezTo>
                      <a:pt x="3345" y="4309"/>
                      <a:pt x="4309" y="3344"/>
                      <a:pt x="4309" y="2155"/>
                    </a:cubicBezTo>
                    <a:cubicBezTo>
                      <a:pt x="4309" y="966"/>
                      <a:pt x="3345" y="1"/>
                      <a:pt x="21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96"/>
              <p:cNvSpPr/>
              <p:nvPr/>
            </p:nvSpPr>
            <p:spPr>
              <a:xfrm>
                <a:off x="3222550" y="135325"/>
                <a:ext cx="73550" cy="69900"/>
              </a:xfrm>
              <a:custGeom>
                <a:rect b="b" l="l" r="r" t="t"/>
                <a:pathLst>
                  <a:path extrusionOk="0" h="2796" w="2942">
                    <a:moveTo>
                      <a:pt x="1793" y="0"/>
                    </a:moveTo>
                    <a:cubicBezTo>
                      <a:pt x="1732" y="0"/>
                      <a:pt x="1670" y="30"/>
                      <a:pt x="1633" y="96"/>
                    </a:cubicBezTo>
                    <a:cubicBezTo>
                      <a:pt x="1598" y="160"/>
                      <a:pt x="1534" y="192"/>
                      <a:pt x="1471" y="192"/>
                    </a:cubicBezTo>
                    <a:cubicBezTo>
                      <a:pt x="1408" y="192"/>
                      <a:pt x="1344" y="160"/>
                      <a:pt x="1308" y="96"/>
                    </a:cubicBezTo>
                    <a:cubicBezTo>
                      <a:pt x="1271" y="30"/>
                      <a:pt x="1209" y="0"/>
                      <a:pt x="1148" y="0"/>
                    </a:cubicBezTo>
                    <a:cubicBezTo>
                      <a:pt x="1053" y="0"/>
                      <a:pt x="958" y="72"/>
                      <a:pt x="960" y="189"/>
                    </a:cubicBezTo>
                    <a:cubicBezTo>
                      <a:pt x="962" y="300"/>
                      <a:pt x="872" y="379"/>
                      <a:pt x="774" y="379"/>
                    </a:cubicBezTo>
                    <a:cubicBezTo>
                      <a:pt x="742" y="379"/>
                      <a:pt x="709" y="370"/>
                      <a:pt x="679" y="352"/>
                    </a:cubicBezTo>
                    <a:cubicBezTo>
                      <a:pt x="647" y="333"/>
                      <a:pt x="614" y="324"/>
                      <a:pt x="583" y="324"/>
                    </a:cubicBezTo>
                    <a:cubicBezTo>
                      <a:pt x="452" y="324"/>
                      <a:pt x="345" y="473"/>
                      <a:pt x="425" y="606"/>
                    </a:cubicBezTo>
                    <a:cubicBezTo>
                      <a:pt x="499" y="730"/>
                      <a:pt x="409" y="888"/>
                      <a:pt x="264" y="888"/>
                    </a:cubicBezTo>
                    <a:cubicBezTo>
                      <a:pt x="264" y="888"/>
                      <a:pt x="263" y="888"/>
                      <a:pt x="262" y="888"/>
                    </a:cubicBezTo>
                    <a:cubicBezTo>
                      <a:pt x="260" y="888"/>
                      <a:pt x="259" y="888"/>
                      <a:pt x="258" y="888"/>
                    </a:cubicBezTo>
                    <a:cubicBezTo>
                      <a:pt x="69" y="888"/>
                      <a:pt x="1" y="1142"/>
                      <a:pt x="169" y="1235"/>
                    </a:cubicBezTo>
                    <a:cubicBezTo>
                      <a:pt x="297" y="1307"/>
                      <a:pt x="297" y="1489"/>
                      <a:pt x="169" y="1560"/>
                    </a:cubicBezTo>
                    <a:cubicBezTo>
                      <a:pt x="0" y="1654"/>
                      <a:pt x="68" y="1909"/>
                      <a:pt x="259" y="1909"/>
                    </a:cubicBezTo>
                    <a:cubicBezTo>
                      <a:pt x="260" y="1909"/>
                      <a:pt x="261" y="1909"/>
                      <a:pt x="262" y="1909"/>
                    </a:cubicBezTo>
                    <a:cubicBezTo>
                      <a:pt x="263" y="1909"/>
                      <a:pt x="264" y="1909"/>
                      <a:pt x="266" y="1909"/>
                    </a:cubicBezTo>
                    <a:cubicBezTo>
                      <a:pt x="410" y="1909"/>
                      <a:pt x="498" y="2066"/>
                      <a:pt x="425" y="2190"/>
                    </a:cubicBezTo>
                    <a:cubicBezTo>
                      <a:pt x="345" y="2323"/>
                      <a:pt x="451" y="2472"/>
                      <a:pt x="582" y="2472"/>
                    </a:cubicBezTo>
                    <a:cubicBezTo>
                      <a:pt x="614" y="2472"/>
                      <a:pt x="647" y="2463"/>
                      <a:pt x="679" y="2444"/>
                    </a:cubicBezTo>
                    <a:cubicBezTo>
                      <a:pt x="709" y="2426"/>
                      <a:pt x="741" y="2418"/>
                      <a:pt x="773" y="2418"/>
                    </a:cubicBezTo>
                    <a:cubicBezTo>
                      <a:pt x="871" y="2418"/>
                      <a:pt x="962" y="2497"/>
                      <a:pt x="960" y="2607"/>
                    </a:cubicBezTo>
                    <a:cubicBezTo>
                      <a:pt x="958" y="2724"/>
                      <a:pt x="1053" y="2796"/>
                      <a:pt x="1148" y="2796"/>
                    </a:cubicBezTo>
                    <a:cubicBezTo>
                      <a:pt x="1210" y="2796"/>
                      <a:pt x="1271" y="2766"/>
                      <a:pt x="1308" y="2700"/>
                    </a:cubicBezTo>
                    <a:cubicBezTo>
                      <a:pt x="1344" y="2636"/>
                      <a:pt x="1407" y="2604"/>
                      <a:pt x="1471" y="2604"/>
                    </a:cubicBezTo>
                    <a:cubicBezTo>
                      <a:pt x="1534" y="2604"/>
                      <a:pt x="1598" y="2636"/>
                      <a:pt x="1633" y="2700"/>
                    </a:cubicBezTo>
                    <a:cubicBezTo>
                      <a:pt x="1670" y="2766"/>
                      <a:pt x="1732" y="2796"/>
                      <a:pt x="1793" y="2796"/>
                    </a:cubicBezTo>
                    <a:cubicBezTo>
                      <a:pt x="1889" y="2796"/>
                      <a:pt x="1983" y="2724"/>
                      <a:pt x="1982" y="2607"/>
                    </a:cubicBezTo>
                    <a:cubicBezTo>
                      <a:pt x="1980" y="2497"/>
                      <a:pt x="2070" y="2418"/>
                      <a:pt x="2168" y="2418"/>
                    </a:cubicBezTo>
                    <a:cubicBezTo>
                      <a:pt x="2200" y="2418"/>
                      <a:pt x="2232" y="2426"/>
                      <a:pt x="2263" y="2444"/>
                    </a:cubicBezTo>
                    <a:cubicBezTo>
                      <a:pt x="2295" y="2463"/>
                      <a:pt x="2327" y="2472"/>
                      <a:pt x="2359" y="2472"/>
                    </a:cubicBezTo>
                    <a:cubicBezTo>
                      <a:pt x="2490" y="2472"/>
                      <a:pt x="2597" y="2323"/>
                      <a:pt x="2517" y="2190"/>
                    </a:cubicBezTo>
                    <a:cubicBezTo>
                      <a:pt x="2443" y="2066"/>
                      <a:pt x="2532" y="1909"/>
                      <a:pt x="2675" y="1909"/>
                    </a:cubicBezTo>
                    <a:cubicBezTo>
                      <a:pt x="2677" y="1909"/>
                      <a:pt x="2678" y="1909"/>
                      <a:pt x="2680" y="1909"/>
                    </a:cubicBezTo>
                    <a:cubicBezTo>
                      <a:pt x="2680" y="1909"/>
                      <a:pt x="2681" y="1909"/>
                      <a:pt x="2682" y="1909"/>
                    </a:cubicBezTo>
                    <a:cubicBezTo>
                      <a:pt x="2872" y="1909"/>
                      <a:pt x="2941" y="1654"/>
                      <a:pt x="2772" y="1560"/>
                    </a:cubicBezTo>
                    <a:cubicBezTo>
                      <a:pt x="2644" y="1489"/>
                      <a:pt x="2644" y="1307"/>
                      <a:pt x="2772" y="1235"/>
                    </a:cubicBezTo>
                    <a:cubicBezTo>
                      <a:pt x="2941" y="1142"/>
                      <a:pt x="2873" y="888"/>
                      <a:pt x="2683" y="888"/>
                    </a:cubicBezTo>
                    <a:cubicBezTo>
                      <a:pt x="2682" y="888"/>
                      <a:pt x="2681" y="888"/>
                      <a:pt x="2680" y="888"/>
                    </a:cubicBezTo>
                    <a:cubicBezTo>
                      <a:pt x="2679" y="888"/>
                      <a:pt x="2678" y="888"/>
                      <a:pt x="2677" y="888"/>
                    </a:cubicBezTo>
                    <a:cubicBezTo>
                      <a:pt x="2533" y="888"/>
                      <a:pt x="2443" y="730"/>
                      <a:pt x="2517" y="606"/>
                    </a:cubicBezTo>
                    <a:cubicBezTo>
                      <a:pt x="2597" y="473"/>
                      <a:pt x="2490" y="324"/>
                      <a:pt x="2359" y="324"/>
                    </a:cubicBezTo>
                    <a:cubicBezTo>
                      <a:pt x="2327" y="324"/>
                      <a:pt x="2294" y="333"/>
                      <a:pt x="2263" y="352"/>
                    </a:cubicBezTo>
                    <a:cubicBezTo>
                      <a:pt x="2232" y="370"/>
                      <a:pt x="2200" y="378"/>
                      <a:pt x="2168" y="378"/>
                    </a:cubicBezTo>
                    <a:cubicBezTo>
                      <a:pt x="2070" y="378"/>
                      <a:pt x="1980" y="299"/>
                      <a:pt x="1982" y="189"/>
                    </a:cubicBezTo>
                    <a:cubicBezTo>
                      <a:pt x="1983" y="72"/>
                      <a:pt x="1888" y="0"/>
                      <a:pt x="17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96"/>
              <p:cNvSpPr/>
              <p:nvPr/>
            </p:nvSpPr>
            <p:spPr>
              <a:xfrm>
                <a:off x="3243500" y="154425"/>
                <a:ext cx="31675" cy="31700"/>
              </a:xfrm>
              <a:custGeom>
                <a:rect b="b" l="l" r="r" t="t"/>
                <a:pathLst>
                  <a:path extrusionOk="0" h="1268" w="1267">
                    <a:moveTo>
                      <a:pt x="634" y="1"/>
                    </a:moveTo>
                    <a:cubicBezTo>
                      <a:pt x="284" y="1"/>
                      <a:pt x="1" y="285"/>
                      <a:pt x="1" y="634"/>
                    </a:cubicBezTo>
                    <a:cubicBezTo>
                      <a:pt x="1" y="983"/>
                      <a:pt x="284" y="1267"/>
                      <a:pt x="634" y="1267"/>
                    </a:cubicBezTo>
                    <a:cubicBezTo>
                      <a:pt x="984" y="1267"/>
                      <a:pt x="1267" y="983"/>
                      <a:pt x="1267" y="634"/>
                    </a:cubicBezTo>
                    <a:cubicBezTo>
                      <a:pt x="1267" y="285"/>
                      <a:pt x="984" y="1"/>
                      <a:pt x="6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96"/>
            <p:cNvGrpSpPr/>
            <p:nvPr/>
          </p:nvGrpSpPr>
          <p:grpSpPr>
            <a:xfrm rot="-806723">
              <a:off x="167614" y="4329546"/>
              <a:ext cx="659906" cy="714584"/>
              <a:chOff x="-2686850" y="3696525"/>
              <a:chExt cx="332050" cy="359563"/>
            </a:xfrm>
          </p:grpSpPr>
          <p:sp>
            <p:nvSpPr>
              <p:cNvPr id="7545" name="Google Shape;7545;p96"/>
              <p:cNvSpPr/>
              <p:nvPr/>
            </p:nvSpPr>
            <p:spPr>
              <a:xfrm>
                <a:off x="-2686850" y="3696525"/>
                <a:ext cx="332050" cy="359525"/>
              </a:xfrm>
              <a:custGeom>
                <a:rect b="b" l="l" r="r" t="t"/>
                <a:pathLst>
                  <a:path extrusionOk="0" h="14381" w="13282">
                    <a:moveTo>
                      <a:pt x="12504" y="10802"/>
                    </a:moveTo>
                    <a:lnTo>
                      <a:pt x="12497" y="10829"/>
                    </a:lnTo>
                    <a:lnTo>
                      <a:pt x="12497" y="10806"/>
                    </a:lnTo>
                    <a:lnTo>
                      <a:pt x="12504" y="10802"/>
                    </a:lnTo>
                    <a:close/>
                    <a:moveTo>
                      <a:pt x="6678" y="1"/>
                    </a:moveTo>
                    <a:cubicBezTo>
                      <a:pt x="4442" y="1"/>
                      <a:pt x="2280" y="1136"/>
                      <a:pt x="1036" y="2962"/>
                    </a:cubicBezTo>
                    <a:cubicBezTo>
                      <a:pt x="902" y="3158"/>
                      <a:pt x="912" y="3410"/>
                      <a:pt x="1042" y="3594"/>
                    </a:cubicBezTo>
                    <a:cubicBezTo>
                      <a:pt x="505" y="4550"/>
                      <a:pt x="247" y="5625"/>
                      <a:pt x="300" y="6729"/>
                    </a:cubicBezTo>
                    <a:cubicBezTo>
                      <a:pt x="352" y="7770"/>
                      <a:pt x="675" y="10117"/>
                      <a:pt x="739" y="10573"/>
                    </a:cubicBezTo>
                    <a:lnTo>
                      <a:pt x="739" y="10663"/>
                    </a:lnTo>
                    <a:lnTo>
                      <a:pt x="256" y="8957"/>
                    </a:lnTo>
                    <a:cubicBezTo>
                      <a:pt x="241" y="8903"/>
                      <a:pt x="192" y="8868"/>
                      <a:pt x="138" y="8868"/>
                    </a:cubicBezTo>
                    <a:cubicBezTo>
                      <a:pt x="126" y="8868"/>
                      <a:pt x="115" y="8869"/>
                      <a:pt x="103" y="8873"/>
                    </a:cubicBezTo>
                    <a:cubicBezTo>
                      <a:pt x="37" y="8890"/>
                      <a:pt x="0" y="8958"/>
                      <a:pt x="19" y="9024"/>
                    </a:cubicBezTo>
                    <a:lnTo>
                      <a:pt x="738" y="11566"/>
                    </a:lnTo>
                    <a:lnTo>
                      <a:pt x="738" y="12528"/>
                    </a:lnTo>
                    <a:lnTo>
                      <a:pt x="738" y="13556"/>
                    </a:lnTo>
                    <a:lnTo>
                      <a:pt x="738" y="13808"/>
                    </a:lnTo>
                    <a:lnTo>
                      <a:pt x="1665" y="13808"/>
                    </a:lnTo>
                    <a:lnTo>
                      <a:pt x="1665" y="14373"/>
                    </a:lnTo>
                    <a:lnTo>
                      <a:pt x="1947" y="14373"/>
                    </a:lnTo>
                    <a:lnTo>
                      <a:pt x="1947" y="14380"/>
                    </a:lnTo>
                    <a:lnTo>
                      <a:pt x="2635" y="14380"/>
                    </a:lnTo>
                    <a:lnTo>
                      <a:pt x="2635" y="14369"/>
                    </a:lnTo>
                    <a:cubicBezTo>
                      <a:pt x="3018" y="14307"/>
                      <a:pt x="3314" y="13987"/>
                      <a:pt x="3411" y="13555"/>
                    </a:cubicBezTo>
                    <a:cubicBezTo>
                      <a:pt x="3433" y="13457"/>
                      <a:pt x="3446" y="13353"/>
                      <a:pt x="3446" y="13245"/>
                    </a:cubicBezTo>
                    <a:lnTo>
                      <a:pt x="3446" y="12527"/>
                    </a:lnTo>
                    <a:lnTo>
                      <a:pt x="3446" y="11097"/>
                    </a:lnTo>
                    <a:cubicBezTo>
                      <a:pt x="3446" y="10515"/>
                      <a:pt x="3105" y="10039"/>
                      <a:pt x="2635" y="9961"/>
                    </a:cubicBezTo>
                    <a:lnTo>
                      <a:pt x="2635" y="9948"/>
                    </a:lnTo>
                    <a:lnTo>
                      <a:pt x="1985" y="9948"/>
                    </a:lnTo>
                    <a:lnTo>
                      <a:pt x="1985" y="9942"/>
                    </a:lnTo>
                    <a:lnTo>
                      <a:pt x="1665" y="9942"/>
                    </a:lnTo>
                    <a:lnTo>
                      <a:pt x="1665" y="10506"/>
                    </a:lnTo>
                    <a:lnTo>
                      <a:pt x="1165" y="10506"/>
                    </a:lnTo>
                    <a:cubicBezTo>
                      <a:pt x="1100" y="10047"/>
                      <a:pt x="780" y="7711"/>
                      <a:pt x="731" y="6704"/>
                    </a:cubicBezTo>
                    <a:cubicBezTo>
                      <a:pt x="680" y="5690"/>
                      <a:pt x="918" y="4700"/>
                      <a:pt x="1409" y="3819"/>
                    </a:cubicBezTo>
                    <a:cubicBezTo>
                      <a:pt x="1438" y="3823"/>
                      <a:pt x="1466" y="3825"/>
                      <a:pt x="1494" y="3825"/>
                    </a:cubicBezTo>
                    <a:cubicBezTo>
                      <a:pt x="1671" y="3825"/>
                      <a:pt x="1845" y="3741"/>
                      <a:pt x="1952" y="3583"/>
                    </a:cubicBezTo>
                    <a:cubicBezTo>
                      <a:pt x="2992" y="2056"/>
                      <a:pt x="4803" y="1106"/>
                      <a:pt x="6678" y="1106"/>
                    </a:cubicBezTo>
                    <a:cubicBezTo>
                      <a:pt x="8431" y="1106"/>
                      <a:pt x="10117" y="1922"/>
                      <a:pt x="11187" y="3286"/>
                    </a:cubicBezTo>
                    <a:cubicBezTo>
                      <a:pt x="11297" y="3426"/>
                      <a:pt x="11458" y="3497"/>
                      <a:pt x="11621" y="3497"/>
                    </a:cubicBezTo>
                    <a:cubicBezTo>
                      <a:pt x="11663" y="3497"/>
                      <a:pt x="11704" y="3493"/>
                      <a:pt x="11744" y="3484"/>
                    </a:cubicBezTo>
                    <a:cubicBezTo>
                      <a:pt x="12373" y="4446"/>
                      <a:pt x="12682" y="5559"/>
                      <a:pt x="12626" y="6704"/>
                    </a:cubicBezTo>
                    <a:cubicBezTo>
                      <a:pt x="12576" y="7711"/>
                      <a:pt x="12255" y="10047"/>
                      <a:pt x="12191" y="10506"/>
                    </a:cubicBezTo>
                    <a:lnTo>
                      <a:pt x="11569" y="10506"/>
                    </a:lnTo>
                    <a:lnTo>
                      <a:pt x="11569" y="9942"/>
                    </a:lnTo>
                    <a:lnTo>
                      <a:pt x="11249" y="9942"/>
                    </a:lnTo>
                    <a:lnTo>
                      <a:pt x="11249" y="9948"/>
                    </a:lnTo>
                    <a:lnTo>
                      <a:pt x="10602" y="9948"/>
                    </a:lnTo>
                    <a:lnTo>
                      <a:pt x="10602" y="9961"/>
                    </a:lnTo>
                    <a:cubicBezTo>
                      <a:pt x="10130" y="10039"/>
                      <a:pt x="9790" y="10515"/>
                      <a:pt x="9790" y="11097"/>
                    </a:cubicBezTo>
                    <a:lnTo>
                      <a:pt x="9790" y="12526"/>
                    </a:lnTo>
                    <a:lnTo>
                      <a:pt x="9790" y="13244"/>
                    </a:lnTo>
                    <a:cubicBezTo>
                      <a:pt x="9790" y="13353"/>
                      <a:pt x="9803" y="13456"/>
                      <a:pt x="9825" y="13554"/>
                    </a:cubicBezTo>
                    <a:cubicBezTo>
                      <a:pt x="9922" y="13984"/>
                      <a:pt x="10218" y="14306"/>
                      <a:pt x="10602" y="14368"/>
                    </a:cubicBezTo>
                    <a:lnTo>
                      <a:pt x="10602" y="14379"/>
                    </a:lnTo>
                    <a:lnTo>
                      <a:pt x="11289" y="14379"/>
                    </a:lnTo>
                    <a:lnTo>
                      <a:pt x="11289" y="14371"/>
                    </a:lnTo>
                    <a:lnTo>
                      <a:pt x="11572" y="14371"/>
                    </a:lnTo>
                    <a:lnTo>
                      <a:pt x="11572" y="13807"/>
                    </a:lnTo>
                    <a:lnTo>
                      <a:pt x="12498" y="13807"/>
                    </a:lnTo>
                    <a:lnTo>
                      <a:pt x="12498" y="13555"/>
                    </a:lnTo>
                    <a:lnTo>
                      <a:pt x="12498" y="12527"/>
                    </a:lnTo>
                    <a:lnTo>
                      <a:pt x="12498" y="11733"/>
                    </a:lnTo>
                    <a:lnTo>
                      <a:pt x="13265" y="9024"/>
                    </a:lnTo>
                    <a:cubicBezTo>
                      <a:pt x="13282" y="8957"/>
                      <a:pt x="13245" y="8889"/>
                      <a:pt x="13179" y="8871"/>
                    </a:cubicBezTo>
                    <a:cubicBezTo>
                      <a:pt x="13168" y="8868"/>
                      <a:pt x="13157" y="8866"/>
                      <a:pt x="13146" y="8866"/>
                    </a:cubicBezTo>
                    <a:cubicBezTo>
                      <a:pt x="13092" y="8866"/>
                      <a:pt x="13042" y="8901"/>
                      <a:pt x="13027" y="8956"/>
                    </a:cubicBezTo>
                    <a:lnTo>
                      <a:pt x="12664" y="10236"/>
                    </a:lnTo>
                    <a:cubicBezTo>
                      <a:pt x="12775" y="9420"/>
                      <a:pt x="13013" y="7608"/>
                      <a:pt x="13056" y="6728"/>
                    </a:cubicBezTo>
                    <a:cubicBezTo>
                      <a:pt x="13118" y="5484"/>
                      <a:pt x="12780" y="4275"/>
                      <a:pt x="12095" y="3234"/>
                    </a:cubicBezTo>
                    <a:cubicBezTo>
                      <a:pt x="12211" y="3042"/>
                      <a:pt x="12205" y="2791"/>
                      <a:pt x="12058" y="2604"/>
                    </a:cubicBezTo>
                    <a:cubicBezTo>
                      <a:pt x="10778" y="974"/>
                      <a:pt x="8767" y="1"/>
                      <a:pt x="6678"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6" name="Google Shape;7546;p96"/>
              <p:cNvGrpSpPr/>
              <p:nvPr/>
            </p:nvGrpSpPr>
            <p:grpSpPr>
              <a:xfrm>
                <a:off x="-2686850" y="3696563"/>
                <a:ext cx="332050" cy="359525"/>
                <a:chOff x="-2348725" y="2237525"/>
                <a:chExt cx="332050" cy="359525"/>
              </a:xfrm>
            </p:grpSpPr>
            <p:sp>
              <p:nvSpPr>
                <p:cNvPr id="7547" name="Google Shape;7547;p96"/>
                <p:cNvSpPr/>
                <p:nvPr/>
              </p:nvSpPr>
              <p:spPr>
                <a:xfrm>
                  <a:off x="-2343200" y="2245975"/>
                  <a:ext cx="322925" cy="262375"/>
                </a:xfrm>
                <a:custGeom>
                  <a:rect b="b" l="l" r="r" t="t"/>
                  <a:pathLst>
                    <a:path extrusionOk="0" h="10495" w="12917">
                      <a:moveTo>
                        <a:pt x="6459" y="0"/>
                      </a:moveTo>
                      <a:cubicBezTo>
                        <a:pt x="4680" y="0"/>
                        <a:pt x="2959" y="736"/>
                        <a:pt x="1736" y="2022"/>
                      </a:cubicBezTo>
                      <a:cubicBezTo>
                        <a:pt x="588" y="3226"/>
                        <a:pt x="0" y="4778"/>
                        <a:pt x="79" y="6389"/>
                      </a:cubicBezTo>
                      <a:cubicBezTo>
                        <a:pt x="135" y="7520"/>
                        <a:pt x="513" y="10195"/>
                        <a:pt x="528" y="10309"/>
                      </a:cubicBezTo>
                      <a:cubicBezTo>
                        <a:pt x="544" y="10417"/>
                        <a:pt x="636" y="10494"/>
                        <a:pt x="742" y="10494"/>
                      </a:cubicBezTo>
                      <a:cubicBezTo>
                        <a:pt x="752" y="10494"/>
                        <a:pt x="761" y="10494"/>
                        <a:pt x="773" y="10491"/>
                      </a:cubicBezTo>
                      <a:cubicBezTo>
                        <a:pt x="890" y="10475"/>
                        <a:pt x="972" y="10365"/>
                        <a:pt x="956" y="10248"/>
                      </a:cubicBezTo>
                      <a:cubicBezTo>
                        <a:pt x="952" y="10221"/>
                        <a:pt x="567" y="7479"/>
                        <a:pt x="511" y="6368"/>
                      </a:cubicBezTo>
                      <a:cubicBezTo>
                        <a:pt x="438" y="4875"/>
                        <a:pt x="982" y="3437"/>
                        <a:pt x="2049" y="2318"/>
                      </a:cubicBezTo>
                      <a:cubicBezTo>
                        <a:pt x="3190" y="1119"/>
                        <a:pt x="4798" y="430"/>
                        <a:pt x="6459" y="430"/>
                      </a:cubicBezTo>
                      <a:cubicBezTo>
                        <a:pt x="8120" y="430"/>
                        <a:pt x="9728" y="1119"/>
                        <a:pt x="10869" y="2318"/>
                      </a:cubicBezTo>
                      <a:cubicBezTo>
                        <a:pt x="11935" y="3437"/>
                        <a:pt x="12481" y="4875"/>
                        <a:pt x="12407" y="6368"/>
                      </a:cubicBezTo>
                      <a:cubicBezTo>
                        <a:pt x="12353" y="7479"/>
                        <a:pt x="11966" y="10221"/>
                        <a:pt x="11962" y="10248"/>
                      </a:cubicBezTo>
                      <a:cubicBezTo>
                        <a:pt x="11945" y="10367"/>
                        <a:pt x="12028" y="10475"/>
                        <a:pt x="12146" y="10491"/>
                      </a:cubicBezTo>
                      <a:cubicBezTo>
                        <a:pt x="12156" y="10493"/>
                        <a:pt x="12166" y="10493"/>
                        <a:pt x="12176" y="10493"/>
                      </a:cubicBezTo>
                      <a:cubicBezTo>
                        <a:pt x="12282" y="10493"/>
                        <a:pt x="12374" y="10415"/>
                        <a:pt x="12389" y="10309"/>
                      </a:cubicBezTo>
                      <a:cubicBezTo>
                        <a:pt x="12405" y="10195"/>
                        <a:pt x="12782" y="7520"/>
                        <a:pt x="12838" y="6389"/>
                      </a:cubicBezTo>
                      <a:cubicBezTo>
                        <a:pt x="12916" y="4778"/>
                        <a:pt x="12328" y="3226"/>
                        <a:pt x="11182" y="2022"/>
                      </a:cubicBezTo>
                      <a:cubicBezTo>
                        <a:pt x="9959" y="737"/>
                        <a:pt x="8237"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96"/>
                <p:cNvSpPr/>
                <p:nvPr/>
              </p:nvSpPr>
              <p:spPr>
                <a:xfrm>
                  <a:off x="-2327125" y="2237525"/>
                  <a:ext cx="284600" cy="95700"/>
                </a:xfrm>
                <a:custGeom>
                  <a:rect b="b" l="l" r="r" t="t"/>
                  <a:pathLst>
                    <a:path extrusionOk="0" h="3828" w="11384">
                      <a:moveTo>
                        <a:pt x="5815" y="1"/>
                      </a:moveTo>
                      <a:cubicBezTo>
                        <a:pt x="3578" y="1"/>
                        <a:pt x="1417" y="1136"/>
                        <a:pt x="173" y="2964"/>
                      </a:cubicBezTo>
                      <a:cubicBezTo>
                        <a:pt x="1" y="3216"/>
                        <a:pt x="66" y="3560"/>
                        <a:pt x="319" y="3732"/>
                      </a:cubicBezTo>
                      <a:cubicBezTo>
                        <a:pt x="415" y="3796"/>
                        <a:pt x="523" y="3827"/>
                        <a:pt x="630" y="3827"/>
                      </a:cubicBezTo>
                      <a:cubicBezTo>
                        <a:pt x="807" y="3827"/>
                        <a:pt x="981" y="3743"/>
                        <a:pt x="1088" y="3585"/>
                      </a:cubicBezTo>
                      <a:cubicBezTo>
                        <a:pt x="2128" y="2057"/>
                        <a:pt x="3939" y="1108"/>
                        <a:pt x="5814" y="1108"/>
                      </a:cubicBezTo>
                      <a:cubicBezTo>
                        <a:pt x="7567" y="1108"/>
                        <a:pt x="9251" y="1923"/>
                        <a:pt x="10323" y="3289"/>
                      </a:cubicBezTo>
                      <a:cubicBezTo>
                        <a:pt x="10433" y="3428"/>
                        <a:pt x="10595" y="3500"/>
                        <a:pt x="10760" y="3500"/>
                      </a:cubicBezTo>
                      <a:cubicBezTo>
                        <a:pt x="10879" y="3500"/>
                        <a:pt x="11000" y="3462"/>
                        <a:pt x="11101" y="3382"/>
                      </a:cubicBezTo>
                      <a:cubicBezTo>
                        <a:pt x="11343" y="3193"/>
                        <a:pt x="11384" y="2845"/>
                        <a:pt x="11195" y="2604"/>
                      </a:cubicBezTo>
                      <a:cubicBezTo>
                        <a:pt x="9915" y="974"/>
                        <a:pt x="7904" y="1"/>
                        <a:pt x="58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96"/>
                <p:cNvSpPr/>
                <p:nvPr/>
              </p:nvSpPr>
              <p:spPr>
                <a:xfrm>
                  <a:off x="-2083125" y="2486225"/>
                  <a:ext cx="4050" cy="450"/>
                </a:xfrm>
                <a:custGeom>
                  <a:rect b="b" l="l" r="r" t="t"/>
                  <a:pathLst>
                    <a:path extrusionOk="0" h="18" w="162">
                      <a:moveTo>
                        <a:pt x="1" y="0"/>
                      </a:moveTo>
                      <a:lnTo>
                        <a:pt x="1" y="18"/>
                      </a:lnTo>
                      <a:cubicBezTo>
                        <a:pt x="53" y="7"/>
                        <a:pt x="107" y="0"/>
                        <a:pt x="162" y="0"/>
                      </a:cubicBezTo>
                      <a:close/>
                    </a:path>
                  </a:pathLst>
                </a:custGeom>
                <a:solidFill>
                  <a:srgbClr val="E61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96"/>
                <p:cNvSpPr/>
                <p:nvPr/>
              </p:nvSpPr>
              <p:spPr>
                <a:xfrm>
                  <a:off x="-2330250" y="2550650"/>
                  <a:ext cx="23150" cy="32050"/>
                </a:xfrm>
                <a:custGeom>
                  <a:rect b="b" l="l" r="r" t="t"/>
                  <a:pathLst>
                    <a:path extrusionOk="0" h="1282" w="926">
                      <a:moveTo>
                        <a:pt x="0" y="1"/>
                      </a:moveTo>
                      <a:lnTo>
                        <a:pt x="0" y="1030"/>
                      </a:lnTo>
                      <a:lnTo>
                        <a:pt x="0"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96"/>
                <p:cNvSpPr/>
                <p:nvPr/>
              </p:nvSpPr>
              <p:spPr>
                <a:xfrm>
                  <a:off x="-2307125" y="2550650"/>
                  <a:ext cx="7075" cy="46200"/>
                </a:xfrm>
                <a:custGeom>
                  <a:rect b="b" l="l" r="r" t="t"/>
                  <a:pathLst>
                    <a:path extrusionOk="0" h="1848" w="283">
                      <a:moveTo>
                        <a:pt x="1" y="1"/>
                      </a:moveTo>
                      <a:lnTo>
                        <a:pt x="1" y="1030"/>
                      </a:lnTo>
                      <a:lnTo>
                        <a:pt x="1" y="1282"/>
                      </a:lnTo>
                      <a:lnTo>
                        <a:pt x="1" y="1847"/>
                      </a:lnTo>
                      <a:lnTo>
                        <a:pt x="283" y="1847"/>
                      </a:lnTo>
                      <a:lnTo>
                        <a:pt x="283" y="1030"/>
                      </a:lnTo>
                      <a:lnTo>
                        <a:pt x="283" y="1"/>
                      </a:lnTo>
                      <a:close/>
                    </a:path>
                  </a:pathLst>
                </a:custGeom>
                <a:solidFill>
                  <a:srgbClr val="B20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96"/>
                <p:cNvSpPr/>
                <p:nvPr/>
              </p:nvSpPr>
              <p:spPr>
                <a:xfrm>
                  <a:off x="-2282875" y="2486550"/>
                  <a:ext cx="20300" cy="110225"/>
                </a:xfrm>
                <a:custGeom>
                  <a:rect b="b" l="l" r="r" t="t"/>
                  <a:pathLst>
                    <a:path extrusionOk="0" h="4409" w="812">
                      <a:moveTo>
                        <a:pt x="1" y="0"/>
                      </a:moveTo>
                      <a:lnTo>
                        <a:pt x="1" y="2566"/>
                      </a:lnTo>
                      <a:lnTo>
                        <a:pt x="1" y="3594"/>
                      </a:lnTo>
                      <a:lnTo>
                        <a:pt x="1" y="4408"/>
                      </a:lnTo>
                      <a:cubicBezTo>
                        <a:pt x="384" y="4346"/>
                        <a:pt x="680" y="4026"/>
                        <a:pt x="777" y="3594"/>
                      </a:cubicBezTo>
                      <a:cubicBezTo>
                        <a:pt x="799" y="3496"/>
                        <a:pt x="812" y="3392"/>
                        <a:pt x="812" y="3284"/>
                      </a:cubicBezTo>
                      <a:lnTo>
                        <a:pt x="812" y="2566"/>
                      </a:lnTo>
                      <a:lnTo>
                        <a:pt x="812" y="1137"/>
                      </a:lnTo>
                      <a:cubicBezTo>
                        <a:pt x="812" y="554"/>
                        <a:pt x="471" y="7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96"/>
                <p:cNvSpPr/>
                <p:nvPr/>
              </p:nvSpPr>
              <p:spPr>
                <a:xfrm>
                  <a:off x="-2330250" y="2500225"/>
                  <a:ext cx="23150" cy="82475"/>
                </a:xfrm>
                <a:custGeom>
                  <a:rect b="b" l="l" r="r" t="t"/>
                  <a:pathLst>
                    <a:path extrusionOk="0" h="3299" w="926">
                      <a:moveTo>
                        <a:pt x="0" y="0"/>
                      </a:moveTo>
                      <a:lnTo>
                        <a:pt x="0" y="2018"/>
                      </a:lnTo>
                      <a:lnTo>
                        <a:pt x="0" y="3047"/>
                      </a:lnTo>
                      <a:lnTo>
                        <a:pt x="0"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96"/>
                <p:cNvSpPr/>
                <p:nvPr/>
              </p:nvSpPr>
              <p:spPr>
                <a:xfrm>
                  <a:off x="-2307125" y="2486050"/>
                  <a:ext cx="8025" cy="110800"/>
                </a:xfrm>
                <a:custGeom>
                  <a:rect b="b" l="l" r="r" t="t"/>
                  <a:pathLst>
                    <a:path extrusionOk="0" h="4432" w="321">
                      <a:moveTo>
                        <a:pt x="1" y="1"/>
                      </a:moveTo>
                      <a:lnTo>
                        <a:pt x="1" y="567"/>
                      </a:lnTo>
                      <a:lnTo>
                        <a:pt x="1" y="2585"/>
                      </a:lnTo>
                      <a:lnTo>
                        <a:pt x="1" y="3614"/>
                      </a:lnTo>
                      <a:lnTo>
                        <a:pt x="1" y="3866"/>
                      </a:lnTo>
                      <a:lnTo>
                        <a:pt x="1" y="4431"/>
                      </a:lnTo>
                      <a:lnTo>
                        <a:pt x="283" y="4431"/>
                      </a:lnTo>
                      <a:lnTo>
                        <a:pt x="283" y="3614"/>
                      </a:lnTo>
                      <a:lnTo>
                        <a:pt x="283" y="2585"/>
                      </a:lnTo>
                      <a:lnTo>
                        <a:pt x="283" y="7"/>
                      </a:lnTo>
                      <a:lnTo>
                        <a:pt x="321" y="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96"/>
                <p:cNvSpPr/>
                <p:nvPr/>
              </p:nvSpPr>
              <p:spPr>
                <a:xfrm>
                  <a:off x="-2300075" y="2486225"/>
                  <a:ext cx="17225" cy="110825"/>
                </a:xfrm>
                <a:custGeom>
                  <a:rect b="b" l="l" r="r" t="t"/>
                  <a:pathLst>
                    <a:path extrusionOk="0" h="4433" w="689">
                      <a:moveTo>
                        <a:pt x="1" y="0"/>
                      </a:moveTo>
                      <a:lnTo>
                        <a:pt x="1" y="2578"/>
                      </a:lnTo>
                      <a:lnTo>
                        <a:pt x="1" y="3607"/>
                      </a:lnTo>
                      <a:lnTo>
                        <a:pt x="1" y="4424"/>
                      </a:lnTo>
                      <a:lnTo>
                        <a:pt x="1" y="4432"/>
                      </a:lnTo>
                      <a:lnTo>
                        <a:pt x="689" y="4432"/>
                      </a:lnTo>
                      <a:lnTo>
                        <a:pt x="689" y="4420"/>
                      </a:lnTo>
                      <a:lnTo>
                        <a:pt x="689" y="3607"/>
                      </a:lnTo>
                      <a:lnTo>
                        <a:pt x="689" y="2578"/>
                      </a:lnTo>
                      <a:lnTo>
                        <a:pt x="689" y="13"/>
                      </a:lnTo>
                      <a:lnTo>
                        <a:pt x="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96"/>
                <p:cNvSpPr/>
                <p:nvPr/>
              </p:nvSpPr>
              <p:spPr>
                <a:xfrm>
                  <a:off x="-2059450" y="2550650"/>
                  <a:ext cx="23150" cy="32050"/>
                </a:xfrm>
                <a:custGeom>
                  <a:rect b="b" l="l" r="r" t="t"/>
                  <a:pathLst>
                    <a:path extrusionOk="0" h="1282" w="926">
                      <a:moveTo>
                        <a:pt x="1" y="1"/>
                      </a:moveTo>
                      <a:lnTo>
                        <a:pt x="1" y="1030"/>
                      </a:lnTo>
                      <a:lnTo>
                        <a:pt x="1"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96"/>
                <p:cNvSpPr/>
                <p:nvPr/>
              </p:nvSpPr>
              <p:spPr>
                <a:xfrm>
                  <a:off x="-2104000" y="2486525"/>
                  <a:ext cx="20325" cy="110225"/>
                </a:xfrm>
                <a:custGeom>
                  <a:rect b="b" l="l" r="r" t="t"/>
                  <a:pathLst>
                    <a:path extrusionOk="0" h="4409" w="813">
                      <a:moveTo>
                        <a:pt x="813" y="0"/>
                      </a:moveTo>
                      <a:cubicBezTo>
                        <a:pt x="341" y="79"/>
                        <a:pt x="1" y="555"/>
                        <a:pt x="1" y="1137"/>
                      </a:cubicBezTo>
                      <a:lnTo>
                        <a:pt x="1" y="2566"/>
                      </a:lnTo>
                      <a:lnTo>
                        <a:pt x="1" y="3284"/>
                      </a:lnTo>
                      <a:cubicBezTo>
                        <a:pt x="1" y="3393"/>
                        <a:pt x="14" y="3496"/>
                        <a:pt x="36" y="3594"/>
                      </a:cubicBezTo>
                      <a:cubicBezTo>
                        <a:pt x="133" y="4024"/>
                        <a:pt x="429" y="4346"/>
                        <a:pt x="813" y="4408"/>
                      </a:cubicBezTo>
                      <a:lnTo>
                        <a:pt x="813" y="3594"/>
                      </a:lnTo>
                      <a:lnTo>
                        <a:pt x="813" y="2566"/>
                      </a:lnTo>
                      <a:lnTo>
                        <a:pt x="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96"/>
                <p:cNvSpPr/>
                <p:nvPr/>
              </p:nvSpPr>
              <p:spPr>
                <a:xfrm>
                  <a:off x="-2059450" y="2500225"/>
                  <a:ext cx="23150" cy="82475"/>
                </a:xfrm>
                <a:custGeom>
                  <a:rect b="b" l="l" r="r" t="t"/>
                  <a:pathLst>
                    <a:path extrusionOk="0" h="3299" w="926">
                      <a:moveTo>
                        <a:pt x="1" y="0"/>
                      </a:moveTo>
                      <a:lnTo>
                        <a:pt x="1" y="2018"/>
                      </a:lnTo>
                      <a:lnTo>
                        <a:pt x="1" y="3047"/>
                      </a:lnTo>
                      <a:lnTo>
                        <a:pt x="1"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96"/>
                <p:cNvSpPr/>
                <p:nvPr/>
              </p:nvSpPr>
              <p:spPr>
                <a:xfrm>
                  <a:off x="-2067450" y="2486050"/>
                  <a:ext cx="8025" cy="110800"/>
                </a:xfrm>
                <a:custGeom>
                  <a:rect b="b" l="l" r="r" t="t"/>
                  <a:pathLst>
                    <a:path extrusionOk="0" h="4432" w="321">
                      <a:moveTo>
                        <a:pt x="1" y="1"/>
                      </a:moveTo>
                      <a:lnTo>
                        <a:pt x="1" y="7"/>
                      </a:lnTo>
                      <a:lnTo>
                        <a:pt x="37" y="7"/>
                      </a:lnTo>
                      <a:lnTo>
                        <a:pt x="37" y="2585"/>
                      </a:lnTo>
                      <a:lnTo>
                        <a:pt x="37" y="3614"/>
                      </a:lnTo>
                      <a:lnTo>
                        <a:pt x="37" y="4431"/>
                      </a:lnTo>
                      <a:lnTo>
                        <a:pt x="321" y="4431"/>
                      </a:lnTo>
                      <a:lnTo>
                        <a:pt x="321" y="3866"/>
                      </a:lnTo>
                      <a:lnTo>
                        <a:pt x="321" y="3614"/>
                      </a:lnTo>
                      <a:lnTo>
                        <a:pt x="321" y="2585"/>
                      </a:lnTo>
                      <a:lnTo>
                        <a:pt x="321" y="56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96"/>
                <p:cNvSpPr/>
                <p:nvPr/>
              </p:nvSpPr>
              <p:spPr>
                <a:xfrm>
                  <a:off x="-2083700" y="2486225"/>
                  <a:ext cx="17200" cy="110825"/>
                </a:xfrm>
                <a:custGeom>
                  <a:rect b="b" l="l" r="r" t="t"/>
                  <a:pathLst>
                    <a:path extrusionOk="0" h="4433" w="688">
                      <a:moveTo>
                        <a:pt x="1" y="0"/>
                      </a:moveTo>
                      <a:lnTo>
                        <a:pt x="1" y="13"/>
                      </a:lnTo>
                      <a:lnTo>
                        <a:pt x="1" y="2578"/>
                      </a:lnTo>
                      <a:lnTo>
                        <a:pt x="1" y="3607"/>
                      </a:lnTo>
                      <a:lnTo>
                        <a:pt x="1" y="4420"/>
                      </a:lnTo>
                      <a:lnTo>
                        <a:pt x="1" y="4432"/>
                      </a:lnTo>
                      <a:lnTo>
                        <a:pt x="687" y="4432"/>
                      </a:lnTo>
                      <a:lnTo>
                        <a:pt x="687" y="4424"/>
                      </a:lnTo>
                      <a:lnTo>
                        <a:pt x="687" y="3607"/>
                      </a:lnTo>
                      <a:lnTo>
                        <a:pt x="687" y="2578"/>
                      </a:lnTo>
                      <a:lnTo>
                        <a:pt x="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96"/>
                <p:cNvSpPr/>
                <p:nvPr/>
              </p:nvSpPr>
              <p:spPr>
                <a:xfrm>
                  <a:off x="-2047700" y="2459150"/>
                  <a:ext cx="31025" cy="91650"/>
                </a:xfrm>
                <a:custGeom>
                  <a:rect b="b" l="l" r="r" t="t"/>
                  <a:pathLst>
                    <a:path extrusionOk="0" h="3666" w="1241">
                      <a:moveTo>
                        <a:pt x="1105" y="0"/>
                      </a:moveTo>
                      <a:cubicBezTo>
                        <a:pt x="1050" y="0"/>
                        <a:pt x="1001" y="35"/>
                        <a:pt x="986" y="90"/>
                      </a:cubicBezTo>
                      <a:lnTo>
                        <a:pt x="18" y="3507"/>
                      </a:lnTo>
                      <a:cubicBezTo>
                        <a:pt x="0" y="3573"/>
                        <a:pt x="38" y="3641"/>
                        <a:pt x="104" y="3660"/>
                      </a:cubicBezTo>
                      <a:cubicBezTo>
                        <a:pt x="115" y="3663"/>
                        <a:pt x="125" y="3665"/>
                        <a:pt x="137" y="3665"/>
                      </a:cubicBezTo>
                      <a:cubicBezTo>
                        <a:pt x="191" y="3665"/>
                        <a:pt x="240" y="3629"/>
                        <a:pt x="255" y="3574"/>
                      </a:cubicBezTo>
                      <a:lnTo>
                        <a:pt x="1223" y="157"/>
                      </a:lnTo>
                      <a:cubicBezTo>
                        <a:pt x="1241" y="91"/>
                        <a:pt x="1204" y="23"/>
                        <a:pt x="1138" y="5"/>
                      </a:cubicBezTo>
                      <a:cubicBezTo>
                        <a:pt x="1127" y="2"/>
                        <a:pt x="1116" y="0"/>
                        <a:pt x="1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96"/>
                <p:cNvSpPr/>
                <p:nvPr/>
              </p:nvSpPr>
              <p:spPr>
                <a:xfrm>
                  <a:off x="-2348725" y="2459175"/>
                  <a:ext cx="31050" cy="91625"/>
                </a:xfrm>
                <a:custGeom>
                  <a:rect b="b" l="l" r="r" t="t"/>
                  <a:pathLst>
                    <a:path extrusionOk="0" h="3665" w="1242">
                      <a:moveTo>
                        <a:pt x="138" y="1"/>
                      </a:moveTo>
                      <a:cubicBezTo>
                        <a:pt x="126" y="1"/>
                        <a:pt x="115" y="2"/>
                        <a:pt x="103" y="6"/>
                      </a:cubicBezTo>
                      <a:cubicBezTo>
                        <a:pt x="37" y="24"/>
                        <a:pt x="0" y="91"/>
                        <a:pt x="19" y="157"/>
                      </a:cubicBezTo>
                      <a:lnTo>
                        <a:pt x="986" y="3574"/>
                      </a:lnTo>
                      <a:cubicBezTo>
                        <a:pt x="1001" y="3629"/>
                        <a:pt x="1051" y="3664"/>
                        <a:pt x="1104" y="3664"/>
                      </a:cubicBezTo>
                      <a:cubicBezTo>
                        <a:pt x="1116" y="3664"/>
                        <a:pt x="1128" y="3661"/>
                        <a:pt x="1138" y="3660"/>
                      </a:cubicBezTo>
                      <a:cubicBezTo>
                        <a:pt x="1203" y="3640"/>
                        <a:pt x="1242" y="3573"/>
                        <a:pt x="1223" y="3507"/>
                      </a:cubicBezTo>
                      <a:lnTo>
                        <a:pt x="256" y="90"/>
                      </a:lnTo>
                      <a:cubicBezTo>
                        <a:pt x="240" y="36"/>
                        <a:pt x="191" y="1"/>
                        <a:pt x="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63" name="Google Shape;7563;p96"/>
            <p:cNvGrpSpPr/>
            <p:nvPr/>
          </p:nvGrpSpPr>
          <p:grpSpPr>
            <a:xfrm>
              <a:off x="8430767" y="149213"/>
              <a:ext cx="655260" cy="780572"/>
              <a:chOff x="-2294600" y="1951375"/>
              <a:chExt cx="438125" cy="521913"/>
            </a:xfrm>
          </p:grpSpPr>
          <p:sp>
            <p:nvSpPr>
              <p:cNvPr id="7564" name="Google Shape;7564;p96"/>
              <p:cNvSpPr/>
              <p:nvPr/>
            </p:nvSpPr>
            <p:spPr>
              <a:xfrm>
                <a:off x="-2294600" y="1951375"/>
                <a:ext cx="438100" cy="521900"/>
              </a:xfrm>
              <a:custGeom>
                <a:rect b="b" l="l" r="r" t="t"/>
                <a:pathLst>
                  <a:path extrusionOk="0" h="20876" w="17524">
                    <a:moveTo>
                      <a:pt x="5361" y="0"/>
                    </a:moveTo>
                    <a:lnTo>
                      <a:pt x="0" y="13683"/>
                    </a:lnTo>
                    <a:lnTo>
                      <a:pt x="965" y="16487"/>
                    </a:lnTo>
                    <a:lnTo>
                      <a:pt x="12161" y="20875"/>
                    </a:lnTo>
                    <a:lnTo>
                      <a:pt x="17524" y="7192"/>
                    </a:lnTo>
                    <a:lnTo>
                      <a:pt x="16559" y="4387"/>
                    </a:lnTo>
                    <a:lnTo>
                      <a:pt x="5361"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5" name="Google Shape;7565;p96"/>
              <p:cNvGrpSpPr/>
              <p:nvPr/>
            </p:nvGrpSpPr>
            <p:grpSpPr>
              <a:xfrm>
                <a:off x="-2294575" y="1951463"/>
                <a:ext cx="438100" cy="521825"/>
                <a:chOff x="-2294575" y="1951463"/>
                <a:chExt cx="438100" cy="521825"/>
              </a:xfrm>
            </p:grpSpPr>
            <p:sp>
              <p:nvSpPr>
                <p:cNvPr id="7566" name="Google Shape;7566;p96"/>
                <p:cNvSpPr/>
                <p:nvPr/>
              </p:nvSpPr>
              <p:spPr>
                <a:xfrm>
                  <a:off x="-2294550" y="1951463"/>
                  <a:ext cx="413950" cy="451750"/>
                </a:xfrm>
                <a:custGeom>
                  <a:rect b="b" l="l" r="r" t="t"/>
                  <a:pathLst>
                    <a:path extrusionOk="0" h="18070" w="16558">
                      <a:moveTo>
                        <a:pt x="5361" y="0"/>
                      </a:moveTo>
                      <a:lnTo>
                        <a:pt x="0" y="13684"/>
                      </a:lnTo>
                      <a:lnTo>
                        <a:pt x="11196" y="18070"/>
                      </a:lnTo>
                      <a:lnTo>
                        <a:pt x="16558" y="4387"/>
                      </a:lnTo>
                      <a:lnTo>
                        <a:pt x="53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96"/>
                <p:cNvSpPr/>
                <p:nvPr/>
              </p:nvSpPr>
              <p:spPr>
                <a:xfrm>
                  <a:off x="-1933525" y="2073913"/>
                  <a:ext cx="20450" cy="14275"/>
                </a:xfrm>
                <a:custGeom>
                  <a:rect b="b" l="l" r="r" t="t"/>
                  <a:pathLst>
                    <a:path extrusionOk="0" h="571" w="818">
                      <a:moveTo>
                        <a:pt x="0" y="0"/>
                      </a:moveTo>
                      <a:lnTo>
                        <a:pt x="0" y="159"/>
                      </a:lnTo>
                      <a:lnTo>
                        <a:pt x="2" y="159"/>
                      </a:lnTo>
                      <a:cubicBezTo>
                        <a:pt x="2" y="322"/>
                        <a:pt x="99" y="477"/>
                        <a:pt x="261" y="542"/>
                      </a:cubicBezTo>
                      <a:cubicBezTo>
                        <a:pt x="310" y="561"/>
                        <a:pt x="361" y="570"/>
                        <a:pt x="411" y="570"/>
                      </a:cubicBezTo>
                      <a:cubicBezTo>
                        <a:pt x="576" y="570"/>
                        <a:pt x="731" y="471"/>
                        <a:pt x="795" y="310"/>
                      </a:cubicBezTo>
                      <a:cubicBezTo>
                        <a:pt x="812" y="259"/>
                        <a:pt x="817" y="209"/>
                        <a:pt x="817" y="159"/>
                      </a:cubicBezTo>
                      <a:lnTo>
                        <a:pt x="817" y="0"/>
                      </a:lnTo>
                      <a:close/>
                    </a:path>
                  </a:pathLst>
                </a:custGeom>
                <a:solidFill>
                  <a:srgbClr val="11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96"/>
                <p:cNvSpPr/>
                <p:nvPr/>
              </p:nvSpPr>
              <p:spPr>
                <a:xfrm>
                  <a:off x="-1934925" y="2064938"/>
                  <a:ext cx="23300" cy="20575"/>
                </a:xfrm>
                <a:custGeom>
                  <a:rect b="b" l="l" r="r" t="t"/>
                  <a:pathLst>
                    <a:path extrusionOk="0" h="823" w="932">
                      <a:moveTo>
                        <a:pt x="466" y="0"/>
                      </a:moveTo>
                      <a:cubicBezTo>
                        <a:pt x="302" y="0"/>
                        <a:pt x="147" y="99"/>
                        <a:pt x="84" y="261"/>
                      </a:cubicBezTo>
                      <a:cubicBezTo>
                        <a:pt x="0" y="473"/>
                        <a:pt x="105" y="711"/>
                        <a:pt x="316" y="794"/>
                      </a:cubicBezTo>
                      <a:cubicBezTo>
                        <a:pt x="366" y="813"/>
                        <a:pt x="417" y="823"/>
                        <a:pt x="467" y="823"/>
                      </a:cubicBezTo>
                      <a:cubicBezTo>
                        <a:pt x="631" y="823"/>
                        <a:pt x="785" y="723"/>
                        <a:pt x="849" y="561"/>
                      </a:cubicBezTo>
                      <a:cubicBezTo>
                        <a:pt x="931" y="351"/>
                        <a:pt x="828" y="113"/>
                        <a:pt x="616" y="29"/>
                      </a:cubicBezTo>
                      <a:cubicBezTo>
                        <a:pt x="567" y="9"/>
                        <a:pt x="516" y="0"/>
                        <a:pt x="4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96"/>
                <p:cNvSpPr/>
                <p:nvPr/>
              </p:nvSpPr>
              <p:spPr>
                <a:xfrm>
                  <a:off x="-2100450" y="2284813"/>
                  <a:ext cx="39275" cy="38750"/>
                </a:xfrm>
                <a:custGeom>
                  <a:rect b="b" l="l" r="r" t="t"/>
                  <a:pathLst>
                    <a:path extrusionOk="0" h="1550" w="1571">
                      <a:moveTo>
                        <a:pt x="1488" y="944"/>
                      </a:moveTo>
                      <a:cubicBezTo>
                        <a:pt x="1482" y="967"/>
                        <a:pt x="1474" y="988"/>
                        <a:pt x="1465" y="1012"/>
                      </a:cubicBezTo>
                      <a:cubicBezTo>
                        <a:pt x="1474" y="988"/>
                        <a:pt x="1482" y="966"/>
                        <a:pt x="1488" y="944"/>
                      </a:cubicBezTo>
                      <a:close/>
                      <a:moveTo>
                        <a:pt x="379" y="1369"/>
                      </a:moveTo>
                      <a:cubicBezTo>
                        <a:pt x="383" y="1370"/>
                        <a:pt x="387" y="1373"/>
                        <a:pt x="390" y="1375"/>
                      </a:cubicBezTo>
                      <a:cubicBezTo>
                        <a:pt x="387" y="1373"/>
                        <a:pt x="383" y="1372"/>
                        <a:pt x="379" y="1369"/>
                      </a:cubicBezTo>
                      <a:close/>
                      <a:moveTo>
                        <a:pt x="439" y="1403"/>
                      </a:moveTo>
                      <a:cubicBezTo>
                        <a:pt x="459" y="1413"/>
                        <a:pt x="480" y="1422"/>
                        <a:pt x="502" y="1431"/>
                      </a:cubicBezTo>
                      <a:cubicBezTo>
                        <a:pt x="479" y="1422"/>
                        <a:pt x="459" y="1413"/>
                        <a:pt x="439" y="1403"/>
                      </a:cubicBezTo>
                      <a:close/>
                      <a:moveTo>
                        <a:pt x="775" y="1"/>
                      </a:moveTo>
                      <a:cubicBezTo>
                        <a:pt x="480" y="1"/>
                        <a:pt x="199" y="179"/>
                        <a:pt x="85" y="471"/>
                      </a:cubicBezTo>
                      <a:cubicBezTo>
                        <a:pt x="0" y="688"/>
                        <a:pt x="24" y="919"/>
                        <a:pt x="130" y="1107"/>
                      </a:cubicBezTo>
                      <a:cubicBezTo>
                        <a:pt x="206" y="1279"/>
                        <a:pt x="346" y="1424"/>
                        <a:pt x="534" y="1498"/>
                      </a:cubicBezTo>
                      <a:cubicBezTo>
                        <a:pt x="622" y="1533"/>
                        <a:pt x="714" y="1550"/>
                        <a:pt x="804" y="1550"/>
                      </a:cubicBezTo>
                      <a:cubicBezTo>
                        <a:pt x="1100" y="1550"/>
                        <a:pt x="1380" y="1371"/>
                        <a:pt x="1494" y="1079"/>
                      </a:cubicBezTo>
                      <a:cubicBezTo>
                        <a:pt x="1571" y="883"/>
                        <a:pt x="1555" y="677"/>
                        <a:pt x="1476" y="501"/>
                      </a:cubicBezTo>
                      <a:cubicBezTo>
                        <a:pt x="1407" y="302"/>
                        <a:pt x="1256" y="135"/>
                        <a:pt x="1045" y="52"/>
                      </a:cubicBezTo>
                      <a:cubicBezTo>
                        <a:pt x="957" y="17"/>
                        <a:pt x="865" y="1"/>
                        <a:pt x="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96"/>
                <p:cNvSpPr/>
                <p:nvPr/>
              </p:nvSpPr>
              <p:spPr>
                <a:xfrm>
                  <a:off x="-2193050" y="2258163"/>
                  <a:ext cx="13675" cy="12050"/>
                </a:xfrm>
                <a:custGeom>
                  <a:rect b="b" l="l" r="r" t="t"/>
                  <a:pathLst>
                    <a:path extrusionOk="0" h="482" w="547">
                      <a:moveTo>
                        <a:pt x="273" y="0"/>
                      </a:moveTo>
                      <a:cubicBezTo>
                        <a:pt x="177" y="0"/>
                        <a:pt x="86" y="58"/>
                        <a:pt x="48" y="153"/>
                      </a:cubicBezTo>
                      <a:cubicBezTo>
                        <a:pt x="0" y="277"/>
                        <a:pt x="61" y="417"/>
                        <a:pt x="185" y="465"/>
                      </a:cubicBezTo>
                      <a:cubicBezTo>
                        <a:pt x="214" y="476"/>
                        <a:pt x="243" y="482"/>
                        <a:pt x="272" y="482"/>
                      </a:cubicBezTo>
                      <a:cubicBezTo>
                        <a:pt x="368" y="482"/>
                        <a:pt x="459" y="424"/>
                        <a:pt x="497" y="329"/>
                      </a:cubicBezTo>
                      <a:cubicBezTo>
                        <a:pt x="546" y="205"/>
                        <a:pt x="485" y="66"/>
                        <a:pt x="359" y="16"/>
                      </a:cubicBezTo>
                      <a:cubicBezTo>
                        <a:pt x="331" y="5"/>
                        <a:pt x="302"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96"/>
                <p:cNvSpPr/>
                <p:nvPr/>
              </p:nvSpPr>
              <p:spPr>
                <a:xfrm>
                  <a:off x="-2031325" y="2321538"/>
                  <a:ext cx="13650" cy="12050"/>
                </a:xfrm>
                <a:custGeom>
                  <a:rect b="b" l="l" r="r" t="t"/>
                  <a:pathLst>
                    <a:path extrusionOk="0" h="482" w="546">
                      <a:moveTo>
                        <a:pt x="272" y="0"/>
                      </a:moveTo>
                      <a:cubicBezTo>
                        <a:pt x="176" y="0"/>
                        <a:pt x="85" y="58"/>
                        <a:pt x="48" y="153"/>
                      </a:cubicBezTo>
                      <a:cubicBezTo>
                        <a:pt x="1" y="277"/>
                        <a:pt x="61" y="416"/>
                        <a:pt x="184" y="466"/>
                      </a:cubicBezTo>
                      <a:cubicBezTo>
                        <a:pt x="213" y="477"/>
                        <a:pt x="242" y="482"/>
                        <a:pt x="271" y="482"/>
                      </a:cubicBezTo>
                      <a:cubicBezTo>
                        <a:pt x="368" y="482"/>
                        <a:pt x="459" y="424"/>
                        <a:pt x="497" y="328"/>
                      </a:cubicBezTo>
                      <a:cubicBezTo>
                        <a:pt x="546" y="205"/>
                        <a:pt x="486" y="65"/>
                        <a:pt x="360" y="17"/>
                      </a:cubicBezTo>
                      <a:cubicBezTo>
                        <a:pt x="331" y="6"/>
                        <a:pt x="301"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96"/>
                <p:cNvSpPr/>
                <p:nvPr/>
              </p:nvSpPr>
              <p:spPr>
                <a:xfrm>
                  <a:off x="-2294575" y="2061113"/>
                  <a:ext cx="438100" cy="412175"/>
                </a:xfrm>
                <a:custGeom>
                  <a:rect b="b" l="l" r="r" t="t"/>
                  <a:pathLst>
                    <a:path extrusionOk="0" h="16487" w="17524">
                      <a:moveTo>
                        <a:pt x="16558" y="0"/>
                      </a:moveTo>
                      <a:lnTo>
                        <a:pt x="11197" y="13682"/>
                      </a:lnTo>
                      <a:lnTo>
                        <a:pt x="0" y="9296"/>
                      </a:lnTo>
                      <a:lnTo>
                        <a:pt x="965" y="12098"/>
                      </a:lnTo>
                      <a:lnTo>
                        <a:pt x="12162" y="16486"/>
                      </a:lnTo>
                      <a:lnTo>
                        <a:pt x="17524" y="2803"/>
                      </a:lnTo>
                      <a:lnTo>
                        <a:pt x="165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96"/>
                <p:cNvSpPr/>
                <p:nvPr/>
              </p:nvSpPr>
              <p:spPr>
                <a:xfrm>
                  <a:off x="-2087625" y="2056038"/>
                  <a:ext cx="184150" cy="187625"/>
                </a:xfrm>
                <a:custGeom>
                  <a:rect b="b" l="l" r="r" t="t"/>
                  <a:pathLst>
                    <a:path extrusionOk="0" h="7505" w="7366">
                      <a:moveTo>
                        <a:pt x="6207" y="0"/>
                      </a:moveTo>
                      <a:lnTo>
                        <a:pt x="5783" y="1083"/>
                      </a:lnTo>
                      <a:lnTo>
                        <a:pt x="5783" y="1189"/>
                      </a:lnTo>
                      <a:lnTo>
                        <a:pt x="5979" y="1266"/>
                      </a:lnTo>
                      <a:lnTo>
                        <a:pt x="1434" y="6904"/>
                      </a:lnTo>
                      <a:lnTo>
                        <a:pt x="713" y="6108"/>
                      </a:lnTo>
                      <a:lnTo>
                        <a:pt x="29" y="6546"/>
                      </a:lnTo>
                      <a:lnTo>
                        <a:pt x="1" y="6634"/>
                      </a:lnTo>
                      <a:lnTo>
                        <a:pt x="1004" y="7439"/>
                      </a:lnTo>
                      <a:lnTo>
                        <a:pt x="1057" y="7373"/>
                      </a:lnTo>
                      <a:lnTo>
                        <a:pt x="1435" y="6906"/>
                      </a:lnTo>
                      <a:lnTo>
                        <a:pt x="1058" y="7374"/>
                      </a:lnTo>
                      <a:lnTo>
                        <a:pt x="1004" y="7441"/>
                      </a:lnTo>
                      <a:cubicBezTo>
                        <a:pt x="1012" y="7449"/>
                        <a:pt x="1023" y="7455"/>
                        <a:pt x="1032" y="7461"/>
                      </a:cubicBezTo>
                      <a:lnTo>
                        <a:pt x="1040" y="7466"/>
                      </a:lnTo>
                      <a:cubicBezTo>
                        <a:pt x="1048" y="7471"/>
                        <a:pt x="1057" y="7475"/>
                        <a:pt x="1066" y="7479"/>
                      </a:cubicBezTo>
                      <a:cubicBezTo>
                        <a:pt x="1067" y="7480"/>
                        <a:pt x="1069" y="7480"/>
                        <a:pt x="1071" y="7481"/>
                      </a:cubicBezTo>
                      <a:cubicBezTo>
                        <a:pt x="1107" y="7497"/>
                        <a:pt x="1145" y="7504"/>
                        <a:pt x="1183" y="7504"/>
                      </a:cubicBezTo>
                      <a:cubicBezTo>
                        <a:pt x="1266" y="7504"/>
                        <a:pt x="1348" y="7468"/>
                        <a:pt x="1404" y="7397"/>
                      </a:cubicBezTo>
                      <a:lnTo>
                        <a:pt x="6259" y="1375"/>
                      </a:lnTo>
                      <a:lnTo>
                        <a:pt x="6941" y="1641"/>
                      </a:lnTo>
                      <a:lnTo>
                        <a:pt x="7365" y="559"/>
                      </a:lnTo>
                      <a:lnTo>
                        <a:pt x="7365" y="453"/>
                      </a:lnTo>
                      <a:lnTo>
                        <a:pt x="62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96"/>
                <p:cNvSpPr/>
                <p:nvPr/>
              </p:nvSpPr>
              <p:spPr>
                <a:xfrm>
                  <a:off x="-2153650" y="2264638"/>
                  <a:ext cx="39300" cy="38750"/>
                </a:xfrm>
                <a:custGeom>
                  <a:rect b="b" l="l" r="r" t="t"/>
                  <a:pathLst>
                    <a:path extrusionOk="0" h="1550" w="1572">
                      <a:moveTo>
                        <a:pt x="1505" y="876"/>
                      </a:moveTo>
                      <a:lnTo>
                        <a:pt x="1505" y="876"/>
                      </a:lnTo>
                      <a:cubicBezTo>
                        <a:pt x="1504" y="880"/>
                        <a:pt x="1504" y="884"/>
                        <a:pt x="1502" y="887"/>
                      </a:cubicBezTo>
                      <a:cubicBezTo>
                        <a:pt x="1502" y="882"/>
                        <a:pt x="1504" y="880"/>
                        <a:pt x="1505" y="876"/>
                      </a:cubicBezTo>
                      <a:close/>
                      <a:moveTo>
                        <a:pt x="380" y="1370"/>
                      </a:moveTo>
                      <a:lnTo>
                        <a:pt x="380" y="1370"/>
                      </a:lnTo>
                      <a:cubicBezTo>
                        <a:pt x="384" y="1371"/>
                        <a:pt x="387" y="1374"/>
                        <a:pt x="391" y="1376"/>
                      </a:cubicBezTo>
                      <a:cubicBezTo>
                        <a:pt x="387" y="1374"/>
                        <a:pt x="383" y="1372"/>
                        <a:pt x="380" y="1370"/>
                      </a:cubicBezTo>
                      <a:close/>
                      <a:moveTo>
                        <a:pt x="777" y="0"/>
                      </a:moveTo>
                      <a:cubicBezTo>
                        <a:pt x="481" y="0"/>
                        <a:pt x="201" y="179"/>
                        <a:pt x="86" y="471"/>
                      </a:cubicBezTo>
                      <a:cubicBezTo>
                        <a:pt x="0" y="688"/>
                        <a:pt x="25" y="918"/>
                        <a:pt x="131" y="1107"/>
                      </a:cubicBezTo>
                      <a:cubicBezTo>
                        <a:pt x="206" y="1278"/>
                        <a:pt x="346" y="1423"/>
                        <a:pt x="535" y="1498"/>
                      </a:cubicBezTo>
                      <a:cubicBezTo>
                        <a:pt x="623" y="1533"/>
                        <a:pt x="715" y="1550"/>
                        <a:pt x="804" y="1550"/>
                      </a:cubicBezTo>
                      <a:cubicBezTo>
                        <a:pt x="1101" y="1550"/>
                        <a:pt x="1381" y="1370"/>
                        <a:pt x="1495" y="1078"/>
                      </a:cubicBezTo>
                      <a:cubicBezTo>
                        <a:pt x="1572" y="884"/>
                        <a:pt x="1556" y="678"/>
                        <a:pt x="1476" y="500"/>
                      </a:cubicBezTo>
                      <a:cubicBezTo>
                        <a:pt x="1408" y="302"/>
                        <a:pt x="1257" y="134"/>
                        <a:pt x="1046" y="51"/>
                      </a:cubicBezTo>
                      <a:cubicBezTo>
                        <a:pt x="958" y="17"/>
                        <a:pt x="86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96"/>
                <p:cNvSpPr/>
                <p:nvPr/>
              </p:nvSpPr>
              <p:spPr>
                <a:xfrm>
                  <a:off x="-2259050" y="2223338"/>
                  <a:ext cx="39325" cy="38775"/>
                </a:xfrm>
                <a:custGeom>
                  <a:rect b="b" l="l" r="r" t="t"/>
                  <a:pathLst>
                    <a:path extrusionOk="0" h="1551" w="1573">
                      <a:moveTo>
                        <a:pt x="1505" y="877"/>
                      </a:moveTo>
                      <a:cubicBezTo>
                        <a:pt x="1505" y="881"/>
                        <a:pt x="1503" y="885"/>
                        <a:pt x="1502" y="887"/>
                      </a:cubicBezTo>
                      <a:cubicBezTo>
                        <a:pt x="1504" y="883"/>
                        <a:pt x="1505" y="879"/>
                        <a:pt x="1505" y="877"/>
                      </a:cubicBezTo>
                      <a:close/>
                      <a:moveTo>
                        <a:pt x="439" y="1404"/>
                      </a:moveTo>
                      <a:cubicBezTo>
                        <a:pt x="460" y="1413"/>
                        <a:pt x="482" y="1424"/>
                        <a:pt x="504" y="1433"/>
                      </a:cubicBezTo>
                      <a:cubicBezTo>
                        <a:pt x="482" y="1424"/>
                        <a:pt x="460" y="1414"/>
                        <a:pt x="439" y="1404"/>
                      </a:cubicBezTo>
                      <a:close/>
                      <a:moveTo>
                        <a:pt x="777" y="1"/>
                      </a:moveTo>
                      <a:cubicBezTo>
                        <a:pt x="481" y="1"/>
                        <a:pt x="201" y="180"/>
                        <a:pt x="86" y="472"/>
                      </a:cubicBezTo>
                      <a:cubicBezTo>
                        <a:pt x="0" y="689"/>
                        <a:pt x="25" y="919"/>
                        <a:pt x="131" y="1108"/>
                      </a:cubicBezTo>
                      <a:cubicBezTo>
                        <a:pt x="207" y="1279"/>
                        <a:pt x="346" y="1424"/>
                        <a:pt x="535" y="1499"/>
                      </a:cubicBezTo>
                      <a:cubicBezTo>
                        <a:pt x="624" y="1534"/>
                        <a:pt x="715" y="1550"/>
                        <a:pt x="805" y="1550"/>
                      </a:cubicBezTo>
                      <a:cubicBezTo>
                        <a:pt x="1101" y="1550"/>
                        <a:pt x="1381" y="1371"/>
                        <a:pt x="1496" y="1079"/>
                      </a:cubicBezTo>
                      <a:cubicBezTo>
                        <a:pt x="1572" y="883"/>
                        <a:pt x="1558" y="679"/>
                        <a:pt x="1476" y="501"/>
                      </a:cubicBezTo>
                      <a:cubicBezTo>
                        <a:pt x="1408" y="303"/>
                        <a:pt x="1257" y="135"/>
                        <a:pt x="1047" y="52"/>
                      </a:cubicBezTo>
                      <a:cubicBezTo>
                        <a:pt x="958" y="17"/>
                        <a:pt x="867"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96"/>
                <p:cNvSpPr/>
                <p:nvPr/>
              </p:nvSpPr>
              <p:spPr>
                <a:xfrm>
                  <a:off x="-2252275" y="2229838"/>
                  <a:ext cx="24300" cy="23125"/>
                </a:xfrm>
                <a:custGeom>
                  <a:rect b="b" l="l" r="r" t="t"/>
                  <a:pathLst>
                    <a:path extrusionOk="0" h="925" w="972">
                      <a:moveTo>
                        <a:pt x="468" y="1"/>
                      </a:moveTo>
                      <a:cubicBezTo>
                        <a:pt x="236" y="1"/>
                        <a:pt x="40" y="178"/>
                        <a:pt x="18" y="414"/>
                      </a:cubicBezTo>
                      <a:cubicBezTo>
                        <a:pt x="1" y="611"/>
                        <a:pt x="111" y="788"/>
                        <a:pt x="279" y="866"/>
                      </a:cubicBezTo>
                      <a:lnTo>
                        <a:pt x="279" y="869"/>
                      </a:lnTo>
                      <a:cubicBezTo>
                        <a:pt x="333" y="896"/>
                        <a:pt x="393" y="916"/>
                        <a:pt x="456" y="922"/>
                      </a:cubicBezTo>
                      <a:cubicBezTo>
                        <a:pt x="473" y="924"/>
                        <a:pt x="490" y="925"/>
                        <a:pt x="506" y="925"/>
                      </a:cubicBezTo>
                      <a:cubicBezTo>
                        <a:pt x="743" y="925"/>
                        <a:pt x="941" y="751"/>
                        <a:pt x="957" y="516"/>
                      </a:cubicBezTo>
                      <a:cubicBezTo>
                        <a:pt x="972" y="329"/>
                        <a:pt x="870" y="158"/>
                        <a:pt x="714" y="71"/>
                      </a:cubicBezTo>
                      <a:cubicBezTo>
                        <a:pt x="655" y="34"/>
                        <a:pt x="586" y="9"/>
                        <a:pt x="512" y="3"/>
                      </a:cubicBezTo>
                      <a:cubicBezTo>
                        <a:pt x="497" y="1"/>
                        <a:pt x="483"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96"/>
                <p:cNvSpPr/>
                <p:nvPr/>
              </p:nvSpPr>
              <p:spPr>
                <a:xfrm>
                  <a:off x="-1975575" y="2193263"/>
                  <a:ext cx="23375" cy="52875"/>
                </a:xfrm>
                <a:custGeom>
                  <a:rect b="b" l="l" r="r" t="t"/>
                  <a:pathLst>
                    <a:path extrusionOk="0" h="2115" w="935">
                      <a:moveTo>
                        <a:pt x="683" y="0"/>
                      </a:moveTo>
                      <a:lnTo>
                        <a:pt x="1" y="1743"/>
                      </a:lnTo>
                      <a:lnTo>
                        <a:pt x="1" y="2022"/>
                      </a:lnTo>
                      <a:lnTo>
                        <a:pt x="251" y="2115"/>
                      </a:lnTo>
                      <a:lnTo>
                        <a:pt x="935" y="372"/>
                      </a:lnTo>
                      <a:lnTo>
                        <a:pt x="935" y="93"/>
                      </a:lnTo>
                      <a:lnTo>
                        <a:pt x="6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96"/>
                <p:cNvSpPr/>
                <p:nvPr/>
              </p:nvSpPr>
              <p:spPr>
                <a:xfrm>
                  <a:off x="-2167200" y="1989363"/>
                  <a:ext cx="134500" cy="203875"/>
                </a:xfrm>
                <a:custGeom>
                  <a:rect b="b" l="l" r="r" t="t"/>
                  <a:pathLst>
                    <a:path extrusionOk="0" h="8155" w="5380">
                      <a:moveTo>
                        <a:pt x="2881" y="0"/>
                      </a:moveTo>
                      <a:cubicBezTo>
                        <a:pt x="1808" y="0"/>
                        <a:pt x="775" y="428"/>
                        <a:pt x="15" y="1179"/>
                      </a:cubicBezTo>
                      <a:cubicBezTo>
                        <a:pt x="0" y="1485"/>
                        <a:pt x="155" y="1740"/>
                        <a:pt x="660" y="1803"/>
                      </a:cubicBezTo>
                      <a:cubicBezTo>
                        <a:pt x="2133" y="1988"/>
                        <a:pt x="3800" y="2316"/>
                        <a:pt x="2089" y="4028"/>
                      </a:cubicBezTo>
                      <a:cubicBezTo>
                        <a:pt x="595" y="5525"/>
                        <a:pt x="2520" y="5619"/>
                        <a:pt x="3030" y="5619"/>
                      </a:cubicBezTo>
                      <a:cubicBezTo>
                        <a:pt x="3104" y="5619"/>
                        <a:pt x="3148" y="5618"/>
                        <a:pt x="3148" y="5618"/>
                      </a:cubicBezTo>
                      <a:lnTo>
                        <a:pt x="3148" y="5618"/>
                      </a:lnTo>
                      <a:cubicBezTo>
                        <a:pt x="3148" y="5618"/>
                        <a:pt x="4018" y="6541"/>
                        <a:pt x="2706" y="6726"/>
                      </a:cubicBezTo>
                      <a:cubicBezTo>
                        <a:pt x="1948" y="6831"/>
                        <a:pt x="1688" y="7465"/>
                        <a:pt x="1857" y="8022"/>
                      </a:cubicBezTo>
                      <a:cubicBezTo>
                        <a:pt x="2198" y="8112"/>
                        <a:pt x="2542" y="8155"/>
                        <a:pt x="2883" y="8155"/>
                      </a:cubicBezTo>
                      <a:cubicBezTo>
                        <a:pt x="3587" y="8155"/>
                        <a:pt x="4275" y="7970"/>
                        <a:pt x="4881" y="7630"/>
                      </a:cubicBezTo>
                      <a:cubicBezTo>
                        <a:pt x="4438" y="7437"/>
                        <a:pt x="4058" y="7138"/>
                        <a:pt x="4365" y="6727"/>
                      </a:cubicBezTo>
                      <a:cubicBezTo>
                        <a:pt x="4934" y="5963"/>
                        <a:pt x="5380" y="4346"/>
                        <a:pt x="4348" y="4346"/>
                      </a:cubicBezTo>
                      <a:cubicBezTo>
                        <a:pt x="4298" y="4346"/>
                        <a:pt x="4244" y="4350"/>
                        <a:pt x="4187" y="4357"/>
                      </a:cubicBezTo>
                      <a:cubicBezTo>
                        <a:pt x="4143" y="4363"/>
                        <a:pt x="4102" y="4366"/>
                        <a:pt x="4064" y="4366"/>
                      </a:cubicBezTo>
                      <a:cubicBezTo>
                        <a:pt x="3007" y="4366"/>
                        <a:pt x="3753" y="2192"/>
                        <a:pt x="2957" y="1834"/>
                      </a:cubicBezTo>
                      <a:cubicBezTo>
                        <a:pt x="2333" y="1556"/>
                        <a:pt x="2444" y="467"/>
                        <a:pt x="3109" y="7"/>
                      </a:cubicBezTo>
                      <a:cubicBezTo>
                        <a:pt x="3033" y="2"/>
                        <a:pt x="2957" y="0"/>
                        <a:pt x="2881"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96"/>
                <p:cNvSpPr/>
                <p:nvPr/>
              </p:nvSpPr>
              <p:spPr>
                <a:xfrm>
                  <a:off x="-2197600" y="1989338"/>
                  <a:ext cx="205850" cy="207900"/>
                </a:xfrm>
                <a:custGeom>
                  <a:rect b="b" l="l" r="r" t="t"/>
                  <a:pathLst>
                    <a:path extrusionOk="0" h="8316" w="8234">
                      <a:moveTo>
                        <a:pt x="8150" y="4500"/>
                      </a:moveTo>
                      <a:cubicBezTo>
                        <a:pt x="8150" y="4505"/>
                        <a:pt x="8150" y="4512"/>
                        <a:pt x="8149" y="4517"/>
                      </a:cubicBezTo>
                      <a:cubicBezTo>
                        <a:pt x="8149" y="4511"/>
                        <a:pt x="8150" y="4505"/>
                        <a:pt x="8150" y="4500"/>
                      </a:cubicBezTo>
                      <a:close/>
                      <a:moveTo>
                        <a:pt x="8136" y="4636"/>
                      </a:moveTo>
                      <a:cubicBezTo>
                        <a:pt x="8136" y="4637"/>
                        <a:pt x="8135" y="4638"/>
                        <a:pt x="8135" y="4639"/>
                      </a:cubicBezTo>
                      <a:lnTo>
                        <a:pt x="8135" y="4639"/>
                      </a:lnTo>
                      <a:cubicBezTo>
                        <a:pt x="8135" y="4638"/>
                        <a:pt x="8136" y="4637"/>
                        <a:pt x="8136" y="4636"/>
                      </a:cubicBezTo>
                      <a:close/>
                      <a:moveTo>
                        <a:pt x="1080" y="6817"/>
                      </a:moveTo>
                      <a:lnTo>
                        <a:pt x="1080" y="6817"/>
                      </a:lnTo>
                      <a:cubicBezTo>
                        <a:pt x="1081" y="6819"/>
                        <a:pt x="1082" y="6820"/>
                        <a:pt x="1084" y="6822"/>
                      </a:cubicBezTo>
                      <a:cubicBezTo>
                        <a:pt x="1082" y="6821"/>
                        <a:pt x="1081" y="6820"/>
                        <a:pt x="1080" y="6817"/>
                      </a:cubicBezTo>
                      <a:close/>
                      <a:moveTo>
                        <a:pt x="1469" y="7194"/>
                      </a:moveTo>
                      <a:cubicBezTo>
                        <a:pt x="1490" y="7212"/>
                        <a:pt x="1510" y="7229"/>
                        <a:pt x="1531" y="7246"/>
                      </a:cubicBezTo>
                      <a:cubicBezTo>
                        <a:pt x="1509" y="7229"/>
                        <a:pt x="1489" y="7212"/>
                        <a:pt x="1469" y="7194"/>
                      </a:cubicBezTo>
                      <a:close/>
                      <a:moveTo>
                        <a:pt x="1595" y="7297"/>
                      </a:moveTo>
                      <a:lnTo>
                        <a:pt x="1595" y="7297"/>
                      </a:lnTo>
                      <a:cubicBezTo>
                        <a:pt x="1623" y="7318"/>
                        <a:pt x="1651" y="7340"/>
                        <a:pt x="1680" y="7362"/>
                      </a:cubicBezTo>
                      <a:cubicBezTo>
                        <a:pt x="1650" y="7341"/>
                        <a:pt x="1622" y="7319"/>
                        <a:pt x="1595" y="7297"/>
                      </a:cubicBezTo>
                      <a:close/>
                      <a:moveTo>
                        <a:pt x="5632" y="7855"/>
                      </a:moveTo>
                      <a:cubicBezTo>
                        <a:pt x="5566" y="7883"/>
                        <a:pt x="5501" y="7908"/>
                        <a:pt x="5435" y="7930"/>
                      </a:cubicBezTo>
                      <a:cubicBezTo>
                        <a:pt x="5501" y="7906"/>
                        <a:pt x="5566" y="7883"/>
                        <a:pt x="5632" y="7855"/>
                      </a:cubicBezTo>
                      <a:close/>
                      <a:moveTo>
                        <a:pt x="5233" y="7993"/>
                      </a:moveTo>
                      <a:cubicBezTo>
                        <a:pt x="5132" y="8024"/>
                        <a:pt x="5029" y="8049"/>
                        <a:pt x="4925" y="8071"/>
                      </a:cubicBezTo>
                      <a:cubicBezTo>
                        <a:pt x="5028" y="8049"/>
                        <a:pt x="5132" y="8023"/>
                        <a:pt x="5233" y="7993"/>
                      </a:cubicBezTo>
                      <a:close/>
                      <a:moveTo>
                        <a:pt x="4822" y="8091"/>
                      </a:moveTo>
                      <a:cubicBezTo>
                        <a:pt x="4753" y="8105"/>
                        <a:pt x="4683" y="8115"/>
                        <a:pt x="4612" y="8123"/>
                      </a:cubicBezTo>
                      <a:cubicBezTo>
                        <a:pt x="4682" y="8115"/>
                        <a:pt x="4752" y="8105"/>
                        <a:pt x="4822" y="8091"/>
                      </a:cubicBezTo>
                      <a:close/>
                      <a:moveTo>
                        <a:pt x="4097" y="1"/>
                      </a:moveTo>
                      <a:cubicBezTo>
                        <a:pt x="2386" y="1"/>
                        <a:pt x="774" y="1086"/>
                        <a:pt x="212" y="2841"/>
                      </a:cubicBezTo>
                      <a:cubicBezTo>
                        <a:pt x="71" y="3280"/>
                        <a:pt x="11" y="3729"/>
                        <a:pt x="22" y="4170"/>
                      </a:cubicBezTo>
                      <a:cubicBezTo>
                        <a:pt x="1" y="5736"/>
                        <a:pt x="890" y="7240"/>
                        <a:pt x="2366" y="7929"/>
                      </a:cubicBezTo>
                      <a:cubicBezTo>
                        <a:pt x="2930" y="8192"/>
                        <a:pt x="3518" y="8316"/>
                        <a:pt x="4096" y="8316"/>
                      </a:cubicBezTo>
                      <a:cubicBezTo>
                        <a:pt x="5807" y="8316"/>
                        <a:pt x="7419" y="7231"/>
                        <a:pt x="7981" y="5475"/>
                      </a:cubicBezTo>
                      <a:cubicBezTo>
                        <a:pt x="8110" y="5073"/>
                        <a:pt x="8169" y="4663"/>
                        <a:pt x="8169" y="4256"/>
                      </a:cubicBezTo>
                      <a:cubicBezTo>
                        <a:pt x="8234" y="2650"/>
                        <a:pt x="7336" y="1091"/>
                        <a:pt x="5827" y="387"/>
                      </a:cubicBezTo>
                      <a:cubicBezTo>
                        <a:pt x="5264" y="124"/>
                        <a:pt x="4675" y="1"/>
                        <a:pt x="4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96"/>
                <p:cNvSpPr/>
                <p:nvPr/>
              </p:nvSpPr>
              <p:spPr>
                <a:xfrm>
                  <a:off x="-2149900" y="2043388"/>
                  <a:ext cx="109250" cy="95825"/>
                </a:xfrm>
                <a:custGeom>
                  <a:rect b="b" l="l" r="r" t="t"/>
                  <a:pathLst>
                    <a:path extrusionOk="0" h="3833" w="4370">
                      <a:moveTo>
                        <a:pt x="2190" y="0"/>
                      </a:moveTo>
                      <a:cubicBezTo>
                        <a:pt x="1932" y="0"/>
                        <a:pt x="1670" y="52"/>
                        <a:pt x="1419" y="162"/>
                      </a:cubicBezTo>
                      <a:cubicBezTo>
                        <a:pt x="446" y="588"/>
                        <a:pt x="1" y="1718"/>
                        <a:pt x="424" y="2686"/>
                      </a:cubicBezTo>
                      <a:cubicBezTo>
                        <a:pt x="738" y="3404"/>
                        <a:pt x="1441" y="3832"/>
                        <a:pt x="2180" y="3832"/>
                      </a:cubicBezTo>
                      <a:cubicBezTo>
                        <a:pt x="2438" y="3832"/>
                        <a:pt x="2700" y="3780"/>
                        <a:pt x="2951" y="3670"/>
                      </a:cubicBezTo>
                      <a:cubicBezTo>
                        <a:pt x="3924" y="3245"/>
                        <a:pt x="4369" y="2116"/>
                        <a:pt x="3946" y="1147"/>
                      </a:cubicBezTo>
                      <a:cubicBezTo>
                        <a:pt x="3632" y="428"/>
                        <a:pt x="2929" y="0"/>
                        <a:pt x="2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96"/>
                <p:cNvSpPr/>
                <p:nvPr/>
              </p:nvSpPr>
              <p:spPr>
                <a:xfrm>
                  <a:off x="-2107125" y="2079913"/>
                  <a:ext cx="23875" cy="22775"/>
                </a:xfrm>
                <a:custGeom>
                  <a:rect b="b" l="l" r="r" t="t"/>
                  <a:pathLst>
                    <a:path extrusionOk="0" h="911" w="955">
                      <a:moveTo>
                        <a:pt x="478" y="1"/>
                      </a:moveTo>
                      <a:cubicBezTo>
                        <a:pt x="264" y="1"/>
                        <a:pt x="63" y="153"/>
                        <a:pt x="27" y="391"/>
                      </a:cubicBezTo>
                      <a:cubicBezTo>
                        <a:pt x="1" y="560"/>
                        <a:pt x="77" y="735"/>
                        <a:pt x="219" y="830"/>
                      </a:cubicBezTo>
                      <a:cubicBezTo>
                        <a:pt x="300" y="885"/>
                        <a:pt x="390" y="911"/>
                        <a:pt x="477" y="911"/>
                      </a:cubicBezTo>
                      <a:cubicBezTo>
                        <a:pt x="691" y="911"/>
                        <a:pt x="892" y="759"/>
                        <a:pt x="929" y="521"/>
                      </a:cubicBezTo>
                      <a:cubicBezTo>
                        <a:pt x="954" y="351"/>
                        <a:pt x="878" y="177"/>
                        <a:pt x="737" y="81"/>
                      </a:cubicBezTo>
                      <a:cubicBezTo>
                        <a:pt x="655" y="26"/>
                        <a:pt x="565" y="1"/>
                        <a:pt x="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96"/>
                <p:cNvSpPr/>
                <p:nvPr/>
              </p:nvSpPr>
              <p:spPr>
                <a:xfrm>
                  <a:off x="-2146875" y="2271113"/>
                  <a:ext cx="24300" cy="23125"/>
                </a:xfrm>
                <a:custGeom>
                  <a:rect b="b" l="l" r="r" t="t"/>
                  <a:pathLst>
                    <a:path extrusionOk="0" h="925" w="972">
                      <a:moveTo>
                        <a:pt x="468" y="1"/>
                      </a:moveTo>
                      <a:cubicBezTo>
                        <a:pt x="236" y="1"/>
                        <a:pt x="39" y="178"/>
                        <a:pt x="18" y="415"/>
                      </a:cubicBezTo>
                      <a:cubicBezTo>
                        <a:pt x="0" y="611"/>
                        <a:pt x="111" y="788"/>
                        <a:pt x="279" y="867"/>
                      </a:cubicBezTo>
                      <a:lnTo>
                        <a:pt x="279" y="869"/>
                      </a:lnTo>
                      <a:cubicBezTo>
                        <a:pt x="333" y="897"/>
                        <a:pt x="393" y="916"/>
                        <a:pt x="456" y="922"/>
                      </a:cubicBezTo>
                      <a:cubicBezTo>
                        <a:pt x="473" y="924"/>
                        <a:pt x="489" y="925"/>
                        <a:pt x="506" y="925"/>
                      </a:cubicBezTo>
                      <a:cubicBezTo>
                        <a:pt x="742" y="925"/>
                        <a:pt x="941" y="751"/>
                        <a:pt x="957" y="516"/>
                      </a:cubicBezTo>
                      <a:cubicBezTo>
                        <a:pt x="972" y="331"/>
                        <a:pt x="869" y="161"/>
                        <a:pt x="714" y="71"/>
                      </a:cubicBezTo>
                      <a:cubicBezTo>
                        <a:pt x="654" y="34"/>
                        <a:pt x="586" y="9"/>
                        <a:pt x="511" y="3"/>
                      </a:cubicBezTo>
                      <a:cubicBezTo>
                        <a:pt x="497" y="1"/>
                        <a:pt x="482"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96"/>
                <p:cNvSpPr/>
                <p:nvPr/>
              </p:nvSpPr>
              <p:spPr>
                <a:xfrm>
                  <a:off x="-2093700" y="2291263"/>
                  <a:ext cx="24300" cy="23150"/>
                </a:xfrm>
                <a:custGeom>
                  <a:rect b="b" l="l" r="r" t="t"/>
                  <a:pathLst>
                    <a:path extrusionOk="0" h="926" w="972">
                      <a:moveTo>
                        <a:pt x="469" y="1"/>
                      </a:moveTo>
                      <a:cubicBezTo>
                        <a:pt x="236" y="1"/>
                        <a:pt x="39" y="178"/>
                        <a:pt x="18" y="415"/>
                      </a:cubicBezTo>
                      <a:cubicBezTo>
                        <a:pt x="0" y="611"/>
                        <a:pt x="111" y="788"/>
                        <a:pt x="279" y="868"/>
                      </a:cubicBezTo>
                      <a:lnTo>
                        <a:pt x="279" y="869"/>
                      </a:lnTo>
                      <a:cubicBezTo>
                        <a:pt x="333" y="897"/>
                        <a:pt x="393" y="916"/>
                        <a:pt x="456" y="922"/>
                      </a:cubicBezTo>
                      <a:cubicBezTo>
                        <a:pt x="473" y="924"/>
                        <a:pt x="490" y="925"/>
                        <a:pt x="507" y="925"/>
                      </a:cubicBezTo>
                      <a:cubicBezTo>
                        <a:pt x="743" y="925"/>
                        <a:pt x="941" y="751"/>
                        <a:pt x="957" y="517"/>
                      </a:cubicBezTo>
                      <a:cubicBezTo>
                        <a:pt x="972" y="331"/>
                        <a:pt x="870" y="161"/>
                        <a:pt x="714" y="71"/>
                      </a:cubicBezTo>
                      <a:cubicBezTo>
                        <a:pt x="655" y="34"/>
                        <a:pt x="587" y="9"/>
                        <a:pt x="511" y="3"/>
                      </a:cubicBezTo>
                      <a:cubicBezTo>
                        <a:pt x="497" y="2"/>
                        <a:pt x="483"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96"/>
                <p:cNvSpPr/>
                <p:nvPr/>
              </p:nvSpPr>
              <p:spPr>
                <a:xfrm>
                  <a:off x="-2222725" y="2179463"/>
                  <a:ext cx="114350" cy="64025"/>
                </a:xfrm>
                <a:custGeom>
                  <a:rect b="b" l="l" r="r" t="t"/>
                  <a:pathLst>
                    <a:path extrusionOk="0" h="2561" w="4574">
                      <a:moveTo>
                        <a:pt x="355" y="0"/>
                      </a:moveTo>
                      <a:lnTo>
                        <a:pt x="0" y="908"/>
                      </a:lnTo>
                      <a:lnTo>
                        <a:pt x="3360" y="2224"/>
                      </a:lnTo>
                      <a:lnTo>
                        <a:pt x="4010" y="2479"/>
                      </a:lnTo>
                      <a:lnTo>
                        <a:pt x="4217" y="2560"/>
                      </a:lnTo>
                      <a:lnTo>
                        <a:pt x="4573" y="1652"/>
                      </a:lnTo>
                      <a:lnTo>
                        <a:pt x="3807" y="1352"/>
                      </a:lnTo>
                      <a:lnTo>
                        <a:pt x="3596" y="1269"/>
                      </a:lnTo>
                      <a:lnTo>
                        <a:pt x="1863" y="591"/>
                      </a:lnTo>
                      <a:lnTo>
                        <a:pt x="1545" y="466"/>
                      </a:lnTo>
                      <a:lnTo>
                        <a:pt x="3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85" name="Google Shape;7585;p96"/>
            <p:cNvGrpSpPr/>
            <p:nvPr/>
          </p:nvGrpSpPr>
          <p:grpSpPr>
            <a:xfrm>
              <a:off x="173795" y="766572"/>
              <a:ext cx="500560" cy="472885"/>
              <a:chOff x="-1174275" y="581450"/>
              <a:chExt cx="370100" cy="349638"/>
            </a:xfrm>
          </p:grpSpPr>
          <p:sp>
            <p:nvSpPr>
              <p:cNvPr id="7586" name="Google Shape;7586;p96"/>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96"/>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1_1">
    <p:spTree>
      <p:nvGrpSpPr>
        <p:cNvPr id="7588" name="Shape 7588"/>
        <p:cNvGrpSpPr/>
        <p:nvPr/>
      </p:nvGrpSpPr>
      <p:grpSpPr>
        <a:xfrm>
          <a:off x="0" y="0"/>
          <a:ext cx="0" cy="0"/>
          <a:chOff x="0" y="0"/>
          <a:chExt cx="0" cy="0"/>
        </a:xfrm>
      </p:grpSpPr>
      <p:sp>
        <p:nvSpPr>
          <p:cNvPr id="7589" name="Google Shape;7589;p9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7590" name="Google Shape;7590;p97"/>
          <p:cNvGrpSpPr/>
          <p:nvPr/>
        </p:nvGrpSpPr>
        <p:grpSpPr>
          <a:xfrm>
            <a:off x="-106331" y="228395"/>
            <a:ext cx="9066642" cy="4867970"/>
            <a:chOff x="-106331" y="228395"/>
            <a:chExt cx="9066642" cy="4867970"/>
          </a:xfrm>
        </p:grpSpPr>
        <p:grpSp>
          <p:nvGrpSpPr>
            <p:cNvPr id="7591" name="Google Shape;7591;p97"/>
            <p:cNvGrpSpPr/>
            <p:nvPr/>
          </p:nvGrpSpPr>
          <p:grpSpPr>
            <a:xfrm>
              <a:off x="268728" y="228395"/>
              <a:ext cx="311019" cy="311110"/>
              <a:chOff x="5038846" y="235350"/>
              <a:chExt cx="158691" cy="158738"/>
            </a:xfrm>
          </p:grpSpPr>
          <p:sp>
            <p:nvSpPr>
              <p:cNvPr id="7592" name="Google Shape;7592;p97"/>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97"/>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4" name="Google Shape;7594;p97"/>
            <p:cNvGrpSpPr/>
            <p:nvPr/>
          </p:nvGrpSpPr>
          <p:grpSpPr>
            <a:xfrm>
              <a:off x="8595003" y="3815420"/>
              <a:ext cx="311019" cy="311110"/>
              <a:chOff x="5038846" y="235350"/>
              <a:chExt cx="158691" cy="158738"/>
            </a:xfrm>
          </p:grpSpPr>
          <p:sp>
            <p:nvSpPr>
              <p:cNvPr id="7595" name="Google Shape;7595;p97"/>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97"/>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97"/>
            <p:cNvGrpSpPr/>
            <p:nvPr/>
          </p:nvGrpSpPr>
          <p:grpSpPr>
            <a:xfrm>
              <a:off x="193003" y="3862920"/>
              <a:ext cx="311019" cy="311110"/>
              <a:chOff x="5038846" y="235350"/>
              <a:chExt cx="158691" cy="158738"/>
            </a:xfrm>
          </p:grpSpPr>
          <p:sp>
            <p:nvSpPr>
              <p:cNvPr id="7598" name="Google Shape;7598;p97"/>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97"/>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0" name="Google Shape;7600;p97"/>
            <p:cNvGrpSpPr/>
            <p:nvPr/>
          </p:nvGrpSpPr>
          <p:grpSpPr>
            <a:xfrm>
              <a:off x="408055" y="1622578"/>
              <a:ext cx="215033" cy="215222"/>
              <a:chOff x="5062659" y="967188"/>
              <a:chExt cx="109716" cy="109813"/>
            </a:xfrm>
          </p:grpSpPr>
          <p:sp>
            <p:nvSpPr>
              <p:cNvPr id="7601" name="Google Shape;7601;p97"/>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97"/>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97"/>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97"/>
            <p:cNvGrpSpPr/>
            <p:nvPr/>
          </p:nvGrpSpPr>
          <p:grpSpPr>
            <a:xfrm>
              <a:off x="-106331" y="675544"/>
              <a:ext cx="514376" cy="759657"/>
              <a:chOff x="1886004" y="3062663"/>
              <a:chExt cx="262450" cy="387600"/>
            </a:xfrm>
          </p:grpSpPr>
          <p:sp>
            <p:nvSpPr>
              <p:cNvPr id="7605" name="Google Shape;7605;p97"/>
              <p:cNvSpPr/>
              <p:nvPr/>
            </p:nvSpPr>
            <p:spPr>
              <a:xfrm>
                <a:off x="1886029" y="3062663"/>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6" name="Google Shape;7606;p97"/>
              <p:cNvGrpSpPr/>
              <p:nvPr/>
            </p:nvGrpSpPr>
            <p:grpSpPr>
              <a:xfrm>
                <a:off x="1886004" y="3062688"/>
                <a:ext cx="262450" cy="387550"/>
                <a:chOff x="2433900" y="2829400"/>
                <a:chExt cx="262450" cy="387550"/>
              </a:xfrm>
            </p:grpSpPr>
            <p:sp>
              <p:nvSpPr>
                <p:cNvPr id="7607" name="Google Shape;7607;p97"/>
                <p:cNvSpPr/>
                <p:nvPr/>
              </p:nvSpPr>
              <p:spPr>
                <a:xfrm>
                  <a:off x="2433900" y="2829400"/>
                  <a:ext cx="262450" cy="387550"/>
                </a:xfrm>
                <a:custGeom>
                  <a:rect b="b" l="l" r="r" t="t"/>
                  <a:pathLst>
                    <a:path extrusionOk="0" h="15502" w="10498">
                      <a:moveTo>
                        <a:pt x="0" y="1"/>
                      </a:moveTo>
                      <a:lnTo>
                        <a:pt x="0" y="10257"/>
                      </a:lnTo>
                      <a:cubicBezTo>
                        <a:pt x="0" y="10417"/>
                        <a:pt x="7" y="10575"/>
                        <a:pt x="22" y="10733"/>
                      </a:cubicBezTo>
                      <a:cubicBezTo>
                        <a:pt x="26" y="10779"/>
                        <a:pt x="31" y="10826"/>
                        <a:pt x="36" y="10871"/>
                      </a:cubicBezTo>
                      <a:cubicBezTo>
                        <a:pt x="56" y="11038"/>
                        <a:pt x="84" y="11204"/>
                        <a:pt x="119" y="11367"/>
                      </a:cubicBezTo>
                      <a:cubicBezTo>
                        <a:pt x="133" y="11431"/>
                        <a:pt x="147" y="11495"/>
                        <a:pt x="164" y="11558"/>
                      </a:cubicBezTo>
                      <a:cubicBezTo>
                        <a:pt x="224" y="11795"/>
                        <a:pt x="300" y="12024"/>
                        <a:pt x="392" y="12246"/>
                      </a:cubicBezTo>
                      <a:cubicBezTo>
                        <a:pt x="490" y="12484"/>
                        <a:pt x="605" y="12714"/>
                        <a:pt x="735" y="12933"/>
                      </a:cubicBezTo>
                      <a:cubicBezTo>
                        <a:pt x="846" y="13119"/>
                        <a:pt x="967" y="13298"/>
                        <a:pt x="1100" y="13468"/>
                      </a:cubicBezTo>
                      <a:cubicBezTo>
                        <a:pt x="1140" y="13520"/>
                        <a:pt x="1182" y="13571"/>
                        <a:pt x="1223" y="13621"/>
                      </a:cubicBezTo>
                      <a:cubicBezTo>
                        <a:pt x="1317" y="13733"/>
                        <a:pt x="1416" y="13843"/>
                        <a:pt x="1521" y="13947"/>
                      </a:cubicBezTo>
                      <a:lnTo>
                        <a:pt x="1539" y="13965"/>
                      </a:lnTo>
                      <a:cubicBezTo>
                        <a:pt x="1658" y="14086"/>
                        <a:pt x="1785" y="14200"/>
                        <a:pt x="1916" y="14309"/>
                      </a:cubicBezTo>
                      <a:cubicBezTo>
                        <a:pt x="2028" y="14400"/>
                        <a:pt x="2142" y="14486"/>
                        <a:pt x="2261" y="14569"/>
                      </a:cubicBezTo>
                      <a:cubicBezTo>
                        <a:pt x="2425" y="14682"/>
                        <a:pt x="2596" y="14788"/>
                        <a:pt x="2772" y="14882"/>
                      </a:cubicBezTo>
                      <a:cubicBezTo>
                        <a:pt x="2847" y="14922"/>
                        <a:pt x="2922" y="14960"/>
                        <a:pt x="2998" y="14996"/>
                      </a:cubicBezTo>
                      <a:cubicBezTo>
                        <a:pt x="3200" y="15093"/>
                        <a:pt x="3411" y="15176"/>
                        <a:pt x="3628" y="15247"/>
                      </a:cubicBezTo>
                      <a:cubicBezTo>
                        <a:pt x="3774" y="15294"/>
                        <a:pt x="3923" y="15335"/>
                        <a:pt x="4075" y="15370"/>
                      </a:cubicBezTo>
                      <a:cubicBezTo>
                        <a:pt x="4452" y="15456"/>
                        <a:pt x="4845" y="15501"/>
                        <a:pt x="5249" y="15501"/>
                      </a:cubicBezTo>
                      <a:cubicBezTo>
                        <a:pt x="5501" y="15501"/>
                        <a:pt x="5748" y="15485"/>
                        <a:pt x="5991" y="15450"/>
                      </a:cubicBezTo>
                      <a:cubicBezTo>
                        <a:pt x="6186" y="15422"/>
                        <a:pt x="6378" y="15384"/>
                        <a:pt x="6565" y="15335"/>
                      </a:cubicBezTo>
                      <a:cubicBezTo>
                        <a:pt x="6890" y="15252"/>
                        <a:pt x="7202" y="15138"/>
                        <a:pt x="7500" y="14996"/>
                      </a:cubicBezTo>
                      <a:cubicBezTo>
                        <a:pt x="7533" y="14980"/>
                        <a:pt x="7565" y="14964"/>
                        <a:pt x="7597" y="14948"/>
                      </a:cubicBezTo>
                      <a:cubicBezTo>
                        <a:pt x="7689" y="14902"/>
                        <a:pt x="7778" y="14854"/>
                        <a:pt x="7868" y="14803"/>
                      </a:cubicBezTo>
                      <a:cubicBezTo>
                        <a:pt x="8121" y="14656"/>
                        <a:pt x="8359" y="14490"/>
                        <a:pt x="8582" y="14307"/>
                      </a:cubicBezTo>
                      <a:cubicBezTo>
                        <a:pt x="8683" y="14223"/>
                        <a:pt x="8780" y="14137"/>
                        <a:pt x="8875" y="14046"/>
                      </a:cubicBezTo>
                      <a:cubicBezTo>
                        <a:pt x="8963" y="13963"/>
                        <a:pt x="9048" y="13875"/>
                        <a:pt x="9130" y="13784"/>
                      </a:cubicBezTo>
                      <a:cubicBezTo>
                        <a:pt x="9180" y="13730"/>
                        <a:pt x="9228" y="13675"/>
                        <a:pt x="9275" y="13618"/>
                      </a:cubicBezTo>
                      <a:cubicBezTo>
                        <a:pt x="9455" y="13402"/>
                        <a:pt x="9618" y="13173"/>
                        <a:pt x="9763" y="12931"/>
                      </a:cubicBezTo>
                      <a:cubicBezTo>
                        <a:pt x="9772" y="12914"/>
                        <a:pt x="9782" y="12899"/>
                        <a:pt x="9791" y="12881"/>
                      </a:cubicBezTo>
                      <a:cubicBezTo>
                        <a:pt x="9855" y="12772"/>
                        <a:pt x="9913" y="12661"/>
                        <a:pt x="9969" y="12548"/>
                      </a:cubicBezTo>
                      <a:cubicBezTo>
                        <a:pt x="10018" y="12447"/>
                        <a:pt x="10063" y="12345"/>
                        <a:pt x="10105" y="12241"/>
                      </a:cubicBezTo>
                      <a:cubicBezTo>
                        <a:pt x="10197" y="12020"/>
                        <a:pt x="10274" y="11790"/>
                        <a:pt x="10334" y="11554"/>
                      </a:cubicBezTo>
                      <a:cubicBezTo>
                        <a:pt x="10392" y="11331"/>
                        <a:pt x="10435" y="11101"/>
                        <a:pt x="10461" y="10867"/>
                      </a:cubicBezTo>
                      <a:cubicBezTo>
                        <a:pt x="10486" y="10666"/>
                        <a:pt x="10498" y="10460"/>
                        <a:pt x="10498" y="10253"/>
                      </a:cubicBezTo>
                      <a:lnTo>
                        <a:pt x="10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97"/>
                <p:cNvSpPr/>
                <p:nvPr/>
              </p:nvSpPr>
              <p:spPr>
                <a:xfrm>
                  <a:off x="2433925" y="28430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97"/>
                <p:cNvSpPr/>
                <p:nvPr/>
              </p:nvSpPr>
              <p:spPr>
                <a:xfrm>
                  <a:off x="2433925" y="2877500"/>
                  <a:ext cx="262425" cy="17200"/>
                </a:xfrm>
                <a:custGeom>
                  <a:rect b="b" l="l" r="r" t="t"/>
                  <a:pathLst>
                    <a:path extrusionOk="0" h="688"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97"/>
                <p:cNvSpPr/>
                <p:nvPr/>
              </p:nvSpPr>
              <p:spPr>
                <a:xfrm>
                  <a:off x="2433925" y="2911875"/>
                  <a:ext cx="262425" cy="17225"/>
                </a:xfrm>
                <a:custGeom>
                  <a:rect b="b" l="l" r="r" t="t"/>
                  <a:pathLst>
                    <a:path extrusionOk="0" h="689" w="10497">
                      <a:moveTo>
                        <a:pt x="0" y="0"/>
                      </a:moveTo>
                      <a:lnTo>
                        <a:pt x="0" y="689"/>
                      </a:lnTo>
                      <a:lnTo>
                        <a:pt x="10497" y="689"/>
                      </a:lnTo>
                      <a:lnTo>
                        <a:pt x="104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97"/>
                <p:cNvSpPr/>
                <p:nvPr/>
              </p:nvSpPr>
              <p:spPr>
                <a:xfrm>
                  <a:off x="2433925" y="29462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97"/>
                <p:cNvSpPr/>
                <p:nvPr/>
              </p:nvSpPr>
              <p:spPr>
                <a:xfrm>
                  <a:off x="2433925" y="2980700"/>
                  <a:ext cx="262425" cy="17200"/>
                </a:xfrm>
                <a:custGeom>
                  <a:rect b="b" l="l" r="r" t="t"/>
                  <a:pathLst>
                    <a:path extrusionOk="0" h="688"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97"/>
                <p:cNvSpPr/>
                <p:nvPr/>
              </p:nvSpPr>
              <p:spPr>
                <a:xfrm>
                  <a:off x="2433925" y="3015075"/>
                  <a:ext cx="262425" cy="17225"/>
                </a:xfrm>
                <a:custGeom>
                  <a:rect b="b" l="l" r="r" t="t"/>
                  <a:pathLst>
                    <a:path extrusionOk="0" h="689" w="10497">
                      <a:moveTo>
                        <a:pt x="0" y="0"/>
                      </a:moveTo>
                      <a:lnTo>
                        <a:pt x="0" y="688"/>
                      </a:lnTo>
                      <a:lnTo>
                        <a:pt x="10497" y="688"/>
                      </a:lnTo>
                      <a:lnTo>
                        <a:pt x="104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97"/>
                <p:cNvSpPr/>
                <p:nvPr/>
              </p:nvSpPr>
              <p:spPr>
                <a:xfrm>
                  <a:off x="2433925" y="30494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97"/>
                <p:cNvSpPr/>
                <p:nvPr/>
              </p:nvSpPr>
              <p:spPr>
                <a:xfrm>
                  <a:off x="2433900" y="3083900"/>
                  <a:ext cx="262450" cy="17200"/>
                </a:xfrm>
                <a:custGeom>
                  <a:rect b="b" l="l" r="r" t="t"/>
                  <a:pathLst>
                    <a:path extrusionOk="0" h="688" w="10498">
                      <a:moveTo>
                        <a:pt x="0" y="1"/>
                      </a:moveTo>
                      <a:lnTo>
                        <a:pt x="0" y="74"/>
                      </a:lnTo>
                      <a:cubicBezTo>
                        <a:pt x="0" y="234"/>
                        <a:pt x="7" y="393"/>
                        <a:pt x="22" y="550"/>
                      </a:cubicBezTo>
                      <a:cubicBezTo>
                        <a:pt x="26" y="596"/>
                        <a:pt x="31" y="642"/>
                        <a:pt x="36" y="688"/>
                      </a:cubicBezTo>
                      <a:lnTo>
                        <a:pt x="10461" y="688"/>
                      </a:lnTo>
                      <a:cubicBezTo>
                        <a:pt x="10486" y="487"/>
                        <a:pt x="10498" y="281"/>
                        <a:pt x="10498" y="74"/>
                      </a:cubicBezTo>
                      <a:lnTo>
                        <a:pt x="104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97"/>
                <p:cNvSpPr/>
                <p:nvPr/>
              </p:nvSpPr>
              <p:spPr>
                <a:xfrm>
                  <a:off x="2438000" y="3118275"/>
                  <a:ext cx="254300" cy="17225"/>
                </a:xfrm>
                <a:custGeom>
                  <a:rect b="b" l="l" r="r" t="t"/>
                  <a:pathLst>
                    <a:path extrusionOk="0" h="689" w="10172">
                      <a:moveTo>
                        <a:pt x="0" y="0"/>
                      </a:moveTo>
                      <a:cubicBezTo>
                        <a:pt x="60" y="236"/>
                        <a:pt x="136" y="467"/>
                        <a:pt x="228" y="688"/>
                      </a:cubicBezTo>
                      <a:lnTo>
                        <a:pt x="9943" y="688"/>
                      </a:lnTo>
                      <a:cubicBezTo>
                        <a:pt x="10034" y="467"/>
                        <a:pt x="10111" y="236"/>
                        <a:pt x="101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97"/>
                <p:cNvSpPr/>
                <p:nvPr/>
              </p:nvSpPr>
              <p:spPr>
                <a:xfrm>
                  <a:off x="2452250" y="3152675"/>
                  <a:ext cx="225750" cy="17225"/>
                </a:xfrm>
                <a:custGeom>
                  <a:rect b="b" l="l" r="r" t="t"/>
                  <a:pathLst>
                    <a:path extrusionOk="0" h="689" w="9030">
                      <a:moveTo>
                        <a:pt x="1" y="1"/>
                      </a:moveTo>
                      <a:cubicBezTo>
                        <a:pt x="112" y="187"/>
                        <a:pt x="233" y="366"/>
                        <a:pt x="366" y="536"/>
                      </a:cubicBezTo>
                      <a:cubicBezTo>
                        <a:pt x="406" y="588"/>
                        <a:pt x="448" y="639"/>
                        <a:pt x="489" y="688"/>
                      </a:cubicBezTo>
                      <a:lnTo>
                        <a:pt x="8543" y="688"/>
                      </a:lnTo>
                      <a:cubicBezTo>
                        <a:pt x="8723" y="473"/>
                        <a:pt x="8885" y="243"/>
                        <a:pt x="90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97"/>
                <p:cNvSpPr/>
                <p:nvPr/>
              </p:nvSpPr>
              <p:spPr>
                <a:xfrm>
                  <a:off x="2481800" y="3187100"/>
                  <a:ext cx="166675" cy="17225"/>
                </a:xfrm>
                <a:custGeom>
                  <a:rect b="b" l="l" r="r" t="t"/>
                  <a:pathLst>
                    <a:path extrusionOk="0" h="689" w="6667">
                      <a:moveTo>
                        <a:pt x="6666" y="1"/>
                      </a:moveTo>
                      <a:cubicBezTo>
                        <a:pt x="6666" y="1"/>
                        <a:pt x="6665" y="1"/>
                        <a:pt x="6665" y="2"/>
                      </a:cubicBezTo>
                      <a:lnTo>
                        <a:pt x="6666" y="2"/>
                      </a:lnTo>
                      <a:lnTo>
                        <a:pt x="6666" y="1"/>
                      </a:lnTo>
                      <a:close/>
                      <a:moveTo>
                        <a:pt x="0" y="2"/>
                      </a:moveTo>
                      <a:cubicBezTo>
                        <a:pt x="112" y="93"/>
                        <a:pt x="226" y="180"/>
                        <a:pt x="345" y="263"/>
                      </a:cubicBezTo>
                      <a:cubicBezTo>
                        <a:pt x="509" y="376"/>
                        <a:pt x="680" y="481"/>
                        <a:pt x="856" y="575"/>
                      </a:cubicBezTo>
                      <a:cubicBezTo>
                        <a:pt x="931" y="615"/>
                        <a:pt x="1006" y="653"/>
                        <a:pt x="1082" y="689"/>
                      </a:cubicBezTo>
                      <a:lnTo>
                        <a:pt x="5584" y="689"/>
                      </a:lnTo>
                      <a:cubicBezTo>
                        <a:pt x="5617" y="673"/>
                        <a:pt x="5649" y="657"/>
                        <a:pt x="5681" y="641"/>
                      </a:cubicBezTo>
                      <a:cubicBezTo>
                        <a:pt x="5773" y="595"/>
                        <a:pt x="5862" y="547"/>
                        <a:pt x="5952" y="496"/>
                      </a:cubicBezTo>
                      <a:cubicBezTo>
                        <a:pt x="6204" y="351"/>
                        <a:pt x="6442" y="184"/>
                        <a:pt x="6665"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19" name="Google Shape;7619;p97"/>
            <p:cNvGrpSpPr/>
            <p:nvPr/>
          </p:nvGrpSpPr>
          <p:grpSpPr>
            <a:xfrm>
              <a:off x="113988" y="4366257"/>
              <a:ext cx="866978" cy="636471"/>
              <a:chOff x="-3031700" y="3408550"/>
              <a:chExt cx="323475" cy="237463"/>
            </a:xfrm>
          </p:grpSpPr>
          <p:sp>
            <p:nvSpPr>
              <p:cNvPr id="7620" name="Google Shape;7620;p97"/>
              <p:cNvSpPr/>
              <p:nvPr/>
            </p:nvSpPr>
            <p:spPr>
              <a:xfrm>
                <a:off x="-3031700" y="3408550"/>
                <a:ext cx="323425" cy="236300"/>
              </a:xfrm>
              <a:custGeom>
                <a:rect b="b" l="l" r="r" t="t"/>
                <a:pathLst>
                  <a:path extrusionOk="0" h="9452" w="12937">
                    <a:moveTo>
                      <a:pt x="6968" y="1"/>
                    </a:moveTo>
                    <a:cubicBezTo>
                      <a:pt x="6829" y="1"/>
                      <a:pt x="6706" y="95"/>
                      <a:pt x="6686" y="228"/>
                    </a:cubicBezTo>
                    <a:lnTo>
                      <a:pt x="6684" y="228"/>
                    </a:lnTo>
                    <a:cubicBezTo>
                      <a:pt x="6683" y="239"/>
                      <a:pt x="6682" y="251"/>
                      <a:pt x="6682" y="263"/>
                    </a:cubicBezTo>
                    <a:lnTo>
                      <a:pt x="6682" y="289"/>
                    </a:lnTo>
                    <a:lnTo>
                      <a:pt x="792" y="289"/>
                    </a:lnTo>
                    <a:cubicBezTo>
                      <a:pt x="356" y="289"/>
                      <a:pt x="1" y="642"/>
                      <a:pt x="1" y="1079"/>
                    </a:cubicBezTo>
                    <a:lnTo>
                      <a:pt x="1" y="8660"/>
                    </a:lnTo>
                    <a:cubicBezTo>
                      <a:pt x="1" y="9097"/>
                      <a:pt x="355" y="9452"/>
                      <a:pt x="792" y="9452"/>
                    </a:cubicBezTo>
                    <a:lnTo>
                      <a:pt x="12146" y="9452"/>
                    </a:lnTo>
                    <a:cubicBezTo>
                      <a:pt x="12583" y="9452"/>
                      <a:pt x="12937" y="9098"/>
                      <a:pt x="12937" y="8660"/>
                    </a:cubicBezTo>
                    <a:lnTo>
                      <a:pt x="12937" y="1079"/>
                    </a:lnTo>
                    <a:cubicBezTo>
                      <a:pt x="12936" y="642"/>
                      <a:pt x="12583" y="289"/>
                      <a:pt x="12146" y="289"/>
                    </a:cubicBezTo>
                    <a:lnTo>
                      <a:pt x="11872" y="289"/>
                    </a:lnTo>
                    <a:lnTo>
                      <a:pt x="11872" y="263"/>
                    </a:lnTo>
                    <a:cubicBezTo>
                      <a:pt x="11872" y="251"/>
                      <a:pt x="11870" y="239"/>
                      <a:pt x="11869" y="228"/>
                    </a:cubicBezTo>
                    <a:lnTo>
                      <a:pt x="11868" y="228"/>
                    </a:lnTo>
                    <a:cubicBezTo>
                      <a:pt x="11851" y="95"/>
                      <a:pt x="11743" y="1"/>
                      <a:pt x="11604" y="1"/>
                    </a:cubicBezTo>
                    <a:lnTo>
                      <a:pt x="10284" y="1"/>
                    </a:lnTo>
                    <a:lnTo>
                      <a:pt x="10284" y="228"/>
                    </a:lnTo>
                    <a:lnTo>
                      <a:pt x="10284" y="288"/>
                    </a:lnTo>
                    <a:lnTo>
                      <a:pt x="10085" y="288"/>
                    </a:lnTo>
                    <a:lnTo>
                      <a:pt x="10085" y="228"/>
                    </a:lnTo>
                    <a:lnTo>
                      <a:pt x="10085" y="1"/>
                    </a:lnTo>
                    <a:lnTo>
                      <a:pt x="8497" y="1"/>
                    </a:lnTo>
                    <a:lnTo>
                      <a:pt x="8497" y="228"/>
                    </a:lnTo>
                    <a:lnTo>
                      <a:pt x="8497" y="288"/>
                    </a:lnTo>
                    <a:lnTo>
                      <a:pt x="8270" y="288"/>
                    </a:lnTo>
                    <a:lnTo>
                      <a:pt x="8270" y="228"/>
                    </a:lnTo>
                    <a:lnTo>
                      <a:pt x="8270" y="1"/>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1" name="Google Shape;7621;p97"/>
              <p:cNvGrpSpPr/>
              <p:nvPr/>
            </p:nvGrpSpPr>
            <p:grpSpPr>
              <a:xfrm>
                <a:off x="-3031650" y="3408613"/>
                <a:ext cx="323425" cy="237400"/>
                <a:chOff x="-2707800" y="2378775"/>
                <a:chExt cx="323425" cy="237400"/>
              </a:xfrm>
            </p:grpSpPr>
            <p:sp>
              <p:nvSpPr>
                <p:cNvPr id="7622" name="Google Shape;7622;p97"/>
                <p:cNvSpPr/>
                <p:nvPr/>
              </p:nvSpPr>
              <p:spPr>
                <a:xfrm>
                  <a:off x="-2540875" y="2378775"/>
                  <a:ext cx="39725" cy="29125"/>
                </a:xfrm>
                <a:custGeom>
                  <a:rect b="b" l="l" r="r" t="t"/>
                  <a:pathLst>
                    <a:path extrusionOk="0" h="1165" w="1589">
                      <a:moveTo>
                        <a:pt x="287" y="1"/>
                      </a:moveTo>
                      <a:cubicBezTo>
                        <a:pt x="147" y="2"/>
                        <a:pt x="24" y="96"/>
                        <a:pt x="4" y="229"/>
                      </a:cubicBezTo>
                      <a:cubicBezTo>
                        <a:pt x="2" y="240"/>
                        <a:pt x="1" y="252"/>
                        <a:pt x="1" y="263"/>
                      </a:cubicBezTo>
                      <a:lnTo>
                        <a:pt x="1" y="1165"/>
                      </a:lnTo>
                      <a:lnTo>
                        <a:pt x="1588" y="1165"/>
                      </a:lnTo>
                      <a:lnTo>
                        <a:pt x="1588" y="228"/>
                      </a:lnTo>
                      <a:lnTo>
                        <a:pt x="15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97"/>
                <p:cNvSpPr/>
                <p:nvPr/>
              </p:nvSpPr>
              <p:spPr>
                <a:xfrm>
                  <a:off x="-2495450" y="2378800"/>
                  <a:ext cx="39700" cy="29075"/>
                </a:xfrm>
                <a:custGeom>
                  <a:rect b="b" l="l" r="r" t="t"/>
                  <a:pathLst>
                    <a:path extrusionOk="0" h="1163" w="1588">
                      <a:moveTo>
                        <a:pt x="0" y="1"/>
                      </a:moveTo>
                      <a:lnTo>
                        <a:pt x="0" y="228"/>
                      </a:lnTo>
                      <a:lnTo>
                        <a:pt x="0" y="1163"/>
                      </a:lnTo>
                      <a:lnTo>
                        <a:pt x="1587" y="1163"/>
                      </a:lnTo>
                      <a:lnTo>
                        <a:pt x="1587" y="228"/>
                      </a:lnTo>
                      <a:lnTo>
                        <a:pt x="15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97"/>
                <p:cNvSpPr/>
                <p:nvPr/>
              </p:nvSpPr>
              <p:spPr>
                <a:xfrm>
                  <a:off x="-2450775" y="2378775"/>
                  <a:ext cx="39725" cy="29125"/>
                </a:xfrm>
                <a:custGeom>
                  <a:rect b="b" l="l" r="r" t="t"/>
                  <a:pathLst>
                    <a:path extrusionOk="0" h="1165" w="1589">
                      <a:moveTo>
                        <a:pt x="1" y="1"/>
                      </a:moveTo>
                      <a:lnTo>
                        <a:pt x="1" y="229"/>
                      </a:lnTo>
                      <a:lnTo>
                        <a:pt x="1" y="1165"/>
                      </a:lnTo>
                      <a:lnTo>
                        <a:pt x="1589" y="1165"/>
                      </a:lnTo>
                      <a:lnTo>
                        <a:pt x="1589" y="263"/>
                      </a:lnTo>
                      <a:cubicBezTo>
                        <a:pt x="1588" y="251"/>
                        <a:pt x="1588" y="240"/>
                        <a:pt x="1586" y="229"/>
                      </a:cubicBezTo>
                      <a:cubicBezTo>
                        <a:pt x="1568" y="96"/>
                        <a:pt x="1460" y="1"/>
                        <a:pt x="13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97"/>
                <p:cNvSpPr/>
                <p:nvPr/>
              </p:nvSpPr>
              <p:spPr>
                <a:xfrm>
                  <a:off x="-2707800" y="2387075"/>
                  <a:ext cx="323425" cy="229100"/>
                </a:xfrm>
                <a:custGeom>
                  <a:rect b="b" l="l" r="r" t="t"/>
                  <a:pathLst>
                    <a:path extrusionOk="0" h="9164" w="12937">
                      <a:moveTo>
                        <a:pt x="792" y="1"/>
                      </a:moveTo>
                      <a:cubicBezTo>
                        <a:pt x="355" y="1"/>
                        <a:pt x="1" y="356"/>
                        <a:pt x="1" y="791"/>
                      </a:cubicBezTo>
                      <a:lnTo>
                        <a:pt x="1" y="8373"/>
                      </a:lnTo>
                      <a:cubicBezTo>
                        <a:pt x="1" y="8810"/>
                        <a:pt x="356" y="9164"/>
                        <a:pt x="792" y="9164"/>
                      </a:cubicBezTo>
                      <a:lnTo>
                        <a:pt x="12146" y="9164"/>
                      </a:lnTo>
                      <a:cubicBezTo>
                        <a:pt x="12583" y="9164"/>
                        <a:pt x="12936" y="8809"/>
                        <a:pt x="12937" y="8373"/>
                      </a:cubicBezTo>
                      <a:lnTo>
                        <a:pt x="12937" y="791"/>
                      </a:lnTo>
                      <a:cubicBezTo>
                        <a:pt x="12937" y="355"/>
                        <a:pt x="12583" y="1"/>
                        <a:pt x="121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97"/>
                <p:cNvSpPr/>
                <p:nvPr/>
              </p:nvSpPr>
              <p:spPr>
                <a:xfrm>
                  <a:off x="-2645875" y="2538050"/>
                  <a:ext cx="224800" cy="29075"/>
                </a:xfrm>
                <a:custGeom>
                  <a:rect b="b" l="l" r="r" t="t"/>
                  <a:pathLst>
                    <a:path extrusionOk="0" h="1163" w="8992">
                      <a:moveTo>
                        <a:pt x="141" y="0"/>
                      </a:moveTo>
                      <a:cubicBezTo>
                        <a:pt x="64" y="0"/>
                        <a:pt x="1" y="63"/>
                        <a:pt x="1" y="141"/>
                      </a:cubicBezTo>
                      <a:lnTo>
                        <a:pt x="1" y="1022"/>
                      </a:lnTo>
                      <a:cubicBezTo>
                        <a:pt x="1" y="1099"/>
                        <a:pt x="64" y="1162"/>
                        <a:pt x="141" y="1162"/>
                      </a:cubicBezTo>
                      <a:lnTo>
                        <a:pt x="8851" y="1162"/>
                      </a:lnTo>
                      <a:cubicBezTo>
                        <a:pt x="8928" y="1162"/>
                        <a:pt x="8991" y="1099"/>
                        <a:pt x="8991" y="1022"/>
                      </a:cubicBezTo>
                      <a:lnTo>
                        <a:pt x="8991" y="141"/>
                      </a:lnTo>
                      <a:cubicBezTo>
                        <a:pt x="8991" y="63"/>
                        <a:pt x="8928" y="0"/>
                        <a:pt x="8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97"/>
                <p:cNvSpPr/>
                <p:nvPr/>
              </p:nvSpPr>
              <p:spPr>
                <a:xfrm>
                  <a:off x="-2700050" y="2444600"/>
                  <a:ext cx="307650" cy="165175"/>
                </a:xfrm>
                <a:custGeom>
                  <a:rect b="b" l="l" r="r" t="t"/>
                  <a:pathLst>
                    <a:path extrusionOk="0" h="6607" w="12306">
                      <a:moveTo>
                        <a:pt x="1508" y="0"/>
                      </a:moveTo>
                      <a:lnTo>
                        <a:pt x="1" y="604"/>
                      </a:lnTo>
                      <a:lnTo>
                        <a:pt x="1" y="6137"/>
                      </a:lnTo>
                      <a:cubicBezTo>
                        <a:pt x="1" y="6396"/>
                        <a:pt x="210" y="6606"/>
                        <a:pt x="470" y="6606"/>
                      </a:cubicBezTo>
                      <a:lnTo>
                        <a:pt x="11837" y="6606"/>
                      </a:lnTo>
                      <a:cubicBezTo>
                        <a:pt x="12097" y="6606"/>
                        <a:pt x="12306" y="6396"/>
                        <a:pt x="12306" y="6137"/>
                      </a:cubicBezTo>
                      <a:lnTo>
                        <a:pt x="12306" y="604"/>
                      </a:lnTo>
                      <a:lnTo>
                        <a:pt x="11702" y="0"/>
                      </a:lnTo>
                      <a:lnTo>
                        <a:pt x="11702" y="5772"/>
                      </a:lnTo>
                      <a:lnTo>
                        <a:pt x="11704" y="5772"/>
                      </a:lnTo>
                      <a:cubicBezTo>
                        <a:pt x="11704" y="5899"/>
                        <a:pt x="11601" y="6003"/>
                        <a:pt x="11474" y="6003"/>
                      </a:cubicBezTo>
                      <a:lnTo>
                        <a:pt x="1737" y="6003"/>
                      </a:lnTo>
                      <a:cubicBezTo>
                        <a:pt x="1611" y="6003"/>
                        <a:pt x="1508" y="5899"/>
                        <a:pt x="1508" y="5772"/>
                      </a:cubicBezTo>
                      <a:lnTo>
                        <a:pt x="150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97"/>
                <p:cNvSpPr/>
                <p:nvPr/>
              </p:nvSpPr>
              <p:spPr>
                <a:xfrm>
                  <a:off x="-2687925" y="2582975"/>
                  <a:ext cx="4275" cy="32075"/>
                </a:xfrm>
                <a:custGeom>
                  <a:rect b="b" l="l" r="r" t="t"/>
                  <a:pathLst>
                    <a:path extrusionOk="0" h="1283" w="171">
                      <a:moveTo>
                        <a:pt x="1" y="0"/>
                      </a:moveTo>
                      <a:lnTo>
                        <a:pt x="1" y="1283"/>
                      </a:lnTo>
                      <a:lnTo>
                        <a:pt x="171" y="1283"/>
                      </a:lnTo>
                      <a:lnTo>
                        <a:pt x="171" y="81"/>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97"/>
                <p:cNvSpPr/>
                <p:nvPr/>
              </p:nvSpPr>
              <p:spPr>
                <a:xfrm>
                  <a:off x="-2681550" y="2586050"/>
                  <a:ext cx="3575" cy="29000"/>
                </a:xfrm>
                <a:custGeom>
                  <a:rect b="b" l="l" r="r" t="t"/>
                  <a:pathLst>
                    <a:path extrusionOk="0" h="1160" w="143">
                      <a:moveTo>
                        <a:pt x="0" y="1"/>
                      </a:moveTo>
                      <a:lnTo>
                        <a:pt x="0" y="1160"/>
                      </a:lnTo>
                      <a:lnTo>
                        <a:pt x="143" y="1160"/>
                      </a:lnTo>
                      <a:lnTo>
                        <a:pt x="143" y="80"/>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97"/>
                <p:cNvSpPr/>
                <p:nvPr/>
              </p:nvSpPr>
              <p:spPr>
                <a:xfrm>
                  <a:off x="-2675875" y="2589125"/>
                  <a:ext cx="3575" cy="25925"/>
                </a:xfrm>
                <a:custGeom>
                  <a:rect b="b" l="l" r="r" t="t"/>
                  <a:pathLst>
                    <a:path extrusionOk="0" h="1037" w="143">
                      <a:moveTo>
                        <a:pt x="0" y="1"/>
                      </a:moveTo>
                      <a:lnTo>
                        <a:pt x="0" y="1037"/>
                      </a:lnTo>
                      <a:lnTo>
                        <a:pt x="143" y="1037"/>
                      </a:lnTo>
                      <a:lnTo>
                        <a:pt x="143" y="79"/>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97"/>
                <p:cNvSpPr/>
                <p:nvPr/>
              </p:nvSpPr>
              <p:spPr>
                <a:xfrm>
                  <a:off x="-2700000" y="2395100"/>
                  <a:ext cx="307825" cy="72175"/>
                </a:xfrm>
                <a:custGeom>
                  <a:rect b="b" l="l" r="r" t="t"/>
                  <a:pathLst>
                    <a:path extrusionOk="0" h="2887" w="12313">
                      <a:moveTo>
                        <a:pt x="468" y="0"/>
                      </a:moveTo>
                      <a:cubicBezTo>
                        <a:pt x="208" y="0"/>
                        <a:pt x="1" y="229"/>
                        <a:pt x="1" y="489"/>
                      </a:cubicBezTo>
                      <a:lnTo>
                        <a:pt x="1" y="2584"/>
                      </a:lnTo>
                      <a:lnTo>
                        <a:pt x="484" y="2390"/>
                      </a:lnTo>
                      <a:lnTo>
                        <a:pt x="484" y="2560"/>
                      </a:lnTo>
                      <a:lnTo>
                        <a:pt x="654" y="2639"/>
                      </a:lnTo>
                      <a:lnTo>
                        <a:pt x="654" y="2322"/>
                      </a:lnTo>
                      <a:lnTo>
                        <a:pt x="738" y="2288"/>
                      </a:lnTo>
                      <a:lnTo>
                        <a:pt x="738" y="2684"/>
                      </a:lnTo>
                      <a:lnTo>
                        <a:pt x="881" y="2763"/>
                      </a:lnTo>
                      <a:lnTo>
                        <a:pt x="881" y="2231"/>
                      </a:lnTo>
                      <a:lnTo>
                        <a:pt x="965" y="2198"/>
                      </a:lnTo>
                      <a:lnTo>
                        <a:pt x="965" y="2808"/>
                      </a:lnTo>
                      <a:lnTo>
                        <a:pt x="1108" y="2887"/>
                      </a:lnTo>
                      <a:lnTo>
                        <a:pt x="1108" y="2141"/>
                      </a:lnTo>
                      <a:lnTo>
                        <a:pt x="1505" y="1981"/>
                      </a:lnTo>
                      <a:lnTo>
                        <a:pt x="1505" y="1456"/>
                      </a:lnTo>
                      <a:cubicBezTo>
                        <a:pt x="1505" y="1330"/>
                        <a:pt x="1609" y="1222"/>
                        <a:pt x="1735" y="1222"/>
                      </a:cubicBezTo>
                      <a:lnTo>
                        <a:pt x="11472" y="1222"/>
                      </a:lnTo>
                      <a:cubicBezTo>
                        <a:pt x="11599" y="1222"/>
                        <a:pt x="11688" y="1330"/>
                        <a:pt x="11688" y="1456"/>
                      </a:cubicBezTo>
                      <a:lnTo>
                        <a:pt x="11688" y="1981"/>
                      </a:lnTo>
                      <a:lnTo>
                        <a:pt x="12312" y="2585"/>
                      </a:lnTo>
                      <a:lnTo>
                        <a:pt x="12312" y="490"/>
                      </a:lnTo>
                      <a:cubicBezTo>
                        <a:pt x="12312" y="229"/>
                        <a:pt x="12096" y="0"/>
                        <a:pt x="118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97"/>
                <p:cNvSpPr/>
                <p:nvPr/>
              </p:nvSpPr>
              <p:spPr>
                <a:xfrm>
                  <a:off x="-2667425" y="2422755"/>
                  <a:ext cx="265550" cy="169850"/>
                </a:xfrm>
                <a:custGeom>
                  <a:rect b="b" l="l" r="r" t="t"/>
                  <a:pathLst>
                    <a:path extrusionOk="0" h="6794" w="10622">
                      <a:moveTo>
                        <a:pt x="10163" y="337"/>
                      </a:moveTo>
                      <a:cubicBezTo>
                        <a:pt x="10244" y="337"/>
                        <a:pt x="10308" y="406"/>
                        <a:pt x="10308" y="493"/>
                      </a:cubicBezTo>
                      <a:lnTo>
                        <a:pt x="10308" y="6302"/>
                      </a:lnTo>
                      <a:cubicBezTo>
                        <a:pt x="10308" y="6388"/>
                        <a:pt x="10244" y="6457"/>
                        <a:pt x="10163" y="6457"/>
                      </a:cubicBezTo>
                      <a:lnTo>
                        <a:pt x="460" y="6457"/>
                      </a:lnTo>
                      <a:cubicBezTo>
                        <a:pt x="379" y="6457"/>
                        <a:pt x="315" y="6388"/>
                        <a:pt x="315" y="6302"/>
                      </a:cubicBezTo>
                      <a:lnTo>
                        <a:pt x="315" y="493"/>
                      </a:lnTo>
                      <a:cubicBezTo>
                        <a:pt x="315" y="406"/>
                        <a:pt x="379" y="337"/>
                        <a:pt x="460" y="337"/>
                      </a:cubicBezTo>
                      <a:close/>
                      <a:moveTo>
                        <a:pt x="458" y="0"/>
                      </a:moveTo>
                      <a:cubicBezTo>
                        <a:pt x="205" y="0"/>
                        <a:pt x="0" y="220"/>
                        <a:pt x="0" y="493"/>
                      </a:cubicBezTo>
                      <a:lnTo>
                        <a:pt x="0" y="6302"/>
                      </a:lnTo>
                      <a:cubicBezTo>
                        <a:pt x="0" y="6574"/>
                        <a:pt x="205" y="6794"/>
                        <a:pt x="458" y="6794"/>
                      </a:cubicBezTo>
                      <a:lnTo>
                        <a:pt x="10162" y="6794"/>
                      </a:lnTo>
                      <a:cubicBezTo>
                        <a:pt x="10415" y="6794"/>
                        <a:pt x="10622" y="6572"/>
                        <a:pt x="10621" y="6302"/>
                      </a:cubicBezTo>
                      <a:lnTo>
                        <a:pt x="10621" y="493"/>
                      </a:lnTo>
                      <a:cubicBezTo>
                        <a:pt x="10621" y="220"/>
                        <a:pt x="10415" y="0"/>
                        <a:pt x="10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3" name="Google Shape;7633;p97"/>
                <p:cNvGrpSpPr/>
                <p:nvPr/>
              </p:nvGrpSpPr>
              <p:grpSpPr>
                <a:xfrm rot="-30288">
                  <a:off x="-2658134" y="2392530"/>
                  <a:ext cx="249296" cy="188952"/>
                  <a:chOff x="-2273495" y="2002057"/>
                  <a:chExt cx="332782" cy="252263"/>
                </a:xfrm>
              </p:grpSpPr>
              <p:sp>
                <p:nvSpPr>
                  <p:cNvPr id="7634" name="Google Shape;7634;p97"/>
                  <p:cNvSpPr/>
                  <p:nvPr/>
                </p:nvSpPr>
                <p:spPr>
                  <a:xfrm rot="1176986">
                    <a:off x="-2254782" y="2046919"/>
                    <a:ext cx="295356" cy="162539"/>
                  </a:xfrm>
                  <a:custGeom>
                    <a:rect b="b" l="l" r="r" t="t"/>
                    <a:pathLst>
                      <a:path extrusionOk="0" h="6502" w="11815">
                        <a:moveTo>
                          <a:pt x="10085" y="0"/>
                        </a:moveTo>
                        <a:cubicBezTo>
                          <a:pt x="9955" y="0"/>
                          <a:pt x="9824" y="21"/>
                          <a:pt x="9694" y="66"/>
                        </a:cubicBezTo>
                        <a:lnTo>
                          <a:pt x="962" y="3066"/>
                        </a:lnTo>
                        <a:cubicBezTo>
                          <a:pt x="334" y="3281"/>
                          <a:pt x="1" y="3965"/>
                          <a:pt x="217" y="4593"/>
                        </a:cubicBezTo>
                        <a:lnTo>
                          <a:pt x="594" y="5690"/>
                        </a:lnTo>
                        <a:cubicBezTo>
                          <a:pt x="764" y="6188"/>
                          <a:pt x="1230" y="6501"/>
                          <a:pt x="1729" y="6501"/>
                        </a:cubicBezTo>
                        <a:cubicBezTo>
                          <a:pt x="1859" y="6501"/>
                          <a:pt x="1992" y="6480"/>
                          <a:pt x="2121" y="6435"/>
                        </a:cubicBezTo>
                        <a:lnTo>
                          <a:pt x="10853" y="3435"/>
                        </a:lnTo>
                        <a:cubicBezTo>
                          <a:pt x="11482" y="3220"/>
                          <a:pt x="11815" y="2535"/>
                          <a:pt x="11598" y="1908"/>
                        </a:cubicBezTo>
                        <a:lnTo>
                          <a:pt x="11222" y="811"/>
                        </a:lnTo>
                        <a:cubicBezTo>
                          <a:pt x="11051" y="313"/>
                          <a:pt x="10585" y="0"/>
                          <a:pt x="100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97"/>
                  <p:cNvSpPr/>
                  <p:nvPr/>
                </p:nvSpPr>
                <p:spPr>
                  <a:xfrm rot="1176986">
                    <a:off x="-2157279" y="2104752"/>
                    <a:ext cx="66346" cy="46472"/>
                  </a:xfrm>
                  <a:custGeom>
                    <a:rect b="b" l="l" r="r" t="t"/>
                    <a:pathLst>
                      <a:path extrusionOk="0" h="1859" w="2654">
                        <a:moveTo>
                          <a:pt x="1786" y="1"/>
                        </a:moveTo>
                        <a:cubicBezTo>
                          <a:pt x="1704" y="1"/>
                          <a:pt x="1619" y="14"/>
                          <a:pt x="1536" y="43"/>
                        </a:cubicBezTo>
                        <a:lnTo>
                          <a:pt x="617" y="359"/>
                        </a:lnTo>
                        <a:cubicBezTo>
                          <a:pt x="214" y="497"/>
                          <a:pt x="1" y="936"/>
                          <a:pt x="138" y="1338"/>
                        </a:cubicBezTo>
                        <a:cubicBezTo>
                          <a:pt x="248" y="1658"/>
                          <a:pt x="547" y="1858"/>
                          <a:pt x="868" y="1858"/>
                        </a:cubicBezTo>
                        <a:cubicBezTo>
                          <a:pt x="951" y="1858"/>
                          <a:pt x="1035" y="1845"/>
                          <a:pt x="1117" y="1817"/>
                        </a:cubicBezTo>
                        <a:lnTo>
                          <a:pt x="2037" y="1500"/>
                        </a:lnTo>
                        <a:cubicBezTo>
                          <a:pt x="2439" y="1363"/>
                          <a:pt x="2654" y="924"/>
                          <a:pt x="2516" y="522"/>
                        </a:cubicBezTo>
                        <a:cubicBezTo>
                          <a:pt x="2406" y="202"/>
                          <a:pt x="2107" y="1"/>
                          <a:pt x="1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97"/>
                  <p:cNvSpPr/>
                  <p:nvPr/>
                </p:nvSpPr>
                <p:spPr>
                  <a:xfrm rot="1176986">
                    <a:off x="-2079543" y="2109983"/>
                    <a:ext cx="25498" cy="37298"/>
                  </a:xfrm>
                  <a:custGeom>
                    <a:rect b="b" l="l" r="r" t="t"/>
                    <a:pathLst>
                      <a:path extrusionOk="0" h="1492" w="1020">
                        <a:moveTo>
                          <a:pt x="365" y="0"/>
                        </a:moveTo>
                        <a:cubicBezTo>
                          <a:pt x="330" y="0"/>
                          <a:pt x="294" y="6"/>
                          <a:pt x="259" y="18"/>
                        </a:cubicBezTo>
                        <a:cubicBezTo>
                          <a:pt x="91" y="75"/>
                          <a:pt x="0" y="260"/>
                          <a:pt x="58" y="429"/>
                        </a:cubicBezTo>
                        <a:lnTo>
                          <a:pt x="349" y="1273"/>
                        </a:lnTo>
                        <a:cubicBezTo>
                          <a:pt x="395" y="1407"/>
                          <a:pt x="521" y="1491"/>
                          <a:pt x="655" y="1491"/>
                        </a:cubicBezTo>
                        <a:cubicBezTo>
                          <a:pt x="690" y="1491"/>
                          <a:pt x="725" y="1486"/>
                          <a:pt x="760" y="1474"/>
                        </a:cubicBezTo>
                        <a:cubicBezTo>
                          <a:pt x="929" y="1416"/>
                          <a:pt x="1020" y="1231"/>
                          <a:pt x="961" y="1063"/>
                        </a:cubicBezTo>
                        <a:lnTo>
                          <a:pt x="671" y="219"/>
                        </a:lnTo>
                        <a:cubicBezTo>
                          <a:pt x="625" y="84"/>
                          <a:pt x="500"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97"/>
                  <p:cNvSpPr/>
                  <p:nvPr/>
                </p:nvSpPr>
                <p:spPr>
                  <a:xfrm rot="1176986">
                    <a:off x="-2240196" y="2097709"/>
                    <a:ext cx="63896" cy="58221"/>
                  </a:xfrm>
                  <a:custGeom>
                    <a:rect b="b" l="l" r="r" t="t"/>
                    <a:pathLst>
                      <a:path extrusionOk="0" h="2329" w="2556">
                        <a:moveTo>
                          <a:pt x="1278" y="1"/>
                        </a:moveTo>
                        <a:cubicBezTo>
                          <a:pt x="980" y="1"/>
                          <a:pt x="683" y="114"/>
                          <a:pt x="456" y="341"/>
                        </a:cubicBezTo>
                        <a:cubicBezTo>
                          <a:pt x="0" y="796"/>
                          <a:pt x="0" y="1532"/>
                          <a:pt x="456" y="1988"/>
                        </a:cubicBezTo>
                        <a:cubicBezTo>
                          <a:pt x="683" y="2215"/>
                          <a:pt x="980" y="2328"/>
                          <a:pt x="1278" y="2328"/>
                        </a:cubicBezTo>
                        <a:cubicBezTo>
                          <a:pt x="1576" y="2328"/>
                          <a:pt x="1874" y="2215"/>
                          <a:pt x="2101" y="1988"/>
                        </a:cubicBezTo>
                        <a:cubicBezTo>
                          <a:pt x="2556" y="1532"/>
                          <a:pt x="2556"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97"/>
                  <p:cNvSpPr/>
                  <p:nvPr/>
                </p:nvSpPr>
                <p:spPr>
                  <a:xfrm rot="1176986">
                    <a:off x="-2220723" y="2114887"/>
                    <a:ext cx="26098" cy="24223"/>
                  </a:xfrm>
                  <a:custGeom>
                    <a:rect b="b" l="l" r="r" t="t"/>
                    <a:pathLst>
                      <a:path extrusionOk="0" h="969" w="1044">
                        <a:moveTo>
                          <a:pt x="501" y="1"/>
                        </a:moveTo>
                        <a:cubicBezTo>
                          <a:pt x="449" y="1"/>
                          <a:pt x="395" y="10"/>
                          <a:pt x="343" y="29"/>
                        </a:cubicBezTo>
                        <a:cubicBezTo>
                          <a:pt x="221" y="71"/>
                          <a:pt x="123" y="158"/>
                          <a:pt x="67" y="273"/>
                        </a:cubicBezTo>
                        <a:cubicBezTo>
                          <a:pt x="10" y="390"/>
                          <a:pt x="1" y="520"/>
                          <a:pt x="43" y="643"/>
                        </a:cubicBezTo>
                        <a:cubicBezTo>
                          <a:pt x="110" y="837"/>
                          <a:pt x="294" y="969"/>
                          <a:pt x="500" y="969"/>
                        </a:cubicBezTo>
                        <a:cubicBezTo>
                          <a:pt x="553" y="969"/>
                          <a:pt x="605" y="960"/>
                          <a:pt x="657" y="942"/>
                        </a:cubicBezTo>
                        <a:cubicBezTo>
                          <a:pt x="910" y="855"/>
                          <a:pt x="1044" y="579"/>
                          <a:pt x="957" y="327"/>
                        </a:cubicBezTo>
                        <a:cubicBezTo>
                          <a:pt x="890" y="133"/>
                          <a:pt x="708" y="1"/>
                          <a:pt x="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97"/>
                  <p:cNvSpPr/>
                  <p:nvPr/>
                </p:nvSpPr>
                <p:spPr>
                  <a:xfrm rot="1176986">
                    <a:off x="-2038830" y="2100022"/>
                    <a:ext cx="63871" cy="58196"/>
                  </a:xfrm>
                  <a:custGeom>
                    <a:rect b="b" l="l" r="r" t="t"/>
                    <a:pathLst>
                      <a:path extrusionOk="0" h="2328" w="2555">
                        <a:moveTo>
                          <a:pt x="1278" y="1"/>
                        </a:moveTo>
                        <a:cubicBezTo>
                          <a:pt x="980" y="1"/>
                          <a:pt x="682" y="114"/>
                          <a:pt x="455" y="341"/>
                        </a:cubicBezTo>
                        <a:cubicBezTo>
                          <a:pt x="1" y="796"/>
                          <a:pt x="1" y="1533"/>
                          <a:pt x="455" y="1987"/>
                        </a:cubicBezTo>
                        <a:cubicBezTo>
                          <a:pt x="682" y="2214"/>
                          <a:pt x="980" y="2328"/>
                          <a:pt x="1278" y="2328"/>
                        </a:cubicBezTo>
                        <a:cubicBezTo>
                          <a:pt x="1576" y="2328"/>
                          <a:pt x="1874" y="2214"/>
                          <a:pt x="2101" y="1987"/>
                        </a:cubicBezTo>
                        <a:cubicBezTo>
                          <a:pt x="2555" y="1533"/>
                          <a:pt x="2555"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97"/>
                  <p:cNvSpPr/>
                  <p:nvPr/>
                </p:nvSpPr>
                <p:spPr>
                  <a:xfrm rot="1176986">
                    <a:off x="-2020432" y="2117028"/>
                    <a:ext cx="27248" cy="24223"/>
                  </a:xfrm>
                  <a:custGeom>
                    <a:rect b="b" l="l" r="r" t="t"/>
                    <a:pathLst>
                      <a:path extrusionOk="0" h="969" w="1090">
                        <a:moveTo>
                          <a:pt x="544" y="1"/>
                        </a:moveTo>
                        <a:cubicBezTo>
                          <a:pt x="492" y="1"/>
                          <a:pt x="439" y="10"/>
                          <a:pt x="387" y="28"/>
                        </a:cubicBezTo>
                        <a:cubicBezTo>
                          <a:pt x="135" y="114"/>
                          <a:pt x="0" y="391"/>
                          <a:pt x="86" y="642"/>
                        </a:cubicBezTo>
                        <a:cubicBezTo>
                          <a:pt x="153" y="837"/>
                          <a:pt x="337" y="969"/>
                          <a:pt x="543" y="969"/>
                        </a:cubicBezTo>
                        <a:cubicBezTo>
                          <a:pt x="597" y="969"/>
                          <a:pt x="651" y="960"/>
                          <a:pt x="702" y="941"/>
                        </a:cubicBezTo>
                        <a:cubicBezTo>
                          <a:pt x="955" y="854"/>
                          <a:pt x="1089" y="579"/>
                          <a:pt x="1002" y="327"/>
                        </a:cubicBezTo>
                        <a:cubicBezTo>
                          <a:pt x="935" y="132"/>
                          <a:pt x="751" y="1"/>
                          <a:pt x="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41" name="Google Shape;7641;p97"/>
            <p:cNvGrpSpPr/>
            <p:nvPr/>
          </p:nvGrpSpPr>
          <p:grpSpPr>
            <a:xfrm rot="-808174">
              <a:off x="7977374" y="4371454"/>
              <a:ext cx="922714" cy="626057"/>
              <a:chOff x="-3794680" y="4317442"/>
              <a:chExt cx="866989" cy="588248"/>
            </a:xfrm>
          </p:grpSpPr>
          <p:sp>
            <p:nvSpPr>
              <p:cNvPr id="7642" name="Google Shape;7642;p97"/>
              <p:cNvSpPr/>
              <p:nvPr/>
            </p:nvSpPr>
            <p:spPr>
              <a:xfrm>
                <a:off x="-3794375" y="4317442"/>
                <a:ext cx="866684" cy="558918"/>
              </a:xfrm>
              <a:custGeom>
                <a:rect b="b" l="l" r="r" t="t"/>
                <a:pathLst>
                  <a:path extrusionOk="0" h="5499" w="8527">
                    <a:moveTo>
                      <a:pt x="7325" y="858"/>
                    </a:moveTo>
                    <a:cubicBezTo>
                      <a:pt x="7416" y="858"/>
                      <a:pt x="7489" y="932"/>
                      <a:pt x="7489" y="1022"/>
                    </a:cubicBezTo>
                    <a:lnTo>
                      <a:pt x="7489" y="1282"/>
                    </a:lnTo>
                    <a:lnTo>
                      <a:pt x="4440" y="1287"/>
                    </a:lnTo>
                    <a:lnTo>
                      <a:pt x="4440" y="1287"/>
                    </a:lnTo>
                    <a:lnTo>
                      <a:pt x="5199" y="858"/>
                    </a:lnTo>
                    <a:close/>
                    <a:moveTo>
                      <a:pt x="5031" y="858"/>
                    </a:moveTo>
                    <a:lnTo>
                      <a:pt x="4270" y="1287"/>
                    </a:lnTo>
                    <a:lnTo>
                      <a:pt x="4225" y="1287"/>
                    </a:lnTo>
                    <a:lnTo>
                      <a:pt x="3464" y="858"/>
                    </a:lnTo>
                    <a:close/>
                    <a:moveTo>
                      <a:pt x="3296" y="858"/>
                    </a:moveTo>
                    <a:lnTo>
                      <a:pt x="4058" y="1287"/>
                    </a:lnTo>
                    <a:lnTo>
                      <a:pt x="1032" y="1291"/>
                    </a:lnTo>
                    <a:lnTo>
                      <a:pt x="1032" y="1022"/>
                    </a:lnTo>
                    <a:cubicBezTo>
                      <a:pt x="1032" y="932"/>
                      <a:pt x="1106" y="858"/>
                      <a:pt x="1196" y="858"/>
                    </a:cubicBezTo>
                    <a:close/>
                    <a:moveTo>
                      <a:pt x="2091" y="1"/>
                    </a:moveTo>
                    <a:cubicBezTo>
                      <a:pt x="2019" y="1"/>
                      <a:pt x="1962" y="58"/>
                      <a:pt x="1962" y="130"/>
                    </a:cubicBezTo>
                    <a:cubicBezTo>
                      <a:pt x="1962" y="200"/>
                      <a:pt x="2019" y="259"/>
                      <a:pt x="2091" y="259"/>
                    </a:cubicBezTo>
                    <a:cubicBezTo>
                      <a:pt x="2124" y="259"/>
                      <a:pt x="2154" y="245"/>
                      <a:pt x="2176" y="225"/>
                    </a:cubicBezTo>
                    <a:lnTo>
                      <a:pt x="2783" y="566"/>
                    </a:lnTo>
                    <a:lnTo>
                      <a:pt x="1196" y="566"/>
                    </a:lnTo>
                    <a:cubicBezTo>
                      <a:pt x="946" y="566"/>
                      <a:pt x="744" y="771"/>
                      <a:pt x="744" y="1019"/>
                    </a:cubicBezTo>
                    <a:lnTo>
                      <a:pt x="744" y="1289"/>
                    </a:lnTo>
                    <a:lnTo>
                      <a:pt x="447" y="1289"/>
                    </a:lnTo>
                    <a:cubicBezTo>
                      <a:pt x="202" y="1289"/>
                      <a:pt x="1" y="1490"/>
                      <a:pt x="1" y="1735"/>
                    </a:cubicBezTo>
                    <a:lnTo>
                      <a:pt x="2" y="2143"/>
                    </a:lnTo>
                    <a:lnTo>
                      <a:pt x="7" y="4856"/>
                    </a:lnTo>
                    <a:lnTo>
                      <a:pt x="7" y="5050"/>
                    </a:lnTo>
                    <a:cubicBezTo>
                      <a:pt x="8" y="5295"/>
                      <a:pt x="207" y="5496"/>
                      <a:pt x="453" y="5496"/>
                    </a:cubicBezTo>
                    <a:cubicBezTo>
                      <a:pt x="454" y="5496"/>
                      <a:pt x="454" y="5496"/>
                      <a:pt x="455" y="5496"/>
                    </a:cubicBezTo>
                    <a:lnTo>
                      <a:pt x="3144" y="5492"/>
                    </a:lnTo>
                    <a:lnTo>
                      <a:pt x="3144" y="5498"/>
                    </a:lnTo>
                    <a:lnTo>
                      <a:pt x="5382" y="5498"/>
                    </a:lnTo>
                    <a:lnTo>
                      <a:pt x="5382" y="5492"/>
                    </a:lnTo>
                    <a:lnTo>
                      <a:pt x="8079" y="5488"/>
                    </a:lnTo>
                    <a:cubicBezTo>
                      <a:pt x="8325" y="5487"/>
                      <a:pt x="8526" y="5287"/>
                      <a:pt x="8526" y="5040"/>
                    </a:cubicBezTo>
                    <a:lnTo>
                      <a:pt x="8526" y="4857"/>
                    </a:lnTo>
                    <a:lnTo>
                      <a:pt x="8521" y="2144"/>
                    </a:lnTo>
                    <a:lnTo>
                      <a:pt x="8519" y="1725"/>
                    </a:lnTo>
                    <a:cubicBezTo>
                      <a:pt x="8518" y="1480"/>
                      <a:pt x="8318" y="1280"/>
                      <a:pt x="8072" y="1280"/>
                    </a:cubicBezTo>
                    <a:lnTo>
                      <a:pt x="7776" y="1280"/>
                    </a:lnTo>
                    <a:lnTo>
                      <a:pt x="7776" y="1019"/>
                    </a:lnTo>
                    <a:cubicBezTo>
                      <a:pt x="7776" y="770"/>
                      <a:pt x="7573" y="566"/>
                      <a:pt x="7324" y="566"/>
                    </a:cubicBezTo>
                    <a:lnTo>
                      <a:pt x="5712" y="566"/>
                    </a:lnTo>
                    <a:lnTo>
                      <a:pt x="6319" y="225"/>
                    </a:lnTo>
                    <a:cubicBezTo>
                      <a:pt x="6341" y="245"/>
                      <a:pt x="6371" y="259"/>
                      <a:pt x="6405" y="259"/>
                    </a:cubicBezTo>
                    <a:cubicBezTo>
                      <a:pt x="6476" y="259"/>
                      <a:pt x="6534" y="200"/>
                      <a:pt x="6534" y="130"/>
                    </a:cubicBezTo>
                    <a:cubicBezTo>
                      <a:pt x="6534" y="58"/>
                      <a:pt x="6476" y="1"/>
                      <a:pt x="6405" y="1"/>
                    </a:cubicBezTo>
                    <a:cubicBezTo>
                      <a:pt x="6334" y="1"/>
                      <a:pt x="6276" y="58"/>
                      <a:pt x="6276" y="130"/>
                    </a:cubicBezTo>
                    <a:cubicBezTo>
                      <a:pt x="6276" y="137"/>
                      <a:pt x="6277" y="146"/>
                      <a:pt x="6279" y="153"/>
                    </a:cubicBezTo>
                    <a:lnTo>
                      <a:pt x="5545" y="566"/>
                    </a:lnTo>
                    <a:lnTo>
                      <a:pt x="2950" y="566"/>
                    </a:lnTo>
                    <a:lnTo>
                      <a:pt x="2217" y="153"/>
                    </a:lnTo>
                    <a:cubicBezTo>
                      <a:pt x="2218" y="146"/>
                      <a:pt x="2220" y="138"/>
                      <a:pt x="2220" y="130"/>
                    </a:cubicBezTo>
                    <a:cubicBezTo>
                      <a:pt x="2220" y="58"/>
                      <a:pt x="2161" y="1"/>
                      <a:pt x="2091"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97"/>
              <p:cNvSpPr/>
              <p:nvPr/>
            </p:nvSpPr>
            <p:spPr>
              <a:xfrm>
                <a:off x="-3794680" y="4447695"/>
                <a:ext cx="866989" cy="428718"/>
              </a:xfrm>
              <a:custGeom>
                <a:rect b="b" l="l" r="r" t="t"/>
                <a:pathLst>
                  <a:path extrusionOk="0" h="4218" w="8530">
                    <a:moveTo>
                      <a:pt x="8075" y="0"/>
                    </a:moveTo>
                    <a:lnTo>
                      <a:pt x="448" y="11"/>
                    </a:lnTo>
                    <a:cubicBezTo>
                      <a:pt x="201" y="11"/>
                      <a:pt x="1" y="212"/>
                      <a:pt x="1" y="457"/>
                    </a:cubicBezTo>
                    <a:lnTo>
                      <a:pt x="2" y="864"/>
                    </a:lnTo>
                    <a:lnTo>
                      <a:pt x="7" y="3577"/>
                    </a:lnTo>
                    <a:lnTo>
                      <a:pt x="7" y="3772"/>
                    </a:lnTo>
                    <a:cubicBezTo>
                      <a:pt x="9" y="4017"/>
                      <a:pt x="210" y="4217"/>
                      <a:pt x="455" y="4217"/>
                    </a:cubicBezTo>
                    <a:lnTo>
                      <a:pt x="8082" y="4208"/>
                    </a:lnTo>
                    <a:cubicBezTo>
                      <a:pt x="8329" y="4207"/>
                      <a:pt x="8529" y="4006"/>
                      <a:pt x="8529" y="3761"/>
                    </a:cubicBezTo>
                    <a:lnTo>
                      <a:pt x="8529" y="3577"/>
                    </a:lnTo>
                    <a:lnTo>
                      <a:pt x="8524" y="864"/>
                    </a:lnTo>
                    <a:lnTo>
                      <a:pt x="8523" y="445"/>
                    </a:lnTo>
                    <a:cubicBezTo>
                      <a:pt x="8521" y="200"/>
                      <a:pt x="8320" y="0"/>
                      <a:pt x="8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97"/>
              <p:cNvSpPr/>
              <p:nvPr/>
            </p:nvSpPr>
            <p:spPr>
              <a:xfrm>
                <a:off x="-3594959" y="4317696"/>
                <a:ext cx="464800" cy="141788"/>
              </a:xfrm>
              <a:custGeom>
                <a:rect b="b" l="l" r="r" t="t"/>
                <a:pathLst>
                  <a:path extrusionOk="0" h="1395" w="4573">
                    <a:moveTo>
                      <a:pt x="130" y="1"/>
                    </a:moveTo>
                    <a:cubicBezTo>
                      <a:pt x="59" y="1"/>
                      <a:pt x="1" y="59"/>
                      <a:pt x="1" y="130"/>
                    </a:cubicBezTo>
                    <a:cubicBezTo>
                      <a:pt x="1" y="201"/>
                      <a:pt x="59" y="259"/>
                      <a:pt x="130" y="259"/>
                    </a:cubicBezTo>
                    <a:cubicBezTo>
                      <a:pt x="163" y="259"/>
                      <a:pt x="193" y="246"/>
                      <a:pt x="216" y="225"/>
                    </a:cubicBezTo>
                    <a:lnTo>
                      <a:pt x="2286" y="1394"/>
                    </a:lnTo>
                    <a:lnTo>
                      <a:pt x="4357" y="227"/>
                    </a:lnTo>
                    <a:cubicBezTo>
                      <a:pt x="4381" y="247"/>
                      <a:pt x="4409" y="260"/>
                      <a:pt x="4443" y="260"/>
                    </a:cubicBezTo>
                    <a:cubicBezTo>
                      <a:pt x="4515" y="260"/>
                      <a:pt x="4572" y="202"/>
                      <a:pt x="4572" y="131"/>
                    </a:cubicBezTo>
                    <a:cubicBezTo>
                      <a:pt x="4572" y="61"/>
                      <a:pt x="4516" y="1"/>
                      <a:pt x="4443" y="1"/>
                    </a:cubicBezTo>
                    <a:cubicBezTo>
                      <a:pt x="4372" y="1"/>
                      <a:pt x="4314" y="59"/>
                      <a:pt x="4314" y="130"/>
                    </a:cubicBezTo>
                    <a:cubicBezTo>
                      <a:pt x="4314" y="138"/>
                      <a:pt x="4315" y="146"/>
                      <a:pt x="4317" y="155"/>
                    </a:cubicBezTo>
                    <a:lnTo>
                      <a:pt x="2287" y="1298"/>
                    </a:lnTo>
                    <a:lnTo>
                      <a:pt x="256" y="155"/>
                    </a:lnTo>
                    <a:cubicBezTo>
                      <a:pt x="258" y="146"/>
                      <a:pt x="259" y="139"/>
                      <a:pt x="259" y="130"/>
                    </a:cubicBezTo>
                    <a:cubicBezTo>
                      <a:pt x="259" y="59"/>
                      <a:pt x="201" y="1"/>
                      <a:pt x="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97"/>
              <p:cNvSpPr/>
              <p:nvPr/>
            </p:nvSpPr>
            <p:spPr>
              <a:xfrm>
                <a:off x="-3718857" y="4375428"/>
                <a:ext cx="715037" cy="76637"/>
              </a:xfrm>
              <a:custGeom>
                <a:rect b="b" l="l" r="r" t="t"/>
                <a:pathLst>
                  <a:path extrusionOk="0" h="754" w="7035">
                    <a:moveTo>
                      <a:pt x="453" y="0"/>
                    </a:moveTo>
                    <a:cubicBezTo>
                      <a:pt x="204" y="0"/>
                      <a:pt x="1" y="203"/>
                      <a:pt x="1" y="453"/>
                    </a:cubicBezTo>
                    <a:lnTo>
                      <a:pt x="1" y="754"/>
                    </a:lnTo>
                    <a:lnTo>
                      <a:pt x="289" y="754"/>
                    </a:lnTo>
                    <a:lnTo>
                      <a:pt x="289" y="453"/>
                    </a:lnTo>
                    <a:cubicBezTo>
                      <a:pt x="289" y="363"/>
                      <a:pt x="363" y="289"/>
                      <a:pt x="453" y="289"/>
                    </a:cubicBezTo>
                    <a:lnTo>
                      <a:pt x="6582" y="289"/>
                    </a:lnTo>
                    <a:cubicBezTo>
                      <a:pt x="6673" y="289"/>
                      <a:pt x="6746" y="363"/>
                      <a:pt x="6746" y="453"/>
                    </a:cubicBezTo>
                    <a:lnTo>
                      <a:pt x="6746" y="754"/>
                    </a:lnTo>
                    <a:lnTo>
                      <a:pt x="7035" y="754"/>
                    </a:lnTo>
                    <a:lnTo>
                      <a:pt x="7035" y="453"/>
                    </a:lnTo>
                    <a:cubicBezTo>
                      <a:pt x="7035" y="203"/>
                      <a:pt x="6833" y="0"/>
                      <a:pt x="65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97"/>
              <p:cNvSpPr/>
              <p:nvPr/>
            </p:nvSpPr>
            <p:spPr>
              <a:xfrm>
                <a:off x="-3530000" y="4363021"/>
                <a:ext cx="338351" cy="54275"/>
              </a:xfrm>
              <a:custGeom>
                <a:rect b="b" l="l" r="r" t="t"/>
                <a:pathLst>
                  <a:path extrusionOk="0" h="290" w="3329">
                    <a:moveTo>
                      <a:pt x="1" y="0"/>
                    </a:moveTo>
                    <a:lnTo>
                      <a:pt x="1" y="289"/>
                    </a:lnTo>
                    <a:lnTo>
                      <a:pt x="3329" y="289"/>
                    </a:lnTo>
                    <a:lnTo>
                      <a:pt x="33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97"/>
              <p:cNvSpPr/>
              <p:nvPr/>
            </p:nvSpPr>
            <p:spPr>
              <a:xfrm>
                <a:off x="-3794579" y="4447797"/>
                <a:ext cx="866379" cy="88020"/>
              </a:xfrm>
              <a:custGeom>
                <a:rect b="b" l="l" r="r" t="t"/>
                <a:pathLst>
                  <a:path extrusionOk="0" h="866" w="8524">
                    <a:moveTo>
                      <a:pt x="8075" y="0"/>
                    </a:moveTo>
                    <a:lnTo>
                      <a:pt x="448" y="11"/>
                    </a:lnTo>
                    <a:cubicBezTo>
                      <a:pt x="201" y="11"/>
                      <a:pt x="1" y="212"/>
                      <a:pt x="1" y="457"/>
                    </a:cubicBezTo>
                    <a:lnTo>
                      <a:pt x="2" y="865"/>
                    </a:lnTo>
                    <a:lnTo>
                      <a:pt x="8523" y="865"/>
                    </a:lnTo>
                    <a:lnTo>
                      <a:pt x="8523" y="445"/>
                    </a:lnTo>
                    <a:cubicBezTo>
                      <a:pt x="8521" y="201"/>
                      <a:pt x="8320" y="0"/>
                      <a:pt x="8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97"/>
              <p:cNvSpPr/>
              <p:nvPr/>
            </p:nvSpPr>
            <p:spPr>
              <a:xfrm>
                <a:off x="-3679930" y="4464669"/>
                <a:ext cx="638198" cy="54276"/>
              </a:xfrm>
              <a:custGeom>
                <a:rect b="b" l="l" r="r" t="t"/>
                <a:pathLst>
                  <a:path extrusionOk="0" h="534" w="6279">
                    <a:moveTo>
                      <a:pt x="6278" y="1"/>
                    </a:moveTo>
                    <a:lnTo>
                      <a:pt x="1" y="9"/>
                    </a:lnTo>
                    <a:lnTo>
                      <a:pt x="1" y="533"/>
                    </a:lnTo>
                    <a:lnTo>
                      <a:pt x="6278" y="533"/>
                    </a:lnTo>
                    <a:lnTo>
                      <a:pt x="62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97"/>
              <p:cNvSpPr/>
              <p:nvPr/>
            </p:nvSpPr>
            <p:spPr>
              <a:xfrm>
                <a:off x="-3490068" y="4488555"/>
                <a:ext cx="430445" cy="6403"/>
              </a:xfrm>
              <a:custGeom>
                <a:rect b="b" l="l" r="r" t="t"/>
                <a:pathLst>
                  <a:path extrusionOk="0" h="63" w="4235">
                    <a:moveTo>
                      <a:pt x="32" y="1"/>
                    </a:moveTo>
                    <a:cubicBezTo>
                      <a:pt x="15" y="1"/>
                      <a:pt x="1" y="15"/>
                      <a:pt x="1" y="32"/>
                    </a:cubicBezTo>
                    <a:cubicBezTo>
                      <a:pt x="1" y="48"/>
                      <a:pt x="15" y="63"/>
                      <a:pt x="32" y="63"/>
                    </a:cubicBezTo>
                    <a:lnTo>
                      <a:pt x="4204" y="63"/>
                    </a:lnTo>
                    <a:cubicBezTo>
                      <a:pt x="4222" y="63"/>
                      <a:pt x="4235" y="48"/>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97"/>
              <p:cNvSpPr/>
              <p:nvPr/>
            </p:nvSpPr>
            <p:spPr>
              <a:xfrm>
                <a:off x="-3490068" y="4475545"/>
                <a:ext cx="430649" cy="6403"/>
              </a:xfrm>
              <a:custGeom>
                <a:rect b="b" l="l" r="r" t="t"/>
                <a:pathLst>
                  <a:path extrusionOk="0" h="63" w="4237">
                    <a:moveTo>
                      <a:pt x="32" y="1"/>
                    </a:moveTo>
                    <a:cubicBezTo>
                      <a:pt x="15" y="1"/>
                      <a:pt x="1" y="15"/>
                      <a:pt x="1" y="32"/>
                    </a:cubicBezTo>
                    <a:cubicBezTo>
                      <a:pt x="1" y="48"/>
                      <a:pt x="15" y="63"/>
                      <a:pt x="32" y="63"/>
                    </a:cubicBezTo>
                    <a:lnTo>
                      <a:pt x="4204" y="63"/>
                    </a:lnTo>
                    <a:cubicBezTo>
                      <a:pt x="4222" y="63"/>
                      <a:pt x="4236" y="51"/>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97"/>
              <p:cNvSpPr/>
              <p:nvPr/>
            </p:nvSpPr>
            <p:spPr>
              <a:xfrm>
                <a:off x="-3490068" y="4501565"/>
                <a:ext cx="430649" cy="6403"/>
              </a:xfrm>
              <a:custGeom>
                <a:rect b="b" l="l" r="r" t="t"/>
                <a:pathLst>
                  <a:path extrusionOk="0" h="63" w="4237">
                    <a:moveTo>
                      <a:pt x="32" y="1"/>
                    </a:moveTo>
                    <a:cubicBezTo>
                      <a:pt x="15" y="1"/>
                      <a:pt x="1" y="14"/>
                      <a:pt x="1" y="32"/>
                    </a:cubicBezTo>
                    <a:cubicBezTo>
                      <a:pt x="1" y="48"/>
                      <a:pt x="15" y="63"/>
                      <a:pt x="32" y="63"/>
                    </a:cubicBezTo>
                    <a:lnTo>
                      <a:pt x="4204" y="63"/>
                    </a:lnTo>
                    <a:cubicBezTo>
                      <a:pt x="4222" y="63"/>
                      <a:pt x="4236" y="48"/>
                      <a:pt x="4235" y="32"/>
                    </a:cubicBezTo>
                    <a:cubicBezTo>
                      <a:pt x="4235" y="14"/>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97"/>
              <p:cNvSpPr/>
              <p:nvPr/>
            </p:nvSpPr>
            <p:spPr>
              <a:xfrm>
                <a:off x="-3136466" y="4472800"/>
                <a:ext cx="6403" cy="46246"/>
              </a:xfrm>
              <a:custGeom>
                <a:rect b="b" l="l" r="r" t="t"/>
                <a:pathLst>
                  <a:path extrusionOk="0" h="455" w="63">
                    <a:moveTo>
                      <a:pt x="1" y="0"/>
                    </a:moveTo>
                    <a:lnTo>
                      <a:pt x="1" y="454"/>
                    </a:lnTo>
                    <a:lnTo>
                      <a:pt x="62" y="454"/>
                    </a:lnTo>
                    <a:lnTo>
                      <a:pt x="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97"/>
              <p:cNvSpPr/>
              <p:nvPr/>
            </p:nvSpPr>
            <p:spPr>
              <a:xfrm>
                <a:off x="-3656045" y="4473105"/>
                <a:ext cx="37302" cy="37302"/>
              </a:xfrm>
              <a:custGeom>
                <a:rect b="b" l="l" r="r" t="t"/>
                <a:pathLst>
                  <a:path extrusionOk="0" h="367" w="367">
                    <a:moveTo>
                      <a:pt x="184" y="0"/>
                    </a:moveTo>
                    <a:cubicBezTo>
                      <a:pt x="83" y="0"/>
                      <a:pt x="0" y="83"/>
                      <a:pt x="0" y="184"/>
                    </a:cubicBezTo>
                    <a:cubicBezTo>
                      <a:pt x="0" y="285"/>
                      <a:pt x="83"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97"/>
              <p:cNvSpPr/>
              <p:nvPr/>
            </p:nvSpPr>
            <p:spPr>
              <a:xfrm>
                <a:off x="-3637445" y="4473105"/>
                <a:ext cx="18702" cy="18702"/>
              </a:xfrm>
              <a:custGeom>
                <a:rect b="b" l="l" r="r" t="t"/>
                <a:pathLst>
                  <a:path extrusionOk="0" h="184" w="184">
                    <a:moveTo>
                      <a:pt x="1" y="0"/>
                    </a:moveTo>
                    <a:lnTo>
                      <a:pt x="1" y="184"/>
                    </a:lnTo>
                    <a:lnTo>
                      <a:pt x="183" y="184"/>
                    </a:lnTo>
                    <a:cubicBezTo>
                      <a:pt x="183" y="83"/>
                      <a:pt x="10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97"/>
              <p:cNvSpPr/>
              <p:nvPr/>
            </p:nvSpPr>
            <p:spPr>
              <a:xfrm>
                <a:off x="-3600550" y="4473105"/>
                <a:ext cx="37302" cy="37302"/>
              </a:xfrm>
              <a:custGeom>
                <a:rect b="b" l="l" r="r" t="t"/>
                <a:pathLst>
                  <a:path extrusionOk="0" h="367" w="367">
                    <a:moveTo>
                      <a:pt x="183" y="0"/>
                    </a:moveTo>
                    <a:cubicBezTo>
                      <a:pt x="82" y="0"/>
                      <a:pt x="0" y="83"/>
                      <a:pt x="0" y="184"/>
                    </a:cubicBezTo>
                    <a:cubicBezTo>
                      <a:pt x="0" y="285"/>
                      <a:pt x="82" y="367"/>
                      <a:pt x="183" y="367"/>
                    </a:cubicBezTo>
                    <a:cubicBezTo>
                      <a:pt x="285" y="367"/>
                      <a:pt x="366" y="285"/>
                      <a:pt x="366" y="184"/>
                    </a:cubicBezTo>
                    <a:cubicBezTo>
                      <a:pt x="366" y="83"/>
                      <a:pt x="285"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97"/>
              <p:cNvSpPr/>
              <p:nvPr/>
            </p:nvSpPr>
            <p:spPr>
              <a:xfrm>
                <a:off x="-3595163" y="4473207"/>
                <a:ext cx="26325" cy="18600"/>
              </a:xfrm>
              <a:custGeom>
                <a:rect b="b" l="l" r="r" t="t"/>
                <a:pathLst>
                  <a:path extrusionOk="0" h="183" w="259">
                    <a:moveTo>
                      <a:pt x="130" y="0"/>
                    </a:moveTo>
                    <a:cubicBezTo>
                      <a:pt x="83" y="0"/>
                      <a:pt x="36" y="18"/>
                      <a:pt x="1" y="54"/>
                    </a:cubicBezTo>
                    <a:lnTo>
                      <a:pt x="130" y="183"/>
                    </a:lnTo>
                    <a:lnTo>
                      <a:pt x="259" y="54"/>
                    </a:lnTo>
                    <a:cubicBezTo>
                      <a:pt x="223" y="18"/>
                      <a:pt x="176" y="0"/>
                      <a:pt x="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97"/>
              <p:cNvSpPr/>
              <p:nvPr/>
            </p:nvSpPr>
            <p:spPr>
              <a:xfrm>
                <a:off x="-3545258" y="4473105"/>
                <a:ext cx="37302" cy="37302"/>
              </a:xfrm>
              <a:custGeom>
                <a:rect b="b" l="l" r="r" t="t"/>
                <a:pathLst>
                  <a:path extrusionOk="0" h="367" w="367">
                    <a:moveTo>
                      <a:pt x="184" y="0"/>
                    </a:moveTo>
                    <a:cubicBezTo>
                      <a:pt x="82" y="0"/>
                      <a:pt x="1" y="83"/>
                      <a:pt x="1" y="184"/>
                    </a:cubicBezTo>
                    <a:cubicBezTo>
                      <a:pt x="1" y="285"/>
                      <a:pt x="82"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97"/>
              <p:cNvSpPr/>
              <p:nvPr/>
            </p:nvSpPr>
            <p:spPr>
              <a:xfrm>
                <a:off x="-3545360" y="4491706"/>
                <a:ext cx="18803" cy="18702"/>
              </a:xfrm>
              <a:custGeom>
                <a:rect b="b" l="l" r="r" t="t"/>
                <a:pathLst>
                  <a:path extrusionOk="0" h="184" w="185">
                    <a:moveTo>
                      <a:pt x="1" y="1"/>
                    </a:moveTo>
                    <a:cubicBezTo>
                      <a:pt x="1" y="103"/>
                      <a:pt x="84" y="184"/>
                      <a:pt x="185" y="184"/>
                    </a:cubicBezTo>
                    <a:lnTo>
                      <a:pt x="1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97"/>
              <p:cNvSpPr/>
              <p:nvPr/>
            </p:nvSpPr>
            <p:spPr>
              <a:xfrm>
                <a:off x="-3474924" y="4596193"/>
                <a:ext cx="227674" cy="280323"/>
              </a:xfrm>
              <a:custGeom>
                <a:rect b="b" l="l" r="r" t="t"/>
                <a:pathLst>
                  <a:path extrusionOk="0" h="2758" w="2240">
                    <a:moveTo>
                      <a:pt x="284" y="1"/>
                    </a:moveTo>
                    <a:cubicBezTo>
                      <a:pt x="126" y="1"/>
                      <a:pt x="0" y="129"/>
                      <a:pt x="0" y="285"/>
                    </a:cubicBezTo>
                    <a:lnTo>
                      <a:pt x="0" y="2757"/>
                    </a:lnTo>
                    <a:lnTo>
                      <a:pt x="2240" y="2757"/>
                    </a:lnTo>
                    <a:lnTo>
                      <a:pt x="2240" y="285"/>
                    </a:lnTo>
                    <a:cubicBezTo>
                      <a:pt x="2240" y="128"/>
                      <a:pt x="2112" y="1"/>
                      <a:pt x="19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97"/>
              <p:cNvSpPr/>
              <p:nvPr/>
            </p:nvSpPr>
            <p:spPr>
              <a:xfrm>
                <a:off x="-3458153" y="4612963"/>
                <a:ext cx="194132" cy="263553"/>
              </a:xfrm>
              <a:custGeom>
                <a:rect b="b" l="l" r="r" t="t"/>
                <a:pathLst>
                  <a:path extrusionOk="0" h="2593" w="1910">
                    <a:moveTo>
                      <a:pt x="0" y="1"/>
                    </a:moveTo>
                    <a:lnTo>
                      <a:pt x="0" y="2592"/>
                    </a:lnTo>
                    <a:lnTo>
                      <a:pt x="1910" y="2592"/>
                    </a:lnTo>
                    <a:lnTo>
                      <a:pt x="19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97"/>
              <p:cNvSpPr/>
              <p:nvPr/>
            </p:nvSpPr>
            <p:spPr>
              <a:xfrm>
                <a:off x="-3441789" y="4631259"/>
                <a:ext cx="161303" cy="93407"/>
              </a:xfrm>
              <a:custGeom>
                <a:rect b="b" l="l" r="r" t="t"/>
                <a:pathLst>
                  <a:path extrusionOk="0" h="919" w="1587">
                    <a:moveTo>
                      <a:pt x="0" y="0"/>
                    </a:moveTo>
                    <a:lnTo>
                      <a:pt x="0" y="919"/>
                    </a:lnTo>
                    <a:lnTo>
                      <a:pt x="1587" y="919"/>
                    </a:lnTo>
                    <a:lnTo>
                      <a:pt x="15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97"/>
              <p:cNvSpPr/>
              <p:nvPr/>
            </p:nvSpPr>
            <p:spPr>
              <a:xfrm>
                <a:off x="-3793969" y="4811265"/>
                <a:ext cx="866278" cy="65151"/>
              </a:xfrm>
              <a:custGeom>
                <a:rect b="b" l="l" r="r" t="t"/>
                <a:pathLst>
                  <a:path extrusionOk="0" h="641" w="8523">
                    <a:moveTo>
                      <a:pt x="0" y="0"/>
                    </a:moveTo>
                    <a:lnTo>
                      <a:pt x="0" y="195"/>
                    </a:lnTo>
                    <a:cubicBezTo>
                      <a:pt x="2" y="440"/>
                      <a:pt x="203" y="640"/>
                      <a:pt x="448" y="640"/>
                    </a:cubicBezTo>
                    <a:lnTo>
                      <a:pt x="8075" y="631"/>
                    </a:lnTo>
                    <a:cubicBezTo>
                      <a:pt x="8322" y="630"/>
                      <a:pt x="8522" y="429"/>
                      <a:pt x="8522" y="184"/>
                    </a:cubicBezTo>
                    <a:lnTo>
                      <a:pt x="85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97"/>
              <p:cNvSpPr/>
              <p:nvPr/>
            </p:nvSpPr>
            <p:spPr>
              <a:xfrm>
                <a:off x="-3773336" y="4511932"/>
                <a:ext cx="47466" cy="47568"/>
              </a:xfrm>
              <a:custGeom>
                <a:rect b="b" l="l" r="r" t="t"/>
                <a:pathLst>
                  <a:path extrusionOk="0" h="468" w="467">
                    <a:moveTo>
                      <a:pt x="234" y="0"/>
                    </a:moveTo>
                    <a:cubicBezTo>
                      <a:pt x="105" y="0"/>
                      <a:pt x="0" y="105"/>
                      <a:pt x="0" y="234"/>
                    </a:cubicBezTo>
                    <a:cubicBezTo>
                      <a:pt x="0" y="362"/>
                      <a:pt x="105" y="468"/>
                      <a:pt x="234" y="468"/>
                    </a:cubicBezTo>
                    <a:cubicBezTo>
                      <a:pt x="363" y="468"/>
                      <a:pt x="467" y="362"/>
                      <a:pt x="467" y="234"/>
                    </a:cubicBezTo>
                    <a:cubicBezTo>
                      <a:pt x="467"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97"/>
              <p:cNvSpPr/>
              <p:nvPr/>
            </p:nvSpPr>
            <p:spPr>
              <a:xfrm>
                <a:off x="-3766425" y="4518945"/>
                <a:ext cx="33643" cy="33643"/>
              </a:xfrm>
              <a:custGeom>
                <a:rect b="b" l="l" r="r" t="t"/>
                <a:pathLst>
                  <a:path extrusionOk="0" h="331" w="331">
                    <a:moveTo>
                      <a:pt x="166" y="0"/>
                    </a:moveTo>
                    <a:cubicBezTo>
                      <a:pt x="74" y="0"/>
                      <a:pt x="0" y="73"/>
                      <a:pt x="0" y="165"/>
                    </a:cubicBezTo>
                    <a:cubicBezTo>
                      <a:pt x="0" y="256"/>
                      <a:pt x="74" y="330"/>
                      <a:pt x="166" y="330"/>
                    </a:cubicBezTo>
                    <a:cubicBezTo>
                      <a:pt x="256" y="330"/>
                      <a:pt x="331" y="256"/>
                      <a:pt x="331" y="165"/>
                    </a:cubicBezTo>
                    <a:cubicBezTo>
                      <a:pt x="331" y="73"/>
                      <a:pt x="256"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97"/>
              <p:cNvSpPr/>
              <p:nvPr/>
            </p:nvSpPr>
            <p:spPr>
              <a:xfrm>
                <a:off x="-3770084"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97"/>
              <p:cNvSpPr/>
              <p:nvPr/>
            </p:nvSpPr>
            <p:spPr>
              <a:xfrm>
                <a:off x="-3759513"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2" y="2194"/>
                      <a:pt x="2194" y="1703"/>
                      <a:pt x="2194" y="1098"/>
                    </a:cubicBezTo>
                    <a:cubicBezTo>
                      <a:pt x="2194" y="492"/>
                      <a:pt x="1702"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97"/>
              <p:cNvSpPr/>
              <p:nvPr/>
            </p:nvSpPr>
            <p:spPr>
              <a:xfrm>
                <a:off x="-3689890" y="4635629"/>
                <a:ext cx="83751" cy="83853"/>
              </a:xfrm>
              <a:custGeom>
                <a:rect b="b" l="l" r="r" t="t"/>
                <a:pathLst>
                  <a:path extrusionOk="0" h="825" w="824">
                    <a:moveTo>
                      <a:pt x="413" y="1"/>
                    </a:moveTo>
                    <a:cubicBezTo>
                      <a:pt x="184" y="1"/>
                      <a:pt x="1" y="186"/>
                      <a:pt x="1" y="413"/>
                    </a:cubicBezTo>
                    <a:cubicBezTo>
                      <a:pt x="1" y="640"/>
                      <a:pt x="184"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97"/>
              <p:cNvSpPr/>
              <p:nvPr/>
            </p:nvSpPr>
            <p:spPr>
              <a:xfrm>
                <a:off x="-2996407" y="4511932"/>
                <a:ext cx="47568" cy="47568"/>
              </a:xfrm>
              <a:custGeom>
                <a:rect b="b" l="l" r="r" t="t"/>
                <a:pathLst>
                  <a:path extrusionOk="0" h="468" w="468">
                    <a:moveTo>
                      <a:pt x="234" y="0"/>
                    </a:moveTo>
                    <a:cubicBezTo>
                      <a:pt x="105" y="0"/>
                      <a:pt x="0" y="105"/>
                      <a:pt x="0" y="234"/>
                    </a:cubicBezTo>
                    <a:cubicBezTo>
                      <a:pt x="0" y="362"/>
                      <a:pt x="105" y="468"/>
                      <a:pt x="234" y="468"/>
                    </a:cubicBezTo>
                    <a:cubicBezTo>
                      <a:pt x="363" y="468"/>
                      <a:pt x="468" y="362"/>
                      <a:pt x="468" y="234"/>
                    </a:cubicBezTo>
                    <a:cubicBezTo>
                      <a:pt x="468"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97"/>
              <p:cNvSpPr/>
              <p:nvPr/>
            </p:nvSpPr>
            <p:spPr>
              <a:xfrm>
                <a:off x="-2989496" y="4518945"/>
                <a:ext cx="33643" cy="33643"/>
              </a:xfrm>
              <a:custGeom>
                <a:rect b="b" l="l" r="r" t="t"/>
                <a:pathLst>
                  <a:path extrusionOk="0" h="331" w="331">
                    <a:moveTo>
                      <a:pt x="166" y="0"/>
                    </a:moveTo>
                    <a:cubicBezTo>
                      <a:pt x="75" y="0"/>
                      <a:pt x="0" y="73"/>
                      <a:pt x="0" y="165"/>
                    </a:cubicBezTo>
                    <a:cubicBezTo>
                      <a:pt x="0" y="256"/>
                      <a:pt x="75" y="330"/>
                      <a:pt x="166" y="330"/>
                    </a:cubicBezTo>
                    <a:cubicBezTo>
                      <a:pt x="257" y="330"/>
                      <a:pt x="331" y="256"/>
                      <a:pt x="331" y="165"/>
                    </a:cubicBezTo>
                    <a:cubicBezTo>
                      <a:pt x="331" y="73"/>
                      <a:pt x="257"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97"/>
              <p:cNvSpPr/>
              <p:nvPr/>
            </p:nvSpPr>
            <p:spPr>
              <a:xfrm>
                <a:off x="-3196229"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97"/>
              <p:cNvSpPr/>
              <p:nvPr/>
            </p:nvSpPr>
            <p:spPr>
              <a:xfrm>
                <a:off x="-3185659"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3" y="2194"/>
                      <a:pt x="2194" y="1703"/>
                      <a:pt x="2194" y="1098"/>
                    </a:cubicBezTo>
                    <a:cubicBezTo>
                      <a:pt x="2194" y="492"/>
                      <a:pt x="1703"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97"/>
              <p:cNvSpPr/>
              <p:nvPr/>
            </p:nvSpPr>
            <p:spPr>
              <a:xfrm>
                <a:off x="-3116036" y="4635629"/>
                <a:ext cx="83751" cy="83853"/>
              </a:xfrm>
              <a:custGeom>
                <a:rect b="b" l="l" r="r" t="t"/>
                <a:pathLst>
                  <a:path extrusionOk="0" h="825" w="824">
                    <a:moveTo>
                      <a:pt x="413" y="1"/>
                    </a:moveTo>
                    <a:cubicBezTo>
                      <a:pt x="186" y="1"/>
                      <a:pt x="1" y="186"/>
                      <a:pt x="1" y="413"/>
                    </a:cubicBezTo>
                    <a:cubicBezTo>
                      <a:pt x="1" y="640"/>
                      <a:pt x="186"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97"/>
              <p:cNvSpPr/>
              <p:nvPr/>
            </p:nvSpPr>
            <p:spPr>
              <a:xfrm>
                <a:off x="-3400219" y="4700171"/>
                <a:ext cx="78161" cy="24089"/>
              </a:xfrm>
              <a:custGeom>
                <a:rect b="b" l="l" r="r" t="t"/>
                <a:pathLst>
                  <a:path extrusionOk="0" h="237" w="769">
                    <a:moveTo>
                      <a:pt x="228" y="0"/>
                    </a:moveTo>
                    <a:cubicBezTo>
                      <a:pt x="159" y="0"/>
                      <a:pt x="94" y="41"/>
                      <a:pt x="63" y="104"/>
                    </a:cubicBezTo>
                    <a:lnTo>
                      <a:pt x="0" y="237"/>
                    </a:lnTo>
                    <a:lnTo>
                      <a:pt x="769" y="237"/>
                    </a:lnTo>
                    <a:lnTo>
                      <a:pt x="706" y="104"/>
                    </a:lnTo>
                    <a:cubicBezTo>
                      <a:pt x="676" y="41"/>
                      <a:pt x="611" y="0"/>
                      <a:pt x="5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97"/>
              <p:cNvSpPr/>
              <p:nvPr/>
            </p:nvSpPr>
            <p:spPr>
              <a:xfrm>
                <a:off x="-3427458" y="4657990"/>
                <a:ext cx="31407" cy="31305"/>
              </a:xfrm>
              <a:custGeom>
                <a:rect b="b" l="l" r="r" t="t"/>
                <a:pathLst>
                  <a:path extrusionOk="0" h="308" w="309">
                    <a:moveTo>
                      <a:pt x="155" y="82"/>
                    </a:moveTo>
                    <a:cubicBezTo>
                      <a:pt x="194" y="82"/>
                      <a:pt x="226" y="114"/>
                      <a:pt x="226" y="152"/>
                    </a:cubicBezTo>
                    <a:cubicBezTo>
                      <a:pt x="226" y="193"/>
                      <a:pt x="195" y="224"/>
                      <a:pt x="155" y="224"/>
                    </a:cubicBezTo>
                    <a:cubicBezTo>
                      <a:pt x="116" y="224"/>
                      <a:pt x="83" y="192"/>
                      <a:pt x="83" y="152"/>
                    </a:cubicBezTo>
                    <a:cubicBezTo>
                      <a:pt x="83" y="114"/>
                      <a:pt x="116" y="82"/>
                      <a:pt x="155" y="82"/>
                    </a:cubicBezTo>
                    <a:close/>
                    <a:moveTo>
                      <a:pt x="155" y="1"/>
                    </a:moveTo>
                    <a:cubicBezTo>
                      <a:pt x="71" y="1"/>
                      <a:pt x="1" y="69"/>
                      <a:pt x="1" y="153"/>
                    </a:cubicBezTo>
                    <a:cubicBezTo>
                      <a:pt x="1" y="239"/>
                      <a:pt x="71" y="307"/>
                      <a:pt x="155" y="307"/>
                    </a:cubicBezTo>
                    <a:cubicBezTo>
                      <a:pt x="240" y="307"/>
                      <a:pt x="308" y="239"/>
                      <a:pt x="308" y="153"/>
                    </a:cubicBezTo>
                    <a:cubicBezTo>
                      <a:pt x="308" y="69"/>
                      <a:pt x="240"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97"/>
              <p:cNvSpPr/>
              <p:nvPr/>
            </p:nvSpPr>
            <p:spPr>
              <a:xfrm>
                <a:off x="-3326226" y="4657990"/>
                <a:ext cx="31407" cy="31305"/>
              </a:xfrm>
              <a:custGeom>
                <a:rect b="b" l="l" r="r" t="t"/>
                <a:pathLst>
                  <a:path extrusionOk="0" h="308" w="309">
                    <a:moveTo>
                      <a:pt x="154" y="82"/>
                    </a:moveTo>
                    <a:cubicBezTo>
                      <a:pt x="193" y="82"/>
                      <a:pt x="226" y="114"/>
                      <a:pt x="226" y="152"/>
                    </a:cubicBezTo>
                    <a:cubicBezTo>
                      <a:pt x="226" y="193"/>
                      <a:pt x="195" y="224"/>
                      <a:pt x="154" y="224"/>
                    </a:cubicBezTo>
                    <a:cubicBezTo>
                      <a:pt x="115" y="224"/>
                      <a:pt x="83" y="192"/>
                      <a:pt x="83" y="152"/>
                    </a:cubicBezTo>
                    <a:cubicBezTo>
                      <a:pt x="83" y="114"/>
                      <a:pt x="115" y="82"/>
                      <a:pt x="154" y="82"/>
                    </a:cubicBezTo>
                    <a:close/>
                    <a:moveTo>
                      <a:pt x="154" y="1"/>
                    </a:moveTo>
                    <a:cubicBezTo>
                      <a:pt x="69" y="1"/>
                      <a:pt x="1" y="69"/>
                      <a:pt x="1" y="153"/>
                    </a:cubicBezTo>
                    <a:cubicBezTo>
                      <a:pt x="1" y="239"/>
                      <a:pt x="71" y="307"/>
                      <a:pt x="154" y="307"/>
                    </a:cubicBezTo>
                    <a:cubicBezTo>
                      <a:pt x="238" y="307"/>
                      <a:pt x="308" y="239"/>
                      <a:pt x="308" y="153"/>
                    </a:cubicBezTo>
                    <a:cubicBezTo>
                      <a:pt x="308" y="69"/>
                      <a:pt x="240" y="1"/>
                      <a:pt x="1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97"/>
              <p:cNvSpPr/>
              <p:nvPr/>
            </p:nvSpPr>
            <p:spPr>
              <a:xfrm>
                <a:off x="-3393511" y="4658092"/>
                <a:ext cx="64745" cy="31102"/>
              </a:xfrm>
              <a:custGeom>
                <a:rect b="b" l="l" r="r" t="t"/>
                <a:pathLst>
                  <a:path extrusionOk="0" h="306" w="637">
                    <a:moveTo>
                      <a:pt x="2" y="1"/>
                    </a:moveTo>
                    <a:cubicBezTo>
                      <a:pt x="36" y="42"/>
                      <a:pt x="57" y="95"/>
                      <a:pt x="57" y="151"/>
                    </a:cubicBezTo>
                    <a:cubicBezTo>
                      <a:pt x="57" y="210"/>
                      <a:pt x="36" y="264"/>
                      <a:pt x="0" y="305"/>
                    </a:cubicBezTo>
                    <a:lnTo>
                      <a:pt x="637" y="305"/>
                    </a:lnTo>
                    <a:cubicBezTo>
                      <a:pt x="602" y="264"/>
                      <a:pt x="580" y="210"/>
                      <a:pt x="580" y="151"/>
                    </a:cubicBezTo>
                    <a:cubicBezTo>
                      <a:pt x="580" y="94"/>
                      <a:pt x="600" y="42"/>
                      <a:pt x="6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97"/>
              <p:cNvSpPr/>
              <p:nvPr/>
            </p:nvSpPr>
            <p:spPr>
              <a:xfrm>
                <a:off x="-338273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97"/>
              <p:cNvSpPr/>
              <p:nvPr/>
            </p:nvSpPr>
            <p:spPr>
              <a:xfrm>
                <a:off x="-3411704"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97"/>
              <p:cNvSpPr/>
              <p:nvPr/>
            </p:nvSpPr>
            <p:spPr>
              <a:xfrm>
                <a:off x="-335356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97"/>
              <p:cNvSpPr/>
              <p:nvPr/>
            </p:nvSpPr>
            <p:spPr>
              <a:xfrm>
                <a:off x="-3324600"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97"/>
              <p:cNvSpPr/>
              <p:nvPr/>
            </p:nvSpPr>
            <p:spPr>
              <a:xfrm>
                <a:off x="-3295429" y="4738795"/>
                <a:ext cx="14535" cy="38522"/>
              </a:xfrm>
              <a:custGeom>
                <a:rect b="b" l="l" r="r" t="t"/>
                <a:pathLst>
                  <a:path extrusionOk="0" h="379" w="143">
                    <a:moveTo>
                      <a:pt x="0" y="0"/>
                    </a:moveTo>
                    <a:lnTo>
                      <a:pt x="0" y="379"/>
                    </a:lnTo>
                    <a:lnTo>
                      <a:pt x="142" y="379"/>
                    </a:lnTo>
                    <a:lnTo>
                      <a:pt x="1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97"/>
              <p:cNvSpPr/>
              <p:nvPr/>
            </p:nvSpPr>
            <p:spPr>
              <a:xfrm>
                <a:off x="-3440773"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97"/>
              <p:cNvSpPr/>
              <p:nvPr/>
            </p:nvSpPr>
            <p:spPr>
              <a:xfrm>
                <a:off x="-3714080" y="4876315"/>
                <a:ext cx="67184" cy="29374"/>
              </a:xfrm>
              <a:custGeom>
                <a:rect b="b" l="l" r="r" t="t"/>
                <a:pathLst>
                  <a:path extrusionOk="0" h="289" w="661">
                    <a:moveTo>
                      <a:pt x="0" y="0"/>
                    </a:moveTo>
                    <a:lnTo>
                      <a:pt x="0" y="50"/>
                    </a:lnTo>
                    <a:cubicBezTo>
                      <a:pt x="0" y="181"/>
                      <a:pt x="107" y="288"/>
                      <a:pt x="239" y="288"/>
                    </a:cubicBezTo>
                    <a:lnTo>
                      <a:pt x="421" y="288"/>
                    </a:lnTo>
                    <a:cubicBezTo>
                      <a:pt x="555" y="288"/>
                      <a:pt x="661" y="182"/>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97"/>
              <p:cNvSpPr/>
              <p:nvPr/>
            </p:nvSpPr>
            <p:spPr>
              <a:xfrm>
                <a:off x="-3075279" y="4876315"/>
                <a:ext cx="67184" cy="29374"/>
              </a:xfrm>
              <a:custGeom>
                <a:rect b="b" l="l" r="r" t="t"/>
                <a:pathLst>
                  <a:path extrusionOk="0" h="289" w="661">
                    <a:moveTo>
                      <a:pt x="0" y="0"/>
                    </a:moveTo>
                    <a:lnTo>
                      <a:pt x="0" y="50"/>
                    </a:lnTo>
                    <a:cubicBezTo>
                      <a:pt x="0" y="182"/>
                      <a:pt x="107" y="288"/>
                      <a:pt x="239" y="288"/>
                    </a:cubicBezTo>
                    <a:lnTo>
                      <a:pt x="421" y="288"/>
                    </a:lnTo>
                    <a:cubicBezTo>
                      <a:pt x="553" y="288"/>
                      <a:pt x="661" y="181"/>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97"/>
              <p:cNvSpPr/>
              <p:nvPr/>
            </p:nvSpPr>
            <p:spPr>
              <a:xfrm>
                <a:off x="-3447075" y="4828646"/>
                <a:ext cx="171873" cy="10875"/>
              </a:xfrm>
              <a:custGeom>
                <a:rect b="b" l="l" r="r" t="t"/>
                <a:pathLst>
                  <a:path extrusionOk="0" h="107" w="1691">
                    <a:moveTo>
                      <a:pt x="44" y="1"/>
                    </a:moveTo>
                    <a:cubicBezTo>
                      <a:pt x="19" y="1"/>
                      <a:pt x="1" y="20"/>
                      <a:pt x="1" y="45"/>
                    </a:cubicBezTo>
                    <a:lnTo>
                      <a:pt x="1" y="63"/>
                    </a:lnTo>
                    <a:cubicBezTo>
                      <a:pt x="1" y="87"/>
                      <a:pt x="19" y="107"/>
                      <a:pt x="44" y="107"/>
                    </a:cubicBezTo>
                    <a:lnTo>
                      <a:pt x="1647" y="107"/>
                    </a:lnTo>
                    <a:cubicBezTo>
                      <a:pt x="1671" y="107"/>
                      <a:pt x="1690" y="87"/>
                      <a:pt x="1690" y="63"/>
                    </a:cubicBezTo>
                    <a:lnTo>
                      <a:pt x="1690" y="45"/>
                    </a:lnTo>
                    <a:cubicBezTo>
                      <a:pt x="1690" y="20"/>
                      <a:pt x="1672" y="1"/>
                      <a:pt x="16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97"/>
              <p:cNvSpPr/>
              <p:nvPr/>
            </p:nvSpPr>
            <p:spPr>
              <a:xfrm>
                <a:off x="-3447075" y="4849990"/>
                <a:ext cx="171873" cy="10774"/>
              </a:xfrm>
              <a:custGeom>
                <a:rect b="b" l="l" r="r" t="t"/>
                <a:pathLst>
                  <a:path extrusionOk="0" h="106" w="1691">
                    <a:moveTo>
                      <a:pt x="44" y="0"/>
                    </a:moveTo>
                    <a:cubicBezTo>
                      <a:pt x="19" y="0"/>
                      <a:pt x="1" y="19"/>
                      <a:pt x="1" y="44"/>
                    </a:cubicBezTo>
                    <a:lnTo>
                      <a:pt x="1" y="62"/>
                    </a:lnTo>
                    <a:cubicBezTo>
                      <a:pt x="1" y="86"/>
                      <a:pt x="19" y="105"/>
                      <a:pt x="44" y="105"/>
                    </a:cubicBezTo>
                    <a:lnTo>
                      <a:pt x="1647" y="105"/>
                    </a:lnTo>
                    <a:cubicBezTo>
                      <a:pt x="1671" y="105"/>
                      <a:pt x="1690" y="86"/>
                      <a:pt x="1690" y="62"/>
                    </a:cubicBezTo>
                    <a:lnTo>
                      <a:pt x="1690" y="44"/>
                    </a:lnTo>
                    <a:cubicBezTo>
                      <a:pt x="1690" y="21"/>
                      <a:pt x="1672" y="0"/>
                      <a:pt x="16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97"/>
            <p:cNvGrpSpPr/>
            <p:nvPr/>
          </p:nvGrpSpPr>
          <p:grpSpPr>
            <a:xfrm>
              <a:off x="1174565" y="4702860"/>
              <a:ext cx="261189" cy="248344"/>
              <a:chOff x="5164484" y="526738"/>
              <a:chExt cx="133266" cy="126713"/>
            </a:xfrm>
          </p:grpSpPr>
          <p:sp>
            <p:nvSpPr>
              <p:cNvPr id="7688" name="Google Shape;7688;p97"/>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97"/>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7690" name="Shape 7690"/>
        <p:cNvGrpSpPr/>
        <p:nvPr/>
      </p:nvGrpSpPr>
      <p:grpSpPr>
        <a:xfrm>
          <a:off x="0" y="0"/>
          <a:ext cx="0" cy="0"/>
          <a:chOff x="0" y="0"/>
          <a:chExt cx="0" cy="0"/>
        </a:xfrm>
      </p:grpSpPr>
      <p:sp>
        <p:nvSpPr>
          <p:cNvPr id="7691" name="Google Shape;7691;p98"/>
          <p:cNvSpPr txBox="1"/>
          <p:nvPr>
            <p:ph hasCustomPrompt="1" type="title"/>
          </p:nvPr>
        </p:nvSpPr>
        <p:spPr>
          <a:xfrm>
            <a:off x="969300" y="1005788"/>
            <a:ext cx="3602700" cy="7314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500">
                <a:solidFill>
                  <a:schemeClr val="lt2"/>
                </a:solidFill>
              </a:defRPr>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7692" name="Google Shape;7692;p98"/>
          <p:cNvSpPr txBox="1"/>
          <p:nvPr>
            <p:ph idx="1" type="subTitle"/>
          </p:nvPr>
        </p:nvSpPr>
        <p:spPr>
          <a:xfrm>
            <a:off x="969300" y="1737188"/>
            <a:ext cx="3602700" cy="365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2400"/>
              <a:buNone/>
              <a:defRPr>
                <a:solidFill>
                  <a:schemeClr val="dk1"/>
                </a:solidFill>
              </a:defRPr>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None/>
              <a:defRPr sz="2100">
                <a:solidFill>
                  <a:schemeClr val="dk1"/>
                </a:solidFill>
              </a:defRPr>
            </a:lvl4pPr>
            <a:lvl5pPr lvl="4" algn="ctr">
              <a:lnSpc>
                <a:spcPct val="100000"/>
              </a:lnSpc>
              <a:spcBef>
                <a:spcPts val="0"/>
              </a:spcBef>
              <a:spcAft>
                <a:spcPts val="0"/>
              </a:spcAft>
              <a:buClr>
                <a:schemeClr val="dk1"/>
              </a:buClr>
              <a:buSzPts val="2100"/>
              <a:buNone/>
              <a:defRPr sz="2100">
                <a:solidFill>
                  <a:schemeClr val="dk1"/>
                </a:solidFill>
              </a:defRPr>
            </a:lvl5pPr>
            <a:lvl6pPr lvl="5" algn="ctr">
              <a:lnSpc>
                <a:spcPct val="100000"/>
              </a:lnSpc>
              <a:spcBef>
                <a:spcPts val="0"/>
              </a:spcBef>
              <a:spcAft>
                <a:spcPts val="0"/>
              </a:spcAft>
              <a:buClr>
                <a:schemeClr val="dk1"/>
              </a:buClr>
              <a:buSzPts val="2100"/>
              <a:buNone/>
              <a:defRPr sz="2100">
                <a:solidFill>
                  <a:schemeClr val="dk1"/>
                </a:solidFill>
              </a:defRPr>
            </a:lvl6pPr>
            <a:lvl7pPr lvl="6" algn="ctr">
              <a:lnSpc>
                <a:spcPct val="100000"/>
              </a:lnSpc>
              <a:spcBef>
                <a:spcPts val="0"/>
              </a:spcBef>
              <a:spcAft>
                <a:spcPts val="0"/>
              </a:spcAft>
              <a:buClr>
                <a:schemeClr val="dk1"/>
              </a:buClr>
              <a:buSzPts val="2100"/>
              <a:buNone/>
              <a:defRPr sz="2100">
                <a:solidFill>
                  <a:schemeClr val="dk1"/>
                </a:solidFill>
              </a:defRPr>
            </a:lvl7pPr>
            <a:lvl8pPr lvl="7" algn="ctr">
              <a:lnSpc>
                <a:spcPct val="100000"/>
              </a:lnSpc>
              <a:spcBef>
                <a:spcPts val="0"/>
              </a:spcBef>
              <a:spcAft>
                <a:spcPts val="0"/>
              </a:spcAft>
              <a:buClr>
                <a:schemeClr val="dk1"/>
              </a:buClr>
              <a:buSzPts val="2100"/>
              <a:buNone/>
              <a:defRPr sz="2100">
                <a:solidFill>
                  <a:schemeClr val="dk1"/>
                </a:solidFill>
              </a:defRPr>
            </a:lvl8pPr>
            <a:lvl9pPr lvl="8" algn="ctr">
              <a:lnSpc>
                <a:spcPct val="100000"/>
              </a:lnSpc>
              <a:spcBef>
                <a:spcPts val="0"/>
              </a:spcBef>
              <a:spcAft>
                <a:spcPts val="0"/>
              </a:spcAft>
              <a:buClr>
                <a:schemeClr val="dk1"/>
              </a:buClr>
              <a:buSzPts val="2100"/>
              <a:buNone/>
              <a:defRPr sz="2100">
                <a:solidFill>
                  <a:schemeClr val="dk1"/>
                </a:solidFill>
              </a:defRPr>
            </a:lvl9pPr>
          </a:lstStyle>
          <a:p/>
        </p:txBody>
      </p:sp>
      <p:sp>
        <p:nvSpPr>
          <p:cNvPr id="7693" name="Google Shape;7693;p98"/>
          <p:cNvSpPr txBox="1"/>
          <p:nvPr>
            <p:ph hasCustomPrompt="1" idx="2" type="title"/>
          </p:nvPr>
        </p:nvSpPr>
        <p:spPr>
          <a:xfrm>
            <a:off x="4572000" y="1005781"/>
            <a:ext cx="3602700" cy="7314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500">
                <a:solidFill>
                  <a:schemeClr val="accent5"/>
                </a:solidFill>
              </a:defRPr>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7694" name="Google Shape;7694;p98"/>
          <p:cNvSpPr txBox="1"/>
          <p:nvPr>
            <p:ph idx="3" type="subTitle"/>
          </p:nvPr>
        </p:nvSpPr>
        <p:spPr>
          <a:xfrm>
            <a:off x="4572000" y="1739753"/>
            <a:ext cx="3602700" cy="365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2400"/>
              <a:buNone/>
              <a:defRPr>
                <a:solidFill>
                  <a:schemeClr val="dk1"/>
                </a:solidFill>
              </a:defRPr>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None/>
              <a:defRPr sz="2100">
                <a:solidFill>
                  <a:schemeClr val="dk1"/>
                </a:solidFill>
              </a:defRPr>
            </a:lvl4pPr>
            <a:lvl5pPr lvl="4" algn="ctr">
              <a:lnSpc>
                <a:spcPct val="100000"/>
              </a:lnSpc>
              <a:spcBef>
                <a:spcPts val="0"/>
              </a:spcBef>
              <a:spcAft>
                <a:spcPts val="0"/>
              </a:spcAft>
              <a:buClr>
                <a:schemeClr val="dk1"/>
              </a:buClr>
              <a:buSzPts val="2100"/>
              <a:buNone/>
              <a:defRPr sz="2100">
                <a:solidFill>
                  <a:schemeClr val="dk1"/>
                </a:solidFill>
              </a:defRPr>
            </a:lvl5pPr>
            <a:lvl6pPr lvl="5" algn="ctr">
              <a:lnSpc>
                <a:spcPct val="100000"/>
              </a:lnSpc>
              <a:spcBef>
                <a:spcPts val="0"/>
              </a:spcBef>
              <a:spcAft>
                <a:spcPts val="0"/>
              </a:spcAft>
              <a:buClr>
                <a:schemeClr val="dk1"/>
              </a:buClr>
              <a:buSzPts val="2100"/>
              <a:buNone/>
              <a:defRPr sz="2100">
                <a:solidFill>
                  <a:schemeClr val="dk1"/>
                </a:solidFill>
              </a:defRPr>
            </a:lvl6pPr>
            <a:lvl7pPr lvl="6" algn="ctr">
              <a:lnSpc>
                <a:spcPct val="100000"/>
              </a:lnSpc>
              <a:spcBef>
                <a:spcPts val="0"/>
              </a:spcBef>
              <a:spcAft>
                <a:spcPts val="0"/>
              </a:spcAft>
              <a:buClr>
                <a:schemeClr val="dk1"/>
              </a:buClr>
              <a:buSzPts val="2100"/>
              <a:buNone/>
              <a:defRPr sz="2100">
                <a:solidFill>
                  <a:schemeClr val="dk1"/>
                </a:solidFill>
              </a:defRPr>
            </a:lvl7pPr>
            <a:lvl8pPr lvl="7" algn="ctr">
              <a:lnSpc>
                <a:spcPct val="100000"/>
              </a:lnSpc>
              <a:spcBef>
                <a:spcPts val="0"/>
              </a:spcBef>
              <a:spcAft>
                <a:spcPts val="0"/>
              </a:spcAft>
              <a:buClr>
                <a:schemeClr val="dk1"/>
              </a:buClr>
              <a:buSzPts val="2100"/>
              <a:buNone/>
              <a:defRPr sz="2100">
                <a:solidFill>
                  <a:schemeClr val="dk1"/>
                </a:solidFill>
              </a:defRPr>
            </a:lvl8pPr>
            <a:lvl9pPr lvl="8" algn="ctr">
              <a:lnSpc>
                <a:spcPct val="100000"/>
              </a:lnSpc>
              <a:spcBef>
                <a:spcPts val="0"/>
              </a:spcBef>
              <a:spcAft>
                <a:spcPts val="0"/>
              </a:spcAft>
              <a:buClr>
                <a:schemeClr val="dk1"/>
              </a:buClr>
              <a:buSzPts val="2100"/>
              <a:buNone/>
              <a:defRPr sz="2100">
                <a:solidFill>
                  <a:schemeClr val="dk1"/>
                </a:solidFill>
              </a:defRPr>
            </a:lvl9pPr>
          </a:lstStyle>
          <a:p/>
        </p:txBody>
      </p:sp>
      <p:sp>
        <p:nvSpPr>
          <p:cNvPr id="7695" name="Google Shape;7695;p98"/>
          <p:cNvSpPr txBox="1"/>
          <p:nvPr>
            <p:ph hasCustomPrompt="1" idx="4" type="title"/>
          </p:nvPr>
        </p:nvSpPr>
        <p:spPr>
          <a:xfrm>
            <a:off x="2770650" y="3036750"/>
            <a:ext cx="3602700" cy="7314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500">
                <a:solidFill>
                  <a:schemeClr val="accent2"/>
                </a:solidFill>
              </a:defRPr>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7696" name="Google Shape;7696;p98"/>
          <p:cNvSpPr txBox="1"/>
          <p:nvPr>
            <p:ph idx="5" type="subTitle"/>
          </p:nvPr>
        </p:nvSpPr>
        <p:spPr>
          <a:xfrm>
            <a:off x="2770650" y="3773293"/>
            <a:ext cx="3602700" cy="365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2400"/>
              <a:buNone/>
              <a:defRPr>
                <a:solidFill>
                  <a:schemeClr val="dk1"/>
                </a:solidFill>
              </a:defRPr>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None/>
              <a:defRPr sz="2100">
                <a:solidFill>
                  <a:schemeClr val="dk1"/>
                </a:solidFill>
              </a:defRPr>
            </a:lvl4pPr>
            <a:lvl5pPr lvl="4" algn="ctr">
              <a:lnSpc>
                <a:spcPct val="100000"/>
              </a:lnSpc>
              <a:spcBef>
                <a:spcPts val="0"/>
              </a:spcBef>
              <a:spcAft>
                <a:spcPts val="0"/>
              </a:spcAft>
              <a:buClr>
                <a:schemeClr val="dk1"/>
              </a:buClr>
              <a:buSzPts val="2100"/>
              <a:buNone/>
              <a:defRPr sz="2100">
                <a:solidFill>
                  <a:schemeClr val="dk1"/>
                </a:solidFill>
              </a:defRPr>
            </a:lvl5pPr>
            <a:lvl6pPr lvl="5" algn="ctr">
              <a:lnSpc>
                <a:spcPct val="100000"/>
              </a:lnSpc>
              <a:spcBef>
                <a:spcPts val="0"/>
              </a:spcBef>
              <a:spcAft>
                <a:spcPts val="0"/>
              </a:spcAft>
              <a:buClr>
                <a:schemeClr val="dk1"/>
              </a:buClr>
              <a:buSzPts val="2100"/>
              <a:buNone/>
              <a:defRPr sz="2100">
                <a:solidFill>
                  <a:schemeClr val="dk1"/>
                </a:solidFill>
              </a:defRPr>
            </a:lvl6pPr>
            <a:lvl7pPr lvl="6" algn="ctr">
              <a:lnSpc>
                <a:spcPct val="100000"/>
              </a:lnSpc>
              <a:spcBef>
                <a:spcPts val="0"/>
              </a:spcBef>
              <a:spcAft>
                <a:spcPts val="0"/>
              </a:spcAft>
              <a:buClr>
                <a:schemeClr val="dk1"/>
              </a:buClr>
              <a:buSzPts val="2100"/>
              <a:buNone/>
              <a:defRPr sz="2100">
                <a:solidFill>
                  <a:schemeClr val="dk1"/>
                </a:solidFill>
              </a:defRPr>
            </a:lvl7pPr>
            <a:lvl8pPr lvl="7" algn="ctr">
              <a:lnSpc>
                <a:spcPct val="100000"/>
              </a:lnSpc>
              <a:spcBef>
                <a:spcPts val="0"/>
              </a:spcBef>
              <a:spcAft>
                <a:spcPts val="0"/>
              </a:spcAft>
              <a:buClr>
                <a:schemeClr val="dk1"/>
              </a:buClr>
              <a:buSzPts val="2100"/>
              <a:buNone/>
              <a:defRPr sz="2100">
                <a:solidFill>
                  <a:schemeClr val="dk1"/>
                </a:solidFill>
              </a:defRPr>
            </a:lvl8pPr>
            <a:lvl9pPr lvl="8" algn="ctr">
              <a:lnSpc>
                <a:spcPct val="100000"/>
              </a:lnSpc>
              <a:spcBef>
                <a:spcPts val="0"/>
              </a:spcBef>
              <a:spcAft>
                <a:spcPts val="0"/>
              </a:spcAft>
              <a:buClr>
                <a:schemeClr val="dk1"/>
              </a:buClr>
              <a:buSzPts val="2100"/>
              <a:buNone/>
              <a:defRPr sz="2100">
                <a:solidFill>
                  <a:schemeClr val="dk1"/>
                </a:solidFill>
              </a:defRPr>
            </a:lvl9pPr>
          </a:lstStyle>
          <a:p/>
        </p:txBody>
      </p:sp>
      <p:grpSp>
        <p:nvGrpSpPr>
          <p:cNvPr id="7697" name="Google Shape;7697;p98"/>
          <p:cNvGrpSpPr/>
          <p:nvPr/>
        </p:nvGrpSpPr>
        <p:grpSpPr>
          <a:xfrm>
            <a:off x="281690" y="-1"/>
            <a:ext cx="8777168" cy="5059520"/>
            <a:chOff x="281690" y="-1"/>
            <a:chExt cx="8777168" cy="5059520"/>
          </a:xfrm>
        </p:grpSpPr>
        <p:grpSp>
          <p:nvGrpSpPr>
            <p:cNvPr id="7698" name="Google Shape;7698;p98"/>
            <p:cNvGrpSpPr/>
            <p:nvPr/>
          </p:nvGrpSpPr>
          <p:grpSpPr>
            <a:xfrm>
              <a:off x="281690" y="3567810"/>
              <a:ext cx="261189" cy="248344"/>
              <a:chOff x="5164484" y="526738"/>
              <a:chExt cx="133266" cy="126713"/>
            </a:xfrm>
          </p:grpSpPr>
          <p:sp>
            <p:nvSpPr>
              <p:cNvPr id="7699" name="Google Shape;7699;p98"/>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98"/>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1" name="Google Shape;7701;p98"/>
            <p:cNvGrpSpPr/>
            <p:nvPr/>
          </p:nvGrpSpPr>
          <p:grpSpPr>
            <a:xfrm rot="-666286">
              <a:off x="4044854" y="84508"/>
              <a:ext cx="958174" cy="829369"/>
              <a:chOff x="3725309" y="381575"/>
              <a:chExt cx="533375" cy="461700"/>
            </a:xfrm>
          </p:grpSpPr>
          <p:sp>
            <p:nvSpPr>
              <p:cNvPr id="7702" name="Google Shape;7702;p98"/>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98"/>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98"/>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98"/>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98"/>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98"/>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98"/>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98"/>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98"/>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98"/>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98"/>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98"/>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98"/>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98"/>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98"/>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98"/>
            <p:cNvGrpSpPr/>
            <p:nvPr/>
          </p:nvGrpSpPr>
          <p:grpSpPr>
            <a:xfrm>
              <a:off x="2210174" y="4604008"/>
              <a:ext cx="185799" cy="185799"/>
              <a:chOff x="5035425" y="2779450"/>
              <a:chExt cx="94800" cy="94800"/>
            </a:xfrm>
          </p:grpSpPr>
          <p:sp>
            <p:nvSpPr>
              <p:cNvPr id="7718" name="Google Shape;7718;p98"/>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98"/>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0" name="Google Shape;7720;p98"/>
            <p:cNvGrpSpPr/>
            <p:nvPr/>
          </p:nvGrpSpPr>
          <p:grpSpPr>
            <a:xfrm rot="-1471223">
              <a:off x="8377683" y="3816187"/>
              <a:ext cx="606923" cy="489714"/>
              <a:chOff x="-1636175" y="409550"/>
              <a:chExt cx="448750" cy="362088"/>
            </a:xfrm>
          </p:grpSpPr>
          <p:sp>
            <p:nvSpPr>
              <p:cNvPr id="7721" name="Google Shape;7721;p98"/>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98"/>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98"/>
            <p:cNvGrpSpPr/>
            <p:nvPr/>
          </p:nvGrpSpPr>
          <p:grpSpPr>
            <a:xfrm rot="1102078">
              <a:off x="7792398" y="4519810"/>
              <a:ext cx="500563" cy="472887"/>
              <a:chOff x="-1174275" y="581450"/>
              <a:chExt cx="370100" cy="349638"/>
            </a:xfrm>
          </p:grpSpPr>
          <p:sp>
            <p:nvSpPr>
              <p:cNvPr id="7724" name="Google Shape;7724;p98"/>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98"/>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6" name="Google Shape;7726;p98"/>
            <p:cNvGrpSpPr/>
            <p:nvPr/>
          </p:nvGrpSpPr>
          <p:grpSpPr>
            <a:xfrm rot="464907">
              <a:off x="465174" y="3768061"/>
              <a:ext cx="1592198" cy="1080298"/>
              <a:chOff x="-3794680" y="4317442"/>
              <a:chExt cx="866989" cy="588248"/>
            </a:xfrm>
          </p:grpSpPr>
          <p:sp>
            <p:nvSpPr>
              <p:cNvPr id="7727" name="Google Shape;7727;p98"/>
              <p:cNvSpPr/>
              <p:nvPr/>
            </p:nvSpPr>
            <p:spPr>
              <a:xfrm>
                <a:off x="-3794375" y="4317442"/>
                <a:ext cx="866684" cy="558918"/>
              </a:xfrm>
              <a:custGeom>
                <a:rect b="b" l="l" r="r" t="t"/>
                <a:pathLst>
                  <a:path extrusionOk="0" h="5499" w="8527">
                    <a:moveTo>
                      <a:pt x="7325" y="858"/>
                    </a:moveTo>
                    <a:cubicBezTo>
                      <a:pt x="7416" y="858"/>
                      <a:pt x="7489" y="932"/>
                      <a:pt x="7489" y="1022"/>
                    </a:cubicBezTo>
                    <a:lnTo>
                      <a:pt x="7489" y="1282"/>
                    </a:lnTo>
                    <a:lnTo>
                      <a:pt x="4440" y="1287"/>
                    </a:lnTo>
                    <a:lnTo>
                      <a:pt x="4440" y="1287"/>
                    </a:lnTo>
                    <a:lnTo>
                      <a:pt x="5199" y="858"/>
                    </a:lnTo>
                    <a:close/>
                    <a:moveTo>
                      <a:pt x="5031" y="858"/>
                    </a:moveTo>
                    <a:lnTo>
                      <a:pt x="4270" y="1287"/>
                    </a:lnTo>
                    <a:lnTo>
                      <a:pt x="4225" y="1287"/>
                    </a:lnTo>
                    <a:lnTo>
                      <a:pt x="3464" y="858"/>
                    </a:lnTo>
                    <a:close/>
                    <a:moveTo>
                      <a:pt x="3296" y="858"/>
                    </a:moveTo>
                    <a:lnTo>
                      <a:pt x="4058" y="1287"/>
                    </a:lnTo>
                    <a:lnTo>
                      <a:pt x="1032" y="1291"/>
                    </a:lnTo>
                    <a:lnTo>
                      <a:pt x="1032" y="1022"/>
                    </a:lnTo>
                    <a:cubicBezTo>
                      <a:pt x="1032" y="932"/>
                      <a:pt x="1106" y="858"/>
                      <a:pt x="1196" y="858"/>
                    </a:cubicBezTo>
                    <a:close/>
                    <a:moveTo>
                      <a:pt x="2091" y="1"/>
                    </a:moveTo>
                    <a:cubicBezTo>
                      <a:pt x="2019" y="1"/>
                      <a:pt x="1962" y="58"/>
                      <a:pt x="1962" y="130"/>
                    </a:cubicBezTo>
                    <a:cubicBezTo>
                      <a:pt x="1962" y="200"/>
                      <a:pt x="2019" y="259"/>
                      <a:pt x="2091" y="259"/>
                    </a:cubicBezTo>
                    <a:cubicBezTo>
                      <a:pt x="2124" y="259"/>
                      <a:pt x="2154" y="245"/>
                      <a:pt x="2176" y="225"/>
                    </a:cubicBezTo>
                    <a:lnTo>
                      <a:pt x="2783" y="566"/>
                    </a:lnTo>
                    <a:lnTo>
                      <a:pt x="1196" y="566"/>
                    </a:lnTo>
                    <a:cubicBezTo>
                      <a:pt x="946" y="566"/>
                      <a:pt x="744" y="771"/>
                      <a:pt x="744" y="1019"/>
                    </a:cubicBezTo>
                    <a:lnTo>
                      <a:pt x="744" y="1289"/>
                    </a:lnTo>
                    <a:lnTo>
                      <a:pt x="447" y="1289"/>
                    </a:lnTo>
                    <a:cubicBezTo>
                      <a:pt x="202" y="1289"/>
                      <a:pt x="1" y="1490"/>
                      <a:pt x="1" y="1735"/>
                    </a:cubicBezTo>
                    <a:lnTo>
                      <a:pt x="2" y="2143"/>
                    </a:lnTo>
                    <a:lnTo>
                      <a:pt x="7" y="4856"/>
                    </a:lnTo>
                    <a:lnTo>
                      <a:pt x="7" y="5050"/>
                    </a:lnTo>
                    <a:cubicBezTo>
                      <a:pt x="8" y="5295"/>
                      <a:pt x="207" y="5496"/>
                      <a:pt x="453" y="5496"/>
                    </a:cubicBezTo>
                    <a:cubicBezTo>
                      <a:pt x="454" y="5496"/>
                      <a:pt x="454" y="5496"/>
                      <a:pt x="455" y="5496"/>
                    </a:cubicBezTo>
                    <a:lnTo>
                      <a:pt x="3144" y="5492"/>
                    </a:lnTo>
                    <a:lnTo>
                      <a:pt x="3144" y="5498"/>
                    </a:lnTo>
                    <a:lnTo>
                      <a:pt x="5382" y="5498"/>
                    </a:lnTo>
                    <a:lnTo>
                      <a:pt x="5382" y="5492"/>
                    </a:lnTo>
                    <a:lnTo>
                      <a:pt x="8079" y="5488"/>
                    </a:lnTo>
                    <a:cubicBezTo>
                      <a:pt x="8325" y="5487"/>
                      <a:pt x="8526" y="5287"/>
                      <a:pt x="8526" y="5040"/>
                    </a:cubicBezTo>
                    <a:lnTo>
                      <a:pt x="8526" y="4857"/>
                    </a:lnTo>
                    <a:lnTo>
                      <a:pt x="8521" y="2144"/>
                    </a:lnTo>
                    <a:lnTo>
                      <a:pt x="8519" y="1725"/>
                    </a:lnTo>
                    <a:cubicBezTo>
                      <a:pt x="8518" y="1480"/>
                      <a:pt x="8318" y="1280"/>
                      <a:pt x="8072" y="1280"/>
                    </a:cubicBezTo>
                    <a:lnTo>
                      <a:pt x="7776" y="1280"/>
                    </a:lnTo>
                    <a:lnTo>
                      <a:pt x="7776" y="1019"/>
                    </a:lnTo>
                    <a:cubicBezTo>
                      <a:pt x="7776" y="770"/>
                      <a:pt x="7573" y="566"/>
                      <a:pt x="7324" y="566"/>
                    </a:cubicBezTo>
                    <a:lnTo>
                      <a:pt x="5712" y="566"/>
                    </a:lnTo>
                    <a:lnTo>
                      <a:pt x="6319" y="225"/>
                    </a:lnTo>
                    <a:cubicBezTo>
                      <a:pt x="6341" y="245"/>
                      <a:pt x="6371" y="259"/>
                      <a:pt x="6405" y="259"/>
                    </a:cubicBezTo>
                    <a:cubicBezTo>
                      <a:pt x="6476" y="259"/>
                      <a:pt x="6534" y="200"/>
                      <a:pt x="6534" y="130"/>
                    </a:cubicBezTo>
                    <a:cubicBezTo>
                      <a:pt x="6534" y="58"/>
                      <a:pt x="6476" y="1"/>
                      <a:pt x="6405" y="1"/>
                    </a:cubicBezTo>
                    <a:cubicBezTo>
                      <a:pt x="6334" y="1"/>
                      <a:pt x="6276" y="58"/>
                      <a:pt x="6276" y="130"/>
                    </a:cubicBezTo>
                    <a:cubicBezTo>
                      <a:pt x="6276" y="137"/>
                      <a:pt x="6277" y="146"/>
                      <a:pt x="6279" y="153"/>
                    </a:cubicBezTo>
                    <a:lnTo>
                      <a:pt x="5545" y="566"/>
                    </a:lnTo>
                    <a:lnTo>
                      <a:pt x="2950" y="566"/>
                    </a:lnTo>
                    <a:lnTo>
                      <a:pt x="2217" y="153"/>
                    </a:lnTo>
                    <a:cubicBezTo>
                      <a:pt x="2218" y="146"/>
                      <a:pt x="2220" y="138"/>
                      <a:pt x="2220" y="130"/>
                    </a:cubicBezTo>
                    <a:cubicBezTo>
                      <a:pt x="2220" y="58"/>
                      <a:pt x="2161" y="1"/>
                      <a:pt x="2091"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98"/>
              <p:cNvSpPr/>
              <p:nvPr/>
            </p:nvSpPr>
            <p:spPr>
              <a:xfrm>
                <a:off x="-3794680" y="4447695"/>
                <a:ext cx="866989" cy="428718"/>
              </a:xfrm>
              <a:custGeom>
                <a:rect b="b" l="l" r="r" t="t"/>
                <a:pathLst>
                  <a:path extrusionOk="0" h="4218" w="8530">
                    <a:moveTo>
                      <a:pt x="8075" y="0"/>
                    </a:moveTo>
                    <a:lnTo>
                      <a:pt x="448" y="11"/>
                    </a:lnTo>
                    <a:cubicBezTo>
                      <a:pt x="201" y="11"/>
                      <a:pt x="1" y="212"/>
                      <a:pt x="1" y="457"/>
                    </a:cubicBezTo>
                    <a:lnTo>
                      <a:pt x="2" y="864"/>
                    </a:lnTo>
                    <a:lnTo>
                      <a:pt x="7" y="3577"/>
                    </a:lnTo>
                    <a:lnTo>
                      <a:pt x="7" y="3772"/>
                    </a:lnTo>
                    <a:cubicBezTo>
                      <a:pt x="9" y="4017"/>
                      <a:pt x="210" y="4217"/>
                      <a:pt x="455" y="4217"/>
                    </a:cubicBezTo>
                    <a:lnTo>
                      <a:pt x="8082" y="4208"/>
                    </a:lnTo>
                    <a:cubicBezTo>
                      <a:pt x="8329" y="4207"/>
                      <a:pt x="8529" y="4006"/>
                      <a:pt x="8529" y="3761"/>
                    </a:cubicBezTo>
                    <a:lnTo>
                      <a:pt x="8529" y="3577"/>
                    </a:lnTo>
                    <a:lnTo>
                      <a:pt x="8524" y="864"/>
                    </a:lnTo>
                    <a:lnTo>
                      <a:pt x="8523" y="445"/>
                    </a:lnTo>
                    <a:cubicBezTo>
                      <a:pt x="8521" y="200"/>
                      <a:pt x="8320" y="0"/>
                      <a:pt x="8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98"/>
              <p:cNvSpPr/>
              <p:nvPr/>
            </p:nvSpPr>
            <p:spPr>
              <a:xfrm>
                <a:off x="-3594959" y="4317696"/>
                <a:ext cx="464800" cy="141788"/>
              </a:xfrm>
              <a:custGeom>
                <a:rect b="b" l="l" r="r" t="t"/>
                <a:pathLst>
                  <a:path extrusionOk="0" h="1395" w="4573">
                    <a:moveTo>
                      <a:pt x="130" y="1"/>
                    </a:moveTo>
                    <a:cubicBezTo>
                      <a:pt x="59" y="1"/>
                      <a:pt x="1" y="59"/>
                      <a:pt x="1" y="130"/>
                    </a:cubicBezTo>
                    <a:cubicBezTo>
                      <a:pt x="1" y="201"/>
                      <a:pt x="59" y="259"/>
                      <a:pt x="130" y="259"/>
                    </a:cubicBezTo>
                    <a:cubicBezTo>
                      <a:pt x="163" y="259"/>
                      <a:pt x="193" y="246"/>
                      <a:pt x="216" y="225"/>
                    </a:cubicBezTo>
                    <a:lnTo>
                      <a:pt x="2286" y="1394"/>
                    </a:lnTo>
                    <a:lnTo>
                      <a:pt x="4357" y="227"/>
                    </a:lnTo>
                    <a:cubicBezTo>
                      <a:pt x="4381" y="247"/>
                      <a:pt x="4409" y="260"/>
                      <a:pt x="4443" y="260"/>
                    </a:cubicBezTo>
                    <a:cubicBezTo>
                      <a:pt x="4515" y="260"/>
                      <a:pt x="4572" y="202"/>
                      <a:pt x="4572" y="131"/>
                    </a:cubicBezTo>
                    <a:cubicBezTo>
                      <a:pt x="4572" y="61"/>
                      <a:pt x="4516" y="1"/>
                      <a:pt x="4443" y="1"/>
                    </a:cubicBezTo>
                    <a:cubicBezTo>
                      <a:pt x="4372" y="1"/>
                      <a:pt x="4314" y="59"/>
                      <a:pt x="4314" y="130"/>
                    </a:cubicBezTo>
                    <a:cubicBezTo>
                      <a:pt x="4314" y="138"/>
                      <a:pt x="4315" y="146"/>
                      <a:pt x="4317" y="155"/>
                    </a:cubicBezTo>
                    <a:lnTo>
                      <a:pt x="2287" y="1298"/>
                    </a:lnTo>
                    <a:lnTo>
                      <a:pt x="256" y="155"/>
                    </a:lnTo>
                    <a:cubicBezTo>
                      <a:pt x="258" y="146"/>
                      <a:pt x="259" y="139"/>
                      <a:pt x="259" y="130"/>
                    </a:cubicBezTo>
                    <a:cubicBezTo>
                      <a:pt x="259" y="59"/>
                      <a:pt x="201" y="1"/>
                      <a:pt x="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98"/>
              <p:cNvSpPr/>
              <p:nvPr/>
            </p:nvSpPr>
            <p:spPr>
              <a:xfrm>
                <a:off x="-3718857" y="4375428"/>
                <a:ext cx="715037" cy="76637"/>
              </a:xfrm>
              <a:custGeom>
                <a:rect b="b" l="l" r="r" t="t"/>
                <a:pathLst>
                  <a:path extrusionOk="0" h="754" w="7035">
                    <a:moveTo>
                      <a:pt x="453" y="0"/>
                    </a:moveTo>
                    <a:cubicBezTo>
                      <a:pt x="204" y="0"/>
                      <a:pt x="1" y="203"/>
                      <a:pt x="1" y="453"/>
                    </a:cubicBezTo>
                    <a:lnTo>
                      <a:pt x="1" y="754"/>
                    </a:lnTo>
                    <a:lnTo>
                      <a:pt x="289" y="754"/>
                    </a:lnTo>
                    <a:lnTo>
                      <a:pt x="289" y="453"/>
                    </a:lnTo>
                    <a:cubicBezTo>
                      <a:pt x="289" y="363"/>
                      <a:pt x="363" y="289"/>
                      <a:pt x="453" y="289"/>
                    </a:cubicBezTo>
                    <a:lnTo>
                      <a:pt x="6582" y="289"/>
                    </a:lnTo>
                    <a:cubicBezTo>
                      <a:pt x="6673" y="289"/>
                      <a:pt x="6746" y="363"/>
                      <a:pt x="6746" y="453"/>
                    </a:cubicBezTo>
                    <a:lnTo>
                      <a:pt x="6746" y="754"/>
                    </a:lnTo>
                    <a:lnTo>
                      <a:pt x="7035" y="754"/>
                    </a:lnTo>
                    <a:lnTo>
                      <a:pt x="7035" y="453"/>
                    </a:lnTo>
                    <a:cubicBezTo>
                      <a:pt x="7035" y="203"/>
                      <a:pt x="6833" y="0"/>
                      <a:pt x="65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98"/>
              <p:cNvSpPr/>
              <p:nvPr/>
            </p:nvSpPr>
            <p:spPr>
              <a:xfrm>
                <a:off x="-3530000" y="4363021"/>
                <a:ext cx="338351" cy="54275"/>
              </a:xfrm>
              <a:custGeom>
                <a:rect b="b" l="l" r="r" t="t"/>
                <a:pathLst>
                  <a:path extrusionOk="0" h="290" w="3329">
                    <a:moveTo>
                      <a:pt x="1" y="0"/>
                    </a:moveTo>
                    <a:lnTo>
                      <a:pt x="1" y="289"/>
                    </a:lnTo>
                    <a:lnTo>
                      <a:pt x="3329" y="289"/>
                    </a:lnTo>
                    <a:lnTo>
                      <a:pt x="33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98"/>
              <p:cNvSpPr/>
              <p:nvPr/>
            </p:nvSpPr>
            <p:spPr>
              <a:xfrm>
                <a:off x="-3794579" y="4447797"/>
                <a:ext cx="866379" cy="88020"/>
              </a:xfrm>
              <a:custGeom>
                <a:rect b="b" l="l" r="r" t="t"/>
                <a:pathLst>
                  <a:path extrusionOk="0" h="866" w="8524">
                    <a:moveTo>
                      <a:pt x="8075" y="0"/>
                    </a:moveTo>
                    <a:lnTo>
                      <a:pt x="448" y="11"/>
                    </a:lnTo>
                    <a:cubicBezTo>
                      <a:pt x="201" y="11"/>
                      <a:pt x="1" y="212"/>
                      <a:pt x="1" y="457"/>
                    </a:cubicBezTo>
                    <a:lnTo>
                      <a:pt x="2" y="865"/>
                    </a:lnTo>
                    <a:lnTo>
                      <a:pt x="8523" y="865"/>
                    </a:lnTo>
                    <a:lnTo>
                      <a:pt x="8523" y="445"/>
                    </a:lnTo>
                    <a:cubicBezTo>
                      <a:pt x="8521" y="201"/>
                      <a:pt x="8320" y="0"/>
                      <a:pt x="8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98"/>
              <p:cNvSpPr/>
              <p:nvPr/>
            </p:nvSpPr>
            <p:spPr>
              <a:xfrm>
                <a:off x="-3679930" y="4464669"/>
                <a:ext cx="638198" cy="54276"/>
              </a:xfrm>
              <a:custGeom>
                <a:rect b="b" l="l" r="r" t="t"/>
                <a:pathLst>
                  <a:path extrusionOk="0" h="534" w="6279">
                    <a:moveTo>
                      <a:pt x="6278" y="1"/>
                    </a:moveTo>
                    <a:lnTo>
                      <a:pt x="1" y="9"/>
                    </a:lnTo>
                    <a:lnTo>
                      <a:pt x="1" y="533"/>
                    </a:lnTo>
                    <a:lnTo>
                      <a:pt x="6278" y="533"/>
                    </a:lnTo>
                    <a:lnTo>
                      <a:pt x="62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98"/>
              <p:cNvSpPr/>
              <p:nvPr/>
            </p:nvSpPr>
            <p:spPr>
              <a:xfrm>
                <a:off x="-3490068" y="4488555"/>
                <a:ext cx="430445" cy="6403"/>
              </a:xfrm>
              <a:custGeom>
                <a:rect b="b" l="l" r="r" t="t"/>
                <a:pathLst>
                  <a:path extrusionOk="0" h="63" w="4235">
                    <a:moveTo>
                      <a:pt x="32" y="1"/>
                    </a:moveTo>
                    <a:cubicBezTo>
                      <a:pt x="15" y="1"/>
                      <a:pt x="1" y="15"/>
                      <a:pt x="1" y="32"/>
                    </a:cubicBezTo>
                    <a:cubicBezTo>
                      <a:pt x="1" y="48"/>
                      <a:pt x="15" y="63"/>
                      <a:pt x="32" y="63"/>
                    </a:cubicBezTo>
                    <a:lnTo>
                      <a:pt x="4204" y="63"/>
                    </a:lnTo>
                    <a:cubicBezTo>
                      <a:pt x="4222" y="63"/>
                      <a:pt x="4235" y="48"/>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98"/>
              <p:cNvSpPr/>
              <p:nvPr/>
            </p:nvSpPr>
            <p:spPr>
              <a:xfrm>
                <a:off x="-3490068" y="4475545"/>
                <a:ext cx="430649" cy="6403"/>
              </a:xfrm>
              <a:custGeom>
                <a:rect b="b" l="l" r="r" t="t"/>
                <a:pathLst>
                  <a:path extrusionOk="0" h="63" w="4237">
                    <a:moveTo>
                      <a:pt x="32" y="1"/>
                    </a:moveTo>
                    <a:cubicBezTo>
                      <a:pt x="15" y="1"/>
                      <a:pt x="1" y="15"/>
                      <a:pt x="1" y="32"/>
                    </a:cubicBezTo>
                    <a:cubicBezTo>
                      <a:pt x="1" y="48"/>
                      <a:pt x="15" y="63"/>
                      <a:pt x="32" y="63"/>
                    </a:cubicBezTo>
                    <a:lnTo>
                      <a:pt x="4204" y="63"/>
                    </a:lnTo>
                    <a:cubicBezTo>
                      <a:pt x="4222" y="63"/>
                      <a:pt x="4236" y="51"/>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98"/>
              <p:cNvSpPr/>
              <p:nvPr/>
            </p:nvSpPr>
            <p:spPr>
              <a:xfrm>
                <a:off x="-3490068" y="4501565"/>
                <a:ext cx="430649" cy="6403"/>
              </a:xfrm>
              <a:custGeom>
                <a:rect b="b" l="l" r="r" t="t"/>
                <a:pathLst>
                  <a:path extrusionOk="0" h="63" w="4237">
                    <a:moveTo>
                      <a:pt x="32" y="1"/>
                    </a:moveTo>
                    <a:cubicBezTo>
                      <a:pt x="15" y="1"/>
                      <a:pt x="1" y="14"/>
                      <a:pt x="1" y="32"/>
                    </a:cubicBezTo>
                    <a:cubicBezTo>
                      <a:pt x="1" y="48"/>
                      <a:pt x="15" y="63"/>
                      <a:pt x="32" y="63"/>
                    </a:cubicBezTo>
                    <a:lnTo>
                      <a:pt x="4204" y="63"/>
                    </a:lnTo>
                    <a:cubicBezTo>
                      <a:pt x="4222" y="63"/>
                      <a:pt x="4236" y="48"/>
                      <a:pt x="4235" y="32"/>
                    </a:cubicBezTo>
                    <a:cubicBezTo>
                      <a:pt x="4235" y="14"/>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98"/>
              <p:cNvSpPr/>
              <p:nvPr/>
            </p:nvSpPr>
            <p:spPr>
              <a:xfrm>
                <a:off x="-3136466" y="4472800"/>
                <a:ext cx="6403" cy="46246"/>
              </a:xfrm>
              <a:custGeom>
                <a:rect b="b" l="l" r="r" t="t"/>
                <a:pathLst>
                  <a:path extrusionOk="0" h="455" w="63">
                    <a:moveTo>
                      <a:pt x="1" y="0"/>
                    </a:moveTo>
                    <a:lnTo>
                      <a:pt x="1" y="454"/>
                    </a:lnTo>
                    <a:lnTo>
                      <a:pt x="62" y="454"/>
                    </a:lnTo>
                    <a:lnTo>
                      <a:pt x="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98"/>
              <p:cNvSpPr/>
              <p:nvPr/>
            </p:nvSpPr>
            <p:spPr>
              <a:xfrm>
                <a:off x="-3656045" y="4473105"/>
                <a:ext cx="37302" cy="37302"/>
              </a:xfrm>
              <a:custGeom>
                <a:rect b="b" l="l" r="r" t="t"/>
                <a:pathLst>
                  <a:path extrusionOk="0" h="367" w="367">
                    <a:moveTo>
                      <a:pt x="184" y="0"/>
                    </a:moveTo>
                    <a:cubicBezTo>
                      <a:pt x="83" y="0"/>
                      <a:pt x="0" y="83"/>
                      <a:pt x="0" y="184"/>
                    </a:cubicBezTo>
                    <a:cubicBezTo>
                      <a:pt x="0" y="285"/>
                      <a:pt x="83"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98"/>
              <p:cNvSpPr/>
              <p:nvPr/>
            </p:nvSpPr>
            <p:spPr>
              <a:xfrm>
                <a:off x="-3637445" y="4473105"/>
                <a:ext cx="18702" cy="18702"/>
              </a:xfrm>
              <a:custGeom>
                <a:rect b="b" l="l" r="r" t="t"/>
                <a:pathLst>
                  <a:path extrusionOk="0" h="184" w="184">
                    <a:moveTo>
                      <a:pt x="1" y="0"/>
                    </a:moveTo>
                    <a:lnTo>
                      <a:pt x="1" y="184"/>
                    </a:lnTo>
                    <a:lnTo>
                      <a:pt x="183" y="184"/>
                    </a:lnTo>
                    <a:cubicBezTo>
                      <a:pt x="183" y="83"/>
                      <a:pt x="10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98"/>
              <p:cNvSpPr/>
              <p:nvPr/>
            </p:nvSpPr>
            <p:spPr>
              <a:xfrm>
                <a:off x="-3600550" y="4473105"/>
                <a:ext cx="37302" cy="37302"/>
              </a:xfrm>
              <a:custGeom>
                <a:rect b="b" l="l" r="r" t="t"/>
                <a:pathLst>
                  <a:path extrusionOk="0" h="367" w="367">
                    <a:moveTo>
                      <a:pt x="183" y="0"/>
                    </a:moveTo>
                    <a:cubicBezTo>
                      <a:pt x="82" y="0"/>
                      <a:pt x="0" y="83"/>
                      <a:pt x="0" y="184"/>
                    </a:cubicBezTo>
                    <a:cubicBezTo>
                      <a:pt x="0" y="285"/>
                      <a:pt x="82" y="367"/>
                      <a:pt x="183" y="367"/>
                    </a:cubicBezTo>
                    <a:cubicBezTo>
                      <a:pt x="285" y="367"/>
                      <a:pt x="366" y="285"/>
                      <a:pt x="366" y="184"/>
                    </a:cubicBezTo>
                    <a:cubicBezTo>
                      <a:pt x="366" y="83"/>
                      <a:pt x="285"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98"/>
              <p:cNvSpPr/>
              <p:nvPr/>
            </p:nvSpPr>
            <p:spPr>
              <a:xfrm>
                <a:off x="-3595163" y="4473207"/>
                <a:ext cx="26325" cy="18600"/>
              </a:xfrm>
              <a:custGeom>
                <a:rect b="b" l="l" r="r" t="t"/>
                <a:pathLst>
                  <a:path extrusionOk="0" h="183" w="259">
                    <a:moveTo>
                      <a:pt x="130" y="0"/>
                    </a:moveTo>
                    <a:cubicBezTo>
                      <a:pt x="83" y="0"/>
                      <a:pt x="36" y="18"/>
                      <a:pt x="1" y="54"/>
                    </a:cubicBezTo>
                    <a:lnTo>
                      <a:pt x="130" y="183"/>
                    </a:lnTo>
                    <a:lnTo>
                      <a:pt x="259" y="54"/>
                    </a:lnTo>
                    <a:cubicBezTo>
                      <a:pt x="223" y="18"/>
                      <a:pt x="176" y="0"/>
                      <a:pt x="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98"/>
              <p:cNvSpPr/>
              <p:nvPr/>
            </p:nvSpPr>
            <p:spPr>
              <a:xfrm>
                <a:off x="-3545258" y="4473105"/>
                <a:ext cx="37302" cy="37302"/>
              </a:xfrm>
              <a:custGeom>
                <a:rect b="b" l="l" r="r" t="t"/>
                <a:pathLst>
                  <a:path extrusionOk="0" h="367" w="367">
                    <a:moveTo>
                      <a:pt x="184" y="0"/>
                    </a:moveTo>
                    <a:cubicBezTo>
                      <a:pt x="82" y="0"/>
                      <a:pt x="1" y="83"/>
                      <a:pt x="1" y="184"/>
                    </a:cubicBezTo>
                    <a:cubicBezTo>
                      <a:pt x="1" y="285"/>
                      <a:pt x="82"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98"/>
              <p:cNvSpPr/>
              <p:nvPr/>
            </p:nvSpPr>
            <p:spPr>
              <a:xfrm>
                <a:off x="-3545360" y="4491706"/>
                <a:ext cx="18803" cy="18702"/>
              </a:xfrm>
              <a:custGeom>
                <a:rect b="b" l="l" r="r" t="t"/>
                <a:pathLst>
                  <a:path extrusionOk="0" h="184" w="185">
                    <a:moveTo>
                      <a:pt x="1" y="1"/>
                    </a:moveTo>
                    <a:cubicBezTo>
                      <a:pt x="1" y="103"/>
                      <a:pt x="84" y="184"/>
                      <a:pt x="185" y="184"/>
                    </a:cubicBezTo>
                    <a:lnTo>
                      <a:pt x="1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98"/>
              <p:cNvSpPr/>
              <p:nvPr/>
            </p:nvSpPr>
            <p:spPr>
              <a:xfrm>
                <a:off x="-3474924" y="4596193"/>
                <a:ext cx="227674" cy="280323"/>
              </a:xfrm>
              <a:custGeom>
                <a:rect b="b" l="l" r="r" t="t"/>
                <a:pathLst>
                  <a:path extrusionOk="0" h="2758" w="2240">
                    <a:moveTo>
                      <a:pt x="284" y="1"/>
                    </a:moveTo>
                    <a:cubicBezTo>
                      <a:pt x="126" y="1"/>
                      <a:pt x="0" y="129"/>
                      <a:pt x="0" y="285"/>
                    </a:cubicBezTo>
                    <a:lnTo>
                      <a:pt x="0" y="2757"/>
                    </a:lnTo>
                    <a:lnTo>
                      <a:pt x="2240" y="2757"/>
                    </a:lnTo>
                    <a:lnTo>
                      <a:pt x="2240" y="285"/>
                    </a:lnTo>
                    <a:cubicBezTo>
                      <a:pt x="2240" y="128"/>
                      <a:pt x="2112" y="1"/>
                      <a:pt x="19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98"/>
              <p:cNvSpPr/>
              <p:nvPr/>
            </p:nvSpPr>
            <p:spPr>
              <a:xfrm>
                <a:off x="-3458153" y="4612963"/>
                <a:ext cx="194132" cy="263553"/>
              </a:xfrm>
              <a:custGeom>
                <a:rect b="b" l="l" r="r" t="t"/>
                <a:pathLst>
                  <a:path extrusionOk="0" h="2593" w="1910">
                    <a:moveTo>
                      <a:pt x="0" y="1"/>
                    </a:moveTo>
                    <a:lnTo>
                      <a:pt x="0" y="2592"/>
                    </a:lnTo>
                    <a:lnTo>
                      <a:pt x="1910" y="2592"/>
                    </a:lnTo>
                    <a:lnTo>
                      <a:pt x="19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98"/>
              <p:cNvSpPr/>
              <p:nvPr/>
            </p:nvSpPr>
            <p:spPr>
              <a:xfrm>
                <a:off x="-3441789" y="4631259"/>
                <a:ext cx="161303" cy="93407"/>
              </a:xfrm>
              <a:custGeom>
                <a:rect b="b" l="l" r="r" t="t"/>
                <a:pathLst>
                  <a:path extrusionOk="0" h="919" w="1587">
                    <a:moveTo>
                      <a:pt x="0" y="0"/>
                    </a:moveTo>
                    <a:lnTo>
                      <a:pt x="0" y="919"/>
                    </a:lnTo>
                    <a:lnTo>
                      <a:pt x="1587" y="919"/>
                    </a:lnTo>
                    <a:lnTo>
                      <a:pt x="15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98"/>
              <p:cNvSpPr/>
              <p:nvPr/>
            </p:nvSpPr>
            <p:spPr>
              <a:xfrm>
                <a:off x="-3793969" y="4811265"/>
                <a:ext cx="866278" cy="65151"/>
              </a:xfrm>
              <a:custGeom>
                <a:rect b="b" l="l" r="r" t="t"/>
                <a:pathLst>
                  <a:path extrusionOk="0" h="641" w="8523">
                    <a:moveTo>
                      <a:pt x="0" y="0"/>
                    </a:moveTo>
                    <a:lnTo>
                      <a:pt x="0" y="195"/>
                    </a:lnTo>
                    <a:cubicBezTo>
                      <a:pt x="2" y="440"/>
                      <a:pt x="203" y="640"/>
                      <a:pt x="448" y="640"/>
                    </a:cubicBezTo>
                    <a:lnTo>
                      <a:pt x="8075" y="631"/>
                    </a:lnTo>
                    <a:cubicBezTo>
                      <a:pt x="8322" y="630"/>
                      <a:pt x="8522" y="429"/>
                      <a:pt x="8522" y="184"/>
                    </a:cubicBezTo>
                    <a:lnTo>
                      <a:pt x="85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98"/>
              <p:cNvSpPr/>
              <p:nvPr/>
            </p:nvSpPr>
            <p:spPr>
              <a:xfrm>
                <a:off x="-3773336" y="4511932"/>
                <a:ext cx="47466" cy="47568"/>
              </a:xfrm>
              <a:custGeom>
                <a:rect b="b" l="l" r="r" t="t"/>
                <a:pathLst>
                  <a:path extrusionOk="0" h="468" w="467">
                    <a:moveTo>
                      <a:pt x="234" y="0"/>
                    </a:moveTo>
                    <a:cubicBezTo>
                      <a:pt x="105" y="0"/>
                      <a:pt x="0" y="105"/>
                      <a:pt x="0" y="234"/>
                    </a:cubicBezTo>
                    <a:cubicBezTo>
                      <a:pt x="0" y="362"/>
                      <a:pt x="105" y="468"/>
                      <a:pt x="234" y="468"/>
                    </a:cubicBezTo>
                    <a:cubicBezTo>
                      <a:pt x="363" y="468"/>
                      <a:pt x="467" y="362"/>
                      <a:pt x="467" y="234"/>
                    </a:cubicBezTo>
                    <a:cubicBezTo>
                      <a:pt x="467"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98"/>
              <p:cNvSpPr/>
              <p:nvPr/>
            </p:nvSpPr>
            <p:spPr>
              <a:xfrm>
                <a:off x="-3766425" y="4518945"/>
                <a:ext cx="33643" cy="33643"/>
              </a:xfrm>
              <a:custGeom>
                <a:rect b="b" l="l" r="r" t="t"/>
                <a:pathLst>
                  <a:path extrusionOk="0" h="331" w="331">
                    <a:moveTo>
                      <a:pt x="166" y="0"/>
                    </a:moveTo>
                    <a:cubicBezTo>
                      <a:pt x="74" y="0"/>
                      <a:pt x="0" y="73"/>
                      <a:pt x="0" y="165"/>
                    </a:cubicBezTo>
                    <a:cubicBezTo>
                      <a:pt x="0" y="256"/>
                      <a:pt x="74" y="330"/>
                      <a:pt x="166" y="330"/>
                    </a:cubicBezTo>
                    <a:cubicBezTo>
                      <a:pt x="256" y="330"/>
                      <a:pt x="331" y="256"/>
                      <a:pt x="331" y="165"/>
                    </a:cubicBezTo>
                    <a:cubicBezTo>
                      <a:pt x="331" y="73"/>
                      <a:pt x="256"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98"/>
              <p:cNvSpPr/>
              <p:nvPr/>
            </p:nvSpPr>
            <p:spPr>
              <a:xfrm>
                <a:off x="-3770084"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98"/>
              <p:cNvSpPr/>
              <p:nvPr/>
            </p:nvSpPr>
            <p:spPr>
              <a:xfrm>
                <a:off x="-3759513"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2" y="2194"/>
                      <a:pt x="2194" y="1703"/>
                      <a:pt x="2194" y="1098"/>
                    </a:cubicBezTo>
                    <a:cubicBezTo>
                      <a:pt x="2194" y="492"/>
                      <a:pt x="1702"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98"/>
              <p:cNvSpPr/>
              <p:nvPr/>
            </p:nvSpPr>
            <p:spPr>
              <a:xfrm>
                <a:off x="-3689890" y="4635629"/>
                <a:ext cx="83751" cy="83853"/>
              </a:xfrm>
              <a:custGeom>
                <a:rect b="b" l="l" r="r" t="t"/>
                <a:pathLst>
                  <a:path extrusionOk="0" h="825" w="824">
                    <a:moveTo>
                      <a:pt x="413" y="1"/>
                    </a:moveTo>
                    <a:cubicBezTo>
                      <a:pt x="184" y="1"/>
                      <a:pt x="1" y="186"/>
                      <a:pt x="1" y="413"/>
                    </a:cubicBezTo>
                    <a:cubicBezTo>
                      <a:pt x="1" y="640"/>
                      <a:pt x="184"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98"/>
              <p:cNvSpPr/>
              <p:nvPr/>
            </p:nvSpPr>
            <p:spPr>
              <a:xfrm>
                <a:off x="-2996407" y="4511932"/>
                <a:ext cx="47568" cy="47568"/>
              </a:xfrm>
              <a:custGeom>
                <a:rect b="b" l="l" r="r" t="t"/>
                <a:pathLst>
                  <a:path extrusionOk="0" h="468" w="468">
                    <a:moveTo>
                      <a:pt x="234" y="0"/>
                    </a:moveTo>
                    <a:cubicBezTo>
                      <a:pt x="105" y="0"/>
                      <a:pt x="0" y="105"/>
                      <a:pt x="0" y="234"/>
                    </a:cubicBezTo>
                    <a:cubicBezTo>
                      <a:pt x="0" y="362"/>
                      <a:pt x="105" y="468"/>
                      <a:pt x="234" y="468"/>
                    </a:cubicBezTo>
                    <a:cubicBezTo>
                      <a:pt x="363" y="468"/>
                      <a:pt x="468" y="362"/>
                      <a:pt x="468" y="234"/>
                    </a:cubicBezTo>
                    <a:cubicBezTo>
                      <a:pt x="468"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98"/>
              <p:cNvSpPr/>
              <p:nvPr/>
            </p:nvSpPr>
            <p:spPr>
              <a:xfrm>
                <a:off x="-2989496" y="4518945"/>
                <a:ext cx="33643" cy="33643"/>
              </a:xfrm>
              <a:custGeom>
                <a:rect b="b" l="l" r="r" t="t"/>
                <a:pathLst>
                  <a:path extrusionOk="0" h="331" w="331">
                    <a:moveTo>
                      <a:pt x="166" y="0"/>
                    </a:moveTo>
                    <a:cubicBezTo>
                      <a:pt x="75" y="0"/>
                      <a:pt x="0" y="73"/>
                      <a:pt x="0" y="165"/>
                    </a:cubicBezTo>
                    <a:cubicBezTo>
                      <a:pt x="0" y="256"/>
                      <a:pt x="75" y="330"/>
                      <a:pt x="166" y="330"/>
                    </a:cubicBezTo>
                    <a:cubicBezTo>
                      <a:pt x="257" y="330"/>
                      <a:pt x="331" y="256"/>
                      <a:pt x="331" y="165"/>
                    </a:cubicBezTo>
                    <a:cubicBezTo>
                      <a:pt x="331" y="73"/>
                      <a:pt x="257"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98"/>
              <p:cNvSpPr/>
              <p:nvPr/>
            </p:nvSpPr>
            <p:spPr>
              <a:xfrm>
                <a:off x="-3196229"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98"/>
              <p:cNvSpPr/>
              <p:nvPr/>
            </p:nvSpPr>
            <p:spPr>
              <a:xfrm>
                <a:off x="-3185659"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3" y="2194"/>
                      <a:pt x="2194" y="1703"/>
                      <a:pt x="2194" y="1098"/>
                    </a:cubicBezTo>
                    <a:cubicBezTo>
                      <a:pt x="2194" y="492"/>
                      <a:pt x="1703"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98"/>
              <p:cNvSpPr/>
              <p:nvPr/>
            </p:nvSpPr>
            <p:spPr>
              <a:xfrm>
                <a:off x="-3116036" y="4635629"/>
                <a:ext cx="83751" cy="83853"/>
              </a:xfrm>
              <a:custGeom>
                <a:rect b="b" l="l" r="r" t="t"/>
                <a:pathLst>
                  <a:path extrusionOk="0" h="825" w="824">
                    <a:moveTo>
                      <a:pt x="413" y="1"/>
                    </a:moveTo>
                    <a:cubicBezTo>
                      <a:pt x="186" y="1"/>
                      <a:pt x="1" y="186"/>
                      <a:pt x="1" y="413"/>
                    </a:cubicBezTo>
                    <a:cubicBezTo>
                      <a:pt x="1" y="640"/>
                      <a:pt x="186"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98"/>
              <p:cNvSpPr/>
              <p:nvPr/>
            </p:nvSpPr>
            <p:spPr>
              <a:xfrm>
                <a:off x="-3400219" y="4700171"/>
                <a:ext cx="78161" cy="24089"/>
              </a:xfrm>
              <a:custGeom>
                <a:rect b="b" l="l" r="r" t="t"/>
                <a:pathLst>
                  <a:path extrusionOk="0" h="237" w="769">
                    <a:moveTo>
                      <a:pt x="228" y="0"/>
                    </a:moveTo>
                    <a:cubicBezTo>
                      <a:pt x="159" y="0"/>
                      <a:pt x="94" y="41"/>
                      <a:pt x="63" y="104"/>
                    </a:cubicBezTo>
                    <a:lnTo>
                      <a:pt x="0" y="237"/>
                    </a:lnTo>
                    <a:lnTo>
                      <a:pt x="769" y="237"/>
                    </a:lnTo>
                    <a:lnTo>
                      <a:pt x="706" y="104"/>
                    </a:lnTo>
                    <a:cubicBezTo>
                      <a:pt x="676" y="41"/>
                      <a:pt x="611" y="0"/>
                      <a:pt x="5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98"/>
              <p:cNvSpPr/>
              <p:nvPr/>
            </p:nvSpPr>
            <p:spPr>
              <a:xfrm>
                <a:off x="-3427458" y="4657990"/>
                <a:ext cx="31407" cy="31305"/>
              </a:xfrm>
              <a:custGeom>
                <a:rect b="b" l="l" r="r" t="t"/>
                <a:pathLst>
                  <a:path extrusionOk="0" h="308" w="309">
                    <a:moveTo>
                      <a:pt x="155" y="82"/>
                    </a:moveTo>
                    <a:cubicBezTo>
                      <a:pt x="194" y="82"/>
                      <a:pt x="226" y="114"/>
                      <a:pt x="226" y="152"/>
                    </a:cubicBezTo>
                    <a:cubicBezTo>
                      <a:pt x="226" y="193"/>
                      <a:pt x="195" y="224"/>
                      <a:pt x="155" y="224"/>
                    </a:cubicBezTo>
                    <a:cubicBezTo>
                      <a:pt x="116" y="224"/>
                      <a:pt x="83" y="192"/>
                      <a:pt x="83" y="152"/>
                    </a:cubicBezTo>
                    <a:cubicBezTo>
                      <a:pt x="83" y="114"/>
                      <a:pt x="116" y="82"/>
                      <a:pt x="155" y="82"/>
                    </a:cubicBezTo>
                    <a:close/>
                    <a:moveTo>
                      <a:pt x="155" y="1"/>
                    </a:moveTo>
                    <a:cubicBezTo>
                      <a:pt x="71" y="1"/>
                      <a:pt x="1" y="69"/>
                      <a:pt x="1" y="153"/>
                    </a:cubicBezTo>
                    <a:cubicBezTo>
                      <a:pt x="1" y="239"/>
                      <a:pt x="71" y="307"/>
                      <a:pt x="155" y="307"/>
                    </a:cubicBezTo>
                    <a:cubicBezTo>
                      <a:pt x="240" y="307"/>
                      <a:pt x="308" y="239"/>
                      <a:pt x="308" y="153"/>
                    </a:cubicBezTo>
                    <a:cubicBezTo>
                      <a:pt x="308" y="69"/>
                      <a:pt x="240"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98"/>
              <p:cNvSpPr/>
              <p:nvPr/>
            </p:nvSpPr>
            <p:spPr>
              <a:xfrm>
                <a:off x="-3326226" y="4657990"/>
                <a:ext cx="31407" cy="31305"/>
              </a:xfrm>
              <a:custGeom>
                <a:rect b="b" l="l" r="r" t="t"/>
                <a:pathLst>
                  <a:path extrusionOk="0" h="308" w="309">
                    <a:moveTo>
                      <a:pt x="154" y="82"/>
                    </a:moveTo>
                    <a:cubicBezTo>
                      <a:pt x="193" y="82"/>
                      <a:pt x="226" y="114"/>
                      <a:pt x="226" y="152"/>
                    </a:cubicBezTo>
                    <a:cubicBezTo>
                      <a:pt x="226" y="193"/>
                      <a:pt x="195" y="224"/>
                      <a:pt x="154" y="224"/>
                    </a:cubicBezTo>
                    <a:cubicBezTo>
                      <a:pt x="115" y="224"/>
                      <a:pt x="83" y="192"/>
                      <a:pt x="83" y="152"/>
                    </a:cubicBezTo>
                    <a:cubicBezTo>
                      <a:pt x="83" y="114"/>
                      <a:pt x="115" y="82"/>
                      <a:pt x="154" y="82"/>
                    </a:cubicBezTo>
                    <a:close/>
                    <a:moveTo>
                      <a:pt x="154" y="1"/>
                    </a:moveTo>
                    <a:cubicBezTo>
                      <a:pt x="69" y="1"/>
                      <a:pt x="1" y="69"/>
                      <a:pt x="1" y="153"/>
                    </a:cubicBezTo>
                    <a:cubicBezTo>
                      <a:pt x="1" y="239"/>
                      <a:pt x="71" y="307"/>
                      <a:pt x="154" y="307"/>
                    </a:cubicBezTo>
                    <a:cubicBezTo>
                      <a:pt x="238" y="307"/>
                      <a:pt x="308" y="239"/>
                      <a:pt x="308" y="153"/>
                    </a:cubicBezTo>
                    <a:cubicBezTo>
                      <a:pt x="308" y="69"/>
                      <a:pt x="240" y="1"/>
                      <a:pt x="1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98"/>
              <p:cNvSpPr/>
              <p:nvPr/>
            </p:nvSpPr>
            <p:spPr>
              <a:xfrm>
                <a:off x="-3393511" y="4658092"/>
                <a:ext cx="64745" cy="31102"/>
              </a:xfrm>
              <a:custGeom>
                <a:rect b="b" l="l" r="r" t="t"/>
                <a:pathLst>
                  <a:path extrusionOk="0" h="306" w="637">
                    <a:moveTo>
                      <a:pt x="2" y="1"/>
                    </a:moveTo>
                    <a:cubicBezTo>
                      <a:pt x="36" y="42"/>
                      <a:pt x="57" y="95"/>
                      <a:pt x="57" y="151"/>
                    </a:cubicBezTo>
                    <a:cubicBezTo>
                      <a:pt x="57" y="210"/>
                      <a:pt x="36" y="264"/>
                      <a:pt x="0" y="305"/>
                    </a:cubicBezTo>
                    <a:lnTo>
                      <a:pt x="637" y="305"/>
                    </a:lnTo>
                    <a:cubicBezTo>
                      <a:pt x="602" y="264"/>
                      <a:pt x="580" y="210"/>
                      <a:pt x="580" y="151"/>
                    </a:cubicBezTo>
                    <a:cubicBezTo>
                      <a:pt x="580" y="94"/>
                      <a:pt x="600" y="42"/>
                      <a:pt x="6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98"/>
              <p:cNvSpPr/>
              <p:nvPr/>
            </p:nvSpPr>
            <p:spPr>
              <a:xfrm>
                <a:off x="-338273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98"/>
              <p:cNvSpPr/>
              <p:nvPr/>
            </p:nvSpPr>
            <p:spPr>
              <a:xfrm>
                <a:off x="-3411704"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98"/>
              <p:cNvSpPr/>
              <p:nvPr/>
            </p:nvSpPr>
            <p:spPr>
              <a:xfrm>
                <a:off x="-335356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98"/>
              <p:cNvSpPr/>
              <p:nvPr/>
            </p:nvSpPr>
            <p:spPr>
              <a:xfrm>
                <a:off x="-3324600"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98"/>
              <p:cNvSpPr/>
              <p:nvPr/>
            </p:nvSpPr>
            <p:spPr>
              <a:xfrm>
                <a:off x="-3295429" y="4738795"/>
                <a:ext cx="14535" cy="38522"/>
              </a:xfrm>
              <a:custGeom>
                <a:rect b="b" l="l" r="r" t="t"/>
                <a:pathLst>
                  <a:path extrusionOk="0" h="379" w="143">
                    <a:moveTo>
                      <a:pt x="0" y="0"/>
                    </a:moveTo>
                    <a:lnTo>
                      <a:pt x="0" y="379"/>
                    </a:lnTo>
                    <a:lnTo>
                      <a:pt x="142" y="379"/>
                    </a:lnTo>
                    <a:lnTo>
                      <a:pt x="1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98"/>
              <p:cNvSpPr/>
              <p:nvPr/>
            </p:nvSpPr>
            <p:spPr>
              <a:xfrm>
                <a:off x="-3440773"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98"/>
              <p:cNvSpPr/>
              <p:nvPr/>
            </p:nvSpPr>
            <p:spPr>
              <a:xfrm>
                <a:off x="-3714080" y="4876315"/>
                <a:ext cx="67184" cy="29374"/>
              </a:xfrm>
              <a:custGeom>
                <a:rect b="b" l="l" r="r" t="t"/>
                <a:pathLst>
                  <a:path extrusionOk="0" h="289" w="661">
                    <a:moveTo>
                      <a:pt x="0" y="0"/>
                    </a:moveTo>
                    <a:lnTo>
                      <a:pt x="0" y="50"/>
                    </a:lnTo>
                    <a:cubicBezTo>
                      <a:pt x="0" y="181"/>
                      <a:pt x="107" y="288"/>
                      <a:pt x="239" y="288"/>
                    </a:cubicBezTo>
                    <a:lnTo>
                      <a:pt x="421" y="288"/>
                    </a:lnTo>
                    <a:cubicBezTo>
                      <a:pt x="555" y="288"/>
                      <a:pt x="661" y="182"/>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98"/>
              <p:cNvSpPr/>
              <p:nvPr/>
            </p:nvSpPr>
            <p:spPr>
              <a:xfrm>
                <a:off x="-3075279" y="4876315"/>
                <a:ext cx="67184" cy="29374"/>
              </a:xfrm>
              <a:custGeom>
                <a:rect b="b" l="l" r="r" t="t"/>
                <a:pathLst>
                  <a:path extrusionOk="0" h="289" w="661">
                    <a:moveTo>
                      <a:pt x="0" y="0"/>
                    </a:moveTo>
                    <a:lnTo>
                      <a:pt x="0" y="50"/>
                    </a:lnTo>
                    <a:cubicBezTo>
                      <a:pt x="0" y="182"/>
                      <a:pt x="107" y="288"/>
                      <a:pt x="239" y="288"/>
                    </a:cubicBezTo>
                    <a:lnTo>
                      <a:pt x="421" y="288"/>
                    </a:lnTo>
                    <a:cubicBezTo>
                      <a:pt x="553" y="288"/>
                      <a:pt x="661" y="181"/>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98"/>
              <p:cNvSpPr/>
              <p:nvPr/>
            </p:nvSpPr>
            <p:spPr>
              <a:xfrm>
                <a:off x="-3447075" y="4828646"/>
                <a:ext cx="171873" cy="10875"/>
              </a:xfrm>
              <a:custGeom>
                <a:rect b="b" l="l" r="r" t="t"/>
                <a:pathLst>
                  <a:path extrusionOk="0" h="107" w="1691">
                    <a:moveTo>
                      <a:pt x="44" y="1"/>
                    </a:moveTo>
                    <a:cubicBezTo>
                      <a:pt x="19" y="1"/>
                      <a:pt x="1" y="20"/>
                      <a:pt x="1" y="45"/>
                    </a:cubicBezTo>
                    <a:lnTo>
                      <a:pt x="1" y="63"/>
                    </a:lnTo>
                    <a:cubicBezTo>
                      <a:pt x="1" y="87"/>
                      <a:pt x="19" y="107"/>
                      <a:pt x="44" y="107"/>
                    </a:cubicBezTo>
                    <a:lnTo>
                      <a:pt x="1647" y="107"/>
                    </a:lnTo>
                    <a:cubicBezTo>
                      <a:pt x="1671" y="107"/>
                      <a:pt x="1690" y="87"/>
                      <a:pt x="1690" y="63"/>
                    </a:cubicBezTo>
                    <a:lnTo>
                      <a:pt x="1690" y="45"/>
                    </a:lnTo>
                    <a:cubicBezTo>
                      <a:pt x="1690" y="20"/>
                      <a:pt x="1672" y="1"/>
                      <a:pt x="16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98"/>
              <p:cNvSpPr/>
              <p:nvPr/>
            </p:nvSpPr>
            <p:spPr>
              <a:xfrm>
                <a:off x="-3447075" y="4849990"/>
                <a:ext cx="171873" cy="10774"/>
              </a:xfrm>
              <a:custGeom>
                <a:rect b="b" l="l" r="r" t="t"/>
                <a:pathLst>
                  <a:path extrusionOk="0" h="106" w="1691">
                    <a:moveTo>
                      <a:pt x="44" y="0"/>
                    </a:moveTo>
                    <a:cubicBezTo>
                      <a:pt x="19" y="0"/>
                      <a:pt x="1" y="19"/>
                      <a:pt x="1" y="44"/>
                    </a:cubicBezTo>
                    <a:lnTo>
                      <a:pt x="1" y="62"/>
                    </a:lnTo>
                    <a:cubicBezTo>
                      <a:pt x="1" y="86"/>
                      <a:pt x="19" y="105"/>
                      <a:pt x="44" y="105"/>
                    </a:cubicBezTo>
                    <a:lnTo>
                      <a:pt x="1647" y="105"/>
                    </a:lnTo>
                    <a:cubicBezTo>
                      <a:pt x="1671" y="105"/>
                      <a:pt x="1690" y="86"/>
                      <a:pt x="1690" y="62"/>
                    </a:cubicBezTo>
                    <a:lnTo>
                      <a:pt x="1690" y="44"/>
                    </a:lnTo>
                    <a:cubicBezTo>
                      <a:pt x="1690" y="21"/>
                      <a:pt x="1672" y="0"/>
                      <a:pt x="16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2" name="Google Shape;7772;p98"/>
            <p:cNvGrpSpPr/>
            <p:nvPr/>
          </p:nvGrpSpPr>
          <p:grpSpPr>
            <a:xfrm>
              <a:off x="4996628" y="313295"/>
              <a:ext cx="311019" cy="311110"/>
              <a:chOff x="5038846" y="235350"/>
              <a:chExt cx="158691" cy="158738"/>
            </a:xfrm>
          </p:grpSpPr>
          <p:sp>
            <p:nvSpPr>
              <p:cNvPr id="7773" name="Google Shape;7773;p98"/>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98"/>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5" name="Google Shape;7775;p98"/>
            <p:cNvGrpSpPr/>
            <p:nvPr/>
          </p:nvGrpSpPr>
          <p:grpSpPr>
            <a:xfrm>
              <a:off x="3798686" y="121328"/>
              <a:ext cx="248329" cy="248348"/>
              <a:chOff x="5035425" y="2779450"/>
              <a:chExt cx="94800" cy="94800"/>
            </a:xfrm>
          </p:grpSpPr>
          <p:sp>
            <p:nvSpPr>
              <p:cNvPr id="7776" name="Google Shape;7776;p98"/>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98"/>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7778" name="Shape 7778"/>
        <p:cNvGrpSpPr/>
        <p:nvPr/>
      </p:nvGrpSpPr>
      <p:grpSpPr>
        <a:xfrm>
          <a:off x="0" y="0"/>
          <a:ext cx="0" cy="0"/>
          <a:chOff x="0" y="0"/>
          <a:chExt cx="0" cy="0"/>
        </a:xfrm>
      </p:grpSpPr>
      <p:sp>
        <p:nvSpPr>
          <p:cNvPr id="7779" name="Google Shape;7779;p99"/>
          <p:cNvSpPr txBox="1"/>
          <p:nvPr>
            <p:ph type="title"/>
          </p:nvPr>
        </p:nvSpPr>
        <p:spPr>
          <a:xfrm>
            <a:off x="1168725" y="2518175"/>
            <a:ext cx="6755700" cy="8418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7780" name="Google Shape;7780;p99"/>
          <p:cNvSpPr txBox="1"/>
          <p:nvPr>
            <p:ph hasCustomPrompt="1" idx="2" type="title"/>
          </p:nvPr>
        </p:nvSpPr>
        <p:spPr>
          <a:xfrm>
            <a:off x="3922651" y="1497600"/>
            <a:ext cx="1298700" cy="841800"/>
          </a:xfrm>
          <a:prstGeom prst="rect">
            <a:avLst/>
          </a:prstGeom>
          <a:noFill/>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2"/>
                </a:solidFill>
              </a:defRPr>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7781" name="Google Shape;7781;p99"/>
          <p:cNvSpPr txBox="1"/>
          <p:nvPr>
            <p:ph idx="1" type="subTitle"/>
          </p:nvPr>
        </p:nvSpPr>
        <p:spPr>
          <a:xfrm>
            <a:off x="1168725" y="3270900"/>
            <a:ext cx="6755700" cy="3750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7782" name="Google Shape;7782;p99"/>
          <p:cNvGrpSpPr/>
          <p:nvPr/>
        </p:nvGrpSpPr>
        <p:grpSpPr>
          <a:xfrm>
            <a:off x="211374" y="49052"/>
            <a:ext cx="8723306" cy="5150587"/>
            <a:chOff x="211374" y="49052"/>
            <a:chExt cx="8723306" cy="5150587"/>
          </a:xfrm>
        </p:grpSpPr>
        <p:grpSp>
          <p:nvGrpSpPr>
            <p:cNvPr id="7783" name="Google Shape;7783;p99"/>
            <p:cNvGrpSpPr/>
            <p:nvPr/>
          </p:nvGrpSpPr>
          <p:grpSpPr>
            <a:xfrm>
              <a:off x="1473971" y="4675685"/>
              <a:ext cx="927849" cy="523955"/>
              <a:chOff x="3701784" y="1690738"/>
              <a:chExt cx="473416" cy="267338"/>
            </a:xfrm>
          </p:grpSpPr>
          <p:sp>
            <p:nvSpPr>
              <p:cNvPr id="7784" name="Google Shape;7784;p99"/>
              <p:cNvSpPr/>
              <p:nvPr/>
            </p:nvSpPr>
            <p:spPr>
              <a:xfrm>
                <a:off x="3701784" y="1690738"/>
                <a:ext cx="472025" cy="265900"/>
              </a:xfrm>
              <a:custGeom>
                <a:rect b="b" l="l" r="r" t="t"/>
                <a:pathLst>
                  <a:path extrusionOk="0" h="10636" w="18881">
                    <a:moveTo>
                      <a:pt x="9441" y="0"/>
                    </a:moveTo>
                    <a:cubicBezTo>
                      <a:pt x="4235" y="0"/>
                      <a:pt x="0" y="4236"/>
                      <a:pt x="0" y="9440"/>
                    </a:cubicBezTo>
                    <a:cubicBezTo>
                      <a:pt x="0" y="10102"/>
                      <a:pt x="536" y="10635"/>
                      <a:pt x="1195" y="10635"/>
                    </a:cubicBezTo>
                    <a:cubicBezTo>
                      <a:pt x="1855" y="10635"/>
                      <a:pt x="2389" y="10100"/>
                      <a:pt x="2389" y="9440"/>
                    </a:cubicBezTo>
                    <a:cubicBezTo>
                      <a:pt x="2389" y="5553"/>
                      <a:pt x="5552" y="2390"/>
                      <a:pt x="9439" y="2390"/>
                    </a:cubicBezTo>
                    <a:cubicBezTo>
                      <a:pt x="13326" y="2390"/>
                      <a:pt x="16489" y="5554"/>
                      <a:pt x="16489" y="9440"/>
                    </a:cubicBezTo>
                    <a:cubicBezTo>
                      <a:pt x="16489" y="10102"/>
                      <a:pt x="17024" y="10635"/>
                      <a:pt x="17683" y="10635"/>
                    </a:cubicBezTo>
                    <a:cubicBezTo>
                      <a:pt x="18343" y="10635"/>
                      <a:pt x="18878" y="10100"/>
                      <a:pt x="18878" y="9440"/>
                    </a:cubicBezTo>
                    <a:cubicBezTo>
                      <a:pt x="18880" y="4236"/>
                      <a:pt x="14646" y="0"/>
                      <a:pt x="9441"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99"/>
              <p:cNvSpPr/>
              <p:nvPr/>
            </p:nvSpPr>
            <p:spPr>
              <a:xfrm>
                <a:off x="3703175" y="1692175"/>
                <a:ext cx="472025" cy="265900"/>
              </a:xfrm>
              <a:custGeom>
                <a:rect b="b" l="l" r="r" t="t"/>
                <a:pathLst>
                  <a:path extrusionOk="0" h="10636" w="18881">
                    <a:moveTo>
                      <a:pt x="9441" y="0"/>
                    </a:moveTo>
                    <a:cubicBezTo>
                      <a:pt x="4236" y="0"/>
                      <a:pt x="1" y="4236"/>
                      <a:pt x="1" y="9440"/>
                    </a:cubicBezTo>
                    <a:cubicBezTo>
                      <a:pt x="1" y="10099"/>
                      <a:pt x="535" y="10635"/>
                      <a:pt x="1196" y="10635"/>
                    </a:cubicBezTo>
                    <a:cubicBezTo>
                      <a:pt x="1855" y="10635"/>
                      <a:pt x="2390" y="10100"/>
                      <a:pt x="2390" y="9440"/>
                    </a:cubicBezTo>
                    <a:cubicBezTo>
                      <a:pt x="2390" y="5553"/>
                      <a:pt x="5552" y="2390"/>
                      <a:pt x="9440" y="2390"/>
                    </a:cubicBezTo>
                    <a:cubicBezTo>
                      <a:pt x="13327" y="2390"/>
                      <a:pt x="16490" y="5552"/>
                      <a:pt x="16490" y="9440"/>
                    </a:cubicBezTo>
                    <a:cubicBezTo>
                      <a:pt x="16490" y="10099"/>
                      <a:pt x="17023" y="10635"/>
                      <a:pt x="17684" y="10635"/>
                    </a:cubicBezTo>
                    <a:cubicBezTo>
                      <a:pt x="18344" y="10635"/>
                      <a:pt x="18879" y="10099"/>
                      <a:pt x="18881" y="9440"/>
                    </a:cubicBezTo>
                    <a:cubicBezTo>
                      <a:pt x="18881" y="4236"/>
                      <a:pt x="14646" y="0"/>
                      <a:pt x="9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99"/>
            <p:cNvGrpSpPr/>
            <p:nvPr/>
          </p:nvGrpSpPr>
          <p:grpSpPr>
            <a:xfrm>
              <a:off x="8721849" y="1115708"/>
              <a:ext cx="185799" cy="185799"/>
              <a:chOff x="5035425" y="2779450"/>
              <a:chExt cx="94800" cy="94800"/>
            </a:xfrm>
          </p:grpSpPr>
          <p:sp>
            <p:nvSpPr>
              <p:cNvPr id="7787" name="Google Shape;7787;p99"/>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99"/>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9" name="Google Shape;7789;p99"/>
            <p:cNvGrpSpPr/>
            <p:nvPr/>
          </p:nvGrpSpPr>
          <p:grpSpPr>
            <a:xfrm>
              <a:off x="8006824" y="3606683"/>
              <a:ext cx="927856" cy="1370885"/>
              <a:chOff x="3074375" y="2791788"/>
              <a:chExt cx="262425" cy="387738"/>
            </a:xfrm>
          </p:grpSpPr>
          <p:sp>
            <p:nvSpPr>
              <p:cNvPr id="7790" name="Google Shape;7790;p99"/>
              <p:cNvSpPr/>
              <p:nvPr/>
            </p:nvSpPr>
            <p:spPr>
              <a:xfrm>
                <a:off x="3074396" y="2791788"/>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1" name="Google Shape;7791;p99"/>
              <p:cNvGrpSpPr/>
              <p:nvPr/>
            </p:nvGrpSpPr>
            <p:grpSpPr>
              <a:xfrm>
                <a:off x="3074375" y="2791800"/>
                <a:ext cx="262425" cy="387725"/>
                <a:chOff x="3074375" y="2791800"/>
                <a:chExt cx="262425" cy="387725"/>
              </a:xfrm>
            </p:grpSpPr>
            <p:sp>
              <p:nvSpPr>
                <p:cNvPr id="7792" name="Google Shape;7792;p99"/>
                <p:cNvSpPr/>
                <p:nvPr/>
              </p:nvSpPr>
              <p:spPr>
                <a:xfrm>
                  <a:off x="3074425" y="2791925"/>
                  <a:ext cx="262375" cy="387600"/>
                </a:xfrm>
                <a:custGeom>
                  <a:rect b="b" l="l" r="r" t="t"/>
                  <a:pathLst>
                    <a:path extrusionOk="0" h="15504" w="10495">
                      <a:moveTo>
                        <a:pt x="0" y="1"/>
                      </a:moveTo>
                      <a:lnTo>
                        <a:pt x="0" y="10256"/>
                      </a:lnTo>
                      <a:cubicBezTo>
                        <a:pt x="0" y="10416"/>
                        <a:pt x="9" y="10575"/>
                        <a:pt x="22" y="10733"/>
                      </a:cubicBezTo>
                      <a:cubicBezTo>
                        <a:pt x="31" y="10834"/>
                        <a:pt x="44" y="10937"/>
                        <a:pt x="59" y="11038"/>
                      </a:cubicBezTo>
                      <a:cubicBezTo>
                        <a:pt x="62" y="11068"/>
                        <a:pt x="67" y="11099"/>
                        <a:pt x="73" y="11128"/>
                      </a:cubicBezTo>
                      <a:cubicBezTo>
                        <a:pt x="86" y="11208"/>
                        <a:pt x="102" y="11288"/>
                        <a:pt x="118" y="11367"/>
                      </a:cubicBezTo>
                      <a:cubicBezTo>
                        <a:pt x="180" y="11653"/>
                        <a:pt x="266" y="11930"/>
                        <a:pt x="371" y="12196"/>
                      </a:cubicBezTo>
                      <a:cubicBezTo>
                        <a:pt x="479" y="12468"/>
                        <a:pt x="609" y="12730"/>
                        <a:pt x="760" y="12977"/>
                      </a:cubicBezTo>
                      <a:cubicBezTo>
                        <a:pt x="865" y="13148"/>
                        <a:pt x="977" y="13311"/>
                        <a:pt x="1099" y="13468"/>
                      </a:cubicBezTo>
                      <a:cubicBezTo>
                        <a:pt x="1209" y="13609"/>
                        <a:pt x="1325" y="13744"/>
                        <a:pt x="1449" y="13873"/>
                      </a:cubicBezTo>
                      <a:cubicBezTo>
                        <a:pt x="1473" y="13898"/>
                        <a:pt x="1496" y="13923"/>
                        <a:pt x="1520" y="13947"/>
                      </a:cubicBezTo>
                      <a:lnTo>
                        <a:pt x="1538" y="13965"/>
                      </a:lnTo>
                      <a:cubicBezTo>
                        <a:pt x="1646" y="14074"/>
                        <a:pt x="1761" y="14177"/>
                        <a:pt x="1879" y="14278"/>
                      </a:cubicBezTo>
                      <a:cubicBezTo>
                        <a:pt x="1962" y="14348"/>
                        <a:pt x="2048" y="14415"/>
                        <a:pt x="2137" y="14481"/>
                      </a:cubicBezTo>
                      <a:cubicBezTo>
                        <a:pt x="2177" y="14511"/>
                        <a:pt x="2219" y="14542"/>
                        <a:pt x="2260" y="14570"/>
                      </a:cubicBezTo>
                      <a:cubicBezTo>
                        <a:pt x="2425" y="14683"/>
                        <a:pt x="2595" y="14789"/>
                        <a:pt x="2771" y="14883"/>
                      </a:cubicBezTo>
                      <a:cubicBezTo>
                        <a:pt x="2790" y="14894"/>
                        <a:pt x="2806" y="14903"/>
                        <a:pt x="2825" y="14912"/>
                      </a:cubicBezTo>
                      <a:cubicBezTo>
                        <a:pt x="2889" y="14945"/>
                        <a:pt x="2954" y="14977"/>
                        <a:pt x="3019" y="15008"/>
                      </a:cubicBezTo>
                      <a:cubicBezTo>
                        <a:pt x="3179" y="15084"/>
                        <a:pt x="3344" y="15151"/>
                        <a:pt x="3512" y="15209"/>
                      </a:cubicBezTo>
                      <a:cubicBezTo>
                        <a:pt x="3550" y="15223"/>
                        <a:pt x="3589" y="15235"/>
                        <a:pt x="3627" y="15249"/>
                      </a:cubicBezTo>
                      <a:cubicBezTo>
                        <a:pt x="3774" y="15296"/>
                        <a:pt x="3922" y="15337"/>
                        <a:pt x="4075" y="15372"/>
                      </a:cubicBezTo>
                      <a:cubicBezTo>
                        <a:pt x="4117" y="15382"/>
                        <a:pt x="4158" y="15392"/>
                        <a:pt x="4201" y="15399"/>
                      </a:cubicBezTo>
                      <a:cubicBezTo>
                        <a:pt x="4426" y="15446"/>
                        <a:pt x="4655" y="15477"/>
                        <a:pt x="4889" y="15492"/>
                      </a:cubicBezTo>
                      <a:cubicBezTo>
                        <a:pt x="5008" y="15500"/>
                        <a:pt x="5127" y="15504"/>
                        <a:pt x="5248" y="15504"/>
                      </a:cubicBezTo>
                      <a:cubicBezTo>
                        <a:pt x="5358" y="15504"/>
                        <a:pt x="5468" y="15500"/>
                        <a:pt x="5576" y="15493"/>
                      </a:cubicBezTo>
                      <a:cubicBezTo>
                        <a:pt x="5690" y="15486"/>
                        <a:pt x="5801" y="15476"/>
                        <a:pt x="5913" y="15461"/>
                      </a:cubicBezTo>
                      <a:cubicBezTo>
                        <a:pt x="5937" y="15457"/>
                        <a:pt x="5963" y="15455"/>
                        <a:pt x="5989" y="15451"/>
                      </a:cubicBezTo>
                      <a:cubicBezTo>
                        <a:pt x="6082" y="15439"/>
                        <a:pt x="6174" y="15423"/>
                        <a:pt x="6264" y="15404"/>
                      </a:cubicBezTo>
                      <a:cubicBezTo>
                        <a:pt x="6365" y="15384"/>
                        <a:pt x="6464" y="15362"/>
                        <a:pt x="6563" y="15336"/>
                      </a:cubicBezTo>
                      <a:cubicBezTo>
                        <a:pt x="6695" y="15302"/>
                        <a:pt x="6824" y="15264"/>
                        <a:pt x="6951" y="15220"/>
                      </a:cubicBezTo>
                      <a:cubicBezTo>
                        <a:pt x="7098" y="15170"/>
                        <a:pt x="7242" y="15113"/>
                        <a:pt x="7381" y="15052"/>
                      </a:cubicBezTo>
                      <a:cubicBezTo>
                        <a:pt x="7452" y="15019"/>
                        <a:pt x="7526" y="14985"/>
                        <a:pt x="7596" y="14949"/>
                      </a:cubicBezTo>
                      <a:cubicBezTo>
                        <a:pt x="7610" y="14941"/>
                        <a:pt x="7625" y="14935"/>
                        <a:pt x="7639" y="14928"/>
                      </a:cubicBezTo>
                      <a:cubicBezTo>
                        <a:pt x="7715" y="14887"/>
                        <a:pt x="7791" y="14847"/>
                        <a:pt x="7866" y="14804"/>
                      </a:cubicBezTo>
                      <a:cubicBezTo>
                        <a:pt x="8024" y="14712"/>
                        <a:pt x="8178" y="14611"/>
                        <a:pt x="8326" y="14505"/>
                      </a:cubicBezTo>
                      <a:cubicBezTo>
                        <a:pt x="8519" y="14365"/>
                        <a:pt x="8702" y="14213"/>
                        <a:pt x="8873" y="14048"/>
                      </a:cubicBezTo>
                      <a:cubicBezTo>
                        <a:pt x="8921" y="14002"/>
                        <a:pt x="8967" y="13956"/>
                        <a:pt x="9014" y="13908"/>
                      </a:cubicBezTo>
                      <a:cubicBezTo>
                        <a:pt x="9052" y="13868"/>
                        <a:pt x="9091" y="13827"/>
                        <a:pt x="9128" y="13785"/>
                      </a:cubicBezTo>
                      <a:cubicBezTo>
                        <a:pt x="9343" y="13551"/>
                        <a:pt x="9535" y="13298"/>
                        <a:pt x="9702" y="13029"/>
                      </a:cubicBezTo>
                      <a:cubicBezTo>
                        <a:pt x="9721" y="13000"/>
                        <a:pt x="9737" y="12973"/>
                        <a:pt x="9754" y="12944"/>
                      </a:cubicBezTo>
                      <a:cubicBezTo>
                        <a:pt x="9766" y="12924"/>
                        <a:pt x="9779" y="12903"/>
                        <a:pt x="9790" y="12882"/>
                      </a:cubicBezTo>
                      <a:cubicBezTo>
                        <a:pt x="9854" y="12773"/>
                        <a:pt x="9913" y="12662"/>
                        <a:pt x="9968" y="12549"/>
                      </a:cubicBezTo>
                      <a:cubicBezTo>
                        <a:pt x="10132" y="12210"/>
                        <a:pt x="10263" y="11853"/>
                        <a:pt x="10351" y="11479"/>
                      </a:cubicBezTo>
                      <a:cubicBezTo>
                        <a:pt x="10366" y="11421"/>
                        <a:pt x="10379" y="11362"/>
                        <a:pt x="10390" y="11302"/>
                      </a:cubicBezTo>
                      <a:cubicBezTo>
                        <a:pt x="10459" y="10964"/>
                        <a:pt x="10495" y="10613"/>
                        <a:pt x="10495" y="10253"/>
                      </a:cubicBezTo>
                      <a:lnTo>
                        <a:pt x="104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99"/>
                <p:cNvSpPr/>
                <p:nvPr/>
              </p:nvSpPr>
              <p:spPr>
                <a:xfrm>
                  <a:off x="3074425" y="2912325"/>
                  <a:ext cx="152250" cy="55200"/>
                </a:xfrm>
                <a:custGeom>
                  <a:rect b="b" l="l" r="r" t="t"/>
                  <a:pathLst>
                    <a:path extrusionOk="0" h="2208" w="6090">
                      <a:moveTo>
                        <a:pt x="0" y="0"/>
                      </a:moveTo>
                      <a:lnTo>
                        <a:pt x="0" y="1144"/>
                      </a:lnTo>
                      <a:cubicBezTo>
                        <a:pt x="1551" y="1827"/>
                        <a:pt x="3267" y="2208"/>
                        <a:pt x="5071" y="2208"/>
                      </a:cubicBezTo>
                      <a:cubicBezTo>
                        <a:pt x="5109" y="2208"/>
                        <a:pt x="5146" y="2208"/>
                        <a:pt x="5185" y="2204"/>
                      </a:cubicBezTo>
                      <a:cubicBezTo>
                        <a:pt x="5198" y="2205"/>
                        <a:pt x="5210" y="2206"/>
                        <a:pt x="5223" y="2206"/>
                      </a:cubicBezTo>
                      <a:cubicBezTo>
                        <a:pt x="5240" y="2206"/>
                        <a:pt x="5257" y="2204"/>
                        <a:pt x="5275" y="2200"/>
                      </a:cubicBezTo>
                      <a:cubicBezTo>
                        <a:pt x="5293" y="2201"/>
                        <a:pt x="5310" y="2202"/>
                        <a:pt x="5327" y="2202"/>
                      </a:cubicBezTo>
                      <a:cubicBezTo>
                        <a:pt x="5357" y="2202"/>
                        <a:pt x="5386" y="2200"/>
                        <a:pt x="5417" y="2196"/>
                      </a:cubicBezTo>
                      <a:cubicBezTo>
                        <a:pt x="5420" y="2198"/>
                        <a:pt x="5424" y="2199"/>
                        <a:pt x="5428" y="2199"/>
                      </a:cubicBezTo>
                      <a:cubicBezTo>
                        <a:pt x="5431" y="2199"/>
                        <a:pt x="5435" y="2198"/>
                        <a:pt x="5438" y="2196"/>
                      </a:cubicBezTo>
                      <a:cubicBezTo>
                        <a:pt x="5439" y="2197"/>
                        <a:pt x="5440" y="2198"/>
                        <a:pt x="5443" y="2198"/>
                      </a:cubicBezTo>
                      <a:cubicBezTo>
                        <a:pt x="5445" y="2198"/>
                        <a:pt x="5447" y="2197"/>
                        <a:pt x="5448" y="2196"/>
                      </a:cubicBezTo>
                      <a:cubicBezTo>
                        <a:pt x="5450" y="2198"/>
                        <a:pt x="5452" y="2199"/>
                        <a:pt x="5453" y="2199"/>
                      </a:cubicBezTo>
                      <a:cubicBezTo>
                        <a:pt x="5455" y="2199"/>
                        <a:pt x="5457" y="2198"/>
                        <a:pt x="5459" y="2196"/>
                      </a:cubicBezTo>
                      <a:cubicBezTo>
                        <a:pt x="5462" y="2198"/>
                        <a:pt x="5467" y="2199"/>
                        <a:pt x="5471" y="2199"/>
                      </a:cubicBezTo>
                      <a:cubicBezTo>
                        <a:pt x="5475" y="2199"/>
                        <a:pt x="5480" y="2198"/>
                        <a:pt x="5483" y="2196"/>
                      </a:cubicBezTo>
                      <a:cubicBezTo>
                        <a:pt x="5485" y="2198"/>
                        <a:pt x="5487" y="2199"/>
                        <a:pt x="5490" y="2199"/>
                      </a:cubicBezTo>
                      <a:cubicBezTo>
                        <a:pt x="5493" y="2199"/>
                        <a:pt x="5495" y="2198"/>
                        <a:pt x="5497" y="2196"/>
                      </a:cubicBezTo>
                      <a:cubicBezTo>
                        <a:pt x="5498" y="2198"/>
                        <a:pt x="5499" y="2198"/>
                        <a:pt x="5501" y="2198"/>
                      </a:cubicBezTo>
                      <a:cubicBezTo>
                        <a:pt x="5503" y="2198"/>
                        <a:pt x="5505" y="2196"/>
                        <a:pt x="5507" y="2196"/>
                      </a:cubicBezTo>
                      <a:lnTo>
                        <a:pt x="5514" y="2196"/>
                      </a:lnTo>
                      <a:cubicBezTo>
                        <a:pt x="5521" y="2196"/>
                        <a:pt x="5525" y="2196"/>
                        <a:pt x="5531" y="2192"/>
                      </a:cubicBezTo>
                      <a:cubicBezTo>
                        <a:pt x="5532" y="2194"/>
                        <a:pt x="5532" y="2195"/>
                        <a:pt x="5533" y="2195"/>
                      </a:cubicBezTo>
                      <a:cubicBezTo>
                        <a:pt x="5534" y="2195"/>
                        <a:pt x="5535" y="2194"/>
                        <a:pt x="5537" y="2192"/>
                      </a:cubicBezTo>
                      <a:cubicBezTo>
                        <a:pt x="5537" y="2192"/>
                        <a:pt x="5538" y="2194"/>
                        <a:pt x="5540" y="2194"/>
                      </a:cubicBezTo>
                      <a:cubicBezTo>
                        <a:pt x="5541" y="2194"/>
                        <a:pt x="5542" y="2194"/>
                        <a:pt x="5543" y="2192"/>
                      </a:cubicBezTo>
                      <a:cubicBezTo>
                        <a:pt x="5545" y="2194"/>
                        <a:pt x="5548" y="2195"/>
                        <a:pt x="5552" y="2195"/>
                      </a:cubicBezTo>
                      <a:cubicBezTo>
                        <a:pt x="5555" y="2195"/>
                        <a:pt x="5559" y="2194"/>
                        <a:pt x="5562" y="2192"/>
                      </a:cubicBezTo>
                      <a:cubicBezTo>
                        <a:pt x="5565" y="2194"/>
                        <a:pt x="5568" y="2195"/>
                        <a:pt x="5573" y="2195"/>
                      </a:cubicBezTo>
                      <a:cubicBezTo>
                        <a:pt x="5577" y="2195"/>
                        <a:pt x="5581" y="2194"/>
                        <a:pt x="5587" y="2192"/>
                      </a:cubicBezTo>
                      <a:lnTo>
                        <a:pt x="5603" y="2192"/>
                      </a:lnTo>
                      <a:cubicBezTo>
                        <a:pt x="5620" y="2192"/>
                        <a:pt x="5636" y="2192"/>
                        <a:pt x="5655" y="2188"/>
                      </a:cubicBezTo>
                      <a:lnTo>
                        <a:pt x="5659" y="2188"/>
                      </a:lnTo>
                      <a:cubicBezTo>
                        <a:pt x="5660" y="2187"/>
                        <a:pt x="5661" y="2187"/>
                        <a:pt x="5661" y="2187"/>
                      </a:cubicBezTo>
                      <a:cubicBezTo>
                        <a:pt x="5662" y="2187"/>
                        <a:pt x="5662" y="2188"/>
                        <a:pt x="5662" y="2188"/>
                      </a:cubicBezTo>
                      <a:cubicBezTo>
                        <a:pt x="5804" y="2181"/>
                        <a:pt x="5948" y="2170"/>
                        <a:pt x="6089" y="2160"/>
                      </a:cubicBezTo>
                      <a:cubicBezTo>
                        <a:pt x="6014" y="2154"/>
                        <a:pt x="5937" y="2146"/>
                        <a:pt x="5862" y="2145"/>
                      </a:cubicBezTo>
                      <a:cubicBezTo>
                        <a:pt x="5840" y="2142"/>
                        <a:pt x="5820" y="2142"/>
                        <a:pt x="5799" y="2138"/>
                      </a:cubicBezTo>
                      <a:cubicBezTo>
                        <a:pt x="5751" y="2135"/>
                        <a:pt x="5702" y="2128"/>
                        <a:pt x="5654" y="2121"/>
                      </a:cubicBezTo>
                      <a:lnTo>
                        <a:pt x="5650" y="2121"/>
                      </a:lnTo>
                      <a:cubicBezTo>
                        <a:pt x="5633" y="2121"/>
                        <a:pt x="5616" y="2118"/>
                        <a:pt x="5598" y="2118"/>
                      </a:cubicBezTo>
                      <a:cubicBezTo>
                        <a:pt x="5594" y="2118"/>
                        <a:pt x="5588" y="2114"/>
                        <a:pt x="5583" y="2114"/>
                      </a:cubicBezTo>
                      <a:lnTo>
                        <a:pt x="5571" y="2114"/>
                      </a:lnTo>
                      <a:cubicBezTo>
                        <a:pt x="5565" y="2114"/>
                        <a:pt x="5557" y="2110"/>
                        <a:pt x="5550" y="2110"/>
                      </a:cubicBezTo>
                      <a:lnTo>
                        <a:pt x="5546" y="2110"/>
                      </a:lnTo>
                      <a:cubicBezTo>
                        <a:pt x="5539" y="2110"/>
                        <a:pt x="5536" y="2110"/>
                        <a:pt x="5532" y="2105"/>
                      </a:cubicBezTo>
                      <a:lnTo>
                        <a:pt x="5515" y="2105"/>
                      </a:lnTo>
                      <a:cubicBezTo>
                        <a:pt x="5513" y="2105"/>
                        <a:pt x="5511" y="2104"/>
                        <a:pt x="5509" y="2104"/>
                      </a:cubicBezTo>
                      <a:cubicBezTo>
                        <a:pt x="5508" y="2104"/>
                        <a:pt x="5506" y="2104"/>
                        <a:pt x="5505" y="2105"/>
                      </a:cubicBezTo>
                      <a:cubicBezTo>
                        <a:pt x="5501" y="2102"/>
                        <a:pt x="5499" y="2102"/>
                        <a:pt x="5495" y="2102"/>
                      </a:cubicBezTo>
                      <a:lnTo>
                        <a:pt x="5491" y="2102"/>
                      </a:lnTo>
                      <a:cubicBezTo>
                        <a:pt x="5480" y="2102"/>
                        <a:pt x="5471" y="2098"/>
                        <a:pt x="5464" y="2098"/>
                      </a:cubicBezTo>
                      <a:cubicBezTo>
                        <a:pt x="5457" y="2098"/>
                        <a:pt x="5449" y="2094"/>
                        <a:pt x="5446" y="2094"/>
                      </a:cubicBezTo>
                      <a:cubicBezTo>
                        <a:pt x="5436" y="2094"/>
                        <a:pt x="5426" y="2090"/>
                        <a:pt x="5415" y="2090"/>
                      </a:cubicBezTo>
                      <a:lnTo>
                        <a:pt x="5411" y="2090"/>
                      </a:lnTo>
                      <a:cubicBezTo>
                        <a:pt x="5370" y="2084"/>
                        <a:pt x="5328" y="2080"/>
                        <a:pt x="5286" y="2073"/>
                      </a:cubicBezTo>
                      <a:cubicBezTo>
                        <a:pt x="5279" y="2069"/>
                        <a:pt x="5272" y="2069"/>
                        <a:pt x="5266" y="2069"/>
                      </a:cubicBezTo>
                      <a:cubicBezTo>
                        <a:pt x="3332" y="1783"/>
                        <a:pt x="1542" y="106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99"/>
                <p:cNvSpPr/>
                <p:nvPr/>
              </p:nvSpPr>
              <p:spPr>
                <a:xfrm>
                  <a:off x="3198150" y="2965550"/>
                  <a:ext cx="138650" cy="46475"/>
                </a:xfrm>
                <a:custGeom>
                  <a:rect b="b" l="l" r="r" t="t"/>
                  <a:pathLst>
                    <a:path extrusionOk="0" h="1859" w="5546">
                      <a:moveTo>
                        <a:pt x="1025" y="0"/>
                      </a:moveTo>
                      <a:cubicBezTo>
                        <a:pt x="985" y="0"/>
                        <a:pt x="948" y="0"/>
                        <a:pt x="909" y="3"/>
                      </a:cubicBezTo>
                      <a:cubicBezTo>
                        <a:pt x="899" y="3"/>
                        <a:pt x="889" y="2"/>
                        <a:pt x="879" y="2"/>
                      </a:cubicBezTo>
                      <a:cubicBezTo>
                        <a:pt x="861" y="2"/>
                        <a:pt x="844" y="4"/>
                        <a:pt x="825" y="7"/>
                      </a:cubicBezTo>
                      <a:cubicBezTo>
                        <a:pt x="808" y="7"/>
                        <a:pt x="789" y="6"/>
                        <a:pt x="771" y="6"/>
                      </a:cubicBezTo>
                      <a:cubicBezTo>
                        <a:pt x="739" y="6"/>
                        <a:pt x="707" y="8"/>
                        <a:pt x="676" y="12"/>
                      </a:cubicBezTo>
                      <a:cubicBezTo>
                        <a:pt x="672" y="9"/>
                        <a:pt x="668" y="8"/>
                        <a:pt x="663" y="8"/>
                      </a:cubicBezTo>
                      <a:cubicBezTo>
                        <a:pt x="659" y="8"/>
                        <a:pt x="655" y="9"/>
                        <a:pt x="651" y="12"/>
                      </a:cubicBezTo>
                      <a:cubicBezTo>
                        <a:pt x="650" y="11"/>
                        <a:pt x="648" y="8"/>
                        <a:pt x="646" y="8"/>
                      </a:cubicBezTo>
                      <a:cubicBezTo>
                        <a:pt x="644" y="8"/>
                        <a:pt x="643" y="11"/>
                        <a:pt x="641" y="12"/>
                      </a:cubicBezTo>
                      <a:cubicBezTo>
                        <a:pt x="640" y="9"/>
                        <a:pt x="639" y="8"/>
                        <a:pt x="638" y="8"/>
                      </a:cubicBezTo>
                      <a:cubicBezTo>
                        <a:pt x="638" y="8"/>
                        <a:pt x="637" y="9"/>
                        <a:pt x="634" y="12"/>
                      </a:cubicBezTo>
                      <a:cubicBezTo>
                        <a:pt x="631" y="9"/>
                        <a:pt x="627" y="8"/>
                        <a:pt x="622" y="8"/>
                      </a:cubicBezTo>
                      <a:cubicBezTo>
                        <a:pt x="618" y="8"/>
                        <a:pt x="613" y="9"/>
                        <a:pt x="610" y="12"/>
                      </a:cubicBezTo>
                      <a:cubicBezTo>
                        <a:pt x="606" y="9"/>
                        <a:pt x="603" y="8"/>
                        <a:pt x="601" y="8"/>
                      </a:cubicBezTo>
                      <a:cubicBezTo>
                        <a:pt x="598" y="8"/>
                        <a:pt x="595" y="9"/>
                        <a:pt x="592" y="12"/>
                      </a:cubicBezTo>
                      <a:lnTo>
                        <a:pt x="576" y="12"/>
                      </a:lnTo>
                      <a:cubicBezTo>
                        <a:pt x="568" y="12"/>
                        <a:pt x="565" y="12"/>
                        <a:pt x="558" y="16"/>
                      </a:cubicBezTo>
                      <a:lnTo>
                        <a:pt x="555" y="16"/>
                      </a:lnTo>
                      <a:cubicBezTo>
                        <a:pt x="553" y="14"/>
                        <a:pt x="551" y="13"/>
                        <a:pt x="549" y="13"/>
                      </a:cubicBezTo>
                      <a:cubicBezTo>
                        <a:pt x="548" y="13"/>
                        <a:pt x="546" y="14"/>
                        <a:pt x="545" y="16"/>
                      </a:cubicBezTo>
                      <a:cubicBezTo>
                        <a:pt x="543" y="14"/>
                        <a:pt x="540" y="13"/>
                        <a:pt x="536" y="13"/>
                      </a:cubicBezTo>
                      <a:cubicBezTo>
                        <a:pt x="533" y="13"/>
                        <a:pt x="529" y="14"/>
                        <a:pt x="526" y="16"/>
                      </a:cubicBezTo>
                      <a:cubicBezTo>
                        <a:pt x="523" y="14"/>
                        <a:pt x="519" y="13"/>
                        <a:pt x="515" y="13"/>
                      </a:cubicBezTo>
                      <a:cubicBezTo>
                        <a:pt x="511" y="13"/>
                        <a:pt x="506" y="14"/>
                        <a:pt x="501" y="16"/>
                      </a:cubicBezTo>
                      <a:lnTo>
                        <a:pt x="473" y="16"/>
                      </a:lnTo>
                      <a:cubicBezTo>
                        <a:pt x="462" y="17"/>
                        <a:pt x="449" y="17"/>
                        <a:pt x="436" y="19"/>
                      </a:cubicBezTo>
                      <a:lnTo>
                        <a:pt x="432" y="19"/>
                      </a:lnTo>
                      <a:cubicBezTo>
                        <a:pt x="290" y="27"/>
                        <a:pt x="143" y="37"/>
                        <a:pt x="1" y="48"/>
                      </a:cubicBezTo>
                      <a:cubicBezTo>
                        <a:pt x="77" y="54"/>
                        <a:pt x="155" y="62"/>
                        <a:pt x="231" y="68"/>
                      </a:cubicBezTo>
                      <a:cubicBezTo>
                        <a:pt x="256" y="70"/>
                        <a:pt x="276" y="70"/>
                        <a:pt x="300" y="75"/>
                      </a:cubicBezTo>
                      <a:cubicBezTo>
                        <a:pt x="345" y="79"/>
                        <a:pt x="395" y="86"/>
                        <a:pt x="439" y="93"/>
                      </a:cubicBezTo>
                      <a:lnTo>
                        <a:pt x="444" y="93"/>
                      </a:lnTo>
                      <a:cubicBezTo>
                        <a:pt x="462" y="93"/>
                        <a:pt x="476" y="96"/>
                        <a:pt x="493" y="96"/>
                      </a:cubicBezTo>
                      <a:cubicBezTo>
                        <a:pt x="500" y="96"/>
                        <a:pt x="504" y="100"/>
                        <a:pt x="511" y="100"/>
                      </a:cubicBezTo>
                      <a:lnTo>
                        <a:pt x="525" y="100"/>
                      </a:lnTo>
                      <a:cubicBezTo>
                        <a:pt x="531" y="100"/>
                        <a:pt x="535" y="104"/>
                        <a:pt x="542" y="104"/>
                      </a:cubicBezTo>
                      <a:lnTo>
                        <a:pt x="546" y="104"/>
                      </a:lnTo>
                      <a:cubicBezTo>
                        <a:pt x="552" y="104"/>
                        <a:pt x="558" y="104"/>
                        <a:pt x="562" y="109"/>
                      </a:cubicBezTo>
                      <a:lnTo>
                        <a:pt x="587" y="109"/>
                      </a:lnTo>
                      <a:cubicBezTo>
                        <a:pt x="591" y="113"/>
                        <a:pt x="593" y="113"/>
                        <a:pt x="597" y="113"/>
                      </a:cubicBezTo>
                      <a:lnTo>
                        <a:pt x="606" y="113"/>
                      </a:lnTo>
                      <a:cubicBezTo>
                        <a:pt x="616" y="113"/>
                        <a:pt x="623" y="116"/>
                        <a:pt x="629" y="116"/>
                      </a:cubicBezTo>
                      <a:cubicBezTo>
                        <a:pt x="637" y="116"/>
                        <a:pt x="640" y="116"/>
                        <a:pt x="647" y="120"/>
                      </a:cubicBezTo>
                      <a:cubicBezTo>
                        <a:pt x="657" y="120"/>
                        <a:pt x="671" y="124"/>
                        <a:pt x="681" y="124"/>
                      </a:cubicBezTo>
                      <a:cubicBezTo>
                        <a:pt x="722" y="131"/>
                        <a:pt x="761" y="135"/>
                        <a:pt x="803" y="142"/>
                      </a:cubicBezTo>
                      <a:cubicBezTo>
                        <a:pt x="810" y="142"/>
                        <a:pt x="820" y="146"/>
                        <a:pt x="826" y="146"/>
                      </a:cubicBezTo>
                      <a:cubicBezTo>
                        <a:pt x="2536" y="396"/>
                        <a:pt x="4133" y="992"/>
                        <a:pt x="5546" y="1859"/>
                      </a:cubicBezTo>
                      <a:lnTo>
                        <a:pt x="5546" y="845"/>
                      </a:lnTo>
                      <a:cubicBezTo>
                        <a:pt x="4143" y="305"/>
                        <a:pt x="2619" y="6"/>
                        <a:pt x="1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99"/>
                <p:cNvSpPr/>
                <p:nvPr/>
              </p:nvSpPr>
              <p:spPr>
                <a:xfrm>
                  <a:off x="3211425" y="2791800"/>
                  <a:ext cx="84900" cy="189025"/>
                </a:xfrm>
                <a:custGeom>
                  <a:rect b="b" l="l" r="r" t="t"/>
                  <a:pathLst>
                    <a:path extrusionOk="0" h="7561" w="3396">
                      <a:moveTo>
                        <a:pt x="1835" y="1"/>
                      </a:moveTo>
                      <a:cubicBezTo>
                        <a:pt x="671" y="1906"/>
                        <a:pt x="0" y="4144"/>
                        <a:pt x="0" y="6538"/>
                      </a:cubicBezTo>
                      <a:cubicBezTo>
                        <a:pt x="0" y="6580"/>
                        <a:pt x="0" y="6619"/>
                        <a:pt x="4" y="6660"/>
                      </a:cubicBezTo>
                      <a:cubicBezTo>
                        <a:pt x="0" y="6684"/>
                        <a:pt x="0" y="6705"/>
                        <a:pt x="4" y="6729"/>
                      </a:cubicBezTo>
                      <a:cubicBezTo>
                        <a:pt x="4" y="6782"/>
                        <a:pt x="4" y="6832"/>
                        <a:pt x="9" y="6883"/>
                      </a:cubicBezTo>
                      <a:lnTo>
                        <a:pt x="9" y="6949"/>
                      </a:lnTo>
                      <a:cubicBezTo>
                        <a:pt x="9" y="6955"/>
                        <a:pt x="9" y="6963"/>
                        <a:pt x="12" y="6970"/>
                      </a:cubicBezTo>
                      <a:lnTo>
                        <a:pt x="12" y="7055"/>
                      </a:lnTo>
                      <a:cubicBezTo>
                        <a:pt x="12" y="7055"/>
                        <a:pt x="16" y="7055"/>
                        <a:pt x="12" y="7060"/>
                      </a:cubicBezTo>
                      <a:cubicBezTo>
                        <a:pt x="16" y="7064"/>
                        <a:pt x="16" y="7068"/>
                        <a:pt x="12" y="7074"/>
                      </a:cubicBezTo>
                      <a:cubicBezTo>
                        <a:pt x="16" y="7078"/>
                        <a:pt x="16" y="7080"/>
                        <a:pt x="16" y="7084"/>
                      </a:cubicBezTo>
                      <a:lnTo>
                        <a:pt x="16" y="7115"/>
                      </a:lnTo>
                      <a:cubicBezTo>
                        <a:pt x="16" y="7119"/>
                        <a:pt x="20" y="7126"/>
                        <a:pt x="20" y="7130"/>
                      </a:cubicBezTo>
                      <a:cubicBezTo>
                        <a:pt x="26" y="7271"/>
                        <a:pt x="36" y="7419"/>
                        <a:pt x="47" y="7560"/>
                      </a:cubicBezTo>
                      <a:cubicBezTo>
                        <a:pt x="53" y="7481"/>
                        <a:pt x="61" y="7404"/>
                        <a:pt x="67" y="7324"/>
                      </a:cubicBezTo>
                      <a:cubicBezTo>
                        <a:pt x="70" y="7303"/>
                        <a:pt x="70" y="7283"/>
                        <a:pt x="74" y="7262"/>
                      </a:cubicBezTo>
                      <a:lnTo>
                        <a:pt x="74" y="7259"/>
                      </a:lnTo>
                      <a:cubicBezTo>
                        <a:pt x="78" y="7213"/>
                        <a:pt x="86" y="7168"/>
                        <a:pt x="92" y="7123"/>
                      </a:cubicBezTo>
                      <a:lnTo>
                        <a:pt x="92" y="7119"/>
                      </a:lnTo>
                      <a:cubicBezTo>
                        <a:pt x="92" y="7102"/>
                        <a:pt x="96" y="7085"/>
                        <a:pt x="96" y="7068"/>
                      </a:cubicBezTo>
                      <a:cubicBezTo>
                        <a:pt x="96" y="7060"/>
                        <a:pt x="99" y="7055"/>
                        <a:pt x="99" y="7049"/>
                      </a:cubicBezTo>
                      <a:cubicBezTo>
                        <a:pt x="103" y="7049"/>
                        <a:pt x="99" y="7045"/>
                        <a:pt x="99" y="7045"/>
                      </a:cubicBezTo>
                      <a:lnTo>
                        <a:pt x="99" y="7039"/>
                      </a:lnTo>
                      <a:cubicBezTo>
                        <a:pt x="99" y="7033"/>
                        <a:pt x="103" y="7025"/>
                        <a:pt x="103" y="7018"/>
                      </a:cubicBezTo>
                      <a:lnTo>
                        <a:pt x="103" y="7012"/>
                      </a:lnTo>
                      <a:cubicBezTo>
                        <a:pt x="103" y="7008"/>
                        <a:pt x="103" y="7006"/>
                        <a:pt x="108" y="7002"/>
                      </a:cubicBezTo>
                      <a:lnTo>
                        <a:pt x="108" y="6977"/>
                      </a:lnTo>
                      <a:lnTo>
                        <a:pt x="108" y="6973"/>
                      </a:lnTo>
                      <a:cubicBezTo>
                        <a:pt x="112" y="6971"/>
                        <a:pt x="112" y="6967"/>
                        <a:pt x="112" y="6967"/>
                      </a:cubicBezTo>
                      <a:lnTo>
                        <a:pt x="112" y="6961"/>
                      </a:lnTo>
                      <a:cubicBezTo>
                        <a:pt x="112" y="6950"/>
                        <a:pt x="115" y="6941"/>
                        <a:pt x="115" y="6934"/>
                      </a:cubicBezTo>
                      <a:cubicBezTo>
                        <a:pt x="115" y="6925"/>
                        <a:pt x="119" y="6921"/>
                        <a:pt x="119" y="6915"/>
                      </a:cubicBezTo>
                      <a:cubicBezTo>
                        <a:pt x="119" y="6905"/>
                        <a:pt x="123" y="6899"/>
                        <a:pt x="123" y="6888"/>
                      </a:cubicBezTo>
                      <a:lnTo>
                        <a:pt x="123" y="6884"/>
                      </a:lnTo>
                      <a:cubicBezTo>
                        <a:pt x="129" y="6842"/>
                        <a:pt x="133" y="6796"/>
                        <a:pt x="140" y="6755"/>
                      </a:cubicBezTo>
                      <a:cubicBezTo>
                        <a:pt x="140" y="6751"/>
                        <a:pt x="144" y="6745"/>
                        <a:pt x="144" y="6741"/>
                      </a:cubicBezTo>
                      <a:cubicBezTo>
                        <a:pt x="523" y="4152"/>
                        <a:pt x="1692" y="1822"/>
                        <a:pt x="3396" y="2"/>
                      </a:cubicBezTo>
                      <a:lnTo>
                        <a:pt x="33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99"/>
                <p:cNvSpPr/>
                <p:nvPr/>
              </p:nvSpPr>
              <p:spPr>
                <a:xfrm>
                  <a:off x="3121350" y="2952350"/>
                  <a:ext cx="92075" cy="214750"/>
                </a:xfrm>
                <a:custGeom>
                  <a:rect b="b" l="l" r="r" t="t"/>
                  <a:pathLst>
                    <a:path extrusionOk="0" h="8590" w="3683">
                      <a:moveTo>
                        <a:pt x="3636" y="1"/>
                      </a:moveTo>
                      <a:cubicBezTo>
                        <a:pt x="3629" y="80"/>
                        <a:pt x="3622" y="157"/>
                        <a:pt x="3615" y="236"/>
                      </a:cubicBezTo>
                      <a:cubicBezTo>
                        <a:pt x="3613" y="254"/>
                        <a:pt x="3613" y="270"/>
                        <a:pt x="3608" y="288"/>
                      </a:cubicBezTo>
                      <a:cubicBezTo>
                        <a:pt x="3606" y="337"/>
                        <a:pt x="3598" y="389"/>
                        <a:pt x="3592" y="437"/>
                      </a:cubicBezTo>
                      <a:cubicBezTo>
                        <a:pt x="3592" y="455"/>
                        <a:pt x="3592" y="472"/>
                        <a:pt x="3588" y="489"/>
                      </a:cubicBezTo>
                      <a:cubicBezTo>
                        <a:pt x="3588" y="497"/>
                        <a:pt x="3588" y="501"/>
                        <a:pt x="3584" y="508"/>
                      </a:cubicBezTo>
                      <a:lnTo>
                        <a:pt x="3584" y="522"/>
                      </a:lnTo>
                      <a:cubicBezTo>
                        <a:pt x="3584" y="528"/>
                        <a:pt x="3581" y="535"/>
                        <a:pt x="3581" y="543"/>
                      </a:cubicBezTo>
                      <a:lnTo>
                        <a:pt x="3581" y="546"/>
                      </a:lnTo>
                      <a:lnTo>
                        <a:pt x="3581" y="556"/>
                      </a:lnTo>
                      <a:cubicBezTo>
                        <a:pt x="3576" y="564"/>
                        <a:pt x="3576" y="568"/>
                        <a:pt x="3576" y="575"/>
                      </a:cubicBezTo>
                      <a:lnTo>
                        <a:pt x="3576" y="585"/>
                      </a:lnTo>
                      <a:cubicBezTo>
                        <a:pt x="3576" y="587"/>
                        <a:pt x="3572" y="589"/>
                        <a:pt x="3572" y="591"/>
                      </a:cubicBezTo>
                      <a:lnTo>
                        <a:pt x="3572" y="597"/>
                      </a:lnTo>
                      <a:lnTo>
                        <a:pt x="3572" y="601"/>
                      </a:lnTo>
                      <a:cubicBezTo>
                        <a:pt x="3572" y="610"/>
                        <a:pt x="3568" y="620"/>
                        <a:pt x="3568" y="626"/>
                      </a:cubicBezTo>
                      <a:cubicBezTo>
                        <a:pt x="3568" y="633"/>
                        <a:pt x="3568" y="638"/>
                        <a:pt x="3565" y="644"/>
                      </a:cubicBezTo>
                      <a:cubicBezTo>
                        <a:pt x="3565" y="654"/>
                        <a:pt x="3565" y="664"/>
                        <a:pt x="3561" y="675"/>
                      </a:cubicBezTo>
                      <a:lnTo>
                        <a:pt x="3561" y="679"/>
                      </a:lnTo>
                      <a:cubicBezTo>
                        <a:pt x="3555" y="721"/>
                        <a:pt x="3551" y="767"/>
                        <a:pt x="3544" y="808"/>
                      </a:cubicBezTo>
                      <a:cubicBezTo>
                        <a:pt x="3544" y="811"/>
                        <a:pt x="3544" y="818"/>
                        <a:pt x="3540" y="824"/>
                      </a:cubicBezTo>
                      <a:cubicBezTo>
                        <a:pt x="3139" y="3551"/>
                        <a:pt x="1860" y="5997"/>
                        <a:pt x="1" y="7857"/>
                      </a:cubicBezTo>
                      <a:cubicBezTo>
                        <a:pt x="84" y="7929"/>
                        <a:pt x="170" y="7996"/>
                        <a:pt x="259" y="8062"/>
                      </a:cubicBezTo>
                      <a:cubicBezTo>
                        <a:pt x="299" y="8092"/>
                        <a:pt x="341" y="8123"/>
                        <a:pt x="382" y="8151"/>
                      </a:cubicBezTo>
                      <a:cubicBezTo>
                        <a:pt x="546" y="8264"/>
                        <a:pt x="717" y="8370"/>
                        <a:pt x="893" y="8464"/>
                      </a:cubicBezTo>
                      <a:cubicBezTo>
                        <a:pt x="911" y="8475"/>
                        <a:pt x="928" y="8484"/>
                        <a:pt x="946" y="8492"/>
                      </a:cubicBezTo>
                      <a:cubicBezTo>
                        <a:pt x="1011" y="8526"/>
                        <a:pt x="1075" y="8558"/>
                        <a:pt x="1141" y="8589"/>
                      </a:cubicBezTo>
                      <a:cubicBezTo>
                        <a:pt x="2733" y="6483"/>
                        <a:pt x="3678" y="3863"/>
                        <a:pt x="3678" y="1020"/>
                      </a:cubicBezTo>
                      <a:cubicBezTo>
                        <a:pt x="3678" y="983"/>
                        <a:pt x="3678" y="941"/>
                        <a:pt x="3680" y="897"/>
                      </a:cubicBezTo>
                      <a:cubicBezTo>
                        <a:pt x="3683" y="871"/>
                        <a:pt x="3683" y="844"/>
                        <a:pt x="3680" y="818"/>
                      </a:cubicBezTo>
                      <a:lnTo>
                        <a:pt x="3680" y="814"/>
                      </a:lnTo>
                      <a:cubicBezTo>
                        <a:pt x="3680" y="767"/>
                        <a:pt x="3680" y="718"/>
                        <a:pt x="3675" y="673"/>
                      </a:cubicBezTo>
                      <a:lnTo>
                        <a:pt x="3675" y="652"/>
                      </a:lnTo>
                      <a:lnTo>
                        <a:pt x="3675" y="646"/>
                      </a:lnTo>
                      <a:lnTo>
                        <a:pt x="3675" y="639"/>
                      </a:lnTo>
                      <a:lnTo>
                        <a:pt x="3675" y="608"/>
                      </a:lnTo>
                      <a:cubicBezTo>
                        <a:pt x="3675" y="601"/>
                        <a:pt x="3675" y="594"/>
                        <a:pt x="3672" y="587"/>
                      </a:cubicBezTo>
                      <a:lnTo>
                        <a:pt x="3672" y="581"/>
                      </a:lnTo>
                      <a:lnTo>
                        <a:pt x="3672" y="575"/>
                      </a:lnTo>
                      <a:lnTo>
                        <a:pt x="3672" y="501"/>
                      </a:lnTo>
                      <a:cubicBezTo>
                        <a:pt x="3668" y="497"/>
                        <a:pt x="3672" y="497"/>
                        <a:pt x="3672" y="497"/>
                      </a:cubicBezTo>
                      <a:cubicBezTo>
                        <a:pt x="3668" y="489"/>
                        <a:pt x="3668" y="487"/>
                        <a:pt x="3672" y="483"/>
                      </a:cubicBezTo>
                      <a:cubicBezTo>
                        <a:pt x="3668" y="481"/>
                        <a:pt x="3668" y="477"/>
                        <a:pt x="3668" y="477"/>
                      </a:cubicBezTo>
                      <a:lnTo>
                        <a:pt x="3668" y="431"/>
                      </a:lnTo>
                      <a:lnTo>
                        <a:pt x="3664" y="431"/>
                      </a:lnTo>
                      <a:cubicBezTo>
                        <a:pt x="3657" y="286"/>
                        <a:pt x="3647" y="142"/>
                        <a:pt x="3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99"/>
                <p:cNvSpPr/>
                <p:nvPr/>
              </p:nvSpPr>
              <p:spPr>
                <a:xfrm>
                  <a:off x="3074375" y="2959275"/>
                  <a:ext cx="150200" cy="54575"/>
                </a:xfrm>
                <a:custGeom>
                  <a:rect b="b" l="l" r="r" t="t"/>
                  <a:pathLst>
                    <a:path extrusionOk="0" h="2183" w="6008">
                      <a:moveTo>
                        <a:pt x="6008" y="0"/>
                      </a:moveTo>
                      <a:cubicBezTo>
                        <a:pt x="5935" y="36"/>
                        <a:pt x="5859" y="71"/>
                        <a:pt x="5785" y="104"/>
                      </a:cubicBezTo>
                      <a:cubicBezTo>
                        <a:pt x="5768" y="110"/>
                        <a:pt x="5754" y="118"/>
                        <a:pt x="5739" y="124"/>
                      </a:cubicBezTo>
                      <a:cubicBezTo>
                        <a:pt x="5694" y="141"/>
                        <a:pt x="5649" y="162"/>
                        <a:pt x="5608" y="180"/>
                      </a:cubicBezTo>
                      <a:cubicBezTo>
                        <a:pt x="5608" y="184"/>
                        <a:pt x="5608" y="184"/>
                        <a:pt x="5604" y="184"/>
                      </a:cubicBezTo>
                      <a:cubicBezTo>
                        <a:pt x="5588" y="190"/>
                        <a:pt x="5573" y="197"/>
                        <a:pt x="5559" y="201"/>
                      </a:cubicBezTo>
                      <a:cubicBezTo>
                        <a:pt x="5551" y="204"/>
                        <a:pt x="5547" y="207"/>
                        <a:pt x="5544" y="207"/>
                      </a:cubicBezTo>
                      <a:cubicBezTo>
                        <a:pt x="5542" y="207"/>
                        <a:pt x="5538" y="211"/>
                        <a:pt x="5538" y="211"/>
                      </a:cubicBezTo>
                      <a:lnTo>
                        <a:pt x="5534" y="211"/>
                      </a:lnTo>
                      <a:lnTo>
                        <a:pt x="5534" y="215"/>
                      </a:lnTo>
                      <a:cubicBezTo>
                        <a:pt x="5528" y="215"/>
                        <a:pt x="5520" y="217"/>
                        <a:pt x="5513" y="221"/>
                      </a:cubicBezTo>
                      <a:cubicBezTo>
                        <a:pt x="5511" y="221"/>
                        <a:pt x="5507" y="225"/>
                        <a:pt x="5507" y="225"/>
                      </a:cubicBezTo>
                      <a:cubicBezTo>
                        <a:pt x="5500" y="225"/>
                        <a:pt x="5497" y="230"/>
                        <a:pt x="5493" y="230"/>
                      </a:cubicBezTo>
                      <a:cubicBezTo>
                        <a:pt x="5485" y="232"/>
                        <a:pt x="5482" y="236"/>
                        <a:pt x="5479" y="236"/>
                      </a:cubicBezTo>
                      <a:cubicBezTo>
                        <a:pt x="5479" y="240"/>
                        <a:pt x="5479" y="240"/>
                        <a:pt x="5475" y="240"/>
                      </a:cubicBezTo>
                      <a:lnTo>
                        <a:pt x="5471" y="240"/>
                      </a:lnTo>
                      <a:cubicBezTo>
                        <a:pt x="5468" y="240"/>
                        <a:pt x="5465" y="243"/>
                        <a:pt x="5465" y="243"/>
                      </a:cubicBezTo>
                      <a:cubicBezTo>
                        <a:pt x="5462" y="243"/>
                        <a:pt x="5457" y="243"/>
                        <a:pt x="5457" y="247"/>
                      </a:cubicBezTo>
                      <a:cubicBezTo>
                        <a:pt x="5448" y="251"/>
                        <a:pt x="5440" y="253"/>
                        <a:pt x="5434" y="257"/>
                      </a:cubicBezTo>
                      <a:cubicBezTo>
                        <a:pt x="5425" y="257"/>
                        <a:pt x="5423" y="260"/>
                        <a:pt x="5419" y="264"/>
                      </a:cubicBezTo>
                      <a:cubicBezTo>
                        <a:pt x="5409" y="268"/>
                        <a:pt x="5399" y="271"/>
                        <a:pt x="5388" y="274"/>
                      </a:cubicBezTo>
                      <a:lnTo>
                        <a:pt x="5384" y="274"/>
                      </a:lnTo>
                      <a:lnTo>
                        <a:pt x="5384" y="278"/>
                      </a:lnTo>
                      <a:cubicBezTo>
                        <a:pt x="5347" y="292"/>
                        <a:pt x="5308" y="305"/>
                        <a:pt x="5274" y="319"/>
                      </a:cubicBezTo>
                      <a:cubicBezTo>
                        <a:pt x="5267" y="323"/>
                        <a:pt x="5259" y="326"/>
                        <a:pt x="5253" y="330"/>
                      </a:cubicBezTo>
                      <a:cubicBezTo>
                        <a:pt x="3756" y="923"/>
                        <a:pt x="2195" y="1209"/>
                        <a:pt x="648" y="1209"/>
                      </a:cubicBezTo>
                      <a:cubicBezTo>
                        <a:pt x="432" y="1209"/>
                        <a:pt x="216" y="1204"/>
                        <a:pt x="0" y="1192"/>
                      </a:cubicBezTo>
                      <a:lnTo>
                        <a:pt x="0" y="2182"/>
                      </a:lnTo>
                      <a:cubicBezTo>
                        <a:pt x="1762" y="2025"/>
                        <a:pt x="3517" y="1490"/>
                        <a:pt x="5150" y="549"/>
                      </a:cubicBezTo>
                      <a:cubicBezTo>
                        <a:pt x="5188" y="525"/>
                        <a:pt x="5229" y="504"/>
                        <a:pt x="5269" y="475"/>
                      </a:cubicBezTo>
                      <a:cubicBezTo>
                        <a:pt x="5275" y="473"/>
                        <a:pt x="5281" y="470"/>
                        <a:pt x="5287" y="467"/>
                      </a:cubicBezTo>
                      <a:lnTo>
                        <a:pt x="5289" y="467"/>
                      </a:lnTo>
                      <a:cubicBezTo>
                        <a:pt x="5300" y="460"/>
                        <a:pt x="5310" y="453"/>
                        <a:pt x="5320" y="444"/>
                      </a:cubicBezTo>
                      <a:cubicBezTo>
                        <a:pt x="5362" y="424"/>
                        <a:pt x="5400" y="397"/>
                        <a:pt x="5441" y="369"/>
                      </a:cubicBezTo>
                      <a:cubicBezTo>
                        <a:pt x="5447" y="369"/>
                        <a:pt x="5455" y="365"/>
                        <a:pt x="5462" y="359"/>
                      </a:cubicBezTo>
                      <a:lnTo>
                        <a:pt x="5462" y="354"/>
                      </a:lnTo>
                      <a:lnTo>
                        <a:pt x="5466" y="354"/>
                      </a:lnTo>
                      <a:cubicBezTo>
                        <a:pt x="5468" y="354"/>
                        <a:pt x="5468" y="354"/>
                        <a:pt x="5472" y="350"/>
                      </a:cubicBezTo>
                      <a:cubicBezTo>
                        <a:pt x="5475" y="350"/>
                        <a:pt x="5475" y="350"/>
                        <a:pt x="5478" y="346"/>
                      </a:cubicBezTo>
                      <a:cubicBezTo>
                        <a:pt x="5486" y="343"/>
                        <a:pt x="5491" y="339"/>
                        <a:pt x="5497" y="333"/>
                      </a:cubicBezTo>
                      <a:cubicBezTo>
                        <a:pt x="5503" y="333"/>
                        <a:pt x="5507" y="329"/>
                        <a:pt x="5513" y="322"/>
                      </a:cubicBezTo>
                      <a:cubicBezTo>
                        <a:pt x="5517" y="322"/>
                        <a:pt x="5519" y="322"/>
                        <a:pt x="5524" y="318"/>
                      </a:cubicBezTo>
                      <a:cubicBezTo>
                        <a:pt x="5527" y="318"/>
                        <a:pt x="5527" y="315"/>
                        <a:pt x="5530" y="312"/>
                      </a:cubicBezTo>
                      <a:cubicBezTo>
                        <a:pt x="5534" y="312"/>
                        <a:pt x="5537" y="309"/>
                        <a:pt x="5540" y="305"/>
                      </a:cubicBezTo>
                      <a:lnTo>
                        <a:pt x="5544" y="305"/>
                      </a:lnTo>
                      <a:cubicBezTo>
                        <a:pt x="5547" y="305"/>
                        <a:pt x="5550" y="299"/>
                        <a:pt x="5550" y="299"/>
                      </a:cubicBezTo>
                      <a:cubicBezTo>
                        <a:pt x="5559" y="299"/>
                        <a:pt x="5565" y="292"/>
                        <a:pt x="5569" y="292"/>
                      </a:cubicBezTo>
                      <a:cubicBezTo>
                        <a:pt x="5575" y="284"/>
                        <a:pt x="5583" y="282"/>
                        <a:pt x="5590" y="278"/>
                      </a:cubicBezTo>
                      <a:lnTo>
                        <a:pt x="5590" y="274"/>
                      </a:lnTo>
                      <a:cubicBezTo>
                        <a:pt x="5597" y="274"/>
                        <a:pt x="5600" y="272"/>
                        <a:pt x="5604" y="268"/>
                      </a:cubicBezTo>
                      <a:cubicBezTo>
                        <a:pt x="5621" y="257"/>
                        <a:pt x="5635" y="251"/>
                        <a:pt x="5648" y="237"/>
                      </a:cubicBezTo>
                      <a:lnTo>
                        <a:pt x="5653" y="237"/>
                      </a:lnTo>
                      <a:cubicBezTo>
                        <a:pt x="5771" y="160"/>
                        <a:pt x="5889" y="81"/>
                        <a:pt x="6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99"/>
                <p:cNvSpPr/>
                <p:nvPr/>
              </p:nvSpPr>
              <p:spPr>
                <a:xfrm>
                  <a:off x="3200150" y="2920825"/>
                  <a:ext cx="136650" cy="53025"/>
                </a:xfrm>
                <a:custGeom>
                  <a:rect b="b" l="l" r="r" t="t"/>
                  <a:pathLst>
                    <a:path extrusionOk="0" h="2121" w="5466">
                      <a:moveTo>
                        <a:pt x="5466" y="1"/>
                      </a:moveTo>
                      <a:cubicBezTo>
                        <a:pt x="3891" y="212"/>
                        <a:pt x="2329" y="730"/>
                        <a:pt x="862" y="1569"/>
                      </a:cubicBezTo>
                      <a:cubicBezTo>
                        <a:pt x="824" y="1590"/>
                        <a:pt x="790" y="1615"/>
                        <a:pt x="751" y="1640"/>
                      </a:cubicBezTo>
                      <a:cubicBezTo>
                        <a:pt x="734" y="1646"/>
                        <a:pt x="712" y="1656"/>
                        <a:pt x="695" y="1675"/>
                      </a:cubicBezTo>
                      <a:cubicBezTo>
                        <a:pt x="652" y="1694"/>
                        <a:pt x="607" y="1723"/>
                        <a:pt x="566" y="1750"/>
                      </a:cubicBezTo>
                      <a:cubicBezTo>
                        <a:pt x="563" y="1750"/>
                        <a:pt x="555" y="1754"/>
                        <a:pt x="552" y="1760"/>
                      </a:cubicBezTo>
                      <a:cubicBezTo>
                        <a:pt x="551" y="1760"/>
                        <a:pt x="550" y="1760"/>
                        <a:pt x="549" y="1760"/>
                      </a:cubicBezTo>
                      <a:cubicBezTo>
                        <a:pt x="547" y="1760"/>
                        <a:pt x="544" y="1761"/>
                        <a:pt x="542" y="1764"/>
                      </a:cubicBezTo>
                      <a:lnTo>
                        <a:pt x="538" y="1769"/>
                      </a:lnTo>
                      <a:cubicBezTo>
                        <a:pt x="535" y="1769"/>
                        <a:pt x="535" y="1769"/>
                        <a:pt x="532" y="1773"/>
                      </a:cubicBezTo>
                      <a:cubicBezTo>
                        <a:pt x="525" y="1776"/>
                        <a:pt x="517" y="1780"/>
                        <a:pt x="511" y="1786"/>
                      </a:cubicBezTo>
                      <a:cubicBezTo>
                        <a:pt x="503" y="1786"/>
                        <a:pt x="499" y="1790"/>
                        <a:pt x="493" y="1796"/>
                      </a:cubicBezTo>
                      <a:cubicBezTo>
                        <a:pt x="490" y="1796"/>
                        <a:pt x="490" y="1796"/>
                        <a:pt x="486" y="1801"/>
                      </a:cubicBezTo>
                      <a:cubicBezTo>
                        <a:pt x="482" y="1801"/>
                        <a:pt x="480" y="1804"/>
                        <a:pt x="476" y="1807"/>
                      </a:cubicBezTo>
                      <a:lnTo>
                        <a:pt x="472" y="1807"/>
                      </a:lnTo>
                      <a:cubicBezTo>
                        <a:pt x="472" y="1807"/>
                        <a:pt x="468" y="1807"/>
                        <a:pt x="468" y="1811"/>
                      </a:cubicBezTo>
                      <a:cubicBezTo>
                        <a:pt x="466" y="1811"/>
                        <a:pt x="462" y="1817"/>
                        <a:pt x="462" y="1817"/>
                      </a:cubicBezTo>
                      <a:cubicBezTo>
                        <a:pt x="460" y="1817"/>
                        <a:pt x="455" y="1821"/>
                        <a:pt x="455" y="1821"/>
                      </a:cubicBezTo>
                      <a:cubicBezTo>
                        <a:pt x="447" y="1821"/>
                        <a:pt x="445" y="1824"/>
                        <a:pt x="441" y="1827"/>
                      </a:cubicBezTo>
                      <a:cubicBezTo>
                        <a:pt x="435" y="1832"/>
                        <a:pt x="426" y="1838"/>
                        <a:pt x="420" y="1842"/>
                      </a:cubicBezTo>
                      <a:cubicBezTo>
                        <a:pt x="416" y="1842"/>
                        <a:pt x="416" y="1846"/>
                        <a:pt x="416" y="1846"/>
                      </a:cubicBezTo>
                      <a:cubicBezTo>
                        <a:pt x="409" y="1846"/>
                        <a:pt x="406" y="1848"/>
                        <a:pt x="403" y="1852"/>
                      </a:cubicBezTo>
                      <a:cubicBezTo>
                        <a:pt x="389" y="1862"/>
                        <a:pt x="375" y="1871"/>
                        <a:pt x="361" y="1881"/>
                      </a:cubicBezTo>
                      <a:cubicBezTo>
                        <a:pt x="357" y="1881"/>
                        <a:pt x="357" y="1884"/>
                        <a:pt x="357" y="1884"/>
                      </a:cubicBezTo>
                      <a:cubicBezTo>
                        <a:pt x="236" y="1961"/>
                        <a:pt x="119" y="2041"/>
                        <a:pt x="0" y="2120"/>
                      </a:cubicBezTo>
                      <a:cubicBezTo>
                        <a:pt x="76" y="2083"/>
                        <a:pt x="156" y="2048"/>
                        <a:pt x="232" y="2013"/>
                      </a:cubicBezTo>
                      <a:cubicBezTo>
                        <a:pt x="239" y="2011"/>
                        <a:pt x="245" y="2007"/>
                        <a:pt x="251" y="2005"/>
                      </a:cubicBezTo>
                      <a:lnTo>
                        <a:pt x="253" y="2005"/>
                      </a:lnTo>
                      <a:cubicBezTo>
                        <a:pt x="259" y="2001"/>
                        <a:pt x="267" y="1998"/>
                        <a:pt x="274" y="1997"/>
                      </a:cubicBezTo>
                      <a:cubicBezTo>
                        <a:pt x="318" y="1976"/>
                        <a:pt x="361" y="1958"/>
                        <a:pt x="403" y="1941"/>
                      </a:cubicBezTo>
                      <a:lnTo>
                        <a:pt x="403" y="1938"/>
                      </a:lnTo>
                      <a:cubicBezTo>
                        <a:pt x="420" y="1931"/>
                        <a:pt x="437" y="1924"/>
                        <a:pt x="451" y="1920"/>
                      </a:cubicBezTo>
                      <a:cubicBezTo>
                        <a:pt x="455" y="1918"/>
                        <a:pt x="457" y="1918"/>
                        <a:pt x="462" y="1914"/>
                      </a:cubicBezTo>
                      <a:cubicBezTo>
                        <a:pt x="466" y="1914"/>
                        <a:pt x="468" y="1910"/>
                        <a:pt x="472" y="1910"/>
                      </a:cubicBezTo>
                      <a:cubicBezTo>
                        <a:pt x="474" y="1908"/>
                        <a:pt x="475" y="1908"/>
                        <a:pt x="476" y="1908"/>
                      </a:cubicBezTo>
                      <a:cubicBezTo>
                        <a:pt x="476" y="1908"/>
                        <a:pt x="476" y="1908"/>
                        <a:pt x="476" y="1910"/>
                      </a:cubicBezTo>
                      <a:cubicBezTo>
                        <a:pt x="482" y="1907"/>
                        <a:pt x="490" y="1904"/>
                        <a:pt x="497" y="1900"/>
                      </a:cubicBezTo>
                      <a:lnTo>
                        <a:pt x="504" y="1900"/>
                      </a:lnTo>
                      <a:cubicBezTo>
                        <a:pt x="508" y="1898"/>
                        <a:pt x="511" y="1893"/>
                        <a:pt x="514" y="1893"/>
                      </a:cubicBezTo>
                      <a:cubicBezTo>
                        <a:pt x="522" y="1891"/>
                        <a:pt x="529" y="1887"/>
                        <a:pt x="533" y="1887"/>
                      </a:cubicBezTo>
                      <a:cubicBezTo>
                        <a:pt x="533" y="1887"/>
                        <a:pt x="533" y="1883"/>
                        <a:pt x="537" y="1883"/>
                      </a:cubicBezTo>
                      <a:lnTo>
                        <a:pt x="547" y="1883"/>
                      </a:lnTo>
                      <a:lnTo>
                        <a:pt x="551" y="1879"/>
                      </a:lnTo>
                      <a:cubicBezTo>
                        <a:pt x="562" y="1873"/>
                        <a:pt x="573" y="1869"/>
                        <a:pt x="579" y="1869"/>
                      </a:cubicBezTo>
                      <a:cubicBezTo>
                        <a:pt x="587" y="1867"/>
                        <a:pt x="590" y="1862"/>
                        <a:pt x="594" y="1862"/>
                      </a:cubicBezTo>
                      <a:cubicBezTo>
                        <a:pt x="604" y="1855"/>
                        <a:pt x="614" y="1852"/>
                        <a:pt x="625" y="1848"/>
                      </a:cubicBezTo>
                      <a:lnTo>
                        <a:pt x="629" y="1848"/>
                      </a:lnTo>
                      <a:cubicBezTo>
                        <a:pt x="630" y="1847"/>
                        <a:pt x="630" y="1847"/>
                        <a:pt x="631" y="1847"/>
                      </a:cubicBezTo>
                      <a:cubicBezTo>
                        <a:pt x="632" y="1847"/>
                        <a:pt x="632" y="1848"/>
                        <a:pt x="632" y="1848"/>
                      </a:cubicBezTo>
                      <a:cubicBezTo>
                        <a:pt x="671" y="1832"/>
                        <a:pt x="708" y="1814"/>
                        <a:pt x="746" y="1804"/>
                      </a:cubicBezTo>
                      <a:cubicBezTo>
                        <a:pt x="754" y="1796"/>
                        <a:pt x="761" y="1793"/>
                        <a:pt x="768" y="1793"/>
                      </a:cubicBezTo>
                      <a:cubicBezTo>
                        <a:pt x="2265" y="1198"/>
                        <a:pt x="3829" y="913"/>
                        <a:pt x="5375" y="913"/>
                      </a:cubicBezTo>
                      <a:cubicBezTo>
                        <a:pt x="5405" y="913"/>
                        <a:pt x="5436" y="913"/>
                        <a:pt x="5466" y="913"/>
                      </a:cubicBezTo>
                      <a:lnTo>
                        <a:pt x="546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99"/>
                <p:cNvSpPr/>
                <p:nvPr/>
              </p:nvSpPr>
              <p:spPr>
                <a:xfrm>
                  <a:off x="3162475" y="2791825"/>
                  <a:ext cx="57350" cy="186975"/>
                </a:xfrm>
                <a:custGeom>
                  <a:rect b="b" l="l" r="r" t="t"/>
                  <a:pathLst>
                    <a:path extrusionOk="0" h="7479" w="2294">
                      <a:moveTo>
                        <a:pt x="65" y="1"/>
                      </a:moveTo>
                      <a:cubicBezTo>
                        <a:pt x="1" y="2243"/>
                        <a:pt x="538" y="4529"/>
                        <a:pt x="1743" y="6615"/>
                      </a:cubicBezTo>
                      <a:cubicBezTo>
                        <a:pt x="1760" y="6647"/>
                        <a:pt x="1778" y="6678"/>
                        <a:pt x="1798" y="6709"/>
                      </a:cubicBezTo>
                      <a:cubicBezTo>
                        <a:pt x="1813" y="6734"/>
                        <a:pt x="1827" y="6760"/>
                        <a:pt x="1848" y="6785"/>
                      </a:cubicBezTo>
                      <a:cubicBezTo>
                        <a:pt x="1870" y="6826"/>
                        <a:pt x="1892" y="6869"/>
                        <a:pt x="1921" y="6910"/>
                      </a:cubicBezTo>
                      <a:cubicBezTo>
                        <a:pt x="1925" y="6916"/>
                        <a:pt x="1928" y="6924"/>
                        <a:pt x="1936" y="6931"/>
                      </a:cubicBezTo>
                      <a:cubicBezTo>
                        <a:pt x="1936" y="6935"/>
                        <a:pt x="1936" y="6937"/>
                        <a:pt x="1942" y="6941"/>
                      </a:cubicBezTo>
                      <a:cubicBezTo>
                        <a:pt x="1939" y="6944"/>
                        <a:pt x="1942" y="6944"/>
                        <a:pt x="1946" y="6947"/>
                      </a:cubicBezTo>
                      <a:cubicBezTo>
                        <a:pt x="1949" y="6954"/>
                        <a:pt x="1952" y="6962"/>
                        <a:pt x="1956" y="6968"/>
                      </a:cubicBezTo>
                      <a:cubicBezTo>
                        <a:pt x="1959" y="6972"/>
                        <a:pt x="1962" y="6978"/>
                        <a:pt x="1967" y="6982"/>
                      </a:cubicBezTo>
                      <a:cubicBezTo>
                        <a:pt x="1967" y="6985"/>
                        <a:pt x="1967" y="6985"/>
                        <a:pt x="1970" y="6988"/>
                      </a:cubicBezTo>
                      <a:lnTo>
                        <a:pt x="1974" y="6993"/>
                      </a:lnTo>
                      <a:cubicBezTo>
                        <a:pt x="1974" y="6997"/>
                        <a:pt x="1977" y="7003"/>
                        <a:pt x="1980" y="7007"/>
                      </a:cubicBezTo>
                      <a:lnTo>
                        <a:pt x="1982" y="7008"/>
                      </a:lnTo>
                      <a:cubicBezTo>
                        <a:pt x="1984" y="7011"/>
                        <a:pt x="1984" y="7013"/>
                        <a:pt x="1984" y="7013"/>
                      </a:cubicBezTo>
                      <a:cubicBezTo>
                        <a:pt x="1987" y="7016"/>
                        <a:pt x="1987" y="7019"/>
                        <a:pt x="1990" y="7019"/>
                      </a:cubicBezTo>
                      <a:cubicBezTo>
                        <a:pt x="1994" y="7028"/>
                        <a:pt x="1997" y="7034"/>
                        <a:pt x="2001" y="7038"/>
                      </a:cubicBezTo>
                      <a:cubicBezTo>
                        <a:pt x="2005" y="7044"/>
                        <a:pt x="2008" y="7052"/>
                        <a:pt x="2011" y="7059"/>
                      </a:cubicBezTo>
                      <a:lnTo>
                        <a:pt x="2015" y="7059"/>
                      </a:lnTo>
                      <a:cubicBezTo>
                        <a:pt x="2018" y="7067"/>
                        <a:pt x="2018" y="7069"/>
                        <a:pt x="2021" y="7073"/>
                      </a:cubicBezTo>
                      <a:cubicBezTo>
                        <a:pt x="2021" y="7077"/>
                        <a:pt x="2025" y="7077"/>
                        <a:pt x="2025" y="7077"/>
                      </a:cubicBezTo>
                      <a:cubicBezTo>
                        <a:pt x="2036" y="7091"/>
                        <a:pt x="2044" y="7104"/>
                        <a:pt x="2054" y="7118"/>
                      </a:cubicBezTo>
                      <a:lnTo>
                        <a:pt x="2054" y="7122"/>
                      </a:lnTo>
                      <a:cubicBezTo>
                        <a:pt x="2133" y="7244"/>
                        <a:pt x="2213" y="7362"/>
                        <a:pt x="2294" y="7479"/>
                      </a:cubicBezTo>
                      <a:cubicBezTo>
                        <a:pt x="2262" y="7414"/>
                        <a:pt x="2231" y="7343"/>
                        <a:pt x="2200" y="7277"/>
                      </a:cubicBezTo>
                      <a:cubicBezTo>
                        <a:pt x="2189" y="7256"/>
                        <a:pt x="2181" y="7235"/>
                        <a:pt x="2171" y="7214"/>
                      </a:cubicBezTo>
                      <a:cubicBezTo>
                        <a:pt x="2149" y="7166"/>
                        <a:pt x="2129" y="7121"/>
                        <a:pt x="2108" y="7075"/>
                      </a:cubicBezTo>
                      <a:cubicBezTo>
                        <a:pt x="2102" y="7058"/>
                        <a:pt x="2093" y="7044"/>
                        <a:pt x="2087" y="7030"/>
                      </a:cubicBezTo>
                      <a:cubicBezTo>
                        <a:pt x="2087" y="7022"/>
                        <a:pt x="2085" y="7016"/>
                        <a:pt x="2081" y="7012"/>
                      </a:cubicBezTo>
                      <a:cubicBezTo>
                        <a:pt x="2081" y="7008"/>
                        <a:pt x="2081" y="7006"/>
                        <a:pt x="2077" y="7002"/>
                      </a:cubicBezTo>
                      <a:cubicBezTo>
                        <a:pt x="2073" y="6992"/>
                        <a:pt x="2071" y="6983"/>
                        <a:pt x="2067" y="6977"/>
                      </a:cubicBezTo>
                      <a:lnTo>
                        <a:pt x="2067" y="6973"/>
                      </a:lnTo>
                      <a:cubicBezTo>
                        <a:pt x="2062" y="6971"/>
                        <a:pt x="2062" y="6967"/>
                        <a:pt x="2062" y="6967"/>
                      </a:cubicBezTo>
                      <a:cubicBezTo>
                        <a:pt x="2060" y="6961"/>
                        <a:pt x="2056" y="6952"/>
                        <a:pt x="2056" y="6946"/>
                      </a:cubicBezTo>
                      <a:lnTo>
                        <a:pt x="2052" y="6946"/>
                      </a:lnTo>
                      <a:cubicBezTo>
                        <a:pt x="2052" y="6946"/>
                        <a:pt x="2051" y="6946"/>
                        <a:pt x="2051" y="6945"/>
                      </a:cubicBezTo>
                      <a:cubicBezTo>
                        <a:pt x="2051" y="6944"/>
                        <a:pt x="2051" y="6944"/>
                        <a:pt x="2052" y="6942"/>
                      </a:cubicBezTo>
                      <a:cubicBezTo>
                        <a:pt x="2052" y="6939"/>
                        <a:pt x="2049" y="6936"/>
                        <a:pt x="2049" y="6932"/>
                      </a:cubicBezTo>
                      <a:cubicBezTo>
                        <a:pt x="2049" y="6929"/>
                        <a:pt x="2045" y="6929"/>
                        <a:pt x="2045" y="6929"/>
                      </a:cubicBezTo>
                      <a:cubicBezTo>
                        <a:pt x="2041" y="6918"/>
                        <a:pt x="2039" y="6906"/>
                        <a:pt x="2035" y="6900"/>
                      </a:cubicBezTo>
                      <a:cubicBezTo>
                        <a:pt x="2032" y="6893"/>
                        <a:pt x="2032" y="6887"/>
                        <a:pt x="2028" y="6883"/>
                      </a:cubicBezTo>
                      <a:cubicBezTo>
                        <a:pt x="2024" y="6873"/>
                        <a:pt x="2021" y="6861"/>
                        <a:pt x="2018" y="6854"/>
                      </a:cubicBezTo>
                      <a:lnTo>
                        <a:pt x="2014" y="6854"/>
                      </a:lnTo>
                      <a:cubicBezTo>
                        <a:pt x="2000" y="6813"/>
                        <a:pt x="1983" y="6771"/>
                        <a:pt x="1964" y="6729"/>
                      </a:cubicBezTo>
                      <a:cubicBezTo>
                        <a:pt x="1962" y="6722"/>
                        <a:pt x="1962" y="6715"/>
                        <a:pt x="1958" y="6712"/>
                      </a:cubicBezTo>
                      <a:cubicBezTo>
                        <a:pt x="1094" y="4529"/>
                        <a:pt x="883" y="2209"/>
                        <a:pt x="12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99"/>
                <p:cNvSpPr/>
                <p:nvPr/>
              </p:nvSpPr>
              <p:spPr>
                <a:xfrm>
                  <a:off x="3205100" y="2954350"/>
                  <a:ext cx="61225" cy="224100"/>
                </a:xfrm>
                <a:custGeom>
                  <a:rect b="b" l="l" r="r" t="t"/>
                  <a:pathLst>
                    <a:path extrusionOk="0" h="8964" w="2449">
                      <a:moveTo>
                        <a:pt x="0" y="0"/>
                      </a:moveTo>
                      <a:lnTo>
                        <a:pt x="0" y="0"/>
                      </a:lnTo>
                      <a:cubicBezTo>
                        <a:pt x="31" y="69"/>
                        <a:pt x="67" y="136"/>
                        <a:pt x="94" y="206"/>
                      </a:cubicBezTo>
                      <a:cubicBezTo>
                        <a:pt x="105" y="227"/>
                        <a:pt x="115" y="248"/>
                        <a:pt x="125" y="269"/>
                      </a:cubicBezTo>
                      <a:cubicBezTo>
                        <a:pt x="144" y="314"/>
                        <a:pt x="165" y="358"/>
                        <a:pt x="185" y="404"/>
                      </a:cubicBezTo>
                      <a:cubicBezTo>
                        <a:pt x="191" y="422"/>
                        <a:pt x="200" y="439"/>
                        <a:pt x="206" y="453"/>
                      </a:cubicBezTo>
                      <a:cubicBezTo>
                        <a:pt x="206" y="461"/>
                        <a:pt x="210" y="464"/>
                        <a:pt x="210" y="467"/>
                      </a:cubicBezTo>
                      <a:lnTo>
                        <a:pt x="213" y="467"/>
                      </a:lnTo>
                      <a:lnTo>
                        <a:pt x="213" y="471"/>
                      </a:lnTo>
                      <a:cubicBezTo>
                        <a:pt x="213" y="474"/>
                        <a:pt x="217" y="478"/>
                        <a:pt x="217" y="478"/>
                      </a:cubicBezTo>
                      <a:cubicBezTo>
                        <a:pt x="220" y="485"/>
                        <a:pt x="220" y="492"/>
                        <a:pt x="223" y="496"/>
                      </a:cubicBezTo>
                      <a:cubicBezTo>
                        <a:pt x="223" y="498"/>
                        <a:pt x="227" y="502"/>
                        <a:pt x="227" y="502"/>
                      </a:cubicBezTo>
                      <a:cubicBezTo>
                        <a:pt x="227" y="506"/>
                        <a:pt x="232" y="508"/>
                        <a:pt x="232" y="512"/>
                      </a:cubicBezTo>
                      <a:cubicBezTo>
                        <a:pt x="236" y="523"/>
                        <a:pt x="238" y="531"/>
                        <a:pt x="242" y="537"/>
                      </a:cubicBezTo>
                      <a:cubicBezTo>
                        <a:pt x="242" y="541"/>
                        <a:pt x="246" y="543"/>
                        <a:pt x="246" y="547"/>
                      </a:cubicBezTo>
                      <a:cubicBezTo>
                        <a:pt x="246" y="551"/>
                        <a:pt x="250" y="551"/>
                        <a:pt x="250" y="551"/>
                      </a:cubicBezTo>
                      <a:cubicBezTo>
                        <a:pt x="253" y="562"/>
                        <a:pt x="257" y="572"/>
                        <a:pt x="260" y="579"/>
                      </a:cubicBezTo>
                      <a:cubicBezTo>
                        <a:pt x="263" y="588"/>
                        <a:pt x="263" y="590"/>
                        <a:pt x="267" y="594"/>
                      </a:cubicBezTo>
                      <a:cubicBezTo>
                        <a:pt x="269" y="600"/>
                        <a:pt x="269" y="608"/>
                        <a:pt x="273" y="614"/>
                      </a:cubicBezTo>
                      <a:cubicBezTo>
                        <a:pt x="276" y="618"/>
                        <a:pt x="276" y="621"/>
                        <a:pt x="279" y="625"/>
                      </a:cubicBezTo>
                      <a:cubicBezTo>
                        <a:pt x="294" y="664"/>
                        <a:pt x="307" y="701"/>
                        <a:pt x="324" y="739"/>
                      </a:cubicBezTo>
                      <a:lnTo>
                        <a:pt x="324" y="743"/>
                      </a:lnTo>
                      <a:cubicBezTo>
                        <a:pt x="325" y="749"/>
                        <a:pt x="329" y="754"/>
                        <a:pt x="331" y="757"/>
                      </a:cubicBezTo>
                      <a:lnTo>
                        <a:pt x="331" y="760"/>
                      </a:lnTo>
                      <a:cubicBezTo>
                        <a:pt x="1393" y="3440"/>
                        <a:pt x="1471" y="6327"/>
                        <a:pt x="685" y="8963"/>
                      </a:cubicBezTo>
                      <a:cubicBezTo>
                        <a:pt x="708" y="8959"/>
                        <a:pt x="734" y="8957"/>
                        <a:pt x="760" y="8953"/>
                      </a:cubicBezTo>
                      <a:cubicBezTo>
                        <a:pt x="853" y="8941"/>
                        <a:pt x="945" y="8925"/>
                        <a:pt x="1036" y="8906"/>
                      </a:cubicBezTo>
                      <a:cubicBezTo>
                        <a:pt x="1136" y="8886"/>
                        <a:pt x="1235" y="8864"/>
                        <a:pt x="1335" y="8838"/>
                      </a:cubicBezTo>
                      <a:cubicBezTo>
                        <a:pt x="1466" y="8804"/>
                        <a:pt x="1595" y="8766"/>
                        <a:pt x="1723" y="8722"/>
                      </a:cubicBezTo>
                      <a:cubicBezTo>
                        <a:pt x="1870" y="8672"/>
                        <a:pt x="2013" y="8615"/>
                        <a:pt x="2152" y="8554"/>
                      </a:cubicBezTo>
                      <a:cubicBezTo>
                        <a:pt x="2448" y="5975"/>
                        <a:pt x="1949" y="3282"/>
                        <a:pt x="550" y="861"/>
                      </a:cubicBezTo>
                      <a:cubicBezTo>
                        <a:pt x="534" y="830"/>
                        <a:pt x="515" y="799"/>
                        <a:pt x="495" y="770"/>
                      </a:cubicBezTo>
                      <a:cubicBezTo>
                        <a:pt x="480" y="743"/>
                        <a:pt x="467" y="719"/>
                        <a:pt x="446" y="695"/>
                      </a:cubicBezTo>
                      <a:cubicBezTo>
                        <a:pt x="426" y="652"/>
                        <a:pt x="401" y="607"/>
                        <a:pt x="370" y="566"/>
                      </a:cubicBezTo>
                      <a:cubicBezTo>
                        <a:pt x="370" y="559"/>
                        <a:pt x="366" y="551"/>
                        <a:pt x="360" y="545"/>
                      </a:cubicBezTo>
                      <a:lnTo>
                        <a:pt x="355" y="545"/>
                      </a:lnTo>
                      <a:cubicBezTo>
                        <a:pt x="360" y="545"/>
                        <a:pt x="355" y="541"/>
                        <a:pt x="355" y="541"/>
                      </a:cubicBezTo>
                      <a:cubicBezTo>
                        <a:pt x="355" y="541"/>
                        <a:pt x="359" y="540"/>
                        <a:pt x="355" y="538"/>
                      </a:cubicBezTo>
                      <a:lnTo>
                        <a:pt x="351" y="538"/>
                      </a:lnTo>
                      <a:cubicBezTo>
                        <a:pt x="354" y="536"/>
                        <a:pt x="351" y="536"/>
                        <a:pt x="348" y="532"/>
                      </a:cubicBezTo>
                      <a:cubicBezTo>
                        <a:pt x="348" y="526"/>
                        <a:pt x="340" y="514"/>
                        <a:pt x="334" y="507"/>
                      </a:cubicBezTo>
                      <a:cubicBezTo>
                        <a:pt x="334" y="504"/>
                        <a:pt x="330" y="497"/>
                        <a:pt x="323" y="494"/>
                      </a:cubicBezTo>
                      <a:cubicBezTo>
                        <a:pt x="325" y="491"/>
                        <a:pt x="323" y="491"/>
                        <a:pt x="319" y="486"/>
                      </a:cubicBezTo>
                      <a:lnTo>
                        <a:pt x="315" y="483"/>
                      </a:lnTo>
                      <a:cubicBezTo>
                        <a:pt x="315" y="479"/>
                        <a:pt x="313" y="473"/>
                        <a:pt x="309" y="469"/>
                      </a:cubicBezTo>
                      <a:cubicBezTo>
                        <a:pt x="309" y="466"/>
                        <a:pt x="309" y="463"/>
                        <a:pt x="305" y="463"/>
                      </a:cubicBezTo>
                      <a:cubicBezTo>
                        <a:pt x="305" y="460"/>
                        <a:pt x="299" y="455"/>
                        <a:pt x="299" y="455"/>
                      </a:cubicBezTo>
                      <a:cubicBezTo>
                        <a:pt x="299" y="449"/>
                        <a:pt x="296" y="443"/>
                        <a:pt x="292" y="439"/>
                      </a:cubicBezTo>
                      <a:cubicBezTo>
                        <a:pt x="288" y="432"/>
                        <a:pt x="284" y="424"/>
                        <a:pt x="278" y="421"/>
                      </a:cubicBezTo>
                      <a:cubicBezTo>
                        <a:pt x="278" y="417"/>
                        <a:pt x="274" y="417"/>
                        <a:pt x="274" y="417"/>
                      </a:cubicBezTo>
                      <a:cubicBezTo>
                        <a:pt x="274" y="413"/>
                        <a:pt x="274" y="411"/>
                        <a:pt x="270" y="407"/>
                      </a:cubicBezTo>
                      <a:cubicBezTo>
                        <a:pt x="270" y="404"/>
                        <a:pt x="264" y="401"/>
                        <a:pt x="264" y="401"/>
                      </a:cubicBezTo>
                      <a:cubicBezTo>
                        <a:pt x="257" y="387"/>
                        <a:pt x="247" y="373"/>
                        <a:pt x="237" y="359"/>
                      </a:cubicBezTo>
                      <a:lnTo>
                        <a:pt x="237" y="355"/>
                      </a:lnTo>
                      <a:cubicBezTo>
                        <a:pt x="160" y="233"/>
                        <a:pt x="81"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99"/>
                <p:cNvSpPr/>
                <p:nvPr/>
              </p:nvSpPr>
              <p:spPr>
                <a:xfrm>
                  <a:off x="3075950" y="2954175"/>
                  <a:ext cx="143450" cy="142575"/>
                </a:xfrm>
                <a:custGeom>
                  <a:rect b="b" l="l" r="r" t="t"/>
                  <a:pathLst>
                    <a:path extrusionOk="0" h="5703" w="5738">
                      <a:moveTo>
                        <a:pt x="5737" y="0"/>
                      </a:moveTo>
                      <a:cubicBezTo>
                        <a:pt x="5688" y="69"/>
                        <a:pt x="5639" y="139"/>
                        <a:pt x="5598" y="199"/>
                      </a:cubicBezTo>
                      <a:cubicBezTo>
                        <a:pt x="5587" y="213"/>
                        <a:pt x="5579" y="227"/>
                        <a:pt x="5569" y="241"/>
                      </a:cubicBezTo>
                      <a:cubicBezTo>
                        <a:pt x="5541" y="280"/>
                        <a:pt x="5514" y="317"/>
                        <a:pt x="5485" y="356"/>
                      </a:cubicBezTo>
                      <a:lnTo>
                        <a:pt x="5481" y="356"/>
                      </a:lnTo>
                      <a:cubicBezTo>
                        <a:pt x="5474" y="370"/>
                        <a:pt x="5464" y="380"/>
                        <a:pt x="5453" y="394"/>
                      </a:cubicBezTo>
                      <a:cubicBezTo>
                        <a:pt x="5449" y="401"/>
                        <a:pt x="5447" y="405"/>
                        <a:pt x="5443" y="411"/>
                      </a:cubicBezTo>
                      <a:lnTo>
                        <a:pt x="5437" y="415"/>
                      </a:lnTo>
                      <a:lnTo>
                        <a:pt x="5437" y="419"/>
                      </a:lnTo>
                      <a:lnTo>
                        <a:pt x="5433" y="419"/>
                      </a:lnTo>
                      <a:cubicBezTo>
                        <a:pt x="5433" y="426"/>
                        <a:pt x="5426" y="434"/>
                        <a:pt x="5422" y="437"/>
                      </a:cubicBezTo>
                      <a:cubicBezTo>
                        <a:pt x="5422" y="441"/>
                        <a:pt x="5422" y="441"/>
                        <a:pt x="5418" y="441"/>
                      </a:cubicBezTo>
                      <a:cubicBezTo>
                        <a:pt x="5418" y="445"/>
                        <a:pt x="5416" y="447"/>
                        <a:pt x="5412" y="451"/>
                      </a:cubicBezTo>
                      <a:cubicBezTo>
                        <a:pt x="5408" y="459"/>
                        <a:pt x="5404" y="466"/>
                        <a:pt x="5398" y="470"/>
                      </a:cubicBezTo>
                      <a:lnTo>
                        <a:pt x="5398" y="473"/>
                      </a:lnTo>
                      <a:lnTo>
                        <a:pt x="5393" y="473"/>
                      </a:lnTo>
                      <a:cubicBezTo>
                        <a:pt x="5393" y="476"/>
                        <a:pt x="5390" y="480"/>
                        <a:pt x="5390" y="480"/>
                      </a:cubicBezTo>
                      <a:cubicBezTo>
                        <a:pt x="5390" y="483"/>
                        <a:pt x="5386" y="483"/>
                        <a:pt x="5386" y="483"/>
                      </a:cubicBezTo>
                      <a:cubicBezTo>
                        <a:pt x="5379" y="493"/>
                        <a:pt x="5376" y="502"/>
                        <a:pt x="5366" y="508"/>
                      </a:cubicBezTo>
                      <a:cubicBezTo>
                        <a:pt x="5366" y="512"/>
                        <a:pt x="5362" y="514"/>
                        <a:pt x="5358" y="518"/>
                      </a:cubicBezTo>
                      <a:cubicBezTo>
                        <a:pt x="5352" y="528"/>
                        <a:pt x="5345" y="540"/>
                        <a:pt x="5338" y="547"/>
                      </a:cubicBezTo>
                      <a:lnTo>
                        <a:pt x="5338" y="550"/>
                      </a:lnTo>
                      <a:lnTo>
                        <a:pt x="5335" y="550"/>
                      </a:lnTo>
                      <a:cubicBezTo>
                        <a:pt x="5311" y="585"/>
                        <a:pt x="5286" y="616"/>
                        <a:pt x="5262" y="647"/>
                      </a:cubicBezTo>
                      <a:cubicBezTo>
                        <a:pt x="5258" y="651"/>
                        <a:pt x="5255" y="657"/>
                        <a:pt x="5252" y="662"/>
                      </a:cubicBezTo>
                      <a:cubicBezTo>
                        <a:pt x="3841" y="2441"/>
                        <a:pt x="2018" y="3757"/>
                        <a:pt x="0" y="4544"/>
                      </a:cubicBezTo>
                      <a:cubicBezTo>
                        <a:pt x="4" y="4574"/>
                        <a:pt x="10" y="4605"/>
                        <a:pt x="15" y="4635"/>
                      </a:cubicBezTo>
                      <a:cubicBezTo>
                        <a:pt x="27" y="4714"/>
                        <a:pt x="43" y="4795"/>
                        <a:pt x="59" y="4873"/>
                      </a:cubicBezTo>
                      <a:cubicBezTo>
                        <a:pt x="121" y="5160"/>
                        <a:pt x="207" y="5436"/>
                        <a:pt x="312" y="5703"/>
                      </a:cubicBezTo>
                      <a:cubicBezTo>
                        <a:pt x="2313" y="4637"/>
                        <a:pt x="4050" y="3015"/>
                        <a:pt x="5269" y="905"/>
                      </a:cubicBezTo>
                      <a:cubicBezTo>
                        <a:pt x="5289" y="868"/>
                        <a:pt x="5310" y="833"/>
                        <a:pt x="5331" y="795"/>
                      </a:cubicBezTo>
                      <a:cubicBezTo>
                        <a:pt x="5333" y="791"/>
                        <a:pt x="5336" y="786"/>
                        <a:pt x="5338" y="781"/>
                      </a:cubicBezTo>
                      <a:cubicBezTo>
                        <a:pt x="5346" y="767"/>
                        <a:pt x="5353" y="751"/>
                        <a:pt x="5361" y="736"/>
                      </a:cubicBezTo>
                      <a:cubicBezTo>
                        <a:pt x="5384" y="692"/>
                        <a:pt x="5409" y="646"/>
                        <a:pt x="5434" y="601"/>
                      </a:cubicBezTo>
                      <a:cubicBezTo>
                        <a:pt x="5436" y="597"/>
                        <a:pt x="5438" y="595"/>
                        <a:pt x="5440" y="590"/>
                      </a:cubicBezTo>
                      <a:cubicBezTo>
                        <a:pt x="5443" y="586"/>
                        <a:pt x="5443" y="583"/>
                        <a:pt x="5446" y="576"/>
                      </a:cubicBezTo>
                      <a:lnTo>
                        <a:pt x="5446" y="573"/>
                      </a:lnTo>
                      <a:lnTo>
                        <a:pt x="5453" y="566"/>
                      </a:lnTo>
                      <a:cubicBezTo>
                        <a:pt x="5456" y="559"/>
                        <a:pt x="5460" y="552"/>
                        <a:pt x="5464" y="545"/>
                      </a:cubicBezTo>
                      <a:cubicBezTo>
                        <a:pt x="5466" y="542"/>
                        <a:pt x="5470" y="534"/>
                        <a:pt x="5470" y="527"/>
                      </a:cubicBezTo>
                      <a:cubicBezTo>
                        <a:pt x="5472" y="523"/>
                        <a:pt x="5476" y="521"/>
                        <a:pt x="5476" y="517"/>
                      </a:cubicBezTo>
                      <a:cubicBezTo>
                        <a:pt x="5480" y="517"/>
                        <a:pt x="5480" y="514"/>
                        <a:pt x="5480" y="511"/>
                      </a:cubicBezTo>
                      <a:lnTo>
                        <a:pt x="5484" y="511"/>
                      </a:lnTo>
                      <a:lnTo>
                        <a:pt x="5484" y="504"/>
                      </a:lnTo>
                      <a:cubicBezTo>
                        <a:pt x="5487" y="504"/>
                        <a:pt x="5487" y="502"/>
                        <a:pt x="5487" y="498"/>
                      </a:cubicBezTo>
                      <a:cubicBezTo>
                        <a:pt x="5490" y="498"/>
                        <a:pt x="5490" y="495"/>
                        <a:pt x="5495" y="491"/>
                      </a:cubicBezTo>
                      <a:cubicBezTo>
                        <a:pt x="5495" y="487"/>
                        <a:pt x="5497" y="480"/>
                        <a:pt x="5501" y="473"/>
                      </a:cubicBezTo>
                      <a:cubicBezTo>
                        <a:pt x="5505" y="467"/>
                        <a:pt x="5508" y="459"/>
                        <a:pt x="5515" y="452"/>
                      </a:cubicBezTo>
                      <a:lnTo>
                        <a:pt x="5513" y="452"/>
                      </a:lnTo>
                      <a:lnTo>
                        <a:pt x="5513" y="451"/>
                      </a:lnTo>
                      <a:lnTo>
                        <a:pt x="5515" y="450"/>
                      </a:lnTo>
                      <a:cubicBezTo>
                        <a:pt x="5515" y="446"/>
                        <a:pt x="5517" y="442"/>
                        <a:pt x="5521" y="436"/>
                      </a:cubicBezTo>
                      <a:lnTo>
                        <a:pt x="5526" y="431"/>
                      </a:lnTo>
                      <a:cubicBezTo>
                        <a:pt x="5528" y="420"/>
                        <a:pt x="5536" y="408"/>
                        <a:pt x="5542" y="393"/>
                      </a:cubicBezTo>
                      <a:lnTo>
                        <a:pt x="5542" y="389"/>
                      </a:lnTo>
                      <a:cubicBezTo>
                        <a:pt x="5546" y="389"/>
                        <a:pt x="5546" y="389"/>
                        <a:pt x="5546" y="385"/>
                      </a:cubicBezTo>
                      <a:cubicBezTo>
                        <a:pt x="5612" y="256"/>
                        <a:pt x="5675" y="129"/>
                        <a:pt x="57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99"/>
                <p:cNvSpPr/>
                <p:nvPr/>
              </p:nvSpPr>
              <p:spPr>
                <a:xfrm>
                  <a:off x="3205550" y="2838800"/>
                  <a:ext cx="131250" cy="140225"/>
                </a:xfrm>
                <a:custGeom>
                  <a:rect b="b" l="l" r="r" t="t"/>
                  <a:pathLst>
                    <a:path extrusionOk="0" h="5609" w="5250">
                      <a:moveTo>
                        <a:pt x="5250" y="0"/>
                      </a:moveTo>
                      <a:cubicBezTo>
                        <a:pt x="3324" y="1067"/>
                        <a:pt x="1653" y="2654"/>
                        <a:pt x="474" y="4701"/>
                      </a:cubicBezTo>
                      <a:cubicBezTo>
                        <a:pt x="450" y="4740"/>
                        <a:pt x="429" y="4781"/>
                        <a:pt x="409" y="4819"/>
                      </a:cubicBezTo>
                      <a:cubicBezTo>
                        <a:pt x="398" y="4836"/>
                        <a:pt x="388" y="4855"/>
                        <a:pt x="378" y="4875"/>
                      </a:cubicBezTo>
                      <a:cubicBezTo>
                        <a:pt x="353" y="4917"/>
                        <a:pt x="328" y="4959"/>
                        <a:pt x="307" y="5004"/>
                      </a:cubicBezTo>
                      <a:cubicBezTo>
                        <a:pt x="303" y="5006"/>
                        <a:pt x="301" y="5014"/>
                        <a:pt x="297" y="5021"/>
                      </a:cubicBezTo>
                      <a:cubicBezTo>
                        <a:pt x="293" y="5025"/>
                        <a:pt x="293" y="5027"/>
                        <a:pt x="293" y="5031"/>
                      </a:cubicBezTo>
                      <a:cubicBezTo>
                        <a:pt x="293" y="5031"/>
                        <a:pt x="290" y="5031"/>
                        <a:pt x="290" y="5035"/>
                      </a:cubicBezTo>
                      <a:cubicBezTo>
                        <a:pt x="290" y="5035"/>
                        <a:pt x="286" y="5037"/>
                        <a:pt x="286" y="5041"/>
                      </a:cubicBezTo>
                      <a:cubicBezTo>
                        <a:pt x="282" y="5049"/>
                        <a:pt x="280" y="5056"/>
                        <a:pt x="276" y="5062"/>
                      </a:cubicBezTo>
                      <a:cubicBezTo>
                        <a:pt x="271" y="5065"/>
                        <a:pt x="269" y="5072"/>
                        <a:pt x="265" y="5079"/>
                      </a:cubicBezTo>
                      <a:cubicBezTo>
                        <a:pt x="261" y="5083"/>
                        <a:pt x="261" y="5086"/>
                        <a:pt x="261" y="5090"/>
                      </a:cubicBezTo>
                      <a:cubicBezTo>
                        <a:pt x="261" y="5090"/>
                        <a:pt x="257" y="5090"/>
                        <a:pt x="257" y="5093"/>
                      </a:cubicBezTo>
                      <a:cubicBezTo>
                        <a:pt x="255" y="5097"/>
                        <a:pt x="251" y="5105"/>
                        <a:pt x="251" y="5111"/>
                      </a:cubicBezTo>
                      <a:lnTo>
                        <a:pt x="247" y="5111"/>
                      </a:lnTo>
                      <a:cubicBezTo>
                        <a:pt x="247" y="5116"/>
                        <a:pt x="244" y="5118"/>
                        <a:pt x="244" y="5122"/>
                      </a:cubicBezTo>
                      <a:cubicBezTo>
                        <a:pt x="240" y="5126"/>
                        <a:pt x="236" y="5129"/>
                        <a:pt x="236" y="5136"/>
                      </a:cubicBezTo>
                      <a:cubicBezTo>
                        <a:pt x="229" y="5142"/>
                        <a:pt x="226" y="5150"/>
                        <a:pt x="223" y="5160"/>
                      </a:cubicBezTo>
                      <a:cubicBezTo>
                        <a:pt x="220" y="5164"/>
                        <a:pt x="220" y="5168"/>
                        <a:pt x="216" y="5174"/>
                      </a:cubicBezTo>
                      <a:lnTo>
                        <a:pt x="216" y="5179"/>
                      </a:lnTo>
                      <a:cubicBezTo>
                        <a:pt x="205" y="5191"/>
                        <a:pt x="198" y="5205"/>
                        <a:pt x="192" y="5220"/>
                      </a:cubicBezTo>
                      <a:lnTo>
                        <a:pt x="192" y="5224"/>
                      </a:lnTo>
                      <a:cubicBezTo>
                        <a:pt x="126" y="5353"/>
                        <a:pt x="63" y="5480"/>
                        <a:pt x="1" y="5609"/>
                      </a:cubicBezTo>
                      <a:cubicBezTo>
                        <a:pt x="45" y="5542"/>
                        <a:pt x="94" y="5477"/>
                        <a:pt x="142" y="5411"/>
                      </a:cubicBezTo>
                      <a:cubicBezTo>
                        <a:pt x="145" y="5407"/>
                        <a:pt x="148" y="5401"/>
                        <a:pt x="151" y="5397"/>
                      </a:cubicBezTo>
                      <a:cubicBezTo>
                        <a:pt x="156" y="5389"/>
                        <a:pt x="163" y="5379"/>
                        <a:pt x="169" y="5369"/>
                      </a:cubicBezTo>
                      <a:cubicBezTo>
                        <a:pt x="197" y="5330"/>
                        <a:pt x="225" y="5289"/>
                        <a:pt x="256" y="5251"/>
                      </a:cubicBezTo>
                      <a:lnTo>
                        <a:pt x="260" y="5247"/>
                      </a:lnTo>
                      <a:cubicBezTo>
                        <a:pt x="266" y="5232"/>
                        <a:pt x="277" y="5222"/>
                        <a:pt x="287" y="5208"/>
                      </a:cubicBezTo>
                      <a:cubicBezTo>
                        <a:pt x="291" y="5204"/>
                        <a:pt x="293" y="5198"/>
                        <a:pt x="297" y="5194"/>
                      </a:cubicBezTo>
                      <a:lnTo>
                        <a:pt x="301" y="5190"/>
                      </a:lnTo>
                      <a:cubicBezTo>
                        <a:pt x="301" y="5188"/>
                        <a:pt x="301" y="5188"/>
                        <a:pt x="305" y="5184"/>
                      </a:cubicBezTo>
                      <a:lnTo>
                        <a:pt x="309" y="5184"/>
                      </a:lnTo>
                      <a:cubicBezTo>
                        <a:pt x="309" y="5178"/>
                        <a:pt x="316" y="5173"/>
                        <a:pt x="319" y="5167"/>
                      </a:cubicBezTo>
                      <a:cubicBezTo>
                        <a:pt x="319" y="5167"/>
                        <a:pt x="319" y="5163"/>
                        <a:pt x="323" y="5163"/>
                      </a:cubicBezTo>
                      <a:cubicBezTo>
                        <a:pt x="323" y="5160"/>
                        <a:pt x="326" y="5160"/>
                        <a:pt x="329" y="5157"/>
                      </a:cubicBezTo>
                      <a:cubicBezTo>
                        <a:pt x="329" y="5149"/>
                        <a:pt x="336" y="5145"/>
                        <a:pt x="339" y="5138"/>
                      </a:cubicBezTo>
                      <a:cubicBezTo>
                        <a:pt x="339" y="5136"/>
                        <a:pt x="343" y="5136"/>
                        <a:pt x="347" y="5132"/>
                      </a:cubicBezTo>
                      <a:cubicBezTo>
                        <a:pt x="347" y="5129"/>
                        <a:pt x="347" y="5129"/>
                        <a:pt x="350" y="5126"/>
                      </a:cubicBezTo>
                      <a:cubicBezTo>
                        <a:pt x="350" y="5126"/>
                        <a:pt x="350" y="5122"/>
                        <a:pt x="354" y="5122"/>
                      </a:cubicBezTo>
                      <a:cubicBezTo>
                        <a:pt x="358" y="5116"/>
                        <a:pt x="365" y="5103"/>
                        <a:pt x="373" y="5097"/>
                      </a:cubicBezTo>
                      <a:lnTo>
                        <a:pt x="383" y="5087"/>
                      </a:lnTo>
                      <a:cubicBezTo>
                        <a:pt x="389" y="5076"/>
                        <a:pt x="397" y="5066"/>
                        <a:pt x="403" y="5056"/>
                      </a:cubicBezTo>
                      <a:lnTo>
                        <a:pt x="408" y="5056"/>
                      </a:lnTo>
                      <a:cubicBezTo>
                        <a:pt x="427" y="5025"/>
                        <a:pt x="455" y="4990"/>
                        <a:pt x="483" y="4959"/>
                      </a:cubicBezTo>
                      <a:cubicBezTo>
                        <a:pt x="483" y="4956"/>
                        <a:pt x="487" y="4948"/>
                        <a:pt x="493" y="4945"/>
                      </a:cubicBezTo>
                      <a:cubicBezTo>
                        <a:pt x="1783" y="3313"/>
                        <a:pt x="3427" y="2071"/>
                        <a:pt x="5250" y="1267"/>
                      </a:cubicBezTo>
                      <a:lnTo>
                        <a:pt x="525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99"/>
                <p:cNvSpPr/>
                <p:nvPr/>
              </p:nvSpPr>
              <p:spPr>
                <a:xfrm>
                  <a:off x="3074400" y="2791850"/>
                  <a:ext cx="150450" cy="181600"/>
                </a:xfrm>
                <a:custGeom>
                  <a:rect b="b" l="l" r="r" t="t"/>
                  <a:pathLst>
                    <a:path extrusionOk="0" h="7264" w="6018">
                      <a:moveTo>
                        <a:pt x="523" y="1"/>
                      </a:moveTo>
                      <a:cubicBezTo>
                        <a:pt x="343" y="129"/>
                        <a:pt x="170" y="264"/>
                        <a:pt x="0" y="406"/>
                      </a:cubicBezTo>
                      <a:lnTo>
                        <a:pt x="0" y="1203"/>
                      </a:lnTo>
                      <a:cubicBezTo>
                        <a:pt x="1049" y="3471"/>
                        <a:pt x="2786" y="5450"/>
                        <a:pt x="5115" y="6795"/>
                      </a:cubicBezTo>
                      <a:cubicBezTo>
                        <a:pt x="5147" y="6812"/>
                        <a:pt x="5178" y="6831"/>
                        <a:pt x="5209" y="6847"/>
                      </a:cubicBezTo>
                      <a:cubicBezTo>
                        <a:pt x="5216" y="6851"/>
                        <a:pt x="5222" y="6855"/>
                        <a:pt x="5227" y="6857"/>
                      </a:cubicBezTo>
                      <a:lnTo>
                        <a:pt x="5228" y="6857"/>
                      </a:lnTo>
                      <a:cubicBezTo>
                        <a:pt x="5247" y="6868"/>
                        <a:pt x="5266" y="6878"/>
                        <a:pt x="5286" y="6888"/>
                      </a:cubicBezTo>
                      <a:cubicBezTo>
                        <a:pt x="5332" y="6915"/>
                        <a:pt x="5377" y="6940"/>
                        <a:pt x="5422" y="6961"/>
                      </a:cubicBezTo>
                      <a:cubicBezTo>
                        <a:pt x="5423" y="6964"/>
                        <a:pt x="5426" y="6966"/>
                        <a:pt x="5429" y="6967"/>
                      </a:cubicBezTo>
                      <a:cubicBezTo>
                        <a:pt x="5430" y="6968"/>
                        <a:pt x="5431" y="6968"/>
                        <a:pt x="5433" y="6968"/>
                      </a:cubicBezTo>
                      <a:cubicBezTo>
                        <a:pt x="5435" y="6968"/>
                        <a:pt x="5437" y="6968"/>
                        <a:pt x="5439" y="6967"/>
                      </a:cubicBezTo>
                      <a:cubicBezTo>
                        <a:pt x="5439" y="6972"/>
                        <a:pt x="5439" y="6974"/>
                        <a:pt x="5440" y="6974"/>
                      </a:cubicBezTo>
                      <a:cubicBezTo>
                        <a:pt x="5440" y="6974"/>
                        <a:pt x="5441" y="6973"/>
                        <a:pt x="5443" y="6971"/>
                      </a:cubicBezTo>
                      <a:cubicBezTo>
                        <a:pt x="5443" y="6971"/>
                        <a:pt x="5444" y="6976"/>
                        <a:pt x="5447" y="6976"/>
                      </a:cubicBezTo>
                      <a:cubicBezTo>
                        <a:pt x="5448" y="6976"/>
                        <a:pt x="5448" y="6976"/>
                        <a:pt x="5449" y="6975"/>
                      </a:cubicBezTo>
                      <a:cubicBezTo>
                        <a:pt x="5449" y="6975"/>
                        <a:pt x="5451" y="6980"/>
                        <a:pt x="5453" y="6980"/>
                      </a:cubicBezTo>
                      <a:cubicBezTo>
                        <a:pt x="5454" y="6980"/>
                        <a:pt x="5455" y="6980"/>
                        <a:pt x="5455" y="6979"/>
                      </a:cubicBezTo>
                      <a:cubicBezTo>
                        <a:pt x="5462" y="6985"/>
                        <a:pt x="5470" y="6989"/>
                        <a:pt x="5476" y="6989"/>
                      </a:cubicBezTo>
                      <a:cubicBezTo>
                        <a:pt x="5480" y="6996"/>
                        <a:pt x="5484" y="7000"/>
                        <a:pt x="5491" y="7000"/>
                      </a:cubicBezTo>
                      <a:cubicBezTo>
                        <a:pt x="5491" y="7004"/>
                        <a:pt x="5493" y="7004"/>
                        <a:pt x="5497" y="7004"/>
                      </a:cubicBezTo>
                      <a:cubicBezTo>
                        <a:pt x="5497" y="7007"/>
                        <a:pt x="5500" y="7007"/>
                        <a:pt x="5504" y="7007"/>
                      </a:cubicBezTo>
                      <a:lnTo>
                        <a:pt x="5505" y="7009"/>
                      </a:lnTo>
                      <a:cubicBezTo>
                        <a:pt x="5507" y="7011"/>
                        <a:pt x="5511" y="7014"/>
                        <a:pt x="5514" y="7014"/>
                      </a:cubicBezTo>
                      <a:cubicBezTo>
                        <a:pt x="5517" y="7017"/>
                        <a:pt x="5520" y="7017"/>
                        <a:pt x="5525" y="7017"/>
                      </a:cubicBezTo>
                      <a:cubicBezTo>
                        <a:pt x="5525" y="7017"/>
                        <a:pt x="5527" y="7021"/>
                        <a:pt x="5531" y="7021"/>
                      </a:cubicBezTo>
                      <a:cubicBezTo>
                        <a:pt x="5534" y="7028"/>
                        <a:pt x="5542" y="7032"/>
                        <a:pt x="5548" y="7032"/>
                      </a:cubicBezTo>
                      <a:cubicBezTo>
                        <a:pt x="5556" y="7036"/>
                        <a:pt x="5563" y="7038"/>
                        <a:pt x="5569" y="7042"/>
                      </a:cubicBezTo>
                      <a:lnTo>
                        <a:pt x="5573" y="7042"/>
                      </a:lnTo>
                      <a:cubicBezTo>
                        <a:pt x="5577" y="7048"/>
                        <a:pt x="5579" y="7048"/>
                        <a:pt x="5583" y="7048"/>
                      </a:cubicBezTo>
                      <a:lnTo>
                        <a:pt x="5588" y="7048"/>
                      </a:lnTo>
                      <a:cubicBezTo>
                        <a:pt x="5602" y="7059"/>
                        <a:pt x="5615" y="7069"/>
                        <a:pt x="5633" y="7073"/>
                      </a:cubicBezTo>
                      <a:cubicBezTo>
                        <a:pt x="5762" y="7143"/>
                        <a:pt x="5889" y="7205"/>
                        <a:pt x="6018" y="7264"/>
                      </a:cubicBezTo>
                      <a:cubicBezTo>
                        <a:pt x="5955" y="7223"/>
                        <a:pt x="5896" y="7180"/>
                        <a:pt x="5839" y="7135"/>
                      </a:cubicBezTo>
                      <a:cubicBezTo>
                        <a:pt x="5819" y="7121"/>
                        <a:pt x="5800" y="7108"/>
                        <a:pt x="5780" y="7094"/>
                      </a:cubicBezTo>
                      <a:cubicBezTo>
                        <a:pt x="5742" y="7067"/>
                        <a:pt x="5701" y="7038"/>
                        <a:pt x="5662" y="7007"/>
                      </a:cubicBezTo>
                      <a:lnTo>
                        <a:pt x="5659" y="7007"/>
                      </a:lnTo>
                      <a:cubicBezTo>
                        <a:pt x="5644" y="6997"/>
                        <a:pt x="5634" y="6986"/>
                        <a:pt x="5620" y="6976"/>
                      </a:cubicBezTo>
                      <a:cubicBezTo>
                        <a:pt x="5615" y="6973"/>
                        <a:pt x="5609" y="6970"/>
                        <a:pt x="5605" y="6966"/>
                      </a:cubicBezTo>
                      <a:cubicBezTo>
                        <a:pt x="5604" y="6966"/>
                        <a:pt x="5602" y="6965"/>
                        <a:pt x="5600" y="6964"/>
                      </a:cubicBezTo>
                      <a:cubicBezTo>
                        <a:pt x="5598" y="6963"/>
                        <a:pt x="5597" y="6961"/>
                        <a:pt x="5595" y="6960"/>
                      </a:cubicBezTo>
                      <a:cubicBezTo>
                        <a:pt x="5592" y="6955"/>
                        <a:pt x="5584" y="6952"/>
                        <a:pt x="5581" y="6945"/>
                      </a:cubicBezTo>
                      <a:lnTo>
                        <a:pt x="5577" y="6945"/>
                      </a:lnTo>
                      <a:lnTo>
                        <a:pt x="5575" y="6944"/>
                      </a:lnTo>
                      <a:cubicBezTo>
                        <a:pt x="5573" y="6942"/>
                        <a:pt x="5569" y="6942"/>
                        <a:pt x="5567" y="6935"/>
                      </a:cubicBezTo>
                      <a:cubicBezTo>
                        <a:pt x="5559" y="6935"/>
                        <a:pt x="5556" y="6929"/>
                        <a:pt x="5548" y="6924"/>
                      </a:cubicBezTo>
                      <a:cubicBezTo>
                        <a:pt x="5548" y="6924"/>
                        <a:pt x="5544" y="6924"/>
                        <a:pt x="5544" y="6921"/>
                      </a:cubicBezTo>
                      <a:cubicBezTo>
                        <a:pt x="5541" y="6921"/>
                        <a:pt x="5538" y="6918"/>
                        <a:pt x="5534" y="6914"/>
                      </a:cubicBezTo>
                      <a:lnTo>
                        <a:pt x="5534" y="6911"/>
                      </a:lnTo>
                      <a:cubicBezTo>
                        <a:pt x="5527" y="6908"/>
                        <a:pt x="5516" y="6904"/>
                        <a:pt x="5510" y="6894"/>
                      </a:cubicBezTo>
                      <a:cubicBezTo>
                        <a:pt x="5504" y="6889"/>
                        <a:pt x="5500" y="6887"/>
                        <a:pt x="5493" y="6883"/>
                      </a:cubicBezTo>
                      <a:cubicBezTo>
                        <a:pt x="5482" y="6877"/>
                        <a:pt x="5476" y="6869"/>
                        <a:pt x="5466" y="6863"/>
                      </a:cubicBezTo>
                      <a:lnTo>
                        <a:pt x="5466" y="6858"/>
                      </a:lnTo>
                      <a:cubicBezTo>
                        <a:pt x="5434" y="6838"/>
                        <a:pt x="5403" y="6814"/>
                        <a:pt x="5372" y="6785"/>
                      </a:cubicBezTo>
                      <a:cubicBezTo>
                        <a:pt x="5366" y="6781"/>
                        <a:pt x="5362" y="6778"/>
                        <a:pt x="5355" y="6771"/>
                      </a:cubicBezTo>
                      <a:cubicBezTo>
                        <a:pt x="3140" y="5020"/>
                        <a:pt x="1640" y="2619"/>
                        <a:pt x="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99"/>
                <p:cNvSpPr/>
                <p:nvPr/>
              </p:nvSpPr>
              <p:spPr>
                <a:xfrm>
                  <a:off x="3199975" y="2959675"/>
                  <a:ext cx="133250" cy="155900"/>
                </a:xfrm>
                <a:custGeom>
                  <a:rect b="b" l="l" r="r" t="t"/>
                  <a:pathLst>
                    <a:path extrusionOk="0" h="6236" w="5330">
                      <a:moveTo>
                        <a:pt x="0" y="1"/>
                      </a:moveTo>
                      <a:lnTo>
                        <a:pt x="0" y="1"/>
                      </a:lnTo>
                      <a:cubicBezTo>
                        <a:pt x="64" y="42"/>
                        <a:pt x="126" y="88"/>
                        <a:pt x="185" y="133"/>
                      </a:cubicBezTo>
                      <a:cubicBezTo>
                        <a:pt x="190" y="135"/>
                        <a:pt x="197" y="138"/>
                        <a:pt x="201" y="142"/>
                      </a:cubicBezTo>
                      <a:cubicBezTo>
                        <a:pt x="201" y="143"/>
                        <a:pt x="203" y="143"/>
                        <a:pt x="203" y="143"/>
                      </a:cubicBezTo>
                      <a:cubicBezTo>
                        <a:pt x="216" y="153"/>
                        <a:pt x="229" y="161"/>
                        <a:pt x="241" y="171"/>
                      </a:cubicBezTo>
                      <a:cubicBezTo>
                        <a:pt x="282" y="199"/>
                        <a:pt x="320" y="231"/>
                        <a:pt x="361" y="258"/>
                      </a:cubicBezTo>
                      <a:lnTo>
                        <a:pt x="361" y="262"/>
                      </a:lnTo>
                      <a:cubicBezTo>
                        <a:pt x="376" y="269"/>
                        <a:pt x="386" y="280"/>
                        <a:pt x="400" y="290"/>
                      </a:cubicBezTo>
                      <a:cubicBezTo>
                        <a:pt x="405" y="294"/>
                        <a:pt x="411" y="297"/>
                        <a:pt x="415" y="300"/>
                      </a:cubicBezTo>
                      <a:cubicBezTo>
                        <a:pt x="416" y="300"/>
                        <a:pt x="417" y="302"/>
                        <a:pt x="420" y="303"/>
                      </a:cubicBezTo>
                      <a:cubicBezTo>
                        <a:pt x="422" y="304"/>
                        <a:pt x="423" y="305"/>
                        <a:pt x="425" y="307"/>
                      </a:cubicBezTo>
                      <a:lnTo>
                        <a:pt x="425" y="311"/>
                      </a:lnTo>
                      <a:cubicBezTo>
                        <a:pt x="431" y="311"/>
                        <a:pt x="439" y="319"/>
                        <a:pt x="446" y="325"/>
                      </a:cubicBezTo>
                      <a:cubicBezTo>
                        <a:pt x="449" y="325"/>
                        <a:pt x="452" y="328"/>
                        <a:pt x="456" y="331"/>
                      </a:cubicBezTo>
                      <a:cubicBezTo>
                        <a:pt x="463" y="335"/>
                        <a:pt x="467" y="338"/>
                        <a:pt x="470" y="342"/>
                      </a:cubicBezTo>
                      <a:cubicBezTo>
                        <a:pt x="474" y="342"/>
                        <a:pt x="474" y="342"/>
                        <a:pt x="474" y="346"/>
                      </a:cubicBezTo>
                      <a:cubicBezTo>
                        <a:pt x="478" y="346"/>
                        <a:pt x="481" y="349"/>
                        <a:pt x="484" y="352"/>
                      </a:cubicBezTo>
                      <a:lnTo>
                        <a:pt x="484" y="356"/>
                      </a:lnTo>
                      <a:cubicBezTo>
                        <a:pt x="486" y="354"/>
                        <a:pt x="487" y="353"/>
                        <a:pt x="488" y="353"/>
                      </a:cubicBezTo>
                      <a:cubicBezTo>
                        <a:pt x="488" y="353"/>
                        <a:pt x="488" y="354"/>
                        <a:pt x="488" y="356"/>
                      </a:cubicBezTo>
                      <a:cubicBezTo>
                        <a:pt x="499" y="360"/>
                        <a:pt x="507" y="367"/>
                        <a:pt x="513" y="375"/>
                      </a:cubicBezTo>
                      <a:cubicBezTo>
                        <a:pt x="520" y="378"/>
                        <a:pt x="523" y="381"/>
                        <a:pt x="527" y="385"/>
                      </a:cubicBezTo>
                      <a:cubicBezTo>
                        <a:pt x="538" y="391"/>
                        <a:pt x="549" y="398"/>
                        <a:pt x="555" y="405"/>
                      </a:cubicBezTo>
                      <a:lnTo>
                        <a:pt x="555" y="409"/>
                      </a:lnTo>
                      <a:cubicBezTo>
                        <a:pt x="589" y="429"/>
                        <a:pt x="621" y="457"/>
                        <a:pt x="652" y="485"/>
                      </a:cubicBezTo>
                      <a:cubicBezTo>
                        <a:pt x="658" y="489"/>
                        <a:pt x="667" y="493"/>
                        <a:pt x="673" y="499"/>
                      </a:cubicBezTo>
                      <a:cubicBezTo>
                        <a:pt x="2593" y="2017"/>
                        <a:pt x="3971" y="4025"/>
                        <a:pt x="4733" y="6235"/>
                      </a:cubicBezTo>
                      <a:cubicBezTo>
                        <a:pt x="4744" y="6214"/>
                        <a:pt x="4757" y="6194"/>
                        <a:pt x="4769" y="6173"/>
                      </a:cubicBezTo>
                      <a:cubicBezTo>
                        <a:pt x="4832" y="6063"/>
                        <a:pt x="4891" y="5952"/>
                        <a:pt x="4946" y="5839"/>
                      </a:cubicBezTo>
                      <a:cubicBezTo>
                        <a:pt x="5110" y="5500"/>
                        <a:pt x="5241" y="5143"/>
                        <a:pt x="5329" y="4770"/>
                      </a:cubicBezTo>
                      <a:cubicBezTo>
                        <a:pt x="4271" y="3048"/>
                        <a:pt x="2782" y="1557"/>
                        <a:pt x="906" y="473"/>
                      </a:cubicBezTo>
                      <a:cubicBezTo>
                        <a:pt x="874" y="455"/>
                        <a:pt x="843" y="437"/>
                        <a:pt x="812" y="421"/>
                      </a:cubicBezTo>
                      <a:cubicBezTo>
                        <a:pt x="783" y="402"/>
                        <a:pt x="755" y="390"/>
                        <a:pt x="729" y="376"/>
                      </a:cubicBezTo>
                      <a:cubicBezTo>
                        <a:pt x="685" y="347"/>
                        <a:pt x="644" y="327"/>
                        <a:pt x="600" y="305"/>
                      </a:cubicBezTo>
                      <a:cubicBezTo>
                        <a:pt x="592" y="299"/>
                        <a:pt x="585" y="295"/>
                        <a:pt x="579" y="295"/>
                      </a:cubicBezTo>
                      <a:cubicBezTo>
                        <a:pt x="579" y="295"/>
                        <a:pt x="576" y="289"/>
                        <a:pt x="572" y="289"/>
                      </a:cubicBezTo>
                      <a:cubicBezTo>
                        <a:pt x="572" y="289"/>
                        <a:pt x="570" y="285"/>
                        <a:pt x="566" y="285"/>
                      </a:cubicBezTo>
                      <a:cubicBezTo>
                        <a:pt x="559" y="282"/>
                        <a:pt x="551" y="279"/>
                        <a:pt x="545" y="274"/>
                      </a:cubicBezTo>
                      <a:cubicBezTo>
                        <a:pt x="541" y="272"/>
                        <a:pt x="538" y="268"/>
                        <a:pt x="530" y="268"/>
                      </a:cubicBezTo>
                      <a:cubicBezTo>
                        <a:pt x="527" y="266"/>
                        <a:pt x="524" y="262"/>
                        <a:pt x="520" y="262"/>
                      </a:cubicBezTo>
                      <a:cubicBezTo>
                        <a:pt x="520" y="262"/>
                        <a:pt x="518" y="258"/>
                        <a:pt x="514" y="258"/>
                      </a:cubicBezTo>
                      <a:cubicBezTo>
                        <a:pt x="510" y="256"/>
                        <a:pt x="508" y="256"/>
                        <a:pt x="504" y="252"/>
                      </a:cubicBezTo>
                      <a:cubicBezTo>
                        <a:pt x="504" y="252"/>
                        <a:pt x="502" y="252"/>
                        <a:pt x="497" y="248"/>
                      </a:cubicBezTo>
                      <a:cubicBezTo>
                        <a:pt x="493" y="248"/>
                        <a:pt x="491" y="243"/>
                        <a:pt x="487" y="243"/>
                      </a:cubicBezTo>
                      <a:cubicBezTo>
                        <a:pt x="484" y="240"/>
                        <a:pt x="477" y="237"/>
                        <a:pt x="470" y="233"/>
                      </a:cubicBezTo>
                      <a:cubicBezTo>
                        <a:pt x="468" y="230"/>
                        <a:pt x="459" y="227"/>
                        <a:pt x="453" y="223"/>
                      </a:cubicBezTo>
                      <a:lnTo>
                        <a:pt x="449" y="223"/>
                      </a:lnTo>
                      <a:cubicBezTo>
                        <a:pt x="446" y="221"/>
                        <a:pt x="442" y="221"/>
                        <a:pt x="436" y="217"/>
                      </a:cubicBezTo>
                      <a:cubicBezTo>
                        <a:pt x="421" y="210"/>
                        <a:pt x="407" y="199"/>
                        <a:pt x="390" y="192"/>
                      </a:cubicBezTo>
                      <a:lnTo>
                        <a:pt x="386" y="192"/>
                      </a:lnTo>
                      <a:cubicBezTo>
                        <a:pt x="257" y="127"/>
                        <a:pt x="129" y="65"/>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05" name="Google Shape;7805;p99"/>
            <p:cNvGrpSpPr/>
            <p:nvPr/>
          </p:nvGrpSpPr>
          <p:grpSpPr>
            <a:xfrm rot="-1155472">
              <a:off x="285960" y="4079022"/>
              <a:ext cx="980615" cy="618634"/>
              <a:chOff x="-1963525" y="3710875"/>
              <a:chExt cx="260450" cy="164313"/>
            </a:xfrm>
          </p:grpSpPr>
          <p:sp>
            <p:nvSpPr>
              <p:cNvPr id="7806" name="Google Shape;7806;p99"/>
              <p:cNvSpPr/>
              <p:nvPr/>
            </p:nvSpPr>
            <p:spPr>
              <a:xfrm>
                <a:off x="-1963525" y="3710875"/>
                <a:ext cx="260450" cy="164225"/>
              </a:xfrm>
              <a:custGeom>
                <a:rect b="b" l="l" r="r" t="t"/>
                <a:pathLst>
                  <a:path extrusionOk="0" h="6569" w="10418">
                    <a:moveTo>
                      <a:pt x="10075" y="0"/>
                    </a:moveTo>
                    <a:lnTo>
                      <a:pt x="365" y="1"/>
                    </a:lnTo>
                    <a:cubicBezTo>
                      <a:pt x="242" y="1"/>
                      <a:pt x="138" y="109"/>
                      <a:pt x="138" y="230"/>
                    </a:cubicBezTo>
                    <a:lnTo>
                      <a:pt x="138" y="739"/>
                    </a:lnTo>
                    <a:lnTo>
                      <a:pt x="138" y="3629"/>
                    </a:lnTo>
                    <a:lnTo>
                      <a:pt x="53" y="3629"/>
                    </a:lnTo>
                    <a:cubicBezTo>
                      <a:pt x="32" y="3656"/>
                      <a:pt x="28" y="3672"/>
                      <a:pt x="1" y="3695"/>
                    </a:cubicBezTo>
                    <a:lnTo>
                      <a:pt x="1" y="5827"/>
                    </a:lnTo>
                    <a:cubicBezTo>
                      <a:pt x="28" y="5849"/>
                      <a:pt x="33" y="5860"/>
                      <a:pt x="53" y="5883"/>
                    </a:cubicBezTo>
                    <a:lnTo>
                      <a:pt x="138" y="5883"/>
                    </a:lnTo>
                    <a:lnTo>
                      <a:pt x="138" y="6359"/>
                    </a:lnTo>
                    <a:cubicBezTo>
                      <a:pt x="138" y="6482"/>
                      <a:pt x="241" y="6569"/>
                      <a:pt x="365" y="6569"/>
                    </a:cubicBezTo>
                    <a:lnTo>
                      <a:pt x="10075" y="6567"/>
                    </a:lnTo>
                    <a:cubicBezTo>
                      <a:pt x="10197" y="6567"/>
                      <a:pt x="10282" y="6481"/>
                      <a:pt x="10282" y="6358"/>
                    </a:cubicBezTo>
                    <a:lnTo>
                      <a:pt x="10282" y="5881"/>
                    </a:lnTo>
                    <a:lnTo>
                      <a:pt x="10369" y="5881"/>
                    </a:lnTo>
                    <a:cubicBezTo>
                      <a:pt x="10391" y="5859"/>
                      <a:pt x="10391" y="5848"/>
                      <a:pt x="10418" y="5826"/>
                    </a:cubicBezTo>
                    <a:lnTo>
                      <a:pt x="10418" y="3693"/>
                    </a:lnTo>
                    <a:cubicBezTo>
                      <a:pt x="10391" y="3672"/>
                      <a:pt x="10391" y="3656"/>
                      <a:pt x="10369" y="3628"/>
                    </a:cubicBezTo>
                    <a:lnTo>
                      <a:pt x="10282" y="3628"/>
                    </a:lnTo>
                    <a:lnTo>
                      <a:pt x="10282" y="738"/>
                    </a:lnTo>
                    <a:lnTo>
                      <a:pt x="10282" y="229"/>
                    </a:lnTo>
                    <a:cubicBezTo>
                      <a:pt x="10282" y="107"/>
                      <a:pt x="10197" y="0"/>
                      <a:pt x="10075"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7" name="Google Shape;7807;p99"/>
              <p:cNvGrpSpPr/>
              <p:nvPr/>
            </p:nvGrpSpPr>
            <p:grpSpPr>
              <a:xfrm>
                <a:off x="-1963525" y="3710913"/>
                <a:ext cx="260450" cy="164275"/>
                <a:chOff x="-1963525" y="2442950"/>
                <a:chExt cx="260450" cy="164275"/>
              </a:xfrm>
            </p:grpSpPr>
            <p:sp>
              <p:nvSpPr>
                <p:cNvPr id="7808" name="Google Shape;7808;p99"/>
                <p:cNvSpPr/>
                <p:nvPr/>
              </p:nvSpPr>
              <p:spPr>
                <a:xfrm>
                  <a:off x="-1963525" y="2533650"/>
                  <a:ext cx="260450" cy="56425"/>
                </a:xfrm>
                <a:custGeom>
                  <a:rect b="b" l="l" r="r" t="t"/>
                  <a:pathLst>
                    <a:path extrusionOk="0" h="2257" w="10418">
                      <a:moveTo>
                        <a:pt x="10369" y="1"/>
                      </a:moveTo>
                      <a:lnTo>
                        <a:pt x="53" y="3"/>
                      </a:lnTo>
                      <a:cubicBezTo>
                        <a:pt x="33" y="31"/>
                        <a:pt x="28" y="47"/>
                        <a:pt x="1" y="69"/>
                      </a:cubicBezTo>
                      <a:lnTo>
                        <a:pt x="1" y="2202"/>
                      </a:lnTo>
                      <a:cubicBezTo>
                        <a:pt x="28" y="2224"/>
                        <a:pt x="32" y="2235"/>
                        <a:pt x="53" y="2257"/>
                      </a:cubicBezTo>
                      <a:lnTo>
                        <a:pt x="10369" y="2255"/>
                      </a:lnTo>
                      <a:cubicBezTo>
                        <a:pt x="10391" y="2233"/>
                        <a:pt x="10391" y="2221"/>
                        <a:pt x="10418" y="2199"/>
                      </a:cubicBezTo>
                      <a:lnTo>
                        <a:pt x="10418" y="67"/>
                      </a:lnTo>
                      <a:cubicBezTo>
                        <a:pt x="10391" y="44"/>
                        <a:pt x="10391" y="28"/>
                        <a:pt x="103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99"/>
                <p:cNvSpPr/>
                <p:nvPr/>
              </p:nvSpPr>
              <p:spPr>
                <a:xfrm>
                  <a:off x="-1960125" y="2442950"/>
                  <a:ext cx="253650" cy="164275"/>
                </a:xfrm>
                <a:custGeom>
                  <a:rect b="b" l="l" r="r" t="t"/>
                  <a:pathLst>
                    <a:path extrusionOk="0" h="6571" w="10146">
                      <a:moveTo>
                        <a:pt x="9937" y="0"/>
                      </a:moveTo>
                      <a:lnTo>
                        <a:pt x="227" y="1"/>
                      </a:lnTo>
                      <a:cubicBezTo>
                        <a:pt x="105" y="1"/>
                        <a:pt x="0" y="109"/>
                        <a:pt x="0" y="232"/>
                      </a:cubicBezTo>
                      <a:lnTo>
                        <a:pt x="0" y="739"/>
                      </a:lnTo>
                      <a:lnTo>
                        <a:pt x="2" y="6362"/>
                      </a:lnTo>
                      <a:cubicBezTo>
                        <a:pt x="2" y="6483"/>
                        <a:pt x="105" y="6570"/>
                        <a:pt x="229" y="6570"/>
                      </a:cubicBezTo>
                      <a:lnTo>
                        <a:pt x="9939" y="6569"/>
                      </a:lnTo>
                      <a:cubicBezTo>
                        <a:pt x="10061" y="6569"/>
                        <a:pt x="10146" y="6482"/>
                        <a:pt x="10146" y="6360"/>
                      </a:cubicBezTo>
                      <a:lnTo>
                        <a:pt x="10143" y="738"/>
                      </a:lnTo>
                      <a:lnTo>
                        <a:pt x="10143" y="230"/>
                      </a:lnTo>
                      <a:cubicBezTo>
                        <a:pt x="10143" y="108"/>
                        <a:pt x="10061" y="0"/>
                        <a:pt x="99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99"/>
                <p:cNvSpPr/>
                <p:nvPr/>
              </p:nvSpPr>
              <p:spPr>
                <a:xfrm>
                  <a:off x="-1953625" y="2448675"/>
                  <a:ext cx="11300" cy="11325"/>
                </a:xfrm>
                <a:custGeom>
                  <a:rect b="b" l="l" r="r" t="t"/>
                  <a:pathLst>
                    <a:path extrusionOk="0" h="453" w="452">
                      <a:moveTo>
                        <a:pt x="225" y="1"/>
                      </a:moveTo>
                      <a:cubicBezTo>
                        <a:pt x="100" y="1"/>
                        <a:pt x="0" y="102"/>
                        <a:pt x="0" y="227"/>
                      </a:cubicBezTo>
                      <a:cubicBezTo>
                        <a:pt x="0" y="351"/>
                        <a:pt x="100" y="453"/>
                        <a:pt x="225" y="453"/>
                      </a:cubicBezTo>
                      <a:cubicBezTo>
                        <a:pt x="351" y="453"/>
                        <a:pt x="451" y="351"/>
                        <a:pt x="451" y="227"/>
                      </a:cubicBezTo>
                      <a:cubicBezTo>
                        <a:pt x="451" y="102"/>
                        <a:pt x="350"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99"/>
                <p:cNvSpPr/>
                <p:nvPr/>
              </p:nvSpPr>
              <p:spPr>
                <a:xfrm>
                  <a:off x="-1724150" y="2448650"/>
                  <a:ext cx="11300" cy="11325"/>
                </a:xfrm>
                <a:custGeom>
                  <a:rect b="b" l="l" r="r" t="t"/>
                  <a:pathLst>
                    <a:path extrusionOk="0" h="453" w="452">
                      <a:moveTo>
                        <a:pt x="229" y="0"/>
                      </a:moveTo>
                      <a:cubicBezTo>
                        <a:pt x="228" y="0"/>
                        <a:pt x="227" y="0"/>
                        <a:pt x="227" y="0"/>
                      </a:cubicBezTo>
                      <a:cubicBezTo>
                        <a:pt x="101" y="0"/>
                        <a:pt x="1" y="102"/>
                        <a:pt x="1" y="226"/>
                      </a:cubicBezTo>
                      <a:cubicBezTo>
                        <a:pt x="1" y="351"/>
                        <a:pt x="101" y="452"/>
                        <a:pt x="227" y="452"/>
                      </a:cubicBezTo>
                      <a:cubicBezTo>
                        <a:pt x="352" y="452"/>
                        <a:pt x="452" y="351"/>
                        <a:pt x="452" y="226"/>
                      </a:cubicBezTo>
                      <a:cubicBezTo>
                        <a:pt x="452" y="102"/>
                        <a:pt x="353" y="0"/>
                        <a:pt x="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99"/>
                <p:cNvSpPr/>
                <p:nvPr/>
              </p:nvSpPr>
              <p:spPr>
                <a:xfrm>
                  <a:off x="-1953600" y="2590250"/>
                  <a:ext cx="11325" cy="11300"/>
                </a:xfrm>
                <a:custGeom>
                  <a:rect b="b" l="l" r="r" t="t"/>
                  <a:pathLst>
                    <a:path extrusionOk="0" h="452" w="453">
                      <a:moveTo>
                        <a:pt x="226" y="0"/>
                      </a:moveTo>
                      <a:cubicBezTo>
                        <a:pt x="100" y="0"/>
                        <a:pt x="0" y="100"/>
                        <a:pt x="0" y="225"/>
                      </a:cubicBezTo>
                      <a:cubicBezTo>
                        <a:pt x="0" y="351"/>
                        <a:pt x="100" y="451"/>
                        <a:pt x="226" y="451"/>
                      </a:cubicBezTo>
                      <a:cubicBezTo>
                        <a:pt x="351" y="451"/>
                        <a:pt x="452" y="351"/>
                        <a:pt x="452" y="225"/>
                      </a:cubicBezTo>
                      <a:cubicBezTo>
                        <a:pt x="452" y="100"/>
                        <a:pt x="350" y="0"/>
                        <a:pt x="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99"/>
                <p:cNvSpPr/>
                <p:nvPr/>
              </p:nvSpPr>
              <p:spPr>
                <a:xfrm>
                  <a:off x="-1724125" y="2590175"/>
                  <a:ext cx="11325" cy="11350"/>
                </a:xfrm>
                <a:custGeom>
                  <a:rect b="b" l="l" r="r" t="t"/>
                  <a:pathLst>
                    <a:path extrusionOk="0" h="454" w="453">
                      <a:moveTo>
                        <a:pt x="229" y="1"/>
                      </a:moveTo>
                      <a:cubicBezTo>
                        <a:pt x="228" y="1"/>
                        <a:pt x="227" y="1"/>
                        <a:pt x="227" y="1"/>
                      </a:cubicBezTo>
                      <a:cubicBezTo>
                        <a:pt x="101" y="1"/>
                        <a:pt x="1" y="102"/>
                        <a:pt x="1" y="227"/>
                      </a:cubicBezTo>
                      <a:cubicBezTo>
                        <a:pt x="1" y="352"/>
                        <a:pt x="101" y="453"/>
                        <a:pt x="227" y="453"/>
                      </a:cubicBezTo>
                      <a:cubicBezTo>
                        <a:pt x="352" y="453"/>
                        <a:pt x="453" y="352"/>
                        <a:pt x="453" y="227"/>
                      </a:cubicBezTo>
                      <a:cubicBezTo>
                        <a:pt x="453" y="103"/>
                        <a:pt x="352" y="1"/>
                        <a:pt x="2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99"/>
                <p:cNvSpPr/>
                <p:nvPr/>
              </p:nvSpPr>
              <p:spPr>
                <a:xfrm>
                  <a:off x="-1942900" y="2460125"/>
                  <a:ext cx="219250" cy="102425"/>
                </a:xfrm>
                <a:custGeom>
                  <a:rect b="b" l="l" r="r" t="t"/>
                  <a:pathLst>
                    <a:path extrusionOk="0" h="4097" w="8770">
                      <a:moveTo>
                        <a:pt x="8330" y="1"/>
                      </a:moveTo>
                      <a:lnTo>
                        <a:pt x="441" y="2"/>
                      </a:lnTo>
                      <a:cubicBezTo>
                        <a:pt x="270" y="174"/>
                        <a:pt x="166" y="270"/>
                        <a:pt x="0" y="442"/>
                      </a:cubicBezTo>
                      <a:lnTo>
                        <a:pt x="1" y="4018"/>
                      </a:lnTo>
                      <a:cubicBezTo>
                        <a:pt x="1" y="4062"/>
                        <a:pt x="39" y="4097"/>
                        <a:pt x="83" y="4097"/>
                      </a:cubicBezTo>
                      <a:lnTo>
                        <a:pt x="8692" y="4096"/>
                      </a:lnTo>
                      <a:cubicBezTo>
                        <a:pt x="8736" y="4096"/>
                        <a:pt x="8769" y="4061"/>
                        <a:pt x="8769" y="4016"/>
                      </a:cubicBezTo>
                      <a:lnTo>
                        <a:pt x="8768" y="440"/>
                      </a:lnTo>
                      <a:cubicBezTo>
                        <a:pt x="8603" y="269"/>
                        <a:pt x="8501" y="172"/>
                        <a:pt x="8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99"/>
                <p:cNvSpPr/>
                <p:nvPr/>
              </p:nvSpPr>
              <p:spPr>
                <a:xfrm>
                  <a:off x="-1912775" y="2568700"/>
                  <a:ext cx="159150" cy="38525"/>
                </a:xfrm>
                <a:custGeom>
                  <a:rect b="b" l="l" r="r" t="t"/>
                  <a:pathLst>
                    <a:path extrusionOk="0" h="1541" w="6366">
                      <a:moveTo>
                        <a:pt x="5940" y="0"/>
                      </a:moveTo>
                      <a:lnTo>
                        <a:pt x="425" y="1"/>
                      </a:lnTo>
                      <a:cubicBezTo>
                        <a:pt x="338" y="1"/>
                        <a:pt x="264" y="69"/>
                        <a:pt x="248" y="155"/>
                      </a:cubicBezTo>
                      <a:lnTo>
                        <a:pt x="1" y="1540"/>
                      </a:lnTo>
                      <a:lnTo>
                        <a:pt x="6365" y="1539"/>
                      </a:lnTo>
                      <a:lnTo>
                        <a:pt x="6116" y="153"/>
                      </a:lnTo>
                      <a:cubicBezTo>
                        <a:pt x="6101" y="68"/>
                        <a:pt x="6026" y="0"/>
                        <a:pt x="59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99"/>
                <p:cNvSpPr/>
                <p:nvPr/>
              </p:nvSpPr>
              <p:spPr>
                <a:xfrm>
                  <a:off x="-1895300" y="2591325"/>
                  <a:ext cx="12525" cy="12525"/>
                </a:xfrm>
                <a:custGeom>
                  <a:rect b="b" l="l" r="r" t="t"/>
                  <a:pathLst>
                    <a:path extrusionOk="0" h="501" w="501">
                      <a:moveTo>
                        <a:pt x="253" y="0"/>
                      </a:moveTo>
                      <a:cubicBezTo>
                        <a:pt x="252" y="0"/>
                        <a:pt x="252" y="0"/>
                        <a:pt x="251" y="0"/>
                      </a:cubicBezTo>
                      <a:cubicBezTo>
                        <a:pt x="113" y="0"/>
                        <a:pt x="0" y="113"/>
                        <a:pt x="0" y="251"/>
                      </a:cubicBezTo>
                      <a:cubicBezTo>
                        <a:pt x="0" y="388"/>
                        <a:pt x="113" y="501"/>
                        <a:pt x="251" y="501"/>
                      </a:cubicBezTo>
                      <a:cubicBezTo>
                        <a:pt x="388" y="501"/>
                        <a:pt x="501" y="388"/>
                        <a:pt x="501" y="251"/>
                      </a:cubicBezTo>
                      <a:cubicBezTo>
                        <a:pt x="501" y="113"/>
                        <a:pt x="389" y="0"/>
                        <a:pt x="2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99"/>
                <p:cNvSpPr/>
                <p:nvPr/>
              </p:nvSpPr>
              <p:spPr>
                <a:xfrm>
                  <a:off x="-1783650" y="2591300"/>
                  <a:ext cx="12550" cy="12525"/>
                </a:xfrm>
                <a:custGeom>
                  <a:rect b="b" l="l" r="r" t="t"/>
                  <a:pathLst>
                    <a:path extrusionOk="0" h="501" w="502">
                      <a:moveTo>
                        <a:pt x="251" y="0"/>
                      </a:moveTo>
                      <a:cubicBezTo>
                        <a:pt x="112" y="0"/>
                        <a:pt x="1" y="113"/>
                        <a:pt x="1" y="250"/>
                      </a:cubicBezTo>
                      <a:cubicBezTo>
                        <a:pt x="1" y="388"/>
                        <a:pt x="112" y="501"/>
                        <a:pt x="251" y="501"/>
                      </a:cubicBezTo>
                      <a:cubicBezTo>
                        <a:pt x="389" y="501"/>
                        <a:pt x="501" y="388"/>
                        <a:pt x="501" y="250"/>
                      </a:cubicBezTo>
                      <a:cubicBezTo>
                        <a:pt x="501" y="113"/>
                        <a:pt x="389" y="0"/>
                        <a:pt x="2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99"/>
                <p:cNvSpPr/>
                <p:nvPr/>
              </p:nvSpPr>
              <p:spPr>
                <a:xfrm>
                  <a:off x="-1869350" y="2588650"/>
                  <a:ext cx="9650" cy="9650"/>
                </a:xfrm>
                <a:custGeom>
                  <a:rect b="b" l="l" r="r" t="t"/>
                  <a:pathLst>
                    <a:path extrusionOk="0" h="386" w="386">
                      <a:moveTo>
                        <a:pt x="188" y="0"/>
                      </a:moveTo>
                      <a:cubicBezTo>
                        <a:pt x="85" y="0"/>
                        <a:pt x="1" y="85"/>
                        <a:pt x="1" y="188"/>
                      </a:cubicBezTo>
                      <a:lnTo>
                        <a:pt x="1" y="198"/>
                      </a:lnTo>
                      <a:cubicBezTo>
                        <a:pt x="1" y="301"/>
                        <a:pt x="85" y="385"/>
                        <a:pt x="188" y="385"/>
                      </a:cubicBezTo>
                      <a:lnTo>
                        <a:pt x="199" y="385"/>
                      </a:lnTo>
                      <a:cubicBezTo>
                        <a:pt x="302" y="385"/>
                        <a:pt x="386" y="301"/>
                        <a:pt x="386" y="198"/>
                      </a:cubicBezTo>
                      <a:lnTo>
                        <a:pt x="386" y="188"/>
                      </a:lnTo>
                      <a:cubicBezTo>
                        <a:pt x="386" y="85"/>
                        <a:pt x="302" y="0"/>
                        <a:pt x="1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99"/>
                <p:cNvSpPr/>
                <p:nvPr/>
              </p:nvSpPr>
              <p:spPr>
                <a:xfrm>
                  <a:off x="-1806800" y="2588650"/>
                  <a:ext cx="9650" cy="9650"/>
                </a:xfrm>
                <a:custGeom>
                  <a:rect b="b" l="l" r="r" t="t"/>
                  <a:pathLst>
                    <a:path extrusionOk="0" h="386" w="386">
                      <a:moveTo>
                        <a:pt x="187" y="0"/>
                      </a:moveTo>
                      <a:cubicBezTo>
                        <a:pt x="84" y="0"/>
                        <a:pt x="0" y="85"/>
                        <a:pt x="0" y="188"/>
                      </a:cubicBezTo>
                      <a:lnTo>
                        <a:pt x="0" y="198"/>
                      </a:lnTo>
                      <a:cubicBezTo>
                        <a:pt x="0" y="301"/>
                        <a:pt x="84" y="385"/>
                        <a:pt x="187" y="385"/>
                      </a:cubicBezTo>
                      <a:lnTo>
                        <a:pt x="197" y="385"/>
                      </a:lnTo>
                      <a:cubicBezTo>
                        <a:pt x="300" y="385"/>
                        <a:pt x="385" y="301"/>
                        <a:pt x="385" y="198"/>
                      </a:cubicBezTo>
                      <a:lnTo>
                        <a:pt x="385" y="188"/>
                      </a:lnTo>
                      <a:cubicBezTo>
                        <a:pt x="385" y="85"/>
                        <a:pt x="300" y="0"/>
                        <a:pt x="1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99"/>
                <p:cNvSpPr/>
                <p:nvPr/>
              </p:nvSpPr>
              <p:spPr>
                <a:xfrm>
                  <a:off x="-1905125" y="2464250"/>
                  <a:ext cx="144350" cy="22725"/>
                </a:xfrm>
                <a:custGeom>
                  <a:rect b="b" l="l" r="r" t="t"/>
                  <a:pathLst>
                    <a:path extrusionOk="0" h="909" w="5774">
                      <a:moveTo>
                        <a:pt x="5436" y="1"/>
                      </a:moveTo>
                      <a:lnTo>
                        <a:pt x="337" y="2"/>
                      </a:lnTo>
                      <a:cubicBezTo>
                        <a:pt x="151" y="2"/>
                        <a:pt x="0" y="154"/>
                        <a:pt x="0" y="339"/>
                      </a:cubicBezTo>
                      <a:lnTo>
                        <a:pt x="0" y="573"/>
                      </a:lnTo>
                      <a:cubicBezTo>
                        <a:pt x="0" y="758"/>
                        <a:pt x="151" y="909"/>
                        <a:pt x="337" y="909"/>
                      </a:cubicBezTo>
                      <a:lnTo>
                        <a:pt x="5436" y="908"/>
                      </a:lnTo>
                      <a:cubicBezTo>
                        <a:pt x="5622" y="908"/>
                        <a:pt x="5773" y="757"/>
                        <a:pt x="5773" y="572"/>
                      </a:cubicBezTo>
                      <a:lnTo>
                        <a:pt x="5773" y="337"/>
                      </a:lnTo>
                      <a:cubicBezTo>
                        <a:pt x="5773" y="151"/>
                        <a:pt x="5622" y="1"/>
                        <a:pt x="54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99"/>
                <p:cNvSpPr/>
                <p:nvPr/>
              </p:nvSpPr>
              <p:spPr>
                <a:xfrm>
                  <a:off x="-1941500" y="2483875"/>
                  <a:ext cx="218450" cy="77300"/>
                </a:xfrm>
                <a:custGeom>
                  <a:rect b="b" l="l" r="r" t="t"/>
                  <a:pathLst>
                    <a:path extrusionOk="0" h="3092" w="8738">
                      <a:moveTo>
                        <a:pt x="8737" y="0"/>
                      </a:moveTo>
                      <a:lnTo>
                        <a:pt x="0" y="2241"/>
                      </a:lnTo>
                      <a:lnTo>
                        <a:pt x="0" y="3092"/>
                      </a:lnTo>
                      <a:lnTo>
                        <a:pt x="8738" y="853"/>
                      </a:lnTo>
                      <a:lnTo>
                        <a:pt x="87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99"/>
                <p:cNvSpPr/>
                <p:nvPr/>
              </p:nvSpPr>
              <p:spPr>
                <a:xfrm>
                  <a:off x="-1900975" y="2470700"/>
                  <a:ext cx="135375" cy="1575"/>
                </a:xfrm>
                <a:custGeom>
                  <a:rect b="b" l="l" r="r" t="t"/>
                  <a:pathLst>
                    <a:path extrusionOk="0" h="63" w="5415">
                      <a:moveTo>
                        <a:pt x="0" y="1"/>
                      </a:moveTo>
                      <a:lnTo>
                        <a:pt x="0" y="63"/>
                      </a:lnTo>
                      <a:lnTo>
                        <a:pt x="5414" y="63"/>
                      </a:lnTo>
                      <a:lnTo>
                        <a:pt x="54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99"/>
                <p:cNvSpPr/>
                <p:nvPr/>
              </p:nvSpPr>
              <p:spPr>
                <a:xfrm>
                  <a:off x="-1900975" y="2478975"/>
                  <a:ext cx="135375" cy="1550"/>
                </a:xfrm>
                <a:custGeom>
                  <a:rect b="b" l="l" r="r" t="t"/>
                  <a:pathLst>
                    <a:path extrusionOk="0" h="62" w="5415">
                      <a:moveTo>
                        <a:pt x="0" y="0"/>
                      </a:moveTo>
                      <a:lnTo>
                        <a:pt x="0" y="62"/>
                      </a:lnTo>
                      <a:lnTo>
                        <a:pt x="5414" y="62"/>
                      </a:lnTo>
                      <a:lnTo>
                        <a:pt x="54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99"/>
                <p:cNvSpPr/>
                <p:nvPr/>
              </p:nvSpPr>
              <p:spPr>
                <a:xfrm>
                  <a:off x="-1910875" y="2493450"/>
                  <a:ext cx="155275" cy="44050"/>
                </a:xfrm>
                <a:custGeom>
                  <a:rect b="b" l="l" r="r" t="t"/>
                  <a:pathLst>
                    <a:path extrusionOk="0" h="1762" w="6211">
                      <a:moveTo>
                        <a:pt x="5330" y="0"/>
                      </a:moveTo>
                      <a:lnTo>
                        <a:pt x="880" y="2"/>
                      </a:lnTo>
                      <a:cubicBezTo>
                        <a:pt x="395" y="2"/>
                        <a:pt x="0" y="396"/>
                        <a:pt x="0" y="881"/>
                      </a:cubicBezTo>
                      <a:cubicBezTo>
                        <a:pt x="0" y="1366"/>
                        <a:pt x="395" y="1762"/>
                        <a:pt x="880" y="1762"/>
                      </a:cubicBezTo>
                      <a:lnTo>
                        <a:pt x="5330" y="1760"/>
                      </a:lnTo>
                      <a:cubicBezTo>
                        <a:pt x="5815" y="1760"/>
                        <a:pt x="6211" y="1365"/>
                        <a:pt x="6211" y="880"/>
                      </a:cubicBezTo>
                      <a:cubicBezTo>
                        <a:pt x="6211" y="395"/>
                        <a:pt x="5815" y="0"/>
                        <a:pt x="5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99"/>
                <p:cNvSpPr/>
                <p:nvPr/>
              </p:nvSpPr>
              <p:spPr>
                <a:xfrm>
                  <a:off x="-1907850" y="2496900"/>
                  <a:ext cx="148425" cy="37150"/>
                </a:xfrm>
                <a:custGeom>
                  <a:rect b="b" l="l" r="r" t="t"/>
                  <a:pathLst>
                    <a:path extrusionOk="0" h="1486" w="5937">
                      <a:moveTo>
                        <a:pt x="5196" y="0"/>
                      </a:moveTo>
                      <a:lnTo>
                        <a:pt x="742" y="1"/>
                      </a:lnTo>
                      <a:cubicBezTo>
                        <a:pt x="332" y="1"/>
                        <a:pt x="1" y="334"/>
                        <a:pt x="1" y="743"/>
                      </a:cubicBezTo>
                      <a:cubicBezTo>
                        <a:pt x="1" y="1154"/>
                        <a:pt x="332" y="1485"/>
                        <a:pt x="742" y="1485"/>
                      </a:cubicBezTo>
                      <a:lnTo>
                        <a:pt x="5196" y="1484"/>
                      </a:lnTo>
                      <a:cubicBezTo>
                        <a:pt x="5606" y="1484"/>
                        <a:pt x="5937" y="1152"/>
                        <a:pt x="5937" y="742"/>
                      </a:cubicBezTo>
                      <a:cubicBezTo>
                        <a:pt x="5937" y="334"/>
                        <a:pt x="5605" y="0"/>
                        <a:pt x="5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99"/>
                <p:cNvSpPr/>
                <p:nvPr/>
              </p:nvSpPr>
              <p:spPr>
                <a:xfrm>
                  <a:off x="-179827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99"/>
                <p:cNvSpPr/>
                <p:nvPr/>
              </p:nvSpPr>
              <p:spPr>
                <a:xfrm>
                  <a:off x="-179664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99"/>
                <p:cNvSpPr/>
                <p:nvPr/>
              </p:nvSpPr>
              <p:spPr>
                <a:xfrm>
                  <a:off x="-178585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99"/>
                <p:cNvSpPr/>
                <p:nvPr/>
              </p:nvSpPr>
              <p:spPr>
                <a:xfrm>
                  <a:off x="-191052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99"/>
                <p:cNvSpPr/>
                <p:nvPr/>
              </p:nvSpPr>
              <p:spPr>
                <a:xfrm>
                  <a:off x="-190889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99"/>
                <p:cNvSpPr/>
                <p:nvPr/>
              </p:nvSpPr>
              <p:spPr>
                <a:xfrm>
                  <a:off x="-189810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32" name="Google Shape;7832;p99"/>
            <p:cNvGrpSpPr/>
            <p:nvPr/>
          </p:nvGrpSpPr>
          <p:grpSpPr>
            <a:xfrm rot="1269901">
              <a:off x="7784185" y="317152"/>
              <a:ext cx="980614" cy="618549"/>
              <a:chOff x="-2470750" y="3433500"/>
              <a:chExt cx="260450" cy="164288"/>
            </a:xfrm>
          </p:grpSpPr>
          <p:sp>
            <p:nvSpPr>
              <p:cNvPr id="7833" name="Google Shape;7833;p99"/>
              <p:cNvSpPr/>
              <p:nvPr/>
            </p:nvSpPr>
            <p:spPr>
              <a:xfrm>
                <a:off x="-2470750" y="3433500"/>
                <a:ext cx="260450" cy="164200"/>
              </a:xfrm>
              <a:custGeom>
                <a:rect b="b" l="l" r="r" t="t"/>
                <a:pathLst>
                  <a:path extrusionOk="0" h="6568" w="10418">
                    <a:moveTo>
                      <a:pt x="365" y="1"/>
                    </a:moveTo>
                    <a:cubicBezTo>
                      <a:pt x="242" y="1"/>
                      <a:pt x="138" y="107"/>
                      <a:pt x="138" y="230"/>
                    </a:cubicBezTo>
                    <a:lnTo>
                      <a:pt x="138" y="739"/>
                    </a:lnTo>
                    <a:lnTo>
                      <a:pt x="138" y="3628"/>
                    </a:lnTo>
                    <a:lnTo>
                      <a:pt x="53" y="3628"/>
                    </a:lnTo>
                    <a:cubicBezTo>
                      <a:pt x="32" y="3655"/>
                      <a:pt x="28" y="3672"/>
                      <a:pt x="1" y="3693"/>
                    </a:cubicBezTo>
                    <a:lnTo>
                      <a:pt x="1" y="5827"/>
                    </a:lnTo>
                    <a:cubicBezTo>
                      <a:pt x="28" y="5848"/>
                      <a:pt x="33" y="5860"/>
                      <a:pt x="53" y="5881"/>
                    </a:cubicBezTo>
                    <a:lnTo>
                      <a:pt x="138" y="5881"/>
                    </a:lnTo>
                    <a:lnTo>
                      <a:pt x="138" y="6359"/>
                    </a:lnTo>
                    <a:cubicBezTo>
                      <a:pt x="138" y="6481"/>
                      <a:pt x="241" y="6567"/>
                      <a:pt x="365" y="6567"/>
                    </a:cubicBezTo>
                    <a:lnTo>
                      <a:pt x="10074" y="6567"/>
                    </a:lnTo>
                    <a:cubicBezTo>
                      <a:pt x="10197" y="6567"/>
                      <a:pt x="10281" y="6481"/>
                      <a:pt x="10281" y="6359"/>
                    </a:cubicBezTo>
                    <a:lnTo>
                      <a:pt x="10281" y="5881"/>
                    </a:lnTo>
                    <a:lnTo>
                      <a:pt x="10368" y="5881"/>
                    </a:lnTo>
                    <a:cubicBezTo>
                      <a:pt x="10391" y="5860"/>
                      <a:pt x="10391" y="5848"/>
                      <a:pt x="10418" y="5827"/>
                    </a:cubicBezTo>
                    <a:lnTo>
                      <a:pt x="10418" y="3693"/>
                    </a:lnTo>
                    <a:cubicBezTo>
                      <a:pt x="10391" y="3672"/>
                      <a:pt x="10389" y="3655"/>
                      <a:pt x="10368" y="3628"/>
                    </a:cubicBezTo>
                    <a:lnTo>
                      <a:pt x="10281" y="3628"/>
                    </a:lnTo>
                    <a:lnTo>
                      <a:pt x="10281" y="739"/>
                    </a:lnTo>
                    <a:lnTo>
                      <a:pt x="10281" y="230"/>
                    </a:lnTo>
                    <a:lnTo>
                      <a:pt x="10282" y="230"/>
                    </a:lnTo>
                    <a:cubicBezTo>
                      <a:pt x="10282" y="107"/>
                      <a:pt x="10197" y="1"/>
                      <a:pt x="10075"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4" name="Google Shape;7834;p99"/>
              <p:cNvGrpSpPr/>
              <p:nvPr/>
            </p:nvGrpSpPr>
            <p:grpSpPr>
              <a:xfrm>
                <a:off x="-2470750" y="3433513"/>
                <a:ext cx="260450" cy="164275"/>
                <a:chOff x="-1963525" y="2264375"/>
                <a:chExt cx="260450" cy="164275"/>
              </a:xfrm>
            </p:grpSpPr>
            <p:sp>
              <p:nvSpPr>
                <p:cNvPr id="7835" name="Google Shape;7835;p99"/>
                <p:cNvSpPr/>
                <p:nvPr/>
              </p:nvSpPr>
              <p:spPr>
                <a:xfrm>
                  <a:off x="-1963525" y="2355100"/>
                  <a:ext cx="260450" cy="56375"/>
                </a:xfrm>
                <a:custGeom>
                  <a:rect b="b" l="l" r="r" t="t"/>
                  <a:pathLst>
                    <a:path extrusionOk="0" h="2255" w="10418">
                      <a:moveTo>
                        <a:pt x="53" y="0"/>
                      </a:moveTo>
                      <a:cubicBezTo>
                        <a:pt x="33" y="27"/>
                        <a:pt x="28" y="44"/>
                        <a:pt x="1" y="66"/>
                      </a:cubicBezTo>
                      <a:lnTo>
                        <a:pt x="1" y="2199"/>
                      </a:lnTo>
                      <a:cubicBezTo>
                        <a:pt x="28" y="2220"/>
                        <a:pt x="32" y="2232"/>
                        <a:pt x="53" y="2254"/>
                      </a:cubicBezTo>
                      <a:lnTo>
                        <a:pt x="10369" y="2254"/>
                      </a:lnTo>
                      <a:cubicBezTo>
                        <a:pt x="10391" y="2232"/>
                        <a:pt x="10391" y="2220"/>
                        <a:pt x="10418" y="2199"/>
                      </a:cubicBezTo>
                      <a:lnTo>
                        <a:pt x="10418" y="66"/>
                      </a:lnTo>
                      <a:cubicBezTo>
                        <a:pt x="10391" y="44"/>
                        <a:pt x="10391" y="27"/>
                        <a:pt x="103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99"/>
                <p:cNvSpPr/>
                <p:nvPr/>
              </p:nvSpPr>
              <p:spPr>
                <a:xfrm>
                  <a:off x="-1960075" y="2264375"/>
                  <a:ext cx="253600" cy="164250"/>
                </a:xfrm>
                <a:custGeom>
                  <a:rect b="b" l="l" r="r" t="t"/>
                  <a:pathLst>
                    <a:path extrusionOk="0" h="6570" w="10144">
                      <a:moveTo>
                        <a:pt x="227" y="1"/>
                      </a:moveTo>
                      <a:cubicBezTo>
                        <a:pt x="104" y="1"/>
                        <a:pt x="0" y="107"/>
                        <a:pt x="0" y="230"/>
                      </a:cubicBezTo>
                      <a:lnTo>
                        <a:pt x="0" y="739"/>
                      </a:lnTo>
                      <a:lnTo>
                        <a:pt x="0" y="6360"/>
                      </a:lnTo>
                      <a:cubicBezTo>
                        <a:pt x="0" y="6483"/>
                        <a:pt x="103" y="6570"/>
                        <a:pt x="227" y="6570"/>
                      </a:cubicBezTo>
                      <a:lnTo>
                        <a:pt x="9937" y="6570"/>
                      </a:lnTo>
                      <a:cubicBezTo>
                        <a:pt x="10059" y="6570"/>
                        <a:pt x="10144" y="6483"/>
                        <a:pt x="10144" y="6360"/>
                      </a:cubicBezTo>
                      <a:lnTo>
                        <a:pt x="10144" y="739"/>
                      </a:lnTo>
                      <a:lnTo>
                        <a:pt x="10144" y="230"/>
                      </a:lnTo>
                      <a:cubicBezTo>
                        <a:pt x="10144" y="107"/>
                        <a:pt x="10059" y="1"/>
                        <a:pt x="99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99"/>
                <p:cNvSpPr/>
                <p:nvPr/>
              </p:nvSpPr>
              <p:spPr>
                <a:xfrm>
                  <a:off x="-1953625" y="2270100"/>
                  <a:ext cx="11300" cy="11275"/>
                </a:xfrm>
                <a:custGeom>
                  <a:rect b="b" l="l" r="r" t="t"/>
                  <a:pathLst>
                    <a:path extrusionOk="0" h="451" w="452">
                      <a:moveTo>
                        <a:pt x="225" y="0"/>
                      </a:moveTo>
                      <a:cubicBezTo>
                        <a:pt x="101" y="0"/>
                        <a:pt x="0" y="101"/>
                        <a:pt x="0" y="226"/>
                      </a:cubicBezTo>
                      <a:cubicBezTo>
                        <a:pt x="0" y="350"/>
                        <a:pt x="101" y="451"/>
                        <a:pt x="225" y="451"/>
                      </a:cubicBezTo>
                      <a:cubicBezTo>
                        <a:pt x="350" y="451"/>
                        <a:pt x="451" y="350"/>
                        <a:pt x="451" y="226"/>
                      </a:cubicBezTo>
                      <a:cubicBezTo>
                        <a:pt x="451" y="101"/>
                        <a:pt x="350" y="0"/>
                        <a:pt x="2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99"/>
                <p:cNvSpPr/>
                <p:nvPr/>
              </p:nvSpPr>
              <p:spPr>
                <a:xfrm>
                  <a:off x="-1724150" y="2270100"/>
                  <a:ext cx="11300" cy="11275"/>
                </a:xfrm>
                <a:custGeom>
                  <a:rect b="b" l="l" r="r" t="t"/>
                  <a:pathLst>
                    <a:path extrusionOk="0" h="451" w="452">
                      <a:moveTo>
                        <a:pt x="227" y="0"/>
                      </a:moveTo>
                      <a:cubicBezTo>
                        <a:pt x="102" y="0"/>
                        <a:pt x="1" y="101"/>
                        <a:pt x="1" y="226"/>
                      </a:cubicBezTo>
                      <a:cubicBezTo>
                        <a:pt x="1" y="350"/>
                        <a:pt x="102" y="451"/>
                        <a:pt x="227" y="451"/>
                      </a:cubicBezTo>
                      <a:cubicBezTo>
                        <a:pt x="351" y="451"/>
                        <a:pt x="452" y="350"/>
                        <a:pt x="452" y="226"/>
                      </a:cubicBezTo>
                      <a:cubicBezTo>
                        <a:pt x="452" y="101"/>
                        <a:pt x="351" y="0"/>
                        <a:pt x="2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99"/>
                <p:cNvSpPr/>
                <p:nvPr/>
              </p:nvSpPr>
              <p:spPr>
                <a:xfrm>
                  <a:off x="-1953600" y="2411625"/>
                  <a:ext cx="11325" cy="11325"/>
                </a:xfrm>
                <a:custGeom>
                  <a:rect b="b" l="l" r="r" t="t"/>
                  <a:pathLst>
                    <a:path extrusionOk="0" h="453" w="453">
                      <a:moveTo>
                        <a:pt x="226" y="1"/>
                      </a:moveTo>
                      <a:cubicBezTo>
                        <a:pt x="100" y="1"/>
                        <a:pt x="0" y="102"/>
                        <a:pt x="0" y="227"/>
                      </a:cubicBezTo>
                      <a:cubicBezTo>
                        <a:pt x="0" y="351"/>
                        <a:pt x="100" y="453"/>
                        <a:pt x="226" y="453"/>
                      </a:cubicBezTo>
                      <a:cubicBezTo>
                        <a:pt x="351" y="453"/>
                        <a:pt x="452" y="351"/>
                        <a:pt x="452" y="227"/>
                      </a:cubicBezTo>
                      <a:cubicBezTo>
                        <a:pt x="452" y="102"/>
                        <a:pt x="350"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99"/>
                <p:cNvSpPr/>
                <p:nvPr/>
              </p:nvSpPr>
              <p:spPr>
                <a:xfrm>
                  <a:off x="-1724125" y="2411625"/>
                  <a:ext cx="11325" cy="11325"/>
                </a:xfrm>
                <a:custGeom>
                  <a:rect b="b" l="l" r="r" t="t"/>
                  <a:pathLst>
                    <a:path extrusionOk="0" h="453" w="453">
                      <a:moveTo>
                        <a:pt x="227" y="1"/>
                      </a:moveTo>
                      <a:cubicBezTo>
                        <a:pt x="101" y="1"/>
                        <a:pt x="1" y="102"/>
                        <a:pt x="1" y="227"/>
                      </a:cubicBezTo>
                      <a:cubicBezTo>
                        <a:pt x="1" y="351"/>
                        <a:pt x="101" y="453"/>
                        <a:pt x="227" y="453"/>
                      </a:cubicBezTo>
                      <a:cubicBezTo>
                        <a:pt x="352" y="453"/>
                        <a:pt x="453" y="351"/>
                        <a:pt x="453" y="227"/>
                      </a:cubicBezTo>
                      <a:cubicBezTo>
                        <a:pt x="453" y="102"/>
                        <a:pt x="351" y="1"/>
                        <a:pt x="2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99"/>
                <p:cNvSpPr/>
                <p:nvPr/>
              </p:nvSpPr>
              <p:spPr>
                <a:xfrm>
                  <a:off x="-1942900" y="2281575"/>
                  <a:ext cx="219225" cy="102375"/>
                </a:xfrm>
                <a:custGeom>
                  <a:rect b="b" l="l" r="r" t="t"/>
                  <a:pathLst>
                    <a:path extrusionOk="0" h="4095" w="8769">
                      <a:moveTo>
                        <a:pt x="441" y="0"/>
                      </a:moveTo>
                      <a:cubicBezTo>
                        <a:pt x="270" y="172"/>
                        <a:pt x="166" y="269"/>
                        <a:pt x="0" y="440"/>
                      </a:cubicBezTo>
                      <a:lnTo>
                        <a:pt x="0" y="4016"/>
                      </a:lnTo>
                      <a:cubicBezTo>
                        <a:pt x="0" y="4059"/>
                        <a:pt x="38" y="4094"/>
                        <a:pt x="82" y="4094"/>
                      </a:cubicBezTo>
                      <a:lnTo>
                        <a:pt x="8691" y="4094"/>
                      </a:lnTo>
                      <a:cubicBezTo>
                        <a:pt x="8735" y="4094"/>
                        <a:pt x="8768" y="4060"/>
                        <a:pt x="8768" y="4016"/>
                      </a:cubicBezTo>
                      <a:lnTo>
                        <a:pt x="8768" y="440"/>
                      </a:lnTo>
                      <a:cubicBezTo>
                        <a:pt x="8603" y="269"/>
                        <a:pt x="8501" y="172"/>
                        <a:pt x="83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99"/>
                <p:cNvSpPr/>
                <p:nvPr/>
              </p:nvSpPr>
              <p:spPr>
                <a:xfrm>
                  <a:off x="-1912825" y="2390150"/>
                  <a:ext cx="159175" cy="38500"/>
                </a:xfrm>
                <a:custGeom>
                  <a:rect b="b" l="l" r="r" t="t"/>
                  <a:pathLst>
                    <a:path extrusionOk="0" h="1540" w="6367">
                      <a:moveTo>
                        <a:pt x="426" y="1"/>
                      </a:moveTo>
                      <a:cubicBezTo>
                        <a:pt x="339" y="1"/>
                        <a:pt x="264" y="69"/>
                        <a:pt x="248" y="154"/>
                      </a:cubicBezTo>
                      <a:lnTo>
                        <a:pt x="1" y="1540"/>
                      </a:lnTo>
                      <a:lnTo>
                        <a:pt x="6366" y="1540"/>
                      </a:lnTo>
                      <a:lnTo>
                        <a:pt x="6117" y="154"/>
                      </a:lnTo>
                      <a:cubicBezTo>
                        <a:pt x="6102" y="69"/>
                        <a:pt x="6027" y="1"/>
                        <a:pt x="59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99"/>
                <p:cNvSpPr/>
                <p:nvPr/>
              </p:nvSpPr>
              <p:spPr>
                <a:xfrm>
                  <a:off x="-1895300" y="2412725"/>
                  <a:ext cx="12525" cy="12525"/>
                </a:xfrm>
                <a:custGeom>
                  <a:rect b="b" l="l" r="r" t="t"/>
                  <a:pathLst>
                    <a:path extrusionOk="0" h="501" w="501">
                      <a:moveTo>
                        <a:pt x="251" y="1"/>
                      </a:moveTo>
                      <a:cubicBezTo>
                        <a:pt x="113" y="1"/>
                        <a:pt x="0" y="112"/>
                        <a:pt x="0" y="251"/>
                      </a:cubicBezTo>
                      <a:cubicBezTo>
                        <a:pt x="0" y="389"/>
                        <a:pt x="113" y="500"/>
                        <a:pt x="251" y="500"/>
                      </a:cubicBezTo>
                      <a:cubicBezTo>
                        <a:pt x="388" y="500"/>
                        <a:pt x="501" y="389"/>
                        <a:pt x="501" y="251"/>
                      </a:cubicBezTo>
                      <a:cubicBezTo>
                        <a:pt x="501" y="112"/>
                        <a:pt x="388" y="1"/>
                        <a:pt x="2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99"/>
                <p:cNvSpPr/>
                <p:nvPr/>
              </p:nvSpPr>
              <p:spPr>
                <a:xfrm>
                  <a:off x="-1783700" y="2412700"/>
                  <a:ext cx="12550" cy="12550"/>
                </a:xfrm>
                <a:custGeom>
                  <a:rect b="b" l="l" r="r" t="t"/>
                  <a:pathLst>
                    <a:path extrusionOk="0" h="502" w="502">
                      <a:moveTo>
                        <a:pt x="252" y="1"/>
                      </a:moveTo>
                      <a:cubicBezTo>
                        <a:pt x="113" y="1"/>
                        <a:pt x="1" y="113"/>
                        <a:pt x="1" y="252"/>
                      </a:cubicBezTo>
                      <a:cubicBezTo>
                        <a:pt x="1" y="390"/>
                        <a:pt x="113" y="501"/>
                        <a:pt x="252" y="501"/>
                      </a:cubicBezTo>
                      <a:cubicBezTo>
                        <a:pt x="390" y="501"/>
                        <a:pt x="501" y="390"/>
                        <a:pt x="501" y="252"/>
                      </a:cubicBezTo>
                      <a:cubicBezTo>
                        <a:pt x="501" y="113"/>
                        <a:pt x="390" y="1"/>
                        <a:pt x="2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99"/>
                <p:cNvSpPr/>
                <p:nvPr/>
              </p:nvSpPr>
              <p:spPr>
                <a:xfrm>
                  <a:off x="-1869375" y="2410075"/>
                  <a:ext cx="9675" cy="9650"/>
                </a:xfrm>
                <a:custGeom>
                  <a:rect b="b" l="l" r="r" t="t"/>
                  <a:pathLst>
                    <a:path extrusionOk="0" h="386" w="387">
                      <a:moveTo>
                        <a:pt x="187" y="1"/>
                      </a:moveTo>
                      <a:cubicBezTo>
                        <a:pt x="84" y="1"/>
                        <a:pt x="1" y="84"/>
                        <a:pt x="1" y="187"/>
                      </a:cubicBezTo>
                      <a:lnTo>
                        <a:pt x="1" y="198"/>
                      </a:lnTo>
                      <a:cubicBezTo>
                        <a:pt x="1" y="301"/>
                        <a:pt x="84" y="386"/>
                        <a:pt x="187" y="386"/>
                      </a:cubicBezTo>
                      <a:lnTo>
                        <a:pt x="198" y="386"/>
                      </a:lnTo>
                      <a:cubicBezTo>
                        <a:pt x="303" y="386"/>
                        <a:pt x="387" y="301"/>
                        <a:pt x="386" y="198"/>
                      </a:cubicBezTo>
                      <a:lnTo>
                        <a:pt x="386" y="187"/>
                      </a:lnTo>
                      <a:cubicBezTo>
                        <a:pt x="386" y="84"/>
                        <a:pt x="301" y="1"/>
                        <a:pt x="1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99"/>
                <p:cNvSpPr/>
                <p:nvPr/>
              </p:nvSpPr>
              <p:spPr>
                <a:xfrm>
                  <a:off x="-1806825" y="2410075"/>
                  <a:ext cx="9625" cy="9650"/>
                </a:xfrm>
                <a:custGeom>
                  <a:rect b="b" l="l" r="r" t="t"/>
                  <a:pathLst>
                    <a:path extrusionOk="0" h="386" w="385">
                      <a:moveTo>
                        <a:pt x="187" y="1"/>
                      </a:moveTo>
                      <a:cubicBezTo>
                        <a:pt x="84" y="1"/>
                        <a:pt x="0" y="84"/>
                        <a:pt x="0" y="187"/>
                      </a:cubicBezTo>
                      <a:lnTo>
                        <a:pt x="0" y="198"/>
                      </a:lnTo>
                      <a:cubicBezTo>
                        <a:pt x="0" y="301"/>
                        <a:pt x="84" y="386"/>
                        <a:pt x="187" y="386"/>
                      </a:cubicBezTo>
                      <a:lnTo>
                        <a:pt x="197" y="386"/>
                      </a:lnTo>
                      <a:cubicBezTo>
                        <a:pt x="300" y="386"/>
                        <a:pt x="384" y="301"/>
                        <a:pt x="384" y="198"/>
                      </a:cubicBezTo>
                      <a:lnTo>
                        <a:pt x="384" y="187"/>
                      </a:lnTo>
                      <a:cubicBezTo>
                        <a:pt x="384" y="84"/>
                        <a:pt x="300" y="1"/>
                        <a:pt x="1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99"/>
                <p:cNvSpPr/>
                <p:nvPr/>
              </p:nvSpPr>
              <p:spPr>
                <a:xfrm>
                  <a:off x="-1905100" y="2285700"/>
                  <a:ext cx="144350" cy="22700"/>
                </a:xfrm>
                <a:custGeom>
                  <a:rect b="b" l="l" r="r" t="t"/>
                  <a:pathLst>
                    <a:path extrusionOk="0" h="908" w="5774">
                      <a:moveTo>
                        <a:pt x="337" y="0"/>
                      </a:moveTo>
                      <a:cubicBezTo>
                        <a:pt x="151" y="0"/>
                        <a:pt x="0" y="151"/>
                        <a:pt x="0" y="337"/>
                      </a:cubicBezTo>
                      <a:lnTo>
                        <a:pt x="0" y="570"/>
                      </a:lnTo>
                      <a:cubicBezTo>
                        <a:pt x="0" y="756"/>
                        <a:pt x="151" y="908"/>
                        <a:pt x="337" y="908"/>
                      </a:cubicBezTo>
                      <a:lnTo>
                        <a:pt x="5437" y="908"/>
                      </a:lnTo>
                      <a:cubicBezTo>
                        <a:pt x="5623" y="908"/>
                        <a:pt x="5773" y="756"/>
                        <a:pt x="5773" y="570"/>
                      </a:cubicBezTo>
                      <a:lnTo>
                        <a:pt x="5773" y="337"/>
                      </a:lnTo>
                      <a:cubicBezTo>
                        <a:pt x="5773" y="151"/>
                        <a:pt x="5623" y="0"/>
                        <a:pt x="54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99"/>
                <p:cNvSpPr/>
                <p:nvPr/>
              </p:nvSpPr>
              <p:spPr>
                <a:xfrm>
                  <a:off x="-1941500" y="2361300"/>
                  <a:ext cx="216450" cy="21300"/>
                </a:xfrm>
                <a:custGeom>
                  <a:rect b="b" l="l" r="r" t="t"/>
                  <a:pathLst>
                    <a:path extrusionOk="0" h="852" w="8658">
                      <a:moveTo>
                        <a:pt x="0" y="0"/>
                      </a:moveTo>
                      <a:lnTo>
                        <a:pt x="0" y="852"/>
                      </a:lnTo>
                      <a:lnTo>
                        <a:pt x="8658" y="852"/>
                      </a:lnTo>
                      <a:lnTo>
                        <a:pt x="86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99"/>
                <p:cNvSpPr/>
                <p:nvPr/>
              </p:nvSpPr>
              <p:spPr>
                <a:xfrm>
                  <a:off x="-1941500" y="2353025"/>
                  <a:ext cx="216450" cy="4825"/>
                </a:xfrm>
                <a:custGeom>
                  <a:rect b="b" l="l" r="r" t="t"/>
                  <a:pathLst>
                    <a:path extrusionOk="0" h="193" w="8658">
                      <a:moveTo>
                        <a:pt x="0" y="1"/>
                      </a:moveTo>
                      <a:lnTo>
                        <a:pt x="0" y="193"/>
                      </a:lnTo>
                      <a:lnTo>
                        <a:pt x="8658" y="193"/>
                      </a:lnTo>
                      <a:lnTo>
                        <a:pt x="8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99"/>
                <p:cNvSpPr/>
                <p:nvPr/>
              </p:nvSpPr>
              <p:spPr>
                <a:xfrm>
                  <a:off x="-1941500" y="2345475"/>
                  <a:ext cx="216450" cy="2775"/>
                </a:xfrm>
                <a:custGeom>
                  <a:rect b="b" l="l" r="r" t="t"/>
                  <a:pathLst>
                    <a:path extrusionOk="0" h="111" w="8658">
                      <a:moveTo>
                        <a:pt x="0" y="1"/>
                      </a:moveTo>
                      <a:lnTo>
                        <a:pt x="0" y="111"/>
                      </a:lnTo>
                      <a:lnTo>
                        <a:pt x="8658" y="111"/>
                      </a:lnTo>
                      <a:lnTo>
                        <a:pt x="8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99"/>
                <p:cNvSpPr/>
                <p:nvPr/>
              </p:nvSpPr>
              <p:spPr>
                <a:xfrm>
                  <a:off x="-1900975" y="2292925"/>
                  <a:ext cx="135425" cy="25"/>
                </a:xfrm>
                <a:custGeom>
                  <a:rect b="b" l="l" r="r" t="t"/>
                  <a:pathLst>
                    <a:path extrusionOk="0" fill="none" h="1" w="5417">
                      <a:moveTo>
                        <a:pt x="0" y="0"/>
                      </a:moveTo>
                      <a:lnTo>
                        <a:pt x="5416" y="0"/>
                      </a:lnTo>
                    </a:path>
                  </a:pathLst>
                </a:custGeom>
                <a:solidFill>
                  <a:schemeClr val="dk1"/>
                </a:solidFill>
                <a:ln cap="flat" cmpd="sng" w="1550">
                  <a:solidFill>
                    <a:srgbClr val="3A3A3C"/>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99"/>
                <p:cNvSpPr/>
                <p:nvPr/>
              </p:nvSpPr>
              <p:spPr>
                <a:xfrm>
                  <a:off x="-1900975" y="2301150"/>
                  <a:ext cx="135425" cy="25"/>
                </a:xfrm>
                <a:custGeom>
                  <a:rect b="b" l="l" r="r" t="t"/>
                  <a:pathLst>
                    <a:path extrusionOk="0" fill="none" h="1" w="5417">
                      <a:moveTo>
                        <a:pt x="0" y="1"/>
                      </a:moveTo>
                      <a:lnTo>
                        <a:pt x="5416" y="1"/>
                      </a:lnTo>
                    </a:path>
                  </a:pathLst>
                </a:custGeom>
                <a:solidFill>
                  <a:schemeClr val="dk1"/>
                </a:solidFill>
                <a:ln cap="flat" cmpd="sng" w="1550">
                  <a:solidFill>
                    <a:srgbClr val="3A3A3C"/>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99"/>
                <p:cNvSpPr/>
                <p:nvPr/>
              </p:nvSpPr>
              <p:spPr>
                <a:xfrm>
                  <a:off x="-1910875" y="2314875"/>
                  <a:ext cx="155275" cy="44025"/>
                </a:xfrm>
                <a:custGeom>
                  <a:rect b="b" l="l" r="r" t="t"/>
                  <a:pathLst>
                    <a:path extrusionOk="0" h="1761" w="6211">
                      <a:moveTo>
                        <a:pt x="880" y="1"/>
                      </a:moveTo>
                      <a:cubicBezTo>
                        <a:pt x="395" y="1"/>
                        <a:pt x="0" y="396"/>
                        <a:pt x="0" y="881"/>
                      </a:cubicBezTo>
                      <a:cubicBezTo>
                        <a:pt x="0" y="1366"/>
                        <a:pt x="395" y="1760"/>
                        <a:pt x="880" y="1760"/>
                      </a:cubicBezTo>
                      <a:lnTo>
                        <a:pt x="5330" y="1760"/>
                      </a:lnTo>
                      <a:cubicBezTo>
                        <a:pt x="5815" y="1760"/>
                        <a:pt x="6211" y="1366"/>
                        <a:pt x="6211" y="881"/>
                      </a:cubicBezTo>
                      <a:cubicBezTo>
                        <a:pt x="6211" y="396"/>
                        <a:pt x="5815" y="1"/>
                        <a:pt x="53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99"/>
                <p:cNvSpPr/>
                <p:nvPr/>
              </p:nvSpPr>
              <p:spPr>
                <a:xfrm>
                  <a:off x="-1906425" y="2318263"/>
                  <a:ext cx="148425" cy="37100"/>
                </a:xfrm>
                <a:custGeom>
                  <a:rect b="b" l="l" r="r" t="t"/>
                  <a:pathLst>
                    <a:path extrusionOk="0" h="1484" w="5937">
                      <a:moveTo>
                        <a:pt x="742" y="1"/>
                      </a:moveTo>
                      <a:cubicBezTo>
                        <a:pt x="333" y="1"/>
                        <a:pt x="1" y="332"/>
                        <a:pt x="1" y="743"/>
                      </a:cubicBezTo>
                      <a:cubicBezTo>
                        <a:pt x="1" y="1152"/>
                        <a:pt x="332" y="1484"/>
                        <a:pt x="742" y="1484"/>
                      </a:cubicBezTo>
                      <a:lnTo>
                        <a:pt x="5196" y="1484"/>
                      </a:lnTo>
                      <a:cubicBezTo>
                        <a:pt x="5605" y="1484"/>
                        <a:pt x="5937" y="1153"/>
                        <a:pt x="5937" y="743"/>
                      </a:cubicBezTo>
                      <a:cubicBezTo>
                        <a:pt x="5937" y="333"/>
                        <a:pt x="5606" y="1"/>
                        <a:pt x="5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99"/>
                <p:cNvSpPr/>
                <p:nvPr/>
              </p:nvSpPr>
              <p:spPr>
                <a:xfrm>
                  <a:off x="-1801225" y="2313350"/>
                  <a:ext cx="46925" cy="46925"/>
                </a:xfrm>
                <a:custGeom>
                  <a:rect b="b" l="l" r="r" t="t"/>
                  <a:pathLst>
                    <a:path extrusionOk="0" h="1877" w="1877">
                      <a:moveTo>
                        <a:pt x="938" y="1"/>
                      </a:moveTo>
                      <a:cubicBezTo>
                        <a:pt x="420" y="1"/>
                        <a:pt x="0" y="421"/>
                        <a:pt x="0" y="939"/>
                      </a:cubicBezTo>
                      <a:cubicBezTo>
                        <a:pt x="0" y="1457"/>
                        <a:pt x="420" y="1877"/>
                        <a:pt x="938" y="1877"/>
                      </a:cubicBezTo>
                      <a:cubicBezTo>
                        <a:pt x="1456" y="1877"/>
                        <a:pt x="1876" y="1457"/>
                        <a:pt x="1876" y="939"/>
                      </a:cubicBezTo>
                      <a:cubicBezTo>
                        <a:pt x="1876" y="421"/>
                        <a:pt x="1456" y="1"/>
                        <a:pt x="9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99"/>
                <p:cNvSpPr/>
                <p:nvPr/>
              </p:nvSpPr>
              <p:spPr>
                <a:xfrm>
                  <a:off x="-1801175" y="2315500"/>
                  <a:ext cx="46825" cy="42650"/>
                </a:xfrm>
                <a:custGeom>
                  <a:rect b="b" l="l" r="r" t="t"/>
                  <a:pathLst>
                    <a:path extrusionOk="0" h="1706" w="1873">
                      <a:moveTo>
                        <a:pt x="936" y="0"/>
                      </a:moveTo>
                      <a:cubicBezTo>
                        <a:pt x="718" y="0"/>
                        <a:pt x="500" y="83"/>
                        <a:pt x="333" y="250"/>
                      </a:cubicBezTo>
                      <a:cubicBezTo>
                        <a:pt x="0" y="583"/>
                        <a:pt x="0" y="1123"/>
                        <a:pt x="333" y="1456"/>
                      </a:cubicBezTo>
                      <a:cubicBezTo>
                        <a:pt x="500" y="1623"/>
                        <a:pt x="718" y="1706"/>
                        <a:pt x="936" y="1706"/>
                      </a:cubicBezTo>
                      <a:cubicBezTo>
                        <a:pt x="1154" y="1706"/>
                        <a:pt x="1372" y="1623"/>
                        <a:pt x="1539" y="1456"/>
                      </a:cubicBezTo>
                      <a:cubicBezTo>
                        <a:pt x="1872" y="1123"/>
                        <a:pt x="1872" y="583"/>
                        <a:pt x="1539" y="250"/>
                      </a:cubicBezTo>
                      <a:cubicBezTo>
                        <a:pt x="1372" y="83"/>
                        <a:pt x="1154" y="0"/>
                        <a:pt x="9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99"/>
                <p:cNvSpPr/>
                <p:nvPr/>
              </p:nvSpPr>
              <p:spPr>
                <a:xfrm>
                  <a:off x="-1904800" y="2322800"/>
                  <a:ext cx="30825" cy="28075"/>
                </a:xfrm>
                <a:custGeom>
                  <a:rect b="b" l="l" r="r" t="t"/>
                  <a:pathLst>
                    <a:path extrusionOk="0" h="1123" w="1233">
                      <a:moveTo>
                        <a:pt x="617" y="0"/>
                      </a:moveTo>
                      <a:cubicBezTo>
                        <a:pt x="473" y="0"/>
                        <a:pt x="329" y="55"/>
                        <a:pt x="219" y="164"/>
                      </a:cubicBezTo>
                      <a:cubicBezTo>
                        <a:pt x="1" y="383"/>
                        <a:pt x="1" y="739"/>
                        <a:pt x="219" y="958"/>
                      </a:cubicBezTo>
                      <a:cubicBezTo>
                        <a:pt x="329" y="1067"/>
                        <a:pt x="473" y="1122"/>
                        <a:pt x="617" y="1122"/>
                      </a:cubicBezTo>
                      <a:cubicBezTo>
                        <a:pt x="760" y="1122"/>
                        <a:pt x="904" y="1067"/>
                        <a:pt x="1013" y="958"/>
                      </a:cubicBezTo>
                      <a:cubicBezTo>
                        <a:pt x="1233" y="739"/>
                        <a:pt x="1233" y="383"/>
                        <a:pt x="1013" y="164"/>
                      </a:cubicBezTo>
                      <a:cubicBezTo>
                        <a:pt x="904" y="55"/>
                        <a:pt x="760" y="0"/>
                        <a:pt x="6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99"/>
                <p:cNvSpPr/>
                <p:nvPr/>
              </p:nvSpPr>
              <p:spPr>
                <a:xfrm>
                  <a:off x="-1793500" y="2322875"/>
                  <a:ext cx="31325" cy="28100"/>
                </a:xfrm>
                <a:custGeom>
                  <a:rect b="b" l="l" r="r" t="t"/>
                  <a:pathLst>
                    <a:path extrusionOk="0" h="1124" w="1253">
                      <a:moveTo>
                        <a:pt x="627" y="1"/>
                      </a:moveTo>
                      <a:cubicBezTo>
                        <a:pt x="471" y="1"/>
                        <a:pt x="316" y="65"/>
                        <a:pt x="205" y="191"/>
                      </a:cubicBezTo>
                      <a:cubicBezTo>
                        <a:pt x="1" y="425"/>
                        <a:pt x="23" y="779"/>
                        <a:pt x="257" y="984"/>
                      </a:cubicBezTo>
                      <a:cubicBezTo>
                        <a:pt x="363" y="1077"/>
                        <a:pt x="495" y="1123"/>
                        <a:pt x="626" y="1123"/>
                      </a:cubicBezTo>
                      <a:cubicBezTo>
                        <a:pt x="782" y="1123"/>
                        <a:pt x="937" y="1058"/>
                        <a:pt x="1048" y="932"/>
                      </a:cubicBezTo>
                      <a:cubicBezTo>
                        <a:pt x="1252" y="699"/>
                        <a:pt x="1230" y="345"/>
                        <a:pt x="997" y="140"/>
                      </a:cubicBezTo>
                      <a:cubicBezTo>
                        <a:pt x="890" y="46"/>
                        <a:pt x="759" y="1"/>
                        <a:pt x="6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99"/>
                <p:cNvSpPr/>
                <p:nvPr/>
              </p:nvSpPr>
              <p:spPr>
                <a:xfrm>
                  <a:off x="-1912187" y="2313350"/>
                  <a:ext cx="46925" cy="46925"/>
                </a:xfrm>
                <a:custGeom>
                  <a:rect b="b" l="l" r="r" t="t"/>
                  <a:pathLst>
                    <a:path extrusionOk="0" h="1877" w="1877">
                      <a:moveTo>
                        <a:pt x="938" y="1"/>
                      </a:moveTo>
                      <a:cubicBezTo>
                        <a:pt x="420" y="1"/>
                        <a:pt x="0" y="421"/>
                        <a:pt x="0" y="939"/>
                      </a:cubicBezTo>
                      <a:cubicBezTo>
                        <a:pt x="0" y="1457"/>
                        <a:pt x="420" y="1877"/>
                        <a:pt x="938" y="1877"/>
                      </a:cubicBezTo>
                      <a:cubicBezTo>
                        <a:pt x="1456" y="1877"/>
                        <a:pt x="1876" y="1457"/>
                        <a:pt x="1876" y="939"/>
                      </a:cubicBezTo>
                      <a:cubicBezTo>
                        <a:pt x="1876" y="421"/>
                        <a:pt x="1456" y="1"/>
                        <a:pt x="9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99"/>
                <p:cNvSpPr/>
                <p:nvPr/>
              </p:nvSpPr>
              <p:spPr>
                <a:xfrm>
                  <a:off x="-1912800" y="2315500"/>
                  <a:ext cx="46825" cy="42650"/>
                </a:xfrm>
                <a:custGeom>
                  <a:rect b="b" l="l" r="r" t="t"/>
                  <a:pathLst>
                    <a:path extrusionOk="0" h="1706" w="1873">
                      <a:moveTo>
                        <a:pt x="937" y="1"/>
                      </a:moveTo>
                      <a:cubicBezTo>
                        <a:pt x="718" y="1"/>
                        <a:pt x="500" y="84"/>
                        <a:pt x="334" y="250"/>
                      </a:cubicBezTo>
                      <a:cubicBezTo>
                        <a:pt x="1" y="583"/>
                        <a:pt x="1" y="1123"/>
                        <a:pt x="334" y="1456"/>
                      </a:cubicBezTo>
                      <a:cubicBezTo>
                        <a:pt x="500" y="1623"/>
                        <a:pt x="718" y="1706"/>
                        <a:pt x="937" y="1706"/>
                      </a:cubicBezTo>
                      <a:cubicBezTo>
                        <a:pt x="1155" y="1706"/>
                        <a:pt x="1373" y="1623"/>
                        <a:pt x="1539" y="1456"/>
                      </a:cubicBezTo>
                      <a:cubicBezTo>
                        <a:pt x="1873" y="1123"/>
                        <a:pt x="1873" y="583"/>
                        <a:pt x="1539" y="250"/>
                      </a:cubicBezTo>
                      <a:cubicBezTo>
                        <a:pt x="1373" y="84"/>
                        <a:pt x="1155" y="1"/>
                        <a:pt x="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99"/>
                <p:cNvSpPr/>
                <p:nvPr/>
              </p:nvSpPr>
              <p:spPr>
                <a:xfrm>
                  <a:off x="-1899975" y="2326200"/>
                  <a:ext cx="21225" cy="21225"/>
                </a:xfrm>
                <a:custGeom>
                  <a:rect b="b" l="l" r="r" t="t"/>
                  <a:pathLst>
                    <a:path extrusionOk="0" h="849" w="849">
                      <a:moveTo>
                        <a:pt x="425" y="1"/>
                      </a:moveTo>
                      <a:cubicBezTo>
                        <a:pt x="191" y="1"/>
                        <a:pt x="1" y="191"/>
                        <a:pt x="1" y="425"/>
                      </a:cubicBezTo>
                      <a:cubicBezTo>
                        <a:pt x="1" y="659"/>
                        <a:pt x="191" y="849"/>
                        <a:pt x="425" y="849"/>
                      </a:cubicBezTo>
                      <a:cubicBezTo>
                        <a:pt x="659" y="849"/>
                        <a:pt x="849" y="659"/>
                        <a:pt x="849" y="425"/>
                      </a:cubicBezTo>
                      <a:cubicBezTo>
                        <a:pt x="849" y="191"/>
                        <a:pt x="659" y="1"/>
                        <a:pt x="4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62" name="Google Shape;7862;p99"/>
            <p:cNvGrpSpPr/>
            <p:nvPr/>
          </p:nvGrpSpPr>
          <p:grpSpPr>
            <a:xfrm>
              <a:off x="265324" y="3831483"/>
              <a:ext cx="185799" cy="185799"/>
              <a:chOff x="5035425" y="2779450"/>
              <a:chExt cx="94800" cy="94800"/>
            </a:xfrm>
          </p:grpSpPr>
          <p:sp>
            <p:nvSpPr>
              <p:cNvPr id="7863" name="Google Shape;7863;p99"/>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99"/>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99"/>
            <p:cNvGrpSpPr/>
            <p:nvPr/>
          </p:nvGrpSpPr>
          <p:grpSpPr>
            <a:xfrm>
              <a:off x="7322635" y="49052"/>
              <a:ext cx="490325" cy="490451"/>
              <a:chOff x="5038846" y="235350"/>
              <a:chExt cx="158691" cy="158738"/>
            </a:xfrm>
          </p:grpSpPr>
          <p:sp>
            <p:nvSpPr>
              <p:cNvPr id="7866" name="Google Shape;7866;p99"/>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99"/>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7868" name="Shape 7868"/>
        <p:cNvGrpSpPr/>
        <p:nvPr/>
      </p:nvGrpSpPr>
      <p:grpSpPr>
        <a:xfrm>
          <a:off x="0" y="0"/>
          <a:ext cx="0" cy="0"/>
          <a:chOff x="0" y="0"/>
          <a:chExt cx="0" cy="0"/>
        </a:xfrm>
      </p:grpSpPr>
      <p:sp>
        <p:nvSpPr>
          <p:cNvPr id="7869" name="Google Shape;7869;p100"/>
          <p:cNvSpPr txBox="1"/>
          <p:nvPr>
            <p:ph type="title"/>
          </p:nvPr>
        </p:nvSpPr>
        <p:spPr>
          <a:xfrm>
            <a:off x="2347950" y="780325"/>
            <a:ext cx="4448100" cy="9846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sz="6000"/>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7870" name="Google Shape;7870;p100"/>
          <p:cNvSpPr txBox="1"/>
          <p:nvPr>
            <p:ph idx="1" type="subTitle"/>
          </p:nvPr>
        </p:nvSpPr>
        <p:spPr>
          <a:xfrm>
            <a:off x="2347950" y="1653425"/>
            <a:ext cx="4448100" cy="105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871" name="Google Shape;7871;p100"/>
          <p:cNvSpPr txBox="1"/>
          <p:nvPr/>
        </p:nvSpPr>
        <p:spPr>
          <a:xfrm>
            <a:off x="1860400" y="3611950"/>
            <a:ext cx="54231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Work Sans"/>
                <a:ea typeface="Work Sans"/>
                <a:cs typeface="Work Sans"/>
                <a:sym typeface="Work Sans"/>
              </a:rPr>
              <a:t>CREDITS:</a:t>
            </a:r>
            <a:r>
              <a:rPr lang="en" sz="1200">
                <a:solidFill>
                  <a:schemeClr val="dk1"/>
                </a:solidFill>
                <a:latin typeface="Work Sans"/>
                <a:ea typeface="Work Sans"/>
                <a:cs typeface="Work Sans"/>
                <a:sym typeface="Work Sans"/>
              </a:rPr>
              <a:t> This presentation template was created by </a:t>
            </a:r>
            <a:r>
              <a:rPr b="1" lang="en" sz="1200" u="sng">
                <a:solidFill>
                  <a:schemeClr val="hlink"/>
                </a:solidFill>
                <a:latin typeface="Work Sans"/>
                <a:ea typeface="Work Sans"/>
                <a:cs typeface="Work Sans"/>
                <a:sym typeface="Work Sans"/>
                <a:hlinkClick r:id="rId2"/>
              </a:rPr>
              <a:t>Slidesgo</a:t>
            </a:r>
            <a:r>
              <a:rPr lang="en" sz="1200">
                <a:solidFill>
                  <a:schemeClr val="dk1"/>
                </a:solidFill>
                <a:latin typeface="Work Sans"/>
                <a:ea typeface="Work Sans"/>
                <a:cs typeface="Work Sans"/>
                <a:sym typeface="Work Sans"/>
              </a:rPr>
              <a:t>, and includes icons by </a:t>
            </a:r>
            <a:r>
              <a:rPr b="1" lang="en" sz="1200" u="sng">
                <a:solidFill>
                  <a:schemeClr val="dk1"/>
                </a:solidFill>
                <a:latin typeface="Work Sans"/>
                <a:ea typeface="Work Sans"/>
                <a:cs typeface="Work Sans"/>
                <a:sym typeface="Work Sans"/>
                <a:hlinkClick r:id="rId3">
                  <a:extLst>
                    <a:ext uri="{A12FA001-AC4F-418D-AE19-62706E023703}">
                      <ahyp:hlinkClr val="tx"/>
                    </a:ext>
                  </a:extLst>
                </a:hlinkClick>
              </a:rPr>
              <a:t>Flaticon</a:t>
            </a:r>
            <a:r>
              <a:rPr lang="en" sz="1200">
                <a:solidFill>
                  <a:schemeClr val="dk1"/>
                </a:solidFill>
                <a:latin typeface="Work Sans"/>
                <a:ea typeface="Work Sans"/>
                <a:cs typeface="Work Sans"/>
                <a:sym typeface="Work Sans"/>
              </a:rPr>
              <a:t>, and infographics &amp; images by </a:t>
            </a:r>
            <a:r>
              <a:rPr b="1" lang="en" sz="1200" u="sng">
                <a:solidFill>
                  <a:schemeClr val="dk1"/>
                </a:solidFill>
                <a:latin typeface="Work Sans"/>
                <a:ea typeface="Work Sans"/>
                <a:cs typeface="Work Sans"/>
                <a:sym typeface="Work Sans"/>
                <a:hlinkClick r:id="rId4">
                  <a:extLst>
                    <a:ext uri="{A12FA001-AC4F-418D-AE19-62706E023703}">
                      <ahyp:hlinkClr val="tx"/>
                    </a:ext>
                  </a:extLst>
                </a:hlinkClick>
              </a:rPr>
              <a:t>Freepik</a:t>
            </a:r>
            <a:r>
              <a:rPr lang="en" sz="1200" u="sng">
                <a:solidFill>
                  <a:schemeClr val="dk1"/>
                </a:solidFill>
                <a:latin typeface="Work Sans"/>
                <a:ea typeface="Work Sans"/>
                <a:cs typeface="Work Sans"/>
                <a:sym typeface="Work Sans"/>
              </a:rPr>
              <a:t> </a:t>
            </a:r>
            <a:endParaRPr b="1" sz="1200" u="sng">
              <a:solidFill>
                <a:schemeClr val="dk1"/>
              </a:solidFill>
              <a:latin typeface="Work Sans"/>
              <a:ea typeface="Work Sans"/>
              <a:cs typeface="Work Sans"/>
              <a:sym typeface="Work Sans"/>
            </a:endParaRPr>
          </a:p>
        </p:txBody>
      </p:sp>
      <p:grpSp>
        <p:nvGrpSpPr>
          <p:cNvPr id="7872" name="Google Shape;7872;p100"/>
          <p:cNvGrpSpPr/>
          <p:nvPr/>
        </p:nvGrpSpPr>
        <p:grpSpPr>
          <a:xfrm>
            <a:off x="7804009" y="-87211"/>
            <a:ext cx="1006636" cy="1487284"/>
            <a:chOff x="3074375" y="2791788"/>
            <a:chExt cx="262425" cy="387738"/>
          </a:xfrm>
        </p:grpSpPr>
        <p:sp>
          <p:nvSpPr>
            <p:cNvPr id="7873" name="Google Shape;7873;p100"/>
            <p:cNvSpPr/>
            <p:nvPr/>
          </p:nvSpPr>
          <p:spPr>
            <a:xfrm>
              <a:off x="3074396" y="2791788"/>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4" name="Google Shape;7874;p100"/>
            <p:cNvGrpSpPr/>
            <p:nvPr/>
          </p:nvGrpSpPr>
          <p:grpSpPr>
            <a:xfrm>
              <a:off x="3074375" y="2791800"/>
              <a:ext cx="262425" cy="387725"/>
              <a:chOff x="3074375" y="2791800"/>
              <a:chExt cx="262425" cy="387725"/>
            </a:xfrm>
          </p:grpSpPr>
          <p:sp>
            <p:nvSpPr>
              <p:cNvPr id="7875" name="Google Shape;7875;p100"/>
              <p:cNvSpPr/>
              <p:nvPr/>
            </p:nvSpPr>
            <p:spPr>
              <a:xfrm>
                <a:off x="3074425" y="2791925"/>
                <a:ext cx="262375" cy="387600"/>
              </a:xfrm>
              <a:custGeom>
                <a:rect b="b" l="l" r="r" t="t"/>
                <a:pathLst>
                  <a:path extrusionOk="0" h="15504" w="10495">
                    <a:moveTo>
                      <a:pt x="0" y="1"/>
                    </a:moveTo>
                    <a:lnTo>
                      <a:pt x="0" y="10256"/>
                    </a:lnTo>
                    <a:cubicBezTo>
                      <a:pt x="0" y="10416"/>
                      <a:pt x="9" y="10575"/>
                      <a:pt x="22" y="10733"/>
                    </a:cubicBezTo>
                    <a:cubicBezTo>
                      <a:pt x="31" y="10834"/>
                      <a:pt x="44" y="10937"/>
                      <a:pt x="59" y="11038"/>
                    </a:cubicBezTo>
                    <a:cubicBezTo>
                      <a:pt x="62" y="11068"/>
                      <a:pt x="67" y="11099"/>
                      <a:pt x="73" y="11128"/>
                    </a:cubicBezTo>
                    <a:cubicBezTo>
                      <a:pt x="86" y="11208"/>
                      <a:pt x="102" y="11288"/>
                      <a:pt x="118" y="11367"/>
                    </a:cubicBezTo>
                    <a:cubicBezTo>
                      <a:pt x="180" y="11653"/>
                      <a:pt x="266" y="11930"/>
                      <a:pt x="371" y="12196"/>
                    </a:cubicBezTo>
                    <a:cubicBezTo>
                      <a:pt x="479" y="12468"/>
                      <a:pt x="609" y="12730"/>
                      <a:pt x="760" y="12977"/>
                    </a:cubicBezTo>
                    <a:cubicBezTo>
                      <a:pt x="865" y="13148"/>
                      <a:pt x="977" y="13311"/>
                      <a:pt x="1099" y="13468"/>
                    </a:cubicBezTo>
                    <a:cubicBezTo>
                      <a:pt x="1209" y="13609"/>
                      <a:pt x="1325" y="13744"/>
                      <a:pt x="1449" y="13873"/>
                    </a:cubicBezTo>
                    <a:cubicBezTo>
                      <a:pt x="1473" y="13898"/>
                      <a:pt x="1496" y="13923"/>
                      <a:pt x="1520" y="13947"/>
                    </a:cubicBezTo>
                    <a:lnTo>
                      <a:pt x="1538" y="13965"/>
                    </a:lnTo>
                    <a:cubicBezTo>
                      <a:pt x="1646" y="14074"/>
                      <a:pt x="1761" y="14177"/>
                      <a:pt x="1879" y="14278"/>
                    </a:cubicBezTo>
                    <a:cubicBezTo>
                      <a:pt x="1962" y="14348"/>
                      <a:pt x="2048" y="14415"/>
                      <a:pt x="2137" y="14481"/>
                    </a:cubicBezTo>
                    <a:cubicBezTo>
                      <a:pt x="2177" y="14511"/>
                      <a:pt x="2219" y="14542"/>
                      <a:pt x="2260" y="14570"/>
                    </a:cubicBezTo>
                    <a:cubicBezTo>
                      <a:pt x="2425" y="14683"/>
                      <a:pt x="2595" y="14789"/>
                      <a:pt x="2771" y="14883"/>
                    </a:cubicBezTo>
                    <a:cubicBezTo>
                      <a:pt x="2790" y="14894"/>
                      <a:pt x="2806" y="14903"/>
                      <a:pt x="2825" y="14912"/>
                    </a:cubicBezTo>
                    <a:cubicBezTo>
                      <a:pt x="2889" y="14945"/>
                      <a:pt x="2954" y="14977"/>
                      <a:pt x="3019" y="15008"/>
                    </a:cubicBezTo>
                    <a:cubicBezTo>
                      <a:pt x="3179" y="15084"/>
                      <a:pt x="3344" y="15151"/>
                      <a:pt x="3512" y="15209"/>
                    </a:cubicBezTo>
                    <a:cubicBezTo>
                      <a:pt x="3550" y="15223"/>
                      <a:pt x="3589" y="15235"/>
                      <a:pt x="3627" y="15249"/>
                    </a:cubicBezTo>
                    <a:cubicBezTo>
                      <a:pt x="3774" y="15296"/>
                      <a:pt x="3922" y="15337"/>
                      <a:pt x="4075" y="15372"/>
                    </a:cubicBezTo>
                    <a:cubicBezTo>
                      <a:pt x="4117" y="15382"/>
                      <a:pt x="4158" y="15392"/>
                      <a:pt x="4201" y="15399"/>
                    </a:cubicBezTo>
                    <a:cubicBezTo>
                      <a:pt x="4426" y="15446"/>
                      <a:pt x="4655" y="15477"/>
                      <a:pt x="4889" y="15492"/>
                    </a:cubicBezTo>
                    <a:cubicBezTo>
                      <a:pt x="5008" y="15500"/>
                      <a:pt x="5127" y="15504"/>
                      <a:pt x="5248" y="15504"/>
                    </a:cubicBezTo>
                    <a:cubicBezTo>
                      <a:pt x="5358" y="15504"/>
                      <a:pt x="5468" y="15500"/>
                      <a:pt x="5576" y="15493"/>
                    </a:cubicBezTo>
                    <a:cubicBezTo>
                      <a:pt x="5690" y="15486"/>
                      <a:pt x="5801" y="15476"/>
                      <a:pt x="5913" y="15461"/>
                    </a:cubicBezTo>
                    <a:cubicBezTo>
                      <a:pt x="5937" y="15457"/>
                      <a:pt x="5963" y="15455"/>
                      <a:pt x="5989" y="15451"/>
                    </a:cubicBezTo>
                    <a:cubicBezTo>
                      <a:pt x="6082" y="15439"/>
                      <a:pt x="6174" y="15423"/>
                      <a:pt x="6264" y="15404"/>
                    </a:cubicBezTo>
                    <a:cubicBezTo>
                      <a:pt x="6365" y="15384"/>
                      <a:pt x="6464" y="15362"/>
                      <a:pt x="6563" y="15336"/>
                    </a:cubicBezTo>
                    <a:cubicBezTo>
                      <a:pt x="6695" y="15302"/>
                      <a:pt x="6824" y="15264"/>
                      <a:pt x="6951" y="15220"/>
                    </a:cubicBezTo>
                    <a:cubicBezTo>
                      <a:pt x="7098" y="15170"/>
                      <a:pt x="7242" y="15113"/>
                      <a:pt x="7381" y="15052"/>
                    </a:cubicBezTo>
                    <a:cubicBezTo>
                      <a:pt x="7452" y="15019"/>
                      <a:pt x="7526" y="14985"/>
                      <a:pt x="7596" y="14949"/>
                    </a:cubicBezTo>
                    <a:cubicBezTo>
                      <a:pt x="7610" y="14941"/>
                      <a:pt x="7625" y="14935"/>
                      <a:pt x="7639" y="14928"/>
                    </a:cubicBezTo>
                    <a:cubicBezTo>
                      <a:pt x="7715" y="14887"/>
                      <a:pt x="7791" y="14847"/>
                      <a:pt x="7866" y="14804"/>
                    </a:cubicBezTo>
                    <a:cubicBezTo>
                      <a:pt x="8024" y="14712"/>
                      <a:pt x="8178" y="14611"/>
                      <a:pt x="8326" y="14505"/>
                    </a:cubicBezTo>
                    <a:cubicBezTo>
                      <a:pt x="8519" y="14365"/>
                      <a:pt x="8702" y="14213"/>
                      <a:pt x="8873" y="14048"/>
                    </a:cubicBezTo>
                    <a:cubicBezTo>
                      <a:pt x="8921" y="14002"/>
                      <a:pt x="8967" y="13956"/>
                      <a:pt x="9014" y="13908"/>
                    </a:cubicBezTo>
                    <a:cubicBezTo>
                      <a:pt x="9052" y="13868"/>
                      <a:pt x="9091" y="13827"/>
                      <a:pt x="9128" y="13785"/>
                    </a:cubicBezTo>
                    <a:cubicBezTo>
                      <a:pt x="9343" y="13551"/>
                      <a:pt x="9535" y="13298"/>
                      <a:pt x="9702" y="13029"/>
                    </a:cubicBezTo>
                    <a:cubicBezTo>
                      <a:pt x="9721" y="13000"/>
                      <a:pt x="9737" y="12973"/>
                      <a:pt x="9754" y="12944"/>
                    </a:cubicBezTo>
                    <a:cubicBezTo>
                      <a:pt x="9766" y="12924"/>
                      <a:pt x="9779" y="12903"/>
                      <a:pt x="9790" y="12882"/>
                    </a:cubicBezTo>
                    <a:cubicBezTo>
                      <a:pt x="9854" y="12773"/>
                      <a:pt x="9913" y="12662"/>
                      <a:pt x="9968" y="12549"/>
                    </a:cubicBezTo>
                    <a:cubicBezTo>
                      <a:pt x="10132" y="12210"/>
                      <a:pt x="10263" y="11853"/>
                      <a:pt x="10351" y="11479"/>
                    </a:cubicBezTo>
                    <a:cubicBezTo>
                      <a:pt x="10366" y="11421"/>
                      <a:pt x="10379" y="11362"/>
                      <a:pt x="10390" y="11302"/>
                    </a:cubicBezTo>
                    <a:cubicBezTo>
                      <a:pt x="10459" y="10964"/>
                      <a:pt x="10495" y="10613"/>
                      <a:pt x="10495" y="10253"/>
                    </a:cubicBezTo>
                    <a:lnTo>
                      <a:pt x="104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00"/>
              <p:cNvSpPr/>
              <p:nvPr/>
            </p:nvSpPr>
            <p:spPr>
              <a:xfrm>
                <a:off x="3074425" y="2912325"/>
                <a:ext cx="152250" cy="55200"/>
              </a:xfrm>
              <a:custGeom>
                <a:rect b="b" l="l" r="r" t="t"/>
                <a:pathLst>
                  <a:path extrusionOk="0" h="2208" w="6090">
                    <a:moveTo>
                      <a:pt x="0" y="0"/>
                    </a:moveTo>
                    <a:lnTo>
                      <a:pt x="0" y="1144"/>
                    </a:lnTo>
                    <a:cubicBezTo>
                      <a:pt x="1551" y="1827"/>
                      <a:pt x="3267" y="2208"/>
                      <a:pt x="5071" y="2208"/>
                    </a:cubicBezTo>
                    <a:cubicBezTo>
                      <a:pt x="5109" y="2208"/>
                      <a:pt x="5146" y="2208"/>
                      <a:pt x="5185" y="2204"/>
                    </a:cubicBezTo>
                    <a:cubicBezTo>
                      <a:pt x="5198" y="2205"/>
                      <a:pt x="5210" y="2206"/>
                      <a:pt x="5223" y="2206"/>
                    </a:cubicBezTo>
                    <a:cubicBezTo>
                      <a:pt x="5240" y="2206"/>
                      <a:pt x="5257" y="2204"/>
                      <a:pt x="5275" y="2200"/>
                    </a:cubicBezTo>
                    <a:cubicBezTo>
                      <a:pt x="5293" y="2201"/>
                      <a:pt x="5310" y="2202"/>
                      <a:pt x="5327" y="2202"/>
                    </a:cubicBezTo>
                    <a:cubicBezTo>
                      <a:pt x="5357" y="2202"/>
                      <a:pt x="5386" y="2200"/>
                      <a:pt x="5417" y="2196"/>
                    </a:cubicBezTo>
                    <a:cubicBezTo>
                      <a:pt x="5420" y="2198"/>
                      <a:pt x="5424" y="2199"/>
                      <a:pt x="5428" y="2199"/>
                    </a:cubicBezTo>
                    <a:cubicBezTo>
                      <a:pt x="5431" y="2199"/>
                      <a:pt x="5435" y="2198"/>
                      <a:pt x="5438" y="2196"/>
                    </a:cubicBezTo>
                    <a:cubicBezTo>
                      <a:pt x="5439" y="2197"/>
                      <a:pt x="5440" y="2198"/>
                      <a:pt x="5443" y="2198"/>
                    </a:cubicBezTo>
                    <a:cubicBezTo>
                      <a:pt x="5445" y="2198"/>
                      <a:pt x="5447" y="2197"/>
                      <a:pt x="5448" y="2196"/>
                    </a:cubicBezTo>
                    <a:cubicBezTo>
                      <a:pt x="5450" y="2198"/>
                      <a:pt x="5452" y="2199"/>
                      <a:pt x="5453" y="2199"/>
                    </a:cubicBezTo>
                    <a:cubicBezTo>
                      <a:pt x="5455" y="2199"/>
                      <a:pt x="5457" y="2198"/>
                      <a:pt x="5459" y="2196"/>
                    </a:cubicBezTo>
                    <a:cubicBezTo>
                      <a:pt x="5462" y="2198"/>
                      <a:pt x="5467" y="2199"/>
                      <a:pt x="5471" y="2199"/>
                    </a:cubicBezTo>
                    <a:cubicBezTo>
                      <a:pt x="5475" y="2199"/>
                      <a:pt x="5480" y="2198"/>
                      <a:pt x="5483" y="2196"/>
                    </a:cubicBezTo>
                    <a:cubicBezTo>
                      <a:pt x="5485" y="2198"/>
                      <a:pt x="5487" y="2199"/>
                      <a:pt x="5490" y="2199"/>
                    </a:cubicBezTo>
                    <a:cubicBezTo>
                      <a:pt x="5493" y="2199"/>
                      <a:pt x="5495" y="2198"/>
                      <a:pt x="5497" y="2196"/>
                    </a:cubicBezTo>
                    <a:cubicBezTo>
                      <a:pt x="5498" y="2198"/>
                      <a:pt x="5499" y="2198"/>
                      <a:pt x="5501" y="2198"/>
                    </a:cubicBezTo>
                    <a:cubicBezTo>
                      <a:pt x="5503" y="2198"/>
                      <a:pt x="5505" y="2196"/>
                      <a:pt x="5507" y="2196"/>
                    </a:cubicBezTo>
                    <a:lnTo>
                      <a:pt x="5514" y="2196"/>
                    </a:lnTo>
                    <a:cubicBezTo>
                      <a:pt x="5521" y="2196"/>
                      <a:pt x="5525" y="2196"/>
                      <a:pt x="5531" y="2192"/>
                    </a:cubicBezTo>
                    <a:cubicBezTo>
                      <a:pt x="5532" y="2194"/>
                      <a:pt x="5532" y="2195"/>
                      <a:pt x="5533" y="2195"/>
                    </a:cubicBezTo>
                    <a:cubicBezTo>
                      <a:pt x="5534" y="2195"/>
                      <a:pt x="5535" y="2194"/>
                      <a:pt x="5537" y="2192"/>
                    </a:cubicBezTo>
                    <a:cubicBezTo>
                      <a:pt x="5537" y="2192"/>
                      <a:pt x="5538" y="2194"/>
                      <a:pt x="5540" y="2194"/>
                    </a:cubicBezTo>
                    <a:cubicBezTo>
                      <a:pt x="5541" y="2194"/>
                      <a:pt x="5542" y="2194"/>
                      <a:pt x="5543" y="2192"/>
                    </a:cubicBezTo>
                    <a:cubicBezTo>
                      <a:pt x="5545" y="2194"/>
                      <a:pt x="5548" y="2195"/>
                      <a:pt x="5552" y="2195"/>
                    </a:cubicBezTo>
                    <a:cubicBezTo>
                      <a:pt x="5555" y="2195"/>
                      <a:pt x="5559" y="2194"/>
                      <a:pt x="5562" y="2192"/>
                    </a:cubicBezTo>
                    <a:cubicBezTo>
                      <a:pt x="5565" y="2194"/>
                      <a:pt x="5568" y="2195"/>
                      <a:pt x="5573" y="2195"/>
                    </a:cubicBezTo>
                    <a:cubicBezTo>
                      <a:pt x="5577" y="2195"/>
                      <a:pt x="5581" y="2194"/>
                      <a:pt x="5587" y="2192"/>
                    </a:cubicBezTo>
                    <a:lnTo>
                      <a:pt x="5603" y="2192"/>
                    </a:lnTo>
                    <a:cubicBezTo>
                      <a:pt x="5620" y="2192"/>
                      <a:pt x="5636" y="2192"/>
                      <a:pt x="5655" y="2188"/>
                    </a:cubicBezTo>
                    <a:lnTo>
                      <a:pt x="5659" y="2188"/>
                    </a:lnTo>
                    <a:cubicBezTo>
                      <a:pt x="5660" y="2187"/>
                      <a:pt x="5661" y="2187"/>
                      <a:pt x="5661" y="2187"/>
                    </a:cubicBezTo>
                    <a:cubicBezTo>
                      <a:pt x="5662" y="2187"/>
                      <a:pt x="5662" y="2188"/>
                      <a:pt x="5662" y="2188"/>
                    </a:cubicBezTo>
                    <a:cubicBezTo>
                      <a:pt x="5804" y="2181"/>
                      <a:pt x="5948" y="2170"/>
                      <a:pt x="6089" y="2160"/>
                    </a:cubicBezTo>
                    <a:cubicBezTo>
                      <a:pt x="6014" y="2154"/>
                      <a:pt x="5937" y="2146"/>
                      <a:pt x="5862" y="2145"/>
                    </a:cubicBezTo>
                    <a:cubicBezTo>
                      <a:pt x="5840" y="2142"/>
                      <a:pt x="5820" y="2142"/>
                      <a:pt x="5799" y="2138"/>
                    </a:cubicBezTo>
                    <a:cubicBezTo>
                      <a:pt x="5751" y="2135"/>
                      <a:pt x="5702" y="2128"/>
                      <a:pt x="5654" y="2121"/>
                    </a:cubicBezTo>
                    <a:lnTo>
                      <a:pt x="5650" y="2121"/>
                    </a:lnTo>
                    <a:cubicBezTo>
                      <a:pt x="5633" y="2121"/>
                      <a:pt x="5616" y="2118"/>
                      <a:pt x="5598" y="2118"/>
                    </a:cubicBezTo>
                    <a:cubicBezTo>
                      <a:pt x="5594" y="2118"/>
                      <a:pt x="5588" y="2114"/>
                      <a:pt x="5583" y="2114"/>
                    </a:cubicBezTo>
                    <a:lnTo>
                      <a:pt x="5571" y="2114"/>
                    </a:lnTo>
                    <a:cubicBezTo>
                      <a:pt x="5565" y="2114"/>
                      <a:pt x="5557" y="2110"/>
                      <a:pt x="5550" y="2110"/>
                    </a:cubicBezTo>
                    <a:lnTo>
                      <a:pt x="5546" y="2110"/>
                    </a:lnTo>
                    <a:cubicBezTo>
                      <a:pt x="5539" y="2110"/>
                      <a:pt x="5536" y="2110"/>
                      <a:pt x="5532" y="2105"/>
                    </a:cubicBezTo>
                    <a:lnTo>
                      <a:pt x="5515" y="2105"/>
                    </a:lnTo>
                    <a:cubicBezTo>
                      <a:pt x="5513" y="2105"/>
                      <a:pt x="5511" y="2104"/>
                      <a:pt x="5509" y="2104"/>
                    </a:cubicBezTo>
                    <a:cubicBezTo>
                      <a:pt x="5508" y="2104"/>
                      <a:pt x="5506" y="2104"/>
                      <a:pt x="5505" y="2105"/>
                    </a:cubicBezTo>
                    <a:cubicBezTo>
                      <a:pt x="5501" y="2102"/>
                      <a:pt x="5499" y="2102"/>
                      <a:pt x="5495" y="2102"/>
                    </a:cubicBezTo>
                    <a:lnTo>
                      <a:pt x="5491" y="2102"/>
                    </a:lnTo>
                    <a:cubicBezTo>
                      <a:pt x="5480" y="2102"/>
                      <a:pt x="5471" y="2098"/>
                      <a:pt x="5464" y="2098"/>
                    </a:cubicBezTo>
                    <a:cubicBezTo>
                      <a:pt x="5457" y="2098"/>
                      <a:pt x="5449" y="2094"/>
                      <a:pt x="5446" y="2094"/>
                    </a:cubicBezTo>
                    <a:cubicBezTo>
                      <a:pt x="5436" y="2094"/>
                      <a:pt x="5426" y="2090"/>
                      <a:pt x="5415" y="2090"/>
                    </a:cubicBezTo>
                    <a:lnTo>
                      <a:pt x="5411" y="2090"/>
                    </a:lnTo>
                    <a:cubicBezTo>
                      <a:pt x="5370" y="2084"/>
                      <a:pt x="5328" y="2080"/>
                      <a:pt x="5286" y="2073"/>
                    </a:cubicBezTo>
                    <a:cubicBezTo>
                      <a:pt x="5279" y="2069"/>
                      <a:pt x="5272" y="2069"/>
                      <a:pt x="5266" y="2069"/>
                    </a:cubicBezTo>
                    <a:cubicBezTo>
                      <a:pt x="3332" y="1783"/>
                      <a:pt x="1542" y="106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00"/>
              <p:cNvSpPr/>
              <p:nvPr/>
            </p:nvSpPr>
            <p:spPr>
              <a:xfrm>
                <a:off x="3198150" y="2965550"/>
                <a:ext cx="138650" cy="46475"/>
              </a:xfrm>
              <a:custGeom>
                <a:rect b="b" l="l" r="r" t="t"/>
                <a:pathLst>
                  <a:path extrusionOk="0" h="1859" w="5546">
                    <a:moveTo>
                      <a:pt x="1025" y="0"/>
                    </a:moveTo>
                    <a:cubicBezTo>
                      <a:pt x="985" y="0"/>
                      <a:pt x="948" y="0"/>
                      <a:pt x="909" y="3"/>
                    </a:cubicBezTo>
                    <a:cubicBezTo>
                      <a:pt x="899" y="3"/>
                      <a:pt x="889" y="2"/>
                      <a:pt x="879" y="2"/>
                    </a:cubicBezTo>
                    <a:cubicBezTo>
                      <a:pt x="861" y="2"/>
                      <a:pt x="844" y="4"/>
                      <a:pt x="825" y="7"/>
                    </a:cubicBezTo>
                    <a:cubicBezTo>
                      <a:pt x="808" y="7"/>
                      <a:pt x="789" y="6"/>
                      <a:pt x="771" y="6"/>
                    </a:cubicBezTo>
                    <a:cubicBezTo>
                      <a:pt x="739" y="6"/>
                      <a:pt x="707" y="8"/>
                      <a:pt x="676" y="12"/>
                    </a:cubicBezTo>
                    <a:cubicBezTo>
                      <a:pt x="672" y="9"/>
                      <a:pt x="668" y="8"/>
                      <a:pt x="663" y="8"/>
                    </a:cubicBezTo>
                    <a:cubicBezTo>
                      <a:pt x="659" y="8"/>
                      <a:pt x="655" y="9"/>
                      <a:pt x="651" y="12"/>
                    </a:cubicBezTo>
                    <a:cubicBezTo>
                      <a:pt x="650" y="11"/>
                      <a:pt x="648" y="8"/>
                      <a:pt x="646" y="8"/>
                    </a:cubicBezTo>
                    <a:cubicBezTo>
                      <a:pt x="644" y="8"/>
                      <a:pt x="643" y="11"/>
                      <a:pt x="641" y="12"/>
                    </a:cubicBezTo>
                    <a:cubicBezTo>
                      <a:pt x="640" y="9"/>
                      <a:pt x="639" y="8"/>
                      <a:pt x="638" y="8"/>
                    </a:cubicBezTo>
                    <a:cubicBezTo>
                      <a:pt x="638" y="8"/>
                      <a:pt x="637" y="9"/>
                      <a:pt x="634" y="12"/>
                    </a:cubicBezTo>
                    <a:cubicBezTo>
                      <a:pt x="631" y="9"/>
                      <a:pt x="627" y="8"/>
                      <a:pt x="622" y="8"/>
                    </a:cubicBezTo>
                    <a:cubicBezTo>
                      <a:pt x="618" y="8"/>
                      <a:pt x="613" y="9"/>
                      <a:pt x="610" y="12"/>
                    </a:cubicBezTo>
                    <a:cubicBezTo>
                      <a:pt x="606" y="9"/>
                      <a:pt x="603" y="8"/>
                      <a:pt x="601" y="8"/>
                    </a:cubicBezTo>
                    <a:cubicBezTo>
                      <a:pt x="598" y="8"/>
                      <a:pt x="595" y="9"/>
                      <a:pt x="592" y="12"/>
                    </a:cubicBezTo>
                    <a:lnTo>
                      <a:pt x="576" y="12"/>
                    </a:lnTo>
                    <a:cubicBezTo>
                      <a:pt x="568" y="12"/>
                      <a:pt x="565" y="12"/>
                      <a:pt x="558" y="16"/>
                    </a:cubicBezTo>
                    <a:lnTo>
                      <a:pt x="555" y="16"/>
                    </a:lnTo>
                    <a:cubicBezTo>
                      <a:pt x="553" y="14"/>
                      <a:pt x="551" y="13"/>
                      <a:pt x="549" y="13"/>
                    </a:cubicBezTo>
                    <a:cubicBezTo>
                      <a:pt x="548" y="13"/>
                      <a:pt x="546" y="14"/>
                      <a:pt x="545" y="16"/>
                    </a:cubicBezTo>
                    <a:cubicBezTo>
                      <a:pt x="543" y="14"/>
                      <a:pt x="540" y="13"/>
                      <a:pt x="536" y="13"/>
                    </a:cubicBezTo>
                    <a:cubicBezTo>
                      <a:pt x="533" y="13"/>
                      <a:pt x="529" y="14"/>
                      <a:pt x="526" y="16"/>
                    </a:cubicBezTo>
                    <a:cubicBezTo>
                      <a:pt x="523" y="14"/>
                      <a:pt x="519" y="13"/>
                      <a:pt x="515" y="13"/>
                    </a:cubicBezTo>
                    <a:cubicBezTo>
                      <a:pt x="511" y="13"/>
                      <a:pt x="506" y="14"/>
                      <a:pt x="501" y="16"/>
                    </a:cubicBezTo>
                    <a:lnTo>
                      <a:pt x="473" y="16"/>
                    </a:lnTo>
                    <a:cubicBezTo>
                      <a:pt x="462" y="17"/>
                      <a:pt x="449" y="17"/>
                      <a:pt x="436" y="19"/>
                    </a:cubicBezTo>
                    <a:lnTo>
                      <a:pt x="432" y="19"/>
                    </a:lnTo>
                    <a:cubicBezTo>
                      <a:pt x="290" y="27"/>
                      <a:pt x="143" y="37"/>
                      <a:pt x="1" y="48"/>
                    </a:cubicBezTo>
                    <a:cubicBezTo>
                      <a:pt x="77" y="54"/>
                      <a:pt x="155" y="62"/>
                      <a:pt x="231" y="68"/>
                    </a:cubicBezTo>
                    <a:cubicBezTo>
                      <a:pt x="256" y="70"/>
                      <a:pt x="276" y="70"/>
                      <a:pt x="300" y="75"/>
                    </a:cubicBezTo>
                    <a:cubicBezTo>
                      <a:pt x="345" y="79"/>
                      <a:pt x="395" y="86"/>
                      <a:pt x="439" y="93"/>
                    </a:cubicBezTo>
                    <a:lnTo>
                      <a:pt x="444" y="93"/>
                    </a:lnTo>
                    <a:cubicBezTo>
                      <a:pt x="462" y="93"/>
                      <a:pt x="476" y="96"/>
                      <a:pt x="493" y="96"/>
                    </a:cubicBezTo>
                    <a:cubicBezTo>
                      <a:pt x="500" y="96"/>
                      <a:pt x="504" y="100"/>
                      <a:pt x="511" y="100"/>
                    </a:cubicBezTo>
                    <a:lnTo>
                      <a:pt x="525" y="100"/>
                    </a:lnTo>
                    <a:cubicBezTo>
                      <a:pt x="531" y="100"/>
                      <a:pt x="535" y="104"/>
                      <a:pt x="542" y="104"/>
                    </a:cubicBezTo>
                    <a:lnTo>
                      <a:pt x="546" y="104"/>
                    </a:lnTo>
                    <a:cubicBezTo>
                      <a:pt x="552" y="104"/>
                      <a:pt x="558" y="104"/>
                      <a:pt x="562" y="109"/>
                    </a:cubicBezTo>
                    <a:lnTo>
                      <a:pt x="587" y="109"/>
                    </a:lnTo>
                    <a:cubicBezTo>
                      <a:pt x="591" y="113"/>
                      <a:pt x="593" y="113"/>
                      <a:pt x="597" y="113"/>
                    </a:cubicBezTo>
                    <a:lnTo>
                      <a:pt x="606" y="113"/>
                    </a:lnTo>
                    <a:cubicBezTo>
                      <a:pt x="616" y="113"/>
                      <a:pt x="623" y="116"/>
                      <a:pt x="629" y="116"/>
                    </a:cubicBezTo>
                    <a:cubicBezTo>
                      <a:pt x="637" y="116"/>
                      <a:pt x="640" y="116"/>
                      <a:pt x="647" y="120"/>
                    </a:cubicBezTo>
                    <a:cubicBezTo>
                      <a:pt x="657" y="120"/>
                      <a:pt x="671" y="124"/>
                      <a:pt x="681" y="124"/>
                    </a:cubicBezTo>
                    <a:cubicBezTo>
                      <a:pt x="722" y="131"/>
                      <a:pt x="761" y="135"/>
                      <a:pt x="803" y="142"/>
                    </a:cubicBezTo>
                    <a:cubicBezTo>
                      <a:pt x="810" y="142"/>
                      <a:pt x="820" y="146"/>
                      <a:pt x="826" y="146"/>
                    </a:cubicBezTo>
                    <a:cubicBezTo>
                      <a:pt x="2536" y="396"/>
                      <a:pt x="4133" y="992"/>
                      <a:pt x="5546" y="1859"/>
                    </a:cubicBezTo>
                    <a:lnTo>
                      <a:pt x="5546" y="845"/>
                    </a:lnTo>
                    <a:cubicBezTo>
                      <a:pt x="4143" y="305"/>
                      <a:pt x="2619" y="6"/>
                      <a:pt x="1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00"/>
              <p:cNvSpPr/>
              <p:nvPr/>
            </p:nvSpPr>
            <p:spPr>
              <a:xfrm>
                <a:off x="3211425" y="2791800"/>
                <a:ext cx="84900" cy="189025"/>
              </a:xfrm>
              <a:custGeom>
                <a:rect b="b" l="l" r="r" t="t"/>
                <a:pathLst>
                  <a:path extrusionOk="0" h="7561" w="3396">
                    <a:moveTo>
                      <a:pt x="1835" y="1"/>
                    </a:moveTo>
                    <a:cubicBezTo>
                      <a:pt x="671" y="1906"/>
                      <a:pt x="0" y="4144"/>
                      <a:pt x="0" y="6538"/>
                    </a:cubicBezTo>
                    <a:cubicBezTo>
                      <a:pt x="0" y="6580"/>
                      <a:pt x="0" y="6619"/>
                      <a:pt x="4" y="6660"/>
                    </a:cubicBezTo>
                    <a:cubicBezTo>
                      <a:pt x="0" y="6684"/>
                      <a:pt x="0" y="6705"/>
                      <a:pt x="4" y="6729"/>
                    </a:cubicBezTo>
                    <a:cubicBezTo>
                      <a:pt x="4" y="6782"/>
                      <a:pt x="4" y="6832"/>
                      <a:pt x="9" y="6883"/>
                    </a:cubicBezTo>
                    <a:lnTo>
                      <a:pt x="9" y="6949"/>
                    </a:lnTo>
                    <a:cubicBezTo>
                      <a:pt x="9" y="6955"/>
                      <a:pt x="9" y="6963"/>
                      <a:pt x="12" y="6970"/>
                    </a:cubicBezTo>
                    <a:lnTo>
                      <a:pt x="12" y="7055"/>
                    </a:lnTo>
                    <a:cubicBezTo>
                      <a:pt x="12" y="7055"/>
                      <a:pt x="16" y="7055"/>
                      <a:pt x="12" y="7060"/>
                    </a:cubicBezTo>
                    <a:cubicBezTo>
                      <a:pt x="16" y="7064"/>
                      <a:pt x="16" y="7068"/>
                      <a:pt x="12" y="7074"/>
                    </a:cubicBezTo>
                    <a:cubicBezTo>
                      <a:pt x="16" y="7078"/>
                      <a:pt x="16" y="7080"/>
                      <a:pt x="16" y="7084"/>
                    </a:cubicBezTo>
                    <a:lnTo>
                      <a:pt x="16" y="7115"/>
                    </a:lnTo>
                    <a:cubicBezTo>
                      <a:pt x="16" y="7119"/>
                      <a:pt x="20" y="7126"/>
                      <a:pt x="20" y="7130"/>
                    </a:cubicBezTo>
                    <a:cubicBezTo>
                      <a:pt x="26" y="7271"/>
                      <a:pt x="36" y="7419"/>
                      <a:pt x="47" y="7560"/>
                    </a:cubicBezTo>
                    <a:cubicBezTo>
                      <a:pt x="53" y="7481"/>
                      <a:pt x="61" y="7404"/>
                      <a:pt x="67" y="7324"/>
                    </a:cubicBezTo>
                    <a:cubicBezTo>
                      <a:pt x="70" y="7303"/>
                      <a:pt x="70" y="7283"/>
                      <a:pt x="74" y="7262"/>
                    </a:cubicBezTo>
                    <a:lnTo>
                      <a:pt x="74" y="7259"/>
                    </a:lnTo>
                    <a:cubicBezTo>
                      <a:pt x="78" y="7213"/>
                      <a:pt x="86" y="7168"/>
                      <a:pt x="92" y="7123"/>
                    </a:cubicBezTo>
                    <a:lnTo>
                      <a:pt x="92" y="7119"/>
                    </a:lnTo>
                    <a:cubicBezTo>
                      <a:pt x="92" y="7102"/>
                      <a:pt x="96" y="7085"/>
                      <a:pt x="96" y="7068"/>
                    </a:cubicBezTo>
                    <a:cubicBezTo>
                      <a:pt x="96" y="7060"/>
                      <a:pt x="99" y="7055"/>
                      <a:pt x="99" y="7049"/>
                    </a:cubicBezTo>
                    <a:cubicBezTo>
                      <a:pt x="103" y="7049"/>
                      <a:pt x="99" y="7045"/>
                      <a:pt x="99" y="7045"/>
                    </a:cubicBezTo>
                    <a:lnTo>
                      <a:pt x="99" y="7039"/>
                    </a:lnTo>
                    <a:cubicBezTo>
                      <a:pt x="99" y="7033"/>
                      <a:pt x="103" y="7025"/>
                      <a:pt x="103" y="7018"/>
                    </a:cubicBezTo>
                    <a:lnTo>
                      <a:pt x="103" y="7012"/>
                    </a:lnTo>
                    <a:cubicBezTo>
                      <a:pt x="103" y="7008"/>
                      <a:pt x="103" y="7006"/>
                      <a:pt x="108" y="7002"/>
                    </a:cubicBezTo>
                    <a:lnTo>
                      <a:pt x="108" y="6977"/>
                    </a:lnTo>
                    <a:lnTo>
                      <a:pt x="108" y="6973"/>
                    </a:lnTo>
                    <a:cubicBezTo>
                      <a:pt x="112" y="6971"/>
                      <a:pt x="112" y="6967"/>
                      <a:pt x="112" y="6967"/>
                    </a:cubicBezTo>
                    <a:lnTo>
                      <a:pt x="112" y="6961"/>
                    </a:lnTo>
                    <a:cubicBezTo>
                      <a:pt x="112" y="6950"/>
                      <a:pt x="115" y="6941"/>
                      <a:pt x="115" y="6934"/>
                    </a:cubicBezTo>
                    <a:cubicBezTo>
                      <a:pt x="115" y="6925"/>
                      <a:pt x="119" y="6921"/>
                      <a:pt x="119" y="6915"/>
                    </a:cubicBezTo>
                    <a:cubicBezTo>
                      <a:pt x="119" y="6905"/>
                      <a:pt x="123" y="6899"/>
                      <a:pt x="123" y="6888"/>
                    </a:cubicBezTo>
                    <a:lnTo>
                      <a:pt x="123" y="6884"/>
                    </a:lnTo>
                    <a:cubicBezTo>
                      <a:pt x="129" y="6842"/>
                      <a:pt x="133" y="6796"/>
                      <a:pt x="140" y="6755"/>
                    </a:cubicBezTo>
                    <a:cubicBezTo>
                      <a:pt x="140" y="6751"/>
                      <a:pt x="144" y="6745"/>
                      <a:pt x="144" y="6741"/>
                    </a:cubicBezTo>
                    <a:cubicBezTo>
                      <a:pt x="523" y="4152"/>
                      <a:pt x="1692" y="1822"/>
                      <a:pt x="3396" y="2"/>
                    </a:cubicBezTo>
                    <a:lnTo>
                      <a:pt x="33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00"/>
              <p:cNvSpPr/>
              <p:nvPr/>
            </p:nvSpPr>
            <p:spPr>
              <a:xfrm>
                <a:off x="3121350" y="2952350"/>
                <a:ext cx="92075" cy="214750"/>
              </a:xfrm>
              <a:custGeom>
                <a:rect b="b" l="l" r="r" t="t"/>
                <a:pathLst>
                  <a:path extrusionOk="0" h="8590" w="3683">
                    <a:moveTo>
                      <a:pt x="3636" y="1"/>
                    </a:moveTo>
                    <a:cubicBezTo>
                      <a:pt x="3629" y="80"/>
                      <a:pt x="3622" y="157"/>
                      <a:pt x="3615" y="236"/>
                    </a:cubicBezTo>
                    <a:cubicBezTo>
                      <a:pt x="3613" y="254"/>
                      <a:pt x="3613" y="270"/>
                      <a:pt x="3608" y="288"/>
                    </a:cubicBezTo>
                    <a:cubicBezTo>
                      <a:pt x="3606" y="337"/>
                      <a:pt x="3598" y="389"/>
                      <a:pt x="3592" y="437"/>
                    </a:cubicBezTo>
                    <a:cubicBezTo>
                      <a:pt x="3592" y="455"/>
                      <a:pt x="3592" y="472"/>
                      <a:pt x="3588" y="489"/>
                    </a:cubicBezTo>
                    <a:cubicBezTo>
                      <a:pt x="3588" y="497"/>
                      <a:pt x="3588" y="501"/>
                      <a:pt x="3584" y="508"/>
                    </a:cubicBezTo>
                    <a:lnTo>
                      <a:pt x="3584" y="522"/>
                    </a:lnTo>
                    <a:cubicBezTo>
                      <a:pt x="3584" y="528"/>
                      <a:pt x="3581" y="535"/>
                      <a:pt x="3581" y="543"/>
                    </a:cubicBezTo>
                    <a:lnTo>
                      <a:pt x="3581" y="546"/>
                    </a:lnTo>
                    <a:lnTo>
                      <a:pt x="3581" y="556"/>
                    </a:lnTo>
                    <a:cubicBezTo>
                      <a:pt x="3576" y="564"/>
                      <a:pt x="3576" y="568"/>
                      <a:pt x="3576" y="575"/>
                    </a:cubicBezTo>
                    <a:lnTo>
                      <a:pt x="3576" y="585"/>
                    </a:lnTo>
                    <a:cubicBezTo>
                      <a:pt x="3576" y="587"/>
                      <a:pt x="3572" y="589"/>
                      <a:pt x="3572" y="591"/>
                    </a:cubicBezTo>
                    <a:lnTo>
                      <a:pt x="3572" y="597"/>
                    </a:lnTo>
                    <a:lnTo>
                      <a:pt x="3572" y="601"/>
                    </a:lnTo>
                    <a:cubicBezTo>
                      <a:pt x="3572" y="610"/>
                      <a:pt x="3568" y="620"/>
                      <a:pt x="3568" y="626"/>
                    </a:cubicBezTo>
                    <a:cubicBezTo>
                      <a:pt x="3568" y="633"/>
                      <a:pt x="3568" y="638"/>
                      <a:pt x="3565" y="644"/>
                    </a:cubicBezTo>
                    <a:cubicBezTo>
                      <a:pt x="3565" y="654"/>
                      <a:pt x="3565" y="664"/>
                      <a:pt x="3561" y="675"/>
                    </a:cubicBezTo>
                    <a:lnTo>
                      <a:pt x="3561" y="679"/>
                    </a:lnTo>
                    <a:cubicBezTo>
                      <a:pt x="3555" y="721"/>
                      <a:pt x="3551" y="767"/>
                      <a:pt x="3544" y="808"/>
                    </a:cubicBezTo>
                    <a:cubicBezTo>
                      <a:pt x="3544" y="811"/>
                      <a:pt x="3544" y="818"/>
                      <a:pt x="3540" y="824"/>
                    </a:cubicBezTo>
                    <a:cubicBezTo>
                      <a:pt x="3139" y="3551"/>
                      <a:pt x="1860" y="5997"/>
                      <a:pt x="1" y="7857"/>
                    </a:cubicBezTo>
                    <a:cubicBezTo>
                      <a:pt x="84" y="7929"/>
                      <a:pt x="170" y="7996"/>
                      <a:pt x="259" y="8062"/>
                    </a:cubicBezTo>
                    <a:cubicBezTo>
                      <a:pt x="299" y="8092"/>
                      <a:pt x="341" y="8123"/>
                      <a:pt x="382" y="8151"/>
                    </a:cubicBezTo>
                    <a:cubicBezTo>
                      <a:pt x="546" y="8264"/>
                      <a:pt x="717" y="8370"/>
                      <a:pt x="893" y="8464"/>
                    </a:cubicBezTo>
                    <a:cubicBezTo>
                      <a:pt x="911" y="8475"/>
                      <a:pt x="928" y="8484"/>
                      <a:pt x="946" y="8492"/>
                    </a:cubicBezTo>
                    <a:cubicBezTo>
                      <a:pt x="1011" y="8526"/>
                      <a:pt x="1075" y="8558"/>
                      <a:pt x="1141" y="8589"/>
                    </a:cubicBezTo>
                    <a:cubicBezTo>
                      <a:pt x="2733" y="6483"/>
                      <a:pt x="3678" y="3863"/>
                      <a:pt x="3678" y="1020"/>
                    </a:cubicBezTo>
                    <a:cubicBezTo>
                      <a:pt x="3678" y="983"/>
                      <a:pt x="3678" y="941"/>
                      <a:pt x="3680" y="897"/>
                    </a:cubicBezTo>
                    <a:cubicBezTo>
                      <a:pt x="3683" y="871"/>
                      <a:pt x="3683" y="844"/>
                      <a:pt x="3680" y="818"/>
                    </a:cubicBezTo>
                    <a:lnTo>
                      <a:pt x="3680" y="814"/>
                    </a:lnTo>
                    <a:cubicBezTo>
                      <a:pt x="3680" y="767"/>
                      <a:pt x="3680" y="718"/>
                      <a:pt x="3675" y="673"/>
                    </a:cubicBezTo>
                    <a:lnTo>
                      <a:pt x="3675" y="652"/>
                    </a:lnTo>
                    <a:lnTo>
                      <a:pt x="3675" y="646"/>
                    </a:lnTo>
                    <a:lnTo>
                      <a:pt x="3675" y="639"/>
                    </a:lnTo>
                    <a:lnTo>
                      <a:pt x="3675" y="608"/>
                    </a:lnTo>
                    <a:cubicBezTo>
                      <a:pt x="3675" y="601"/>
                      <a:pt x="3675" y="594"/>
                      <a:pt x="3672" y="587"/>
                    </a:cubicBezTo>
                    <a:lnTo>
                      <a:pt x="3672" y="581"/>
                    </a:lnTo>
                    <a:lnTo>
                      <a:pt x="3672" y="575"/>
                    </a:lnTo>
                    <a:lnTo>
                      <a:pt x="3672" y="501"/>
                    </a:lnTo>
                    <a:cubicBezTo>
                      <a:pt x="3668" y="497"/>
                      <a:pt x="3672" y="497"/>
                      <a:pt x="3672" y="497"/>
                    </a:cubicBezTo>
                    <a:cubicBezTo>
                      <a:pt x="3668" y="489"/>
                      <a:pt x="3668" y="487"/>
                      <a:pt x="3672" y="483"/>
                    </a:cubicBezTo>
                    <a:cubicBezTo>
                      <a:pt x="3668" y="481"/>
                      <a:pt x="3668" y="477"/>
                      <a:pt x="3668" y="477"/>
                    </a:cubicBezTo>
                    <a:lnTo>
                      <a:pt x="3668" y="431"/>
                    </a:lnTo>
                    <a:lnTo>
                      <a:pt x="3664" y="431"/>
                    </a:lnTo>
                    <a:cubicBezTo>
                      <a:pt x="3657" y="286"/>
                      <a:pt x="3647" y="142"/>
                      <a:pt x="3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100"/>
              <p:cNvSpPr/>
              <p:nvPr/>
            </p:nvSpPr>
            <p:spPr>
              <a:xfrm>
                <a:off x="3074375" y="2959275"/>
                <a:ext cx="150200" cy="54575"/>
              </a:xfrm>
              <a:custGeom>
                <a:rect b="b" l="l" r="r" t="t"/>
                <a:pathLst>
                  <a:path extrusionOk="0" h="2183" w="6008">
                    <a:moveTo>
                      <a:pt x="6008" y="0"/>
                    </a:moveTo>
                    <a:cubicBezTo>
                      <a:pt x="5935" y="36"/>
                      <a:pt x="5859" y="71"/>
                      <a:pt x="5785" y="104"/>
                    </a:cubicBezTo>
                    <a:cubicBezTo>
                      <a:pt x="5768" y="110"/>
                      <a:pt x="5754" y="118"/>
                      <a:pt x="5739" y="124"/>
                    </a:cubicBezTo>
                    <a:cubicBezTo>
                      <a:pt x="5694" y="141"/>
                      <a:pt x="5649" y="162"/>
                      <a:pt x="5608" y="180"/>
                    </a:cubicBezTo>
                    <a:cubicBezTo>
                      <a:pt x="5608" y="184"/>
                      <a:pt x="5608" y="184"/>
                      <a:pt x="5604" y="184"/>
                    </a:cubicBezTo>
                    <a:cubicBezTo>
                      <a:pt x="5588" y="190"/>
                      <a:pt x="5573" y="197"/>
                      <a:pt x="5559" y="201"/>
                    </a:cubicBezTo>
                    <a:cubicBezTo>
                      <a:pt x="5551" y="204"/>
                      <a:pt x="5547" y="207"/>
                      <a:pt x="5544" y="207"/>
                    </a:cubicBezTo>
                    <a:cubicBezTo>
                      <a:pt x="5542" y="207"/>
                      <a:pt x="5538" y="211"/>
                      <a:pt x="5538" y="211"/>
                    </a:cubicBezTo>
                    <a:lnTo>
                      <a:pt x="5534" y="211"/>
                    </a:lnTo>
                    <a:lnTo>
                      <a:pt x="5534" y="215"/>
                    </a:lnTo>
                    <a:cubicBezTo>
                      <a:pt x="5528" y="215"/>
                      <a:pt x="5520" y="217"/>
                      <a:pt x="5513" y="221"/>
                    </a:cubicBezTo>
                    <a:cubicBezTo>
                      <a:pt x="5511" y="221"/>
                      <a:pt x="5507" y="225"/>
                      <a:pt x="5507" y="225"/>
                    </a:cubicBezTo>
                    <a:cubicBezTo>
                      <a:pt x="5500" y="225"/>
                      <a:pt x="5497" y="230"/>
                      <a:pt x="5493" y="230"/>
                    </a:cubicBezTo>
                    <a:cubicBezTo>
                      <a:pt x="5485" y="232"/>
                      <a:pt x="5482" y="236"/>
                      <a:pt x="5479" y="236"/>
                    </a:cubicBezTo>
                    <a:cubicBezTo>
                      <a:pt x="5479" y="240"/>
                      <a:pt x="5479" y="240"/>
                      <a:pt x="5475" y="240"/>
                    </a:cubicBezTo>
                    <a:lnTo>
                      <a:pt x="5471" y="240"/>
                    </a:lnTo>
                    <a:cubicBezTo>
                      <a:pt x="5468" y="240"/>
                      <a:pt x="5465" y="243"/>
                      <a:pt x="5465" y="243"/>
                    </a:cubicBezTo>
                    <a:cubicBezTo>
                      <a:pt x="5462" y="243"/>
                      <a:pt x="5457" y="243"/>
                      <a:pt x="5457" y="247"/>
                    </a:cubicBezTo>
                    <a:cubicBezTo>
                      <a:pt x="5448" y="251"/>
                      <a:pt x="5440" y="253"/>
                      <a:pt x="5434" y="257"/>
                    </a:cubicBezTo>
                    <a:cubicBezTo>
                      <a:pt x="5425" y="257"/>
                      <a:pt x="5423" y="260"/>
                      <a:pt x="5419" y="264"/>
                    </a:cubicBezTo>
                    <a:cubicBezTo>
                      <a:pt x="5409" y="268"/>
                      <a:pt x="5399" y="271"/>
                      <a:pt x="5388" y="274"/>
                    </a:cubicBezTo>
                    <a:lnTo>
                      <a:pt x="5384" y="274"/>
                    </a:lnTo>
                    <a:lnTo>
                      <a:pt x="5384" y="278"/>
                    </a:lnTo>
                    <a:cubicBezTo>
                      <a:pt x="5347" y="292"/>
                      <a:pt x="5308" y="305"/>
                      <a:pt x="5274" y="319"/>
                    </a:cubicBezTo>
                    <a:cubicBezTo>
                      <a:pt x="5267" y="323"/>
                      <a:pt x="5259" y="326"/>
                      <a:pt x="5253" y="330"/>
                    </a:cubicBezTo>
                    <a:cubicBezTo>
                      <a:pt x="3756" y="923"/>
                      <a:pt x="2195" y="1209"/>
                      <a:pt x="648" y="1209"/>
                    </a:cubicBezTo>
                    <a:cubicBezTo>
                      <a:pt x="432" y="1209"/>
                      <a:pt x="216" y="1204"/>
                      <a:pt x="0" y="1192"/>
                    </a:cubicBezTo>
                    <a:lnTo>
                      <a:pt x="0" y="2182"/>
                    </a:lnTo>
                    <a:cubicBezTo>
                      <a:pt x="1762" y="2025"/>
                      <a:pt x="3517" y="1490"/>
                      <a:pt x="5150" y="549"/>
                    </a:cubicBezTo>
                    <a:cubicBezTo>
                      <a:pt x="5188" y="525"/>
                      <a:pt x="5229" y="504"/>
                      <a:pt x="5269" y="475"/>
                    </a:cubicBezTo>
                    <a:cubicBezTo>
                      <a:pt x="5275" y="473"/>
                      <a:pt x="5281" y="470"/>
                      <a:pt x="5287" y="467"/>
                    </a:cubicBezTo>
                    <a:lnTo>
                      <a:pt x="5289" y="467"/>
                    </a:lnTo>
                    <a:cubicBezTo>
                      <a:pt x="5300" y="460"/>
                      <a:pt x="5310" y="453"/>
                      <a:pt x="5320" y="444"/>
                    </a:cubicBezTo>
                    <a:cubicBezTo>
                      <a:pt x="5362" y="424"/>
                      <a:pt x="5400" y="397"/>
                      <a:pt x="5441" y="369"/>
                    </a:cubicBezTo>
                    <a:cubicBezTo>
                      <a:pt x="5447" y="369"/>
                      <a:pt x="5455" y="365"/>
                      <a:pt x="5462" y="359"/>
                    </a:cubicBezTo>
                    <a:lnTo>
                      <a:pt x="5462" y="354"/>
                    </a:lnTo>
                    <a:lnTo>
                      <a:pt x="5466" y="354"/>
                    </a:lnTo>
                    <a:cubicBezTo>
                      <a:pt x="5468" y="354"/>
                      <a:pt x="5468" y="354"/>
                      <a:pt x="5472" y="350"/>
                    </a:cubicBezTo>
                    <a:cubicBezTo>
                      <a:pt x="5475" y="350"/>
                      <a:pt x="5475" y="350"/>
                      <a:pt x="5478" y="346"/>
                    </a:cubicBezTo>
                    <a:cubicBezTo>
                      <a:pt x="5486" y="343"/>
                      <a:pt x="5491" y="339"/>
                      <a:pt x="5497" y="333"/>
                    </a:cubicBezTo>
                    <a:cubicBezTo>
                      <a:pt x="5503" y="333"/>
                      <a:pt x="5507" y="329"/>
                      <a:pt x="5513" y="322"/>
                    </a:cubicBezTo>
                    <a:cubicBezTo>
                      <a:pt x="5517" y="322"/>
                      <a:pt x="5519" y="322"/>
                      <a:pt x="5524" y="318"/>
                    </a:cubicBezTo>
                    <a:cubicBezTo>
                      <a:pt x="5527" y="318"/>
                      <a:pt x="5527" y="315"/>
                      <a:pt x="5530" y="312"/>
                    </a:cubicBezTo>
                    <a:cubicBezTo>
                      <a:pt x="5534" y="312"/>
                      <a:pt x="5537" y="309"/>
                      <a:pt x="5540" y="305"/>
                    </a:cubicBezTo>
                    <a:lnTo>
                      <a:pt x="5544" y="305"/>
                    </a:lnTo>
                    <a:cubicBezTo>
                      <a:pt x="5547" y="305"/>
                      <a:pt x="5550" y="299"/>
                      <a:pt x="5550" y="299"/>
                    </a:cubicBezTo>
                    <a:cubicBezTo>
                      <a:pt x="5559" y="299"/>
                      <a:pt x="5565" y="292"/>
                      <a:pt x="5569" y="292"/>
                    </a:cubicBezTo>
                    <a:cubicBezTo>
                      <a:pt x="5575" y="284"/>
                      <a:pt x="5583" y="282"/>
                      <a:pt x="5590" y="278"/>
                    </a:cubicBezTo>
                    <a:lnTo>
                      <a:pt x="5590" y="274"/>
                    </a:lnTo>
                    <a:cubicBezTo>
                      <a:pt x="5597" y="274"/>
                      <a:pt x="5600" y="272"/>
                      <a:pt x="5604" y="268"/>
                    </a:cubicBezTo>
                    <a:cubicBezTo>
                      <a:pt x="5621" y="257"/>
                      <a:pt x="5635" y="251"/>
                      <a:pt x="5648" y="237"/>
                    </a:cubicBezTo>
                    <a:lnTo>
                      <a:pt x="5653" y="237"/>
                    </a:lnTo>
                    <a:cubicBezTo>
                      <a:pt x="5771" y="160"/>
                      <a:pt x="5889" y="81"/>
                      <a:pt x="6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00"/>
              <p:cNvSpPr/>
              <p:nvPr/>
            </p:nvSpPr>
            <p:spPr>
              <a:xfrm>
                <a:off x="3200150" y="2920825"/>
                <a:ext cx="136650" cy="53025"/>
              </a:xfrm>
              <a:custGeom>
                <a:rect b="b" l="l" r="r" t="t"/>
                <a:pathLst>
                  <a:path extrusionOk="0" h="2121" w="5466">
                    <a:moveTo>
                      <a:pt x="5466" y="1"/>
                    </a:moveTo>
                    <a:cubicBezTo>
                      <a:pt x="3891" y="212"/>
                      <a:pt x="2329" y="730"/>
                      <a:pt x="862" y="1569"/>
                    </a:cubicBezTo>
                    <a:cubicBezTo>
                      <a:pt x="824" y="1590"/>
                      <a:pt x="790" y="1615"/>
                      <a:pt x="751" y="1640"/>
                    </a:cubicBezTo>
                    <a:cubicBezTo>
                      <a:pt x="734" y="1646"/>
                      <a:pt x="712" y="1656"/>
                      <a:pt x="695" y="1675"/>
                    </a:cubicBezTo>
                    <a:cubicBezTo>
                      <a:pt x="652" y="1694"/>
                      <a:pt x="607" y="1723"/>
                      <a:pt x="566" y="1750"/>
                    </a:cubicBezTo>
                    <a:cubicBezTo>
                      <a:pt x="563" y="1750"/>
                      <a:pt x="555" y="1754"/>
                      <a:pt x="552" y="1760"/>
                    </a:cubicBezTo>
                    <a:cubicBezTo>
                      <a:pt x="551" y="1760"/>
                      <a:pt x="550" y="1760"/>
                      <a:pt x="549" y="1760"/>
                    </a:cubicBezTo>
                    <a:cubicBezTo>
                      <a:pt x="547" y="1760"/>
                      <a:pt x="544" y="1761"/>
                      <a:pt x="542" y="1764"/>
                    </a:cubicBezTo>
                    <a:lnTo>
                      <a:pt x="538" y="1769"/>
                    </a:lnTo>
                    <a:cubicBezTo>
                      <a:pt x="535" y="1769"/>
                      <a:pt x="535" y="1769"/>
                      <a:pt x="532" y="1773"/>
                    </a:cubicBezTo>
                    <a:cubicBezTo>
                      <a:pt x="525" y="1776"/>
                      <a:pt x="517" y="1780"/>
                      <a:pt x="511" y="1786"/>
                    </a:cubicBezTo>
                    <a:cubicBezTo>
                      <a:pt x="503" y="1786"/>
                      <a:pt x="499" y="1790"/>
                      <a:pt x="493" y="1796"/>
                    </a:cubicBezTo>
                    <a:cubicBezTo>
                      <a:pt x="490" y="1796"/>
                      <a:pt x="490" y="1796"/>
                      <a:pt x="486" y="1801"/>
                    </a:cubicBezTo>
                    <a:cubicBezTo>
                      <a:pt x="482" y="1801"/>
                      <a:pt x="480" y="1804"/>
                      <a:pt x="476" y="1807"/>
                    </a:cubicBezTo>
                    <a:lnTo>
                      <a:pt x="472" y="1807"/>
                    </a:lnTo>
                    <a:cubicBezTo>
                      <a:pt x="472" y="1807"/>
                      <a:pt x="468" y="1807"/>
                      <a:pt x="468" y="1811"/>
                    </a:cubicBezTo>
                    <a:cubicBezTo>
                      <a:pt x="466" y="1811"/>
                      <a:pt x="462" y="1817"/>
                      <a:pt x="462" y="1817"/>
                    </a:cubicBezTo>
                    <a:cubicBezTo>
                      <a:pt x="460" y="1817"/>
                      <a:pt x="455" y="1821"/>
                      <a:pt x="455" y="1821"/>
                    </a:cubicBezTo>
                    <a:cubicBezTo>
                      <a:pt x="447" y="1821"/>
                      <a:pt x="445" y="1824"/>
                      <a:pt x="441" y="1827"/>
                    </a:cubicBezTo>
                    <a:cubicBezTo>
                      <a:pt x="435" y="1832"/>
                      <a:pt x="426" y="1838"/>
                      <a:pt x="420" y="1842"/>
                    </a:cubicBezTo>
                    <a:cubicBezTo>
                      <a:pt x="416" y="1842"/>
                      <a:pt x="416" y="1846"/>
                      <a:pt x="416" y="1846"/>
                    </a:cubicBezTo>
                    <a:cubicBezTo>
                      <a:pt x="409" y="1846"/>
                      <a:pt x="406" y="1848"/>
                      <a:pt x="403" y="1852"/>
                    </a:cubicBezTo>
                    <a:cubicBezTo>
                      <a:pt x="389" y="1862"/>
                      <a:pt x="375" y="1871"/>
                      <a:pt x="361" y="1881"/>
                    </a:cubicBezTo>
                    <a:cubicBezTo>
                      <a:pt x="357" y="1881"/>
                      <a:pt x="357" y="1884"/>
                      <a:pt x="357" y="1884"/>
                    </a:cubicBezTo>
                    <a:cubicBezTo>
                      <a:pt x="236" y="1961"/>
                      <a:pt x="119" y="2041"/>
                      <a:pt x="0" y="2120"/>
                    </a:cubicBezTo>
                    <a:cubicBezTo>
                      <a:pt x="76" y="2083"/>
                      <a:pt x="156" y="2048"/>
                      <a:pt x="232" y="2013"/>
                    </a:cubicBezTo>
                    <a:cubicBezTo>
                      <a:pt x="239" y="2011"/>
                      <a:pt x="245" y="2007"/>
                      <a:pt x="251" y="2005"/>
                    </a:cubicBezTo>
                    <a:lnTo>
                      <a:pt x="253" y="2005"/>
                    </a:lnTo>
                    <a:cubicBezTo>
                      <a:pt x="259" y="2001"/>
                      <a:pt x="267" y="1998"/>
                      <a:pt x="274" y="1997"/>
                    </a:cubicBezTo>
                    <a:cubicBezTo>
                      <a:pt x="318" y="1976"/>
                      <a:pt x="361" y="1958"/>
                      <a:pt x="403" y="1941"/>
                    </a:cubicBezTo>
                    <a:lnTo>
                      <a:pt x="403" y="1938"/>
                    </a:lnTo>
                    <a:cubicBezTo>
                      <a:pt x="420" y="1931"/>
                      <a:pt x="437" y="1924"/>
                      <a:pt x="451" y="1920"/>
                    </a:cubicBezTo>
                    <a:cubicBezTo>
                      <a:pt x="455" y="1918"/>
                      <a:pt x="457" y="1918"/>
                      <a:pt x="462" y="1914"/>
                    </a:cubicBezTo>
                    <a:cubicBezTo>
                      <a:pt x="466" y="1914"/>
                      <a:pt x="468" y="1910"/>
                      <a:pt x="472" y="1910"/>
                    </a:cubicBezTo>
                    <a:cubicBezTo>
                      <a:pt x="474" y="1908"/>
                      <a:pt x="475" y="1908"/>
                      <a:pt x="476" y="1908"/>
                    </a:cubicBezTo>
                    <a:cubicBezTo>
                      <a:pt x="476" y="1908"/>
                      <a:pt x="476" y="1908"/>
                      <a:pt x="476" y="1910"/>
                    </a:cubicBezTo>
                    <a:cubicBezTo>
                      <a:pt x="482" y="1907"/>
                      <a:pt x="490" y="1904"/>
                      <a:pt x="497" y="1900"/>
                    </a:cubicBezTo>
                    <a:lnTo>
                      <a:pt x="504" y="1900"/>
                    </a:lnTo>
                    <a:cubicBezTo>
                      <a:pt x="508" y="1898"/>
                      <a:pt x="511" y="1893"/>
                      <a:pt x="514" y="1893"/>
                    </a:cubicBezTo>
                    <a:cubicBezTo>
                      <a:pt x="522" y="1891"/>
                      <a:pt x="529" y="1887"/>
                      <a:pt x="533" y="1887"/>
                    </a:cubicBezTo>
                    <a:cubicBezTo>
                      <a:pt x="533" y="1887"/>
                      <a:pt x="533" y="1883"/>
                      <a:pt x="537" y="1883"/>
                    </a:cubicBezTo>
                    <a:lnTo>
                      <a:pt x="547" y="1883"/>
                    </a:lnTo>
                    <a:lnTo>
                      <a:pt x="551" y="1879"/>
                    </a:lnTo>
                    <a:cubicBezTo>
                      <a:pt x="562" y="1873"/>
                      <a:pt x="573" y="1869"/>
                      <a:pt x="579" y="1869"/>
                    </a:cubicBezTo>
                    <a:cubicBezTo>
                      <a:pt x="587" y="1867"/>
                      <a:pt x="590" y="1862"/>
                      <a:pt x="594" y="1862"/>
                    </a:cubicBezTo>
                    <a:cubicBezTo>
                      <a:pt x="604" y="1855"/>
                      <a:pt x="614" y="1852"/>
                      <a:pt x="625" y="1848"/>
                    </a:cubicBezTo>
                    <a:lnTo>
                      <a:pt x="629" y="1848"/>
                    </a:lnTo>
                    <a:cubicBezTo>
                      <a:pt x="630" y="1847"/>
                      <a:pt x="630" y="1847"/>
                      <a:pt x="631" y="1847"/>
                    </a:cubicBezTo>
                    <a:cubicBezTo>
                      <a:pt x="632" y="1847"/>
                      <a:pt x="632" y="1848"/>
                      <a:pt x="632" y="1848"/>
                    </a:cubicBezTo>
                    <a:cubicBezTo>
                      <a:pt x="671" y="1832"/>
                      <a:pt x="708" y="1814"/>
                      <a:pt x="746" y="1804"/>
                    </a:cubicBezTo>
                    <a:cubicBezTo>
                      <a:pt x="754" y="1796"/>
                      <a:pt x="761" y="1793"/>
                      <a:pt x="768" y="1793"/>
                    </a:cubicBezTo>
                    <a:cubicBezTo>
                      <a:pt x="2265" y="1198"/>
                      <a:pt x="3829" y="913"/>
                      <a:pt x="5375" y="913"/>
                    </a:cubicBezTo>
                    <a:cubicBezTo>
                      <a:pt x="5405" y="913"/>
                      <a:pt x="5436" y="913"/>
                      <a:pt x="5466" y="913"/>
                    </a:cubicBezTo>
                    <a:lnTo>
                      <a:pt x="546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00"/>
              <p:cNvSpPr/>
              <p:nvPr/>
            </p:nvSpPr>
            <p:spPr>
              <a:xfrm>
                <a:off x="3162475" y="2791825"/>
                <a:ext cx="57350" cy="186975"/>
              </a:xfrm>
              <a:custGeom>
                <a:rect b="b" l="l" r="r" t="t"/>
                <a:pathLst>
                  <a:path extrusionOk="0" h="7479" w="2294">
                    <a:moveTo>
                      <a:pt x="65" y="1"/>
                    </a:moveTo>
                    <a:cubicBezTo>
                      <a:pt x="1" y="2243"/>
                      <a:pt x="538" y="4529"/>
                      <a:pt x="1743" y="6615"/>
                    </a:cubicBezTo>
                    <a:cubicBezTo>
                      <a:pt x="1760" y="6647"/>
                      <a:pt x="1778" y="6678"/>
                      <a:pt x="1798" y="6709"/>
                    </a:cubicBezTo>
                    <a:cubicBezTo>
                      <a:pt x="1813" y="6734"/>
                      <a:pt x="1827" y="6760"/>
                      <a:pt x="1848" y="6785"/>
                    </a:cubicBezTo>
                    <a:cubicBezTo>
                      <a:pt x="1870" y="6826"/>
                      <a:pt x="1892" y="6869"/>
                      <a:pt x="1921" y="6910"/>
                    </a:cubicBezTo>
                    <a:cubicBezTo>
                      <a:pt x="1925" y="6916"/>
                      <a:pt x="1928" y="6924"/>
                      <a:pt x="1936" y="6931"/>
                    </a:cubicBezTo>
                    <a:cubicBezTo>
                      <a:pt x="1936" y="6935"/>
                      <a:pt x="1936" y="6937"/>
                      <a:pt x="1942" y="6941"/>
                    </a:cubicBezTo>
                    <a:cubicBezTo>
                      <a:pt x="1939" y="6944"/>
                      <a:pt x="1942" y="6944"/>
                      <a:pt x="1946" y="6947"/>
                    </a:cubicBezTo>
                    <a:cubicBezTo>
                      <a:pt x="1949" y="6954"/>
                      <a:pt x="1952" y="6962"/>
                      <a:pt x="1956" y="6968"/>
                    </a:cubicBezTo>
                    <a:cubicBezTo>
                      <a:pt x="1959" y="6972"/>
                      <a:pt x="1962" y="6978"/>
                      <a:pt x="1967" y="6982"/>
                    </a:cubicBezTo>
                    <a:cubicBezTo>
                      <a:pt x="1967" y="6985"/>
                      <a:pt x="1967" y="6985"/>
                      <a:pt x="1970" y="6988"/>
                    </a:cubicBezTo>
                    <a:lnTo>
                      <a:pt x="1974" y="6993"/>
                    </a:lnTo>
                    <a:cubicBezTo>
                      <a:pt x="1974" y="6997"/>
                      <a:pt x="1977" y="7003"/>
                      <a:pt x="1980" y="7007"/>
                    </a:cubicBezTo>
                    <a:lnTo>
                      <a:pt x="1982" y="7008"/>
                    </a:lnTo>
                    <a:cubicBezTo>
                      <a:pt x="1984" y="7011"/>
                      <a:pt x="1984" y="7013"/>
                      <a:pt x="1984" y="7013"/>
                    </a:cubicBezTo>
                    <a:cubicBezTo>
                      <a:pt x="1987" y="7016"/>
                      <a:pt x="1987" y="7019"/>
                      <a:pt x="1990" y="7019"/>
                    </a:cubicBezTo>
                    <a:cubicBezTo>
                      <a:pt x="1994" y="7028"/>
                      <a:pt x="1997" y="7034"/>
                      <a:pt x="2001" y="7038"/>
                    </a:cubicBezTo>
                    <a:cubicBezTo>
                      <a:pt x="2005" y="7044"/>
                      <a:pt x="2008" y="7052"/>
                      <a:pt x="2011" y="7059"/>
                    </a:cubicBezTo>
                    <a:lnTo>
                      <a:pt x="2015" y="7059"/>
                    </a:lnTo>
                    <a:cubicBezTo>
                      <a:pt x="2018" y="7067"/>
                      <a:pt x="2018" y="7069"/>
                      <a:pt x="2021" y="7073"/>
                    </a:cubicBezTo>
                    <a:cubicBezTo>
                      <a:pt x="2021" y="7077"/>
                      <a:pt x="2025" y="7077"/>
                      <a:pt x="2025" y="7077"/>
                    </a:cubicBezTo>
                    <a:cubicBezTo>
                      <a:pt x="2036" y="7091"/>
                      <a:pt x="2044" y="7104"/>
                      <a:pt x="2054" y="7118"/>
                    </a:cubicBezTo>
                    <a:lnTo>
                      <a:pt x="2054" y="7122"/>
                    </a:lnTo>
                    <a:cubicBezTo>
                      <a:pt x="2133" y="7244"/>
                      <a:pt x="2213" y="7362"/>
                      <a:pt x="2294" y="7479"/>
                    </a:cubicBezTo>
                    <a:cubicBezTo>
                      <a:pt x="2262" y="7414"/>
                      <a:pt x="2231" y="7343"/>
                      <a:pt x="2200" y="7277"/>
                    </a:cubicBezTo>
                    <a:cubicBezTo>
                      <a:pt x="2189" y="7256"/>
                      <a:pt x="2181" y="7235"/>
                      <a:pt x="2171" y="7214"/>
                    </a:cubicBezTo>
                    <a:cubicBezTo>
                      <a:pt x="2149" y="7166"/>
                      <a:pt x="2129" y="7121"/>
                      <a:pt x="2108" y="7075"/>
                    </a:cubicBezTo>
                    <a:cubicBezTo>
                      <a:pt x="2102" y="7058"/>
                      <a:pt x="2093" y="7044"/>
                      <a:pt x="2087" y="7030"/>
                    </a:cubicBezTo>
                    <a:cubicBezTo>
                      <a:pt x="2087" y="7022"/>
                      <a:pt x="2085" y="7016"/>
                      <a:pt x="2081" y="7012"/>
                    </a:cubicBezTo>
                    <a:cubicBezTo>
                      <a:pt x="2081" y="7008"/>
                      <a:pt x="2081" y="7006"/>
                      <a:pt x="2077" y="7002"/>
                    </a:cubicBezTo>
                    <a:cubicBezTo>
                      <a:pt x="2073" y="6992"/>
                      <a:pt x="2071" y="6983"/>
                      <a:pt x="2067" y="6977"/>
                    </a:cubicBezTo>
                    <a:lnTo>
                      <a:pt x="2067" y="6973"/>
                    </a:lnTo>
                    <a:cubicBezTo>
                      <a:pt x="2062" y="6971"/>
                      <a:pt x="2062" y="6967"/>
                      <a:pt x="2062" y="6967"/>
                    </a:cubicBezTo>
                    <a:cubicBezTo>
                      <a:pt x="2060" y="6961"/>
                      <a:pt x="2056" y="6952"/>
                      <a:pt x="2056" y="6946"/>
                    </a:cubicBezTo>
                    <a:lnTo>
                      <a:pt x="2052" y="6946"/>
                    </a:lnTo>
                    <a:cubicBezTo>
                      <a:pt x="2052" y="6946"/>
                      <a:pt x="2051" y="6946"/>
                      <a:pt x="2051" y="6945"/>
                    </a:cubicBezTo>
                    <a:cubicBezTo>
                      <a:pt x="2051" y="6944"/>
                      <a:pt x="2051" y="6944"/>
                      <a:pt x="2052" y="6942"/>
                    </a:cubicBezTo>
                    <a:cubicBezTo>
                      <a:pt x="2052" y="6939"/>
                      <a:pt x="2049" y="6936"/>
                      <a:pt x="2049" y="6932"/>
                    </a:cubicBezTo>
                    <a:cubicBezTo>
                      <a:pt x="2049" y="6929"/>
                      <a:pt x="2045" y="6929"/>
                      <a:pt x="2045" y="6929"/>
                    </a:cubicBezTo>
                    <a:cubicBezTo>
                      <a:pt x="2041" y="6918"/>
                      <a:pt x="2039" y="6906"/>
                      <a:pt x="2035" y="6900"/>
                    </a:cubicBezTo>
                    <a:cubicBezTo>
                      <a:pt x="2032" y="6893"/>
                      <a:pt x="2032" y="6887"/>
                      <a:pt x="2028" y="6883"/>
                    </a:cubicBezTo>
                    <a:cubicBezTo>
                      <a:pt x="2024" y="6873"/>
                      <a:pt x="2021" y="6861"/>
                      <a:pt x="2018" y="6854"/>
                    </a:cubicBezTo>
                    <a:lnTo>
                      <a:pt x="2014" y="6854"/>
                    </a:lnTo>
                    <a:cubicBezTo>
                      <a:pt x="2000" y="6813"/>
                      <a:pt x="1983" y="6771"/>
                      <a:pt x="1964" y="6729"/>
                    </a:cubicBezTo>
                    <a:cubicBezTo>
                      <a:pt x="1962" y="6722"/>
                      <a:pt x="1962" y="6715"/>
                      <a:pt x="1958" y="6712"/>
                    </a:cubicBezTo>
                    <a:cubicBezTo>
                      <a:pt x="1094" y="4529"/>
                      <a:pt x="883" y="2209"/>
                      <a:pt x="12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00"/>
              <p:cNvSpPr/>
              <p:nvPr/>
            </p:nvSpPr>
            <p:spPr>
              <a:xfrm>
                <a:off x="3205100" y="2954350"/>
                <a:ext cx="61225" cy="224100"/>
              </a:xfrm>
              <a:custGeom>
                <a:rect b="b" l="l" r="r" t="t"/>
                <a:pathLst>
                  <a:path extrusionOk="0" h="8964" w="2449">
                    <a:moveTo>
                      <a:pt x="0" y="0"/>
                    </a:moveTo>
                    <a:lnTo>
                      <a:pt x="0" y="0"/>
                    </a:lnTo>
                    <a:cubicBezTo>
                      <a:pt x="31" y="69"/>
                      <a:pt x="67" y="136"/>
                      <a:pt x="94" y="206"/>
                    </a:cubicBezTo>
                    <a:cubicBezTo>
                      <a:pt x="105" y="227"/>
                      <a:pt x="115" y="248"/>
                      <a:pt x="125" y="269"/>
                    </a:cubicBezTo>
                    <a:cubicBezTo>
                      <a:pt x="144" y="314"/>
                      <a:pt x="165" y="358"/>
                      <a:pt x="185" y="404"/>
                    </a:cubicBezTo>
                    <a:cubicBezTo>
                      <a:pt x="191" y="422"/>
                      <a:pt x="200" y="439"/>
                      <a:pt x="206" y="453"/>
                    </a:cubicBezTo>
                    <a:cubicBezTo>
                      <a:pt x="206" y="461"/>
                      <a:pt x="210" y="464"/>
                      <a:pt x="210" y="467"/>
                    </a:cubicBezTo>
                    <a:lnTo>
                      <a:pt x="213" y="467"/>
                    </a:lnTo>
                    <a:lnTo>
                      <a:pt x="213" y="471"/>
                    </a:lnTo>
                    <a:cubicBezTo>
                      <a:pt x="213" y="474"/>
                      <a:pt x="217" y="478"/>
                      <a:pt x="217" y="478"/>
                    </a:cubicBezTo>
                    <a:cubicBezTo>
                      <a:pt x="220" y="485"/>
                      <a:pt x="220" y="492"/>
                      <a:pt x="223" y="496"/>
                    </a:cubicBezTo>
                    <a:cubicBezTo>
                      <a:pt x="223" y="498"/>
                      <a:pt x="227" y="502"/>
                      <a:pt x="227" y="502"/>
                    </a:cubicBezTo>
                    <a:cubicBezTo>
                      <a:pt x="227" y="506"/>
                      <a:pt x="232" y="508"/>
                      <a:pt x="232" y="512"/>
                    </a:cubicBezTo>
                    <a:cubicBezTo>
                      <a:pt x="236" y="523"/>
                      <a:pt x="238" y="531"/>
                      <a:pt x="242" y="537"/>
                    </a:cubicBezTo>
                    <a:cubicBezTo>
                      <a:pt x="242" y="541"/>
                      <a:pt x="246" y="543"/>
                      <a:pt x="246" y="547"/>
                    </a:cubicBezTo>
                    <a:cubicBezTo>
                      <a:pt x="246" y="551"/>
                      <a:pt x="250" y="551"/>
                      <a:pt x="250" y="551"/>
                    </a:cubicBezTo>
                    <a:cubicBezTo>
                      <a:pt x="253" y="562"/>
                      <a:pt x="257" y="572"/>
                      <a:pt x="260" y="579"/>
                    </a:cubicBezTo>
                    <a:cubicBezTo>
                      <a:pt x="263" y="588"/>
                      <a:pt x="263" y="590"/>
                      <a:pt x="267" y="594"/>
                    </a:cubicBezTo>
                    <a:cubicBezTo>
                      <a:pt x="269" y="600"/>
                      <a:pt x="269" y="608"/>
                      <a:pt x="273" y="614"/>
                    </a:cubicBezTo>
                    <a:cubicBezTo>
                      <a:pt x="276" y="618"/>
                      <a:pt x="276" y="621"/>
                      <a:pt x="279" y="625"/>
                    </a:cubicBezTo>
                    <a:cubicBezTo>
                      <a:pt x="294" y="664"/>
                      <a:pt x="307" y="701"/>
                      <a:pt x="324" y="739"/>
                    </a:cubicBezTo>
                    <a:lnTo>
                      <a:pt x="324" y="743"/>
                    </a:lnTo>
                    <a:cubicBezTo>
                      <a:pt x="325" y="749"/>
                      <a:pt x="329" y="754"/>
                      <a:pt x="331" y="757"/>
                    </a:cubicBezTo>
                    <a:lnTo>
                      <a:pt x="331" y="760"/>
                    </a:lnTo>
                    <a:cubicBezTo>
                      <a:pt x="1393" y="3440"/>
                      <a:pt x="1471" y="6327"/>
                      <a:pt x="685" y="8963"/>
                    </a:cubicBezTo>
                    <a:cubicBezTo>
                      <a:pt x="708" y="8959"/>
                      <a:pt x="734" y="8957"/>
                      <a:pt x="760" y="8953"/>
                    </a:cubicBezTo>
                    <a:cubicBezTo>
                      <a:pt x="853" y="8941"/>
                      <a:pt x="945" y="8925"/>
                      <a:pt x="1036" y="8906"/>
                    </a:cubicBezTo>
                    <a:cubicBezTo>
                      <a:pt x="1136" y="8886"/>
                      <a:pt x="1235" y="8864"/>
                      <a:pt x="1335" y="8838"/>
                    </a:cubicBezTo>
                    <a:cubicBezTo>
                      <a:pt x="1466" y="8804"/>
                      <a:pt x="1595" y="8766"/>
                      <a:pt x="1723" y="8722"/>
                    </a:cubicBezTo>
                    <a:cubicBezTo>
                      <a:pt x="1870" y="8672"/>
                      <a:pt x="2013" y="8615"/>
                      <a:pt x="2152" y="8554"/>
                    </a:cubicBezTo>
                    <a:cubicBezTo>
                      <a:pt x="2448" y="5975"/>
                      <a:pt x="1949" y="3282"/>
                      <a:pt x="550" y="861"/>
                    </a:cubicBezTo>
                    <a:cubicBezTo>
                      <a:pt x="534" y="830"/>
                      <a:pt x="515" y="799"/>
                      <a:pt x="495" y="770"/>
                    </a:cubicBezTo>
                    <a:cubicBezTo>
                      <a:pt x="480" y="743"/>
                      <a:pt x="467" y="719"/>
                      <a:pt x="446" y="695"/>
                    </a:cubicBezTo>
                    <a:cubicBezTo>
                      <a:pt x="426" y="652"/>
                      <a:pt x="401" y="607"/>
                      <a:pt x="370" y="566"/>
                    </a:cubicBezTo>
                    <a:cubicBezTo>
                      <a:pt x="370" y="559"/>
                      <a:pt x="366" y="551"/>
                      <a:pt x="360" y="545"/>
                    </a:cubicBezTo>
                    <a:lnTo>
                      <a:pt x="355" y="545"/>
                    </a:lnTo>
                    <a:cubicBezTo>
                      <a:pt x="360" y="545"/>
                      <a:pt x="355" y="541"/>
                      <a:pt x="355" y="541"/>
                    </a:cubicBezTo>
                    <a:cubicBezTo>
                      <a:pt x="355" y="541"/>
                      <a:pt x="359" y="540"/>
                      <a:pt x="355" y="538"/>
                    </a:cubicBezTo>
                    <a:lnTo>
                      <a:pt x="351" y="538"/>
                    </a:lnTo>
                    <a:cubicBezTo>
                      <a:pt x="354" y="536"/>
                      <a:pt x="351" y="536"/>
                      <a:pt x="348" y="532"/>
                    </a:cubicBezTo>
                    <a:cubicBezTo>
                      <a:pt x="348" y="526"/>
                      <a:pt x="340" y="514"/>
                      <a:pt x="334" y="507"/>
                    </a:cubicBezTo>
                    <a:cubicBezTo>
                      <a:pt x="334" y="504"/>
                      <a:pt x="330" y="497"/>
                      <a:pt x="323" y="494"/>
                    </a:cubicBezTo>
                    <a:cubicBezTo>
                      <a:pt x="325" y="491"/>
                      <a:pt x="323" y="491"/>
                      <a:pt x="319" y="486"/>
                    </a:cubicBezTo>
                    <a:lnTo>
                      <a:pt x="315" y="483"/>
                    </a:lnTo>
                    <a:cubicBezTo>
                      <a:pt x="315" y="479"/>
                      <a:pt x="313" y="473"/>
                      <a:pt x="309" y="469"/>
                    </a:cubicBezTo>
                    <a:cubicBezTo>
                      <a:pt x="309" y="466"/>
                      <a:pt x="309" y="463"/>
                      <a:pt x="305" y="463"/>
                    </a:cubicBezTo>
                    <a:cubicBezTo>
                      <a:pt x="305" y="460"/>
                      <a:pt x="299" y="455"/>
                      <a:pt x="299" y="455"/>
                    </a:cubicBezTo>
                    <a:cubicBezTo>
                      <a:pt x="299" y="449"/>
                      <a:pt x="296" y="443"/>
                      <a:pt x="292" y="439"/>
                    </a:cubicBezTo>
                    <a:cubicBezTo>
                      <a:pt x="288" y="432"/>
                      <a:pt x="284" y="424"/>
                      <a:pt x="278" y="421"/>
                    </a:cubicBezTo>
                    <a:cubicBezTo>
                      <a:pt x="278" y="417"/>
                      <a:pt x="274" y="417"/>
                      <a:pt x="274" y="417"/>
                    </a:cubicBezTo>
                    <a:cubicBezTo>
                      <a:pt x="274" y="413"/>
                      <a:pt x="274" y="411"/>
                      <a:pt x="270" y="407"/>
                    </a:cubicBezTo>
                    <a:cubicBezTo>
                      <a:pt x="270" y="404"/>
                      <a:pt x="264" y="401"/>
                      <a:pt x="264" y="401"/>
                    </a:cubicBezTo>
                    <a:cubicBezTo>
                      <a:pt x="257" y="387"/>
                      <a:pt x="247" y="373"/>
                      <a:pt x="237" y="359"/>
                    </a:cubicBezTo>
                    <a:lnTo>
                      <a:pt x="237" y="355"/>
                    </a:lnTo>
                    <a:cubicBezTo>
                      <a:pt x="160" y="233"/>
                      <a:pt x="81"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00"/>
              <p:cNvSpPr/>
              <p:nvPr/>
            </p:nvSpPr>
            <p:spPr>
              <a:xfrm>
                <a:off x="3075950" y="2954175"/>
                <a:ext cx="143450" cy="142575"/>
              </a:xfrm>
              <a:custGeom>
                <a:rect b="b" l="l" r="r" t="t"/>
                <a:pathLst>
                  <a:path extrusionOk="0" h="5703" w="5738">
                    <a:moveTo>
                      <a:pt x="5737" y="0"/>
                    </a:moveTo>
                    <a:cubicBezTo>
                      <a:pt x="5688" y="69"/>
                      <a:pt x="5639" y="139"/>
                      <a:pt x="5598" y="199"/>
                    </a:cubicBezTo>
                    <a:cubicBezTo>
                      <a:pt x="5587" y="213"/>
                      <a:pt x="5579" y="227"/>
                      <a:pt x="5569" y="241"/>
                    </a:cubicBezTo>
                    <a:cubicBezTo>
                      <a:pt x="5541" y="280"/>
                      <a:pt x="5514" y="317"/>
                      <a:pt x="5485" y="356"/>
                    </a:cubicBezTo>
                    <a:lnTo>
                      <a:pt x="5481" y="356"/>
                    </a:lnTo>
                    <a:cubicBezTo>
                      <a:pt x="5474" y="370"/>
                      <a:pt x="5464" y="380"/>
                      <a:pt x="5453" y="394"/>
                    </a:cubicBezTo>
                    <a:cubicBezTo>
                      <a:pt x="5449" y="401"/>
                      <a:pt x="5447" y="405"/>
                      <a:pt x="5443" y="411"/>
                    </a:cubicBezTo>
                    <a:lnTo>
                      <a:pt x="5437" y="415"/>
                    </a:lnTo>
                    <a:lnTo>
                      <a:pt x="5437" y="419"/>
                    </a:lnTo>
                    <a:lnTo>
                      <a:pt x="5433" y="419"/>
                    </a:lnTo>
                    <a:cubicBezTo>
                      <a:pt x="5433" y="426"/>
                      <a:pt x="5426" y="434"/>
                      <a:pt x="5422" y="437"/>
                    </a:cubicBezTo>
                    <a:cubicBezTo>
                      <a:pt x="5422" y="441"/>
                      <a:pt x="5422" y="441"/>
                      <a:pt x="5418" y="441"/>
                    </a:cubicBezTo>
                    <a:cubicBezTo>
                      <a:pt x="5418" y="445"/>
                      <a:pt x="5416" y="447"/>
                      <a:pt x="5412" y="451"/>
                    </a:cubicBezTo>
                    <a:cubicBezTo>
                      <a:pt x="5408" y="459"/>
                      <a:pt x="5404" y="466"/>
                      <a:pt x="5398" y="470"/>
                    </a:cubicBezTo>
                    <a:lnTo>
                      <a:pt x="5398" y="473"/>
                    </a:lnTo>
                    <a:lnTo>
                      <a:pt x="5393" y="473"/>
                    </a:lnTo>
                    <a:cubicBezTo>
                      <a:pt x="5393" y="476"/>
                      <a:pt x="5390" y="480"/>
                      <a:pt x="5390" y="480"/>
                    </a:cubicBezTo>
                    <a:cubicBezTo>
                      <a:pt x="5390" y="483"/>
                      <a:pt x="5386" y="483"/>
                      <a:pt x="5386" y="483"/>
                    </a:cubicBezTo>
                    <a:cubicBezTo>
                      <a:pt x="5379" y="493"/>
                      <a:pt x="5376" y="502"/>
                      <a:pt x="5366" y="508"/>
                    </a:cubicBezTo>
                    <a:cubicBezTo>
                      <a:pt x="5366" y="512"/>
                      <a:pt x="5362" y="514"/>
                      <a:pt x="5358" y="518"/>
                    </a:cubicBezTo>
                    <a:cubicBezTo>
                      <a:pt x="5352" y="528"/>
                      <a:pt x="5345" y="540"/>
                      <a:pt x="5338" y="547"/>
                    </a:cubicBezTo>
                    <a:lnTo>
                      <a:pt x="5338" y="550"/>
                    </a:lnTo>
                    <a:lnTo>
                      <a:pt x="5335" y="550"/>
                    </a:lnTo>
                    <a:cubicBezTo>
                      <a:pt x="5311" y="585"/>
                      <a:pt x="5286" y="616"/>
                      <a:pt x="5262" y="647"/>
                    </a:cubicBezTo>
                    <a:cubicBezTo>
                      <a:pt x="5258" y="651"/>
                      <a:pt x="5255" y="657"/>
                      <a:pt x="5252" y="662"/>
                    </a:cubicBezTo>
                    <a:cubicBezTo>
                      <a:pt x="3841" y="2441"/>
                      <a:pt x="2018" y="3757"/>
                      <a:pt x="0" y="4544"/>
                    </a:cubicBezTo>
                    <a:cubicBezTo>
                      <a:pt x="4" y="4574"/>
                      <a:pt x="10" y="4605"/>
                      <a:pt x="15" y="4635"/>
                    </a:cubicBezTo>
                    <a:cubicBezTo>
                      <a:pt x="27" y="4714"/>
                      <a:pt x="43" y="4795"/>
                      <a:pt x="59" y="4873"/>
                    </a:cubicBezTo>
                    <a:cubicBezTo>
                      <a:pt x="121" y="5160"/>
                      <a:pt x="207" y="5436"/>
                      <a:pt x="312" y="5703"/>
                    </a:cubicBezTo>
                    <a:cubicBezTo>
                      <a:pt x="2313" y="4637"/>
                      <a:pt x="4050" y="3015"/>
                      <a:pt x="5269" y="905"/>
                    </a:cubicBezTo>
                    <a:cubicBezTo>
                      <a:pt x="5289" y="868"/>
                      <a:pt x="5310" y="833"/>
                      <a:pt x="5331" y="795"/>
                    </a:cubicBezTo>
                    <a:cubicBezTo>
                      <a:pt x="5333" y="791"/>
                      <a:pt x="5336" y="786"/>
                      <a:pt x="5338" y="781"/>
                    </a:cubicBezTo>
                    <a:cubicBezTo>
                      <a:pt x="5346" y="767"/>
                      <a:pt x="5353" y="751"/>
                      <a:pt x="5361" y="736"/>
                    </a:cubicBezTo>
                    <a:cubicBezTo>
                      <a:pt x="5384" y="692"/>
                      <a:pt x="5409" y="646"/>
                      <a:pt x="5434" y="601"/>
                    </a:cubicBezTo>
                    <a:cubicBezTo>
                      <a:pt x="5436" y="597"/>
                      <a:pt x="5438" y="595"/>
                      <a:pt x="5440" y="590"/>
                    </a:cubicBezTo>
                    <a:cubicBezTo>
                      <a:pt x="5443" y="586"/>
                      <a:pt x="5443" y="583"/>
                      <a:pt x="5446" y="576"/>
                    </a:cubicBezTo>
                    <a:lnTo>
                      <a:pt x="5446" y="573"/>
                    </a:lnTo>
                    <a:lnTo>
                      <a:pt x="5453" y="566"/>
                    </a:lnTo>
                    <a:cubicBezTo>
                      <a:pt x="5456" y="559"/>
                      <a:pt x="5460" y="552"/>
                      <a:pt x="5464" y="545"/>
                    </a:cubicBezTo>
                    <a:cubicBezTo>
                      <a:pt x="5466" y="542"/>
                      <a:pt x="5470" y="534"/>
                      <a:pt x="5470" y="527"/>
                    </a:cubicBezTo>
                    <a:cubicBezTo>
                      <a:pt x="5472" y="523"/>
                      <a:pt x="5476" y="521"/>
                      <a:pt x="5476" y="517"/>
                    </a:cubicBezTo>
                    <a:cubicBezTo>
                      <a:pt x="5480" y="517"/>
                      <a:pt x="5480" y="514"/>
                      <a:pt x="5480" y="511"/>
                    </a:cubicBezTo>
                    <a:lnTo>
                      <a:pt x="5484" y="511"/>
                    </a:lnTo>
                    <a:lnTo>
                      <a:pt x="5484" y="504"/>
                    </a:lnTo>
                    <a:cubicBezTo>
                      <a:pt x="5487" y="504"/>
                      <a:pt x="5487" y="502"/>
                      <a:pt x="5487" y="498"/>
                    </a:cubicBezTo>
                    <a:cubicBezTo>
                      <a:pt x="5490" y="498"/>
                      <a:pt x="5490" y="495"/>
                      <a:pt x="5495" y="491"/>
                    </a:cubicBezTo>
                    <a:cubicBezTo>
                      <a:pt x="5495" y="487"/>
                      <a:pt x="5497" y="480"/>
                      <a:pt x="5501" y="473"/>
                    </a:cubicBezTo>
                    <a:cubicBezTo>
                      <a:pt x="5505" y="467"/>
                      <a:pt x="5508" y="459"/>
                      <a:pt x="5515" y="452"/>
                    </a:cubicBezTo>
                    <a:lnTo>
                      <a:pt x="5513" y="452"/>
                    </a:lnTo>
                    <a:lnTo>
                      <a:pt x="5513" y="451"/>
                    </a:lnTo>
                    <a:lnTo>
                      <a:pt x="5515" y="450"/>
                    </a:lnTo>
                    <a:cubicBezTo>
                      <a:pt x="5515" y="446"/>
                      <a:pt x="5517" y="442"/>
                      <a:pt x="5521" y="436"/>
                    </a:cubicBezTo>
                    <a:lnTo>
                      <a:pt x="5526" y="431"/>
                    </a:lnTo>
                    <a:cubicBezTo>
                      <a:pt x="5528" y="420"/>
                      <a:pt x="5536" y="408"/>
                      <a:pt x="5542" y="393"/>
                    </a:cubicBezTo>
                    <a:lnTo>
                      <a:pt x="5542" y="389"/>
                    </a:lnTo>
                    <a:cubicBezTo>
                      <a:pt x="5546" y="389"/>
                      <a:pt x="5546" y="389"/>
                      <a:pt x="5546" y="385"/>
                    </a:cubicBezTo>
                    <a:cubicBezTo>
                      <a:pt x="5612" y="256"/>
                      <a:pt x="5675" y="129"/>
                      <a:pt x="57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100"/>
              <p:cNvSpPr/>
              <p:nvPr/>
            </p:nvSpPr>
            <p:spPr>
              <a:xfrm>
                <a:off x="3205550" y="2838800"/>
                <a:ext cx="131250" cy="140225"/>
              </a:xfrm>
              <a:custGeom>
                <a:rect b="b" l="l" r="r" t="t"/>
                <a:pathLst>
                  <a:path extrusionOk="0" h="5609" w="5250">
                    <a:moveTo>
                      <a:pt x="5250" y="0"/>
                    </a:moveTo>
                    <a:cubicBezTo>
                      <a:pt x="3324" y="1067"/>
                      <a:pt x="1653" y="2654"/>
                      <a:pt x="474" y="4701"/>
                    </a:cubicBezTo>
                    <a:cubicBezTo>
                      <a:pt x="450" y="4740"/>
                      <a:pt x="429" y="4781"/>
                      <a:pt x="409" y="4819"/>
                    </a:cubicBezTo>
                    <a:cubicBezTo>
                      <a:pt x="398" y="4836"/>
                      <a:pt x="388" y="4855"/>
                      <a:pt x="378" y="4875"/>
                    </a:cubicBezTo>
                    <a:cubicBezTo>
                      <a:pt x="353" y="4917"/>
                      <a:pt x="328" y="4959"/>
                      <a:pt x="307" y="5004"/>
                    </a:cubicBezTo>
                    <a:cubicBezTo>
                      <a:pt x="303" y="5006"/>
                      <a:pt x="301" y="5014"/>
                      <a:pt x="297" y="5021"/>
                    </a:cubicBezTo>
                    <a:cubicBezTo>
                      <a:pt x="293" y="5025"/>
                      <a:pt x="293" y="5027"/>
                      <a:pt x="293" y="5031"/>
                    </a:cubicBezTo>
                    <a:cubicBezTo>
                      <a:pt x="293" y="5031"/>
                      <a:pt x="290" y="5031"/>
                      <a:pt x="290" y="5035"/>
                    </a:cubicBezTo>
                    <a:cubicBezTo>
                      <a:pt x="290" y="5035"/>
                      <a:pt x="286" y="5037"/>
                      <a:pt x="286" y="5041"/>
                    </a:cubicBezTo>
                    <a:cubicBezTo>
                      <a:pt x="282" y="5049"/>
                      <a:pt x="280" y="5056"/>
                      <a:pt x="276" y="5062"/>
                    </a:cubicBezTo>
                    <a:cubicBezTo>
                      <a:pt x="271" y="5065"/>
                      <a:pt x="269" y="5072"/>
                      <a:pt x="265" y="5079"/>
                    </a:cubicBezTo>
                    <a:cubicBezTo>
                      <a:pt x="261" y="5083"/>
                      <a:pt x="261" y="5086"/>
                      <a:pt x="261" y="5090"/>
                    </a:cubicBezTo>
                    <a:cubicBezTo>
                      <a:pt x="261" y="5090"/>
                      <a:pt x="257" y="5090"/>
                      <a:pt x="257" y="5093"/>
                    </a:cubicBezTo>
                    <a:cubicBezTo>
                      <a:pt x="255" y="5097"/>
                      <a:pt x="251" y="5105"/>
                      <a:pt x="251" y="5111"/>
                    </a:cubicBezTo>
                    <a:lnTo>
                      <a:pt x="247" y="5111"/>
                    </a:lnTo>
                    <a:cubicBezTo>
                      <a:pt x="247" y="5116"/>
                      <a:pt x="244" y="5118"/>
                      <a:pt x="244" y="5122"/>
                    </a:cubicBezTo>
                    <a:cubicBezTo>
                      <a:pt x="240" y="5126"/>
                      <a:pt x="236" y="5129"/>
                      <a:pt x="236" y="5136"/>
                    </a:cubicBezTo>
                    <a:cubicBezTo>
                      <a:pt x="229" y="5142"/>
                      <a:pt x="226" y="5150"/>
                      <a:pt x="223" y="5160"/>
                    </a:cubicBezTo>
                    <a:cubicBezTo>
                      <a:pt x="220" y="5164"/>
                      <a:pt x="220" y="5168"/>
                      <a:pt x="216" y="5174"/>
                    </a:cubicBezTo>
                    <a:lnTo>
                      <a:pt x="216" y="5179"/>
                    </a:lnTo>
                    <a:cubicBezTo>
                      <a:pt x="205" y="5191"/>
                      <a:pt x="198" y="5205"/>
                      <a:pt x="192" y="5220"/>
                    </a:cubicBezTo>
                    <a:lnTo>
                      <a:pt x="192" y="5224"/>
                    </a:lnTo>
                    <a:cubicBezTo>
                      <a:pt x="126" y="5353"/>
                      <a:pt x="63" y="5480"/>
                      <a:pt x="1" y="5609"/>
                    </a:cubicBezTo>
                    <a:cubicBezTo>
                      <a:pt x="45" y="5542"/>
                      <a:pt x="94" y="5477"/>
                      <a:pt x="142" y="5411"/>
                    </a:cubicBezTo>
                    <a:cubicBezTo>
                      <a:pt x="145" y="5407"/>
                      <a:pt x="148" y="5401"/>
                      <a:pt x="151" y="5397"/>
                    </a:cubicBezTo>
                    <a:cubicBezTo>
                      <a:pt x="156" y="5389"/>
                      <a:pt x="163" y="5379"/>
                      <a:pt x="169" y="5369"/>
                    </a:cubicBezTo>
                    <a:cubicBezTo>
                      <a:pt x="197" y="5330"/>
                      <a:pt x="225" y="5289"/>
                      <a:pt x="256" y="5251"/>
                    </a:cubicBezTo>
                    <a:lnTo>
                      <a:pt x="260" y="5247"/>
                    </a:lnTo>
                    <a:cubicBezTo>
                      <a:pt x="266" y="5232"/>
                      <a:pt x="277" y="5222"/>
                      <a:pt x="287" y="5208"/>
                    </a:cubicBezTo>
                    <a:cubicBezTo>
                      <a:pt x="291" y="5204"/>
                      <a:pt x="293" y="5198"/>
                      <a:pt x="297" y="5194"/>
                    </a:cubicBezTo>
                    <a:lnTo>
                      <a:pt x="301" y="5190"/>
                    </a:lnTo>
                    <a:cubicBezTo>
                      <a:pt x="301" y="5188"/>
                      <a:pt x="301" y="5188"/>
                      <a:pt x="305" y="5184"/>
                    </a:cubicBezTo>
                    <a:lnTo>
                      <a:pt x="309" y="5184"/>
                    </a:lnTo>
                    <a:cubicBezTo>
                      <a:pt x="309" y="5178"/>
                      <a:pt x="316" y="5173"/>
                      <a:pt x="319" y="5167"/>
                    </a:cubicBezTo>
                    <a:cubicBezTo>
                      <a:pt x="319" y="5167"/>
                      <a:pt x="319" y="5163"/>
                      <a:pt x="323" y="5163"/>
                    </a:cubicBezTo>
                    <a:cubicBezTo>
                      <a:pt x="323" y="5160"/>
                      <a:pt x="326" y="5160"/>
                      <a:pt x="329" y="5157"/>
                    </a:cubicBezTo>
                    <a:cubicBezTo>
                      <a:pt x="329" y="5149"/>
                      <a:pt x="336" y="5145"/>
                      <a:pt x="339" y="5138"/>
                    </a:cubicBezTo>
                    <a:cubicBezTo>
                      <a:pt x="339" y="5136"/>
                      <a:pt x="343" y="5136"/>
                      <a:pt x="347" y="5132"/>
                    </a:cubicBezTo>
                    <a:cubicBezTo>
                      <a:pt x="347" y="5129"/>
                      <a:pt x="347" y="5129"/>
                      <a:pt x="350" y="5126"/>
                    </a:cubicBezTo>
                    <a:cubicBezTo>
                      <a:pt x="350" y="5126"/>
                      <a:pt x="350" y="5122"/>
                      <a:pt x="354" y="5122"/>
                    </a:cubicBezTo>
                    <a:cubicBezTo>
                      <a:pt x="358" y="5116"/>
                      <a:pt x="365" y="5103"/>
                      <a:pt x="373" y="5097"/>
                    </a:cubicBezTo>
                    <a:lnTo>
                      <a:pt x="383" y="5087"/>
                    </a:lnTo>
                    <a:cubicBezTo>
                      <a:pt x="389" y="5076"/>
                      <a:pt x="397" y="5066"/>
                      <a:pt x="403" y="5056"/>
                    </a:cubicBezTo>
                    <a:lnTo>
                      <a:pt x="408" y="5056"/>
                    </a:lnTo>
                    <a:cubicBezTo>
                      <a:pt x="427" y="5025"/>
                      <a:pt x="455" y="4990"/>
                      <a:pt x="483" y="4959"/>
                    </a:cubicBezTo>
                    <a:cubicBezTo>
                      <a:pt x="483" y="4956"/>
                      <a:pt x="487" y="4948"/>
                      <a:pt x="493" y="4945"/>
                    </a:cubicBezTo>
                    <a:cubicBezTo>
                      <a:pt x="1783" y="3313"/>
                      <a:pt x="3427" y="2071"/>
                      <a:pt x="5250" y="1267"/>
                    </a:cubicBezTo>
                    <a:lnTo>
                      <a:pt x="525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00"/>
              <p:cNvSpPr/>
              <p:nvPr/>
            </p:nvSpPr>
            <p:spPr>
              <a:xfrm>
                <a:off x="3074400" y="2791850"/>
                <a:ext cx="150450" cy="181600"/>
              </a:xfrm>
              <a:custGeom>
                <a:rect b="b" l="l" r="r" t="t"/>
                <a:pathLst>
                  <a:path extrusionOk="0" h="7264" w="6018">
                    <a:moveTo>
                      <a:pt x="523" y="1"/>
                    </a:moveTo>
                    <a:cubicBezTo>
                      <a:pt x="343" y="129"/>
                      <a:pt x="170" y="264"/>
                      <a:pt x="0" y="406"/>
                    </a:cubicBezTo>
                    <a:lnTo>
                      <a:pt x="0" y="1203"/>
                    </a:lnTo>
                    <a:cubicBezTo>
                      <a:pt x="1049" y="3471"/>
                      <a:pt x="2786" y="5450"/>
                      <a:pt x="5115" y="6795"/>
                    </a:cubicBezTo>
                    <a:cubicBezTo>
                      <a:pt x="5147" y="6812"/>
                      <a:pt x="5178" y="6831"/>
                      <a:pt x="5209" y="6847"/>
                    </a:cubicBezTo>
                    <a:cubicBezTo>
                      <a:pt x="5216" y="6851"/>
                      <a:pt x="5222" y="6855"/>
                      <a:pt x="5227" y="6857"/>
                    </a:cubicBezTo>
                    <a:lnTo>
                      <a:pt x="5228" y="6857"/>
                    </a:lnTo>
                    <a:cubicBezTo>
                      <a:pt x="5247" y="6868"/>
                      <a:pt x="5266" y="6878"/>
                      <a:pt x="5286" y="6888"/>
                    </a:cubicBezTo>
                    <a:cubicBezTo>
                      <a:pt x="5332" y="6915"/>
                      <a:pt x="5377" y="6940"/>
                      <a:pt x="5422" y="6961"/>
                    </a:cubicBezTo>
                    <a:cubicBezTo>
                      <a:pt x="5423" y="6964"/>
                      <a:pt x="5426" y="6966"/>
                      <a:pt x="5429" y="6967"/>
                    </a:cubicBezTo>
                    <a:cubicBezTo>
                      <a:pt x="5430" y="6968"/>
                      <a:pt x="5431" y="6968"/>
                      <a:pt x="5433" y="6968"/>
                    </a:cubicBezTo>
                    <a:cubicBezTo>
                      <a:pt x="5435" y="6968"/>
                      <a:pt x="5437" y="6968"/>
                      <a:pt x="5439" y="6967"/>
                    </a:cubicBezTo>
                    <a:cubicBezTo>
                      <a:pt x="5439" y="6972"/>
                      <a:pt x="5439" y="6974"/>
                      <a:pt x="5440" y="6974"/>
                    </a:cubicBezTo>
                    <a:cubicBezTo>
                      <a:pt x="5440" y="6974"/>
                      <a:pt x="5441" y="6973"/>
                      <a:pt x="5443" y="6971"/>
                    </a:cubicBezTo>
                    <a:cubicBezTo>
                      <a:pt x="5443" y="6971"/>
                      <a:pt x="5444" y="6976"/>
                      <a:pt x="5447" y="6976"/>
                    </a:cubicBezTo>
                    <a:cubicBezTo>
                      <a:pt x="5448" y="6976"/>
                      <a:pt x="5448" y="6976"/>
                      <a:pt x="5449" y="6975"/>
                    </a:cubicBezTo>
                    <a:cubicBezTo>
                      <a:pt x="5449" y="6975"/>
                      <a:pt x="5451" y="6980"/>
                      <a:pt x="5453" y="6980"/>
                    </a:cubicBezTo>
                    <a:cubicBezTo>
                      <a:pt x="5454" y="6980"/>
                      <a:pt x="5455" y="6980"/>
                      <a:pt x="5455" y="6979"/>
                    </a:cubicBezTo>
                    <a:cubicBezTo>
                      <a:pt x="5462" y="6985"/>
                      <a:pt x="5470" y="6989"/>
                      <a:pt x="5476" y="6989"/>
                    </a:cubicBezTo>
                    <a:cubicBezTo>
                      <a:pt x="5480" y="6996"/>
                      <a:pt x="5484" y="7000"/>
                      <a:pt x="5491" y="7000"/>
                    </a:cubicBezTo>
                    <a:cubicBezTo>
                      <a:pt x="5491" y="7004"/>
                      <a:pt x="5493" y="7004"/>
                      <a:pt x="5497" y="7004"/>
                    </a:cubicBezTo>
                    <a:cubicBezTo>
                      <a:pt x="5497" y="7007"/>
                      <a:pt x="5500" y="7007"/>
                      <a:pt x="5504" y="7007"/>
                    </a:cubicBezTo>
                    <a:lnTo>
                      <a:pt x="5505" y="7009"/>
                    </a:lnTo>
                    <a:cubicBezTo>
                      <a:pt x="5507" y="7011"/>
                      <a:pt x="5511" y="7014"/>
                      <a:pt x="5514" y="7014"/>
                    </a:cubicBezTo>
                    <a:cubicBezTo>
                      <a:pt x="5517" y="7017"/>
                      <a:pt x="5520" y="7017"/>
                      <a:pt x="5525" y="7017"/>
                    </a:cubicBezTo>
                    <a:cubicBezTo>
                      <a:pt x="5525" y="7017"/>
                      <a:pt x="5527" y="7021"/>
                      <a:pt x="5531" y="7021"/>
                    </a:cubicBezTo>
                    <a:cubicBezTo>
                      <a:pt x="5534" y="7028"/>
                      <a:pt x="5542" y="7032"/>
                      <a:pt x="5548" y="7032"/>
                    </a:cubicBezTo>
                    <a:cubicBezTo>
                      <a:pt x="5556" y="7036"/>
                      <a:pt x="5563" y="7038"/>
                      <a:pt x="5569" y="7042"/>
                    </a:cubicBezTo>
                    <a:lnTo>
                      <a:pt x="5573" y="7042"/>
                    </a:lnTo>
                    <a:cubicBezTo>
                      <a:pt x="5577" y="7048"/>
                      <a:pt x="5579" y="7048"/>
                      <a:pt x="5583" y="7048"/>
                    </a:cubicBezTo>
                    <a:lnTo>
                      <a:pt x="5588" y="7048"/>
                    </a:lnTo>
                    <a:cubicBezTo>
                      <a:pt x="5602" y="7059"/>
                      <a:pt x="5615" y="7069"/>
                      <a:pt x="5633" y="7073"/>
                    </a:cubicBezTo>
                    <a:cubicBezTo>
                      <a:pt x="5762" y="7143"/>
                      <a:pt x="5889" y="7205"/>
                      <a:pt x="6018" y="7264"/>
                    </a:cubicBezTo>
                    <a:cubicBezTo>
                      <a:pt x="5955" y="7223"/>
                      <a:pt x="5896" y="7180"/>
                      <a:pt x="5839" y="7135"/>
                    </a:cubicBezTo>
                    <a:cubicBezTo>
                      <a:pt x="5819" y="7121"/>
                      <a:pt x="5800" y="7108"/>
                      <a:pt x="5780" y="7094"/>
                    </a:cubicBezTo>
                    <a:cubicBezTo>
                      <a:pt x="5742" y="7067"/>
                      <a:pt x="5701" y="7038"/>
                      <a:pt x="5662" y="7007"/>
                    </a:cubicBezTo>
                    <a:lnTo>
                      <a:pt x="5659" y="7007"/>
                    </a:lnTo>
                    <a:cubicBezTo>
                      <a:pt x="5644" y="6997"/>
                      <a:pt x="5634" y="6986"/>
                      <a:pt x="5620" y="6976"/>
                    </a:cubicBezTo>
                    <a:cubicBezTo>
                      <a:pt x="5615" y="6973"/>
                      <a:pt x="5609" y="6970"/>
                      <a:pt x="5605" y="6966"/>
                    </a:cubicBezTo>
                    <a:cubicBezTo>
                      <a:pt x="5604" y="6966"/>
                      <a:pt x="5602" y="6965"/>
                      <a:pt x="5600" y="6964"/>
                    </a:cubicBezTo>
                    <a:cubicBezTo>
                      <a:pt x="5598" y="6963"/>
                      <a:pt x="5597" y="6961"/>
                      <a:pt x="5595" y="6960"/>
                    </a:cubicBezTo>
                    <a:cubicBezTo>
                      <a:pt x="5592" y="6955"/>
                      <a:pt x="5584" y="6952"/>
                      <a:pt x="5581" y="6945"/>
                    </a:cubicBezTo>
                    <a:lnTo>
                      <a:pt x="5577" y="6945"/>
                    </a:lnTo>
                    <a:lnTo>
                      <a:pt x="5575" y="6944"/>
                    </a:lnTo>
                    <a:cubicBezTo>
                      <a:pt x="5573" y="6942"/>
                      <a:pt x="5569" y="6942"/>
                      <a:pt x="5567" y="6935"/>
                    </a:cubicBezTo>
                    <a:cubicBezTo>
                      <a:pt x="5559" y="6935"/>
                      <a:pt x="5556" y="6929"/>
                      <a:pt x="5548" y="6924"/>
                    </a:cubicBezTo>
                    <a:cubicBezTo>
                      <a:pt x="5548" y="6924"/>
                      <a:pt x="5544" y="6924"/>
                      <a:pt x="5544" y="6921"/>
                    </a:cubicBezTo>
                    <a:cubicBezTo>
                      <a:pt x="5541" y="6921"/>
                      <a:pt x="5538" y="6918"/>
                      <a:pt x="5534" y="6914"/>
                    </a:cubicBezTo>
                    <a:lnTo>
                      <a:pt x="5534" y="6911"/>
                    </a:lnTo>
                    <a:cubicBezTo>
                      <a:pt x="5527" y="6908"/>
                      <a:pt x="5516" y="6904"/>
                      <a:pt x="5510" y="6894"/>
                    </a:cubicBezTo>
                    <a:cubicBezTo>
                      <a:pt x="5504" y="6889"/>
                      <a:pt x="5500" y="6887"/>
                      <a:pt x="5493" y="6883"/>
                    </a:cubicBezTo>
                    <a:cubicBezTo>
                      <a:pt x="5482" y="6877"/>
                      <a:pt x="5476" y="6869"/>
                      <a:pt x="5466" y="6863"/>
                    </a:cubicBezTo>
                    <a:lnTo>
                      <a:pt x="5466" y="6858"/>
                    </a:lnTo>
                    <a:cubicBezTo>
                      <a:pt x="5434" y="6838"/>
                      <a:pt x="5403" y="6814"/>
                      <a:pt x="5372" y="6785"/>
                    </a:cubicBezTo>
                    <a:cubicBezTo>
                      <a:pt x="5366" y="6781"/>
                      <a:pt x="5362" y="6778"/>
                      <a:pt x="5355" y="6771"/>
                    </a:cubicBezTo>
                    <a:cubicBezTo>
                      <a:pt x="3140" y="5020"/>
                      <a:pt x="1640" y="2619"/>
                      <a:pt x="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00"/>
              <p:cNvSpPr/>
              <p:nvPr/>
            </p:nvSpPr>
            <p:spPr>
              <a:xfrm>
                <a:off x="3199975" y="2959675"/>
                <a:ext cx="133250" cy="155900"/>
              </a:xfrm>
              <a:custGeom>
                <a:rect b="b" l="l" r="r" t="t"/>
                <a:pathLst>
                  <a:path extrusionOk="0" h="6236" w="5330">
                    <a:moveTo>
                      <a:pt x="0" y="1"/>
                    </a:moveTo>
                    <a:lnTo>
                      <a:pt x="0" y="1"/>
                    </a:lnTo>
                    <a:cubicBezTo>
                      <a:pt x="64" y="42"/>
                      <a:pt x="126" y="88"/>
                      <a:pt x="185" y="133"/>
                    </a:cubicBezTo>
                    <a:cubicBezTo>
                      <a:pt x="190" y="135"/>
                      <a:pt x="197" y="138"/>
                      <a:pt x="201" y="142"/>
                    </a:cubicBezTo>
                    <a:cubicBezTo>
                      <a:pt x="201" y="143"/>
                      <a:pt x="203" y="143"/>
                      <a:pt x="203" y="143"/>
                    </a:cubicBezTo>
                    <a:cubicBezTo>
                      <a:pt x="216" y="153"/>
                      <a:pt x="229" y="161"/>
                      <a:pt x="241" y="171"/>
                    </a:cubicBezTo>
                    <a:cubicBezTo>
                      <a:pt x="282" y="199"/>
                      <a:pt x="320" y="231"/>
                      <a:pt x="361" y="258"/>
                    </a:cubicBezTo>
                    <a:lnTo>
                      <a:pt x="361" y="262"/>
                    </a:lnTo>
                    <a:cubicBezTo>
                      <a:pt x="376" y="269"/>
                      <a:pt x="386" y="280"/>
                      <a:pt x="400" y="290"/>
                    </a:cubicBezTo>
                    <a:cubicBezTo>
                      <a:pt x="405" y="294"/>
                      <a:pt x="411" y="297"/>
                      <a:pt x="415" y="300"/>
                    </a:cubicBezTo>
                    <a:cubicBezTo>
                      <a:pt x="416" y="300"/>
                      <a:pt x="417" y="302"/>
                      <a:pt x="420" y="303"/>
                    </a:cubicBezTo>
                    <a:cubicBezTo>
                      <a:pt x="422" y="304"/>
                      <a:pt x="423" y="305"/>
                      <a:pt x="425" y="307"/>
                    </a:cubicBezTo>
                    <a:lnTo>
                      <a:pt x="425" y="311"/>
                    </a:lnTo>
                    <a:cubicBezTo>
                      <a:pt x="431" y="311"/>
                      <a:pt x="439" y="319"/>
                      <a:pt x="446" y="325"/>
                    </a:cubicBezTo>
                    <a:cubicBezTo>
                      <a:pt x="449" y="325"/>
                      <a:pt x="452" y="328"/>
                      <a:pt x="456" y="331"/>
                    </a:cubicBezTo>
                    <a:cubicBezTo>
                      <a:pt x="463" y="335"/>
                      <a:pt x="467" y="338"/>
                      <a:pt x="470" y="342"/>
                    </a:cubicBezTo>
                    <a:cubicBezTo>
                      <a:pt x="474" y="342"/>
                      <a:pt x="474" y="342"/>
                      <a:pt x="474" y="346"/>
                    </a:cubicBezTo>
                    <a:cubicBezTo>
                      <a:pt x="478" y="346"/>
                      <a:pt x="481" y="349"/>
                      <a:pt x="484" y="352"/>
                    </a:cubicBezTo>
                    <a:lnTo>
                      <a:pt x="484" y="356"/>
                    </a:lnTo>
                    <a:cubicBezTo>
                      <a:pt x="486" y="354"/>
                      <a:pt x="487" y="353"/>
                      <a:pt x="488" y="353"/>
                    </a:cubicBezTo>
                    <a:cubicBezTo>
                      <a:pt x="488" y="353"/>
                      <a:pt x="488" y="354"/>
                      <a:pt x="488" y="356"/>
                    </a:cubicBezTo>
                    <a:cubicBezTo>
                      <a:pt x="499" y="360"/>
                      <a:pt x="507" y="367"/>
                      <a:pt x="513" y="375"/>
                    </a:cubicBezTo>
                    <a:cubicBezTo>
                      <a:pt x="520" y="378"/>
                      <a:pt x="523" y="381"/>
                      <a:pt x="527" y="385"/>
                    </a:cubicBezTo>
                    <a:cubicBezTo>
                      <a:pt x="538" y="391"/>
                      <a:pt x="549" y="398"/>
                      <a:pt x="555" y="405"/>
                    </a:cubicBezTo>
                    <a:lnTo>
                      <a:pt x="555" y="409"/>
                    </a:lnTo>
                    <a:cubicBezTo>
                      <a:pt x="589" y="429"/>
                      <a:pt x="621" y="457"/>
                      <a:pt x="652" y="485"/>
                    </a:cubicBezTo>
                    <a:cubicBezTo>
                      <a:pt x="658" y="489"/>
                      <a:pt x="667" y="493"/>
                      <a:pt x="673" y="499"/>
                    </a:cubicBezTo>
                    <a:cubicBezTo>
                      <a:pt x="2593" y="2017"/>
                      <a:pt x="3971" y="4025"/>
                      <a:pt x="4733" y="6235"/>
                    </a:cubicBezTo>
                    <a:cubicBezTo>
                      <a:pt x="4744" y="6214"/>
                      <a:pt x="4757" y="6194"/>
                      <a:pt x="4769" y="6173"/>
                    </a:cubicBezTo>
                    <a:cubicBezTo>
                      <a:pt x="4832" y="6063"/>
                      <a:pt x="4891" y="5952"/>
                      <a:pt x="4946" y="5839"/>
                    </a:cubicBezTo>
                    <a:cubicBezTo>
                      <a:pt x="5110" y="5500"/>
                      <a:pt x="5241" y="5143"/>
                      <a:pt x="5329" y="4770"/>
                    </a:cubicBezTo>
                    <a:cubicBezTo>
                      <a:pt x="4271" y="3048"/>
                      <a:pt x="2782" y="1557"/>
                      <a:pt x="906" y="473"/>
                    </a:cubicBezTo>
                    <a:cubicBezTo>
                      <a:pt x="874" y="455"/>
                      <a:pt x="843" y="437"/>
                      <a:pt x="812" y="421"/>
                    </a:cubicBezTo>
                    <a:cubicBezTo>
                      <a:pt x="783" y="402"/>
                      <a:pt x="755" y="390"/>
                      <a:pt x="729" y="376"/>
                    </a:cubicBezTo>
                    <a:cubicBezTo>
                      <a:pt x="685" y="347"/>
                      <a:pt x="644" y="327"/>
                      <a:pt x="600" y="305"/>
                    </a:cubicBezTo>
                    <a:cubicBezTo>
                      <a:pt x="592" y="299"/>
                      <a:pt x="585" y="295"/>
                      <a:pt x="579" y="295"/>
                    </a:cubicBezTo>
                    <a:cubicBezTo>
                      <a:pt x="579" y="295"/>
                      <a:pt x="576" y="289"/>
                      <a:pt x="572" y="289"/>
                    </a:cubicBezTo>
                    <a:cubicBezTo>
                      <a:pt x="572" y="289"/>
                      <a:pt x="570" y="285"/>
                      <a:pt x="566" y="285"/>
                    </a:cubicBezTo>
                    <a:cubicBezTo>
                      <a:pt x="559" y="282"/>
                      <a:pt x="551" y="279"/>
                      <a:pt x="545" y="274"/>
                    </a:cubicBezTo>
                    <a:cubicBezTo>
                      <a:pt x="541" y="272"/>
                      <a:pt x="538" y="268"/>
                      <a:pt x="530" y="268"/>
                    </a:cubicBezTo>
                    <a:cubicBezTo>
                      <a:pt x="527" y="266"/>
                      <a:pt x="524" y="262"/>
                      <a:pt x="520" y="262"/>
                    </a:cubicBezTo>
                    <a:cubicBezTo>
                      <a:pt x="520" y="262"/>
                      <a:pt x="518" y="258"/>
                      <a:pt x="514" y="258"/>
                    </a:cubicBezTo>
                    <a:cubicBezTo>
                      <a:pt x="510" y="256"/>
                      <a:pt x="508" y="256"/>
                      <a:pt x="504" y="252"/>
                    </a:cubicBezTo>
                    <a:cubicBezTo>
                      <a:pt x="504" y="252"/>
                      <a:pt x="502" y="252"/>
                      <a:pt x="497" y="248"/>
                    </a:cubicBezTo>
                    <a:cubicBezTo>
                      <a:pt x="493" y="248"/>
                      <a:pt x="491" y="243"/>
                      <a:pt x="487" y="243"/>
                    </a:cubicBezTo>
                    <a:cubicBezTo>
                      <a:pt x="484" y="240"/>
                      <a:pt x="477" y="237"/>
                      <a:pt x="470" y="233"/>
                    </a:cubicBezTo>
                    <a:cubicBezTo>
                      <a:pt x="468" y="230"/>
                      <a:pt x="459" y="227"/>
                      <a:pt x="453" y="223"/>
                    </a:cubicBezTo>
                    <a:lnTo>
                      <a:pt x="449" y="223"/>
                    </a:lnTo>
                    <a:cubicBezTo>
                      <a:pt x="446" y="221"/>
                      <a:pt x="442" y="221"/>
                      <a:pt x="436" y="217"/>
                    </a:cubicBezTo>
                    <a:cubicBezTo>
                      <a:pt x="421" y="210"/>
                      <a:pt x="407" y="199"/>
                      <a:pt x="390" y="192"/>
                    </a:cubicBezTo>
                    <a:lnTo>
                      <a:pt x="386" y="192"/>
                    </a:lnTo>
                    <a:cubicBezTo>
                      <a:pt x="257" y="127"/>
                      <a:pt x="129" y="65"/>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88" name="Google Shape;7888;p100"/>
          <p:cNvGrpSpPr/>
          <p:nvPr/>
        </p:nvGrpSpPr>
        <p:grpSpPr>
          <a:xfrm>
            <a:off x="272480" y="3199878"/>
            <a:ext cx="215033" cy="215222"/>
            <a:chOff x="5062659" y="967188"/>
            <a:chExt cx="109716" cy="109813"/>
          </a:xfrm>
        </p:grpSpPr>
        <p:sp>
          <p:nvSpPr>
            <p:cNvPr id="7889" name="Google Shape;7889;p100"/>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00"/>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00"/>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100"/>
          <p:cNvGrpSpPr/>
          <p:nvPr/>
        </p:nvGrpSpPr>
        <p:grpSpPr>
          <a:xfrm>
            <a:off x="7315631" y="222543"/>
            <a:ext cx="666705" cy="633930"/>
            <a:chOff x="5164484" y="526738"/>
            <a:chExt cx="133266" cy="126713"/>
          </a:xfrm>
        </p:grpSpPr>
        <p:sp>
          <p:nvSpPr>
            <p:cNvPr id="7893" name="Google Shape;7893;p100"/>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00"/>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7895" name="Shape 7895"/>
        <p:cNvGrpSpPr/>
        <p:nvPr/>
      </p:nvGrpSpPr>
      <p:grpSpPr>
        <a:xfrm>
          <a:off x="0" y="0"/>
          <a:ext cx="0" cy="0"/>
          <a:chOff x="0" y="0"/>
          <a:chExt cx="0" cy="0"/>
        </a:xfrm>
      </p:grpSpPr>
      <p:grpSp>
        <p:nvGrpSpPr>
          <p:cNvPr id="7896" name="Google Shape;7896;p101"/>
          <p:cNvGrpSpPr/>
          <p:nvPr/>
        </p:nvGrpSpPr>
        <p:grpSpPr>
          <a:xfrm>
            <a:off x="1578790" y="4630035"/>
            <a:ext cx="261189" cy="248344"/>
            <a:chOff x="5164484" y="526738"/>
            <a:chExt cx="133266" cy="126713"/>
          </a:xfrm>
        </p:grpSpPr>
        <p:sp>
          <p:nvSpPr>
            <p:cNvPr id="7897" name="Google Shape;7897;p101"/>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01"/>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9" name="Google Shape;7899;p101"/>
          <p:cNvGrpSpPr/>
          <p:nvPr/>
        </p:nvGrpSpPr>
        <p:grpSpPr>
          <a:xfrm rot="-1791851">
            <a:off x="8070935" y="3368813"/>
            <a:ext cx="1045336" cy="904864"/>
            <a:chOff x="3725309" y="381575"/>
            <a:chExt cx="533375" cy="461700"/>
          </a:xfrm>
        </p:grpSpPr>
        <p:sp>
          <p:nvSpPr>
            <p:cNvPr id="7900" name="Google Shape;7900;p101"/>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01"/>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01"/>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01"/>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01"/>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01"/>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01"/>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01"/>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01"/>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01"/>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01"/>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01"/>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01"/>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01"/>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01"/>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101"/>
          <p:cNvGrpSpPr/>
          <p:nvPr/>
        </p:nvGrpSpPr>
        <p:grpSpPr>
          <a:xfrm>
            <a:off x="1236392" y="129390"/>
            <a:ext cx="769783" cy="770069"/>
            <a:chOff x="3515584" y="2040188"/>
            <a:chExt cx="392766" cy="392913"/>
          </a:xfrm>
        </p:grpSpPr>
        <p:sp>
          <p:nvSpPr>
            <p:cNvPr id="7916" name="Google Shape;7916;p101"/>
            <p:cNvSpPr/>
            <p:nvPr/>
          </p:nvSpPr>
          <p:spPr>
            <a:xfrm>
              <a:off x="3515584" y="2040188"/>
              <a:ext cx="391425" cy="391425"/>
            </a:xfrm>
            <a:custGeom>
              <a:rect b="b" l="l" r="r" t="t"/>
              <a:pathLst>
                <a:path extrusionOk="0" h="15657" w="15657">
                  <a:moveTo>
                    <a:pt x="5300" y="1"/>
                  </a:moveTo>
                  <a:cubicBezTo>
                    <a:pt x="4809" y="1"/>
                    <a:pt x="4329" y="67"/>
                    <a:pt x="3876" y="196"/>
                  </a:cubicBezTo>
                  <a:cubicBezTo>
                    <a:pt x="2751" y="507"/>
                    <a:pt x="1777" y="1182"/>
                    <a:pt x="1088" y="2086"/>
                  </a:cubicBezTo>
                  <a:cubicBezTo>
                    <a:pt x="725" y="2559"/>
                    <a:pt x="439" y="3098"/>
                    <a:pt x="255" y="3679"/>
                  </a:cubicBezTo>
                  <a:cubicBezTo>
                    <a:pt x="114" y="4117"/>
                    <a:pt x="28" y="4581"/>
                    <a:pt x="6" y="5059"/>
                  </a:cubicBezTo>
                  <a:lnTo>
                    <a:pt x="0" y="5059"/>
                  </a:lnTo>
                  <a:lnTo>
                    <a:pt x="0" y="6981"/>
                  </a:lnTo>
                  <a:lnTo>
                    <a:pt x="0" y="8286"/>
                  </a:lnTo>
                  <a:lnTo>
                    <a:pt x="0" y="10507"/>
                  </a:lnTo>
                  <a:lnTo>
                    <a:pt x="0" y="11688"/>
                  </a:lnTo>
                  <a:lnTo>
                    <a:pt x="0" y="14310"/>
                  </a:lnTo>
                  <a:lnTo>
                    <a:pt x="0" y="15656"/>
                  </a:lnTo>
                  <a:lnTo>
                    <a:pt x="10599" y="15656"/>
                  </a:lnTo>
                  <a:lnTo>
                    <a:pt x="10599" y="15650"/>
                  </a:lnTo>
                  <a:cubicBezTo>
                    <a:pt x="10860" y="15637"/>
                    <a:pt x="11116" y="15609"/>
                    <a:pt x="11368" y="15558"/>
                  </a:cubicBezTo>
                  <a:cubicBezTo>
                    <a:pt x="11843" y="15466"/>
                    <a:pt x="12297" y="15309"/>
                    <a:pt x="12719" y="15098"/>
                  </a:cubicBezTo>
                  <a:cubicBezTo>
                    <a:pt x="13267" y="14823"/>
                    <a:pt x="13763" y="14458"/>
                    <a:pt x="14182" y="14019"/>
                  </a:cubicBezTo>
                  <a:cubicBezTo>
                    <a:pt x="14459" y="13733"/>
                    <a:pt x="14702" y="13415"/>
                    <a:pt x="14907" y="13071"/>
                  </a:cubicBezTo>
                  <a:cubicBezTo>
                    <a:pt x="15182" y="12617"/>
                    <a:pt x="15386" y="12120"/>
                    <a:pt x="15512" y="11590"/>
                  </a:cubicBezTo>
                  <a:cubicBezTo>
                    <a:pt x="15606" y="11193"/>
                    <a:pt x="15657" y="10780"/>
                    <a:pt x="15657" y="10355"/>
                  </a:cubicBezTo>
                  <a:cubicBezTo>
                    <a:pt x="15657" y="9610"/>
                    <a:pt x="15502" y="8902"/>
                    <a:pt x="15224" y="8262"/>
                  </a:cubicBezTo>
                  <a:cubicBezTo>
                    <a:pt x="14989" y="7710"/>
                    <a:pt x="14657" y="7202"/>
                    <a:pt x="14254" y="6767"/>
                  </a:cubicBezTo>
                  <a:cubicBezTo>
                    <a:pt x="13473" y="5919"/>
                    <a:pt x="12417" y="5326"/>
                    <a:pt x="11229" y="5131"/>
                  </a:cubicBezTo>
                  <a:cubicBezTo>
                    <a:pt x="11022" y="5094"/>
                    <a:pt x="10810" y="5072"/>
                    <a:pt x="10593" y="5062"/>
                  </a:cubicBezTo>
                  <a:cubicBezTo>
                    <a:pt x="10579" y="4787"/>
                    <a:pt x="10548" y="4520"/>
                    <a:pt x="10494" y="4258"/>
                  </a:cubicBezTo>
                  <a:cubicBezTo>
                    <a:pt x="10317" y="3379"/>
                    <a:pt x="9924" y="2575"/>
                    <a:pt x="9370" y="1910"/>
                  </a:cubicBezTo>
                  <a:cubicBezTo>
                    <a:pt x="9243" y="1759"/>
                    <a:pt x="9107" y="1614"/>
                    <a:pt x="8965" y="1476"/>
                  </a:cubicBezTo>
                  <a:cubicBezTo>
                    <a:pt x="8764" y="1280"/>
                    <a:pt x="8544" y="1100"/>
                    <a:pt x="8310" y="943"/>
                  </a:cubicBezTo>
                  <a:cubicBezTo>
                    <a:pt x="7500" y="378"/>
                    <a:pt x="6523" y="35"/>
                    <a:pt x="5471" y="4"/>
                  </a:cubicBezTo>
                  <a:cubicBezTo>
                    <a:pt x="5414" y="1"/>
                    <a:pt x="5357" y="1"/>
                    <a:pt x="530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01"/>
            <p:cNvSpPr/>
            <p:nvPr/>
          </p:nvSpPr>
          <p:spPr>
            <a:xfrm>
              <a:off x="3516900" y="2041650"/>
              <a:ext cx="391450" cy="391450"/>
            </a:xfrm>
            <a:custGeom>
              <a:rect b="b" l="l" r="r" t="t"/>
              <a:pathLst>
                <a:path extrusionOk="0" h="15658" w="15658">
                  <a:moveTo>
                    <a:pt x="5301" y="1"/>
                  </a:moveTo>
                  <a:cubicBezTo>
                    <a:pt x="4810" y="1"/>
                    <a:pt x="4331" y="67"/>
                    <a:pt x="3877" y="196"/>
                  </a:cubicBezTo>
                  <a:cubicBezTo>
                    <a:pt x="2752" y="507"/>
                    <a:pt x="1779" y="1182"/>
                    <a:pt x="1088" y="2086"/>
                  </a:cubicBezTo>
                  <a:cubicBezTo>
                    <a:pt x="726" y="2560"/>
                    <a:pt x="439" y="3098"/>
                    <a:pt x="257" y="3679"/>
                  </a:cubicBezTo>
                  <a:cubicBezTo>
                    <a:pt x="114" y="4116"/>
                    <a:pt x="29" y="4581"/>
                    <a:pt x="7" y="5059"/>
                  </a:cubicBezTo>
                  <a:lnTo>
                    <a:pt x="1" y="5059"/>
                  </a:lnTo>
                  <a:lnTo>
                    <a:pt x="1" y="15657"/>
                  </a:lnTo>
                  <a:lnTo>
                    <a:pt x="10599" y="15657"/>
                  </a:lnTo>
                  <a:lnTo>
                    <a:pt x="10599" y="15651"/>
                  </a:lnTo>
                  <a:cubicBezTo>
                    <a:pt x="10861" y="15639"/>
                    <a:pt x="11116" y="15610"/>
                    <a:pt x="11368" y="15559"/>
                  </a:cubicBezTo>
                  <a:cubicBezTo>
                    <a:pt x="11845" y="15468"/>
                    <a:pt x="12299" y="15310"/>
                    <a:pt x="12720" y="15099"/>
                  </a:cubicBezTo>
                  <a:cubicBezTo>
                    <a:pt x="13268" y="14824"/>
                    <a:pt x="13763" y="14459"/>
                    <a:pt x="14183" y="14020"/>
                  </a:cubicBezTo>
                  <a:cubicBezTo>
                    <a:pt x="14460" y="13735"/>
                    <a:pt x="14703" y="13416"/>
                    <a:pt x="14908" y="13072"/>
                  </a:cubicBezTo>
                  <a:cubicBezTo>
                    <a:pt x="15181" y="12618"/>
                    <a:pt x="15387" y="12120"/>
                    <a:pt x="15512" y="11591"/>
                  </a:cubicBezTo>
                  <a:cubicBezTo>
                    <a:pt x="15607" y="11194"/>
                    <a:pt x="15658" y="10781"/>
                    <a:pt x="15658" y="10356"/>
                  </a:cubicBezTo>
                  <a:cubicBezTo>
                    <a:pt x="15658" y="9612"/>
                    <a:pt x="15503" y="8902"/>
                    <a:pt x="15227" y="8265"/>
                  </a:cubicBezTo>
                  <a:cubicBezTo>
                    <a:pt x="14989" y="7710"/>
                    <a:pt x="14659" y="7202"/>
                    <a:pt x="14256" y="6766"/>
                  </a:cubicBezTo>
                  <a:cubicBezTo>
                    <a:pt x="13474" y="5919"/>
                    <a:pt x="12419" y="5326"/>
                    <a:pt x="11230" y="5131"/>
                  </a:cubicBezTo>
                  <a:cubicBezTo>
                    <a:pt x="11021" y="5093"/>
                    <a:pt x="10811" y="5071"/>
                    <a:pt x="10593" y="5062"/>
                  </a:cubicBezTo>
                  <a:cubicBezTo>
                    <a:pt x="10580" y="4787"/>
                    <a:pt x="10549" y="4520"/>
                    <a:pt x="10495" y="4258"/>
                  </a:cubicBezTo>
                  <a:cubicBezTo>
                    <a:pt x="10318" y="3379"/>
                    <a:pt x="9924" y="2576"/>
                    <a:pt x="9370" y="1910"/>
                  </a:cubicBezTo>
                  <a:cubicBezTo>
                    <a:pt x="9243" y="1759"/>
                    <a:pt x="9108" y="1615"/>
                    <a:pt x="8967" y="1475"/>
                  </a:cubicBezTo>
                  <a:cubicBezTo>
                    <a:pt x="8765" y="1279"/>
                    <a:pt x="8544" y="1100"/>
                    <a:pt x="8311" y="943"/>
                  </a:cubicBezTo>
                  <a:cubicBezTo>
                    <a:pt x="7501" y="378"/>
                    <a:pt x="6524" y="35"/>
                    <a:pt x="5471" y="4"/>
                  </a:cubicBezTo>
                  <a:cubicBezTo>
                    <a:pt x="5414" y="1"/>
                    <a:pt x="5358" y="1"/>
                    <a:pt x="53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01"/>
            <p:cNvSpPr/>
            <p:nvPr/>
          </p:nvSpPr>
          <p:spPr>
            <a:xfrm>
              <a:off x="3516825" y="2216025"/>
              <a:ext cx="179500" cy="59125"/>
            </a:xfrm>
            <a:custGeom>
              <a:rect b="b" l="l" r="r" t="t"/>
              <a:pathLst>
                <a:path extrusionOk="0" h="2365" w="7180">
                  <a:moveTo>
                    <a:pt x="0" y="1"/>
                  </a:moveTo>
                  <a:lnTo>
                    <a:pt x="0" y="1304"/>
                  </a:lnTo>
                  <a:cubicBezTo>
                    <a:pt x="1815" y="1993"/>
                    <a:pt x="3779" y="2364"/>
                    <a:pt x="5831" y="2364"/>
                  </a:cubicBezTo>
                  <a:cubicBezTo>
                    <a:pt x="5896" y="2364"/>
                    <a:pt x="5960" y="2364"/>
                    <a:pt x="6025" y="2361"/>
                  </a:cubicBezTo>
                  <a:lnTo>
                    <a:pt x="6080" y="2361"/>
                  </a:lnTo>
                  <a:cubicBezTo>
                    <a:pt x="6146" y="2361"/>
                    <a:pt x="6215" y="2359"/>
                    <a:pt x="6285" y="2359"/>
                  </a:cubicBezTo>
                  <a:cubicBezTo>
                    <a:pt x="6292" y="2356"/>
                    <a:pt x="6302" y="2356"/>
                    <a:pt x="6311" y="2356"/>
                  </a:cubicBezTo>
                  <a:lnTo>
                    <a:pt x="6374" y="2356"/>
                  </a:lnTo>
                  <a:cubicBezTo>
                    <a:pt x="6380" y="2354"/>
                    <a:pt x="6386" y="2354"/>
                    <a:pt x="6396" y="2354"/>
                  </a:cubicBezTo>
                  <a:lnTo>
                    <a:pt x="6450" y="2354"/>
                  </a:lnTo>
                  <a:cubicBezTo>
                    <a:pt x="6452" y="2352"/>
                    <a:pt x="6454" y="2352"/>
                    <a:pt x="6455" y="2352"/>
                  </a:cubicBezTo>
                  <a:cubicBezTo>
                    <a:pt x="6457" y="2352"/>
                    <a:pt x="6460" y="2352"/>
                    <a:pt x="6463" y="2354"/>
                  </a:cubicBezTo>
                  <a:cubicBezTo>
                    <a:pt x="6469" y="2351"/>
                    <a:pt x="6479" y="2351"/>
                    <a:pt x="6489" y="2351"/>
                  </a:cubicBezTo>
                  <a:lnTo>
                    <a:pt x="6518" y="2351"/>
                  </a:lnTo>
                  <a:cubicBezTo>
                    <a:pt x="6518" y="2350"/>
                    <a:pt x="6518" y="2349"/>
                    <a:pt x="6519" y="2349"/>
                  </a:cubicBezTo>
                  <a:cubicBezTo>
                    <a:pt x="6521" y="2349"/>
                    <a:pt x="6522" y="2350"/>
                    <a:pt x="6524" y="2351"/>
                  </a:cubicBezTo>
                  <a:cubicBezTo>
                    <a:pt x="6530" y="2349"/>
                    <a:pt x="6536" y="2349"/>
                    <a:pt x="6543" y="2349"/>
                  </a:cubicBezTo>
                  <a:lnTo>
                    <a:pt x="6559" y="2349"/>
                  </a:lnTo>
                  <a:cubicBezTo>
                    <a:pt x="6574" y="2349"/>
                    <a:pt x="6590" y="2346"/>
                    <a:pt x="6608" y="2346"/>
                  </a:cubicBezTo>
                  <a:lnTo>
                    <a:pt x="6618" y="2346"/>
                  </a:lnTo>
                  <a:cubicBezTo>
                    <a:pt x="6803" y="2337"/>
                    <a:pt x="6993" y="2324"/>
                    <a:pt x="7179" y="2309"/>
                  </a:cubicBezTo>
                  <a:cubicBezTo>
                    <a:pt x="7076" y="2299"/>
                    <a:pt x="6968" y="2289"/>
                    <a:pt x="6861" y="2269"/>
                  </a:cubicBezTo>
                  <a:cubicBezTo>
                    <a:pt x="6835" y="2269"/>
                    <a:pt x="6814" y="2266"/>
                    <a:pt x="6792" y="2263"/>
                  </a:cubicBezTo>
                  <a:cubicBezTo>
                    <a:pt x="6726" y="2259"/>
                    <a:pt x="6663" y="2251"/>
                    <a:pt x="6600" y="2244"/>
                  </a:cubicBezTo>
                  <a:lnTo>
                    <a:pt x="6597" y="2244"/>
                  </a:lnTo>
                  <a:lnTo>
                    <a:pt x="6531" y="2235"/>
                  </a:lnTo>
                  <a:cubicBezTo>
                    <a:pt x="6523" y="2235"/>
                    <a:pt x="6515" y="2235"/>
                    <a:pt x="6509" y="2232"/>
                  </a:cubicBezTo>
                  <a:lnTo>
                    <a:pt x="6494" y="2232"/>
                  </a:lnTo>
                  <a:cubicBezTo>
                    <a:pt x="6484" y="2232"/>
                    <a:pt x="6478" y="2230"/>
                    <a:pt x="6472" y="2230"/>
                  </a:cubicBezTo>
                  <a:lnTo>
                    <a:pt x="6459" y="2230"/>
                  </a:lnTo>
                  <a:cubicBezTo>
                    <a:pt x="6453" y="2227"/>
                    <a:pt x="6446" y="2227"/>
                    <a:pt x="6440" y="2227"/>
                  </a:cubicBezTo>
                  <a:cubicBezTo>
                    <a:pt x="6431" y="2225"/>
                    <a:pt x="6421" y="2225"/>
                    <a:pt x="6411" y="2225"/>
                  </a:cubicBezTo>
                  <a:lnTo>
                    <a:pt x="6409" y="2225"/>
                  </a:lnTo>
                  <a:cubicBezTo>
                    <a:pt x="6402" y="2222"/>
                    <a:pt x="6397" y="2222"/>
                    <a:pt x="6394" y="2222"/>
                  </a:cubicBezTo>
                  <a:lnTo>
                    <a:pt x="6386" y="2222"/>
                  </a:lnTo>
                  <a:cubicBezTo>
                    <a:pt x="6374" y="2218"/>
                    <a:pt x="6361" y="2218"/>
                    <a:pt x="6352" y="2216"/>
                  </a:cubicBezTo>
                  <a:cubicBezTo>
                    <a:pt x="6342" y="2216"/>
                    <a:pt x="6333" y="2216"/>
                    <a:pt x="6327" y="2213"/>
                  </a:cubicBezTo>
                  <a:cubicBezTo>
                    <a:pt x="6314" y="2213"/>
                    <a:pt x="6304" y="2210"/>
                    <a:pt x="6296" y="2210"/>
                  </a:cubicBezTo>
                  <a:cubicBezTo>
                    <a:pt x="6288" y="2210"/>
                    <a:pt x="6285" y="2207"/>
                    <a:pt x="6282" y="2207"/>
                  </a:cubicBezTo>
                  <a:cubicBezTo>
                    <a:pt x="6225" y="2201"/>
                    <a:pt x="6169" y="2191"/>
                    <a:pt x="6112" y="2182"/>
                  </a:cubicBezTo>
                  <a:lnTo>
                    <a:pt x="6092" y="2182"/>
                  </a:lnTo>
                  <a:cubicBezTo>
                    <a:pt x="3889" y="1857"/>
                    <a:pt x="1830" y="110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01"/>
            <p:cNvSpPr/>
            <p:nvPr/>
          </p:nvSpPr>
          <p:spPr>
            <a:xfrm>
              <a:off x="3658900" y="2273150"/>
              <a:ext cx="245825" cy="95275"/>
            </a:xfrm>
            <a:custGeom>
              <a:rect b="b" l="l" r="r" t="t"/>
              <a:pathLst>
                <a:path extrusionOk="0" h="3811" w="9833">
                  <a:moveTo>
                    <a:pt x="1390" y="1"/>
                  </a:moveTo>
                  <a:cubicBezTo>
                    <a:pt x="1375" y="1"/>
                    <a:pt x="1360" y="1"/>
                    <a:pt x="1345" y="1"/>
                  </a:cubicBezTo>
                  <a:lnTo>
                    <a:pt x="1181" y="1"/>
                  </a:lnTo>
                  <a:cubicBezTo>
                    <a:pt x="1152" y="1"/>
                    <a:pt x="1125" y="3"/>
                    <a:pt x="1096" y="3"/>
                  </a:cubicBezTo>
                  <a:cubicBezTo>
                    <a:pt x="1031" y="3"/>
                    <a:pt x="965" y="6"/>
                    <a:pt x="894" y="6"/>
                  </a:cubicBezTo>
                  <a:cubicBezTo>
                    <a:pt x="886" y="6"/>
                    <a:pt x="876" y="6"/>
                    <a:pt x="867" y="8"/>
                  </a:cubicBezTo>
                  <a:lnTo>
                    <a:pt x="807" y="8"/>
                  </a:lnTo>
                  <a:cubicBezTo>
                    <a:pt x="800" y="8"/>
                    <a:pt x="790" y="8"/>
                    <a:pt x="781" y="11"/>
                  </a:cubicBezTo>
                  <a:cubicBezTo>
                    <a:pt x="780" y="10"/>
                    <a:pt x="779" y="10"/>
                    <a:pt x="778" y="10"/>
                  </a:cubicBezTo>
                  <a:cubicBezTo>
                    <a:pt x="775" y="10"/>
                    <a:pt x="770" y="11"/>
                    <a:pt x="765" y="11"/>
                  </a:cubicBezTo>
                  <a:cubicBezTo>
                    <a:pt x="764" y="12"/>
                    <a:pt x="763" y="12"/>
                    <a:pt x="762" y="12"/>
                  </a:cubicBezTo>
                  <a:cubicBezTo>
                    <a:pt x="761" y="12"/>
                    <a:pt x="759" y="11"/>
                    <a:pt x="759" y="11"/>
                  </a:cubicBezTo>
                  <a:lnTo>
                    <a:pt x="716" y="11"/>
                  </a:lnTo>
                  <a:cubicBezTo>
                    <a:pt x="709" y="11"/>
                    <a:pt x="698" y="11"/>
                    <a:pt x="690" y="13"/>
                  </a:cubicBezTo>
                  <a:lnTo>
                    <a:pt x="655" y="13"/>
                  </a:lnTo>
                  <a:cubicBezTo>
                    <a:pt x="649" y="13"/>
                    <a:pt x="642" y="13"/>
                    <a:pt x="635" y="16"/>
                  </a:cubicBezTo>
                  <a:lnTo>
                    <a:pt x="630" y="16"/>
                  </a:lnTo>
                  <a:cubicBezTo>
                    <a:pt x="613" y="16"/>
                    <a:pt x="593" y="16"/>
                    <a:pt x="571" y="18"/>
                  </a:cubicBezTo>
                  <a:lnTo>
                    <a:pt x="568" y="18"/>
                  </a:lnTo>
                  <a:cubicBezTo>
                    <a:pt x="378" y="25"/>
                    <a:pt x="191" y="38"/>
                    <a:pt x="1" y="53"/>
                  </a:cubicBezTo>
                  <a:cubicBezTo>
                    <a:pt x="118" y="63"/>
                    <a:pt x="234" y="71"/>
                    <a:pt x="347" y="84"/>
                  </a:cubicBezTo>
                  <a:cubicBezTo>
                    <a:pt x="363" y="89"/>
                    <a:pt x="378" y="89"/>
                    <a:pt x="392" y="91"/>
                  </a:cubicBezTo>
                  <a:lnTo>
                    <a:pt x="582" y="110"/>
                  </a:lnTo>
                  <a:cubicBezTo>
                    <a:pt x="582" y="110"/>
                    <a:pt x="584" y="110"/>
                    <a:pt x="584" y="112"/>
                  </a:cubicBezTo>
                  <a:cubicBezTo>
                    <a:pt x="605" y="112"/>
                    <a:pt x="628" y="116"/>
                    <a:pt x="650" y="120"/>
                  </a:cubicBezTo>
                  <a:cubicBezTo>
                    <a:pt x="656" y="120"/>
                    <a:pt x="665" y="120"/>
                    <a:pt x="671" y="122"/>
                  </a:cubicBezTo>
                  <a:lnTo>
                    <a:pt x="685" y="122"/>
                  </a:lnTo>
                  <a:cubicBezTo>
                    <a:pt x="691" y="122"/>
                    <a:pt x="701" y="125"/>
                    <a:pt x="711" y="125"/>
                  </a:cubicBezTo>
                  <a:lnTo>
                    <a:pt x="719" y="125"/>
                  </a:lnTo>
                  <a:cubicBezTo>
                    <a:pt x="726" y="127"/>
                    <a:pt x="732" y="127"/>
                    <a:pt x="742" y="127"/>
                  </a:cubicBezTo>
                  <a:cubicBezTo>
                    <a:pt x="748" y="130"/>
                    <a:pt x="758" y="130"/>
                    <a:pt x="767" y="130"/>
                  </a:cubicBezTo>
                  <a:lnTo>
                    <a:pt x="774" y="130"/>
                  </a:lnTo>
                  <a:cubicBezTo>
                    <a:pt x="778" y="132"/>
                    <a:pt x="780" y="132"/>
                    <a:pt x="786" y="132"/>
                  </a:cubicBezTo>
                  <a:lnTo>
                    <a:pt x="795" y="132"/>
                  </a:lnTo>
                  <a:cubicBezTo>
                    <a:pt x="805" y="136"/>
                    <a:pt x="817" y="136"/>
                    <a:pt x="830" y="138"/>
                  </a:cubicBezTo>
                  <a:cubicBezTo>
                    <a:pt x="837" y="138"/>
                    <a:pt x="843" y="138"/>
                    <a:pt x="852" y="141"/>
                  </a:cubicBezTo>
                  <a:cubicBezTo>
                    <a:pt x="861" y="141"/>
                    <a:pt x="874" y="143"/>
                    <a:pt x="887" y="143"/>
                  </a:cubicBezTo>
                  <a:cubicBezTo>
                    <a:pt x="889" y="146"/>
                    <a:pt x="893" y="146"/>
                    <a:pt x="896" y="146"/>
                  </a:cubicBezTo>
                  <a:cubicBezTo>
                    <a:pt x="953" y="153"/>
                    <a:pt x="1012" y="163"/>
                    <a:pt x="1069" y="172"/>
                  </a:cubicBezTo>
                  <a:cubicBezTo>
                    <a:pt x="1075" y="172"/>
                    <a:pt x="1084" y="172"/>
                    <a:pt x="1090" y="174"/>
                  </a:cubicBezTo>
                  <a:cubicBezTo>
                    <a:pt x="4157" y="625"/>
                    <a:pt x="6952" y="1920"/>
                    <a:pt x="9228" y="3811"/>
                  </a:cubicBezTo>
                  <a:cubicBezTo>
                    <a:pt x="9501" y="3357"/>
                    <a:pt x="9707" y="2859"/>
                    <a:pt x="9832" y="2330"/>
                  </a:cubicBezTo>
                  <a:cubicBezTo>
                    <a:pt x="7361" y="854"/>
                    <a:pt x="4474" y="1"/>
                    <a:pt x="13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01"/>
            <p:cNvSpPr/>
            <p:nvPr/>
          </p:nvSpPr>
          <p:spPr>
            <a:xfrm>
              <a:off x="3676675" y="2065100"/>
              <a:ext cx="74500" cy="227675"/>
            </a:xfrm>
            <a:custGeom>
              <a:rect b="b" l="l" r="r" t="t"/>
              <a:pathLst>
                <a:path extrusionOk="0" h="9107" w="2980">
                  <a:moveTo>
                    <a:pt x="1930" y="1"/>
                  </a:moveTo>
                  <a:cubicBezTo>
                    <a:pt x="697" y="2318"/>
                    <a:pt x="1" y="4955"/>
                    <a:pt x="1" y="7759"/>
                  </a:cubicBezTo>
                  <a:cubicBezTo>
                    <a:pt x="1" y="7825"/>
                    <a:pt x="1" y="7888"/>
                    <a:pt x="3" y="7954"/>
                  </a:cubicBezTo>
                  <a:lnTo>
                    <a:pt x="3" y="8009"/>
                  </a:lnTo>
                  <a:cubicBezTo>
                    <a:pt x="3" y="8074"/>
                    <a:pt x="6" y="8140"/>
                    <a:pt x="6" y="8210"/>
                  </a:cubicBezTo>
                  <a:cubicBezTo>
                    <a:pt x="8" y="8219"/>
                    <a:pt x="8" y="8229"/>
                    <a:pt x="8" y="8238"/>
                  </a:cubicBezTo>
                  <a:lnTo>
                    <a:pt x="8" y="8254"/>
                  </a:lnTo>
                  <a:lnTo>
                    <a:pt x="8" y="8260"/>
                  </a:lnTo>
                  <a:lnTo>
                    <a:pt x="8" y="8298"/>
                  </a:lnTo>
                  <a:cubicBezTo>
                    <a:pt x="11" y="8304"/>
                    <a:pt x="11" y="8315"/>
                    <a:pt x="11" y="8324"/>
                  </a:cubicBezTo>
                  <a:lnTo>
                    <a:pt x="11" y="8373"/>
                  </a:lnTo>
                  <a:cubicBezTo>
                    <a:pt x="13" y="8376"/>
                    <a:pt x="13" y="8383"/>
                    <a:pt x="11" y="8389"/>
                  </a:cubicBezTo>
                  <a:cubicBezTo>
                    <a:pt x="13" y="8396"/>
                    <a:pt x="13" y="8406"/>
                    <a:pt x="13" y="8415"/>
                  </a:cubicBezTo>
                  <a:lnTo>
                    <a:pt x="13" y="8440"/>
                  </a:lnTo>
                  <a:lnTo>
                    <a:pt x="13" y="8448"/>
                  </a:lnTo>
                  <a:cubicBezTo>
                    <a:pt x="16" y="8454"/>
                    <a:pt x="16" y="8460"/>
                    <a:pt x="16" y="8469"/>
                  </a:cubicBezTo>
                  <a:lnTo>
                    <a:pt x="16" y="8482"/>
                  </a:lnTo>
                  <a:cubicBezTo>
                    <a:pt x="16" y="8499"/>
                    <a:pt x="18" y="8517"/>
                    <a:pt x="18" y="8536"/>
                  </a:cubicBezTo>
                  <a:lnTo>
                    <a:pt x="18" y="8543"/>
                  </a:lnTo>
                  <a:cubicBezTo>
                    <a:pt x="28" y="8732"/>
                    <a:pt x="41" y="8917"/>
                    <a:pt x="56" y="9106"/>
                  </a:cubicBezTo>
                  <a:cubicBezTo>
                    <a:pt x="65" y="9000"/>
                    <a:pt x="74" y="8897"/>
                    <a:pt x="87" y="8791"/>
                  </a:cubicBezTo>
                  <a:cubicBezTo>
                    <a:pt x="87" y="8766"/>
                    <a:pt x="90" y="8744"/>
                    <a:pt x="94" y="8722"/>
                  </a:cubicBezTo>
                  <a:cubicBezTo>
                    <a:pt x="98" y="8656"/>
                    <a:pt x="106" y="8593"/>
                    <a:pt x="113" y="8530"/>
                  </a:cubicBezTo>
                  <a:lnTo>
                    <a:pt x="113" y="8527"/>
                  </a:lnTo>
                  <a:cubicBezTo>
                    <a:pt x="115" y="8505"/>
                    <a:pt x="119" y="8480"/>
                    <a:pt x="121" y="8458"/>
                  </a:cubicBezTo>
                  <a:cubicBezTo>
                    <a:pt x="121" y="8451"/>
                    <a:pt x="121" y="8443"/>
                    <a:pt x="125" y="8435"/>
                  </a:cubicBezTo>
                  <a:lnTo>
                    <a:pt x="125" y="8429"/>
                  </a:lnTo>
                  <a:lnTo>
                    <a:pt x="125" y="8423"/>
                  </a:lnTo>
                  <a:cubicBezTo>
                    <a:pt x="125" y="8417"/>
                    <a:pt x="127" y="8406"/>
                    <a:pt x="127" y="8397"/>
                  </a:cubicBezTo>
                  <a:lnTo>
                    <a:pt x="127" y="8388"/>
                  </a:lnTo>
                  <a:cubicBezTo>
                    <a:pt x="130" y="8382"/>
                    <a:pt x="130" y="8375"/>
                    <a:pt x="130" y="8366"/>
                  </a:cubicBezTo>
                  <a:cubicBezTo>
                    <a:pt x="132" y="8360"/>
                    <a:pt x="132" y="8350"/>
                    <a:pt x="132" y="8340"/>
                  </a:cubicBezTo>
                  <a:lnTo>
                    <a:pt x="132" y="8337"/>
                  </a:lnTo>
                  <a:cubicBezTo>
                    <a:pt x="135" y="8335"/>
                    <a:pt x="135" y="8329"/>
                    <a:pt x="135" y="8322"/>
                  </a:cubicBezTo>
                  <a:lnTo>
                    <a:pt x="135" y="8314"/>
                  </a:lnTo>
                  <a:cubicBezTo>
                    <a:pt x="139" y="8304"/>
                    <a:pt x="139" y="8291"/>
                    <a:pt x="141" y="8278"/>
                  </a:cubicBezTo>
                  <a:cubicBezTo>
                    <a:pt x="141" y="8272"/>
                    <a:pt x="141" y="8265"/>
                    <a:pt x="144" y="8259"/>
                  </a:cubicBezTo>
                  <a:cubicBezTo>
                    <a:pt x="144" y="8247"/>
                    <a:pt x="146" y="8235"/>
                    <a:pt x="146" y="8222"/>
                  </a:cubicBezTo>
                  <a:cubicBezTo>
                    <a:pt x="146" y="8220"/>
                    <a:pt x="149" y="8216"/>
                    <a:pt x="149" y="8212"/>
                  </a:cubicBezTo>
                  <a:cubicBezTo>
                    <a:pt x="156" y="8156"/>
                    <a:pt x="166" y="8097"/>
                    <a:pt x="175" y="8040"/>
                  </a:cubicBezTo>
                  <a:cubicBezTo>
                    <a:pt x="175" y="8034"/>
                    <a:pt x="175" y="8025"/>
                    <a:pt x="177" y="8018"/>
                  </a:cubicBezTo>
                  <a:cubicBezTo>
                    <a:pt x="559" y="5424"/>
                    <a:pt x="1543" y="3026"/>
                    <a:pt x="2979" y="971"/>
                  </a:cubicBezTo>
                  <a:cubicBezTo>
                    <a:pt x="2853" y="820"/>
                    <a:pt x="2717" y="674"/>
                    <a:pt x="2585" y="533"/>
                  </a:cubicBezTo>
                  <a:cubicBezTo>
                    <a:pt x="2384" y="337"/>
                    <a:pt x="2163" y="158"/>
                    <a:pt x="1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01"/>
            <p:cNvSpPr/>
            <p:nvPr/>
          </p:nvSpPr>
          <p:spPr>
            <a:xfrm>
              <a:off x="3620675" y="2255375"/>
              <a:ext cx="58100" cy="177700"/>
            </a:xfrm>
            <a:custGeom>
              <a:rect b="b" l="l" r="r" t="t"/>
              <a:pathLst>
                <a:path extrusionOk="0" h="7108" w="2324">
                  <a:moveTo>
                    <a:pt x="2261" y="1"/>
                  </a:moveTo>
                  <a:cubicBezTo>
                    <a:pt x="2252" y="118"/>
                    <a:pt x="2243" y="234"/>
                    <a:pt x="2230" y="348"/>
                  </a:cubicBezTo>
                  <a:cubicBezTo>
                    <a:pt x="2226" y="363"/>
                    <a:pt x="2226" y="376"/>
                    <a:pt x="2223" y="392"/>
                  </a:cubicBezTo>
                  <a:cubicBezTo>
                    <a:pt x="2217" y="455"/>
                    <a:pt x="2211" y="518"/>
                    <a:pt x="2205" y="578"/>
                  </a:cubicBezTo>
                  <a:cubicBezTo>
                    <a:pt x="2205" y="580"/>
                    <a:pt x="2201" y="580"/>
                    <a:pt x="2201" y="580"/>
                  </a:cubicBezTo>
                  <a:cubicBezTo>
                    <a:pt x="2201" y="601"/>
                    <a:pt x="2197" y="624"/>
                    <a:pt x="2195" y="646"/>
                  </a:cubicBezTo>
                  <a:cubicBezTo>
                    <a:pt x="2195" y="655"/>
                    <a:pt x="2195" y="661"/>
                    <a:pt x="2192" y="667"/>
                  </a:cubicBezTo>
                  <a:lnTo>
                    <a:pt x="2192" y="681"/>
                  </a:lnTo>
                  <a:lnTo>
                    <a:pt x="2192" y="683"/>
                  </a:lnTo>
                  <a:cubicBezTo>
                    <a:pt x="2192" y="692"/>
                    <a:pt x="2190" y="698"/>
                    <a:pt x="2190" y="705"/>
                  </a:cubicBezTo>
                  <a:lnTo>
                    <a:pt x="2190" y="718"/>
                  </a:lnTo>
                  <a:cubicBezTo>
                    <a:pt x="2188" y="724"/>
                    <a:pt x="2188" y="730"/>
                    <a:pt x="2188" y="738"/>
                  </a:cubicBezTo>
                  <a:cubicBezTo>
                    <a:pt x="2185" y="746"/>
                    <a:pt x="2185" y="756"/>
                    <a:pt x="2185" y="765"/>
                  </a:cubicBezTo>
                  <a:lnTo>
                    <a:pt x="2185" y="769"/>
                  </a:lnTo>
                  <a:cubicBezTo>
                    <a:pt x="2183" y="775"/>
                    <a:pt x="2183" y="780"/>
                    <a:pt x="2183" y="784"/>
                  </a:cubicBezTo>
                  <a:lnTo>
                    <a:pt x="2183" y="790"/>
                  </a:lnTo>
                  <a:cubicBezTo>
                    <a:pt x="2179" y="803"/>
                    <a:pt x="2179" y="816"/>
                    <a:pt x="2176" y="825"/>
                  </a:cubicBezTo>
                  <a:cubicBezTo>
                    <a:pt x="2176" y="836"/>
                    <a:pt x="2174" y="844"/>
                    <a:pt x="2174" y="851"/>
                  </a:cubicBezTo>
                  <a:cubicBezTo>
                    <a:pt x="2174" y="863"/>
                    <a:pt x="2171" y="873"/>
                    <a:pt x="2171" y="882"/>
                  </a:cubicBezTo>
                  <a:cubicBezTo>
                    <a:pt x="2168" y="888"/>
                    <a:pt x="2165" y="892"/>
                    <a:pt x="2168" y="894"/>
                  </a:cubicBezTo>
                  <a:cubicBezTo>
                    <a:pt x="2162" y="951"/>
                    <a:pt x="2152" y="1008"/>
                    <a:pt x="2143" y="1065"/>
                  </a:cubicBezTo>
                  <a:lnTo>
                    <a:pt x="2143" y="1084"/>
                  </a:lnTo>
                  <a:cubicBezTo>
                    <a:pt x="1822" y="3259"/>
                    <a:pt x="1081" y="5295"/>
                    <a:pt x="0" y="7107"/>
                  </a:cubicBezTo>
                  <a:lnTo>
                    <a:pt x="1292" y="7107"/>
                  </a:lnTo>
                  <a:cubicBezTo>
                    <a:pt x="1961" y="5315"/>
                    <a:pt x="2323" y="3372"/>
                    <a:pt x="2323" y="1347"/>
                  </a:cubicBezTo>
                  <a:lnTo>
                    <a:pt x="2323" y="1182"/>
                  </a:lnTo>
                  <a:cubicBezTo>
                    <a:pt x="2323" y="1154"/>
                    <a:pt x="2319" y="1126"/>
                    <a:pt x="2311" y="1097"/>
                  </a:cubicBezTo>
                  <a:cubicBezTo>
                    <a:pt x="2311" y="1032"/>
                    <a:pt x="2309" y="962"/>
                    <a:pt x="2309" y="892"/>
                  </a:cubicBezTo>
                  <a:cubicBezTo>
                    <a:pt x="2309" y="885"/>
                    <a:pt x="2309" y="875"/>
                    <a:pt x="2306" y="867"/>
                  </a:cubicBezTo>
                  <a:lnTo>
                    <a:pt x="2306" y="803"/>
                  </a:lnTo>
                  <a:cubicBezTo>
                    <a:pt x="2306" y="796"/>
                    <a:pt x="2306" y="790"/>
                    <a:pt x="2304" y="781"/>
                  </a:cubicBezTo>
                  <a:cubicBezTo>
                    <a:pt x="2306" y="779"/>
                    <a:pt x="2304" y="772"/>
                    <a:pt x="2304" y="765"/>
                  </a:cubicBezTo>
                  <a:lnTo>
                    <a:pt x="2304" y="759"/>
                  </a:lnTo>
                  <a:lnTo>
                    <a:pt x="2304" y="715"/>
                  </a:lnTo>
                  <a:cubicBezTo>
                    <a:pt x="2304" y="709"/>
                    <a:pt x="2304" y="703"/>
                    <a:pt x="2301" y="693"/>
                  </a:cubicBezTo>
                  <a:lnTo>
                    <a:pt x="2301" y="652"/>
                  </a:lnTo>
                  <a:cubicBezTo>
                    <a:pt x="2301" y="650"/>
                    <a:pt x="2301" y="643"/>
                    <a:pt x="2299" y="636"/>
                  </a:cubicBezTo>
                  <a:lnTo>
                    <a:pt x="2301" y="634"/>
                  </a:lnTo>
                  <a:cubicBezTo>
                    <a:pt x="2301" y="630"/>
                    <a:pt x="2301" y="627"/>
                    <a:pt x="2299" y="627"/>
                  </a:cubicBezTo>
                  <a:cubicBezTo>
                    <a:pt x="2299" y="609"/>
                    <a:pt x="2299" y="590"/>
                    <a:pt x="2295" y="570"/>
                  </a:cubicBezTo>
                  <a:lnTo>
                    <a:pt x="2295" y="568"/>
                  </a:lnTo>
                  <a:cubicBezTo>
                    <a:pt x="2289" y="378"/>
                    <a:pt x="2277" y="191"/>
                    <a:pt x="2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01"/>
            <p:cNvSpPr/>
            <p:nvPr/>
          </p:nvSpPr>
          <p:spPr>
            <a:xfrm>
              <a:off x="3516850" y="2264450"/>
              <a:ext cx="176775" cy="69400"/>
            </a:xfrm>
            <a:custGeom>
              <a:rect b="b" l="l" r="r" t="t"/>
              <a:pathLst>
                <a:path extrusionOk="0" h="2776" w="7071">
                  <a:moveTo>
                    <a:pt x="7071" y="0"/>
                  </a:moveTo>
                  <a:cubicBezTo>
                    <a:pt x="6981" y="44"/>
                    <a:pt x="6889" y="86"/>
                    <a:pt x="6788" y="128"/>
                  </a:cubicBezTo>
                  <a:cubicBezTo>
                    <a:pt x="6766" y="140"/>
                    <a:pt x="6741" y="154"/>
                    <a:pt x="6716" y="163"/>
                  </a:cubicBezTo>
                  <a:cubicBezTo>
                    <a:pt x="6659" y="189"/>
                    <a:pt x="6599" y="217"/>
                    <a:pt x="6539" y="238"/>
                  </a:cubicBezTo>
                  <a:cubicBezTo>
                    <a:pt x="6539" y="238"/>
                    <a:pt x="6539" y="242"/>
                    <a:pt x="6536" y="242"/>
                  </a:cubicBezTo>
                  <a:cubicBezTo>
                    <a:pt x="6518" y="252"/>
                    <a:pt x="6496" y="261"/>
                    <a:pt x="6473" y="267"/>
                  </a:cubicBezTo>
                  <a:cubicBezTo>
                    <a:pt x="6469" y="272"/>
                    <a:pt x="6464" y="275"/>
                    <a:pt x="6460" y="275"/>
                  </a:cubicBezTo>
                  <a:cubicBezTo>
                    <a:pt x="6458" y="275"/>
                    <a:pt x="6456" y="274"/>
                    <a:pt x="6455" y="273"/>
                  </a:cubicBezTo>
                  <a:lnTo>
                    <a:pt x="6452" y="277"/>
                  </a:lnTo>
                  <a:cubicBezTo>
                    <a:pt x="6447" y="279"/>
                    <a:pt x="6447" y="279"/>
                    <a:pt x="6445" y="279"/>
                  </a:cubicBezTo>
                  <a:cubicBezTo>
                    <a:pt x="6445" y="279"/>
                    <a:pt x="6445" y="281"/>
                    <a:pt x="6442" y="281"/>
                  </a:cubicBezTo>
                  <a:lnTo>
                    <a:pt x="6440" y="281"/>
                  </a:lnTo>
                  <a:cubicBezTo>
                    <a:pt x="6431" y="288"/>
                    <a:pt x="6418" y="291"/>
                    <a:pt x="6409" y="294"/>
                  </a:cubicBezTo>
                  <a:lnTo>
                    <a:pt x="6406" y="294"/>
                  </a:lnTo>
                  <a:cubicBezTo>
                    <a:pt x="6400" y="300"/>
                    <a:pt x="6398" y="300"/>
                    <a:pt x="6391" y="303"/>
                  </a:cubicBezTo>
                  <a:cubicBezTo>
                    <a:pt x="6384" y="305"/>
                    <a:pt x="6375" y="310"/>
                    <a:pt x="6369" y="312"/>
                  </a:cubicBezTo>
                  <a:lnTo>
                    <a:pt x="6367" y="312"/>
                  </a:lnTo>
                  <a:cubicBezTo>
                    <a:pt x="6360" y="316"/>
                    <a:pt x="6353" y="319"/>
                    <a:pt x="6347" y="319"/>
                  </a:cubicBezTo>
                  <a:lnTo>
                    <a:pt x="6347" y="321"/>
                  </a:lnTo>
                  <a:cubicBezTo>
                    <a:pt x="6334" y="327"/>
                    <a:pt x="6318" y="334"/>
                    <a:pt x="6306" y="336"/>
                  </a:cubicBezTo>
                  <a:cubicBezTo>
                    <a:pt x="6300" y="340"/>
                    <a:pt x="6293" y="343"/>
                    <a:pt x="6286" y="346"/>
                  </a:cubicBezTo>
                  <a:cubicBezTo>
                    <a:pt x="6275" y="352"/>
                    <a:pt x="6262" y="355"/>
                    <a:pt x="6249" y="361"/>
                  </a:cubicBezTo>
                  <a:lnTo>
                    <a:pt x="6246" y="361"/>
                  </a:lnTo>
                  <a:cubicBezTo>
                    <a:pt x="6191" y="386"/>
                    <a:pt x="6135" y="408"/>
                    <a:pt x="6080" y="427"/>
                  </a:cubicBezTo>
                  <a:cubicBezTo>
                    <a:pt x="6078" y="430"/>
                    <a:pt x="6074" y="433"/>
                    <a:pt x="6071" y="433"/>
                  </a:cubicBezTo>
                  <a:cubicBezTo>
                    <a:pt x="4098" y="1218"/>
                    <a:pt x="2040" y="1593"/>
                    <a:pt x="1" y="1593"/>
                  </a:cubicBezTo>
                  <a:lnTo>
                    <a:pt x="1" y="2775"/>
                  </a:lnTo>
                  <a:cubicBezTo>
                    <a:pt x="2034" y="2488"/>
                    <a:pt x="4048" y="1810"/>
                    <a:pt x="5936" y="719"/>
                  </a:cubicBezTo>
                  <a:cubicBezTo>
                    <a:pt x="5980" y="696"/>
                    <a:pt x="6027" y="667"/>
                    <a:pt x="6071" y="641"/>
                  </a:cubicBezTo>
                  <a:cubicBezTo>
                    <a:pt x="6100" y="624"/>
                    <a:pt x="6125" y="609"/>
                    <a:pt x="6153" y="593"/>
                  </a:cubicBezTo>
                  <a:cubicBezTo>
                    <a:pt x="6210" y="558"/>
                    <a:pt x="6270" y="523"/>
                    <a:pt x="6327" y="486"/>
                  </a:cubicBezTo>
                  <a:cubicBezTo>
                    <a:pt x="6333" y="484"/>
                    <a:pt x="6336" y="480"/>
                    <a:pt x="6342" y="477"/>
                  </a:cubicBezTo>
                  <a:cubicBezTo>
                    <a:pt x="6351" y="474"/>
                    <a:pt x="6358" y="466"/>
                    <a:pt x="6364" y="464"/>
                  </a:cubicBezTo>
                  <a:cubicBezTo>
                    <a:pt x="6370" y="461"/>
                    <a:pt x="6374" y="458"/>
                    <a:pt x="6377" y="455"/>
                  </a:cubicBezTo>
                  <a:cubicBezTo>
                    <a:pt x="6385" y="451"/>
                    <a:pt x="6393" y="445"/>
                    <a:pt x="6399" y="443"/>
                  </a:cubicBezTo>
                  <a:cubicBezTo>
                    <a:pt x="6405" y="436"/>
                    <a:pt x="6411" y="432"/>
                    <a:pt x="6418" y="429"/>
                  </a:cubicBezTo>
                  <a:cubicBezTo>
                    <a:pt x="6425" y="427"/>
                    <a:pt x="6429" y="423"/>
                    <a:pt x="6431" y="420"/>
                  </a:cubicBezTo>
                  <a:cubicBezTo>
                    <a:pt x="6434" y="420"/>
                    <a:pt x="6437" y="418"/>
                    <a:pt x="6440" y="418"/>
                  </a:cubicBezTo>
                  <a:cubicBezTo>
                    <a:pt x="6446" y="412"/>
                    <a:pt x="6453" y="408"/>
                    <a:pt x="6456" y="405"/>
                  </a:cubicBezTo>
                  <a:cubicBezTo>
                    <a:pt x="6460" y="405"/>
                    <a:pt x="6462" y="405"/>
                    <a:pt x="6462" y="402"/>
                  </a:cubicBezTo>
                  <a:cubicBezTo>
                    <a:pt x="6468" y="398"/>
                    <a:pt x="6472" y="396"/>
                    <a:pt x="6475" y="396"/>
                  </a:cubicBezTo>
                  <a:cubicBezTo>
                    <a:pt x="6483" y="389"/>
                    <a:pt x="6491" y="387"/>
                    <a:pt x="6497" y="381"/>
                  </a:cubicBezTo>
                  <a:cubicBezTo>
                    <a:pt x="6507" y="374"/>
                    <a:pt x="6517" y="372"/>
                    <a:pt x="6523" y="365"/>
                  </a:cubicBezTo>
                  <a:cubicBezTo>
                    <a:pt x="6529" y="361"/>
                    <a:pt x="6535" y="355"/>
                    <a:pt x="6542" y="352"/>
                  </a:cubicBezTo>
                  <a:cubicBezTo>
                    <a:pt x="6545" y="352"/>
                    <a:pt x="6549" y="350"/>
                    <a:pt x="6549" y="350"/>
                  </a:cubicBezTo>
                  <a:cubicBezTo>
                    <a:pt x="6568" y="336"/>
                    <a:pt x="6584" y="328"/>
                    <a:pt x="6599" y="315"/>
                  </a:cubicBezTo>
                  <a:lnTo>
                    <a:pt x="6601" y="315"/>
                  </a:lnTo>
                  <a:cubicBezTo>
                    <a:pt x="6759" y="212"/>
                    <a:pt x="6916" y="107"/>
                    <a:pt x="7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01"/>
            <p:cNvSpPr/>
            <p:nvPr/>
          </p:nvSpPr>
          <p:spPr>
            <a:xfrm>
              <a:off x="3661625" y="2210750"/>
              <a:ext cx="235925" cy="72900"/>
            </a:xfrm>
            <a:custGeom>
              <a:rect b="b" l="l" r="r" t="t"/>
              <a:pathLst>
                <a:path extrusionOk="0" h="2916" w="9437">
                  <a:moveTo>
                    <a:pt x="8465" y="0"/>
                  </a:moveTo>
                  <a:cubicBezTo>
                    <a:pt x="5963" y="138"/>
                    <a:pt x="3451" y="850"/>
                    <a:pt x="1131" y="2193"/>
                  </a:cubicBezTo>
                  <a:cubicBezTo>
                    <a:pt x="1088" y="2218"/>
                    <a:pt x="1046" y="2244"/>
                    <a:pt x="1002" y="2272"/>
                  </a:cubicBezTo>
                  <a:cubicBezTo>
                    <a:pt x="970" y="2287"/>
                    <a:pt x="941" y="2307"/>
                    <a:pt x="911" y="2329"/>
                  </a:cubicBezTo>
                  <a:cubicBezTo>
                    <a:pt x="856" y="2358"/>
                    <a:pt x="801" y="2392"/>
                    <a:pt x="744" y="2433"/>
                  </a:cubicBezTo>
                  <a:cubicBezTo>
                    <a:pt x="743" y="2432"/>
                    <a:pt x="741" y="2432"/>
                    <a:pt x="740" y="2432"/>
                  </a:cubicBezTo>
                  <a:cubicBezTo>
                    <a:pt x="734" y="2432"/>
                    <a:pt x="727" y="2437"/>
                    <a:pt x="722" y="2442"/>
                  </a:cubicBezTo>
                  <a:lnTo>
                    <a:pt x="720" y="2444"/>
                  </a:lnTo>
                  <a:cubicBezTo>
                    <a:pt x="719" y="2443"/>
                    <a:pt x="718" y="2443"/>
                    <a:pt x="717" y="2443"/>
                  </a:cubicBezTo>
                  <a:cubicBezTo>
                    <a:pt x="715" y="2443"/>
                    <a:pt x="713" y="2445"/>
                    <a:pt x="713" y="2447"/>
                  </a:cubicBezTo>
                  <a:lnTo>
                    <a:pt x="711" y="2447"/>
                  </a:lnTo>
                  <a:cubicBezTo>
                    <a:pt x="711" y="2447"/>
                    <a:pt x="711" y="2451"/>
                    <a:pt x="708" y="2453"/>
                  </a:cubicBezTo>
                  <a:cubicBezTo>
                    <a:pt x="707" y="2452"/>
                    <a:pt x="707" y="2452"/>
                    <a:pt x="706" y="2452"/>
                  </a:cubicBezTo>
                  <a:cubicBezTo>
                    <a:pt x="704" y="2452"/>
                    <a:pt x="701" y="2454"/>
                    <a:pt x="700" y="2457"/>
                  </a:cubicBezTo>
                  <a:cubicBezTo>
                    <a:pt x="690" y="2460"/>
                    <a:pt x="680" y="2467"/>
                    <a:pt x="671" y="2475"/>
                  </a:cubicBezTo>
                  <a:cubicBezTo>
                    <a:pt x="665" y="2475"/>
                    <a:pt x="658" y="2482"/>
                    <a:pt x="651" y="2489"/>
                  </a:cubicBezTo>
                  <a:cubicBezTo>
                    <a:pt x="651" y="2487"/>
                    <a:pt x="650" y="2487"/>
                    <a:pt x="649" y="2487"/>
                  </a:cubicBezTo>
                  <a:cubicBezTo>
                    <a:pt x="647" y="2487"/>
                    <a:pt x="644" y="2489"/>
                    <a:pt x="643" y="2491"/>
                  </a:cubicBezTo>
                  <a:cubicBezTo>
                    <a:pt x="640" y="2491"/>
                    <a:pt x="636" y="2495"/>
                    <a:pt x="634" y="2498"/>
                  </a:cubicBezTo>
                  <a:cubicBezTo>
                    <a:pt x="627" y="2501"/>
                    <a:pt x="620" y="2504"/>
                    <a:pt x="614" y="2510"/>
                  </a:cubicBezTo>
                  <a:cubicBezTo>
                    <a:pt x="610" y="2510"/>
                    <a:pt x="608" y="2510"/>
                    <a:pt x="608" y="2513"/>
                  </a:cubicBezTo>
                  <a:cubicBezTo>
                    <a:pt x="602" y="2513"/>
                    <a:pt x="598" y="2516"/>
                    <a:pt x="594" y="2520"/>
                  </a:cubicBezTo>
                  <a:cubicBezTo>
                    <a:pt x="588" y="2524"/>
                    <a:pt x="582" y="2530"/>
                    <a:pt x="576" y="2532"/>
                  </a:cubicBezTo>
                  <a:cubicBezTo>
                    <a:pt x="566" y="2539"/>
                    <a:pt x="558" y="2541"/>
                    <a:pt x="550" y="2547"/>
                  </a:cubicBezTo>
                  <a:lnTo>
                    <a:pt x="550" y="2550"/>
                  </a:lnTo>
                  <a:lnTo>
                    <a:pt x="547" y="2550"/>
                  </a:lnTo>
                  <a:cubicBezTo>
                    <a:pt x="541" y="2553"/>
                    <a:pt x="538" y="2557"/>
                    <a:pt x="532" y="2560"/>
                  </a:cubicBezTo>
                  <a:cubicBezTo>
                    <a:pt x="529" y="2560"/>
                    <a:pt x="525" y="2563"/>
                    <a:pt x="522" y="2566"/>
                  </a:cubicBezTo>
                  <a:cubicBezTo>
                    <a:pt x="506" y="2575"/>
                    <a:pt x="490" y="2586"/>
                    <a:pt x="475" y="2601"/>
                  </a:cubicBezTo>
                  <a:cubicBezTo>
                    <a:pt x="475" y="2598"/>
                    <a:pt x="473" y="2598"/>
                    <a:pt x="473" y="2598"/>
                  </a:cubicBezTo>
                  <a:cubicBezTo>
                    <a:pt x="473" y="2601"/>
                    <a:pt x="470" y="2601"/>
                    <a:pt x="470" y="2601"/>
                  </a:cubicBezTo>
                  <a:cubicBezTo>
                    <a:pt x="309" y="2704"/>
                    <a:pt x="155" y="2808"/>
                    <a:pt x="0" y="2916"/>
                  </a:cubicBezTo>
                  <a:cubicBezTo>
                    <a:pt x="94" y="2871"/>
                    <a:pt x="190" y="2828"/>
                    <a:pt x="284" y="2787"/>
                  </a:cubicBezTo>
                  <a:cubicBezTo>
                    <a:pt x="305" y="2774"/>
                    <a:pt x="328" y="2764"/>
                    <a:pt x="354" y="2756"/>
                  </a:cubicBezTo>
                  <a:cubicBezTo>
                    <a:pt x="411" y="2727"/>
                    <a:pt x="471" y="2701"/>
                    <a:pt x="530" y="2679"/>
                  </a:cubicBezTo>
                  <a:lnTo>
                    <a:pt x="533" y="2676"/>
                  </a:lnTo>
                  <a:cubicBezTo>
                    <a:pt x="551" y="2666"/>
                    <a:pt x="571" y="2658"/>
                    <a:pt x="592" y="2651"/>
                  </a:cubicBezTo>
                  <a:cubicBezTo>
                    <a:pt x="599" y="2644"/>
                    <a:pt x="608" y="2642"/>
                    <a:pt x="614" y="2642"/>
                  </a:cubicBezTo>
                  <a:cubicBezTo>
                    <a:pt x="618" y="2639"/>
                    <a:pt x="618" y="2639"/>
                    <a:pt x="620" y="2639"/>
                  </a:cubicBezTo>
                  <a:cubicBezTo>
                    <a:pt x="623" y="2637"/>
                    <a:pt x="627" y="2637"/>
                    <a:pt x="630" y="2637"/>
                  </a:cubicBezTo>
                  <a:cubicBezTo>
                    <a:pt x="639" y="2630"/>
                    <a:pt x="651" y="2624"/>
                    <a:pt x="661" y="2624"/>
                  </a:cubicBezTo>
                  <a:lnTo>
                    <a:pt x="664" y="2622"/>
                  </a:lnTo>
                  <a:cubicBezTo>
                    <a:pt x="667" y="2618"/>
                    <a:pt x="674" y="2614"/>
                    <a:pt x="676" y="2614"/>
                  </a:cubicBezTo>
                  <a:cubicBezTo>
                    <a:pt x="682" y="2612"/>
                    <a:pt x="691" y="2608"/>
                    <a:pt x="698" y="2606"/>
                  </a:cubicBezTo>
                  <a:cubicBezTo>
                    <a:pt x="701" y="2603"/>
                    <a:pt x="705" y="2603"/>
                    <a:pt x="707" y="2603"/>
                  </a:cubicBezTo>
                  <a:cubicBezTo>
                    <a:pt x="711" y="2599"/>
                    <a:pt x="717" y="2597"/>
                    <a:pt x="720" y="2597"/>
                  </a:cubicBezTo>
                  <a:lnTo>
                    <a:pt x="722" y="2597"/>
                  </a:lnTo>
                  <a:cubicBezTo>
                    <a:pt x="734" y="2591"/>
                    <a:pt x="747" y="2584"/>
                    <a:pt x="760" y="2581"/>
                  </a:cubicBezTo>
                  <a:cubicBezTo>
                    <a:pt x="770" y="2575"/>
                    <a:pt x="779" y="2571"/>
                    <a:pt x="785" y="2568"/>
                  </a:cubicBezTo>
                  <a:cubicBezTo>
                    <a:pt x="798" y="2565"/>
                    <a:pt x="808" y="2558"/>
                    <a:pt x="816" y="2556"/>
                  </a:cubicBezTo>
                  <a:cubicBezTo>
                    <a:pt x="820" y="2556"/>
                    <a:pt x="824" y="2554"/>
                    <a:pt x="824" y="2554"/>
                  </a:cubicBezTo>
                  <a:cubicBezTo>
                    <a:pt x="880" y="2531"/>
                    <a:pt x="933" y="2509"/>
                    <a:pt x="987" y="2490"/>
                  </a:cubicBezTo>
                  <a:cubicBezTo>
                    <a:pt x="994" y="2488"/>
                    <a:pt x="996" y="2483"/>
                    <a:pt x="1002" y="2481"/>
                  </a:cubicBezTo>
                  <a:cubicBezTo>
                    <a:pt x="2970" y="1701"/>
                    <a:pt x="5022" y="1325"/>
                    <a:pt x="7053" y="1325"/>
                  </a:cubicBezTo>
                  <a:cubicBezTo>
                    <a:pt x="7853" y="1325"/>
                    <a:pt x="8650" y="1383"/>
                    <a:pt x="9437" y="1498"/>
                  </a:cubicBezTo>
                  <a:cubicBezTo>
                    <a:pt x="9200" y="944"/>
                    <a:pt x="8870" y="436"/>
                    <a:pt x="84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01"/>
            <p:cNvSpPr/>
            <p:nvPr/>
          </p:nvSpPr>
          <p:spPr>
            <a:xfrm>
              <a:off x="3612275" y="2041600"/>
              <a:ext cx="74925" cy="248375"/>
            </a:xfrm>
            <a:custGeom>
              <a:rect b="b" l="l" r="r" t="t"/>
              <a:pathLst>
                <a:path extrusionOk="0" h="9935" w="2997">
                  <a:moveTo>
                    <a:pt x="1487" y="1"/>
                  </a:moveTo>
                  <a:cubicBezTo>
                    <a:pt x="995" y="1"/>
                    <a:pt x="517" y="66"/>
                    <a:pt x="63" y="195"/>
                  </a:cubicBezTo>
                  <a:cubicBezTo>
                    <a:pt x="1" y="3117"/>
                    <a:pt x="709" y="6092"/>
                    <a:pt x="2278" y="8806"/>
                  </a:cubicBezTo>
                  <a:cubicBezTo>
                    <a:pt x="2304" y="8850"/>
                    <a:pt x="2329" y="8893"/>
                    <a:pt x="2355" y="8935"/>
                  </a:cubicBezTo>
                  <a:cubicBezTo>
                    <a:pt x="2371" y="8964"/>
                    <a:pt x="2387" y="8991"/>
                    <a:pt x="2402" y="9017"/>
                  </a:cubicBezTo>
                  <a:cubicBezTo>
                    <a:pt x="2442" y="9078"/>
                    <a:pt x="2476" y="9137"/>
                    <a:pt x="2514" y="9194"/>
                  </a:cubicBezTo>
                  <a:cubicBezTo>
                    <a:pt x="2516" y="9201"/>
                    <a:pt x="2520" y="9207"/>
                    <a:pt x="2522" y="9209"/>
                  </a:cubicBezTo>
                  <a:cubicBezTo>
                    <a:pt x="2526" y="9218"/>
                    <a:pt x="2532" y="9225"/>
                    <a:pt x="2535" y="9232"/>
                  </a:cubicBezTo>
                  <a:lnTo>
                    <a:pt x="2535" y="9234"/>
                  </a:lnTo>
                  <a:cubicBezTo>
                    <a:pt x="2540" y="9237"/>
                    <a:pt x="2542" y="9240"/>
                    <a:pt x="2542" y="9243"/>
                  </a:cubicBezTo>
                  <a:cubicBezTo>
                    <a:pt x="2548" y="9254"/>
                    <a:pt x="2555" y="9263"/>
                    <a:pt x="2557" y="9269"/>
                  </a:cubicBezTo>
                  <a:cubicBezTo>
                    <a:pt x="2563" y="9275"/>
                    <a:pt x="2567" y="9281"/>
                    <a:pt x="2571" y="9289"/>
                  </a:cubicBezTo>
                  <a:cubicBezTo>
                    <a:pt x="2573" y="9295"/>
                    <a:pt x="2577" y="9299"/>
                    <a:pt x="2579" y="9301"/>
                  </a:cubicBezTo>
                  <a:cubicBezTo>
                    <a:pt x="2579" y="9305"/>
                    <a:pt x="2582" y="9307"/>
                    <a:pt x="2582" y="9307"/>
                  </a:cubicBezTo>
                  <a:cubicBezTo>
                    <a:pt x="2584" y="9314"/>
                    <a:pt x="2588" y="9321"/>
                    <a:pt x="2591" y="9323"/>
                  </a:cubicBezTo>
                  <a:cubicBezTo>
                    <a:pt x="2594" y="9326"/>
                    <a:pt x="2593" y="9328"/>
                    <a:pt x="2597" y="9332"/>
                  </a:cubicBezTo>
                  <a:cubicBezTo>
                    <a:pt x="2601" y="9336"/>
                    <a:pt x="2604" y="9342"/>
                    <a:pt x="2604" y="9345"/>
                  </a:cubicBezTo>
                  <a:cubicBezTo>
                    <a:pt x="2610" y="9352"/>
                    <a:pt x="2613" y="9358"/>
                    <a:pt x="2619" y="9364"/>
                  </a:cubicBezTo>
                  <a:cubicBezTo>
                    <a:pt x="2623" y="9374"/>
                    <a:pt x="2629" y="9382"/>
                    <a:pt x="2632" y="9390"/>
                  </a:cubicBezTo>
                  <a:cubicBezTo>
                    <a:pt x="2635" y="9390"/>
                    <a:pt x="2635" y="9393"/>
                    <a:pt x="2635" y="9393"/>
                  </a:cubicBezTo>
                  <a:cubicBezTo>
                    <a:pt x="2639" y="9399"/>
                    <a:pt x="2645" y="9405"/>
                    <a:pt x="2648" y="9412"/>
                  </a:cubicBezTo>
                  <a:cubicBezTo>
                    <a:pt x="2648" y="9416"/>
                    <a:pt x="2650" y="9416"/>
                    <a:pt x="2650" y="9419"/>
                  </a:cubicBezTo>
                  <a:cubicBezTo>
                    <a:pt x="2659" y="9434"/>
                    <a:pt x="2669" y="9450"/>
                    <a:pt x="2681" y="9462"/>
                  </a:cubicBezTo>
                  <a:cubicBezTo>
                    <a:pt x="2681" y="9466"/>
                    <a:pt x="2684" y="9469"/>
                    <a:pt x="2684" y="9469"/>
                  </a:cubicBezTo>
                  <a:lnTo>
                    <a:pt x="2684" y="9471"/>
                  </a:lnTo>
                  <a:cubicBezTo>
                    <a:pt x="2788" y="9632"/>
                    <a:pt x="2891" y="9786"/>
                    <a:pt x="2997" y="9935"/>
                  </a:cubicBezTo>
                  <a:cubicBezTo>
                    <a:pt x="2949" y="9837"/>
                    <a:pt x="2906" y="9739"/>
                    <a:pt x="2862" y="9637"/>
                  </a:cubicBezTo>
                  <a:cubicBezTo>
                    <a:pt x="2851" y="9620"/>
                    <a:pt x="2842" y="9600"/>
                    <a:pt x="2836" y="9579"/>
                  </a:cubicBezTo>
                  <a:cubicBezTo>
                    <a:pt x="2808" y="9522"/>
                    <a:pt x="2783" y="9465"/>
                    <a:pt x="2757" y="9405"/>
                  </a:cubicBezTo>
                  <a:lnTo>
                    <a:pt x="2757" y="9403"/>
                  </a:lnTo>
                  <a:cubicBezTo>
                    <a:pt x="2747" y="9385"/>
                    <a:pt x="2738" y="9365"/>
                    <a:pt x="2732" y="9343"/>
                  </a:cubicBezTo>
                  <a:cubicBezTo>
                    <a:pt x="2725" y="9337"/>
                    <a:pt x="2722" y="9328"/>
                    <a:pt x="2722" y="9322"/>
                  </a:cubicBezTo>
                  <a:cubicBezTo>
                    <a:pt x="2718" y="9319"/>
                    <a:pt x="2716" y="9315"/>
                    <a:pt x="2716" y="9312"/>
                  </a:cubicBezTo>
                  <a:lnTo>
                    <a:pt x="2716" y="9310"/>
                  </a:lnTo>
                  <a:cubicBezTo>
                    <a:pt x="2710" y="9301"/>
                    <a:pt x="2706" y="9288"/>
                    <a:pt x="2703" y="9279"/>
                  </a:cubicBezTo>
                  <a:lnTo>
                    <a:pt x="2703" y="9276"/>
                  </a:lnTo>
                  <a:cubicBezTo>
                    <a:pt x="2696" y="9270"/>
                    <a:pt x="2696" y="9268"/>
                    <a:pt x="2694" y="9261"/>
                  </a:cubicBezTo>
                  <a:cubicBezTo>
                    <a:pt x="2691" y="9250"/>
                    <a:pt x="2687" y="9244"/>
                    <a:pt x="2685" y="9235"/>
                  </a:cubicBezTo>
                  <a:cubicBezTo>
                    <a:pt x="2682" y="9235"/>
                    <a:pt x="2682" y="9235"/>
                    <a:pt x="2682" y="9233"/>
                  </a:cubicBezTo>
                  <a:cubicBezTo>
                    <a:pt x="2680" y="9229"/>
                    <a:pt x="2680" y="9223"/>
                    <a:pt x="2680" y="9219"/>
                  </a:cubicBezTo>
                  <a:cubicBezTo>
                    <a:pt x="2677" y="9216"/>
                    <a:pt x="2677" y="9216"/>
                    <a:pt x="2677" y="9213"/>
                  </a:cubicBezTo>
                  <a:cubicBezTo>
                    <a:pt x="2671" y="9202"/>
                    <a:pt x="2664" y="9189"/>
                    <a:pt x="2661" y="9176"/>
                  </a:cubicBezTo>
                  <a:cubicBezTo>
                    <a:pt x="2659" y="9167"/>
                    <a:pt x="2655" y="9161"/>
                    <a:pt x="2653" y="9154"/>
                  </a:cubicBezTo>
                  <a:cubicBezTo>
                    <a:pt x="2646" y="9141"/>
                    <a:pt x="2644" y="9129"/>
                    <a:pt x="2638" y="9119"/>
                  </a:cubicBezTo>
                  <a:lnTo>
                    <a:pt x="2638" y="9116"/>
                  </a:lnTo>
                  <a:cubicBezTo>
                    <a:pt x="2613" y="9062"/>
                    <a:pt x="2591" y="9005"/>
                    <a:pt x="2572" y="8950"/>
                  </a:cubicBezTo>
                  <a:cubicBezTo>
                    <a:pt x="2567" y="8948"/>
                    <a:pt x="2565" y="8944"/>
                    <a:pt x="2565" y="8941"/>
                  </a:cubicBezTo>
                  <a:cubicBezTo>
                    <a:pt x="1415" y="6035"/>
                    <a:pt x="1137" y="2940"/>
                    <a:pt x="1657" y="3"/>
                  </a:cubicBezTo>
                  <a:cubicBezTo>
                    <a:pt x="1600" y="1"/>
                    <a:pt x="1544" y="1"/>
                    <a:pt x="14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101"/>
            <p:cNvSpPr/>
            <p:nvPr/>
          </p:nvSpPr>
          <p:spPr>
            <a:xfrm>
              <a:off x="3668025" y="2258075"/>
              <a:ext cx="69200" cy="175000"/>
            </a:xfrm>
            <a:custGeom>
              <a:rect b="b" l="l" r="r" t="t"/>
              <a:pathLst>
                <a:path extrusionOk="0" h="7000" w="2768">
                  <a:moveTo>
                    <a:pt x="1" y="0"/>
                  </a:moveTo>
                  <a:lnTo>
                    <a:pt x="1" y="0"/>
                  </a:lnTo>
                  <a:cubicBezTo>
                    <a:pt x="44" y="91"/>
                    <a:pt x="86" y="183"/>
                    <a:pt x="127" y="277"/>
                  </a:cubicBezTo>
                  <a:cubicBezTo>
                    <a:pt x="139" y="299"/>
                    <a:pt x="150" y="321"/>
                    <a:pt x="158" y="347"/>
                  </a:cubicBezTo>
                  <a:cubicBezTo>
                    <a:pt x="187" y="404"/>
                    <a:pt x="212" y="465"/>
                    <a:pt x="237" y="523"/>
                  </a:cubicBezTo>
                  <a:cubicBezTo>
                    <a:pt x="237" y="523"/>
                    <a:pt x="239" y="527"/>
                    <a:pt x="239" y="530"/>
                  </a:cubicBezTo>
                  <a:cubicBezTo>
                    <a:pt x="250" y="549"/>
                    <a:pt x="259" y="571"/>
                    <a:pt x="265" y="594"/>
                  </a:cubicBezTo>
                  <a:cubicBezTo>
                    <a:pt x="271" y="600"/>
                    <a:pt x="274" y="609"/>
                    <a:pt x="274" y="615"/>
                  </a:cubicBezTo>
                  <a:lnTo>
                    <a:pt x="277" y="617"/>
                  </a:lnTo>
                  <a:cubicBezTo>
                    <a:pt x="280" y="620"/>
                    <a:pt x="280" y="624"/>
                    <a:pt x="280" y="627"/>
                  </a:cubicBezTo>
                  <a:cubicBezTo>
                    <a:pt x="286" y="640"/>
                    <a:pt x="290" y="648"/>
                    <a:pt x="292" y="662"/>
                  </a:cubicBezTo>
                  <a:lnTo>
                    <a:pt x="295" y="662"/>
                  </a:lnTo>
                  <a:cubicBezTo>
                    <a:pt x="299" y="668"/>
                    <a:pt x="299" y="671"/>
                    <a:pt x="301" y="677"/>
                  </a:cubicBezTo>
                  <a:cubicBezTo>
                    <a:pt x="305" y="683"/>
                    <a:pt x="307" y="689"/>
                    <a:pt x="307" y="697"/>
                  </a:cubicBezTo>
                  <a:cubicBezTo>
                    <a:pt x="312" y="699"/>
                    <a:pt x="315" y="703"/>
                    <a:pt x="315" y="705"/>
                  </a:cubicBezTo>
                  <a:cubicBezTo>
                    <a:pt x="318" y="712"/>
                    <a:pt x="318" y="714"/>
                    <a:pt x="321" y="720"/>
                  </a:cubicBezTo>
                  <a:cubicBezTo>
                    <a:pt x="327" y="734"/>
                    <a:pt x="333" y="749"/>
                    <a:pt x="336" y="762"/>
                  </a:cubicBezTo>
                  <a:cubicBezTo>
                    <a:pt x="338" y="769"/>
                    <a:pt x="343" y="777"/>
                    <a:pt x="346" y="784"/>
                  </a:cubicBezTo>
                  <a:cubicBezTo>
                    <a:pt x="352" y="797"/>
                    <a:pt x="354" y="810"/>
                    <a:pt x="360" y="818"/>
                  </a:cubicBezTo>
                  <a:lnTo>
                    <a:pt x="360" y="826"/>
                  </a:lnTo>
                  <a:cubicBezTo>
                    <a:pt x="385" y="882"/>
                    <a:pt x="408" y="935"/>
                    <a:pt x="426" y="989"/>
                  </a:cubicBezTo>
                  <a:cubicBezTo>
                    <a:pt x="429" y="996"/>
                    <a:pt x="433" y="998"/>
                    <a:pt x="435" y="1004"/>
                  </a:cubicBezTo>
                  <a:cubicBezTo>
                    <a:pt x="1208" y="2953"/>
                    <a:pt x="1584" y="4986"/>
                    <a:pt x="1592" y="6999"/>
                  </a:cubicBezTo>
                  <a:lnTo>
                    <a:pt x="2768" y="6999"/>
                  </a:lnTo>
                  <a:cubicBezTo>
                    <a:pt x="2474" y="4988"/>
                    <a:pt x="1799" y="3000"/>
                    <a:pt x="725" y="1133"/>
                  </a:cubicBezTo>
                  <a:cubicBezTo>
                    <a:pt x="698" y="1084"/>
                    <a:pt x="669" y="1035"/>
                    <a:pt x="638" y="986"/>
                  </a:cubicBezTo>
                  <a:cubicBezTo>
                    <a:pt x="625" y="961"/>
                    <a:pt x="610" y="939"/>
                    <a:pt x="596" y="913"/>
                  </a:cubicBezTo>
                  <a:cubicBezTo>
                    <a:pt x="562" y="857"/>
                    <a:pt x="527" y="800"/>
                    <a:pt x="489" y="743"/>
                  </a:cubicBezTo>
                  <a:cubicBezTo>
                    <a:pt x="486" y="736"/>
                    <a:pt x="483" y="730"/>
                    <a:pt x="477" y="724"/>
                  </a:cubicBezTo>
                  <a:cubicBezTo>
                    <a:pt x="477" y="717"/>
                    <a:pt x="473" y="713"/>
                    <a:pt x="471" y="710"/>
                  </a:cubicBezTo>
                  <a:cubicBezTo>
                    <a:pt x="471" y="707"/>
                    <a:pt x="471" y="704"/>
                    <a:pt x="467" y="704"/>
                  </a:cubicBezTo>
                  <a:cubicBezTo>
                    <a:pt x="467" y="702"/>
                    <a:pt x="463" y="698"/>
                    <a:pt x="461" y="695"/>
                  </a:cubicBezTo>
                  <a:cubicBezTo>
                    <a:pt x="459" y="684"/>
                    <a:pt x="452" y="676"/>
                    <a:pt x="446" y="669"/>
                  </a:cubicBezTo>
                  <a:cubicBezTo>
                    <a:pt x="442" y="663"/>
                    <a:pt x="440" y="656"/>
                    <a:pt x="433" y="650"/>
                  </a:cubicBezTo>
                  <a:cubicBezTo>
                    <a:pt x="433" y="643"/>
                    <a:pt x="429" y="640"/>
                    <a:pt x="426" y="637"/>
                  </a:cubicBezTo>
                  <a:cubicBezTo>
                    <a:pt x="423" y="635"/>
                    <a:pt x="423" y="631"/>
                    <a:pt x="420" y="628"/>
                  </a:cubicBezTo>
                  <a:cubicBezTo>
                    <a:pt x="416" y="621"/>
                    <a:pt x="410" y="615"/>
                    <a:pt x="408" y="609"/>
                  </a:cubicBezTo>
                  <a:cubicBezTo>
                    <a:pt x="405" y="609"/>
                    <a:pt x="405" y="606"/>
                    <a:pt x="405" y="606"/>
                  </a:cubicBezTo>
                  <a:cubicBezTo>
                    <a:pt x="405" y="604"/>
                    <a:pt x="400" y="600"/>
                    <a:pt x="398" y="597"/>
                  </a:cubicBezTo>
                  <a:cubicBezTo>
                    <a:pt x="394" y="588"/>
                    <a:pt x="392" y="581"/>
                    <a:pt x="385" y="575"/>
                  </a:cubicBezTo>
                  <a:cubicBezTo>
                    <a:pt x="379" y="566"/>
                    <a:pt x="373" y="555"/>
                    <a:pt x="366" y="547"/>
                  </a:cubicBezTo>
                  <a:cubicBezTo>
                    <a:pt x="363" y="540"/>
                    <a:pt x="359" y="534"/>
                    <a:pt x="357" y="532"/>
                  </a:cubicBezTo>
                  <a:cubicBezTo>
                    <a:pt x="357" y="528"/>
                    <a:pt x="353" y="524"/>
                    <a:pt x="351" y="522"/>
                  </a:cubicBezTo>
                  <a:cubicBezTo>
                    <a:pt x="342" y="503"/>
                    <a:pt x="331" y="487"/>
                    <a:pt x="316" y="472"/>
                  </a:cubicBezTo>
                  <a:lnTo>
                    <a:pt x="316" y="470"/>
                  </a:lnTo>
                  <a:cubicBezTo>
                    <a:pt x="313" y="470"/>
                    <a:pt x="313" y="470"/>
                    <a:pt x="313" y="467"/>
                  </a:cubicBezTo>
                  <a:cubicBezTo>
                    <a:pt x="213" y="308"/>
                    <a:pt x="108" y="15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101"/>
            <p:cNvSpPr/>
            <p:nvPr/>
          </p:nvSpPr>
          <p:spPr>
            <a:xfrm>
              <a:off x="3516850" y="2257675"/>
              <a:ext cx="169850" cy="175375"/>
            </a:xfrm>
            <a:custGeom>
              <a:rect b="b" l="l" r="r" t="t"/>
              <a:pathLst>
                <a:path extrusionOk="0" h="7015" w="6794">
                  <a:moveTo>
                    <a:pt x="6793" y="1"/>
                  </a:moveTo>
                  <a:lnTo>
                    <a:pt x="6793" y="1"/>
                  </a:lnTo>
                  <a:cubicBezTo>
                    <a:pt x="6734" y="88"/>
                    <a:pt x="6674" y="173"/>
                    <a:pt x="6602" y="257"/>
                  </a:cubicBezTo>
                  <a:cubicBezTo>
                    <a:pt x="6593" y="276"/>
                    <a:pt x="6577" y="294"/>
                    <a:pt x="6565" y="313"/>
                  </a:cubicBezTo>
                  <a:cubicBezTo>
                    <a:pt x="6528" y="368"/>
                    <a:pt x="6487" y="421"/>
                    <a:pt x="6448" y="474"/>
                  </a:cubicBezTo>
                  <a:lnTo>
                    <a:pt x="6448" y="477"/>
                  </a:lnTo>
                  <a:cubicBezTo>
                    <a:pt x="6437" y="494"/>
                    <a:pt x="6425" y="509"/>
                    <a:pt x="6411" y="525"/>
                  </a:cubicBezTo>
                  <a:cubicBezTo>
                    <a:pt x="6405" y="534"/>
                    <a:pt x="6399" y="540"/>
                    <a:pt x="6396" y="547"/>
                  </a:cubicBezTo>
                  <a:cubicBezTo>
                    <a:pt x="6392" y="551"/>
                    <a:pt x="6392" y="554"/>
                    <a:pt x="6390" y="554"/>
                  </a:cubicBezTo>
                  <a:cubicBezTo>
                    <a:pt x="6390" y="557"/>
                    <a:pt x="6383" y="560"/>
                    <a:pt x="6383" y="560"/>
                  </a:cubicBezTo>
                  <a:cubicBezTo>
                    <a:pt x="6380" y="569"/>
                    <a:pt x="6374" y="575"/>
                    <a:pt x="6368" y="582"/>
                  </a:cubicBezTo>
                  <a:lnTo>
                    <a:pt x="6365" y="582"/>
                  </a:lnTo>
                  <a:lnTo>
                    <a:pt x="6365" y="585"/>
                  </a:lnTo>
                  <a:cubicBezTo>
                    <a:pt x="6361" y="591"/>
                    <a:pt x="6359" y="597"/>
                    <a:pt x="6352" y="600"/>
                  </a:cubicBezTo>
                  <a:cubicBezTo>
                    <a:pt x="6352" y="606"/>
                    <a:pt x="6349" y="611"/>
                    <a:pt x="6343" y="613"/>
                  </a:cubicBezTo>
                  <a:cubicBezTo>
                    <a:pt x="6343" y="619"/>
                    <a:pt x="6341" y="623"/>
                    <a:pt x="6334" y="626"/>
                  </a:cubicBezTo>
                  <a:cubicBezTo>
                    <a:pt x="6334" y="632"/>
                    <a:pt x="6332" y="636"/>
                    <a:pt x="6326" y="638"/>
                  </a:cubicBezTo>
                  <a:cubicBezTo>
                    <a:pt x="6326" y="642"/>
                    <a:pt x="6323" y="642"/>
                    <a:pt x="6323" y="642"/>
                  </a:cubicBezTo>
                  <a:cubicBezTo>
                    <a:pt x="6316" y="650"/>
                    <a:pt x="6310" y="660"/>
                    <a:pt x="6301" y="669"/>
                  </a:cubicBezTo>
                  <a:cubicBezTo>
                    <a:pt x="6298" y="680"/>
                    <a:pt x="6292" y="689"/>
                    <a:pt x="6285" y="695"/>
                  </a:cubicBezTo>
                  <a:cubicBezTo>
                    <a:pt x="6275" y="704"/>
                    <a:pt x="6269" y="715"/>
                    <a:pt x="6260" y="724"/>
                  </a:cubicBezTo>
                  <a:cubicBezTo>
                    <a:pt x="6260" y="726"/>
                    <a:pt x="6256" y="726"/>
                    <a:pt x="6256" y="726"/>
                  </a:cubicBezTo>
                  <a:cubicBezTo>
                    <a:pt x="6224" y="774"/>
                    <a:pt x="6187" y="822"/>
                    <a:pt x="6152" y="865"/>
                  </a:cubicBezTo>
                  <a:cubicBezTo>
                    <a:pt x="6148" y="872"/>
                    <a:pt x="6142" y="875"/>
                    <a:pt x="6140" y="881"/>
                  </a:cubicBezTo>
                  <a:cubicBezTo>
                    <a:pt x="4469" y="2992"/>
                    <a:pt x="2348" y="4606"/>
                    <a:pt x="1" y="5668"/>
                  </a:cubicBezTo>
                  <a:lnTo>
                    <a:pt x="1" y="7014"/>
                  </a:lnTo>
                  <a:lnTo>
                    <a:pt x="518" y="7014"/>
                  </a:lnTo>
                  <a:cubicBezTo>
                    <a:pt x="2787" y="5621"/>
                    <a:pt x="4750" y="3660"/>
                    <a:pt x="6172" y="1192"/>
                  </a:cubicBezTo>
                  <a:cubicBezTo>
                    <a:pt x="6200" y="1144"/>
                    <a:pt x="6225" y="1098"/>
                    <a:pt x="6254" y="1050"/>
                  </a:cubicBezTo>
                  <a:cubicBezTo>
                    <a:pt x="6267" y="1025"/>
                    <a:pt x="6282" y="1000"/>
                    <a:pt x="6296" y="972"/>
                  </a:cubicBezTo>
                  <a:cubicBezTo>
                    <a:pt x="6331" y="915"/>
                    <a:pt x="6362" y="858"/>
                    <a:pt x="6390" y="798"/>
                  </a:cubicBezTo>
                  <a:cubicBezTo>
                    <a:pt x="6394" y="792"/>
                    <a:pt x="6396" y="786"/>
                    <a:pt x="6403" y="779"/>
                  </a:cubicBezTo>
                  <a:cubicBezTo>
                    <a:pt x="6403" y="777"/>
                    <a:pt x="6406" y="771"/>
                    <a:pt x="6409" y="763"/>
                  </a:cubicBezTo>
                  <a:cubicBezTo>
                    <a:pt x="6413" y="763"/>
                    <a:pt x="6413" y="760"/>
                    <a:pt x="6415" y="757"/>
                  </a:cubicBezTo>
                  <a:cubicBezTo>
                    <a:pt x="6415" y="755"/>
                    <a:pt x="6420" y="748"/>
                    <a:pt x="6422" y="742"/>
                  </a:cubicBezTo>
                  <a:cubicBezTo>
                    <a:pt x="6426" y="735"/>
                    <a:pt x="6429" y="729"/>
                    <a:pt x="6435" y="720"/>
                  </a:cubicBezTo>
                  <a:cubicBezTo>
                    <a:pt x="6437" y="714"/>
                    <a:pt x="6441" y="707"/>
                    <a:pt x="6444" y="698"/>
                  </a:cubicBezTo>
                  <a:cubicBezTo>
                    <a:pt x="6447" y="695"/>
                    <a:pt x="6447" y="691"/>
                    <a:pt x="6450" y="689"/>
                  </a:cubicBezTo>
                  <a:cubicBezTo>
                    <a:pt x="6455" y="685"/>
                    <a:pt x="6455" y="683"/>
                    <a:pt x="6457" y="676"/>
                  </a:cubicBezTo>
                  <a:cubicBezTo>
                    <a:pt x="6461" y="673"/>
                    <a:pt x="6461" y="669"/>
                    <a:pt x="6463" y="667"/>
                  </a:cubicBezTo>
                  <a:cubicBezTo>
                    <a:pt x="6463" y="663"/>
                    <a:pt x="6467" y="657"/>
                    <a:pt x="6470" y="654"/>
                  </a:cubicBezTo>
                  <a:cubicBezTo>
                    <a:pt x="6470" y="650"/>
                    <a:pt x="6473" y="644"/>
                    <a:pt x="6476" y="642"/>
                  </a:cubicBezTo>
                  <a:cubicBezTo>
                    <a:pt x="6480" y="634"/>
                    <a:pt x="6482" y="626"/>
                    <a:pt x="6489" y="619"/>
                  </a:cubicBezTo>
                  <a:cubicBezTo>
                    <a:pt x="6493" y="611"/>
                    <a:pt x="6499" y="600"/>
                    <a:pt x="6502" y="591"/>
                  </a:cubicBezTo>
                  <a:cubicBezTo>
                    <a:pt x="6504" y="585"/>
                    <a:pt x="6508" y="578"/>
                    <a:pt x="6511" y="571"/>
                  </a:cubicBezTo>
                  <a:lnTo>
                    <a:pt x="6511" y="569"/>
                  </a:lnTo>
                  <a:lnTo>
                    <a:pt x="6513" y="566"/>
                  </a:lnTo>
                  <a:cubicBezTo>
                    <a:pt x="6524" y="550"/>
                    <a:pt x="6530" y="534"/>
                    <a:pt x="6539" y="519"/>
                  </a:cubicBezTo>
                  <a:cubicBezTo>
                    <a:pt x="6539" y="517"/>
                    <a:pt x="6542" y="513"/>
                    <a:pt x="6542" y="509"/>
                  </a:cubicBezTo>
                  <a:cubicBezTo>
                    <a:pt x="6544" y="509"/>
                    <a:pt x="6544" y="507"/>
                    <a:pt x="6544" y="507"/>
                  </a:cubicBezTo>
                  <a:cubicBezTo>
                    <a:pt x="6630" y="341"/>
                    <a:pt x="6711" y="171"/>
                    <a:pt x="67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01"/>
            <p:cNvSpPr/>
            <p:nvPr/>
          </p:nvSpPr>
          <p:spPr>
            <a:xfrm>
              <a:off x="3668550" y="2147925"/>
              <a:ext cx="129075" cy="142450"/>
            </a:xfrm>
            <a:custGeom>
              <a:rect b="b" l="l" r="r" t="t"/>
              <a:pathLst>
                <a:path extrusionOk="0" h="5698" w="5163">
                  <a:moveTo>
                    <a:pt x="4428" y="1"/>
                  </a:moveTo>
                  <a:cubicBezTo>
                    <a:pt x="2938" y="1223"/>
                    <a:pt x="1643" y="2732"/>
                    <a:pt x="621" y="4501"/>
                  </a:cubicBezTo>
                  <a:cubicBezTo>
                    <a:pt x="593" y="4549"/>
                    <a:pt x="567" y="4595"/>
                    <a:pt x="538" y="4642"/>
                  </a:cubicBezTo>
                  <a:cubicBezTo>
                    <a:pt x="526" y="4667"/>
                    <a:pt x="510" y="4696"/>
                    <a:pt x="497" y="4722"/>
                  </a:cubicBezTo>
                  <a:cubicBezTo>
                    <a:pt x="462" y="4783"/>
                    <a:pt x="430" y="4839"/>
                    <a:pt x="399" y="4898"/>
                  </a:cubicBezTo>
                  <a:cubicBezTo>
                    <a:pt x="395" y="4905"/>
                    <a:pt x="389" y="4914"/>
                    <a:pt x="387" y="4920"/>
                  </a:cubicBezTo>
                  <a:cubicBezTo>
                    <a:pt x="382" y="4924"/>
                    <a:pt x="382" y="4930"/>
                    <a:pt x="379" y="4933"/>
                  </a:cubicBezTo>
                  <a:cubicBezTo>
                    <a:pt x="379" y="4933"/>
                    <a:pt x="379" y="4936"/>
                    <a:pt x="377" y="4936"/>
                  </a:cubicBezTo>
                  <a:cubicBezTo>
                    <a:pt x="377" y="4942"/>
                    <a:pt x="373" y="4945"/>
                    <a:pt x="371" y="4951"/>
                  </a:cubicBezTo>
                  <a:cubicBezTo>
                    <a:pt x="364" y="4961"/>
                    <a:pt x="361" y="4968"/>
                    <a:pt x="358" y="4977"/>
                  </a:cubicBezTo>
                  <a:cubicBezTo>
                    <a:pt x="352" y="4983"/>
                    <a:pt x="348" y="4990"/>
                    <a:pt x="348" y="4996"/>
                  </a:cubicBezTo>
                  <a:cubicBezTo>
                    <a:pt x="346" y="5003"/>
                    <a:pt x="342" y="5007"/>
                    <a:pt x="340" y="5009"/>
                  </a:cubicBezTo>
                  <a:cubicBezTo>
                    <a:pt x="336" y="5016"/>
                    <a:pt x="336" y="5019"/>
                    <a:pt x="333" y="5022"/>
                  </a:cubicBezTo>
                  <a:cubicBezTo>
                    <a:pt x="330" y="5028"/>
                    <a:pt x="330" y="5033"/>
                    <a:pt x="327" y="5035"/>
                  </a:cubicBezTo>
                  <a:cubicBezTo>
                    <a:pt x="325" y="5038"/>
                    <a:pt x="325" y="5042"/>
                    <a:pt x="325" y="5044"/>
                  </a:cubicBezTo>
                  <a:cubicBezTo>
                    <a:pt x="321" y="5047"/>
                    <a:pt x="317" y="5050"/>
                    <a:pt x="317" y="5053"/>
                  </a:cubicBezTo>
                  <a:cubicBezTo>
                    <a:pt x="311" y="5063"/>
                    <a:pt x="307" y="5073"/>
                    <a:pt x="305" y="5079"/>
                  </a:cubicBezTo>
                  <a:cubicBezTo>
                    <a:pt x="299" y="5089"/>
                    <a:pt x="295" y="5099"/>
                    <a:pt x="292" y="5105"/>
                  </a:cubicBezTo>
                  <a:lnTo>
                    <a:pt x="290" y="5107"/>
                  </a:lnTo>
                  <a:cubicBezTo>
                    <a:pt x="285" y="5114"/>
                    <a:pt x="283" y="5120"/>
                    <a:pt x="283" y="5122"/>
                  </a:cubicBezTo>
                  <a:cubicBezTo>
                    <a:pt x="280" y="5130"/>
                    <a:pt x="276" y="5133"/>
                    <a:pt x="274" y="5136"/>
                  </a:cubicBezTo>
                  <a:cubicBezTo>
                    <a:pt x="268" y="5151"/>
                    <a:pt x="261" y="5164"/>
                    <a:pt x="255" y="5177"/>
                  </a:cubicBezTo>
                  <a:cubicBezTo>
                    <a:pt x="252" y="5183"/>
                    <a:pt x="249" y="5187"/>
                    <a:pt x="252" y="5189"/>
                  </a:cubicBezTo>
                  <a:lnTo>
                    <a:pt x="249" y="5192"/>
                  </a:lnTo>
                  <a:cubicBezTo>
                    <a:pt x="162" y="5360"/>
                    <a:pt x="79" y="5527"/>
                    <a:pt x="1" y="5697"/>
                  </a:cubicBezTo>
                  <a:cubicBezTo>
                    <a:pt x="59" y="5609"/>
                    <a:pt x="120" y="5524"/>
                    <a:pt x="186" y="5439"/>
                  </a:cubicBezTo>
                  <a:cubicBezTo>
                    <a:pt x="197" y="5416"/>
                    <a:pt x="212" y="5399"/>
                    <a:pt x="228" y="5379"/>
                  </a:cubicBezTo>
                  <a:cubicBezTo>
                    <a:pt x="263" y="5329"/>
                    <a:pt x="301" y="5279"/>
                    <a:pt x="338" y="5229"/>
                  </a:cubicBezTo>
                  <a:lnTo>
                    <a:pt x="338" y="5222"/>
                  </a:lnTo>
                  <a:cubicBezTo>
                    <a:pt x="354" y="5203"/>
                    <a:pt x="367" y="5191"/>
                    <a:pt x="379" y="5172"/>
                  </a:cubicBezTo>
                  <a:cubicBezTo>
                    <a:pt x="382" y="5166"/>
                    <a:pt x="389" y="5163"/>
                    <a:pt x="395" y="5156"/>
                  </a:cubicBezTo>
                  <a:cubicBezTo>
                    <a:pt x="395" y="5153"/>
                    <a:pt x="395" y="5150"/>
                    <a:pt x="398" y="5147"/>
                  </a:cubicBezTo>
                  <a:lnTo>
                    <a:pt x="407" y="5138"/>
                  </a:lnTo>
                  <a:cubicBezTo>
                    <a:pt x="410" y="5132"/>
                    <a:pt x="418" y="5125"/>
                    <a:pt x="420" y="5119"/>
                  </a:cubicBezTo>
                  <a:cubicBezTo>
                    <a:pt x="424" y="5115"/>
                    <a:pt x="424" y="5112"/>
                    <a:pt x="426" y="5112"/>
                  </a:cubicBezTo>
                  <a:cubicBezTo>
                    <a:pt x="429" y="5106"/>
                    <a:pt x="433" y="5102"/>
                    <a:pt x="435" y="5100"/>
                  </a:cubicBezTo>
                  <a:cubicBezTo>
                    <a:pt x="439" y="5093"/>
                    <a:pt x="441" y="5086"/>
                    <a:pt x="449" y="5084"/>
                  </a:cubicBezTo>
                  <a:cubicBezTo>
                    <a:pt x="449" y="5081"/>
                    <a:pt x="452" y="5078"/>
                    <a:pt x="455" y="5075"/>
                  </a:cubicBezTo>
                  <a:cubicBezTo>
                    <a:pt x="459" y="5069"/>
                    <a:pt x="461" y="5065"/>
                    <a:pt x="467" y="5062"/>
                  </a:cubicBezTo>
                  <a:lnTo>
                    <a:pt x="467" y="5059"/>
                  </a:lnTo>
                  <a:cubicBezTo>
                    <a:pt x="474" y="5048"/>
                    <a:pt x="485" y="5038"/>
                    <a:pt x="493" y="5028"/>
                  </a:cubicBezTo>
                  <a:cubicBezTo>
                    <a:pt x="496" y="5020"/>
                    <a:pt x="502" y="5013"/>
                    <a:pt x="508" y="5007"/>
                  </a:cubicBezTo>
                  <a:cubicBezTo>
                    <a:pt x="516" y="4995"/>
                    <a:pt x="524" y="4985"/>
                    <a:pt x="531" y="4976"/>
                  </a:cubicBezTo>
                  <a:lnTo>
                    <a:pt x="533" y="4976"/>
                  </a:lnTo>
                  <a:cubicBezTo>
                    <a:pt x="564" y="4930"/>
                    <a:pt x="599" y="4887"/>
                    <a:pt x="634" y="4843"/>
                  </a:cubicBezTo>
                  <a:cubicBezTo>
                    <a:pt x="640" y="4836"/>
                    <a:pt x="645" y="4827"/>
                    <a:pt x="653" y="4821"/>
                  </a:cubicBezTo>
                  <a:cubicBezTo>
                    <a:pt x="1929" y="3211"/>
                    <a:pt x="3464" y="1888"/>
                    <a:pt x="5163" y="879"/>
                  </a:cubicBezTo>
                  <a:cubicBezTo>
                    <a:pt x="4955" y="841"/>
                    <a:pt x="4744" y="818"/>
                    <a:pt x="4526" y="804"/>
                  </a:cubicBezTo>
                  <a:cubicBezTo>
                    <a:pt x="4513" y="529"/>
                    <a:pt x="4482" y="263"/>
                    <a:pt x="44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01"/>
            <p:cNvSpPr/>
            <p:nvPr/>
          </p:nvSpPr>
          <p:spPr>
            <a:xfrm>
              <a:off x="3523325" y="2093775"/>
              <a:ext cx="170775" cy="189275"/>
            </a:xfrm>
            <a:custGeom>
              <a:rect b="b" l="l" r="r" t="t"/>
              <a:pathLst>
                <a:path extrusionOk="0" h="7571" w="6831">
                  <a:moveTo>
                    <a:pt x="832" y="0"/>
                  </a:moveTo>
                  <a:cubicBezTo>
                    <a:pt x="470" y="474"/>
                    <a:pt x="184" y="1012"/>
                    <a:pt x="1" y="1593"/>
                  </a:cubicBezTo>
                  <a:cubicBezTo>
                    <a:pt x="1377" y="3736"/>
                    <a:pt x="3275" y="5593"/>
                    <a:pt x="5635" y="6954"/>
                  </a:cubicBezTo>
                  <a:cubicBezTo>
                    <a:pt x="5683" y="6982"/>
                    <a:pt x="5729" y="7008"/>
                    <a:pt x="5778" y="7037"/>
                  </a:cubicBezTo>
                  <a:cubicBezTo>
                    <a:pt x="5801" y="7049"/>
                    <a:pt x="5827" y="7064"/>
                    <a:pt x="5856" y="7078"/>
                  </a:cubicBezTo>
                  <a:cubicBezTo>
                    <a:pt x="5913" y="7112"/>
                    <a:pt x="5974" y="7145"/>
                    <a:pt x="6033" y="7176"/>
                  </a:cubicBezTo>
                  <a:cubicBezTo>
                    <a:pt x="6039" y="7179"/>
                    <a:pt x="6046" y="7186"/>
                    <a:pt x="6054" y="7188"/>
                  </a:cubicBezTo>
                  <a:lnTo>
                    <a:pt x="6057" y="7188"/>
                  </a:lnTo>
                  <a:cubicBezTo>
                    <a:pt x="6061" y="7191"/>
                    <a:pt x="6061" y="7191"/>
                    <a:pt x="6064" y="7191"/>
                  </a:cubicBezTo>
                  <a:cubicBezTo>
                    <a:pt x="6064" y="7194"/>
                    <a:pt x="6068" y="7194"/>
                    <a:pt x="6070" y="7198"/>
                  </a:cubicBezTo>
                  <a:cubicBezTo>
                    <a:pt x="6073" y="7198"/>
                    <a:pt x="6079" y="7202"/>
                    <a:pt x="6085" y="7204"/>
                  </a:cubicBezTo>
                  <a:cubicBezTo>
                    <a:pt x="6092" y="7208"/>
                    <a:pt x="6099" y="7214"/>
                    <a:pt x="6108" y="7217"/>
                  </a:cubicBezTo>
                  <a:cubicBezTo>
                    <a:pt x="6114" y="7219"/>
                    <a:pt x="6120" y="7223"/>
                    <a:pt x="6130" y="7225"/>
                  </a:cubicBezTo>
                  <a:cubicBezTo>
                    <a:pt x="6132" y="7229"/>
                    <a:pt x="6136" y="7233"/>
                    <a:pt x="6139" y="7233"/>
                  </a:cubicBezTo>
                  <a:cubicBezTo>
                    <a:pt x="6141" y="7236"/>
                    <a:pt x="6145" y="7236"/>
                    <a:pt x="6147" y="7239"/>
                  </a:cubicBezTo>
                  <a:cubicBezTo>
                    <a:pt x="6154" y="7241"/>
                    <a:pt x="6161" y="7245"/>
                    <a:pt x="6167" y="7248"/>
                  </a:cubicBezTo>
                  <a:cubicBezTo>
                    <a:pt x="6171" y="7248"/>
                    <a:pt x="6171" y="7250"/>
                    <a:pt x="6173" y="7250"/>
                  </a:cubicBezTo>
                  <a:cubicBezTo>
                    <a:pt x="6177" y="7254"/>
                    <a:pt x="6183" y="7254"/>
                    <a:pt x="6186" y="7256"/>
                  </a:cubicBezTo>
                  <a:cubicBezTo>
                    <a:pt x="6193" y="7260"/>
                    <a:pt x="6202" y="7267"/>
                    <a:pt x="6208" y="7270"/>
                  </a:cubicBezTo>
                  <a:cubicBezTo>
                    <a:pt x="6217" y="7274"/>
                    <a:pt x="6228" y="7280"/>
                    <a:pt x="6237" y="7282"/>
                  </a:cubicBezTo>
                  <a:lnTo>
                    <a:pt x="6239" y="7285"/>
                  </a:lnTo>
                  <a:cubicBezTo>
                    <a:pt x="6245" y="7289"/>
                    <a:pt x="6248" y="7291"/>
                    <a:pt x="6254" y="7291"/>
                  </a:cubicBezTo>
                  <a:lnTo>
                    <a:pt x="6261" y="7298"/>
                  </a:lnTo>
                  <a:cubicBezTo>
                    <a:pt x="6278" y="7305"/>
                    <a:pt x="6294" y="7313"/>
                    <a:pt x="6309" y="7320"/>
                  </a:cubicBezTo>
                  <a:cubicBezTo>
                    <a:pt x="6311" y="7322"/>
                    <a:pt x="6315" y="7322"/>
                    <a:pt x="6317" y="7322"/>
                  </a:cubicBezTo>
                  <a:lnTo>
                    <a:pt x="6317" y="7325"/>
                  </a:lnTo>
                  <a:cubicBezTo>
                    <a:pt x="6488" y="7410"/>
                    <a:pt x="6658" y="7496"/>
                    <a:pt x="6830" y="7570"/>
                  </a:cubicBezTo>
                  <a:cubicBezTo>
                    <a:pt x="6742" y="7511"/>
                    <a:pt x="6657" y="7450"/>
                    <a:pt x="6572" y="7384"/>
                  </a:cubicBezTo>
                  <a:cubicBezTo>
                    <a:pt x="6553" y="7375"/>
                    <a:pt x="6534" y="7360"/>
                    <a:pt x="6516" y="7347"/>
                  </a:cubicBezTo>
                  <a:cubicBezTo>
                    <a:pt x="6461" y="7310"/>
                    <a:pt x="6410" y="7271"/>
                    <a:pt x="6361" y="7234"/>
                  </a:cubicBezTo>
                  <a:lnTo>
                    <a:pt x="6358" y="7231"/>
                  </a:lnTo>
                  <a:cubicBezTo>
                    <a:pt x="6338" y="7219"/>
                    <a:pt x="6319" y="7207"/>
                    <a:pt x="6304" y="7193"/>
                  </a:cubicBezTo>
                  <a:cubicBezTo>
                    <a:pt x="6297" y="7187"/>
                    <a:pt x="6291" y="7184"/>
                    <a:pt x="6284" y="7178"/>
                  </a:cubicBezTo>
                  <a:cubicBezTo>
                    <a:pt x="6280" y="7178"/>
                    <a:pt x="6278" y="7176"/>
                    <a:pt x="6278" y="7176"/>
                  </a:cubicBezTo>
                  <a:lnTo>
                    <a:pt x="6269" y="7167"/>
                  </a:lnTo>
                  <a:cubicBezTo>
                    <a:pt x="6260" y="7163"/>
                    <a:pt x="6253" y="7157"/>
                    <a:pt x="6247" y="7151"/>
                  </a:cubicBezTo>
                  <a:cubicBezTo>
                    <a:pt x="6244" y="7151"/>
                    <a:pt x="6244" y="7151"/>
                    <a:pt x="6244" y="7148"/>
                  </a:cubicBezTo>
                  <a:cubicBezTo>
                    <a:pt x="6238" y="7146"/>
                    <a:pt x="6234" y="7142"/>
                    <a:pt x="6232" y="7140"/>
                  </a:cubicBezTo>
                  <a:cubicBezTo>
                    <a:pt x="6224" y="7136"/>
                    <a:pt x="6218" y="7132"/>
                    <a:pt x="6216" y="7126"/>
                  </a:cubicBezTo>
                  <a:cubicBezTo>
                    <a:pt x="6209" y="7126"/>
                    <a:pt x="6206" y="7124"/>
                    <a:pt x="6203" y="7117"/>
                  </a:cubicBezTo>
                  <a:cubicBezTo>
                    <a:pt x="6197" y="7117"/>
                    <a:pt x="6193" y="7115"/>
                    <a:pt x="6190" y="7109"/>
                  </a:cubicBezTo>
                  <a:lnTo>
                    <a:pt x="6187" y="7109"/>
                  </a:lnTo>
                  <a:cubicBezTo>
                    <a:pt x="6178" y="7098"/>
                    <a:pt x="6168" y="7091"/>
                    <a:pt x="6159" y="7083"/>
                  </a:cubicBezTo>
                  <a:cubicBezTo>
                    <a:pt x="6149" y="7080"/>
                    <a:pt x="6140" y="7074"/>
                    <a:pt x="6134" y="7067"/>
                  </a:cubicBezTo>
                  <a:cubicBezTo>
                    <a:pt x="6124" y="7057"/>
                    <a:pt x="6114" y="7050"/>
                    <a:pt x="6105" y="7042"/>
                  </a:cubicBezTo>
                  <a:lnTo>
                    <a:pt x="6103" y="7042"/>
                  </a:lnTo>
                  <a:cubicBezTo>
                    <a:pt x="6100" y="7042"/>
                    <a:pt x="6100" y="7042"/>
                    <a:pt x="6100" y="7039"/>
                  </a:cubicBezTo>
                  <a:cubicBezTo>
                    <a:pt x="6052" y="7003"/>
                    <a:pt x="6005" y="6969"/>
                    <a:pt x="5960" y="6931"/>
                  </a:cubicBezTo>
                  <a:cubicBezTo>
                    <a:pt x="5954" y="6928"/>
                    <a:pt x="5951" y="6921"/>
                    <a:pt x="5945" y="6919"/>
                  </a:cubicBezTo>
                  <a:cubicBezTo>
                    <a:pt x="3603" y="5062"/>
                    <a:pt x="1873" y="2658"/>
                    <a:pt x="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01"/>
            <p:cNvSpPr/>
            <p:nvPr/>
          </p:nvSpPr>
          <p:spPr>
            <a:xfrm>
              <a:off x="3661325" y="2264975"/>
              <a:ext cx="173575" cy="165675"/>
            </a:xfrm>
            <a:custGeom>
              <a:rect b="b" l="l" r="r" t="t"/>
              <a:pathLst>
                <a:path extrusionOk="0" h="6627" w="6943">
                  <a:moveTo>
                    <a:pt x="1" y="1"/>
                  </a:moveTo>
                  <a:cubicBezTo>
                    <a:pt x="88" y="61"/>
                    <a:pt x="173" y="121"/>
                    <a:pt x="259" y="186"/>
                  </a:cubicBezTo>
                  <a:cubicBezTo>
                    <a:pt x="280" y="197"/>
                    <a:pt x="299" y="212"/>
                    <a:pt x="317" y="228"/>
                  </a:cubicBezTo>
                  <a:cubicBezTo>
                    <a:pt x="372" y="263"/>
                    <a:pt x="423" y="300"/>
                    <a:pt x="472" y="341"/>
                  </a:cubicBezTo>
                  <a:lnTo>
                    <a:pt x="475" y="341"/>
                  </a:lnTo>
                  <a:cubicBezTo>
                    <a:pt x="491" y="354"/>
                    <a:pt x="510" y="366"/>
                    <a:pt x="526" y="379"/>
                  </a:cubicBezTo>
                  <a:cubicBezTo>
                    <a:pt x="532" y="386"/>
                    <a:pt x="538" y="388"/>
                    <a:pt x="545" y="395"/>
                  </a:cubicBezTo>
                  <a:cubicBezTo>
                    <a:pt x="548" y="395"/>
                    <a:pt x="552" y="398"/>
                    <a:pt x="554" y="401"/>
                  </a:cubicBezTo>
                  <a:cubicBezTo>
                    <a:pt x="558" y="401"/>
                    <a:pt x="560" y="407"/>
                    <a:pt x="560" y="407"/>
                  </a:cubicBezTo>
                  <a:cubicBezTo>
                    <a:pt x="567" y="411"/>
                    <a:pt x="573" y="413"/>
                    <a:pt x="575" y="421"/>
                  </a:cubicBezTo>
                  <a:cubicBezTo>
                    <a:pt x="579" y="421"/>
                    <a:pt x="583" y="424"/>
                    <a:pt x="585" y="427"/>
                  </a:cubicBezTo>
                  <a:cubicBezTo>
                    <a:pt x="591" y="429"/>
                    <a:pt x="598" y="433"/>
                    <a:pt x="600" y="436"/>
                  </a:cubicBezTo>
                  <a:cubicBezTo>
                    <a:pt x="606" y="439"/>
                    <a:pt x="611" y="442"/>
                    <a:pt x="614" y="449"/>
                  </a:cubicBezTo>
                  <a:cubicBezTo>
                    <a:pt x="616" y="449"/>
                    <a:pt x="620" y="453"/>
                    <a:pt x="622" y="455"/>
                  </a:cubicBezTo>
                  <a:cubicBezTo>
                    <a:pt x="629" y="459"/>
                    <a:pt x="635" y="462"/>
                    <a:pt x="637" y="468"/>
                  </a:cubicBezTo>
                  <a:cubicBezTo>
                    <a:pt x="641" y="468"/>
                    <a:pt x="641" y="470"/>
                    <a:pt x="641" y="470"/>
                  </a:cubicBezTo>
                  <a:cubicBezTo>
                    <a:pt x="650" y="477"/>
                    <a:pt x="660" y="484"/>
                    <a:pt x="668" y="493"/>
                  </a:cubicBezTo>
                  <a:cubicBezTo>
                    <a:pt x="678" y="495"/>
                    <a:pt x="684" y="501"/>
                    <a:pt x="691" y="508"/>
                  </a:cubicBezTo>
                  <a:cubicBezTo>
                    <a:pt x="699" y="515"/>
                    <a:pt x="710" y="521"/>
                    <a:pt x="719" y="527"/>
                  </a:cubicBezTo>
                  <a:cubicBezTo>
                    <a:pt x="719" y="531"/>
                    <a:pt x="722" y="534"/>
                    <a:pt x="722" y="534"/>
                  </a:cubicBezTo>
                  <a:cubicBezTo>
                    <a:pt x="770" y="566"/>
                    <a:pt x="813" y="603"/>
                    <a:pt x="861" y="638"/>
                  </a:cubicBezTo>
                  <a:cubicBezTo>
                    <a:pt x="868" y="645"/>
                    <a:pt x="870" y="649"/>
                    <a:pt x="877" y="651"/>
                  </a:cubicBezTo>
                  <a:cubicBezTo>
                    <a:pt x="2938" y="2283"/>
                    <a:pt x="4530" y="4344"/>
                    <a:pt x="5591" y="6626"/>
                  </a:cubicBezTo>
                  <a:cubicBezTo>
                    <a:pt x="6068" y="6535"/>
                    <a:pt x="6522" y="6377"/>
                    <a:pt x="6943" y="6166"/>
                  </a:cubicBezTo>
                  <a:cubicBezTo>
                    <a:pt x="5557" y="3943"/>
                    <a:pt x="3619" y="2021"/>
                    <a:pt x="1197" y="622"/>
                  </a:cubicBezTo>
                  <a:cubicBezTo>
                    <a:pt x="1148" y="593"/>
                    <a:pt x="1102" y="567"/>
                    <a:pt x="1054" y="539"/>
                  </a:cubicBezTo>
                  <a:cubicBezTo>
                    <a:pt x="1030" y="526"/>
                    <a:pt x="1002" y="510"/>
                    <a:pt x="976" y="498"/>
                  </a:cubicBezTo>
                  <a:cubicBezTo>
                    <a:pt x="919" y="463"/>
                    <a:pt x="859" y="431"/>
                    <a:pt x="803" y="400"/>
                  </a:cubicBezTo>
                  <a:cubicBezTo>
                    <a:pt x="796" y="400"/>
                    <a:pt x="790" y="397"/>
                    <a:pt x="784" y="391"/>
                  </a:cubicBezTo>
                  <a:cubicBezTo>
                    <a:pt x="777" y="388"/>
                    <a:pt x="768" y="385"/>
                    <a:pt x="761" y="381"/>
                  </a:cubicBezTo>
                  <a:lnTo>
                    <a:pt x="761" y="379"/>
                  </a:lnTo>
                  <a:cubicBezTo>
                    <a:pt x="755" y="379"/>
                    <a:pt x="753" y="375"/>
                    <a:pt x="746" y="372"/>
                  </a:cubicBezTo>
                  <a:cubicBezTo>
                    <a:pt x="740" y="369"/>
                    <a:pt x="730" y="366"/>
                    <a:pt x="724" y="360"/>
                  </a:cubicBezTo>
                  <a:cubicBezTo>
                    <a:pt x="718" y="357"/>
                    <a:pt x="709" y="354"/>
                    <a:pt x="702" y="351"/>
                  </a:cubicBezTo>
                  <a:cubicBezTo>
                    <a:pt x="696" y="348"/>
                    <a:pt x="692" y="344"/>
                    <a:pt x="689" y="341"/>
                  </a:cubicBezTo>
                  <a:cubicBezTo>
                    <a:pt x="683" y="341"/>
                    <a:pt x="679" y="338"/>
                    <a:pt x="677" y="335"/>
                  </a:cubicBezTo>
                  <a:cubicBezTo>
                    <a:pt x="674" y="335"/>
                    <a:pt x="674" y="333"/>
                    <a:pt x="674" y="333"/>
                  </a:cubicBezTo>
                  <a:cubicBezTo>
                    <a:pt x="673" y="334"/>
                    <a:pt x="671" y="334"/>
                    <a:pt x="671" y="334"/>
                  </a:cubicBezTo>
                  <a:cubicBezTo>
                    <a:pt x="669" y="334"/>
                    <a:pt x="667" y="333"/>
                    <a:pt x="667" y="333"/>
                  </a:cubicBezTo>
                  <a:cubicBezTo>
                    <a:pt x="665" y="329"/>
                    <a:pt x="661" y="329"/>
                    <a:pt x="658" y="326"/>
                  </a:cubicBezTo>
                  <a:cubicBezTo>
                    <a:pt x="652" y="326"/>
                    <a:pt x="648" y="323"/>
                    <a:pt x="646" y="320"/>
                  </a:cubicBezTo>
                  <a:cubicBezTo>
                    <a:pt x="635" y="315"/>
                    <a:pt x="626" y="309"/>
                    <a:pt x="620" y="307"/>
                  </a:cubicBezTo>
                  <a:cubicBezTo>
                    <a:pt x="610" y="303"/>
                    <a:pt x="600" y="297"/>
                    <a:pt x="594" y="294"/>
                  </a:cubicBezTo>
                  <a:lnTo>
                    <a:pt x="594" y="292"/>
                  </a:lnTo>
                  <a:cubicBezTo>
                    <a:pt x="588" y="292"/>
                    <a:pt x="581" y="288"/>
                    <a:pt x="574" y="284"/>
                  </a:cubicBezTo>
                  <a:cubicBezTo>
                    <a:pt x="568" y="282"/>
                    <a:pt x="564" y="278"/>
                    <a:pt x="562" y="276"/>
                  </a:cubicBezTo>
                  <a:cubicBezTo>
                    <a:pt x="547" y="269"/>
                    <a:pt x="533" y="263"/>
                    <a:pt x="521" y="257"/>
                  </a:cubicBezTo>
                  <a:cubicBezTo>
                    <a:pt x="514" y="254"/>
                    <a:pt x="507" y="250"/>
                    <a:pt x="505" y="247"/>
                  </a:cubicBezTo>
                  <a:cubicBezTo>
                    <a:pt x="337" y="165"/>
                    <a:pt x="171" y="8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101"/>
          <p:cNvGrpSpPr/>
          <p:nvPr/>
        </p:nvGrpSpPr>
        <p:grpSpPr>
          <a:xfrm>
            <a:off x="8823999" y="1306408"/>
            <a:ext cx="185799" cy="185799"/>
            <a:chOff x="5035425" y="2779450"/>
            <a:chExt cx="94800" cy="94800"/>
          </a:xfrm>
        </p:grpSpPr>
        <p:sp>
          <p:nvSpPr>
            <p:cNvPr id="7931" name="Google Shape;7931;p101"/>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01"/>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101"/>
          <p:cNvGrpSpPr/>
          <p:nvPr/>
        </p:nvGrpSpPr>
        <p:grpSpPr>
          <a:xfrm>
            <a:off x="7712565" y="4089733"/>
            <a:ext cx="1190679" cy="959251"/>
            <a:chOff x="-1208112" y="2710525"/>
            <a:chExt cx="531150" cy="427913"/>
          </a:xfrm>
        </p:grpSpPr>
        <p:sp>
          <p:nvSpPr>
            <p:cNvPr id="7934" name="Google Shape;7934;p101"/>
            <p:cNvSpPr/>
            <p:nvPr/>
          </p:nvSpPr>
          <p:spPr>
            <a:xfrm>
              <a:off x="-1208087" y="2710525"/>
              <a:ext cx="531125" cy="427850"/>
            </a:xfrm>
            <a:custGeom>
              <a:rect b="b" l="l" r="r" t="t"/>
              <a:pathLst>
                <a:path extrusionOk="0" h="17114" w="21245">
                  <a:moveTo>
                    <a:pt x="16464" y="1"/>
                  </a:moveTo>
                  <a:cubicBezTo>
                    <a:pt x="16305" y="1"/>
                    <a:pt x="16145" y="26"/>
                    <a:pt x="15987" y="80"/>
                  </a:cubicBezTo>
                  <a:lnTo>
                    <a:pt x="1181" y="5168"/>
                  </a:lnTo>
                  <a:cubicBezTo>
                    <a:pt x="412" y="5433"/>
                    <a:pt x="0" y="6277"/>
                    <a:pt x="264" y="7043"/>
                  </a:cubicBezTo>
                  <a:lnTo>
                    <a:pt x="3381" y="16117"/>
                  </a:lnTo>
                  <a:cubicBezTo>
                    <a:pt x="3592" y="16728"/>
                    <a:pt x="4168" y="17114"/>
                    <a:pt x="4782" y="17114"/>
                  </a:cubicBezTo>
                  <a:cubicBezTo>
                    <a:pt x="4940" y="17114"/>
                    <a:pt x="5101" y="17088"/>
                    <a:pt x="5258" y="17034"/>
                  </a:cubicBezTo>
                  <a:lnTo>
                    <a:pt x="7426" y="16290"/>
                  </a:lnTo>
                  <a:lnTo>
                    <a:pt x="16069" y="13320"/>
                  </a:lnTo>
                  <a:lnTo>
                    <a:pt x="16622" y="13130"/>
                  </a:lnTo>
                  <a:lnTo>
                    <a:pt x="17896" y="12692"/>
                  </a:lnTo>
                  <a:lnTo>
                    <a:pt x="20065" y="11947"/>
                  </a:lnTo>
                  <a:cubicBezTo>
                    <a:pt x="20832" y="11682"/>
                    <a:pt x="21245" y="10837"/>
                    <a:pt x="20981" y="10069"/>
                  </a:cubicBezTo>
                  <a:lnTo>
                    <a:pt x="17863" y="996"/>
                  </a:lnTo>
                  <a:cubicBezTo>
                    <a:pt x="17654" y="386"/>
                    <a:pt x="17077" y="1"/>
                    <a:pt x="16464"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5" name="Google Shape;7935;p101"/>
            <p:cNvGrpSpPr/>
            <p:nvPr/>
          </p:nvGrpSpPr>
          <p:grpSpPr>
            <a:xfrm>
              <a:off x="-1208112" y="2710563"/>
              <a:ext cx="531150" cy="427875"/>
              <a:chOff x="-1651000" y="1758875"/>
              <a:chExt cx="531150" cy="427875"/>
            </a:xfrm>
          </p:grpSpPr>
          <p:sp>
            <p:nvSpPr>
              <p:cNvPr id="7936" name="Google Shape;7936;p101"/>
              <p:cNvSpPr/>
              <p:nvPr/>
            </p:nvSpPr>
            <p:spPr>
              <a:xfrm>
                <a:off x="-1651000" y="1758875"/>
                <a:ext cx="531150" cy="427875"/>
              </a:xfrm>
              <a:custGeom>
                <a:rect b="b" l="l" r="r" t="t"/>
                <a:pathLst>
                  <a:path extrusionOk="0" h="17115" w="21246">
                    <a:moveTo>
                      <a:pt x="16465" y="1"/>
                    </a:moveTo>
                    <a:cubicBezTo>
                      <a:pt x="16306" y="1"/>
                      <a:pt x="16145" y="26"/>
                      <a:pt x="15987" y="81"/>
                    </a:cubicBezTo>
                    <a:lnTo>
                      <a:pt x="1181" y="5168"/>
                    </a:lnTo>
                    <a:cubicBezTo>
                      <a:pt x="413" y="5433"/>
                      <a:pt x="0" y="6277"/>
                      <a:pt x="264" y="7043"/>
                    </a:cubicBezTo>
                    <a:lnTo>
                      <a:pt x="3381" y="16117"/>
                    </a:lnTo>
                    <a:cubicBezTo>
                      <a:pt x="3591" y="16728"/>
                      <a:pt x="4168" y="17114"/>
                      <a:pt x="4781" y="17114"/>
                    </a:cubicBezTo>
                    <a:cubicBezTo>
                      <a:pt x="4940" y="17114"/>
                      <a:pt x="5101" y="17088"/>
                      <a:pt x="5258" y="17034"/>
                    </a:cubicBezTo>
                    <a:lnTo>
                      <a:pt x="20064" y="11946"/>
                    </a:lnTo>
                    <a:cubicBezTo>
                      <a:pt x="20833" y="11682"/>
                      <a:pt x="21246" y="10838"/>
                      <a:pt x="20982" y="10069"/>
                    </a:cubicBezTo>
                    <a:lnTo>
                      <a:pt x="17864" y="996"/>
                    </a:lnTo>
                    <a:cubicBezTo>
                      <a:pt x="17655" y="386"/>
                      <a:pt x="17079" y="1"/>
                      <a:pt x="16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01"/>
              <p:cNvSpPr/>
              <p:nvPr/>
            </p:nvSpPr>
            <p:spPr>
              <a:xfrm>
                <a:off x="-1627375" y="1911950"/>
                <a:ext cx="20650" cy="19975"/>
              </a:xfrm>
              <a:custGeom>
                <a:rect b="b" l="l" r="r" t="t"/>
                <a:pathLst>
                  <a:path extrusionOk="0" h="799" w="826">
                    <a:moveTo>
                      <a:pt x="413" y="1"/>
                    </a:moveTo>
                    <a:cubicBezTo>
                      <a:pt x="370" y="1"/>
                      <a:pt x="326" y="8"/>
                      <a:pt x="283" y="23"/>
                    </a:cubicBezTo>
                    <a:cubicBezTo>
                      <a:pt x="182" y="58"/>
                      <a:pt x="101" y="130"/>
                      <a:pt x="54" y="225"/>
                    </a:cubicBezTo>
                    <a:cubicBezTo>
                      <a:pt x="7" y="321"/>
                      <a:pt x="1" y="429"/>
                      <a:pt x="36" y="529"/>
                    </a:cubicBezTo>
                    <a:cubicBezTo>
                      <a:pt x="91" y="690"/>
                      <a:pt x="242" y="799"/>
                      <a:pt x="412" y="799"/>
                    </a:cubicBezTo>
                    <a:cubicBezTo>
                      <a:pt x="456" y="799"/>
                      <a:pt x="500" y="791"/>
                      <a:pt x="542" y="777"/>
                    </a:cubicBezTo>
                    <a:cubicBezTo>
                      <a:pt x="644" y="742"/>
                      <a:pt x="724" y="670"/>
                      <a:pt x="771" y="575"/>
                    </a:cubicBezTo>
                    <a:cubicBezTo>
                      <a:pt x="819" y="479"/>
                      <a:pt x="825" y="370"/>
                      <a:pt x="790" y="270"/>
                    </a:cubicBezTo>
                    <a:cubicBezTo>
                      <a:pt x="734" y="109"/>
                      <a:pt x="584"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01"/>
              <p:cNvSpPr/>
              <p:nvPr/>
            </p:nvSpPr>
            <p:spPr>
              <a:xfrm>
                <a:off x="-1243900" y="1780175"/>
                <a:ext cx="21500" cy="20000"/>
              </a:xfrm>
              <a:custGeom>
                <a:rect b="b" l="l" r="r" t="t"/>
                <a:pathLst>
                  <a:path extrusionOk="0" h="800" w="860">
                    <a:moveTo>
                      <a:pt x="413" y="0"/>
                    </a:moveTo>
                    <a:cubicBezTo>
                      <a:pt x="369" y="0"/>
                      <a:pt x="325" y="9"/>
                      <a:pt x="282" y="22"/>
                    </a:cubicBezTo>
                    <a:cubicBezTo>
                      <a:pt x="182" y="57"/>
                      <a:pt x="100" y="129"/>
                      <a:pt x="54" y="225"/>
                    </a:cubicBezTo>
                    <a:cubicBezTo>
                      <a:pt x="6" y="320"/>
                      <a:pt x="0" y="429"/>
                      <a:pt x="34" y="530"/>
                    </a:cubicBezTo>
                    <a:cubicBezTo>
                      <a:pt x="90" y="691"/>
                      <a:pt x="243" y="799"/>
                      <a:pt x="413" y="799"/>
                    </a:cubicBezTo>
                    <a:cubicBezTo>
                      <a:pt x="456" y="799"/>
                      <a:pt x="501" y="791"/>
                      <a:pt x="542" y="778"/>
                    </a:cubicBezTo>
                    <a:cubicBezTo>
                      <a:pt x="749" y="706"/>
                      <a:pt x="860" y="478"/>
                      <a:pt x="790" y="270"/>
                    </a:cubicBezTo>
                    <a:cubicBezTo>
                      <a:pt x="735" y="109"/>
                      <a:pt x="583" y="0"/>
                      <a:pt x="4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01"/>
              <p:cNvSpPr/>
              <p:nvPr/>
            </p:nvSpPr>
            <p:spPr>
              <a:xfrm>
                <a:off x="-1547425" y="2147300"/>
                <a:ext cx="22450" cy="20000"/>
              </a:xfrm>
              <a:custGeom>
                <a:rect b="b" l="l" r="r" t="t"/>
                <a:pathLst>
                  <a:path extrusionOk="0" h="800" w="898">
                    <a:moveTo>
                      <a:pt x="450" y="1"/>
                    </a:moveTo>
                    <a:cubicBezTo>
                      <a:pt x="405" y="1"/>
                      <a:pt x="362" y="9"/>
                      <a:pt x="320" y="22"/>
                    </a:cubicBezTo>
                    <a:cubicBezTo>
                      <a:pt x="111" y="94"/>
                      <a:pt x="1" y="322"/>
                      <a:pt x="72" y="530"/>
                    </a:cubicBezTo>
                    <a:cubicBezTo>
                      <a:pt x="127" y="691"/>
                      <a:pt x="279" y="800"/>
                      <a:pt x="450" y="800"/>
                    </a:cubicBezTo>
                    <a:cubicBezTo>
                      <a:pt x="493" y="800"/>
                      <a:pt x="537" y="791"/>
                      <a:pt x="579" y="778"/>
                    </a:cubicBezTo>
                    <a:cubicBezTo>
                      <a:pt x="786" y="707"/>
                      <a:pt x="898" y="479"/>
                      <a:pt x="826" y="270"/>
                    </a:cubicBezTo>
                    <a:cubicBezTo>
                      <a:pt x="772" y="109"/>
                      <a:pt x="620" y="1"/>
                      <a:pt x="4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01"/>
              <p:cNvSpPr/>
              <p:nvPr/>
            </p:nvSpPr>
            <p:spPr>
              <a:xfrm>
                <a:off x="-1163000" y="2015550"/>
                <a:ext cx="21550" cy="19975"/>
              </a:xfrm>
              <a:custGeom>
                <a:rect b="b" l="l" r="r" t="t"/>
                <a:pathLst>
                  <a:path extrusionOk="0" h="799" w="862">
                    <a:moveTo>
                      <a:pt x="413" y="0"/>
                    </a:moveTo>
                    <a:cubicBezTo>
                      <a:pt x="369" y="0"/>
                      <a:pt x="326" y="8"/>
                      <a:pt x="283" y="22"/>
                    </a:cubicBezTo>
                    <a:cubicBezTo>
                      <a:pt x="182" y="57"/>
                      <a:pt x="101" y="129"/>
                      <a:pt x="54" y="224"/>
                    </a:cubicBezTo>
                    <a:cubicBezTo>
                      <a:pt x="7" y="320"/>
                      <a:pt x="0" y="429"/>
                      <a:pt x="35" y="529"/>
                    </a:cubicBezTo>
                    <a:cubicBezTo>
                      <a:pt x="89" y="690"/>
                      <a:pt x="241" y="798"/>
                      <a:pt x="412" y="798"/>
                    </a:cubicBezTo>
                    <a:cubicBezTo>
                      <a:pt x="456" y="798"/>
                      <a:pt x="500" y="791"/>
                      <a:pt x="542" y="776"/>
                    </a:cubicBezTo>
                    <a:cubicBezTo>
                      <a:pt x="750" y="705"/>
                      <a:pt x="861" y="477"/>
                      <a:pt x="790" y="270"/>
                    </a:cubicBezTo>
                    <a:cubicBezTo>
                      <a:pt x="735" y="109"/>
                      <a:pt x="584" y="0"/>
                      <a:pt x="4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01"/>
              <p:cNvSpPr/>
              <p:nvPr/>
            </p:nvSpPr>
            <p:spPr>
              <a:xfrm>
                <a:off x="-1550125" y="1984975"/>
                <a:ext cx="386425" cy="140200"/>
              </a:xfrm>
              <a:custGeom>
                <a:rect b="b" l="l" r="r" t="t"/>
                <a:pathLst>
                  <a:path extrusionOk="0" h="5608" w="15457">
                    <a:moveTo>
                      <a:pt x="15341" y="0"/>
                    </a:moveTo>
                    <a:lnTo>
                      <a:pt x="0" y="5273"/>
                    </a:lnTo>
                    <a:lnTo>
                      <a:pt x="115" y="5607"/>
                    </a:lnTo>
                    <a:lnTo>
                      <a:pt x="15457" y="335"/>
                    </a:lnTo>
                    <a:lnTo>
                      <a:pt x="153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01"/>
              <p:cNvSpPr/>
              <p:nvPr/>
            </p:nvSpPr>
            <p:spPr>
              <a:xfrm>
                <a:off x="-1604400" y="1802800"/>
                <a:ext cx="437850" cy="314175"/>
              </a:xfrm>
              <a:custGeom>
                <a:rect b="b" l="l" r="r" t="t"/>
                <a:pathLst>
                  <a:path extrusionOk="0" h="12567" w="17514">
                    <a:moveTo>
                      <a:pt x="13353" y="1"/>
                    </a:moveTo>
                    <a:lnTo>
                      <a:pt x="8687" y="1604"/>
                    </a:lnTo>
                    <a:lnTo>
                      <a:pt x="8187" y="1776"/>
                    </a:lnTo>
                    <a:lnTo>
                      <a:pt x="7581" y="1984"/>
                    </a:lnTo>
                    <a:lnTo>
                      <a:pt x="6742" y="2273"/>
                    </a:lnTo>
                    <a:lnTo>
                      <a:pt x="6136" y="2480"/>
                    </a:lnTo>
                    <a:lnTo>
                      <a:pt x="5636" y="2652"/>
                    </a:lnTo>
                    <a:lnTo>
                      <a:pt x="969" y="4255"/>
                    </a:lnTo>
                    <a:cubicBezTo>
                      <a:pt x="1250" y="5072"/>
                      <a:pt x="814" y="5963"/>
                      <a:pt x="1" y="6242"/>
                    </a:cubicBezTo>
                    <a:lnTo>
                      <a:pt x="0" y="6243"/>
                    </a:lnTo>
                    <a:lnTo>
                      <a:pt x="2171" y="12566"/>
                    </a:lnTo>
                    <a:lnTo>
                      <a:pt x="8317" y="10454"/>
                    </a:lnTo>
                    <a:lnTo>
                      <a:pt x="8817" y="10282"/>
                    </a:lnTo>
                    <a:lnTo>
                      <a:pt x="9422" y="10075"/>
                    </a:lnTo>
                    <a:lnTo>
                      <a:pt x="10262" y="9786"/>
                    </a:lnTo>
                    <a:lnTo>
                      <a:pt x="10867" y="9578"/>
                    </a:lnTo>
                    <a:lnTo>
                      <a:pt x="11368" y="9406"/>
                    </a:lnTo>
                    <a:lnTo>
                      <a:pt x="17513" y="7295"/>
                    </a:lnTo>
                    <a:lnTo>
                      <a:pt x="15340" y="973"/>
                    </a:lnTo>
                    <a:cubicBezTo>
                      <a:pt x="15173" y="1030"/>
                      <a:pt x="15003" y="1057"/>
                      <a:pt x="14835" y="1057"/>
                    </a:cubicBezTo>
                    <a:cubicBezTo>
                      <a:pt x="14185" y="1057"/>
                      <a:pt x="13576" y="648"/>
                      <a:pt x="133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101"/>
              <p:cNvSpPr/>
              <p:nvPr/>
            </p:nvSpPr>
            <p:spPr>
              <a:xfrm>
                <a:off x="-1463475" y="1842900"/>
                <a:ext cx="143275" cy="221250"/>
              </a:xfrm>
              <a:custGeom>
                <a:rect b="b" l="l" r="r" t="t"/>
                <a:pathLst>
                  <a:path extrusionOk="0" h="8850" w="5731">
                    <a:moveTo>
                      <a:pt x="3051" y="0"/>
                    </a:moveTo>
                    <a:lnTo>
                      <a:pt x="2551" y="174"/>
                    </a:lnTo>
                    <a:lnTo>
                      <a:pt x="1946" y="380"/>
                    </a:lnTo>
                    <a:lnTo>
                      <a:pt x="1106" y="669"/>
                    </a:lnTo>
                    <a:lnTo>
                      <a:pt x="501" y="876"/>
                    </a:lnTo>
                    <a:lnTo>
                      <a:pt x="1" y="1048"/>
                    </a:lnTo>
                    <a:lnTo>
                      <a:pt x="2681" y="8850"/>
                    </a:lnTo>
                    <a:lnTo>
                      <a:pt x="3180" y="8678"/>
                    </a:lnTo>
                    <a:lnTo>
                      <a:pt x="3785" y="8471"/>
                    </a:lnTo>
                    <a:lnTo>
                      <a:pt x="4626" y="8182"/>
                    </a:lnTo>
                    <a:lnTo>
                      <a:pt x="5231" y="7974"/>
                    </a:lnTo>
                    <a:lnTo>
                      <a:pt x="5731" y="7802"/>
                    </a:lnTo>
                    <a:lnTo>
                      <a:pt x="30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101"/>
              <p:cNvSpPr/>
              <p:nvPr/>
            </p:nvSpPr>
            <p:spPr>
              <a:xfrm>
                <a:off x="-1450950" y="1847225"/>
                <a:ext cx="118275" cy="212650"/>
              </a:xfrm>
              <a:custGeom>
                <a:rect b="b" l="l" r="r" t="t"/>
                <a:pathLst>
                  <a:path extrusionOk="0" h="8506" w="4731">
                    <a:moveTo>
                      <a:pt x="2050" y="1"/>
                    </a:moveTo>
                    <a:lnTo>
                      <a:pt x="1445" y="207"/>
                    </a:lnTo>
                    <a:lnTo>
                      <a:pt x="605" y="496"/>
                    </a:lnTo>
                    <a:lnTo>
                      <a:pt x="0" y="703"/>
                    </a:lnTo>
                    <a:lnTo>
                      <a:pt x="2679" y="8505"/>
                    </a:lnTo>
                    <a:lnTo>
                      <a:pt x="3284" y="8298"/>
                    </a:lnTo>
                    <a:lnTo>
                      <a:pt x="4125" y="8009"/>
                    </a:lnTo>
                    <a:lnTo>
                      <a:pt x="4730" y="7801"/>
                    </a:lnTo>
                    <a:lnTo>
                      <a:pt x="20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01"/>
              <p:cNvSpPr/>
              <p:nvPr/>
            </p:nvSpPr>
            <p:spPr>
              <a:xfrm>
                <a:off x="-1435800" y="1852475"/>
                <a:ext cx="88125" cy="202250"/>
              </a:xfrm>
              <a:custGeom>
                <a:rect b="b" l="l" r="r" t="t"/>
                <a:pathLst>
                  <a:path extrusionOk="0" h="8090" w="3525">
                    <a:moveTo>
                      <a:pt x="840" y="0"/>
                    </a:moveTo>
                    <a:lnTo>
                      <a:pt x="0" y="289"/>
                    </a:lnTo>
                    <a:lnTo>
                      <a:pt x="2684" y="8090"/>
                    </a:lnTo>
                    <a:lnTo>
                      <a:pt x="3524" y="7801"/>
                    </a:lnTo>
                    <a:lnTo>
                      <a:pt x="84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01"/>
              <p:cNvSpPr/>
              <p:nvPr/>
            </p:nvSpPr>
            <p:spPr>
              <a:xfrm>
                <a:off x="-1465375" y="2039125"/>
                <a:ext cx="261800" cy="127000"/>
              </a:xfrm>
              <a:custGeom>
                <a:rect b="b" l="l" r="r" t="t"/>
                <a:pathLst>
                  <a:path extrusionOk="0" h="5080" w="10472">
                    <a:moveTo>
                      <a:pt x="8573" y="1"/>
                    </a:moveTo>
                    <a:cubicBezTo>
                      <a:pt x="8454" y="1"/>
                      <a:pt x="8334" y="20"/>
                      <a:pt x="8217" y="60"/>
                    </a:cubicBezTo>
                    <a:lnTo>
                      <a:pt x="905" y="2573"/>
                    </a:lnTo>
                    <a:cubicBezTo>
                      <a:pt x="502" y="2712"/>
                      <a:pt x="218" y="3068"/>
                      <a:pt x="172" y="3491"/>
                    </a:cubicBezTo>
                    <a:lnTo>
                      <a:pt x="1" y="5079"/>
                    </a:lnTo>
                    <a:lnTo>
                      <a:pt x="1" y="5079"/>
                    </a:lnTo>
                    <a:lnTo>
                      <a:pt x="10471" y="1480"/>
                    </a:lnTo>
                    <a:lnTo>
                      <a:pt x="9358" y="334"/>
                    </a:lnTo>
                    <a:cubicBezTo>
                      <a:pt x="9149" y="117"/>
                      <a:pt x="8864" y="1"/>
                      <a:pt x="8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01"/>
              <p:cNvSpPr/>
              <p:nvPr/>
            </p:nvSpPr>
            <p:spPr>
              <a:xfrm>
                <a:off x="-1437200" y="2136150"/>
                <a:ext cx="19575" cy="18825"/>
              </a:xfrm>
              <a:custGeom>
                <a:rect b="b" l="l" r="r" t="t"/>
                <a:pathLst>
                  <a:path extrusionOk="0" h="753" w="783">
                    <a:moveTo>
                      <a:pt x="365" y="1"/>
                    </a:moveTo>
                    <a:cubicBezTo>
                      <a:pt x="330" y="1"/>
                      <a:pt x="295" y="7"/>
                      <a:pt x="261" y="18"/>
                    </a:cubicBezTo>
                    <a:cubicBezTo>
                      <a:pt x="91" y="76"/>
                      <a:pt x="0" y="261"/>
                      <a:pt x="59" y="430"/>
                    </a:cubicBezTo>
                    <a:lnTo>
                      <a:pt x="170" y="752"/>
                    </a:lnTo>
                    <a:lnTo>
                      <a:pt x="783" y="543"/>
                    </a:lnTo>
                    <a:lnTo>
                      <a:pt x="671" y="220"/>
                    </a:lnTo>
                    <a:cubicBezTo>
                      <a:pt x="625" y="85"/>
                      <a:pt x="499" y="1"/>
                      <a:pt x="3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01"/>
              <p:cNvSpPr/>
              <p:nvPr/>
            </p:nvSpPr>
            <p:spPr>
              <a:xfrm>
                <a:off x="-1254975" y="2073575"/>
                <a:ext cx="19550" cy="18800"/>
              </a:xfrm>
              <a:custGeom>
                <a:rect b="b" l="l" r="r" t="t"/>
                <a:pathLst>
                  <a:path extrusionOk="0" h="752" w="782">
                    <a:moveTo>
                      <a:pt x="365" y="0"/>
                    </a:moveTo>
                    <a:cubicBezTo>
                      <a:pt x="330" y="0"/>
                      <a:pt x="294" y="6"/>
                      <a:pt x="259" y="18"/>
                    </a:cubicBezTo>
                    <a:cubicBezTo>
                      <a:pt x="90" y="76"/>
                      <a:pt x="0" y="260"/>
                      <a:pt x="58" y="430"/>
                    </a:cubicBezTo>
                    <a:lnTo>
                      <a:pt x="170" y="752"/>
                    </a:lnTo>
                    <a:lnTo>
                      <a:pt x="782" y="541"/>
                    </a:lnTo>
                    <a:lnTo>
                      <a:pt x="671" y="219"/>
                    </a:lnTo>
                    <a:cubicBezTo>
                      <a:pt x="625" y="85"/>
                      <a:pt x="499" y="0"/>
                      <a:pt x="3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01"/>
              <p:cNvSpPr/>
              <p:nvPr/>
            </p:nvSpPr>
            <p:spPr>
              <a:xfrm>
                <a:off x="-1538675" y="1874725"/>
                <a:ext cx="295375" cy="162550"/>
              </a:xfrm>
              <a:custGeom>
                <a:rect b="b" l="l" r="r" t="t"/>
                <a:pathLst>
                  <a:path extrusionOk="0" h="6502" w="11815">
                    <a:moveTo>
                      <a:pt x="10085" y="0"/>
                    </a:moveTo>
                    <a:cubicBezTo>
                      <a:pt x="9955" y="0"/>
                      <a:pt x="9824" y="21"/>
                      <a:pt x="9694" y="66"/>
                    </a:cubicBezTo>
                    <a:lnTo>
                      <a:pt x="962" y="3066"/>
                    </a:lnTo>
                    <a:cubicBezTo>
                      <a:pt x="334" y="3281"/>
                      <a:pt x="1" y="3965"/>
                      <a:pt x="217" y="4593"/>
                    </a:cubicBezTo>
                    <a:lnTo>
                      <a:pt x="594" y="5690"/>
                    </a:lnTo>
                    <a:cubicBezTo>
                      <a:pt x="764" y="6188"/>
                      <a:pt x="1230" y="6501"/>
                      <a:pt x="1729" y="6501"/>
                    </a:cubicBezTo>
                    <a:cubicBezTo>
                      <a:pt x="1859" y="6501"/>
                      <a:pt x="1992" y="6480"/>
                      <a:pt x="2121" y="6435"/>
                    </a:cubicBezTo>
                    <a:lnTo>
                      <a:pt x="10853" y="3435"/>
                    </a:lnTo>
                    <a:cubicBezTo>
                      <a:pt x="11482" y="3220"/>
                      <a:pt x="11815" y="2535"/>
                      <a:pt x="11598" y="1908"/>
                    </a:cubicBezTo>
                    <a:lnTo>
                      <a:pt x="11222" y="811"/>
                    </a:lnTo>
                    <a:cubicBezTo>
                      <a:pt x="11051" y="313"/>
                      <a:pt x="10585" y="0"/>
                      <a:pt x="100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101"/>
              <p:cNvSpPr/>
              <p:nvPr/>
            </p:nvSpPr>
            <p:spPr>
              <a:xfrm>
                <a:off x="-1440250" y="1938275"/>
                <a:ext cx="66350" cy="46475"/>
              </a:xfrm>
              <a:custGeom>
                <a:rect b="b" l="l" r="r" t="t"/>
                <a:pathLst>
                  <a:path extrusionOk="0" h="1859" w="2654">
                    <a:moveTo>
                      <a:pt x="1786" y="1"/>
                    </a:moveTo>
                    <a:cubicBezTo>
                      <a:pt x="1704" y="1"/>
                      <a:pt x="1619" y="14"/>
                      <a:pt x="1536" y="43"/>
                    </a:cubicBezTo>
                    <a:lnTo>
                      <a:pt x="617" y="359"/>
                    </a:lnTo>
                    <a:cubicBezTo>
                      <a:pt x="214" y="497"/>
                      <a:pt x="1" y="936"/>
                      <a:pt x="138" y="1338"/>
                    </a:cubicBezTo>
                    <a:cubicBezTo>
                      <a:pt x="248" y="1658"/>
                      <a:pt x="547" y="1858"/>
                      <a:pt x="868" y="1858"/>
                    </a:cubicBezTo>
                    <a:cubicBezTo>
                      <a:pt x="951" y="1858"/>
                      <a:pt x="1035" y="1845"/>
                      <a:pt x="1117" y="1817"/>
                    </a:cubicBezTo>
                    <a:lnTo>
                      <a:pt x="2037" y="1500"/>
                    </a:lnTo>
                    <a:cubicBezTo>
                      <a:pt x="2439" y="1363"/>
                      <a:pt x="2654" y="924"/>
                      <a:pt x="2516" y="522"/>
                    </a:cubicBezTo>
                    <a:cubicBezTo>
                      <a:pt x="2406" y="202"/>
                      <a:pt x="2107" y="1"/>
                      <a:pt x="1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01"/>
              <p:cNvSpPr/>
              <p:nvPr/>
            </p:nvSpPr>
            <p:spPr>
              <a:xfrm>
                <a:off x="-1365625" y="1924225"/>
                <a:ext cx="25500" cy="37300"/>
              </a:xfrm>
              <a:custGeom>
                <a:rect b="b" l="l" r="r" t="t"/>
                <a:pathLst>
                  <a:path extrusionOk="0" h="1492" w="1020">
                    <a:moveTo>
                      <a:pt x="365" y="0"/>
                    </a:moveTo>
                    <a:cubicBezTo>
                      <a:pt x="330" y="0"/>
                      <a:pt x="294" y="6"/>
                      <a:pt x="259" y="18"/>
                    </a:cubicBezTo>
                    <a:cubicBezTo>
                      <a:pt x="91" y="75"/>
                      <a:pt x="0" y="260"/>
                      <a:pt x="58" y="429"/>
                    </a:cubicBezTo>
                    <a:lnTo>
                      <a:pt x="349" y="1273"/>
                    </a:lnTo>
                    <a:cubicBezTo>
                      <a:pt x="395" y="1407"/>
                      <a:pt x="521" y="1491"/>
                      <a:pt x="655" y="1491"/>
                    </a:cubicBezTo>
                    <a:cubicBezTo>
                      <a:pt x="690" y="1491"/>
                      <a:pt x="725" y="1486"/>
                      <a:pt x="760" y="1474"/>
                    </a:cubicBezTo>
                    <a:cubicBezTo>
                      <a:pt x="929" y="1416"/>
                      <a:pt x="1020" y="1231"/>
                      <a:pt x="961" y="1063"/>
                    </a:cubicBezTo>
                    <a:lnTo>
                      <a:pt x="671" y="219"/>
                    </a:lnTo>
                    <a:cubicBezTo>
                      <a:pt x="625" y="84"/>
                      <a:pt x="500"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01"/>
              <p:cNvSpPr/>
              <p:nvPr/>
            </p:nvSpPr>
            <p:spPr>
              <a:xfrm>
                <a:off x="-1523650" y="1955000"/>
                <a:ext cx="73850" cy="67300"/>
              </a:xfrm>
              <a:custGeom>
                <a:rect b="b" l="l" r="r" t="t"/>
                <a:pathLst>
                  <a:path extrusionOk="0" h="2692" w="2954">
                    <a:moveTo>
                      <a:pt x="1477" y="1"/>
                    </a:moveTo>
                    <a:cubicBezTo>
                      <a:pt x="1133" y="1"/>
                      <a:pt x="788" y="132"/>
                      <a:pt x="526" y="394"/>
                    </a:cubicBezTo>
                    <a:cubicBezTo>
                      <a:pt x="0" y="921"/>
                      <a:pt x="0" y="1772"/>
                      <a:pt x="526" y="2297"/>
                    </a:cubicBezTo>
                    <a:cubicBezTo>
                      <a:pt x="788" y="2560"/>
                      <a:pt x="1133" y="2691"/>
                      <a:pt x="1477" y="2691"/>
                    </a:cubicBezTo>
                    <a:cubicBezTo>
                      <a:pt x="1821" y="2691"/>
                      <a:pt x="2166" y="2560"/>
                      <a:pt x="2429" y="2297"/>
                    </a:cubicBezTo>
                    <a:cubicBezTo>
                      <a:pt x="2954" y="1772"/>
                      <a:pt x="2954" y="921"/>
                      <a:pt x="2429" y="394"/>
                    </a:cubicBezTo>
                    <a:cubicBezTo>
                      <a:pt x="2166" y="132"/>
                      <a:pt x="1821" y="1"/>
                      <a:pt x="1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01"/>
              <p:cNvSpPr/>
              <p:nvPr/>
            </p:nvSpPr>
            <p:spPr>
              <a:xfrm>
                <a:off x="-1518675" y="1959550"/>
                <a:ext cx="63900" cy="58225"/>
              </a:xfrm>
              <a:custGeom>
                <a:rect b="b" l="l" r="r" t="t"/>
                <a:pathLst>
                  <a:path extrusionOk="0" h="2329" w="2556">
                    <a:moveTo>
                      <a:pt x="1278" y="1"/>
                    </a:moveTo>
                    <a:cubicBezTo>
                      <a:pt x="980" y="1"/>
                      <a:pt x="683" y="114"/>
                      <a:pt x="456" y="341"/>
                    </a:cubicBezTo>
                    <a:cubicBezTo>
                      <a:pt x="0" y="796"/>
                      <a:pt x="0" y="1532"/>
                      <a:pt x="456" y="1988"/>
                    </a:cubicBezTo>
                    <a:cubicBezTo>
                      <a:pt x="683" y="2215"/>
                      <a:pt x="980" y="2328"/>
                      <a:pt x="1278" y="2328"/>
                    </a:cubicBezTo>
                    <a:cubicBezTo>
                      <a:pt x="1576" y="2328"/>
                      <a:pt x="1874" y="2215"/>
                      <a:pt x="2101" y="1988"/>
                    </a:cubicBezTo>
                    <a:cubicBezTo>
                      <a:pt x="2556" y="1532"/>
                      <a:pt x="2556"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01"/>
              <p:cNvSpPr/>
              <p:nvPr/>
            </p:nvSpPr>
            <p:spPr>
              <a:xfrm>
                <a:off x="-1499175" y="1976525"/>
                <a:ext cx="26100" cy="24225"/>
              </a:xfrm>
              <a:custGeom>
                <a:rect b="b" l="l" r="r" t="t"/>
                <a:pathLst>
                  <a:path extrusionOk="0" h="969" w="1044">
                    <a:moveTo>
                      <a:pt x="501" y="1"/>
                    </a:moveTo>
                    <a:cubicBezTo>
                      <a:pt x="449" y="1"/>
                      <a:pt x="395" y="10"/>
                      <a:pt x="343" y="29"/>
                    </a:cubicBezTo>
                    <a:cubicBezTo>
                      <a:pt x="221" y="71"/>
                      <a:pt x="123" y="158"/>
                      <a:pt x="67" y="273"/>
                    </a:cubicBezTo>
                    <a:cubicBezTo>
                      <a:pt x="10" y="390"/>
                      <a:pt x="1" y="520"/>
                      <a:pt x="43" y="643"/>
                    </a:cubicBezTo>
                    <a:cubicBezTo>
                      <a:pt x="110" y="837"/>
                      <a:pt x="294" y="969"/>
                      <a:pt x="500" y="969"/>
                    </a:cubicBezTo>
                    <a:cubicBezTo>
                      <a:pt x="553" y="969"/>
                      <a:pt x="605" y="960"/>
                      <a:pt x="657" y="942"/>
                    </a:cubicBezTo>
                    <a:cubicBezTo>
                      <a:pt x="910" y="855"/>
                      <a:pt x="1044" y="579"/>
                      <a:pt x="957" y="327"/>
                    </a:cubicBezTo>
                    <a:cubicBezTo>
                      <a:pt x="890" y="133"/>
                      <a:pt x="708" y="1"/>
                      <a:pt x="5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01"/>
              <p:cNvSpPr/>
              <p:nvPr/>
            </p:nvSpPr>
            <p:spPr>
              <a:xfrm>
                <a:off x="-1333200" y="1889600"/>
                <a:ext cx="73850" cy="67300"/>
              </a:xfrm>
              <a:custGeom>
                <a:rect b="b" l="l" r="r" t="t"/>
                <a:pathLst>
                  <a:path extrusionOk="0" h="2692" w="2954">
                    <a:moveTo>
                      <a:pt x="1477" y="0"/>
                    </a:moveTo>
                    <a:cubicBezTo>
                      <a:pt x="1133" y="0"/>
                      <a:pt x="788" y="132"/>
                      <a:pt x="526" y="394"/>
                    </a:cubicBezTo>
                    <a:cubicBezTo>
                      <a:pt x="0" y="920"/>
                      <a:pt x="0" y="1771"/>
                      <a:pt x="526" y="2296"/>
                    </a:cubicBezTo>
                    <a:cubicBezTo>
                      <a:pt x="788" y="2559"/>
                      <a:pt x="1133" y="2691"/>
                      <a:pt x="1477" y="2691"/>
                    </a:cubicBezTo>
                    <a:cubicBezTo>
                      <a:pt x="1821" y="2691"/>
                      <a:pt x="2166" y="2559"/>
                      <a:pt x="2429" y="2296"/>
                    </a:cubicBezTo>
                    <a:cubicBezTo>
                      <a:pt x="2954" y="1771"/>
                      <a:pt x="2954" y="920"/>
                      <a:pt x="2429" y="394"/>
                    </a:cubicBezTo>
                    <a:cubicBezTo>
                      <a:pt x="2166" y="132"/>
                      <a:pt x="1821" y="0"/>
                      <a:pt x="14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01"/>
              <p:cNvSpPr/>
              <p:nvPr/>
            </p:nvSpPr>
            <p:spPr>
              <a:xfrm>
                <a:off x="-1328225" y="1894125"/>
                <a:ext cx="63875" cy="58200"/>
              </a:xfrm>
              <a:custGeom>
                <a:rect b="b" l="l" r="r" t="t"/>
                <a:pathLst>
                  <a:path extrusionOk="0" h="2328" w="2555">
                    <a:moveTo>
                      <a:pt x="1278" y="1"/>
                    </a:moveTo>
                    <a:cubicBezTo>
                      <a:pt x="980" y="1"/>
                      <a:pt x="682" y="114"/>
                      <a:pt x="455" y="341"/>
                    </a:cubicBezTo>
                    <a:cubicBezTo>
                      <a:pt x="1" y="796"/>
                      <a:pt x="1" y="1533"/>
                      <a:pt x="455" y="1987"/>
                    </a:cubicBezTo>
                    <a:cubicBezTo>
                      <a:pt x="682" y="2214"/>
                      <a:pt x="980" y="2328"/>
                      <a:pt x="1278" y="2328"/>
                    </a:cubicBezTo>
                    <a:cubicBezTo>
                      <a:pt x="1576" y="2328"/>
                      <a:pt x="1874" y="2214"/>
                      <a:pt x="2101" y="1987"/>
                    </a:cubicBezTo>
                    <a:cubicBezTo>
                      <a:pt x="2555" y="1533"/>
                      <a:pt x="2555"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01"/>
              <p:cNvSpPr/>
              <p:nvPr/>
            </p:nvSpPr>
            <p:spPr>
              <a:xfrm>
                <a:off x="-1309825" y="1911100"/>
                <a:ext cx="27250" cy="24225"/>
              </a:xfrm>
              <a:custGeom>
                <a:rect b="b" l="l" r="r" t="t"/>
                <a:pathLst>
                  <a:path extrusionOk="0" h="969" w="1090">
                    <a:moveTo>
                      <a:pt x="544" y="1"/>
                    </a:moveTo>
                    <a:cubicBezTo>
                      <a:pt x="492" y="1"/>
                      <a:pt x="439" y="10"/>
                      <a:pt x="387" y="28"/>
                    </a:cubicBezTo>
                    <a:cubicBezTo>
                      <a:pt x="135" y="114"/>
                      <a:pt x="0" y="391"/>
                      <a:pt x="86" y="642"/>
                    </a:cubicBezTo>
                    <a:cubicBezTo>
                      <a:pt x="153" y="837"/>
                      <a:pt x="337" y="969"/>
                      <a:pt x="543" y="969"/>
                    </a:cubicBezTo>
                    <a:cubicBezTo>
                      <a:pt x="597" y="969"/>
                      <a:pt x="651" y="960"/>
                      <a:pt x="702" y="941"/>
                    </a:cubicBezTo>
                    <a:cubicBezTo>
                      <a:pt x="955" y="854"/>
                      <a:pt x="1089" y="579"/>
                      <a:pt x="1002" y="327"/>
                    </a:cubicBezTo>
                    <a:cubicBezTo>
                      <a:pt x="935" y="132"/>
                      <a:pt x="751" y="1"/>
                      <a:pt x="5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01"/>
              <p:cNvSpPr/>
              <p:nvPr/>
            </p:nvSpPr>
            <p:spPr>
              <a:xfrm>
                <a:off x="-1508450" y="1967225"/>
                <a:ext cx="275125" cy="94550"/>
              </a:xfrm>
              <a:custGeom>
                <a:rect b="b" l="l" r="r" t="t"/>
                <a:pathLst>
                  <a:path extrusionOk="0" fill="none" h="3782" w="11005">
                    <a:moveTo>
                      <a:pt x="0" y="3782"/>
                    </a:moveTo>
                    <a:lnTo>
                      <a:pt x="11004" y="0"/>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101"/>
              <p:cNvSpPr/>
              <p:nvPr/>
            </p:nvSpPr>
            <p:spPr>
              <a:xfrm>
                <a:off x="-1504425" y="1979000"/>
                <a:ext cx="275175" cy="94550"/>
              </a:xfrm>
              <a:custGeom>
                <a:rect b="b" l="l" r="r" t="t"/>
                <a:pathLst>
                  <a:path extrusionOk="0" fill="none" h="3782" w="11007">
                    <a:moveTo>
                      <a:pt x="0" y="3781"/>
                    </a:moveTo>
                    <a:lnTo>
                      <a:pt x="11006" y="0"/>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101"/>
              <p:cNvSpPr/>
              <p:nvPr/>
            </p:nvSpPr>
            <p:spPr>
              <a:xfrm>
                <a:off x="-1500375" y="1990775"/>
                <a:ext cx="275200" cy="94550"/>
              </a:xfrm>
              <a:custGeom>
                <a:rect b="b" l="l" r="r" t="t"/>
                <a:pathLst>
                  <a:path extrusionOk="0" fill="none" h="3782" w="11008">
                    <a:moveTo>
                      <a:pt x="0" y="3782"/>
                    </a:moveTo>
                    <a:lnTo>
                      <a:pt x="11007" y="1"/>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61" name="Google Shape;7961;p101"/>
          <p:cNvGrpSpPr/>
          <p:nvPr/>
        </p:nvGrpSpPr>
        <p:grpSpPr>
          <a:xfrm rot="-2018233">
            <a:off x="93536" y="320709"/>
            <a:ext cx="1128892" cy="678984"/>
            <a:chOff x="-3197125" y="3291375"/>
            <a:chExt cx="286625" cy="172388"/>
          </a:xfrm>
        </p:grpSpPr>
        <p:sp>
          <p:nvSpPr>
            <p:cNvPr id="7962" name="Google Shape;7962;p101"/>
            <p:cNvSpPr/>
            <p:nvPr/>
          </p:nvSpPr>
          <p:spPr>
            <a:xfrm>
              <a:off x="-3197125" y="3291375"/>
              <a:ext cx="286625" cy="172300"/>
            </a:xfrm>
            <a:custGeom>
              <a:rect b="b" l="l" r="r" t="t"/>
              <a:pathLst>
                <a:path extrusionOk="0" h="6892" w="11465">
                  <a:moveTo>
                    <a:pt x="317" y="0"/>
                  </a:moveTo>
                  <a:cubicBezTo>
                    <a:pt x="140" y="0"/>
                    <a:pt x="0" y="141"/>
                    <a:pt x="0" y="316"/>
                  </a:cubicBezTo>
                  <a:lnTo>
                    <a:pt x="0" y="6576"/>
                  </a:lnTo>
                  <a:cubicBezTo>
                    <a:pt x="0" y="6751"/>
                    <a:pt x="143" y="6892"/>
                    <a:pt x="317" y="6892"/>
                  </a:cubicBezTo>
                  <a:lnTo>
                    <a:pt x="11149" y="6892"/>
                  </a:lnTo>
                  <a:cubicBezTo>
                    <a:pt x="11324" y="6892"/>
                    <a:pt x="11465" y="6750"/>
                    <a:pt x="11465" y="6576"/>
                  </a:cubicBezTo>
                  <a:lnTo>
                    <a:pt x="11465" y="316"/>
                  </a:lnTo>
                  <a:cubicBezTo>
                    <a:pt x="11465" y="140"/>
                    <a:pt x="11323" y="0"/>
                    <a:pt x="11149"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3" name="Google Shape;7963;p101"/>
            <p:cNvGrpSpPr/>
            <p:nvPr/>
          </p:nvGrpSpPr>
          <p:grpSpPr>
            <a:xfrm>
              <a:off x="-3197125" y="3291438"/>
              <a:ext cx="286625" cy="172325"/>
              <a:chOff x="-3197125" y="2023475"/>
              <a:chExt cx="286625" cy="172325"/>
            </a:xfrm>
          </p:grpSpPr>
          <p:sp>
            <p:nvSpPr>
              <p:cNvPr id="7964" name="Google Shape;7964;p101"/>
              <p:cNvSpPr/>
              <p:nvPr/>
            </p:nvSpPr>
            <p:spPr>
              <a:xfrm>
                <a:off x="-3197125" y="2023475"/>
                <a:ext cx="286625" cy="172325"/>
              </a:xfrm>
              <a:custGeom>
                <a:rect b="b" l="l" r="r" t="t"/>
                <a:pathLst>
                  <a:path extrusionOk="0" h="6893" w="11465">
                    <a:moveTo>
                      <a:pt x="317" y="0"/>
                    </a:moveTo>
                    <a:cubicBezTo>
                      <a:pt x="143" y="0"/>
                      <a:pt x="0" y="141"/>
                      <a:pt x="0" y="316"/>
                    </a:cubicBezTo>
                    <a:lnTo>
                      <a:pt x="0" y="6577"/>
                    </a:lnTo>
                    <a:cubicBezTo>
                      <a:pt x="0" y="6750"/>
                      <a:pt x="140" y="6893"/>
                      <a:pt x="317" y="6893"/>
                    </a:cubicBezTo>
                    <a:lnTo>
                      <a:pt x="11148" y="6893"/>
                    </a:lnTo>
                    <a:cubicBezTo>
                      <a:pt x="11323" y="6893"/>
                      <a:pt x="11465" y="6750"/>
                      <a:pt x="11465" y="6577"/>
                    </a:cubicBezTo>
                    <a:lnTo>
                      <a:pt x="11465" y="316"/>
                    </a:lnTo>
                    <a:cubicBezTo>
                      <a:pt x="11465" y="143"/>
                      <a:pt x="11324" y="0"/>
                      <a:pt x="111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01"/>
              <p:cNvSpPr/>
              <p:nvPr/>
            </p:nvSpPr>
            <p:spPr>
              <a:xfrm>
                <a:off x="-3167550" y="2038925"/>
                <a:ext cx="227450" cy="103050"/>
              </a:xfrm>
              <a:custGeom>
                <a:rect b="b" l="l" r="r" t="t"/>
                <a:pathLst>
                  <a:path extrusionOk="0" h="4122" w="9098">
                    <a:moveTo>
                      <a:pt x="1" y="0"/>
                    </a:moveTo>
                    <a:lnTo>
                      <a:pt x="1" y="4121"/>
                    </a:lnTo>
                    <a:lnTo>
                      <a:pt x="9098" y="4121"/>
                    </a:lnTo>
                    <a:lnTo>
                      <a:pt x="909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01"/>
              <p:cNvSpPr/>
              <p:nvPr/>
            </p:nvSpPr>
            <p:spPr>
              <a:xfrm>
                <a:off x="-3121150" y="2085075"/>
                <a:ext cx="134650" cy="33600"/>
              </a:xfrm>
              <a:custGeom>
                <a:rect b="b" l="l" r="r" t="t"/>
                <a:pathLst>
                  <a:path extrusionOk="0" h="1344" w="5386">
                    <a:moveTo>
                      <a:pt x="0" y="1"/>
                    </a:moveTo>
                    <a:lnTo>
                      <a:pt x="0" y="1343"/>
                    </a:lnTo>
                    <a:lnTo>
                      <a:pt x="5385" y="1343"/>
                    </a:lnTo>
                    <a:lnTo>
                      <a:pt x="53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101"/>
              <p:cNvSpPr/>
              <p:nvPr/>
            </p:nvSpPr>
            <p:spPr>
              <a:xfrm>
                <a:off x="-3121150" y="2085025"/>
                <a:ext cx="65625" cy="33650"/>
              </a:xfrm>
              <a:custGeom>
                <a:rect b="b" l="l" r="r" t="t"/>
                <a:pathLst>
                  <a:path extrusionOk="0" h="1346" w="2625">
                    <a:moveTo>
                      <a:pt x="0" y="1"/>
                    </a:moveTo>
                    <a:lnTo>
                      <a:pt x="0" y="1345"/>
                    </a:lnTo>
                    <a:lnTo>
                      <a:pt x="2534" y="1345"/>
                    </a:lnTo>
                    <a:cubicBezTo>
                      <a:pt x="2591" y="1131"/>
                      <a:pt x="2625" y="907"/>
                      <a:pt x="2625" y="673"/>
                    </a:cubicBezTo>
                    <a:cubicBezTo>
                      <a:pt x="2625" y="441"/>
                      <a:pt x="2591" y="216"/>
                      <a:pt x="25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01"/>
              <p:cNvSpPr/>
              <p:nvPr/>
            </p:nvSpPr>
            <p:spPr>
              <a:xfrm>
                <a:off x="-3034350" y="2085075"/>
                <a:ext cx="47850" cy="33625"/>
              </a:xfrm>
              <a:custGeom>
                <a:rect b="b" l="l" r="r" t="t"/>
                <a:pathLst>
                  <a:path extrusionOk="0" h="1345" w="1914">
                    <a:moveTo>
                      <a:pt x="149" y="1"/>
                    </a:moveTo>
                    <a:cubicBezTo>
                      <a:pt x="55" y="226"/>
                      <a:pt x="1" y="475"/>
                      <a:pt x="1" y="735"/>
                    </a:cubicBezTo>
                    <a:cubicBezTo>
                      <a:pt x="1" y="948"/>
                      <a:pt x="37" y="1152"/>
                      <a:pt x="102" y="1344"/>
                    </a:cubicBezTo>
                    <a:lnTo>
                      <a:pt x="1913" y="1344"/>
                    </a:lnTo>
                    <a:lnTo>
                      <a:pt x="19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01"/>
              <p:cNvSpPr/>
              <p:nvPr/>
            </p:nvSpPr>
            <p:spPr>
              <a:xfrm>
                <a:off x="-3143075" y="2078800"/>
                <a:ext cx="46125" cy="46075"/>
              </a:xfrm>
              <a:custGeom>
                <a:rect b="b" l="l" r="r" t="t"/>
                <a:pathLst>
                  <a:path extrusionOk="0" h="1843" w="1845">
                    <a:moveTo>
                      <a:pt x="922" y="1"/>
                    </a:moveTo>
                    <a:cubicBezTo>
                      <a:pt x="412" y="1"/>
                      <a:pt x="0" y="414"/>
                      <a:pt x="0" y="922"/>
                    </a:cubicBezTo>
                    <a:cubicBezTo>
                      <a:pt x="0" y="1431"/>
                      <a:pt x="413" y="1843"/>
                      <a:pt x="922" y="1843"/>
                    </a:cubicBezTo>
                    <a:cubicBezTo>
                      <a:pt x="1432" y="1843"/>
                      <a:pt x="1842" y="1430"/>
                      <a:pt x="1842" y="922"/>
                    </a:cubicBezTo>
                    <a:cubicBezTo>
                      <a:pt x="1844" y="414"/>
                      <a:pt x="1432" y="1"/>
                      <a:pt x="9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01"/>
              <p:cNvSpPr/>
              <p:nvPr/>
            </p:nvSpPr>
            <p:spPr>
              <a:xfrm>
                <a:off x="-3141550" y="2081975"/>
                <a:ext cx="42975" cy="39975"/>
              </a:xfrm>
              <a:custGeom>
                <a:rect b="b" l="l" r="r" t="t"/>
                <a:pathLst>
                  <a:path extrusionOk="0" h="1599" w="1719">
                    <a:moveTo>
                      <a:pt x="859" y="1"/>
                    </a:moveTo>
                    <a:cubicBezTo>
                      <a:pt x="817" y="1"/>
                      <a:pt x="774" y="4"/>
                      <a:pt x="731" y="11"/>
                    </a:cubicBezTo>
                    <a:cubicBezTo>
                      <a:pt x="296" y="82"/>
                      <a:pt x="0" y="493"/>
                      <a:pt x="71" y="928"/>
                    </a:cubicBezTo>
                    <a:cubicBezTo>
                      <a:pt x="135" y="1320"/>
                      <a:pt x="474" y="1599"/>
                      <a:pt x="858" y="1599"/>
                    </a:cubicBezTo>
                    <a:cubicBezTo>
                      <a:pt x="901" y="1599"/>
                      <a:pt x="944" y="1595"/>
                      <a:pt x="988" y="1588"/>
                    </a:cubicBezTo>
                    <a:cubicBezTo>
                      <a:pt x="1423" y="1517"/>
                      <a:pt x="1718" y="1106"/>
                      <a:pt x="1647" y="672"/>
                    </a:cubicBezTo>
                    <a:cubicBezTo>
                      <a:pt x="1584" y="279"/>
                      <a:pt x="1244" y="1"/>
                      <a:pt x="8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01"/>
              <p:cNvSpPr/>
              <p:nvPr/>
            </p:nvSpPr>
            <p:spPr>
              <a:xfrm>
                <a:off x="-3010650" y="2078800"/>
                <a:ext cx="46075" cy="46075"/>
              </a:xfrm>
              <a:custGeom>
                <a:rect b="b" l="l" r="r" t="t"/>
                <a:pathLst>
                  <a:path extrusionOk="0" h="1843" w="1843">
                    <a:moveTo>
                      <a:pt x="921" y="1"/>
                    </a:moveTo>
                    <a:cubicBezTo>
                      <a:pt x="412" y="1"/>
                      <a:pt x="0" y="414"/>
                      <a:pt x="0" y="922"/>
                    </a:cubicBezTo>
                    <a:cubicBezTo>
                      <a:pt x="0" y="1431"/>
                      <a:pt x="413" y="1843"/>
                      <a:pt x="921" y="1843"/>
                    </a:cubicBezTo>
                    <a:cubicBezTo>
                      <a:pt x="1431" y="1843"/>
                      <a:pt x="1842" y="1430"/>
                      <a:pt x="1842" y="922"/>
                    </a:cubicBezTo>
                    <a:cubicBezTo>
                      <a:pt x="1842" y="414"/>
                      <a:pt x="1430" y="1"/>
                      <a:pt x="9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01"/>
              <p:cNvSpPr/>
              <p:nvPr/>
            </p:nvSpPr>
            <p:spPr>
              <a:xfrm>
                <a:off x="-3009300" y="2081900"/>
                <a:ext cx="43125" cy="39950"/>
              </a:xfrm>
              <a:custGeom>
                <a:rect b="b" l="l" r="r" t="t"/>
                <a:pathLst>
                  <a:path extrusionOk="0" h="1598" w="1725">
                    <a:moveTo>
                      <a:pt x="864" y="1"/>
                    </a:moveTo>
                    <a:cubicBezTo>
                      <a:pt x="819" y="1"/>
                      <a:pt x="772" y="5"/>
                      <a:pt x="726" y="13"/>
                    </a:cubicBezTo>
                    <a:cubicBezTo>
                      <a:pt x="291" y="88"/>
                      <a:pt x="0" y="501"/>
                      <a:pt x="75" y="936"/>
                    </a:cubicBezTo>
                    <a:cubicBezTo>
                      <a:pt x="144" y="1324"/>
                      <a:pt x="481" y="1598"/>
                      <a:pt x="862" y="1598"/>
                    </a:cubicBezTo>
                    <a:cubicBezTo>
                      <a:pt x="907" y="1598"/>
                      <a:pt x="953" y="1594"/>
                      <a:pt x="999" y="1586"/>
                    </a:cubicBezTo>
                    <a:cubicBezTo>
                      <a:pt x="1433" y="1510"/>
                      <a:pt x="1724" y="1097"/>
                      <a:pt x="1649" y="662"/>
                    </a:cubicBezTo>
                    <a:cubicBezTo>
                      <a:pt x="1582" y="274"/>
                      <a:pt x="1245" y="1"/>
                      <a:pt x="8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101"/>
              <p:cNvSpPr/>
              <p:nvPr/>
            </p:nvSpPr>
            <p:spPr>
              <a:xfrm>
                <a:off x="-3021825" y="2160325"/>
                <a:ext cx="7775" cy="7775"/>
              </a:xfrm>
              <a:custGeom>
                <a:rect b="b" l="l" r="r" t="t"/>
                <a:pathLst>
                  <a:path extrusionOk="0" h="311" w="311">
                    <a:moveTo>
                      <a:pt x="155" y="1"/>
                    </a:moveTo>
                    <a:cubicBezTo>
                      <a:pt x="70" y="1"/>
                      <a:pt x="1" y="70"/>
                      <a:pt x="1" y="156"/>
                    </a:cubicBezTo>
                    <a:cubicBezTo>
                      <a:pt x="1" y="241"/>
                      <a:pt x="70" y="311"/>
                      <a:pt x="155" y="311"/>
                    </a:cubicBezTo>
                    <a:cubicBezTo>
                      <a:pt x="241" y="311"/>
                      <a:pt x="310" y="241"/>
                      <a:pt x="310" y="156"/>
                    </a:cubicBezTo>
                    <a:cubicBezTo>
                      <a:pt x="310" y="70"/>
                      <a:pt x="241"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101"/>
              <p:cNvSpPr/>
              <p:nvPr/>
            </p:nvSpPr>
            <p:spPr>
              <a:xfrm>
                <a:off x="-2924825" y="2171975"/>
                <a:ext cx="7775" cy="7750"/>
              </a:xfrm>
              <a:custGeom>
                <a:rect b="b" l="l" r="r" t="t"/>
                <a:pathLst>
                  <a:path extrusionOk="0" h="310" w="311">
                    <a:moveTo>
                      <a:pt x="156" y="0"/>
                    </a:moveTo>
                    <a:cubicBezTo>
                      <a:pt x="70" y="0"/>
                      <a:pt x="1" y="69"/>
                      <a:pt x="1" y="155"/>
                    </a:cubicBezTo>
                    <a:cubicBezTo>
                      <a:pt x="1" y="241"/>
                      <a:pt x="70" y="310"/>
                      <a:pt x="156" y="310"/>
                    </a:cubicBezTo>
                    <a:cubicBezTo>
                      <a:pt x="241" y="310"/>
                      <a:pt x="310" y="241"/>
                      <a:pt x="310" y="155"/>
                    </a:cubicBezTo>
                    <a:cubicBezTo>
                      <a:pt x="310" y="69"/>
                      <a:pt x="241" y="0"/>
                      <a:pt x="1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01"/>
              <p:cNvSpPr/>
              <p:nvPr/>
            </p:nvSpPr>
            <p:spPr>
              <a:xfrm>
                <a:off x="-3190600" y="2171975"/>
                <a:ext cx="7750" cy="7750"/>
              </a:xfrm>
              <a:custGeom>
                <a:rect b="b" l="l" r="r" t="t"/>
                <a:pathLst>
                  <a:path extrusionOk="0" h="310" w="310">
                    <a:moveTo>
                      <a:pt x="155" y="0"/>
                    </a:moveTo>
                    <a:cubicBezTo>
                      <a:pt x="69" y="0"/>
                      <a:pt x="0" y="69"/>
                      <a:pt x="0" y="155"/>
                    </a:cubicBezTo>
                    <a:cubicBezTo>
                      <a:pt x="0" y="241"/>
                      <a:pt x="69" y="310"/>
                      <a:pt x="155" y="310"/>
                    </a:cubicBezTo>
                    <a:cubicBezTo>
                      <a:pt x="241" y="310"/>
                      <a:pt x="310" y="241"/>
                      <a:pt x="310" y="155"/>
                    </a:cubicBezTo>
                    <a:cubicBezTo>
                      <a:pt x="310" y="69"/>
                      <a:pt x="241" y="0"/>
                      <a:pt x="1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01"/>
              <p:cNvSpPr/>
              <p:nvPr/>
            </p:nvSpPr>
            <p:spPr>
              <a:xfrm>
                <a:off x="-2924825" y="2030250"/>
                <a:ext cx="7775" cy="7775"/>
              </a:xfrm>
              <a:custGeom>
                <a:rect b="b" l="l" r="r" t="t"/>
                <a:pathLst>
                  <a:path extrusionOk="0" h="311" w="311">
                    <a:moveTo>
                      <a:pt x="156" y="1"/>
                    </a:moveTo>
                    <a:cubicBezTo>
                      <a:pt x="71" y="1"/>
                      <a:pt x="1" y="70"/>
                      <a:pt x="1" y="155"/>
                    </a:cubicBezTo>
                    <a:cubicBezTo>
                      <a:pt x="1" y="240"/>
                      <a:pt x="71" y="310"/>
                      <a:pt x="156" y="310"/>
                    </a:cubicBezTo>
                    <a:cubicBezTo>
                      <a:pt x="241" y="310"/>
                      <a:pt x="310" y="240"/>
                      <a:pt x="310" y="155"/>
                    </a:cubicBezTo>
                    <a:cubicBezTo>
                      <a:pt x="310" y="70"/>
                      <a:pt x="241" y="1"/>
                      <a:pt x="1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01"/>
              <p:cNvSpPr/>
              <p:nvPr/>
            </p:nvSpPr>
            <p:spPr>
              <a:xfrm>
                <a:off x="-3190575" y="2030250"/>
                <a:ext cx="7750" cy="7775"/>
              </a:xfrm>
              <a:custGeom>
                <a:rect b="b" l="l" r="r" t="t"/>
                <a:pathLst>
                  <a:path extrusionOk="0" h="311" w="310">
                    <a:moveTo>
                      <a:pt x="155" y="1"/>
                    </a:moveTo>
                    <a:cubicBezTo>
                      <a:pt x="70" y="1"/>
                      <a:pt x="0" y="70"/>
                      <a:pt x="0" y="155"/>
                    </a:cubicBezTo>
                    <a:cubicBezTo>
                      <a:pt x="0" y="240"/>
                      <a:pt x="70" y="310"/>
                      <a:pt x="155" y="310"/>
                    </a:cubicBezTo>
                    <a:cubicBezTo>
                      <a:pt x="241" y="310"/>
                      <a:pt x="310" y="240"/>
                      <a:pt x="310" y="155"/>
                    </a:cubicBezTo>
                    <a:cubicBezTo>
                      <a:pt x="310" y="70"/>
                      <a:pt x="240"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01"/>
              <p:cNvSpPr/>
              <p:nvPr/>
            </p:nvSpPr>
            <p:spPr>
              <a:xfrm>
                <a:off x="-3093600" y="2160325"/>
                <a:ext cx="7775" cy="7775"/>
              </a:xfrm>
              <a:custGeom>
                <a:rect b="b" l="l" r="r" t="t"/>
                <a:pathLst>
                  <a:path extrusionOk="0" h="311" w="311">
                    <a:moveTo>
                      <a:pt x="155" y="1"/>
                    </a:moveTo>
                    <a:cubicBezTo>
                      <a:pt x="70" y="1"/>
                      <a:pt x="1" y="70"/>
                      <a:pt x="1" y="156"/>
                    </a:cubicBezTo>
                    <a:cubicBezTo>
                      <a:pt x="1" y="241"/>
                      <a:pt x="70" y="311"/>
                      <a:pt x="155" y="311"/>
                    </a:cubicBezTo>
                    <a:cubicBezTo>
                      <a:pt x="240" y="311"/>
                      <a:pt x="310" y="241"/>
                      <a:pt x="310" y="156"/>
                    </a:cubicBezTo>
                    <a:cubicBezTo>
                      <a:pt x="310" y="71"/>
                      <a:pt x="240"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01"/>
              <p:cNvSpPr/>
              <p:nvPr/>
            </p:nvSpPr>
            <p:spPr>
              <a:xfrm>
                <a:off x="-3134000" y="2047750"/>
                <a:ext cx="160400" cy="6850"/>
              </a:xfrm>
              <a:custGeom>
                <a:rect b="b" l="l" r="r" t="t"/>
                <a:pathLst>
                  <a:path extrusionOk="0" h="274" w="6416">
                    <a:moveTo>
                      <a:pt x="0" y="0"/>
                    </a:moveTo>
                    <a:lnTo>
                      <a:pt x="0" y="274"/>
                    </a:lnTo>
                    <a:lnTo>
                      <a:pt x="6415" y="274"/>
                    </a:lnTo>
                    <a:lnTo>
                      <a:pt x="64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01"/>
              <p:cNvSpPr/>
              <p:nvPr/>
            </p:nvSpPr>
            <p:spPr>
              <a:xfrm>
                <a:off x="-3134000" y="2060000"/>
                <a:ext cx="160400" cy="6850"/>
              </a:xfrm>
              <a:custGeom>
                <a:rect b="b" l="l" r="r" t="t"/>
                <a:pathLst>
                  <a:path extrusionOk="0" h="274" w="6416">
                    <a:moveTo>
                      <a:pt x="0" y="0"/>
                    </a:moveTo>
                    <a:lnTo>
                      <a:pt x="0" y="274"/>
                    </a:lnTo>
                    <a:lnTo>
                      <a:pt x="6415" y="274"/>
                    </a:lnTo>
                    <a:lnTo>
                      <a:pt x="64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01"/>
              <p:cNvSpPr/>
              <p:nvPr/>
            </p:nvSpPr>
            <p:spPr>
              <a:xfrm>
                <a:off x="-3139125" y="2082838"/>
                <a:ext cx="38075" cy="38000"/>
              </a:xfrm>
              <a:custGeom>
                <a:rect b="b" l="l" r="r" t="t"/>
                <a:pathLst>
                  <a:path extrusionOk="0" h="1520" w="1523">
                    <a:moveTo>
                      <a:pt x="762" y="1"/>
                    </a:moveTo>
                    <a:cubicBezTo>
                      <a:pt x="732" y="1"/>
                      <a:pt x="702" y="3"/>
                      <a:pt x="672" y="7"/>
                    </a:cubicBezTo>
                    <a:cubicBezTo>
                      <a:pt x="645" y="11"/>
                      <a:pt x="626" y="35"/>
                      <a:pt x="629" y="63"/>
                    </a:cubicBezTo>
                    <a:cubicBezTo>
                      <a:pt x="629" y="82"/>
                      <a:pt x="625" y="101"/>
                      <a:pt x="618" y="121"/>
                    </a:cubicBezTo>
                    <a:cubicBezTo>
                      <a:pt x="592" y="183"/>
                      <a:pt x="532" y="220"/>
                      <a:pt x="469" y="220"/>
                    </a:cubicBezTo>
                    <a:cubicBezTo>
                      <a:pt x="448" y="220"/>
                      <a:pt x="428" y="216"/>
                      <a:pt x="408" y="208"/>
                    </a:cubicBezTo>
                    <a:cubicBezTo>
                      <a:pt x="388" y="200"/>
                      <a:pt x="373" y="189"/>
                      <a:pt x="358" y="174"/>
                    </a:cubicBezTo>
                    <a:cubicBezTo>
                      <a:pt x="347" y="163"/>
                      <a:pt x="332" y="157"/>
                      <a:pt x="317" y="157"/>
                    </a:cubicBezTo>
                    <a:cubicBezTo>
                      <a:pt x="307" y="157"/>
                      <a:pt x="296" y="160"/>
                      <a:pt x="287" y="167"/>
                    </a:cubicBezTo>
                    <a:cubicBezTo>
                      <a:pt x="243" y="203"/>
                      <a:pt x="199" y="245"/>
                      <a:pt x="163" y="291"/>
                    </a:cubicBezTo>
                    <a:cubicBezTo>
                      <a:pt x="147" y="312"/>
                      <a:pt x="152" y="343"/>
                      <a:pt x="171" y="360"/>
                    </a:cubicBezTo>
                    <a:cubicBezTo>
                      <a:pt x="215" y="405"/>
                      <a:pt x="232" y="472"/>
                      <a:pt x="206" y="532"/>
                    </a:cubicBezTo>
                    <a:cubicBezTo>
                      <a:pt x="181" y="594"/>
                      <a:pt x="122" y="628"/>
                      <a:pt x="60" y="628"/>
                    </a:cubicBezTo>
                    <a:cubicBezTo>
                      <a:pt x="33" y="628"/>
                      <a:pt x="8" y="647"/>
                      <a:pt x="6" y="674"/>
                    </a:cubicBezTo>
                    <a:cubicBezTo>
                      <a:pt x="0" y="734"/>
                      <a:pt x="0" y="792"/>
                      <a:pt x="7" y="849"/>
                    </a:cubicBezTo>
                    <a:cubicBezTo>
                      <a:pt x="11" y="875"/>
                      <a:pt x="35" y="894"/>
                      <a:pt x="61" y="894"/>
                    </a:cubicBezTo>
                    <a:cubicBezTo>
                      <a:pt x="62" y="894"/>
                      <a:pt x="62" y="894"/>
                      <a:pt x="63" y="894"/>
                    </a:cubicBezTo>
                    <a:cubicBezTo>
                      <a:pt x="83" y="894"/>
                      <a:pt x="102" y="896"/>
                      <a:pt x="121" y="904"/>
                    </a:cubicBezTo>
                    <a:cubicBezTo>
                      <a:pt x="203" y="937"/>
                      <a:pt x="243" y="1031"/>
                      <a:pt x="209" y="1114"/>
                    </a:cubicBezTo>
                    <a:cubicBezTo>
                      <a:pt x="201" y="1133"/>
                      <a:pt x="190" y="1149"/>
                      <a:pt x="175" y="1163"/>
                    </a:cubicBezTo>
                    <a:cubicBezTo>
                      <a:pt x="156" y="1183"/>
                      <a:pt x="151" y="1212"/>
                      <a:pt x="167" y="1234"/>
                    </a:cubicBezTo>
                    <a:cubicBezTo>
                      <a:pt x="203" y="1279"/>
                      <a:pt x="245" y="1322"/>
                      <a:pt x="291" y="1358"/>
                    </a:cubicBezTo>
                    <a:cubicBezTo>
                      <a:pt x="300" y="1365"/>
                      <a:pt x="310" y="1368"/>
                      <a:pt x="320" y="1368"/>
                    </a:cubicBezTo>
                    <a:cubicBezTo>
                      <a:pt x="335" y="1368"/>
                      <a:pt x="350" y="1361"/>
                      <a:pt x="361" y="1350"/>
                    </a:cubicBezTo>
                    <a:cubicBezTo>
                      <a:pt x="391" y="1320"/>
                      <a:pt x="431" y="1303"/>
                      <a:pt x="474" y="1303"/>
                    </a:cubicBezTo>
                    <a:cubicBezTo>
                      <a:pt x="493" y="1303"/>
                      <a:pt x="513" y="1307"/>
                      <a:pt x="533" y="1315"/>
                    </a:cubicBezTo>
                    <a:cubicBezTo>
                      <a:pt x="594" y="1341"/>
                      <a:pt x="630" y="1399"/>
                      <a:pt x="630" y="1461"/>
                    </a:cubicBezTo>
                    <a:cubicBezTo>
                      <a:pt x="630" y="1488"/>
                      <a:pt x="647" y="1513"/>
                      <a:pt x="674" y="1515"/>
                    </a:cubicBezTo>
                    <a:cubicBezTo>
                      <a:pt x="703" y="1518"/>
                      <a:pt x="731" y="1519"/>
                      <a:pt x="759" y="1519"/>
                    </a:cubicBezTo>
                    <a:cubicBezTo>
                      <a:pt x="790" y="1519"/>
                      <a:pt x="820" y="1518"/>
                      <a:pt x="850" y="1514"/>
                    </a:cubicBezTo>
                    <a:cubicBezTo>
                      <a:pt x="877" y="1510"/>
                      <a:pt x="895" y="1485"/>
                      <a:pt x="894" y="1458"/>
                    </a:cubicBezTo>
                    <a:cubicBezTo>
                      <a:pt x="894" y="1439"/>
                      <a:pt x="896" y="1420"/>
                      <a:pt x="904" y="1400"/>
                    </a:cubicBezTo>
                    <a:cubicBezTo>
                      <a:pt x="930" y="1338"/>
                      <a:pt x="990" y="1300"/>
                      <a:pt x="1053" y="1300"/>
                    </a:cubicBezTo>
                    <a:cubicBezTo>
                      <a:pt x="1074" y="1300"/>
                      <a:pt x="1094" y="1304"/>
                      <a:pt x="1115" y="1313"/>
                    </a:cubicBezTo>
                    <a:cubicBezTo>
                      <a:pt x="1134" y="1320"/>
                      <a:pt x="1149" y="1332"/>
                      <a:pt x="1163" y="1346"/>
                    </a:cubicBezTo>
                    <a:cubicBezTo>
                      <a:pt x="1175" y="1357"/>
                      <a:pt x="1190" y="1364"/>
                      <a:pt x="1205" y="1364"/>
                    </a:cubicBezTo>
                    <a:cubicBezTo>
                      <a:pt x="1215" y="1364"/>
                      <a:pt x="1225" y="1361"/>
                      <a:pt x="1234" y="1354"/>
                    </a:cubicBezTo>
                    <a:cubicBezTo>
                      <a:pt x="1280" y="1318"/>
                      <a:pt x="1322" y="1277"/>
                      <a:pt x="1358" y="1230"/>
                    </a:cubicBezTo>
                    <a:cubicBezTo>
                      <a:pt x="1375" y="1209"/>
                      <a:pt x="1369" y="1179"/>
                      <a:pt x="1351" y="1160"/>
                    </a:cubicBezTo>
                    <a:cubicBezTo>
                      <a:pt x="1307" y="1117"/>
                      <a:pt x="1290" y="1050"/>
                      <a:pt x="1316" y="989"/>
                    </a:cubicBezTo>
                    <a:cubicBezTo>
                      <a:pt x="1342" y="928"/>
                      <a:pt x="1399" y="892"/>
                      <a:pt x="1461" y="892"/>
                    </a:cubicBezTo>
                    <a:cubicBezTo>
                      <a:pt x="1488" y="892"/>
                      <a:pt x="1513" y="874"/>
                      <a:pt x="1516" y="847"/>
                    </a:cubicBezTo>
                    <a:cubicBezTo>
                      <a:pt x="1522" y="787"/>
                      <a:pt x="1522" y="730"/>
                      <a:pt x="1514" y="672"/>
                    </a:cubicBezTo>
                    <a:cubicBezTo>
                      <a:pt x="1510" y="645"/>
                      <a:pt x="1487" y="627"/>
                      <a:pt x="1461" y="627"/>
                    </a:cubicBezTo>
                    <a:cubicBezTo>
                      <a:pt x="1460" y="627"/>
                      <a:pt x="1459" y="627"/>
                      <a:pt x="1458" y="627"/>
                    </a:cubicBezTo>
                    <a:cubicBezTo>
                      <a:pt x="1440" y="627"/>
                      <a:pt x="1420" y="625"/>
                      <a:pt x="1400" y="617"/>
                    </a:cubicBezTo>
                    <a:cubicBezTo>
                      <a:pt x="1318" y="584"/>
                      <a:pt x="1280" y="489"/>
                      <a:pt x="1313" y="407"/>
                    </a:cubicBezTo>
                    <a:cubicBezTo>
                      <a:pt x="1321" y="388"/>
                      <a:pt x="1332" y="373"/>
                      <a:pt x="1347" y="358"/>
                    </a:cubicBezTo>
                    <a:cubicBezTo>
                      <a:pt x="1366" y="338"/>
                      <a:pt x="1371" y="309"/>
                      <a:pt x="1354" y="287"/>
                    </a:cubicBezTo>
                    <a:cubicBezTo>
                      <a:pt x="1318" y="241"/>
                      <a:pt x="1277" y="199"/>
                      <a:pt x="1230" y="163"/>
                    </a:cubicBezTo>
                    <a:cubicBezTo>
                      <a:pt x="1222" y="156"/>
                      <a:pt x="1212" y="153"/>
                      <a:pt x="1201" y="153"/>
                    </a:cubicBezTo>
                    <a:cubicBezTo>
                      <a:pt x="1186" y="153"/>
                      <a:pt x="1171" y="160"/>
                      <a:pt x="1161" y="171"/>
                    </a:cubicBezTo>
                    <a:cubicBezTo>
                      <a:pt x="1131" y="201"/>
                      <a:pt x="1091" y="218"/>
                      <a:pt x="1049" y="218"/>
                    </a:cubicBezTo>
                    <a:cubicBezTo>
                      <a:pt x="1029" y="218"/>
                      <a:pt x="1009" y="214"/>
                      <a:pt x="990" y="205"/>
                    </a:cubicBezTo>
                    <a:cubicBezTo>
                      <a:pt x="928" y="180"/>
                      <a:pt x="893" y="122"/>
                      <a:pt x="893" y="60"/>
                    </a:cubicBezTo>
                    <a:cubicBezTo>
                      <a:pt x="893" y="33"/>
                      <a:pt x="874" y="8"/>
                      <a:pt x="847" y="6"/>
                    </a:cubicBezTo>
                    <a:cubicBezTo>
                      <a:pt x="818" y="3"/>
                      <a:pt x="790" y="1"/>
                      <a:pt x="7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101"/>
              <p:cNvSpPr/>
              <p:nvPr/>
            </p:nvSpPr>
            <p:spPr>
              <a:xfrm>
                <a:off x="-3006750" y="2082838"/>
                <a:ext cx="38075" cy="38000"/>
              </a:xfrm>
              <a:custGeom>
                <a:rect b="b" l="l" r="r" t="t"/>
                <a:pathLst>
                  <a:path extrusionOk="0" h="1520" w="1523">
                    <a:moveTo>
                      <a:pt x="763" y="1"/>
                    </a:moveTo>
                    <a:cubicBezTo>
                      <a:pt x="733" y="1"/>
                      <a:pt x="702" y="3"/>
                      <a:pt x="672" y="7"/>
                    </a:cubicBezTo>
                    <a:cubicBezTo>
                      <a:pt x="645" y="11"/>
                      <a:pt x="628" y="35"/>
                      <a:pt x="629" y="63"/>
                    </a:cubicBezTo>
                    <a:cubicBezTo>
                      <a:pt x="629" y="82"/>
                      <a:pt x="626" y="101"/>
                      <a:pt x="618" y="121"/>
                    </a:cubicBezTo>
                    <a:cubicBezTo>
                      <a:pt x="593" y="183"/>
                      <a:pt x="533" y="220"/>
                      <a:pt x="469" y="220"/>
                    </a:cubicBezTo>
                    <a:cubicBezTo>
                      <a:pt x="449" y="220"/>
                      <a:pt x="428" y="216"/>
                      <a:pt x="408" y="208"/>
                    </a:cubicBezTo>
                    <a:cubicBezTo>
                      <a:pt x="388" y="200"/>
                      <a:pt x="373" y="189"/>
                      <a:pt x="359" y="174"/>
                    </a:cubicBezTo>
                    <a:cubicBezTo>
                      <a:pt x="348" y="163"/>
                      <a:pt x="333" y="157"/>
                      <a:pt x="318" y="157"/>
                    </a:cubicBezTo>
                    <a:cubicBezTo>
                      <a:pt x="307" y="157"/>
                      <a:pt x="297" y="160"/>
                      <a:pt x="288" y="167"/>
                    </a:cubicBezTo>
                    <a:cubicBezTo>
                      <a:pt x="243" y="203"/>
                      <a:pt x="200" y="245"/>
                      <a:pt x="164" y="291"/>
                    </a:cubicBezTo>
                    <a:cubicBezTo>
                      <a:pt x="147" y="312"/>
                      <a:pt x="153" y="343"/>
                      <a:pt x="172" y="360"/>
                    </a:cubicBezTo>
                    <a:cubicBezTo>
                      <a:pt x="216" y="405"/>
                      <a:pt x="232" y="472"/>
                      <a:pt x="207" y="532"/>
                    </a:cubicBezTo>
                    <a:cubicBezTo>
                      <a:pt x="181" y="594"/>
                      <a:pt x="123" y="628"/>
                      <a:pt x="61" y="628"/>
                    </a:cubicBezTo>
                    <a:cubicBezTo>
                      <a:pt x="33" y="628"/>
                      <a:pt x="9" y="647"/>
                      <a:pt x="6" y="674"/>
                    </a:cubicBezTo>
                    <a:cubicBezTo>
                      <a:pt x="0" y="734"/>
                      <a:pt x="0" y="792"/>
                      <a:pt x="8" y="849"/>
                    </a:cubicBezTo>
                    <a:cubicBezTo>
                      <a:pt x="11" y="875"/>
                      <a:pt x="35" y="894"/>
                      <a:pt x="61" y="894"/>
                    </a:cubicBezTo>
                    <a:cubicBezTo>
                      <a:pt x="62" y="894"/>
                      <a:pt x="62" y="894"/>
                      <a:pt x="63" y="894"/>
                    </a:cubicBezTo>
                    <a:cubicBezTo>
                      <a:pt x="83" y="894"/>
                      <a:pt x="102" y="896"/>
                      <a:pt x="122" y="904"/>
                    </a:cubicBezTo>
                    <a:cubicBezTo>
                      <a:pt x="205" y="937"/>
                      <a:pt x="243" y="1031"/>
                      <a:pt x="210" y="1114"/>
                    </a:cubicBezTo>
                    <a:cubicBezTo>
                      <a:pt x="201" y="1133"/>
                      <a:pt x="190" y="1149"/>
                      <a:pt x="176" y="1163"/>
                    </a:cubicBezTo>
                    <a:cubicBezTo>
                      <a:pt x="156" y="1183"/>
                      <a:pt x="151" y="1212"/>
                      <a:pt x="167" y="1234"/>
                    </a:cubicBezTo>
                    <a:cubicBezTo>
                      <a:pt x="205" y="1279"/>
                      <a:pt x="245" y="1322"/>
                      <a:pt x="292" y="1358"/>
                    </a:cubicBezTo>
                    <a:cubicBezTo>
                      <a:pt x="301" y="1365"/>
                      <a:pt x="311" y="1368"/>
                      <a:pt x="321" y="1368"/>
                    </a:cubicBezTo>
                    <a:cubicBezTo>
                      <a:pt x="336" y="1368"/>
                      <a:pt x="351" y="1361"/>
                      <a:pt x="361" y="1350"/>
                    </a:cubicBezTo>
                    <a:cubicBezTo>
                      <a:pt x="391" y="1320"/>
                      <a:pt x="432" y="1303"/>
                      <a:pt x="474" y="1303"/>
                    </a:cubicBezTo>
                    <a:cubicBezTo>
                      <a:pt x="494" y="1303"/>
                      <a:pt x="514" y="1307"/>
                      <a:pt x="533" y="1315"/>
                    </a:cubicBezTo>
                    <a:cubicBezTo>
                      <a:pt x="595" y="1341"/>
                      <a:pt x="630" y="1399"/>
                      <a:pt x="630" y="1461"/>
                    </a:cubicBezTo>
                    <a:cubicBezTo>
                      <a:pt x="630" y="1488"/>
                      <a:pt x="647" y="1513"/>
                      <a:pt x="675" y="1515"/>
                    </a:cubicBezTo>
                    <a:cubicBezTo>
                      <a:pt x="703" y="1518"/>
                      <a:pt x="732" y="1519"/>
                      <a:pt x="760" y="1519"/>
                    </a:cubicBezTo>
                    <a:cubicBezTo>
                      <a:pt x="790" y="1519"/>
                      <a:pt x="821" y="1518"/>
                      <a:pt x="851" y="1514"/>
                    </a:cubicBezTo>
                    <a:cubicBezTo>
                      <a:pt x="877" y="1510"/>
                      <a:pt x="896" y="1485"/>
                      <a:pt x="894" y="1458"/>
                    </a:cubicBezTo>
                    <a:cubicBezTo>
                      <a:pt x="894" y="1439"/>
                      <a:pt x="897" y="1420"/>
                      <a:pt x="904" y="1400"/>
                    </a:cubicBezTo>
                    <a:cubicBezTo>
                      <a:pt x="930" y="1338"/>
                      <a:pt x="990" y="1300"/>
                      <a:pt x="1053" y="1300"/>
                    </a:cubicBezTo>
                    <a:cubicBezTo>
                      <a:pt x="1074" y="1300"/>
                      <a:pt x="1095" y="1304"/>
                      <a:pt x="1115" y="1313"/>
                    </a:cubicBezTo>
                    <a:cubicBezTo>
                      <a:pt x="1134" y="1320"/>
                      <a:pt x="1150" y="1332"/>
                      <a:pt x="1164" y="1346"/>
                    </a:cubicBezTo>
                    <a:cubicBezTo>
                      <a:pt x="1175" y="1357"/>
                      <a:pt x="1190" y="1364"/>
                      <a:pt x="1205" y="1364"/>
                    </a:cubicBezTo>
                    <a:cubicBezTo>
                      <a:pt x="1215" y="1364"/>
                      <a:pt x="1226" y="1361"/>
                      <a:pt x="1234" y="1354"/>
                    </a:cubicBezTo>
                    <a:cubicBezTo>
                      <a:pt x="1280" y="1318"/>
                      <a:pt x="1322" y="1277"/>
                      <a:pt x="1358" y="1230"/>
                    </a:cubicBezTo>
                    <a:cubicBezTo>
                      <a:pt x="1376" y="1209"/>
                      <a:pt x="1371" y="1179"/>
                      <a:pt x="1351" y="1160"/>
                    </a:cubicBezTo>
                    <a:cubicBezTo>
                      <a:pt x="1307" y="1117"/>
                      <a:pt x="1290" y="1050"/>
                      <a:pt x="1316" y="989"/>
                    </a:cubicBezTo>
                    <a:cubicBezTo>
                      <a:pt x="1342" y="928"/>
                      <a:pt x="1400" y="892"/>
                      <a:pt x="1461" y="892"/>
                    </a:cubicBezTo>
                    <a:cubicBezTo>
                      <a:pt x="1489" y="892"/>
                      <a:pt x="1513" y="874"/>
                      <a:pt x="1516" y="847"/>
                    </a:cubicBezTo>
                    <a:cubicBezTo>
                      <a:pt x="1522" y="787"/>
                      <a:pt x="1522" y="730"/>
                      <a:pt x="1515" y="672"/>
                    </a:cubicBezTo>
                    <a:cubicBezTo>
                      <a:pt x="1511" y="645"/>
                      <a:pt x="1488" y="627"/>
                      <a:pt x="1462" y="627"/>
                    </a:cubicBezTo>
                    <a:cubicBezTo>
                      <a:pt x="1461" y="627"/>
                      <a:pt x="1460" y="627"/>
                      <a:pt x="1459" y="627"/>
                    </a:cubicBezTo>
                    <a:cubicBezTo>
                      <a:pt x="1440" y="627"/>
                      <a:pt x="1420" y="625"/>
                      <a:pt x="1402" y="617"/>
                    </a:cubicBezTo>
                    <a:cubicBezTo>
                      <a:pt x="1319" y="584"/>
                      <a:pt x="1280" y="489"/>
                      <a:pt x="1314" y="407"/>
                    </a:cubicBezTo>
                    <a:cubicBezTo>
                      <a:pt x="1321" y="388"/>
                      <a:pt x="1333" y="373"/>
                      <a:pt x="1347" y="358"/>
                    </a:cubicBezTo>
                    <a:cubicBezTo>
                      <a:pt x="1367" y="338"/>
                      <a:pt x="1372" y="309"/>
                      <a:pt x="1355" y="287"/>
                    </a:cubicBezTo>
                    <a:cubicBezTo>
                      <a:pt x="1319" y="241"/>
                      <a:pt x="1278" y="199"/>
                      <a:pt x="1231" y="163"/>
                    </a:cubicBezTo>
                    <a:cubicBezTo>
                      <a:pt x="1223" y="156"/>
                      <a:pt x="1213" y="153"/>
                      <a:pt x="1202" y="153"/>
                    </a:cubicBezTo>
                    <a:cubicBezTo>
                      <a:pt x="1187" y="153"/>
                      <a:pt x="1172" y="160"/>
                      <a:pt x="1161" y="171"/>
                    </a:cubicBezTo>
                    <a:cubicBezTo>
                      <a:pt x="1132" y="201"/>
                      <a:pt x="1092" y="218"/>
                      <a:pt x="1050" y="218"/>
                    </a:cubicBezTo>
                    <a:cubicBezTo>
                      <a:pt x="1030" y="218"/>
                      <a:pt x="1010" y="214"/>
                      <a:pt x="990" y="205"/>
                    </a:cubicBezTo>
                    <a:cubicBezTo>
                      <a:pt x="928" y="180"/>
                      <a:pt x="893" y="122"/>
                      <a:pt x="893" y="60"/>
                    </a:cubicBezTo>
                    <a:cubicBezTo>
                      <a:pt x="893" y="33"/>
                      <a:pt x="875" y="8"/>
                      <a:pt x="847" y="6"/>
                    </a:cubicBezTo>
                    <a:cubicBezTo>
                      <a:pt x="819" y="3"/>
                      <a:pt x="791" y="1"/>
                      <a:pt x="7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83" name="Google Shape;7983;p101"/>
          <p:cNvGrpSpPr/>
          <p:nvPr/>
        </p:nvGrpSpPr>
        <p:grpSpPr>
          <a:xfrm flipH="1" rot="1721786">
            <a:off x="333474" y="4017342"/>
            <a:ext cx="1076419" cy="679076"/>
            <a:chOff x="-1963525" y="3710875"/>
            <a:chExt cx="260450" cy="164313"/>
          </a:xfrm>
        </p:grpSpPr>
        <p:sp>
          <p:nvSpPr>
            <p:cNvPr id="7984" name="Google Shape;7984;p101"/>
            <p:cNvSpPr/>
            <p:nvPr/>
          </p:nvSpPr>
          <p:spPr>
            <a:xfrm>
              <a:off x="-1963525" y="3710875"/>
              <a:ext cx="260450" cy="164225"/>
            </a:xfrm>
            <a:custGeom>
              <a:rect b="b" l="l" r="r" t="t"/>
              <a:pathLst>
                <a:path extrusionOk="0" h="6569" w="10418">
                  <a:moveTo>
                    <a:pt x="10075" y="0"/>
                  </a:moveTo>
                  <a:lnTo>
                    <a:pt x="365" y="1"/>
                  </a:lnTo>
                  <a:cubicBezTo>
                    <a:pt x="242" y="1"/>
                    <a:pt x="138" y="109"/>
                    <a:pt x="138" y="230"/>
                  </a:cubicBezTo>
                  <a:lnTo>
                    <a:pt x="138" y="739"/>
                  </a:lnTo>
                  <a:lnTo>
                    <a:pt x="138" y="3629"/>
                  </a:lnTo>
                  <a:lnTo>
                    <a:pt x="53" y="3629"/>
                  </a:lnTo>
                  <a:cubicBezTo>
                    <a:pt x="32" y="3656"/>
                    <a:pt x="28" y="3672"/>
                    <a:pt x="1" y="3695"/>
                  </a:cubicBezTo>
                  <a:lnTo>
                    <a:pt x="1" y="5827"/>
                  </a:lnTo>
                  <a:cubicBezTo>
                    <a:pt x="28" y="5849"/>
                    <a:pt x="33" y="5860"/>
                    <a:pt x="53" y="5883"/>
                  </a:cubicBezTo>
                  <a:lnTo>
                    <a:pt x="138" y="5883"/>
                  </a:lnTo>
                  <a:lnTo>
                    <a:pt x="138" y="6359"/>
                  </a:lnTo>
                  <a:cubicBezTo>
                    <a:pt x="138" y="6482"/>
                    <a:pt x="241" y="6569"/>
                    <a:pt x="365" y="6569"/>
                  </a:cubicBezTo>
                  <a:lnTo>
                    <a:pt x="10075" y="6567"/>
                  </a:lnTo>
                  <a:cubicBezTo>
                    <a:pt x="10197" y="6567"/>
                    <a:pt x="10282" y="6481"/>
                    <a:pt x="10282" y="6358"/>
                  </a:cubicBezTo>
                  <a:lnTo>
                    <a:pt x="10282" y="5881"/>
                  </a:lnTo>
                  <a:lnTo>
                    <a:pt x="10369" y="5881"/>
                  </a:lnTo>
                  <a:cubicBezTo>
                    <a:pt x="10391" y="5859"/>
                    <a:pt x="10391" y="5848"/>
                    <a:pt x="10418" y="5826"/>
                  </a:cubicBezTo>
                  <a:lnTo>
                    <a:pt x="10418" y="3693"/>
                  </a:lnTo>
                  <a:cubicBezTo>
                    <a:pt x="10391" y="3672"/>
                    <a:pt x="10391" y="3656"/>
                    <a:pt x="10369" y="3628"/>
                  </a:cubicBezTo>
                  <a:lnTo>
                    <a:pt x="10282" y="3628"/>
                  </a:lnTo>
                  <a:lnTo>
                    <a:pt x="10282" y="738"/>
                  </a:lnTo>
                  <a:lnTo>
                    <a:pt x="10282" y="229"/>
                  </a:lnTo>
                  <a:cubicBezTo>
                    <a:pt x="10282" y="107"/>
                    <a:pt x="10197" y="0"/>
                    <a:pt x="10075"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5" name="Google Shape;7985;p101"/>
            <p:cNvGrpSpPr/>
            <p:nvPr/>
          </p:nvGrpSpPr>
          <p:grpSpPr>
            <a:xfrm>
              <a:off x="-1963525" y="3710913"/>
              <a:ext cx="260450" cy="164275"/>
              <a:chOff x="-1963525" y="2442950"/>
              <a:chExt cx="260450" cy="164275"/>
            </a:xfrm>
          </p:grpSpPr>
          <p:sp>
            <p:nvSpPr>
              <p:cNvPr id="7986" name="Google Shape;7986;p101"/>
              <p:cNvSpPr/>
              <p:nvPr/>
            </p:nvSpPr>
            <p:spPr>
              <a:xfrm>
                <a:off x="-1963525" y="2533650"/>
                <a:ext cx="260450" cy="56425"/>
              </a:xfrm>
              <a:custGeom>
                <a:rect b="b" l="l" r="r" t="t"/>
                <a:pathLst>
                  <a:path extrusionOk="0" h="2257" w="10418">
                    <a:moveTo>
                      <a:pt x="10369" y="1"/>
                    </a:moveTo>
                    <a:lnTo>
                      <a:pt x="53" y="3"/>
                    </a:lnTo>
                    <a:cubicBezTo>
                      <a:pt x="33" y="31"/>
                      <a:pt x="28" y="47"/>
                      <a:pt x="1" y="69"/>
                    </a:cubicBezTo>
                    <a:lnTo>
                      <a:pt x="1" y="2202"/>
                    </a:lnTo>
                    <a:cubicBezTo>
                      <a:pt x="28" y="2224"/>
                      <a:pt x="32" y="2235"/>
                      <a:pt x="53" y="2257"/>
                    </a:cubicBezTo>
                    <a:lnTo>
                      <a:pt x="10369" y="2255"/>
                    </a:lnTo>
                    <a:cubicBezTo>
                      <a:pt x="10391" y="2233"/>
                      <a:pt x="10391" y="2221"/>
                      <a:pt x="10418" y="2199"/>
                    </a:cubicBezTo>
                    <a:lnTo>
                      <a:pt x="10418" y="67"/>
                    </a:lnTo>
                    <a:cubicBezTo>
                      <a:pt x="10391" y="44"/>
                      <a:pt x="10391" y="28"/>
                      <a:pt x="103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01"/>
              <p:cNvSpPr/>
              <p:nvPr/>
            </p:nvSpPr>
            <p:spPr>
              <a:xfrm>
                <a:off x="-1960125" y="2442950"/>
                <a:ext cx="253650" cy="164275"/>
              </a:xfrm>
              <a:custGeom>
                <a:rect b="b" l="l" r="r" t="t"/>
                <a:pathLst>
                  <a:path extrusionOk="0" h="6571" w="10146">
                    <a:moveTo>
                      <a:pt x="9937" y="0"/>
                    </a:moveTo>
                    <a:lnTo>
                      <a:pt x="227" y="1"/>
                    </a:lnTo>
                    <a:cubicBezTo>
                      <a:pt x="105" y="1"/>
                      <a:pt x="0" y="109"/>
                      <a:pt x="0" y="232"/>
                    </a:cubicBezTo>
                    <a:lnTo>
                      <a:pt x="0" y="739"/>
                    </a:lnTo>
                    <a:lnTo>
                      <a:pt x="2" y="6362"/>
                    </a:lnTo>
                    <a:cubicBezTo>
                      <a:pt x="2" y="6483"/>
                      <a:pt x="105" y="6570"/>
                      <a:pt x="229" y="6570"/>
                    </a:cubicBezTo>
                    <a:lnTo>
                      <a:pt x="9939" y="6569"/>
                    </a:lnTo>
                    <a:cubicBezTo>
                      <a:pt x="10061" y="6569"/>
                      <a:pt x="10146" y="6482"/>
                      <a:pt x="10146" y="6360"/>
                    </a:cubicBezTo>
                    <a:lnTo>
                      <a:pt x="10143" y="738"/>
                    </a:lnTo>
                    <a:lnTo>
                      <a:pt x="10143" y="230"/>
                    </a:lnTo>
                    <a:cubicBezTo>
                      <a:pt x="10143" y="108"/>
                      <a:pt x="10061" y="0"/>
                      <a:pt x="99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101"/>
              <p:cNvSpPr/>
              <p:nvPr/>
            </p:nvSpPr>
            <p:spPr>
              <a:xfrm>
                <a:off x="-1953625" y="2448675"/>
                <a:ext cx="11300" cy="11325"/>
              </a:xfrm>
              <a:custGeom>
                <a:rect b="b" l="l" r="r" t="t"/>
                <a:pathLst>
                  <a:path extrusionOk="0" h="453" w="452">
                    <a:moveTo>
                      <a:pt x="225" y="1"/>
                    </a:moveTo>
                    <a:cubicBezTo>
                      <a:pt x="100" y="1"/>
                      <a:pt x="0" y="102"/>
                      <a:pt x="0" y="227"/>
                    </a:cubicBezTo>
                    <a:cubicBezTo>
                      <a:pt x="0" y="351"/>
                      <a:pt x="100" y="453"/>
                      <a:pt x="225" y="453"/>
                    </a:cubicBezTo>
                    <a:cubicBezTo>
                      <a:pt x="351" y="453"/>
                      <a:pt x="451" y="351"/>
                      <a:pt x="451" y="227"/>
                    </a:cubicBezTo>
                    <a:cubicBezTo>
                      <a:pt x="451" y="102"/>
                      <a:pt x="350"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01"/>
              <p:cNvSpPr/>
              <p:nvPr/>
            </p:nvSpPr>
            <p:spPr>
              <a:xfrm>
                <a:off x="-1724150" y="2448650"/>
                <a:ext cx="11300" cy="11325"/>
              </a:xfrm>
              <a:custGeom>
                <a:rect b="b" l="l" r="r" t="t"/>
                <a:pathLst>
                  <a:path extrusionOk="0" h="453" w="452">
                    <a:moveTo>
                      <a:pt x="229" y="0"/>
                    </a:moveTo>
                    <a:cubicBezTo>
                      <a:pt x="228" y="0"/>
                      <a:pt x="227" y="0"/>
                      <a:pt x="227" y="0"/>
                    </a:cubicBezTo>
                    <a:cubicBezTo>
                      <a:pt x="101" y="0"/>
                      <a:pt x="1" y="102"/>
                      <a:pt x="1" y="226"/>
                    </a:cubicBezTo>
                    <a:cubicBezTo>
                      <a:pt x="1" y="351"/>
                      <a:pt x="101" y="452"/>
                      <a:pt x="227" y="452"/>
                    </a:cubicBezTo>
                    <a:cubicBezTo>
                      <a:pt x="352" y="452"/>
                      <a:pt x="452" y="351"/>
                      <a:pt x="452" y="226"/>
                    </a:cubicBezTo>
                    <a:cubicBezTo>
                      <a:pt x="452" y="102"/>
                      <a:pt x="353" y="0"/>
                      <a:pt x="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01"/>
              <p:cNvSpPr/>
              <p:nvPr/>
            </p:nvSpPr>
            <p:spPr>
              <a:xfrm>
                <a:off x="-1953600" y="2590250"/>
                <a:ext cx="11325" cy="11300"/>
              </a:xfrm>
              <a:custGeom>
                <a:rect b="b" l="l" r="r" t="t"/>
                <a:pathLst>
                  <a:path extrusionOk="0" h="452" w="453">
                    <a:moveTo>
                      <a:pt x="226" y="0"/>
                    </a:moveTo>
                    <a:cubicBezTo>
                      <a:pt x="100" y="0"/>
                      <a:pt x="0" y="100"/>
                      <a:pt x="0" y="225"/>
                    </a:cubicBezTo>
                    <a:cubicBezTo>
                      <a:pt x="0" y="351"/>
                      <a:pt x="100" y="451"/>
                      <a:pt x="226" y="451"/>
                    </a:cubicBezTo>
                    <a:cubicBezTo>
                      <a:pt x="351" y="451"/>
                      <a:pt x="452" y="351"/>
                      <a:pt x="452" y="225"/>
                    </a:cubicBezTo>
                    <a:cubicBezTo>
                      <a:pt x="452" y="100"/>
                      <a:pt x="350" y="0"/>
                      <a:pt x="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101"/>
              <p:cNvSpPr/>
              <p:nvPr/>
            </p:nvSpPr>
            <p:spPr>
              <a:xfrm>
                <a:off x="-1724125" y="2590175"/>
                <a:ext cx="11325" cy="11350"/>
              </a:xfrm>
              <a:custGeom>
                <a:rect b="b" l="l" r="r" t="t"/>
                <a:pathLst>
                  <a:path extrusionOk="0" h="454" w="453">
                    <a:moveTo>
                      <a:pt x="229" y="1"/>
                    </a:moveTo>
                    <a:cubicBezTo>
                      <a:pt x="228" y="1"/>
                      <a:pt x="227" y="1"/>
                      <a:pt x="227" y="1"/>
                    </a:cubicBezTo>
                    <a:cubicBezTo>
                      <a:pt x="101" y="1"/>
                      <a:pt x="1" y="102"/>
                      <a:pt x="1" y="227"/>
                    </a:cubicBezTo>
                    <a:cubicBezTo>
                      <a:pt x="1" y="352"/>
                      <a:pt x="101" y="453"/>
                      <a:pt x="227" y="453"/>
                    </a:cubicBezTo>
                    <a:cubicBezTo>
                      <a:pt x="352" y="453"/>
                      <a:pt x="453" y="352"/>
                      <a:pt x="453" y="227"/>
                    </a:cubicBezTo>
                    <a:cubicBezTo>
                      <a:pt x="453" y="103"/>
                      <a:pt x="352" y="1"/>
                      <a:pt x="2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01"/>
              <p:cNvSpPr/>
              <p:nvPr/>
            </p:nvSpPr>
            <p:spPr>
              <a:xfrm>
                <a:off x="-1942900" y="2460125"/>
                <a:ext cx="219250" cy="102425"/>
              </a:xfrm>
              <a:custGeom>
                <a:rect b="b" l="l" r="r" t="t"/>
                <a:pathLst>
                  <a:path extrusionOk="0" h="4097" w="8770">
                    <a:moveTo>
                      <a:pt x="8330" y="1"/>
                    </a:moveTo>
                    <a:lnTo>
                      <a:pt x="441" y="2"/>
                    </a:lnTo>
                    <a:cubicBezTo>
                      <a:pt x="270" y="174"/>
                      <a:pt x="166" y="270"/>
                      <a:pt x="0" y="442"/>
                    </a:cubicBezTo>
                    <a:lnTo>
                      <a:pt x="1" y="4018"/>
                    </a:lnTo>
                    <a:cubicBezTo>
                      <a:pt x="1" y="4062"/>
                      <a:pt x="39" y="4097"/>
                      <a:pt x="83" y="4097"/>
                    </a:cubicBezTo>
                    <a:lnTo>
                      <a:pt x="8692" y="4096"/>
                    </a:lnTo>
                    <a:cubicBezTo>
                      <a:pt x="8736" y="4096"/>
                      <a:pt x="8769" y="4061"/>
                      <a:pt x="8769" y="4016"/>
                    </a:cubicBezTo>
                    <a:lnTo>
                      <a:pt x="8768" y="440"/>
                    </a:lnTo>
                    <a:cubicBezTo>
                      <a:pt x="8603" y="269"/>
                      <a:pt x="8501" y="172"/>
                      <a:pt x="8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101"/>
              <p:cNvSpPr/>
              <p:nvPr/>
            </p:nvSpPr>
            <p:spPr>
              <a:xfrm>
                <a:off x="-1912775" y="2568700"/>
                <a:ext cx="159150" cy="38525"/>
              </a:xfrm>
              <a:custGeom>
                <a:rect b="b" l="l" r="r" t="t"/>
                <a:pathLst>
                  <a:path extrusionOk="0" h="1541" w="6366">
                    <a:moveTo>
                      <a:pt x="5940" y="0"/>
                    </a:moveTo>
                    <a:lnTo>
                      <a:pt x="425" y="1"/>
                    </a:lnTo>
                    <a:cubicBezTo>
                      <a:pt x="338" y="1"/>
                      <a:pt x="264" y="69"/>
                      <a:pt x="248" y="155"/>
                    </a:cubicBezTo>
                    <a:lnTo>
                      <a:pt x="1" y="1540"/>
                    </a:lnTo>
                    <a:lnTo>
                      <a:pt x="6365" y="1539"/>
                    </a:lnTo>
                    <a:lnTo>
                      <a:pt x="6116" y="153"/>
                    </a:lnTo>
                    <a:cubicBezTo>
                      <a:pt x="6101" y="68"/>
                      <a:pt x="6026" y="0"/>
                      <a:pt x="59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01"/>
              <p:cNvSpPr/>
              <p:nvPr/>
            </p:nvSpPr>
            <p:spPr>
              <a:xfrm>
                <a:off x="-1895300" y="2591325"/>
                <a:ext cx="12525" cy="12525"/>
              </a:xfrm>
              <a:custGeom>
                <a:rect b="b" l="l" r="r" t="t"/>
                <a:pathLst>
                  <a:path extrusionOk="0" h="501" w="501">
                    <a:moveTo>
                      <a:pt x="253" y="0"/>
                    </a:moveTo>
                    <a:cubicBezTo>
                      <a:pt x="252" y="0"/>
                      <a:pt x="252" y="0"/>
                      <a:pt x="251" y="0"/>
                    </a:cubicBezTo>
                    <a:cubicBezTo>
                      <a:pt x="113" y="0"/>
                      <a:pt x="0" y="113"/>
                      <a:pt x="0" y="251"/>
                    </a:cubicBezTo>
                    <a:cubicBezTo>
                      <a:pt x="0" y="388"/>
                      <a:pt x="113" y="501"/>
                      <a:pt x="251" y="501"/>
                    </a:cubicBezTo>
                    <a:cubicBezTo>
                      <a:pt x="388" y="501"/>
                      <a:pt x="501" y="388"/>
                      <a:pt x="501" y="251"/>
                    </a:cubicBezTo>
                    <a:cubicBezTo>
                      <a:pt x="501" y="113"/>
                      <a:pt x="389" y="0"/>
                      <a:pt x="2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01"/>
              <p:cNvSpPr/>
              <p:nvPr/>
            </p:nvSpPr>
            <p:spPr>
              <a:xfrm>
                <a:off x="-1783650" y="2591300"/>
                <a:ext cx="12550" cy="12525"/>
              </a:xfrm>
              <a:custGeom>
                <a:rect b="b" l="l" r="r" t="t"/>
                <a:pathLst>
                  <a:path extrusionOk="0" h="501" w="502">
                    <a:moveTo>
                      <a:pt x="251" y="0"/>
                    </a:moveTo>
                    <a:cubicBezTo>
                      <a:pt x="112" y="0"/>
                      <a:pt x="1" y="113"/>
                      <a:pt x="1" y="250"/>
                    </a:cubicBezTo>
                    <a:cubicBezTo>
                      <a:pt x="1" y="388"/>
                      <a:pt x="112" y="501"/>
                      <a:pt x="251" y="501"/>
                    </a:cubicBezTo>
                    <a:cubicBezTo>
                      <a:pt x="389" y="501"/>
                      <a:pt x="501" y="388"/>
                      <a:pt x="501" y="250"/>
                    </a:cubicBezTo>
                    <a:cubicBezTo>
                      <a:pt x="501" y="113"/>
                      <a:pt x="389" y="0"/>
                      <a:pt x="2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01"/>
              <p:cNvSpPr/>
              <p:nvPr/>
            </p:nvSpPr>
            <p:spPr>
              <a:xfrm>
                <a:off x="-1869350" y="2588650"/>
                <a:ext cx="9650" cy="9650"/>
              </a:xfrm>
              <a:custGeom>
                <a:rect b="b" l="l" r="r" t="t"/>
                <a:pathLst>
                  <a:path extrusionOk="0" h="386" w="386">
                    <a:moveTo>
                      <a:pt x="188" y="0"/>
                    </a:moveTo>
                    <a:cubicBezTo>
                      <a:pt x="85" y="0"/>
                      <a:pt x="1" y="85"/>
                      <a:pt x="1" y="188"/>
                    </a:cubicBezTo>
                    <a:lnTo>
                      <a:pt x="1" y="198"/>
                    </a:lnTo>
                    <a:cubicBezTo>
                      <a:pt x="1" y="301"/>
                      <a:pt x="85" y="385"/>
                      <a:pt x="188" y="385"/>
                    </a:cubicBezTo>
                    <a:lnTo>
                      <a:pt x="199" y="385"/>
                    </a:lnTo>
                    <a:cubicBezTo>
                      <a:pt x="302" y="385"/>
                      <a:pt x="386" y="301"/>
                      <a:pt x="386" y="198"/>
                    </a:cubicBezTo>
                    <a:lnTo>
                      <a:pt x="386" y="188"/>
                    </a:lnTo>
                    <a:cubicBezTo>
                      <a:pt x="386" y="85"/>
                      <a:pt x="302" y="0"/>
                      <a:pt x="1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01"/>
              <p:cNvSpPr/>
              <p:nvPr/>
            </p:nvSpPr>
            <p:spPr>
              <a:xfrm>
                <a:off x="-1806800" y="2588650"/>
                <a:ext cx="9650" cy="9650"/>
              </a:xfrm>
              <a:custGeom>
                <a:rect b="b" l="l" r="r" t="t"/>
                <a:pathLst>
                  <a:path extrusionOk="0" h="386" w="386">
                    <a:moveTo>
                      <a:pt x="187" y="0"/>
                    </a:moveTo>
                    <a:cubicBezTo>
                      <a:pt x="84" y="0"/>
                      <a:pt x="0" y="85"/>
                      <a:pt x="0" y="188"/>
                    </a:cubicBezTo>
                    <a:lnTo>
                      <a:pt x="0" y="198"/>
                    </a:lnTo>
                    <a:cubicBezTo>
                      <a:pt x="0" y="301"/>
                      <a:pt x="84" y="385"/>
                      <a:pt x="187" y="385"/>
                    </a:cubicBezTo>
                    <a:lnTo>
                      <a:pt x="197" y="385"/>
                    </a:lnTo>
                    <a:cubicBezTo>
                      <a:pt x="300" y="385"/>
                      <a:pt x="385" y="301"/>
                      <a:pt x="385" y="198"/>
                    </a:cubicBezTo>
                    <a:lnTo>
                      <a:pt x="385" y="188"/>
                    </a:lnTo>
                    <a:cubicBezTo>
                      <a:pt x="385" y="85"/>
                      <a:pt x="300" y="0"/>
                      <a:pt x="1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101"/>
              <p:cNvSpPr/>
              <p:nvPr/>
            </p:nvSpPr>
            <p:spPr>
              <a:xfrm>
                <a:off x="-1905125" y="2464250"/>
                <a:ext cx="144350" cy="22725"/>
              </a:xfrm>
              <a:custGeom>
                <a:rect b="b" l="l" r="r" t="t"/>
                <a:pathLst>
                  <a:path extrusionOk="0" h="909" w="5774">
                    <a:moveTo>
                      <a:pt x="5436" y="1"/>
                    </a:moveTo>
                    <a:lnTo>
                      <a:pt x="337" y="2"/>
                    </a:lnTo>
                    <a:cubicBezTo>
                      <a:pt x="151" y="2"/>
                      <a:pt x="0" y="154"/>
                      <a:pt x="0" y="339"/>
                    </a:cubicBezTo>
                    <a:lnTo>
                      <a:pt x="0" y="573"/>
                    </a:lnTo>
                    <a:cubicBezTo>
                      <a:pt x="0" y="758"/>
                      <a:pt x="151" y="909"/>
                      <a:pt x="337" y="909"/>
                    </a:cubicBezTo>
                    <a:lnTo>
                      <a:pt x="5436" y="908"/>
                    </a:lnTo>
                    <a:cubicBezTo>
                      <a:pt x="5622" y="908"/>
                      <a:pt x="5773" y="757"/>
                      <a:pt x="5773" y="572"/>
                    </a:cubicBezTo>
                    <a:lnTo>
                      <a:pt x="5773" y="337"/>
                    </a:lnTo>
                    <a:cubicBezTo>
                      <a:pt x="5773" y="151"/>
                      <a:pt x="5622" y="1"/>
                      <a:pt x="54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01"/>
              <p:cNvSpPr/>
              <p:nvPr/>
            </p:nvSpPr>
            <p:spPr>
              <a:xfrm>
                <a:off x="-1941500" y="2483875"/>
                <a:ext cx="218450" cy="77300"/>
              </a:xfrm>
              <a:custGeom>
                <a:rect b="b" l="l" r="r" t="t"/>
                <a:pathLst>
                  <a:path extrusionOk="0" h="3092" w="8738">
                    <a:moveTo>
                      <a:pt x="8737" y="0"/>
                    </a:moveTo>
                    <a:lnTo>
                      <a:pt x="0" y="2241"/>
                    </a:lnTo>
                    <a:lnTo>
                      <a:pt x="0" y="3092"/>
                    </a:lnTo>
                    <a:lnTo>
                      <a:pt x="8738" y="853"/>
                    </a:lnTo>
                    <a:lnTo>
                      <a:pt x="87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101"/>
              <p:cNvSpPr/>
              <p:nvPr/>
            </p:nvSpPr>
            <p:spPr>
              <a:xfrm>
                <a:off x="-1900975" y="2470700"/>
                <a:ext cx="135375" cy="1575"/>
              </a:xfrm>
              <a:custGeom>
                <a:rect b="b" l="l" r="r" t="t"/>
                <a:pathLst>
                  <a:path extrusionOk="0" h="63" w="5415">
                    <a:moveTo>
                      <a:pt x="0" y="1"/>
                    </a:moveTo>
                    <a:lnTo>
                      <a:pt x="0" y="63"/>
                    </a:lnTo>
                    <a:lnTo>
                      <a:pt x="5414" y="63"/>
                    </a:lnTo>
                    <a:lnTo>
                      <a:pt x="54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01"/>
              <p:cNvSpPr/>
              <p:nvPr/>
            </p:nvSpPr>
            <p:spPr>
              <a:xfrm>
                <a:off x="-1900975" y="2478975"/>
                <a:ext cx="135375" cy="1550"/>
              </a:xfrm>
              <a:custGeom>
                <a:rect b="b" l="l" r="r" t="t"/>
                <a:pathLst>
                  <a:path extrusionOk="0" h="62" w="5415">
                    <a:moveTo>
                      <a:pt x="0" y="0"/>
                    </a:moveTo>
                    <a:lnTo>
                      <a:pt x="0" y="62"/>
                    </a:lnTo>
                    <a:lnTo>
                      <a:pt x="5414" y="62"/>
                    </a:lnTo>
                    <a:lnTo>
                      <a:pt x="54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01"/>
              <p:cNvSpPr/>
              <p:nvPr/>
            </p:nvSpPr>
            <p:spPr>
              <a:xfrm>
                <a:off x="-1910875" y="2493450"/>
                <a:ext cx="155275" cy="44050"/>
              </a:xfrm>
              <a:custGeom>
                <a:rect b="b" l="l" r="r" t="t"/>
                <a:pathLst>
                  <a:path extrusionOk="0" h="1762" w="6211">
                    <a:moveTo>
                      <a:pt x="5330" y="0"/>
                    </a:moveTo>
                    <a:lnTo>
                      <a:pt x="880" y="2"/>
                    </a:lnTo>
                    <a:cubicBezTo>
                      <a:pt x="395" y="2"/>
                      <a:pt x="0" y="396"/>
                      <a:pt x="0" y="881"/>
                    </a:cubicBezTo>
                    <a:cubicBezTo>
                      <a:pt x="0" y="1366"/>
                      <a:pt x="395" y="1762"/>
                      <a:pt x="880" y="1762"/>
                    </a:cubicBezTo>
                    <a:lnTo>
                      <a:pt x="5330" y="1760"/>
                    </a:lnTo>
                    <a:cubicBezTo>
                      <a:pt x="5815" y="1760"/>
                      <a:pt x="6211" y="1365"/>
                      <a:pt x="6211" y="880"/>
                    </a:cubicBezTo>
                    <a:cubicBezTo>
                      <a:pt x="6211" y="395"/>
                      <a:pt x="5815" y="0"/>
                      <a:pt x="5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101"/>
              <p:cNvSpPr/>
              <p:nvPr/>
            </p:nvSpPr>
            <p:spPr>
              <a:xfrm>
                <a:off x="-1907850" y="2496900"/>
                <a:ext cx="148425" cy="37150"/>
              </a:xfrm>
              <a:custGeom>
                <a:rect b="b" l="l" r="r" t="t"/>
                <a:pathLst>
                  <a:path extrusionOk="0" h="1486" w="5937">
                    <a:moveTo>
                      <a:pt x="5196" y="0"/>
                    </a:moveTo>
                    <a:lnTo>
                      <a:pt x="742" y="1"/>
                    </a:lnTo>
                    <a:cubicBezTo>
                      <a:pt x="332" y="1"/>
                      <a:pt x="1" y="334"/>
                      <a:pt x="1" y="743"/>
                    </a:cubicBezTo>
                    <a:cubicBezTo>
                      <a:pt x="1" y="1154"/>
                      <a:pt x="332" y="1485"/>
                      <a:pt x="742" y="1485"/>
                    </a:cubicBezTo>
                    <a:lnTo>
                      <a:pt x="5196" y="1484"/>
                    </a:lnTo>
                    <a:cubicBezTo>
                      <a:pt x="5606" y="1484"/>
                      <a:pt x="5937" y="1152"/>
                      <a:pt x="5937" y="742"/>
                    </a:cubicBezTo>
                    <a:cubicBezTo>
                      <a:pt x="5937" y="334"/>
                      <a:pt x="5605" y="0"/>
                      <a:pt x="5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01"/>
              <p:cNvSpPr/>
              <p:nvPr/>
            </p:nvSpPr>
            <p:spPr>
              <a:xfrm>
                <a:off x="-179827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01"/>
              <p:cNvSpPr/>
              <p:nvPr/>
            </p:nvSpPr>
            <p:spPr>
              <a:xfrm>
                <a:off x="-179664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101"/>
              <p:cNvSpPr/>
              <p:nvPr/>
            </p:nvSpPr>
            <p:spPr>
              <a:xfrm>
                <a:off x="-178585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101"/>
              <p:cNvSpPr/>
              <p:nvPr/>
            </p:nvSpPr>
            <p:spPr>
              <a:xfrm>
                <a:off x="-191052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01"/>
              <p:cNvSpPr/>
              <p:nvPr/>
            </p:nvSpPr>
            <p:spPr>
              <a:xfrm>
                <a:off x="-190889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101"/>
              <p:cNvSpPr/>
              <p:nvPr/>
            </p:nvSpPr>
            <p:spPr>
              <a:xfrm>
                <a:off x="-189810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10" name="Google Shape;8010;p101"/>
          <p:cNvGrpSpPr/>
          <p:nvPr/>
        </p:nvGrpSpPr>
        <p:grpSpPr>
          <a:xfrm rot="1457234">
            <a:off x="7892570" y="320716"/>
            <a:ext cx="1076409" cy="678966"/>
            <a:chOff x="-2470750" y="3433500"/>
            <a:chExt cx="260450" cy="164288"/>
          </a:xfrm>
        </p:grpSpPr>
        <p:sp>
          <p:nvSpPr>
            <p:cNvPr id="8011" name="Google Shape;8011;p101"/>
            <p:cNvSpPr/>
            <p:nvPr/>
          </p:nvSpPr>
          <p:spPr>
            <a:xfrm>
              <a:off x="-2470750" y="3433500"/>
              <a:ext cx="260450" cy="164200"/>
            </a:xfrm>
            <a:custGeom>
              <a:rect b="b" l="l" r="r" t="t"/>
              <a:pathLst>
                <a:path extrusionOk="0" h="6568" w="10418">
                  <a:moveTo>
                    <a:pt x="365" y="1"/>
                  </a:moveTo>
                  <a:cubicBezTo>
                    <a:pt x="242" y="1"/>
                    <a:pt x="138" y="107"/>
                    <a:pt x="138" y="230"/>
                  </a:cubicBezTo>
                  <a:lnTo>
                    <a:pt x="138" y="739"/>
                  </a:lnTo>
                  <a:lnTo>
                    <a:pt x="138" y="3628"/>
                  </a:lnTo>
                  <a:lnTo>
                    <a:pt x="53" y="3628"/>
                  </a:lnTo>
                  <a:cubicBezTo>
                    <a:pt x="32" y="3655"/>
                    <a:pt x="28" y="3672"/>
                    <a:pt x="1" y="3693"/>
                  </a:cubicBezTo>
                  <a:lnTo>
                    <a:pt x="1" y="5827"/>
                  </a:lnTo>
                  <a:cubicBezTo>
                    <a:pt x="28" y="5848"/>
                    <a:pt x="33" y="5860"/>
                    <a:pt x="53" y="5881"/>
                  </a:cubicBezTo>
                  <a:lnTo>
                    <a:pt x="138" y="5881"/>
                  </a:lnTo>
                  <a:lnTo>
                    <a:pt x="138" y="6359"/>
                  </a:lnTo>
                  <a:cubicBezTo>
                    <a:pt x="138" y="6481"/>
                    <a:pt x="241" y="6567"/>
                    <a:pt x="365" y="6567"/>
                  </a:cubicBezTo>
                  <a:lnTo>
                    <a:pt x="10074" y="6567"/>
                  </a:lnTo>
                  <a:cubicBezTo>
                    <a:pt x="10197" y="6567"/>
                    <a:pt x="10281" y="6481"/>
                    <a:pt x="10281" y="6359"/>
                  </a:cubicBezTo>
                  <a:lnTo>
                    <a:pt x="10281" y="5881"/>
                  </a:lnTo>
                  <a:lnTo>
                    <a:pt x="10368" y="5881"/>
                  </a:lnTo>
                  <a:cubicBezTo>
                    <a:pt x="10391" y="5860"/>
                    <a:pt x="10391" y="5848"/>
                    <a:pt x="10418" y="5827"/>
                  </a:cubicBezTo>
                  <a:lnTo>
                    <a:pt x="10418" y="3693"/>
                  </a:lnTo>
                  <a:cubicBezTo>
                    <a:pt x="10391" y="3672"/>
                    <a:pt x="10389" y="3655"/>
                    <a:pt x="10368" y="3628"/>
                  </a:cubicBezTo>
                  <a:lnTo>
                    <a:pt x="10281" y="3628"/>
                  </a:lnTo>
                  <a:lnTo>
                    <a:pt x="10281" y="739"/>
                  </a:lnTo>
                  <a:lnTo>
                    <a:pt x="10281" y="230"/>
                  </a:lnTo>
                  <a:lnTo>
                    <a:pt x="10282" y="230"/>
                  </a:lnTo>
                  <a:cubicBezTo>
                    <a:pt x="10282" y="107"/>
                    <a:pt x="10197" y="1"/>
                    <a:pt x="10075"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2" name="Google Shape;8012;p101"/>
            <p:cNvGrpSpPr/>
            <p:nvPr/>
          </p:nvGrpSpPr>
          <p:grpSpPr>
            <a:xfrm>
              <a:off x="-2470750" y="3433513"/>
              <a:ext cx="260450" cy="164275"/>
              <a:chOff x="-1963525" y="2264375"/>
              <a:chExt cx="260450" cy="164275"/>
            </a:xfrm>
          </p:grpSpPr>
          <p:sp>
            <p:nvSpPr>
              <p:cNvPr id="8013" name="Google Shape;8013;p101"/>
              <p:cNvSpPr/>
              <p:nvPr/>
            </p:nvSpPr>
            <p:spPr>
              <a:xfrm>
                <a:off x="-1963525" y="2355100"/>
                <a:ext cx="260450" cy="56375"/>
              </a:xfrm>
              <a:custGeom>
                <a:rect b="b" l="l" r="r" t="t"/>
                <a:pathLst>
                  <a:path extrusionOk="0" h="2255" w="10418">
                    <a:moveTo>
                      <a:pt x="53" y="0"/>
                    </a:moveTo>
                    <a:cubicBezTo>
                      <a:pt x="33" y="27"/>
                      <a:pt x="28" y="44"/>
                      <a:pt x="1" y="66"/>
                    </a:cubicBezTo>
                    <a:lnTo>
                      <a:pt x="1" y="2199"/>
                    </a:lnTo>
                    <a:cubicBezTo>
                      <a:pt x="28" y="2220"/>
                      <a:pt x="32" y="2232"/>
                      <a:pt x="53" y="2254"/>
                    </a:cubicBezTo>
                    <a:lnTo>
                      <a:pt x="10369" y="2254"/>
                    </a:lnTo>
                    <a:cubicBezTo>
                      <a:pt x="10391" y="2232"/>
                      <a:pt x="10391" y="2220"/>
                      <a:pt x="10418" y="2199"/>
                    </a:cubicBezTo>
                    <a:lnTo>
                      <a:pt x="10418" y="66"/>
                    </a:lnTo>
                    <a:cubicBezTo>
                      <a:pt x="10391" y="44"/>
                      <a:pt x="10391" y="27"/>
                      <a:pt x="103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01"/>
              <p:cNvSpPr/>
              <p:nvPr/>
            </p:nvSpPr>
            <p:spPr>
              <a:xfrm>
                <a:off x="-1960075" y="2264375"/>
                <a:ext cx="253600" cy="164250"/>
              </a:xfrm>
              <a:custGeom>
                <a:rect b="b" l="l" r="r" t="t"/>
                <a:pathLst>
                  <a:path extrusionOk="0" h="6570" w="10144">
                    <a:moveTo>
                      <a:pt x="227" y="1"/>
                    </a:moveTo>
                    <a:cubicBezTo>
                      <a:pt x="104" y="1"/>
                      <a:pt x="0" y="107"/>
                      <a:pt x="0" y="230"/>
                    </a:cubicBezTo>
                    <a:lnTo>
                      <a:pt x="0" y="739"/>
                    </a:lnTo>
                    <a:lnTo>
                      <a:pt x="0" y="6360"/>
                    </a:lnTo>
                    <a:cubicBezTo>
                      <a:pt x="0" y="6483"/>
                      <a:pt x="103" y="6570"/>
                      <a:pt x="227" y="6570"/>
                    </a:cubicBezTo>
                    <a:lnTo>
                      <a:pt x="9937" y="6570"/>
                    </a:lnTo>
                    <a:cubicBezTo>
                      <a:pt x="10059" y="6570"/>
                      <a:pt x="10144" y="6483"/>
                      <a:pt x="10144" y="6360"/>
                    </a:cubicBezTo>
                    <a:lnTo>
                      <a:pt x="10144" y="739"/>
                    </a:lnTo>
                    <a:lnTo>
                      <a:pt x="10144" y="230"/>
                    </a:lnTo>
                    <a:cubicBezTo>
                      <a:pt x="10144" y="107"/>
                      <a:pt x="10059" y="1"/>
                      <a:pt x="99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101"/>
              <p:cNvSpPr/>
              <p:nvPr/>
            </p:nvSpPr>
            <p:spPr>
              <a:xfrm>
                <a:off x="-1953625" y="2270100"/>
                <a:ext cx="11300" cy="11275"/>
              </a:xfrm>
              <a:custGeom>
                <a:rect b="b" l="l" r="r" t="t"/>
                <a:pathLst>
                  <a:path extrusionOk="0" h="451" w="452">
                    <a:moveTo>
                      <a:pt x="225" y="0"/>
                    </a:moveTo>
                    <a:cubicBezTo>
                      <a:pt x="101" y="0"/>
                      <a:pt x="0" y="101"/>
                      <a:pt x="0" y="226"/>
                    </a:cubicBezTo>
                    <a:cubicBezTo>
                      <a:pt x="0" y="350"/>
                      <a:pt x="101" y="451"/>
                      <a:pt x="225" y="451"/>
                    </a:cubicBezTo>
                    <a:cubicBezTo>
                      <a:pt x="350" y="451"/>
                      <a:pt x="451" y="350"/>
                      <a:pt x="451" y="226"/>
                    </a:cubicBezTo>
                    <a:cubicBezTo>
                      <a:pt x="451" y="101"/>
                      <a:pt x="350" y="0"/>
                      <a:pt x="2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101"/>
              <p:cNvSpPr/>
              <p:nvPr/>
            </p:nvSpPr>
            <p:spPr>
              <a:xfrm>
                <a:off x="-1724150" y="2270100"/>
                <a:ext cx="11300" cy="11275"/>
              </a:xfrm>
              <a:custGeom>
                <a:rect b="b" l="l" r="r" t="t"/>
                <a:pathLst>
                  <a:path extrusionOk="0" h="451" w="452">
                    <a:moveTo>
                      <a:pt x="227" y="0"/>
                    </a:moveTo>
                    <a:cubicBezTo>
                      <a:pt x="102" y="0"/>
                      <a:pt x="1" y="101"/>
                      <a:pt x="1" y="226"/>
                    </a:cubicBezTo>
                    <a:cubicBezTo>
                      <a:pt x="1" y="350"/>
                      <a:pt x="102" y="451"/>
                      <a:pt x="227" y="451"/>
                    </a:cubicBezTo>
                    <a:cubicBezTo>
                      <a:pt x="351" y="451"/>
                      <a:pt x="452" y="350"/>
                      <a:pt x="452" y="226"/>
                    </a:cubicBezTo>
                    <a:cubicBezTo>
                      <a:pt x="452" y="101"/>
                      <a:pt x="351" y="0"/>
                      <a:pt x="2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01"/>
              <p:cNvSpPr/>
              <p:nvPr/>
            </p:nvSpPr>
            <p:spPr>
              <a:xfrm>
                <a:off x="-1953600" y="2411625"/>
                <a:ext cx="11325" cy="11325"/>
              </a:xfrm>
              <a:custGeom>
                <a:rect b="b" l="l" r="r" t="t"/>
                <a:pathLst>
                  <a:path extrusionOk="0" h="453" w="453">
                    <a:moveTo>
                      <a:pt x="226" y="1"/>
                    </a:moveTo>
                    <a:cubicBezTo>
                      <a:pt x="100" y="1"/>
                      <a:pt x="0" y="102"/>
                      <a:pt x="0" y="227"/>
                    </a:cubicBezTo>
                    <a:cubicBezTo>
                      <a:pt x="0" y="351"/>
                      <a:pt x="100" y="453"/>
                      <a:pt x="226" y="453"/>
                    </a:cubicBezTo>
                    <a:cubicBezTo>
                      <a:pt x="351" y="453"/>
                      <a:pt x="452" y="351"/>
                      <a:pt x="452" y="227"/>
                    </a:cubicBezTo>
                    <a:cubicBezTo>
                      <a:pt x="452" y="102"/>
                      <a:pt x="350"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101"/>
              <p:cNvSpPr/>
              <p:nvPr/>
            </p:nvSpPr>
            <p:spPr>
              <a:xfrm>
                <a:off x="-1724125" y="2411625"/>
                <a:ext cx="11325" cy="11325"/>
              </a:xfrm>
              <a:custGeom>
                <a:rect b="b" l="l" r="r" t="t"/>
                <a:pathLst>
                  <a:path extrusionOk="0" h="453" w="453">
                    <a:moveTo>
                      <a:pt x="227" y="1"/>
                    </a:moveTo>
                    <a:cubicBezTo>
                      <a:pt x="101" y="1"/>
                      <a:pt x="1" y="102"/>
                      <a:pt x="1" y="227"/>
                    </a:cubicBezTo>
                    <a:cubicBezTo>
                      <a:pt x="1" y="351"/>
                      <a:pt x="101" y="453"/>
                      <a:pt x="227" y="453"/>
                    </a:cubicBezTo>
                    <a:cubicBezTo>
                      <a:pt x="352" y="453"/>
                      <a:pt x="453" y="351"/>
                      <a:pt x="453" y="227"/>
                    </a:cubicBezTo>
                    <a:cubicBezTo>
                      <a:pt x="453" y="102"/>
                      <a:pt x="351" y="1"/>
                      <a:pt x="2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101"/>
              <p:cNvSpPr/>
              <p:nvPr/>
            </p:nvSpPr>
            <p:spPr>
              <a:xfrm>
                <a:off x="-1942900" y="2281575"/>
                <a:ext cx="219225" cy="102375"/>
              </a:xfrm>
              <a:custGeom>
                <a:rect b="b" l="l" r="r" t="t"/>
                <a:pathLst>
                  <a:path extrusionOk="0" h="4095" w="8769">
                    <a:moveTo>
                      <a:pt x="441" y="0"/>
                    </a:moveTo>
                    <a:cubicBezTo>
                      <a:pt x="270" y="172"/>
                      <a:pt x="166" y="269"/>
                      <a:pt x="0" y="440"/>
                    </a:cubicBezTo>
                    <a:lnTo>
                      <a:pt x="0" y="4016"/>
                    </a:lnTo>
                    <a:cubicBezTo>
                      <a:pt x="0" y="4059"/>
                      <a:pt x="38" y="4094"/>
                      <a:pt x="82" y="4094"/>
                    </a:cubicBezTo>
                    <a:lnTo>
                      <a:pt x="8691" y="4094"/>
                    </a:lnTo>
                    <a:cubicBezTo>
                      <a:pt x="8735" y="4094"/>
                      <a:pt x="8768" y="4060"/>
                      <a:pt x="8768" y="4016"/>
                    </a:cubicBezTo>
                    <a:lnTo>
                      <a:pt x="8768" y="440"/>
                    </a:lnTo>
                    <a:cubicBezTo>
                      <a:pt x="8603" y="269"/>
                      <a:pt x="8501" y="172"/>
                      <a:pt x="83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01"/>
              <p:cNvSpPr/>
              <p:nvPr/>
            </p:nvSpPr>
            <p:spPr>
              <a:xfrm>
                <a:off x="-1912825" y="2390150"/>
                <a:ext cx="159175" cy="38500"/>
              </a:xfrm>
              <a:custGeom>
                <a:rect b="b" l="l" r="r" t="t"/>
                <a:pathLst>
                  <a:path extrusionOk="0" h="1540" w="6367">
                    <a:moveTo>
                      <a:pt x="426" y="1"/>
                    </a:moveTo>
                    <a:cubicBezTo>
                      <a:pt x="339" y="1"/>
                      <a:pt x="264" y="69"/>
                      <a:pt x="248" y="154"/>
                    </a:cubicBezTo>
                    <a:lnTo>
                      <a:pt x="1" y="1540"/>
                    </a:lnTo>
                    <a:lnTo>
                      <a:pt x="6366" y="1540"/>
                    </a:lnTo>
                    <a:lnTo>
                      <a:pt x="6117" y="154"/>
                    </a:lnTo>
                    <a:cubicBezTo>
                      <a:pt x="6102" y="69"/>
                      <a:pt x="6027" y="1"/>
                      <a:pt x="59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101"/>
              <p:cNvSpPr/>
              <p:nvPr/>
            </p:nvSpPr>
            <p:spPr>
              <a:xfrm>
                <a:off x="-1895300" y="2412725"/>
                <a:ext cx="12525" cy="12525"/>
              </a:xfrm>
              <a:custGeom>
                <a:rect b="b" l="l" r="r" t="t"/>
                <a:pathLst>
                  <a:path extrusionOk="0" h="501" w="501">
                    <a:moveTo>
                      <a:pt x="251" y="1"/>
                    </a:moveTo>
                    <a:cubicBezTo>
                      <a:pt x="113" y="1"/>
                      <a:pt x="0" y="112"/>
                      <a:pt x="0" y="251"/>
                    </a:cubicBezTo>
                    <a:cubicBezTo>
                      <a:pt x="0" y="389"/>
                      <a:pt x="113" y="500"/>
                      <a:pt x="251" y="500"/>
                    </a:cubicBezTo>
                    <a:cubicBezTo>
                      <a:pt x="388" y="500"/>
                      <a:pt x="501" y="389"/>
                      <a:pt x="501" y="251"/>
                    </a:cubicBezTo>
                    <a:cubicBezTo>
                      <a:pt x="501" y="112"/>
                      <a:pt x="388" y="1"/>
                      <a:pt x="2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101"/>
              <p:cNvSpPr/>
              <p:nvPr/>
            </p:nvSpPr>
            <p:spPr>
              <a:xfrm>
                <a:off x="-1783700" y="2412700"/>
                <a:ext cx="12550" cy="12550"/>
              </a:xfrm>
              <a:custGeom>
                <a:rect b="b" l="l" r="r" t="t"/>
                <a:pathLst>
                  <a:path extrusionOk="0" h="502" w="502">
                    <a:moveTo>
                      <a:pt x="252" y="1"/>
                    </a:moveTo>
                    <a:cubicBezTo>
                      <a:pt x="113" y="1"/>
                      <a:pt x="1" y="113"/>
                      <a:pt x="1" y="252"/>
                    </a:cubicBezTo>
                    <a:cubicBezTo>
                      <a:pt x="1" y="390"/>
                      <a:pt x="113" y="501"/>
                      <a:pt x="252" y="501"/>
                    </a:cubicBezTo>
                    <a:cubicBezTo>
                      <a:pt x="390" y="501"/>
                      <a:pt x="501" y="390"/>
                      <a:pt x="501" y="252"/>
                    </a:cubicBezTo>
                    <a:cubicBezTo>
                      <a:pt x="501" y="113"/>
                      <a:pt x="390" y="1"/>
                      <a:pt x="2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01"/>
              <p:cNvSpPr/>
              <p:nvPr/>
            </p:nvSpPr>
            <p:spPr>
              <a:xfrm>
                <a:off x="-1869375" y="2410075"/>
                <a:ext cx="9675" cy="9650"/>
              </a:xfrm>
              <a:custGeom>
                <a:rect b="b" l="l" r="r" t="t"/>
                <a:pathLst>
                  <a:path extrusionOk="0" h="386" w="387">
                    <a:moveTo>
                      <a:pt x="187" y="1"/>
                    </a:moveTo>
                    <a:cubicBezTo>
                      <a:pt x="84" y="1"/>
                      <a:pt x="1" y="84"/>
                      <a:pt x="1" y="187"/>
                    </a:cubicBezTo>
                    <a:lnTo>
                      <a:pt x="1" y="198"/>
                    </a:lnTo>
                    <a:cubicBezTo>
                      <a:pt x="1" y="301"/>
                      <a:pt x="84" y="386"/>
                      <a:pt x="187" y="386"/>
                    </a:cubicBezTo>
                    <a:lnTo>
                      <a:pt x="198" y="386"/>
                    </a:lnTo>
                    <a:cubicBezTo>
                      <a:pt x="303" y="386"/>
                      <a:pt x="387" y="301"/>
                      <a:pt x="386" y="198"/>
                    </a:cubicBezTo>
                    <a:lnTo>
                      <a:pt x="386" y="187"/>
                    </a:lnTo>
                    <a:cubicBezTo>
                      <a:pt x="386" y="84"/>
                      <a:pt x="301" y="1"/>
                      <a:pt x="1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101"/>
              <p:cNvSpPr/>
              <p:nvPr/>
            </p:nvSpPr>
            <p:spPr>
              <a:xfrm>
                <a:off x="-1806825" y="2410075"/>
                <a:ext cx="9625" cy="9650"/>
              </a:xfrm>
              <a:custGeom>
                <a:rect b="b" l="l" r="r" t="t"/>
                <a:pathLst>
                  <a:path extrusionOk="0" h="386" w="385">
                    <a:moveTo>
                      <a:pt x="187" y="1"/>
                    </a:moveTo>
                    <a:cubicBezTo>
                      <a:pt x="84" y="1"/>
                      <a:pt x="0" y="84"/>
                      <a:pt x="0" y="187"/>
                    </a:cubicBezTo>
                    <a:lnTo>
                      <a:pt x="0" y="198"/>
                    </a:lnTo>
                    <a:cubicBezTo>
                      <a:pt x="0" y="301"/>
                      <a:pt x="84" y="386"/>
                      <a:pt x="187" y="386"/>
                    </a:cubicBezTo>
                    <a:lnTo>
                      <a:pt x="197" y="386"/>
                    </a:lnTo>
                    <a:cubicBezTo>
                      <a:pt x="300" y="386"/>
                      <a:pt x="384" y="301"/>
                      <a:pt x="384" y="198"/>
                    </a:cubicBezTo>
                    <a:lnTo>
                      <a:pt x="384" y="187"/>
                    </a:lnTo>
                    <a:cubicBezTo>
                      <a:pt x="384" y="84"/>
                      <a:pt x="300" y="1"/>
                      <a:pt x="1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101"/>
              <p:cNvSpPr/>
              <p:nvPr/>
            </p:nvSpPr>
            <p:spPr>
              <a:xfrm>
                <a:off x="-1905100" y="2285700"/>
                <a:ext cx="144350" cy="22700"/>
              </a:xfrm>
              <a:custGeom>
                <a:rect b="b" l="l" r="r" t="t"/>
                <a:pathLst>
                  <a:path extrusionOk="0" h="908" w="5774">
                    <a:moveTo>
                      <a:pt x="337" y="0"/>
                    </a:moveTo>
                    <a:cubicBezTo>
                      <a:pt x="151" y="0"/>
                      <a:pt x="0" y="151"/>
                      <a:pt x="0" y="337"/>
                    </a:cubicBezTo>
                    <a:lnTo>
                      <a:pt x="0" y="570"/>
                    </a:lnTo>
                    <a:cubicBezTo>
                      <a:pt x="0" y="756"/>
                      <a:pt x="151" y="908"/>
                      <a:pt x="337" y="908"/>
                    </a:cubicBezTo>
                    <a:lnTo>
                      <a:pt x="5437" y="908"/>
                    </a:lnTo>
                    <a:cubicBezTo>
                      <a:pt x="5623" y="908"/>
                      <a:pt x="5773" y="756"/>
                      <a:pt x="5773" y="570"/>
                    </a:cubicBezTo>
                    <a:lnTo>
                      <a:pt x="5773" y="337"/>
                    </a:lnTo>
                    <a:cubicBezTo>
                      <a:pt x="5773" y="151"/>
                      <a:pt x="5623" y="0"/>
                      <a:pt x="54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101"/>
              <p:cNvSpPr/>
              <p:nvPr/>
            </p:nvSpPr>
            <p:spPr>
              <a:xfrm>
                <a:off x="-1941500" y="2361300"/>
                <a:ext cx="216450" cy="21300"/>
              </a:xfrm>
              <a:custGeom>
                <a:rect b="b" l="l" r="r" t="t"/>
                <a:pathLst>
                  <a:path extrusionOk="0" h="852" w="8658">
                    <a:moveTo>
                      <a:pt x="0" y="0"/>
                    </a:moveTo>
                    <a:lnTo>
                      <a:pt x="0" y="852"/>
                    </a:lnTo>
                    <a:lnTo>
                      <a:pt x="8658" y="852"/>
                    </a:lnTo>
                    <a:lnTo>
                      <a:pt x="86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101"/>
              <p:cNvSpPr/>
              <p:nvPr/>
            </p:nvSpPr>
            <p:spPr>
              <a:xfrm>
                <a:off x="-1941500" y="2353025"/>
                <a:ext cx="216450" cy="4825"/>
              </a:xfrm>
              <a:custGeom>
                <a:rect b="b" l="l" r="r" t="t"/>
                <a:pathLst>
                  <a:path extrusionOk="0" h="193" w="8658">
                    <a:moveTo>
                      <a:pt x="0" y="1"/>
                    </a:moveTo>
                    <a:lnTo>
                      <a:pt x="0" y="193"/>
                    </a:lnTo>
                    <a:lnTo>
                      <a:pt x="8658" y="193"/>
                    </a:lnTo>
                    <a:lnTo>
                      <a:pt x="8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101"/>
              <p:cNvSpPr/>
              <p:nvPr/>
            </p:nvSpPr>
            <p:spPr>
              <a:xfrm>
                <a:off x="-1941500" y="2345475"/>
                <a:ext cx="216450" cy="2775"/>
              </a:xfrm>
              <a:custGeom>
                <a:rect b="b" l="l" r="r" t="t"/>
                <a:pathLst>
                  <a:path extrusionOk="0" h="111" w="8658">
                    <a:moveTo>
                      <a:pt x="0" y="1"/>
                    </a:moveTo>
                    <a:lnTo>
                      <a:pt x="0" y="111"/>
                    </a:lnTo>
                    <a:lnTo>
                      <a:pt x="8658" y="111"/>
                    </a:lnTo>
                    <a:lnTo>
                      <a:pt x="8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101"/>
              <p:cNvSpPr/>
              <p:nvPr/>
            </p:nvSpPr>
            <p:spPr>
              <a:xfrm>
                <a:off x="-1900975" y="2292925"/>
                <a:ext cx="135425" cy="25"/>
              </a:xfrm>
              <a:custGeom>
                <a:rect b="b" l="l" r="r" t="t"/>
                <a:pathLst>
                  <a:path extrusionOk="0" fill="none" h="1" w="5417">
                    <a:moveTo>
                      <a:pt x="0" y="0"/>
                    </a:moveTo>
                    <a:lnTo>
                      <a:pt x="5416" y="0"/>
                    </a:lnTo>
                  </a:path>
                </a:pathLst>
              </a:custGeom>
              <a:solidFill>
                <a:schemeClr val="dk1"/>
              </a:solidFill>
              <a:ln cap="flat" cmpd="sng" w="1550">
                <a:solidFill>
                  <a:srgbClr val="3A3A3C"/>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101"/>
              <p:cNvSpPr/>
              <p:nvPr/>
            </p:nvSpPr>
            <p:spPr>
              <a:xfrm>
                <a:off x="-1900975" y="2301150"/>
                <a:ext cx="135425" cy="25"/>
              </a:xfrm>
              <a:custGeom>
                <a:rect b="b" l="l" r="r" t="t"/>
                <a:pathLst>
                  <a:path extrusionOk="0" fill="none" h="1" w="5417">
                    <a:moveTo>
                      <a:pt x="0" y="1"/>
                    </a:moveTo>
                    <a:lnTo>
                      <a:pt x="5416" y="1"/>
                    </a:lnTo>
                  </a:path>
                </a:pathLst>
              </a:custGeom>
              <a:solidFill>
                <a:schemeClr val="dk1"/>
              </a:solidFill>
              <a:ln cap="flat" cmpd="sng" w="1550">
                <a:solidFill>
                  <a:srgbClr val="3A3A3C"/>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01"/>
              <p:cNvSpPr/>
              <p:nvPr/>
            </p:nvSpPr>
            <p:spPr>
              <a:xfrm>
                <a:off x="-1910875" y="2314875"/>
                <a:ext cx="155275" cy="44025"/>
              </a:xfrm>
              <a:custGeom>
                <a:rect b="b" l="l" r="r" t="t"/>
                <a:pathLst>
                  <a:path extrusionOk="0" h="1761" w="6211">
                    <a:moveTo>
                      <a:pt x="880" y="1"/>
                    </a:moveTo>
                    <a:cubicBezTo>
                      <a:pt x="395" y="1"/>
                      <a:pt x="0" y="396"/>
                      <a:pt x="0" y="881"/>
                    </a:cubicBezTo>
                    <a:cubicBezTo>
                      <a:pt x="0" y="1366"/>
                      <a:pt x="395" y="1760"/>
                      <a:pt x="880" y="1760"/>
                    </a:cubicBezTo>
                    <a:lnTo>
                      <a:pt x="5330" y="1760"/>
                    </a:lnTo>
                    <a:cubicBezTo>
                      <a:pt x="5815" y="1760"/>
                      <a:pt x="6211" y="1366"/>
                      <a:pt x="6211" y="881"/>
                    </a:cubicBezTo>
                    <a:cubicBezTo>
                      <a:pt x="6211" y="396"/>
                      <a:pt x="5815" y="1"/>
                      <a:pt x="53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101"/>
              <p:cNvSpPr/>
              <p:nvPr/>
            </p:nvSpPr>
            <p:spPr>
              <a:xfrm>
                <a:off x="-1906425" y="2318263"/>
                <a:ext cx="148425" cy="37100"/>
              </a:xfrm>
              <a:custGeom>
                <a:rect b="b" l="l" r="r" t="t"/>
                <a:pathLst>
                  <a:path extrusionOk="0" h="1484" w="5937">
                    <a:moveTo>
                      <a:pt x="742" y="1"/>
                    </a:moveTo>
                    <a:cubicBezTo>
                      <a:pt x="333" y="1"/>
                      <a:pt x="1" y="332"/>
                      <a:pt x="1" y="743"/>
                    </a:cubicBezTo>
                    <a:cubicBezTo>
                      <a:pt x="1" y="1152"/>
                      <a:pt x="332" y="1484"/>
                      <a:pt x="742" y="1484"/>
                    </a:cubicBezTo>
                    <a:lnTo>
                      <a:pt x="5196" y="1484"/>
                    </a:lnTo>
                    <a:cubicBezTo>
                      <a:pt x="5605" y="1484"/>
                      <a:pt x="5937" y="1153"/>
                      <a:pt x="5937" y="743"/>
                    </a:cubicBezTo>
                    <a:cubicBezTo>
                      <a:pt x="5937" y="333"/>
                      <a:pt x="5606" y="1"/>
                      <a:pt x="5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101"/>
              <p:cNvSpPr/>
              <p:nvPr/>
            </p:nvSpPr>
            <p:spPr>
              <a:xfrm>
                <a:off x="-1801225" y="2313350"/>
                <a:ext cx="46925" cy="46925"/>
              </a:xfrm>
              <a:custGeom>
                <a:rect b="b" l="l" r="r" t="t"/>
                <a:pathLst>
                  <a:path extrusionOk="0" h="1877" w="1877">
                    <a:moveTo>
                      <a:pt x="938" y="1"/>
                    </a:moveTo>
                    <a:cubicBezTo>
                      <a:pt x="420" y="1"/>
                      <a:pt x="0" y="421"/>
                      <a:pt x="0" y="939"/>
                    </a:cubicBezTo>
                    <a:cubicBezTo>
                      <a:pt x="0" y="1457"/>
                      <a:pt x="420" y="1877"/>
                      <a:pt x="938" y="1877"/>
                    </a:cubicBezTo>
                    <a:cubicBezTo>
                      <a:pt x="1456" y="1877"/>
                      <a:pt x="1876" y="1457"/>
                      <a:pt x="1876" y="939"/>
                    </a:cubicBezTo>
                    <a:cubicBezTo>
                      <a:pt x="1876" y="421"/>
                      <a:pt x="1456" y="1"/>
                      <a:pt x="9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01"/>
              <p:cNvSpPr/>
              <p:nvPr/>
            </p:nvSpPr>
            <p:spPr>
              <a:xfrm>
                <a:off x="-1801175" y="2315500"/>
                <a:ext cx="46825" cy="42650"/>
              </a:xfrm>
              <a:custGeom>
                <a:rect b="b" l="l" r="r" t="t"/>
                <a:pathLst>
                  <a:path extrusionOk="0" h="1706" w="1873">
                    <a:moveTo>
                      <a:pt x="936" y="0"/>
                    </a:moveTo>
                    <a:cubicBezTo>
                      <a:pt x="718" y="0"/>
                      <a:pt x="500" y="83"/>
                      <a:pt x="333" y="250"/>
                    </a:cubicBezTo>
                    <a:cubicBezTo>
                      <a:pt x="0" y="583"/>
                      <a:pt x="0" y="1123"/>
                      <a:pt x="333" y="1456"/>
                    </a:cubicBezTo>
                    <a:cubicBezTo>
                      <a:pt x="500" y="1623"/>
                      <a:pt x="718" y="1706"/>
                      <a:pt x="936" y="1706"/>
                    </a:cubicBezTo>
                    <a:cubicBezTo>
                      <a:pt x="1154" y="1706"/>
                      <a:pt x="1372" y="1623"/>
                      <a:pt x="1539" y="1456"/>
                    </a:cubicBezTo>
                    <a:cubicBezTo>
                      <a:pt x="1872" y="1123"/>
                      <a:pt x="1872" y="583"/>
                      <a:pt x="1539" y="250"/>
                    </a:cubicBezTo>
                    <a:cubicBezTo>
                      <a:pt x="1372" y="83"/>
                      <a:pt x="1154" y="0"/>
                      <a:pt x="9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101"/>
              <p:cNvSpPr/>
              <p:nvPr/>
            </p:nvSpPr>
            <p:spPr>
              <a:xfrm>
                <a:off x="-1904800" y="2322800"/>
                <a:ext cx="30825" cy="28075"/>
              </a:xfrm>
              <a:custGeom>
                <a:rect b="b" l="l" r="r" t="t"/>
                <a:pathLst>
                  <a:path extrusionOk="0" h="1123" w="1233">
                    <a:moveTo>
                      <a:pt x="617" y="0"/>
                    </a:moveTo>
                    <a:cubicBezTo>
                      <a:pt x="473" y="0"/>
                      <a:pt x="329" y="55"/>
                      <a:pt x="219" y="164"/>
                    </a:cubicBezTo>
                    <a:cubicBezTo>
                      <a:pt x="1" y="383"/>
                      <a:pt x="1" y="739"/>
                      <a:pt x="219" y="958"/>
                    </a:cubicBezTo>
                    <a:cubicBezTo>
                      <a:pt x="329" y="1067"/>
                      <a:pt x="473" y="1122"/>
                      <a:pt x="617" y="1122"/>
                    </a:cubicBezTo>
                    <a:cubicBezTo>
                      <a:pt x="760" y="1122"/>
                      <a:pt x="904" y="1067"/>
                      <a:pt x="1013" y="958"/>
                    </a:cubicBezTo>
                    <a:cubicBezTo>
                      <a:pt x="1233" y="739"/>
                      <a:pt x="1233" y="383"/>
                      <a:pt x="1013" y="164"/>
                    </a:cubicBezTo>
                    <a:cubicBezTo>
                      <a:pt x="904" y="55"/>
                      <a:pt x="760" y="0"/>
                      <a:pt x="6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101"/>
              <p:cNvSpPr/>
              <p:nvPr/>
            </p:nvSpPr>
            <p:spPr>
              <a:xfrm>
                <a:off x="-1793500" y="2322875"/>
                <a:ext cx="31325" cy="28100"/>
              </a:xfrm>
              <a:custGeom>
                <a:rect b="b" l="l" r="r" t="t"/>
                <a:pathLst>
                  <a:path extrusionOk="0" h="1124" w="1253">
                    <a:moveTo>
                      <a:pt x="627" y="1"/>
                    </a:moveTo>
                    <a:cubicBezTo>
                      <a:pt x="471" y="1"/>
                      <a:pt x="316" y="65"/>
                      <a:pt x="205" y="191"/>
                    </a:cubicBezTo>
                    <a:cubicBezTo>
                      <a:pt x="1" y="425"/>
                      <a:pt x="23" y="779"/>
                      <a:pt x="257" y="984"/>
                    </a:cubicBezTo>
                    <a:cubicBezTo>
                      <a:pt x="363" y="1077"/>
                      <a:pt x="495" y="1123"/>
                      <a:pt x="626" y="1123"/>
                    </a:cubicBezTo>
                    <a:cubicBezTo>
                      <a:pt x="782" y="1123"/>
                      <a:pt x="937" y="1058"/>
                      <a:pt x="1048" y="932"/>
                    </a:cubicBezTo>
                    <a:cubicBezTo>
                      <a:pt x="1252" y="699"/>
                      <a:pt x="1230" y="345"/>
                      <a:pt x="997" y="140"/>
                    </a:cubicBezTo>
                    <a:cubicBezTo>
                      <a:pt x="890" y="46"/>
                      <a:pt x="759" y="1"/>
                      <a:pt x="6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01"/>
              <p:cNvSpPr/>
              <p:nvPr/>
            </p:nvSpPr>
            <p:spPr>
              <a:xfrm>
                <a:off x="-1912187" y="2313350"/>
                <a:ext cx="46925" cy="46925"/>
              </a:xfrm>
              <a:custGeom>
                <a:rect b="b" l="l" r="r" t="t"/>
                <a:pathLst>
                  <a:path extrusionOk="0" h="1877" w="1877">
                    <a:moveTo>
                      <a:pt x="938" y="1"/>
                    </a:moveTo>
                    <a:cubicBezTo>
                      <a:pt x="420" y="1"/>
                      <a:pt x="0" y="421"/>
                      <a:pt x="0" y="939"/>
                    </a:cubicBezTo>
                    <a:cubicBezTo>
                      <a:pt x="0" y="1457"/>
                      <a:pt x="420" y="1877"/>
                      <a:pt x="938" y="1877"/>
                    </a:cubicBezTo>
                    <a:cubicBezTo>
                      <a:pt x="1456" y="1877"/>
                      <a:pt x="1876" y="1457"/>
                      <a:pt x="1876" y="939"/>
                    </a:cubicBezTo>
                    <a:cubicBezTo>
                      <a:pt x="1876" y="421"/>
                      <a:pt x="1456" y="1"/>
                      <a:pt x="9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01"/>
              <p:cNvSpPr/>
              <p:nvPr/>
            </p:nvSpPr>
            <p:spPr>
              <a:xfrm>
                <a:off x="-1912800" y="2315500"/>
                <a:ext cx="46825" cy="42650"/>
              </a:xfrm>
              <a:custGeom>
                <a:rect b="b" l="l" r="r" t="t"/>
                <a:pathLst>
                  <a:path extrusionOk="0" h="1706" w="1873">
                    <a:moveTo>
                      <a:pt x="937" y="1"/>
                    </a:moveTo>
                    <a:cubicBezTo>
                      <a:pt x="718" y="1"/>
                      <a:pt x="500" y="84"/>
                      <a:pt x="334" y="250"/>
                    </a:cubicBezTo>
                    <a:cubicBezTo>
                      <a:pt x="1" y="583"/>
                      <a:pt x="1" y="1123"/>
                      <a:pt x="334" y="1456"/>
                    </a:cubicBezTo>
                    <a:cubicBezTo>
                      <a:pt x="500" y="1623"/>
                      <a:pt x="718" y="1706"/>
                      <a:pt x="937" y="1706"/>
                    </a:cubicBezTo>
                    <a:cubicBezTo>
                      <a:pt x="1155" y="1706"/>
                      <a:pt x="1373" y="1623"/>
                      <a:pt x="1539" y="1456"/>
                    </a:cubicBezTo>
                    <a:cubicBezTo>
                      <a:pt x="1873" y="1123"/>
                      <a:pt x="1873" y="583"/>
                      <a:pt x="1539" y="250"/>
                    </a:cubicBezTo>
                    <a:cubicBezTo>
                      <a:pt x="1373" y="84"/>
                      <a:pt x="1155" y="1"/>
                      <a:pt x="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101"/>
              <p:cNvSpPr/>
              <p:nvPr/>
            </p:nvSpPr>
            <p:spPr>
              <a:xfrm>
                <a:off x="-1899975" y="2326200"/>
                <a:ext cx="21225" cy="21225"/>
              </a:xfrm>
              <a:custGeom>
                <a:rect b="b" l="l" r="r" t="t"/>
                <a:pathLst>
                  <a:path extrusionOk="0" h="849" w="849">
                    <a:moveTo>
                      <a:pt x="425" y="1"/>
                    </a:moveTo>
                    <a:cubicBezTo>
                      <a:pt x="191" y="1"/>
                      <a:pt x="1" y="191"/>
                      <a:pt x="1" y="425"/>
                    </a:cubicBezTo>
                    <a:cubicBezTo>
                      <a:pt x="1" y="659"/>
                      <a:pt x="191" y="849"/>
                      <a:pt x="425" y="849"/>
                    </a:cubicBezTo>
                    <a:cubicBezTo>
                      <a:pt x="659" y="849"/>
                      <a:pt x="849" y="659"/>
                      <a:pt x="849" y="425"/>
                    </a:cubicBezTo>
                    <a:cubicBezTo>
                      <a:pt x="849" y="191"/>
                      <a:pt x="659" y="1"/>
                      <a:pt x="4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40" name="Google Shape;8040;p101"/>
          <p:cNvGrpSpPr/>
          <p:nvPr/>
        </p:nvGrpSpPr>
        <p:grpSpPr>
          <a:xfrm>
            <a:off x="8761391" y="64895"/>
            <a:ext cx="311019" cy="311110"/>
            <a:chOff x="5038846" y="235350"/>
            <a:chExt cx="158691" cy="158738"/>
          </a:xfrm>
        </p:grpSpPr>
        <p:sp>
          <p:nvSpPr>
            <p:cNvPr id="8041" name="Google Shape;8041;p101"/>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01"/>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101"/>
          <p:cNvGrpSpPr/>
          <p:nvPr/>
        </p:nvGrpSpPr>
        <p:grpSpPr>
          <a:xfrm>
            <a:off x="236541" y="3489520"/>
            <a:ext cx="311019" cy="311110"/>
            <a:chOff x="5038846" y="235350"/>
            <a:chExt cx="158691" cy="158738"/>
          </a:xfrm>
        </p:grpSpPr>
        <p:sp>
          <p:nvSpPr>
            <p:cNvPr id="8044" name="Google Shape;8044;p101"/>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101"/>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8046" name="Shape 8046"/>
        <p:cNvGrpSpPr/>
        <p:nvPr/>
      </p:nvGrpSpPr>
      <p:grpSpPr>
        <a:xfrm>
          <a:off x="0" y="0"/>
          <a:ext cx="0" cy="0"/>
          <a:chOff x="0" y="0"/>
          <a:chExt cx="0" cy="0"/>
        </a:xfrm>
      </p:grpSpPr>
      <p:grpSp>
        <p:nvGrpSpPr>
          <p:cNvPr id="8047" name="Google Shape;8047;p102"/>
          <p:cNvGrpSpPr/>
          <p:nvPr/>
        </p:nvGrpSpPr>
        <p:grpSpPr>
          <a:xfrm rot="466311">
            <a:off x="230813" y="3302416"/>
            <a:ext cx="337184" cy="1085941"/>
            <a:chOff x="-507662" y="283925"/>
            <a:chExt cx="249300" cy="802900"/>
          </a:xfrm>
        </p:grpSpPr>
        <p:sp>
          <p:nvSpPr>
            <p:cNvPr id="8048" name="Google Shape;8048;p102"/>
            <p:cNvSpPr/>
            <p:nvPr/>
          </p:nvSpPr>
          <p:spPr>
            <a:xfrm>
              <a:off x="-507662" y="283925"/>
              <a:ext cx="249300" cy="802900"/>
            </a:xfrm>
            <a:custGeom>
              <a:rect b="b" l="l" r="r" t="t"/>
              <a:pathLst>
                <a:path extrusionOk="0" h="32116" w="9972">
                  <a:moveTo>
                    <a:pt x="4820" y="1"/>
                  </a:moveTo>
                  <a:cubicBezTo>
                    <a:pt x="1333" y="1"/>
                    <a:pt x="220" y="2879"/>
                    <a:pt x="127" y="5466"/>
                  </a:cubicBezTo>
                  <a:cubicBezTo>
                    <a:pt x="45" y="5448"/>
                    <a:pt x="1" y="5439"/>
                    <a:pt x="1" y="5439"/>
                  </a:cubicBezTo>
                  <a:lnTo>
                    <a:pt x="0" y="6146"/>
                  </a:lnTo>
                  <a:cubicBezTo>
                    <a:pt x="0" y="6146"/>
                    <a:pt x="45" y="6157"/>
                    <a:pt x="135" y="6178"/>
                  </a:cubicBezTo>
                  <a:cubicBezTo>
                    <a:pt x="212" y="7236"/>
                    <a:pt x="628" y="8201"/>
                    <a:pt x="1276" y="8965"/>
                  </a:cubicBezTo>
                  <a:cubicBezTo>
                    <a:pt x="1273" y="8964"/>
                    <a:pt x="1272" y="8964"/>
                    <a:pt x="1272" y="8964"/>
                  </a:cubicBezTo>
                  <a:lnTo>
                    <a:pt x="1272" y="8964"/>
                  </a:lnTo>
                  <a:lnTo>
                    <a:pt x="1972" y="9757"/>
                  </a:lnTo>
                  <a:cubicBezTo>
                    <a:pt x="1985" y="9759"/>
                    <a:pt x="1998" y="9763"/>
                    <a:pt x="2013" y="9765"/>
                  </a:cubicBezTo>
                  <a:lnTo>
                    <a:pt x="1987" y="9765"/>
                  </a:lnTo>
                  <a:lnTo>
                    <a:pt x="2989" y="31481"/>
                  </a:lnTo>
                  <a:cubicBezTo>
                    <a:pt x="2989" y="31481"/>
                    <a:pt x="3673" y="32115"/>
                    <a:pt x="5032" y="32116"/>
                  </a:cubicBezTo>
                  <a:cubicBezTo>
                    <a:pt x="5034" y="32116"/>
                    <a:pt x="5035" y="32116"/>
                    <a:pt x="5036" y="32116"/>
                  </a:cubicBezTo>
                  <a:cubicBezTo>
                    <a:pt x="6471" y="32116"/>
                    <a:pt x="7092" y="31486"/>
                    <a:pt x="7092" y="31486"/>
                  </a:cubicBezTo>
                  <a:lnTo>
                    <a:pt x="8145" y="9772"/>
                  </a:lnTo>
                  <a:lnTo>
                    <a:pt x="8084" y="9772"/>
                  </a:lnTo>
                  <a:cubicBezTo>
                    <a:pt x="8114" y="9762"/>
                    <a:pt x="8129" y="9755"/>
                    <a:pt x="8129" y="9755"/>
                  </a:cubicBezTo>
                  <a:lnTo>
                    <a:pt x="8643" y="9035"/>
                  </a:lnTo>
                  <a:cubicBezTo>
                    <a:pt x="9322" y="8263"/>
                    <a:pt x="9763" y="7276"/>
                    <a:pt x="9844" y="6187"/>
                  </a:cubicBezTo>
                  <a:cubicBezTo>
                    <a:pt x="9928" y="6168"/>
                    <a:pt x="9971" y="6157"/>
                    <a:pt x="9971" y="6157"/>
                  </a:cubicBezTo>
                  <a:lnTo>
                    <a:pt x="9972" y="5450"/>
                  </a:lnTo>
                  <a:lnTo>
                    <a:pt x="9972" y="5450"/>
                  </a:lnTo>
                  <a:cubicBezTo>
                    <a:pt x="9972" y="5450"/>
                    <a:pt x="9930" y="5461"/>
                    <a:pt x="9851" y="5480"/>
                  </a:cubicBezTo>
                  <a:cubicBezTo>
                    <a:pt x="9738" y="2878"/>
                    <a:pt x="8299" y="43"/>
                    <a:pt x="4902" y="1"/>
                  </a:cubicBezTo>
                  <a:cubicBezTo>
                    <a:pt x="4875" y="1"/>
                    <a:pt x="4848" y="1"/>
                    <a:pt x="482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9" name="Google Shape;8049;p102"/>
            <p:cNvGrpSpPr/>
            <p:nvPr/>
          </p:nvGrpSpPr>
          <p:grpSpPr>
            <a:xfrm>
              <a:off x="-507662" y="283950"/>
              <a:ext cx="249300" cy="802850"/>
              <a:chOff x="-4628300" y="394775"/>
              <a:chExt cx="249300" cy="802850"/>
            </a:xfrm>
          </p:grpSpPr>
          <p:sp>
            <p:nvSpPr>
              <p:cNvPr id="8050" name="Google Shape;8050;p102"/>
              <p:cNvSpPr/>
              <p:nvPr/>
            </p:nvSpPr>
            <p:spPr>
              <a:xfrm>
                <a:off x="-4625325" y="394775"/>
                <a:ext cx="243575" cy="267125"/>
              </a:xfrm>
              <a:custGeom>
                <a:rect b="b" l="l" r="r" t="t"/>
                <a:pathLst>
                  <a:path extrusionOk="0" h="10685" w="9743">
                    <a:moveTo>
                      <a:pt x="4703" y="1"/>
                    </a:moveTo>
                    <a:cubicBezTo>
                      <a:pt x="1059" y="1"/>
                      <a:pt x="5" y="3143"/>
                      <a:pt x="2" y="5811"/>
                    </a:cubicBezTo>
                    <a:cubicBezTo>
                      <a:pt x="0" y="8499"/>
                      <a:pt x="2178" y="10682"/>
                      <a:pt x="4866" y="10685"/>
                    </a:cubicBezTo>
                    <a:cubicBezTo>
                      <a:pt x="4868" y="10685"/>
                      <a:pt x="4870" y="10685"/>
                      <a:pt x="4872" y="10685"/>
                    </a:cubicBezTo>
                    <a:cubicBezTo>
                      <a:pt x="7557" y="10685"/>
                      <a:pt x="9737" y="8508"/>
                      <a:pt x="9739" y="5822"/>
                    </a:cubicBezTo>
                    <a:cubicBezTo>
                      <a:pt x="9742" y="3133"/>
                      <a:pt x="8329" y="45"/>
                      <a:pt x="4783" y="1"/>
                    </a:cubicBezTo>
                    <a:cubicBezTo>
                      <a:pt x="4757" y="1"/>
                      <a:pt x="4730" y="1"/>
                      <a:pt x="4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102"/>
              <p:cNvSpPr/>
              <p:nvPr/>
            </p:nvSpPr>
            <p:spPr>
              <a:xfrm>
                <a:off x="-4578650" y="638800"/>
                <a:ext cx="153925" cy="558825"/>
              </a:xfrm>
              <a:custGeom>
                <a:rect b="b" l="l" r="r" t="t"/>
                <a:pathLst>
                  <a:path extrusionOk="0" h="22353" w="6157">
                    <a:moveTo>
                      <a:pt x="0" y="1"/>
                    </a:moveTo>
                    <a:lnTo>
                      <a:pt x="1002" y="21718"/>
                    </a:lnTo>
                    <a:cubicBezTo>
                      <a:pt x="1002" y="21718"/>
                      <a:pt x="1685" y="22352"/>
                      <a:pt x="3045" y="22353"/>
                    </a:cubicBezTo>
                    <a:cubicBezTo>
                      <a:pt x="3049" y="22353"/>
                      <a:pt x="3052" y="22353"/>
                      <a:pt x="3056" y="22353"/>
                    </a:cubicBezTo>
                    <a:cubicBezTo>
                      <a:pt x="4485" y="22353"/>
                      <a:pt x="5105" y="21723"/>
                      <a:pt x="5105" y="21723"/>
                    </a:cubicBezTo>
                    <a:lnTo>
                      <a:pt x="6157" y="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02"/>
              <p:cNvSpPr/>
              <p:nvPr/>
            </p:nvSpPr>
            <p:spPr>
              <a:xfrm>
                <a:off x="-4596525" y="618825"/>
                <a:ext cx="184925" cy="29825"/>
              </a:xfrm>
              <a:custGeom>
                <a:rect b="b" l="l" r="r" t="t"/>
                <a:pathLst>
                  <a:path extrusionOk="0" h="1193" w="7397">
                    <a:moveTo>
                      <a:pt x="1" y="0"/>
                    </a:moveTo>
                    <a:lnTo>
                      <a:pt x="701" y="793"/>
                    </a:lnTo>
                    <a:cubicBezTo>
                      <a:pt x="1992" y="1092"/>
                      <a:pt x="3106" y="1192"/>
                      <a:pt x="4019" y="1192"/>
                    </a:cubicBezTo>
                    <a:cubicBezTo>
                      <a:pt x="5843" y="1192"/>
                      <a:pt x="6857" y="793"/>
                      <a:pt x="6857" y="793"/>
                    </a:cubicBezTo>
                    <a:lnTo>
                      <a:pt x="7396" y="38"/>
                    </a:lnTo>
                    <a:lnTo>
                      <a:pt x="7396" y="38"/>
                    </a:lnTo>
                    <a:cubicBezTo>
                      <a:pt x="5867" y="370"/>
                      <a:pt x="4550" y="482"/>
                      <a:pt x="3469" y="482"/>
                    </a:cubicBezTo>
                    <a:cubicBezTo>
                      <a:pt x="1227" y="482"/>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102"/>
              <p:cNvSpPr/>
              <p:nvPr/>
            </p:nvSpPr>
            <p:spPr>
              <a:xfrm>
                <a:off x="-4628300" y="530675"/>
                <a:ext cx="249300" cy="29925"/>
              </a:xfrm>
              <a:custGeom>
                <a:rect b="b" l="l" r="r" t="t"/>
                <a:pathLst>
                  <a:path extrusionOk="0" h="1197" w="9972">
                    <a:moveTo>
                      <a:pt x="1" y="1"/>
                    </a:moveTo>
                    <a:lnTo>
                      <a:pt x="0" y="708"/>
                    </a:lnTo>
                    <a:cubicBezTo>
                      <a:pt x="0" y="708"/>
                      <a:pt x="1837" y="1193"/>
                      <a:pt x="4994" y="1197"/>
                    </a:cubicBezTo>
                    <a:cubicBezTo>
                      <a:pt x="5001" y="1197"/>
                      <a:pt x="5007" y="1197"/>
                      <a:pt x="5014" y="1197"/>
                    </a:cubicBezTo>
                    <a:cubicBezTo>
                      <a:pt x="8066" y="1197"/>
                      <a:pt x="9971" y="719"/>
                      <a:pt x="9971" y="719"/>
                    </a:cubicBezTo>
                    <a:lnTo>
                      <a:pt x="9972" y="12"/>
                    </a:lnTo>
                    <a:lnTo>
                      <a:pt x="9972" y="12"/>
                    </a:lnTo>
                    <a:cubicBezTo>
                      <a:pt x="9971" y="12"/>
                      <a:pt x="8240" y="490"/>
                      <a:pt x="5054" y="490"/>
                    </a:cubicBezTo>
                    <a:cubicBezTo>
                      <a:pt x="5040" y="490"/>
                      <a:pt x="5027" y="490"/>
                      <a:pt x="5013" y="490"/>
                    </a:cubicBezTo>
                    <a:cubicBezTo>
                      <a:pt x="2056" y="48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02"/>
              <p:cNvSpPr/>
              <p:nvPr/>
            </p:nvSpPr>
            <p:spPr>
              <a:xfrm>
                <a:off x="-4517700" y="824050"/>
                <a:ext cx="33375" cy="120300"/>
              </a:xfrm>
              <a:custGeom>
                <a:rect b="b" l="l" r="r" t="t"/>
                <a:pathLst>
                  <a:path extrusionOk="0" h="4812" w="1335">
                    <a:moveTo>
                      <a:pt x="630" y="0"/>
                    </a:moveTo>
                    <a:cubicBezTo>
                      <a:pt x="283" y="0"/>
                      <a:pt x="1" y="285"/>
                      <a:pt x="8" y="632"/>
                    </a:cubicBezTo>
                    <a:lnTo>
                      <a:pt x="76" y="4201"/>
                    </a:lnTo>
                    <a:cubicBezTo>
                      <a:pt x="82" y="4515"/>
                      <a:pt x="321" y="4776"/>
                      <a:pt x="633" y="4808"/>
                    </a:cubicBezTo>
                    <a:cubicBezTo>
                      <a:pt x="655" y="4810"/>
                      <a:pt x="677" y="4811"/>
                      <a:pt x="699" y="4811"/>
                    </a:cubicBezTo>
                    <a:cubicBezTo>
                      <a:pt x="1037" y="4811"/>
                      <a:pt x="1319" y="4538"/>
                      <a:pt x="1319" y="4193"/>
                    </a:cubicBezTo>
                    <a:lnTo>
                      <a:pt x="1334" y="627"/>
                    </a:lnTo>
                    <a:cubicBezTo>
                      <a:pt x="1335" y="292"/>
                      <a:pt x="1069" y="15"/>
                      <a:pt x="733" y="4"/>
                    </a:cubicBezTo>
                    <a:lnTo>
                      <a:pt x="651" y="1"/>
                    </a:lnTo>
                    <a:cubicBezTo>
                      <a:pt x="644" y="0"/>
                      <a:pt x="637"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02"/>
              <p:cNvSpPr/>
              <p:nvPr/>
            </p:nvSpPr>
            <p:spPr>
              <a:xfrm>
                <a:off x="-4512225" y="910675"/>
                <a:ext cx="23325" cy="18250"/>
              </a:xfrm>
              <a:custGeom>
                <a:rect b="b" l="l" r="r" t="t"/>
                <a:pathLst>
                  <a:path extrusionOk="0" h="730" w="933">
                    <a:moveTo>
                      <a:pt x="0" y="0"/>
                    </a:moveTo>
                    <a:lnTo>
                      <a:pt x="28" y="693"/>
                    </a:lnTo>
                    <a:lnTo>
                      <a:pt x="922" y="730"/>
                    </a:lnTo>
                    <a:lnTo>
                      <a:pt x="932"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6" name="Google Shape;8056;p102"/>
          <p:cNvGrpSpPr/>
          <p:nvPr/>
        </p:nvGrpSpPr>
        <p:grpSpPr>
          <a:xfrm rot="-626127">
            <a:off x="8261696" y="267916"/>
            <a:ext cx="597565" cy="732253"/>
            <a:chOff x="-476487" y="1228650"/>
            <a:chExt cx="263475" cy="322875"/>
          </a:xfrm>
        </p:grpSpPr>
        <p:sp>
          <p:nvSpPr>
            <p:cNvPr id="8057" name="Google Shape;8057;p102"/>
            <p:cNvSpPr/>
            <p:nvPr/>
          </p:nvSpPr>
          <p:spPr>
            <a:xfrm>
              <a:off x="-476487" y="1228650"/>
              <a:ext cx="263475" cy="322875"/>
            </a:xfrm>
            <a:custGeom>
              <a:rect b="b" l="l" r="r" t="t"/>
              <a:pathLst>
                <a:path extrusionOk="0" h="12915" w="10539">
                  <a:moveTo>
                    <a:pt x="1124" y="0"/>
                  </a:moveTo>
                  <a:lnTo>
                    <a:pt x="1" y="12848"/>
                  </a:lnTo>
                  <a:lnTo>
                    <a:pt x="8339" y="12900"/>
                  </a:lnTo>
                  <a:lnTo>
                    <a:pt x="10538" y="12915"/>
                  </a:lnTo>
                  <a:lnTo>
                    <a:pt x="10124" y="222"/>
                  </a:lnTo>
                  <a:lnTo>
                    <a:pt x="8471" y="182"/>
                  </a:lnTo>
                  <a:lnTo>
                    <a:pt x="1124"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8" name="Google Shape;8058;p102"/>
            <p:cNvGrpSpPr/>
            <p:nvPr/>
          </p:nvGrpSpPr>
          <p:grpSpPr>
            <a:xfrm>
              <a:off x="-476487" y="1228650"/>
              <a:ext cx="263475" cy="322875"/>
              <a:chOff x="-4190125" y="677000"/>
              <a:chExt cx="263475" cy="322875"/>
            </a:xfrm>
          </p:grpSpPr>
          <p:sp>
            <p:nvSpPr>
              <p:cNvPr id="8059" name="Google Shape;8059;p102"/>
              <p:cNvSpPr/>
              <p:nvPr/>
            </p:nvSpPr>
            <p:spPr>
              <a:xfrm>
                <a:off x="-4190125" y="677000"/>
                <a:ext cx="263475" cy="322875"/>
              </a:xfrm>
              <a:custGeom>
                <a:rect b="b" l="l" r="r" t="t"/>
                <a:pathLst>
                  <a:path extrusionOk="0" h="12915" w="10539">
                    <a:moveTo>
                      <a:pt x="1124" y="0"/>
                    </a:moveTo>
                    <a:lnTo>
                      <a:pt x="1" y="12848"/>
                    </a:lnTo>
                    <a:lnTo>
                      <a:pt x="8339" y="12900"/>
                    </a:lnTo>
                    <a:lnTo>
                      <a:pt x="10538" y="12915"/>
                    </a:lnTo>
                    <a:lnTo>
                      <a:pt x="10124" y="222"/>
                    </a:lnTo>
                    <a:lnTo>
                      <a:pt x="8471" y="183"/>
                    </a:lnTo>
                    <a:lnTo>
                      <a:pt x="11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102"/>
              <p:cNvSpPr/>
              <p:nvPr/>
            </p:nvSpPr>
            <p:spPr>
              <a:xfrm>
                <a:off x="-3981650" y="681550"/>
                <a:ext cx="55000" cy="318325"/>
              </a:xfrm>
              <a:custGeom>
                <a:rect b="b" l="l" r="r" t="t"/>
                <a:pathLst>
                  <a:path extrusionOk="0" h="12733" w="2200">
                    <a:moveTo>
                      <a:pt x="132" y="1"/>
                    </a:moveTo>
                    <a:lnTo>
                      <a:pt x="0" y="12718"/>
                    </a:lnTo>
                    <a:lnTo>
                      <a:pt x="2199" y="12733"/>
                    </a:lnTo>
                    <a:lnTo>
                      <a:pt x="1785" y="40"/>
                    </a:lnTo>
                    <a:lnTo>
                      <a:pt x="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02"/>
              <p:cNvSpPr/>
              <p:nvPr/>
            </p:nvSpPr>
            <p:spPr>
              <a:xfrm>
                <a:off x="-4130225" y="705650"/>
                <a:ext cx="97075" cy="90600"/>
              </a:xfrm>
              <a:custGeom>
                <a:rect b="b" l="l" r="r" t="t"/>
                <a:pathLst>
                  <a:path extrusionOk="0" h="3624" w="3883">
                    <a:moveTo>
                      <a:pt x="1944" y="1"/>
                    </a:moveTo>
                    <a:cubicBezTo>
                      <a:pt x="1853" y="1"/>
                      <a:pt x="1761" y="7"/>
                      <a:pt x="1669" y="21"/>
                    </a:cubicBezTo>
                    <a:cubicBezTo>
                      <a:pt x="679" y="172"/>
                      <a:pt x="0" y="1096"/>
                      <a:pt x="151" y="2084"/>
                    </a:cubicBezTo>
                    <a:cubicBezTo>
                      <a:pt x="287" y="2982"/>
                      <a:pt x="1060" y="3623"/>
                      <a:pt x="1940" y="3623"/>
                    </a:cubicBezTo>
                    <a:cubicBezTo>
                      <a:pt x="2030" y="3623"/>
                      <a:pt x="2122" y="3617"/>
                      <a:pt x="2215" y="3603"/>
                    </a:cubicBezTo>
                    <a:cubicBezTo>
                      <a:pt x="3203" y="3452"/>
                      <a:pt x="3882" y="2527"/>
                      <a:pt x="3732" y="1539"/>
                    </a:cubicBezTo>
                    <a:cubicBezTo>
                      <a:pt x="3595" y="642"/>
                      <a:pt x="2823" y="1"/>
                      <a:pt x="1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02"/>
              <p:cNvSpPr/>
              <p:nvPr/>
            </p:nvSpPr>
            <p:spPr>
              <a:xfrm>
                <a:off x="-4100850" y="732800"/>
                <a:ext cx="38350" cy="36275"/>
              </a:xfrm>
              <a:custGeom>
                <a:rect b="b" l="l" r="r" t="t"/>
                <a:pathLst>
                  <a:path extrusionOk="0" h="1451" w="1534">
                    <a:moveTo>
                      <a:pt x="765" y="1"/>
                    </a:moveTo>
                    <a:cubicBezTo>
                      <a:pt x="402" y="1"/>
                      <a:pt x="90" y="272"/>
                      <a:pt x="47" y="641"/>
                    </a:cubicBezTo>
                    <a:cubicBezTo>
                      <a:pt x="1" y="1039"/>
                      <a:pt x="285" y="1399"/>
                      <a:pt x="683" y="1445"/>
                    </a:cubicBezTo>
                    <a:cubicBezTo>
                      <a:pt x="711" y="1449"/>
                      <a:pt x="740" y="1450"/>
                      <a:pt x="768" y="1450"/>
                    </a:cubicBezTo>
                    <a:cubicBezTo>
                      <a:pt x="1130" y="1450"/>
                      <a:pt x="1443" y="1178"/>
                      <a:pt x="1487" y="810"/>
                    </a:cubicBezTo>
                    <a:cubicBezTo>
                      <a:pt x="1533" y="412"/>
                      <a:pt x="1247" y="52"/>
                      <a:pt x="850" y="6"/>
                    </a:cubicBezTo>
                    <a:cubicBezTo>
                      <a:pt x="821" y="2"/>
                      <a:pt x="793"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02"/>
              <p:cNvSpPr/>
              <p:nvPr/>
            </p:nvSpPr>
            <p:spPr>
              <a:xfrm>
                <a:off x="-4155525" y="827725"/>
                <a:ext cx="133525" cy="126375"/>
              </a:xfrm>
              <a:custGeom>
                <a:rect b="b" l="l" r="r" t="t"/>
                <a:pathLst>
                  <a:path extrusionOk="0" h="5055" w="5341">
                    <a:moveTo>
                      <a:pt x="2668" y="1"/>
                    </a:moveTo>
                    <a:cubicBezTo>
                      <a:pt x="1402" y="1"/>
                      <a:pt x="309" y="950"/>
                      <a:pt x="161" y="2237"/>
                    </a:cubicBezTo>
                    <a:cubicBezTo>
                      <a:pt x="1" y="3623"/>
                      <a:pt x="993" y="4875"/>
                      <a:pt x="2379" y="5037"/>
                    </a:cubicBezTo>
                    <a:cubicBezTo>
                      <a:pt x="2478" y="5049"/>
                      <a:pt x="2575" y="5054"/>
                      <a:pt x="2672" y="5054"/>
                    </a:cubicBezTo>
                    <a:cubicBezTo>
                      <a:pt x="3937" y="5054"/>
                      <a:pt x="5030" y="4105"/>
                      <a:pt x="5179" y="2819"/>
                    </a:cubicBezTo>
                    <a:cubicBezTo>
                      <a:pt x="5340" y="1433"/>
                      <a:pt x="4346" y="179"/>
                      <a:pt x="2960" y="18"/>
                    </a:cubicBezTo>
                    <a:cubicBezTo>
                      <a:pt x="2862" y="6"/>
                      <a:pt x="2764" y="1"/>
                      <a:pt x="2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02"/>
              <p:cNvSpPr/>
              <p:nvPr/>
            </p:nvSpPr>
            <p:spPr>
              <a:xfrm>
                <a:off x="-4116600" y="864625"/>
                <a:ext cx="55600" cy="52625"/>
              </a:xfrm>
              <a:custGeom>
                <a:rect b="b" l="l" r="r" t="t"/>
                <a:pathLst>
                  <a:path extrusionOk="0" h="2105" w="2224">
                    <a:moveTo>
                      <a:pt x="1111" y="0"/>
                    </a:moveTo>
                    <a:cubicBezTo>
                      <a:pt x="584" y="0"/>
                      <a:pt x="130" y="394"/>
                      <a:pt x="68" y="931"/>
                    </a:cubicBezTo>
                    <a:cubicBezTo>
                      <a:pt x="1" y="1508"/>
                      <a:pt x="415" y="2030"/>
                      <a:pt x="991" y="2097"/>
                    </a:cubicBezTo>
                    <a:cubicBezTo>
                      <a:pt x="1032" y="2102"/>
                      <a:pt x="1073" y="2104"/>
                      <a:pt x="1113" y="2104"/>
                    </a:cubicBezTo>
                    <a:cubicBezTo>
                      <a:pt x="1640" y="2104"/>
                      <a:pt x="2095" y="1709"/>
                      <a:pt x="2158" y="1173"/>
                    </a:cubicBezTo>
                    <a:cubicBezTo>
                      <a:pt x="2224" y="596"/>
                      <a:pt x="1810" y="74"/>
                      <a:pt x="1234" y="7"/>
                    </a:cubicBezTo>
                    <a:cubicBezTo>
                      <a:pt x="1193" y="2"/>
                      <a:pt x="1152"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02"/>
              <p:cNvSpPr/>
              <p:nvPr/>
            </p:nvSpPr>
            <p:spPr>
              <a:xfrm>
                <a:off x="-3999000" y="687450"/>
                <a:ext cx="11200" cy="10600"/>
              </a:xfrm>
              <a:custGeom>
                <a:rect b="b" l="l" r="r" t="t"/>
                <a:pathLst>
                  <a:path extrusionOk="0" h="424" w="448">
                    <a:moveTo>
                      <a:pt x="224" y="1"/>
                    </a:moveTo>
                    <a:cubicBezTo>
                      <a:pt x="118" y="1"/>
                      <a:pt x="26" y="80"/>
                      <a:pt x="14" y="188"/>
                    </a:cubicBezTo>
                    <a:cubicBezTo>
                      <a:pt x="1" y="304"/>
                      <a:pt x="83" y="408"/>
                      <a:pt x="200" y="422"/>
                    </a:cubicBezTo>
                    <a:cubicBezTo>
                      <a:pt x="208" y="423"/>
                      <a:pt x="216" y="424"/>
                      <a:pt x="225" y="424"/>
                    </a:cubicBezTo>
                    <a:cubicBezTo>
                      <a:pt x="330" y="424"/>
                      <a:pt x="422" y="345"/>
                      <a:pt x="434" y="237"/>
                    </a:cubicBezTo>
                    <a:cubicBezTo>
                      <a:pt x="448" y="121"/>
                      <a:pt x="365" y="16"/>
                      <a:pt x="248" y="2"/>
                    </a:cubicBezTo>
                    <a:cubicBezTo>
                      <a:pt x="240" y="1"/>
                      <a:pt x="232"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02"/>
              <p:cNvSpPr/>
              <p:nvPr/>
            </p:nvSpPr>
            <p:spPr>
              <a:xfrm>
                <a:off x="-4158425" y="683025"/>
                <a:ext cx="11175" cy="10625"/>
              </a:xfrm>
              <a:custGeom>
                <a:rect b="b" l="l" r="r" t="t"/>
                <a:pathLst>
                  <a:path extrusionOk="0" h="425" w="447">
                    <a:moveTo>
                      <a:pt x="225" y="1"/>
                    </a:moveTo>
                    <a:cubicBezTo>
                      <a:pt x="119" y="1"/>
                      <a:pt x="27" y="80"/>
                      <a:pt x="14" y="188"/>
                    </a:cubicBezTo>
                    <a:cubicBezTo>
                      <a:pt x="0" y="304"/>
                      <a:pt x="83" y="408"/>
                      <a:pt x="199" y="423"/>
                    </a:cubicBezTo>
                    <a:cubicBezTo>
                      <a:pt x="207" y="424"/>
                      <a:pt x="215" y="424"/>
                      <a:pt x="222" y="424"/>
                    </a:cubicBezTo>
                    <a:cubicBezTo>
                      <a:pt x="328" y="424"/>
                      <a:pt x="421" y="345"/>
                      <a:pt x="434" y="237"/>
                    </a:cubicBezTo>
                    <a:cubicBezTo>
                      <a:pt x="447" y="120"/>
                      <a:pt x="364" y="16"/>
                      <a:pt x="248" y="2"/>
                    </a:cubicBezTo>
                    <a:cubicBezTo>
                      <a:pt x="240" y="1"/>
                      <a:pt x="232"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02"/>
              <p:cNvSpPr/>
              <p:nvPr/>
            </p:nvSpPr>
            <p:spPr>
              <a:xfrm>
                <a:off x="-4183975" y="979075"/>
                <a:ext cx="11200" cy="10625"/>
              </a:xfrm>
              <a:custGeom>
                <a:rect b="b" l="l" r="r" t="t"/>
                <a:pathLst>
                  <a:path extrusionOk="0" h="425" w="448">
                    <a:moveTo>
                      <a:pt x="225" y="1"/>
                    </a:moveTo>
                    <a:cubicBezTo>
                      <a:pt x="118" y="1"/>
                      <a:pt x="25" y="80"/>
                      <a:pt x="14" y="188"/>
                    </a:cubicBezTo>
                    <a:cubicBezTo>
                      <a:pt x="0" y="304"/>
                      <a:pt x="83" y="409"/>
                      <a:pt x="200" y="423"/>
                    </a:cubicBezTo>
                    <a:cubicBezTo>
                      <a:pt x="207" y="424"/>
                      <a:pt x="215" y="424"/>
                      <a:pt x="223" y="424"/>
                    </a:cubicBezTo>
                    <a:cubicBezTo>
                      <a:pt x="329" y="424"/>
                      <a:pt x="421" y="345"/>
                      <a:pt x="434" y="237"/>
                    </a:cubicBezTo>
                    <a:cubicBezTo>
                      <a:pt x="447" y="121"/>
                      <a:pt x="365" y="16"/>
                      <a:pt x="248" y="2"/>
                    </a:cubicBezTo>
                    <a:cubicBezTo>
                      <a:pt x="240" y="1"/>
                      <a:pt x="233"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102"/>
              <p:cNvSpPr/>
              <p:nvPr/>
            </p:nvSpPr>
            <p:spPr>
              <a:xfrm>
                <a:off x="-4000300" y="980975"/>
                <a:ext cx="11200" cy="10600"/>
              </a:xfrm>
              <a:custGeom>
                <a:rect b="b" l="l" r="r" t="t"/>
                <a:pathLst>
                  <a:path extrusionOk="0" h="424" w="448">
                    <a:moveTo>
                      <a:pt x="222" y="1"/>
                    </a:moveTo>
                    <a:cubicBezTo>
                      <a:pt x="115" y="1"/>
                      <a:pt x="25" y="81"/>
                      <a:pt x="14" y="188"/>
                    </a:cubicBezTo>
                    <a:cubicBezTo>
                      <a:pt x="0" y="305"/>
                      <a:pt x="83" y="409"/>
                      <a:pt x="199" y="422"/>
                    </a:cubicBezTo>
                    <a:cubicBezTo>
                      <a:pt x="208" y="423"/>
                      <a:pt x="216" y="424"/>
                      <a:pt x="224" y="424"/>
                    </a:cubicBezTo>
                    <a:cubicBezTo>
                      <a:pt x="329" y="424"/>
                      <a:pt x="420" y="345"/>
                      <a:pt x="434" y="237"/>
                    </a:cubicBezTo>
                    <a:cubicBezTo>
                      <a:pt x="447" y="121"/>
                      <a:pt x="363" y="17"/>
                      <a:pt x="248" y="2"/>
                    </a:cubicBezTo>
                    <a:cubicBezTo>
                      <a:pt x="239" y="1"/>
                      <a:pt x="230" y="1"/>
                      <a:pt x="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69" name="Google Shape;8069;p102"/>
          <p:cNvGrpSpPr/>
          <p:nvPr/>
        </p:nvGrpSpPr>
        <p:grpSpPr>
          <a:xfrm rot="1058670">
            <a:off x="8318232" y="4217702"/>
            <a:ext cx="659915" cy="714593"/>
            <a:chOff x="-2686850" y="3696525"/>
            <a:chExt cx="332050" cy="359563"/>
          </a:xfrm>
        </p:grpSpPr>
        <p:sp>
          <p:nvSpPr>
            <p:cNvPr id="8070" name="Google Shape;8070;p102"/>
            <p:cNvSpPr/>
            <p:nvPr/>
          </p:nvSpPr>
          <p:spPr>
            <a:xfrm>
              <a:off x="-2686850" y="3696525"/>
              <a:ext cx="332050" cy="359525"/>
            </a:xfrm>
            <a:custGeom>
              <a:rect b="b" l="l" r="r" t="t"/>
              <a:pathLst>
                <a:path extrusionOk="0" h="14381" w="13282">
                  <a:moveTo>
                    <a:pt x="12504" y="10802"/>
                  </a:moveTo>
                  <a:lnTo>
                    <a:pt x="12497" y="10829"/>
                  </a:lnTo>
                  <a:lnTo>
                    <a:pt x="12497" y="10806"/>
                  </a:lnTo>
                  <a:lnTo>
                    <a:pt x="12504" y="10802"/>
                  </a:lnTo>
                  <a:close/>
                  <a:moveTo>
                    <a:pt x="6678" y="1"/>
                  </a:moveTo>
                  <a:cubicBezTo>
                    <a:pt x="4442" y="1"/>
                    <a:pt x="2280" y="1136"/>
                    <a:pt x="1036" y="2962"/>
                  </a:cubicBezTo>
                  <a:cubicBezTo>
                    <a:pt x="902" y="3158"/>
                    <a:pt x="912" y="3410"/>
                    <a:pt x="1042" y="3594"/>
                  </a:cubicBezTo>
                  <a:cubicBezTo>
                    <a:pt x="505" y="4550"/>
                    <a:pt x="247" y="5625"/>
                    <a:pt x="300" y="6729"/>
                  </a:cubicBezTo>
                  <a:cubicBezTo>
                    <a:pt x="352" y="7770"/>
                    <a:pt x="675" y="10117"/>
                    <a:pt x="739" y="10573"/>
                  </a:cubicBezTo>
                  <a:lnTo>
                    <a:pt x="739" y="10663"/>
                  </a:lnTo>
                  <a:lnTo>
                    <a:pt x="256" y="8957"/>
                  </a:lnTo>
                  <a:cubicBezTo>
                    <a:pt x="241" y="8903"/>
                    <a:pt x="192" y="8868"/>
                    <a:pt x="138" y="8868"/>
                  </a:cubicBezTo>
                  <a:cubicBezTo>
                    <a:pt x="126" y="8868"/>
                    <a:pt x="115" y="8869"/>
                    <a:pt x="103" y="8873"/>
                  </a:cubicBezTo>
                  <a:cubicBezTo>
                    <a:pt x="37" y="8890"/>
                    <a:pt x="0" y="8958"/>
                    <a:pt x="19" y="9024"/>
                  </a:cubicBezTo>
                  <a:lnTo>
                    <a:pt x="738" y="11566"/>
                  </a:lnTo>
                  <a:lnTo>
                    <a:pt x="738" y="12528"/>
                  </a:lnTo>
                  <a:lnTo>
                    <a:pt x="738" y="13556"/>
                  </a:lnTo>
                  <a:lnTo>
                    <a:pt x="738" y="13808"/>
                  </a:lnTo>
                  <a:lnTo>
                    <a:pt x="1665" y="13808"/>
                  </a:lnTo>
                  <a:lnTo>
                    <a:pt x="1665" y="14373"/>
                  </a:lnTo>
                  <a:lnTo>
                    <a:pt x="1947" y="14373"/>
                  </a:lnTo>
                  <a:lnTo>
                    <a:pt x="1947" y="14380"/>
                  </a:lnTo>
                  <a:lnTo>
                    <a:pt x="2635" y="14380"/>
                  </a:lnTo>
                  <a:lnTo>
                    <a:pt x="2635" y="14369"/>
                  </a:lnTo>
                  <a:cubicBezTo>
                    <a:pt x="3018" y="14307"/>
                    <a:pt x="3314" y="13987"/>
                    <a:pt x="3411" y="13555"/>
                  </a:cubicBezTo>
                  <a:cubicBezTo>
                    <a:pt x="3433" y="13457"/>
                    <a:pt x="3446" y="13353"/>
                    <a:pt x="3446" y="13245"/>
                  </a:cubicBezTo>
                  <a:lnTo>
                    <a:pt x="3446" y="12527"/>
                  </a:lnTo>
                  <a:lnTo>
                    <a:pt x="3446" y="11097"/>
                  </a:lnTo>
                  <a:cubicBezTo>
                    <a:pt x="3446" y="10515"/>
                    <a:pt x="3105" y="10039"/>
                    <a:pt x="2635" y="9961"/>
                  </a:cubicBezTo>
                  <a:lnTo>
                    <a:pt x="2635" y="9948"/>
                  </a:lnTo>
                  <a:lnTo>
                    <a:pt x="1985" y="9948"/>
                  </a:lnTo>
                  <a:lnTo>
                    <a:pt x="1985" y="9942"/>
                  </a:lnTo>
                  <a:lnTo>
                    <a:pt x="1665" y="9942"/>
                  </a:lnTo>
                  <a:lnTo>
                    <a:pt x="1665" y="10506"/>
                  </a:lnTo>
                  <a:lnTo>
                    <a:pt x="1165" y="10506"/>
                  </a:lnTo>
                  <a:cubicBezTo>
                    <a:pt x="1100" y="10047"/>
                    <a:pt x="780" y="7711"/>
                    <a:pt x="731" y="6704"/>
                  </a:cubicBezTo>
                  <a:cubicBezTo>
                    <a:pt x="680" y="5690"/>
                    <a:pt x="918" y="4700"/>
                    <a:pt x="1409" y="3819"/>
                  </a:cubicBezTo>
                  <a:cubicBezTo>
                    <a:pt x="1438" y="3823"/>
                    <a:pt x="1466" y="3825"/>
                    <a:pt x="1494" y="3825"/>
                  </a:cubicBezTo>
                  <a:cubicBezTo>
                    <a:pt x="1671" y="3825"/>
                    <a:pt x="1845" y="3741"/>
                    <a:pt x="1952" y="3583"/>
                  </a:cubicBezTo>
                  <a:cubicBezTo>
                    <a:pt x="2992" y="2056"/>
                    <a:pt x="4803" y="1106"/>
                    <a:pt x="6678" y="1106"/>
                  </a:cubicBezTo>
                  <a:cubicBezTo>
                    <a:pt x="8431" y="1106"/>
                    <a:pt x="10117" y="1922"/>
                    <a:pt x="11187" y="3286"/>
                  </a:cubicBezTo>
                  <a:cubicBezTo>
                    <a:pt x="11297" y="3426"/>
                    <a:pt x="11458" y="3497"/>
                    <a:pt x="11621" y="3497"/>
                  </a:cubicBezTo>
                  <a:cubicBezTo>
                    <a:pt x="11663" y="3497"/>
                    <a:pt x="11704" y="3493"/>
                    <a:pt x="11744" y="3484"/>
                  </a:cubicBezTo>
                  <a:cubicBezTo>
                    <a:pt x="12373" y="4446"/>
                    <a:pt x="12682" y="5559"/>
                    <a:pt x="12626" y="6704"/>
                  </a:cubicBezTo>
                  <a:cubicBezTo>
                    <a:pt x="12576" y="7711"/>
                    <a:pt x="12255" y="10047"/>
                    <a:pt x="12191" y="10506"/>
                  </a:cubicBezTo>
                  <a:lnTo>
                    <a:pt x="11569" y="10506"/>
                  </a:lnTo>
                  <a:lnTo>
                    <a:pt x="11569" y="9942"/>
                  </a:lnTo>
                  <a:lnTo>
                    <a:pt x="11249" y="9942"/>
                  </a:lnTo>
                  <a:lnTo>
                    <a:pt x="11249" y="9948"/>
                  </a:lnTo>
                  <a:lnTo>
                    <a:pt x="10602" y="9948"/>
                  </a:lnTo>
                  <a:lnTo>
                    <a:pt x="10602" y="9961"/>
                  </a:lnTo>
                  <a:cubicBezTo>
                    <a:pt x="10130" y="10039"/>
                    <a:pt x="9790" y="10515"/>
                    <a:pt x="9790" y="11097"/>
                  </a:cubicBezTo>
                  <a:lnTo>
                    <a:pt x="9790" y="12526"/>
                  </a:lnTo>
                  <a:lnTo>
                    <a:pt x="9790" y="13244"/>
                  </a:lnTo>
                  <a:cubicBezTo>
                    <a:pt x="9790" y="13353"/>
                    <a:pt x="9803" y="13456"/>
                    <a:pt x="9825" y="13554"/>
                  </a:cubicBezTo>
                  <a:cubicBezTo>
                    <a:pt x="9922" y="13984"/>
                    <a:pt x="10218" y="14306"/>
                    <a:pt x="10602" y="14368"/>
                  </a:cubicBezTo>
                  <a:lnTo>
                    <a:pt x="10602" y="14379"/>
                  </a:lnTo>
                  <a:lnTo>
                    <a:pt x="11289" y="14379"/>
                  </a:lnTo>
                  <a:lnTo>
                    <a:pt x="11289" y="14371"/>
                  </a:lnTo>
                  <a:lnTo>
                    <a:pt x="11572" y="14371"/>
                  </a:lnTo>
                  <a:lnTo>
                    <a:pt x="11572" y="13807"/>
                  </a:lnTo>
                  <a:lnTo>
                    <a:pt x="12498" y="13807"/>
                  </a:lnTo>
                  <a:lnTo>
                    <a:pt x="12498" y="13555"/>
                  </a:lnTo>
                  <a:lnTo>
                    <a:pt x="12498" y="12527"/>
                  </a:lnTo>
                  <a:lnTo>
                    <a:pt x="12498" y="11733"/>
                  </a:lnTo>
                  <a:lnTo>
                    <a:pt x="13265" y="9024"/>
                  </a:lnTo>
                  <a:cubicBezTo>
                    <a:pt x="13282" y="8957"/>
                    <a:pt x="13245" y="8889"/>
                    <a:pt x="13179" y="8871"/>
                  </a:cubicBezTo>
                  <a:cubicBezTo>
                    <a:pt x="13168" y="8868"/>
                    <a:pt x="13157" y="8866"/>
                    <a:pt x="13146" y="8866"/>
                  </a:cubicBezTo>
                  <a:cubicBezTo>
                    <a:pt x="13092" y="8866"/>
                    <a:pt x="13042" y="8901"/>
                    <a:pt x="13027" y="8956"/>
                  </a:cubicBezTo>
                  <a:lnTo>
                    <a:pt x="12664" y="10236"/>
                  </a:lnTo>
                  <a:cubicBezTo>
                    <a:pt x="12775" y="9420"/>
                    <a:pt x="13013" y="7608"/>
                    <a:pt x="13056" y="6728"/>
                  </a:cubicBezTo>
                  <a:cubicBezTo>
                    <a:pt x="13118" y="5484"/>
                    <a:pt x="12780" y="4275"/>
                    <a:pt x="12095" y="3234"/>
                  </a:cubicBezTo>
                  <a:cubicBezTo>
                    <a:pt x="12211" y="3042"/>
                    <a:pt x="12205" y="2791"/>
                    <a:pt x="12058" y="2604"/>
                  </a:cubicBezTo>
                  <a:cubicBezTo>
                    <a:pt x="10778" y="974"/>
                    <a:pt x="8767" y="1"/>
                    <a:pt x="6678"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1" name="Google Shape;8071;p102"/>
            <p:cNvGrpSpPr/>
            <p:nvPr/>
          </p:nvGrpSpPr>
          <p:grpSpPr>
            <a:xfrm>
              <a:off x="-2686850" y="3696563"/>
              <a:ext cx="332050" cy="359525"/>
              <a:chOff x="-2348725" y="2237525"/>
              <a:chExt cx="332050" cy="359525"/>
            </a:xfrm>
          </p:grpSpPr>
          <p:sp>
            <p:nvSpPr>
              <p:cNvPr id="8072" name="Google Shape;8072;p102"/>
              <p:cNvSpPr/>
              <p:nvPr/>
            </p:nvSpPr>
            <p:spPr>
              <a:xfrm>
                <a:off x="-2343200" y="2245975"/>
                <a:ext cx="322925" cy="262375"/>
              </a:xfrm>
              <a:custGeom>
                <a:rect b="b" l="l" r="r" t="t"/>
                <a:pathLst>
                  <a:path extrusionOk="0" h="10495" w="12917">
                    <a:moveTo>
                      <a:pt x="6459" y="0"/>
                    </a:moveTo>
                    <a:cubicBezTo>
                      <a:pt x="4680" y="0"/>
                      <a:pt x="2959" y="736"/>
                      <a:pt x="1736" y="2022"/>
                    </a:cubicBezTo>
                    <a:cubicBezTo>
                      <a:pt x="588" y="3226"/>
                      <a:pt x="0" y="4778"/>
                      <a:pt x="79" y="6389"/>
                    </a:cubicBezTo>
                    <a:cubicBezTo>
                      <a:pt x="135" y="7520"/>
                      <a:pt x="513" y="10195"/>
                      <a:pt x="528" y="10309"/>
                    </a:cubicBezTo>
                    <a:cubicBezTo>
                      <a:pt x="544" y="10417"/>
                      <a:pt x="636" y="10494"/>
                      <a:pt x="742" y="10494"/>
                    </a:cubicBezTo>
                    <a:cubicBezTo>
                      <a:pt x="752" y="10494"/>
                      <a:pt x="761" y="10494"/>
                      <a:pt x="773" y="10491"/>
                    </a:cubicBezTo>
                    <a:cubicBezTo>
                      <a:pt x="890" y="10475"/>
                      <a:pt x="972" y="10365"/>
                      <a:pt x="956" y="10248"/>
                    </a:cubicBezTo>
                    <a:cubicBezTo>
                      <a:pt x="952" y="10221"/>
                      <a:pt x="567" y="7479"/>
                      <a:pt x="511" y="6368"/>
                    </a:cubicBezTo>
                    <a:cubicBezTo>
                      <a:pt x="438" y="4875"/>
                      <a:pt x="982" y="3437"/>
                      <a:pt x="2049" y="2318"/>
                    </a:cubicBezTo>
                    <a:cubicBezTo>
                      <a:pt x="3190" y="1119"/>
                      <a:pt x="4798" y="430"/>
                      <a:pt x="6459" y="430"/>
                    </a:cubicBezTo>
                    <a:cubicBezTo>
                      <a:pt x="8120" y="430"/>
                      <a:pt x="9728" y="1119"/>
                      <a:pt x="10869" y="2318"/>
                    </a:cubicBezTo>
                    <a:cubicBezTo>
                      <a:pt x="11935" y="3437"/>
                      <a:pt x="12481" y="4875"/>
                      <a:pt x="12407" y="6368"/>
                    </a:cubicBezTo>
                    <a:cubicBezTo>
                      <a:pt x="12353" y="7479"/>
                      <a:pt x="11966" y="10221"/>
                      <a:pt x="11962" y="10248"/>
                    </a:cubicBezTo>
                    <a:cubicBezTo>
                      <a:pt x="11945" y="10367"/>
                      <a:pt x="12028" y="10475"/>
                      <a:pt x="12146" y="10491"/>
                    </a:cubicBezTo>
                    <a:cubicBezTo>
                      <a:pt x="12156" y="10493"/>
                      <a:pt x="12166" y="10493"/>
                      <a:pt x="12176" y="10493"/>
                    </a:cubicBezTo>
                    <a:cubicBezTo>
                      <a:pt x="12282" y="10493"/>
                      <a:pt x="12374" y="10415"/>
                      <a:pt x="12389" y="10309"/>
                    </a:cubicBezTo>
                    <a:cubicBezTo>
                      <a:pt x="12405" y="10195"/>
                      <a:pt x="12782" y="7520"/>
                      <a:pt x="12838" y="6389"/>
                    </a:cubicBezTo>
                    <a:cubicBezTo>
                      <a:pt x="12916" y="4778"/>
                      <a:pt x="12328" y="3226"/>
                      <a:pt x="11182" y="2022"/>
                    </a:cubicBezTo>
                    <a:cubicBezTo>
                      <a:pt x="9959" y="737"/>
                      <a:pt x="8237"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02"/>
              <p:cNvSpPr/>
              <p:nvPr/>
            </p:nvSpPr>
            <p:spPr>
              <a:xfrm>
                <a:off x="-2327125" y="2237525"/>
                <a:ext cx="284600" cy="95700"/>
              </a:xfrm>
              <a:custGeom>
                <a:rect b="b" l="l" r="r" t="t"/>
                <a:pathLst>
                  <a:path extrusionOk="0" h="3828" w="11384">
                    <a:moveTo>
                      <a:pt x="5815" y="1"/>
                    </a:moveTo>
                    <a:cubicBezTo>
                      <a:pt x="3578" y="1"/>
                      <a:pt x="1417" y="1136"/>
                      <a:pt x="173" y="2964"/>
                    </a:cubicBezTo>
                    <a:cubicBezTo>
                      <a:pt x="1" y="3216"/>
                      <a:pt x="66" y="3560"/>
                      <a:pt x="319" y="3732"/>
                    </a:cubicBezTo>
                    <a:cubicBezTo>
                      <a:pt x="415" y="3796"/>
                      <a:pt x="523" y="3827"/>
                      <a:pt x="630" y="3827"/>
                    </a:cubicBezTo>
                    <a:cubicBezTo>
                      <a:pt x="807" y="3827"/>
                      <a:pt x="981" y="3743"/>
                      <a:pt x="1088" y="3585"/>
                    </a:cubicBezTo>
                    <a:cubicBezTo>
                      <a:pt x="2128" y="2057"/>
                      <a:pt x="3939" y="1108"/>
                      <a:pt x="5814" y="1108"/>
                    </a:cubicBezTo>
                    <a:cubicBezTo>
                      <a:pt x="7567" y="1108"/>
                      <a:pt x="9251" y="1923"/>
                      <a:pt x="10323" y="3289"/>
                    </a:cubicBezTo>
                    <a:cubicBezTo>
                      <a:pt x="10433" y="3428"/>
                      <a:pt x="10595" y="3500"/>
                      <a:pt x="10760" y="3500"/>
                    </a:cubicBezTo>
                    <a:cubicBezTo>
                      <a:pt x="10879" y="3500"/>
                      <a:pt x="11000" y="3462"/>
                      <a:pt x="11101" y="3382"/>
                    </a:cubicBezTo>
                    <a:cubicBezTo>
                      <a:pt x="11343" y="3193"/>
                      <a:pt x="11384" y="2845"/>
                      <a:pt x="11195" y="2604"/>
                    </a:cubicBezTo>
                    <a:cubicBezTo>
                      <a:pt x="9915" y="974"/>
                      <a:pt x="7904" y="1"/>
                      <a:pt x="58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02"/>
              <p:cNvSpPr/>
              <p:nvPr/>
            </p:nvSpPr>
            <p:spPr>
              <a:xfrm>
                <a:off x="-2083125" y="2486225"/>
                <a:ext cx="4050" cy="450"/>
              </a:xfrm>
              <a:custGeom>
                <a:rect b="b" l="l" r="r" t="t"/>
                <a:pathLst>
                  <a:path extrusionOk="0" h="18" w="162">
                    <a:moveTo>
                      <a:pt x="1" y="0"/>
                    </a:moveTo>
                    <a:lnTo>
                      <a:pt x="1" y="18"/>
                    </a:lnTo>
                    <a:cubicBezTo>
                      <a:pt x="53" y="7"/>
                      <a:pt x="107" y="0"/>
                      <a:pt x="162" y="0"/>
                    </a:cubicBezTo>
                    <a:close/>
                  </a:path>
                </a:pathLst>
              </a:custGeom>
              <a:solidFill>
                <a:srgbClr val="E61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102"/>
              <p:cNvSpPr/>
              <p:nvPr/>
            </p:nvSpPr>
            <p:spPr>
              <a:xfrm>
                <a:off x="-2330250" y="2550650"/>
                <a:ext cx="23150" cy="32050"/>
              </a:xfrm>
              <a:custGeom>
                <a:rect b="b" l="l" r="r" t="t"/>
                <a:pathLst>
                  <a:path extrusionOk="0" h="1282" w="926">
                    <a:moveTo>
                      <a:pt x="0" y="1"/>
                    </a:moveTo>
                    <a:lnTo>
                      <a:pt x="0" y="1030"/>
                    </a:lnTo>
                    <a:lnTo>
                      <a:pt x="0"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102"/>
              <p:cNvSpPr/>
              <p:nvPr/>
            </p:nvSpPr>
            <p:spPr>
              <a:xfrm>
                <a:off x="-2307125" y="2550650"/>
                <a:ext cx="7075" cy="46200"/>
              </a:xfrm>
              <a:custGeom>
                <a:rect b="b" l="l" r="r" t="t"/>
                <a:pathLst>
                  <a:path extrusionOk="0" h="1848" w="283">
                    <a:moveTo>
                      <a:pt x="1" y="1"/>
                    </a:moveTo>
                    <a:lnTo>
                      <a:pt x="1" y="1030"/>
                    </a:lnTo>
                    <a:lnTo>
                      <a:pt x="1" y="1282"/>
                    </a:lnTo>
                    <a:lnTo>
                      <a:pt x="1" y="1847"/>
                    </a:lnTo>
                    <a:lnTo>
                      <a:pt x="283" y="1847"/>
                    </a:lnTo>
                    <a:lnTo>
                      <a:pt x="283" y="1030"/>
                    </a:lnTo>
                    <a:lnTo>
                      <a:pt x="283" y="1"/>
                    </a:lnTo>
                    <a:close/>
                  </a:path>
                </a:pathLst>
              </a:custGeom>
              <a:solidFill>
                <a:srgbClr val="B20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102"/>
              <p:cNvSpPr/>
              <p:nvPr/>
            </p:nvSpPr>
            <p:spPr>
              <a:xfrm>
                <a:off x="-2282875" y="2486550"/>
                <a:ext cx="20300" cy="110225"/>
              </a:xfrm>
              <a:custGeom>
                <a:rect b="b" l="l" r="r" t="t"/>
                <a:pathLst>
                  <a:path extrusionOk="0" h="4409" w="812">
                    <a:moveTo>
                      <a:pt x="1" y="0"/>
                    </a:moveTo>
                    <a:lnTo>
                      <a:pt x="1" y="2566"/>
                    </a:lnTo>
                    <a:lnTo>
                      <a:pt x="1" y="3594"/>
                    </a:lnTo>
                    <a:lnTo>
                      <a:pt x="1" y="4408"/>
                    </a:lnTo>
                    <a:cubicBezTo>
                      <a:pt x="384" y="4346"/>
                      <a:pt x="680" y="4026"/>
                      <a:pt x="777" y="3594"/>
                    </a:cubicBezTo>
                    <a:cubicBezTo>
                      <a:pt x="799" y="3496"/>
                      <a:pt x="812" y="3392"/>
                      <a:pt x="812" y="3284"/>
                    </a:cubicBezTo>
                    <a:lnTo>
                      <a:pt x="812" y="2566"/>
                    </a:lnTo>
                    <a:lnTo>
                      <a:pt x="812" y="1137"/>
                    </a:lnTo>
                    <a:cubicBezTo>
                      <a:pt x="812" y="554"/>
                      <a:pt x="471" y="7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02"/>
              <p:cNvSpPr/>
              <p:nvPr/>
            </p:nvSpPr>
            <p:spPr>
              <a:xfrm>
                <a:off x="-2330250" y="2500225"/>
                <a:ext cx="23150" cy="82475"/>
              </a:xfrm>
              <a:custGeom>
                <a:rect b="b" l="l" r="r" t="t"/>
                <a:pathLst>
                  <a:path extrusionOk="0" h="3299" w="926">
                    <a:moveTo>
                      <a:pt x="0" y="0"/>
                    </a:moveTo>
                    <a:lnTo>
                      <a:pt x="0" y="2018"/>
                    </a:lnTo>
                    <a:lnTo>
                      <a:pt x="0" y="3047"/>
                    </a:lnTo>
                    <a:lnTo>
                      <a:pt x="0"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102"/>
              <p:cNvSpPr/>
              <p:nvPr/>
            </p:nvSpPr>
            <p:spPr>
              <a:xfrm>
                <a:off x="-2307125" y="2486050"/>
                <a:ext cx="8025" cy="110800"/>
              </a:xfrm>
              <a:custGeom>
                <a:rect b="b" l="l" r="r" t="t"/>
                <a:pathLst>
                  <a:path extrusionOk="0" h="4432" w="321">
                    <a:moveTo>
                      <a:pt x="1" y="1"/>
                    </a:moveTo>
                    <a:lnTo>
                      <a:pt x="1" y="567"/>
                    </a:lnTo>
                    <a:lnTo>
                      <a:pt x="1" y="2585"/>
                    </a:lnTo>
                    <a:lnTo>
                      <a:pt x="1" y="3614"/>
                    </a:lnTo>
                    <a:lnTo>
                      <a:pt x="1" y="3866"/>
                    </a:lnTo>
                    <a:lnTo>
                      <a:pt x="1" y="4431"/>
                    </a:lnTo>
                    <a:lnTo>
                      <a:pt x="283" y="4431"/>
                    </a:lnTo>
                    <a:lnTo>
                      <a:pt x="283" y="3614"/>
                    </a:lnTo>
                    <a:lnTo>
                      <a:pt x="283" y="2585"/>
                    </a:lnTo>
                    <a:lnTo>
                      <a:pt x="283" y="7"/>
                    </a:lnTo>
                    <a:lnTo>
                      <a:pt x="321" y="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102"/>
              <p:cNvSpPr/>
              <p:nvPr/>
            </p:nvSpPr>
            <p:spPr>
              <a:xfrm>
                <a:off x="-2300075" y="2486225"/>
                <a:ext cx="17225" cy="110825"/>
              </a:xfrm>
              <a:custGeom>
                <a:rect b="b" l="l" r="r" t="t"/>
                <a:pathLst>
                  <a:path extrusionOk="0" h="4433" w="689">
                    <a:moveTo>
                      <a:pt x="1" y="0"/>
                    </a:moveTo>
                    <a:lnTo>
                      <a:pt x="1" y="2578"/>
                    </a:lnTo>
                    <a:lnTo>
                      <a:pt x="1" y="3607"/>
                    </a:lnTo>
                    <a:lnTo>
                      <a:pt x="1" y="4424"/>
                    </a:lnTo>
                    <a:lnTo>
                      <a:pt x="1" y="4432"/>
                    </a:lnTo>
                    <a:lnTo>
                      <a:pt x="689" y="4432"/>
                    </a:lnTo>
                    <a:lnTo>
                      <a:pt x="689" y="4420"/>
                    </a:lnTo>
                    <a:lnTo>
                      <a:pt x="689" y="3607"/>
                    </a:lnTo>
                    <a:lnTo>
                      <a:pt x="689" y="2578"/>
                    </a:lnTo>
                    <a:lnTo>
                      <a:pt x="689" y="13"/>
                    </a:lnTo>
                    <a:lnTo>
                      <a:pt x="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02"/>
              <p:cNvSpPr/>
              <p:nvPr/>
            </p:nvSpPr>
            <p:spPr>
              <a:xfrm>
                <a:off x="-2059450" y="2550650"/>
                <a:ext cx="23150" cy="32050"/>
              </a:xfrm>
              <a:custGeom>
                <a:rect b="b" l="l" r="r" t="t"/>
                <a:pathLst>
                  <a:path extrusionOk="0" h="1282" w="926">
                    <a:moveTo>
                      <a:pt x="1" y="1"/>
                    </a:moveTo>
                    <a:lnTo>
                      <a:pt x="1" y="1030"/>
                    </a:lnTo>
                    <a:lnTo>
                      <a:pt x="1"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02"/>
              <p:cNvSpPr/>
              <p:nvPr/>
            </p:nvSpPr>
            <p:spPr>
              <a:xfrm>
                <a:off x="-2104000" y="2486525"/>
                <a:ext cx="20325" cy="110225"/>
              </a:xfrm>
              <a:custGeom>
                <a:rect b="b" l="l" r="r" t="t"/>
                <a:pathLst>
                  <a:path extrusionOk="0" h="4409" w="813">
                    <a:moveTo>
                      <a:pt x="813" y="0"/>
                    </a:moveTo>
                    <a:cubicBezTo>
                      <a:pt x="341" y="79"/>
                      <a:pt x="1" y="555"/>
                      <a:pt x="1" y="1137"/>
                    </a:cubicBezTo>
                    <a:lnTo>
                      <a:pt x="1" y="2566"/>
                    </a:lnTo>
                    <a:lnTo>
                      <a:pt x="1" y="3284"/>
                    </a:lnTo>
                    <a:cubicBezTo>
                      <a:pt x="1" y="3393"/>
                      <a:pt x="14" y="3496"/>
                      <a:pt x="36" y="3594"/>
                    </a:cubicBezTo>
                    <a:cubicBezTo>
                      <a:pt x="133" y="4024"/>
                      <a:pt x="429" y="4346"/>
                      <a:pt x="813" y="4408"/>
                    </a:cubicBezTo>
                    <a:lnTo>
                      <a:pt x="813" y="3594"/>
                    </a:lnTo>
                    <a:lnTo>
                      <a:pt x="813" y="2566"/>
                    </a:lnTo>
                    <a:lnTo>
                      <a:pt x="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02"/>
              <p:cNvSpPr/>
              <p:nvPr/>
            </p:nvSpPr>
            <p:spPr>
              <a:xfrm>
                <a:off x="-2059450" y="2500225"/>
                <a:ext cx="23150" cy="82475"/>
              </a:xfrm>
              <a:custGeom>
                <a:rect b="b" l="l" r="r" t="t"/>
                <a:pathLst>
                  <a:path extrusionOk="0" h="3299" w="926">
                    <a:moveTo>
                      <a:pt x="1" y="0"/>
                    </a:moveTo>
                    <a:lnTo>
                      <a:pt x="1" y="2018"/>
                    </a:lnTo>
                    <a:lnTo>
                      <a:pt x="1" y="3047"/>
                    </a:lnTo>
                    <a:lnTo>
                      <a:pt x="1"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102"/>
              <p:cNvSpPr/>
              <p:nvPr/>
            </p:nvSpPr>
            <p:spPr>
              <a:xfrm>
                <a:off x="-2067450" y="2486050"/>
                <a:ext cx="8025" cy="110800"/>
              </a:xfrm>
              <a:custGeom>
                <a:rect b="b" l="l" r="r" t="t"/>
                <a:pathLst>
                  <a:path extrusionOk="0" h="4432" w="321">
                    <a:moveTo>
                      <a:pt x="1" y="1"/>
                    </a:moveTo>
                    <a:lnTo>
                      <a:pt x="1" y="7"/>
                    </a:lnTo>
                    <a:lnTo>
                      <a:pt x="37" y="7"/>
                    </a:lnTo>
                    <a:lnTo>
                      <a:pt x="37" y="2585"/>
                    </a:lnTo>
                    <a:lnTo>
                      <a:pt x="37" y="3614"/>
                    </a:lnTo>
                    <a:lnTo>
                      <a:pt x="37" y="4431"/>
                    </a:lnTo>
                    <a:lnTo>
                      <a:pt x="321" y="4431"/>
                    </a:lnTo>
                    <a:lnTo>
                      <a:pt x="321" y="3866"/>
                    </a:lnTo>
                    <a:lnTo>
                      <a:pt x="321" y="3614"/>
                    </a:lnTo>
                    <a:lnTo>
                      <a:pt x="321" y="2585"/>
                    </a:lnTo>
                    <a:lnTo>
                      <a:pt x="321" y="56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102"/>
              <p:cNvSpPr/>
              <p:nvPr/>
            </p:nvSpPr>
            <p:spPr>
              <a:xfrm>
                <a:off x="-2083700" y="2486225"/>
                <a:ext cx="17200" cy="110825"/>
              </a:xfrm>
              <a:custGeom>
                <a:rect b="b" l="l" r="r" t="t"/>
                <a:pathLst>
                  <a:path extrusionOk="0" h="4433" w="688">
                    <a:moveTo>
                      <a:pt x="1" y="0"/>
                    </a:moveTo>
                    <a:lnTo>
                      <a:pt x="1" y="13"/>
                    </a:lnTo>
                    <a:lnTo>
                      <a:pt x="1" y="2578"/>
                    </a:lnTo>
                    <a:lnTo>
                      <a:pt x="1" y="3607"/>
                    </a:lnTo>
                    <a:lnTo>
                      <a:pt x="1" y="4420"/>
                    </a:lnTo>
                    <a:lnTo>
                      <a:pt x="1" y="4432"/>
                    </a:lnTo>
                    <a:lnTo>
                      <a:pt x="687" y="4432"/>
                    </a:lnTo>
                    <a:lnTo>
                      <a:pt x="687" y="4424"/>
                    </a:lnTo>
                    <a:lnTo>
                      <a:pt x="687" y="3607"/>
                    </a:lnTo>
                    <a:lnTo>
                      <a:pt x="687" y="2578"/>
                    </a:lnTo>
                    <a:lnTo>
                      <a:pt x="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102"/>
              <p:cNvSpPr/>
              <p:nvPr/>
            </p:nvSpPr>
            <p:spPr>
              <a:xfrm>
                <a:off x="-2047700" y="2459150"/>
                <a:ext cx="31025" cy="91650"/>
              </a:xfrm>
              <a:custGeom>
                <a:rect b="b" l="l" r="r" t="t"/>
                <a:pathLst>
                  <a:path extrusionOk="0" h="3666" w="1241">
                    <a:moveTo>
                      <a:pt x="1105" y="0"/>
                    </a:moveTo>
                    <a:cubicBezTo>
                      <a:pt x="1050" y="0"/>
                      <a:pt x="1001" y="35"/>
                      <a:pt x="986" y="90"/>
                    </a:cubicBezTo>
                    <a:lnTo>
                      <a:pt x="18" y="3507"/>
                    </a:lnTo>
                    <a:cubicBezTo>
                      <a:pt x="0" y="3573"/>
                      <a:pt x="38" y="3641"/>
                      <a:pt x="104" y="3660"/>
                    </a:cubicBezTo>
                    <a:cubicBezTo>
                      <a:pt x="115" y="3663"/>
                      <a:pt x="125" y="3665"/>
                      <a:pt x="137" y="3665"/>
                    </a:cubicBezTo>
                    <a:cubicBezTo>
                      <a:pt x="191" y="3665"/>
                      <a:pt x="240" y="3629"/>
                      <a:pt x="255" y="3574"/>
                    </a:cubicBezTo>
                    <a:lnTo>
                      <a:pt x="1223" y="157"/>
                    </a:lnTo>
                    <a:cubicBezTo>
                      <a:pt x="1241" y="91"/>
                      <a:pt x="1204" y="23"/>
                      <a:pt x="1138" y="5"/>
                    </a:cubicBezTo>
                    <a:cubicBezTo>
                      <a:pt x="1127" y="2"/>
                      <a:pt x="1116" y="0"/>
                      <a:pt x="1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102"/>
              <p:cNvSpPr/>
              <p:nvPr/>
            </p:nvSpPr>
            <p:spPr>
              <a:xfrm>
                <a:off x="-2348725" y="2459175"/>
                <a:ext cx="31050" cy="91625"/>
              </a:xfrm>
              <a:custGeom>
                <a:rect b="b" l="l" r="r" t="t"/>
                <a:pathLst>
                  <a:path extrusionOk="0" h="3665" w="1242">
                    <a:moveTo>
                      <a:pt x="138" y="1"/>
                    </a:moveTo>
                    <a:cubicBezTo>
                      <a:pt x="126" y="1"/>
                      <a:pt x="115" y="2"/>
                      <a:pt x="103" y="6"/>
                    </a:cubicBezTo>
                    <a:cubicBezTo>
                      <a:pt x="37" y="24"/>
                      <a:pt x="0" y="91"/>
                      <a:pt x="19" y="157"/>
                    </a:cubicBezTo>
                    <a:lnTo>
                      <a:pt x="986" y="3574"/>
                    </a:lnTo>
                    <a:cubicBezTo>
                      <a:pt x="1001" y="3629"/>
                      <a:pt x="1051" y="3664"/>
                      <a:pt x="1104" y="3664"/>
                    </a:cubicBezTo>
                    <a:cubicBezTo>
                      <a:pt x="1116" y="3664"/>
                      <a:pt x="1128" y="3661"/>
                      <a:pt x="1138" y="3660"/>
                    </a:cubicBezTo>
                    <a:cubicBezTo>
                      <a:pt x="1203" y="3640"/>
                      <a:pt x="1242" y="3573"/>
                      <a:pt x="1223" y="3507"/>
                    </a:cubicBezTo>
                    <a:lnTo>
                      <a:pt x="256" y="90"/>
                    </a:lnTo>
                    <a:cubicBezTo>
                      <a:pt x="240" y="36"/>
                      <a:pt x="191" y="1"/>
                      <a:pt x="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88" name="Google Shape;8088;p102"/>
          <p:cNvGrpSpPr/>
          <p:nvPr/>
        </p:nvGrpSpPr>
        <p:grpSpPr>
          <a:xfrm>
            <a:off x="195042" y="149213"/>
            <a:ext cx="655260" cy="780572"/>
            <a:chOff x="-2294600" y="1951375"/>
            <a:chExt cx="438125" cy="521913"/>
          </a:xfrm>
        </p:grpSpPr>
        <p:sp>
          <p:nvSpPr>
            <p:cNvPr id="8089" name="Google Shape;8089;p102"/>
            <p:cNvSpPr/>
            <p:nvPr/>
          </p:nvSpPr>
          <p:spPr>
            <a:xfrm>
              <a:off x="-2294600" y="1951375"/>
              <a:ext cx="438100" cy="521900"/>
            </a:xfrm>
            <a:custGeom>
              <a:rect b="b" l="l" r="r" t="t"/>
              <a:pathLst>
                <a:path extrusionOk="0" h="20876" w="17524">
                  <a:moveTo>
                    <a:pt x="5361" y="0"/>
                  </a:moveTo>
                  <a:lnTo>
                    <a:pt x="0" y="13683"/>
                  </a:lnTo>
                  <a:lnTo>
                    <a:pt x="965" y="16487"/>
                  </a:lnTo>
                  <a:lnTo>
                    <a:pt x="12161" y="20875"/>
                  </a:lnTo>
                  <a:lnTo>
                    <a:pt x="17524" y="7192"/>
                  </a:lnTo>
                  <a:lnTo>
                    <a:pt x="16559" y="4387"/>
                  </a:lnTo>
                  <a:lnTo>
                    <a:pt x="5361"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0" name="Google Shape;8090;p102"/>
            <p:cNvGrpSpPr/>
            <p:nvPr/>
          </p:nvGrpSpPr>
          <p:grpSpPr>
            <a:xfrm>
              <a:off x="-2294575" y="1951463"/>
              <a:ext cx="438100" cy="521825"/>
              <a:chOff x="-2294575" y="1951463"/>
              <a:chExt cx="438100" cy="521825"/>
            </a:xfrm>
          </p:grpSpPr>
          <p:sp>
            <p:nvSpPr>
              <p:cNvPr id="8091" name="Google Shape;8091;p102"/>
              <p:cNvSpPr/>
              <p:nvPr/>
            </p:nvSpPr>
            <p:spPr>
              <a:xfrm>
                <a:off x="-2294550" y="1951463"/>
                <a:ext cx="413950" cy="451750"/>
              </a:xfrm>
              <a:custGeom>
                <a:rect b="b" l="l" r="r" t="t"/>
                <a:pathLst>
                  <a:path extrusionOk="0" h="18070" w="16558">
                    <a:moveTo>
                      <a:pt x="5361" y="0"/>
                    </a:moveTo>
                    <a:lnTo>
                      <a:pt x="0" y="13684"/>
                    </a:lnTo>
                    <a:lnTo>
                      <a:pt x="11196" y="18070"/>
                    </a:lnTo>
                    <a:lnTo>
                      <a:pt x="16558" y="4387"/>
                    </a:lnTo>
                    <a:lnTo>
                      <a:pt x="53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102"/>
              <p:cNvSpPr/>
              <p:nvPr/>
            </p:nvSpPr>
            <p:spPr>
              <a:xfrm>
                <a:off x="-1933525" y="2073913"/>
                <a:ext cx="20450" cy="14275"/>
              </a:xfrm>
              <a:custGeom>
                <a:rect b="b" l="l" r="r" t="t"/>
                <a:pathLst>
                  <a:path extrusionOk="0" h="571" w="818">
                    <a:moveTo>
                      <a:pt x="0" y="0"/>
                    </a:moveTo>
                    <a:lnTo>
                      <a:pt x="0" y="159"/>
                    </a:lnTo>
                    <a:lnTo>
                      <a:pt x="2" y="159"/>
                    </a:lnTo>
                    <a:cubicBezTo>
                      <a:pt x="2" y="322"/>
                      <a:pt x="99" y="477"/>
                      <a:pt x="261" y="542"/>
                    </a:cubicBezTo>
                    <a:cubicBezTo>
                      <a:pt x="310" y="561"/>
                      <a:pt x="361" y="570"/>
                      <a:pt x="411" y="570"/>
                    </a:cubicBezTo>
                    <a:cubicBezTo>
                      <a:pt x="576" y="570"/>
                      <a:pt x="731" y="471"/>
                      <a:pt x="795" y="310"/>
                    </a:cubicBezTo>
                    <a:cubicBezTo>
                      <a:pt x="812" y="259"/>
                      <a:pt x="817" y="209"/>
                      <a:pt x="817" y="159"/>
                    </a:cubicBezTo>
                    <a:lnTo>
                      <a:pt x="817" y="0"/>
                    </a:lnTo>
                    <a:close/>
                  </a:path>
                </a:pathLst>
              </a:custGeom>
              <a:solidFill>
                <a:srgbClr val="11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102"/>
              <p:cNvSpPr/>
              <p:nvPr/>
            </p:nvSpPr>
            <p:spPr>
              <a:xfrm>
                <a:off x="-1934925" y="2064938"/>
                <a:ext cx="23300" cy="20575"/>
              </a:xfrm>
              <a:custGeom>
                <a:rect b="b" l="l" r="r" t="t"/>
                <a:pathLst>
                  <a:path extrusionOk="0" h="823" w="932">
                    <a:moveTo>
                      <a:pt x="466" y="0"/>
                    </a:moveTo>
                    <a:cubicBezTo>
                      <a:pt x="302" y="0"/>
                      <a:pt x="147" y="99"/>
                      <a:pt x="84" y="261"/>
                    </a:cubicBezTo>
                    <a:cubicBezTo>
                      <a:pt x="0" y="473"/>
                      <a:pt x="105" y="711"/>
                      <a:pt x="316" y="794"/>
                    </a:cubicBezTo>
                    <a:cubicBezTo>
                      <a:pt x="366" y="813"/>
                      <a:pt x="417" y="823"/>
                      <a:pt x="467" y="823"/>
                    </a:cubicBezTo>
                    <a:cubicBezTo>
                      <a:pt x="631" y="823"/>
                      <a:pt x="785" y="723"/>
                      <a:pt x="849" y="561"/>
                    </a:cubicBezTo>
                    <a:cubicBezTo>
                      <a:pt x="931" y="351"/>
                      <a:pt x="828" y="113"/>
                      <a:pt x="616" y="29"/>
                    </a:cubicBezTo>
                    <a:cubicBezTo>
                      <a:pt x="567" y="9"/>
                      <a:pt x="516" y="0"/>
                      <a:pt x="4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102"/>
              <p:cNvSpPr/>
              <p:nvPr/>
            </p:nvSpPr>
            <p:spPr>
              <a:xfrm>
                <a:off x="-2100450" y="2284813"/>
                <a:ext cx="39275" cy="38750"/>
              </a:xfrm>
              <a:custGeom>
                <a:rect b="b" l="l" r="r" t="t"/>
                <a:pathLst>
                  <a:path extrusionOk="0" h="1550" w="1571">
                    <a:moveTo>
                      <a:pt x="1488" y="944"/>
                    </a:moveTo>
                    <a:cubicBezTo>
                      <a:pt x="1482" y="967"/>
                      <a:pt x="1474" y="988"/>
                      <a:pt x="1465" y="1012"/>
                    </a:cubicBezTo>
                    <a:cubicBezTo>
                      <a:pt x="1474" y="988"/>
                      <a:pt x="1482" y="966"/>
                      <a:pt x="1488" y="944"/>
                    </a:cubicBezTo>
                    <a:close/>
                    <a:moveTo>
                      <a:pt x="379" y="1369"/>
                    </a:moveTo>
                    <a:cubicBezTo>
                      <a:pt x="383" y="1370"/>
                      <a:pt x="387" y="1373"/>
                      <a:pt x="390" y="1375"/>
                    </a:cubicBezTo>
                    <a:cubicBezTo>
                      <a:pt x="387" y="1373"/>
                      <a:pt x="383" y="1372"/>
                      <a:pt x="379" y="1369"/>
                    </a:cubicBezTo>
                    <a:close/>
                    <a:moveTo>
                      <a:pt x="439" y="1403"/>
                    </a:moveTo>
                    <a:cubicBezTo>
                      <a:pt x="459" y="1413"/>
                      <a:pt x="480" y="1422"/>
                      <a:pt x="502" y="1431"/>
                    </a:cubicBezTo>
                    <a:cubicBezTo>
                      <a:pt x="479" y="1422"/>
                      <a:pt x="459" y="1413"/>
                      <a:pt x="439" y="1403"/>
                    </a:cubicBezTo>
                    <a:close/>
                    <a:moveTo>
                      <a:pt x="775" y="1"/>
                    </a:moveTo>
                    <a:cubicBezTo>
                      <a:pt x="480" y="1"/>
                      <a:pt x="199" y="179"/>
                      <a:pt x="85" y="471"/>
                    </a:cubicBezTo>
                    <a:cubicBezTo>
                      <a:pt x="0" y="688"/>
                      <a:pt x="24" y="919"/>
                      <a:pt x="130" y="1107"/>
                    </a:cubicBezTo>
                    <a:cubicBezTo>
                      <a:pt x="206" y="1279"/>
                      <a:pt x="346" y="1424"/>
                      <a:pt x="534" y="1498"/>
                    </a:cubicBezTo>
                    <a:cubicBezTo>
                      <a:pt x="622" y="1533"/>
                      <a:pt x="714" y="1550"/>
                      <a:pt x="804" y="1550"/>
                    </a:cubicBezTo>
                    <a:cubicBezTo>
                      <a:pt x="1100" y="1550"/>
                      <a:pt x="1380" y="1371"/>
                      <a:pt x="1494" y="1079"/>
                    </a:cubicBezTo>
                    <a:cubicBezTo>
                      <a:pt x="1571" y="883"/>
                      <a:pt x="1555" y="677"/>
                      <a:pt x="1476" y="501"/>
                    </a:cubicBezTo>
                    <a:cubicBezTo>
                      <a:pt x="1407" y="302"/>
                      <a:pt x="1256" y="135"/>
                      <a:pt x="1045" y="52"/>
                    </a:cubicBezTo>
                    <a:cubicBezTo>
                      <a:pt x="957" y="17"/>
                      <a:pt x="865" y="1"/>
                      <a:pt x="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102"/>
              <p:cNvSpPr/>
              <p:nvPr/>
            </p:nvSpPr>
            <p:spPr>
              <a:xfrm>
                <a:off x="-2193050" y="2258163"/>
                <a:ext cx="13675" cy="12050"/>
              </a:xfrm>
              <a:custGeom>
                <a:rect b="b" l="l" r="r" t="t"/>
                <a:pathLst>
                  <a:path extrusionOk="0" h="482" w="547">
                    <a:moveTo>
                      <a:pt x="273" y="0"/>
                    </a:moveTo>
                    <a:cubicBezTo>
                      <a:pt x="177" y="0"/>
                      <a:pt x="86" y="58"/>
                      <a:pt x="48" y="153"/>
                    </a:cubicBezTo>
                    <a:cubicBezTo>
                      <a:pt x="0" y="277"/>
                      <a:pt x="61" y="417"/>
                      <a:pt x="185" y="465"/>
                    </a:cubicBezTo>
                    <a:cubicBezTo>
                      <a:pt x="214" y="476"/>
                      <a:pt x="243" y="482"/>
                      <a:pt x="272" y="482"/>
                    </a:cubicBezTo>
                    <a:cubicBezTo>
                      <a:pt x="368" y="482"/>
                      <a:pt x="459" y="424"/>
                      <a:pt x="497" y="329"/>
                    </a:cubicBezTo>
                    <a:cubicBezTo>
                      <a:pt x="546" y="205"/>
                      <a:pt x="485" y="66"/>
                      <a:pt x="359" y="16"/>
                    </a:cubicBezTo>
                    <a:cubicBezTo>
                      <a:pt x="331" y="5"/>
                      <a:pt x="302"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02"/>
              <p:cNvSpPr/>
              <p:nvPr/>
            </p:nvSpPr>
            <p:spPr>
              <a:xfrm>
                <a:off x="-2031325" y="2321538"/>
                <a:ext cx="13650" cy="12050"/>
              </a:xfrm>
              <a:custGeom>
                <a:rect b="b" l="l" r="r" t="t"/>
                <a:pathLst>
                  <a:path extrusionOk="0" h="482" w="546">
                    <a:moveTo>
                      <a:pt x="272" y="0"/>
                    </a:moveTo>
                    <a:cubicBezTo>
                      <a:pt x="176" y="0"/>
                      <a:pt x="85" y="58"/>
                      <a:pt x="48" y="153"/>
                    </a:cubicBezTo>
                    <a:cubicBezTo>
                      <a:pt x="1" y="277"/>
                      <a:pt x="61" y="416"/>
                      <a:pt x="184" y="466"/>
                    </a:cubicBezTo>
                    <a:cubicBezTo>
                      <a:pt x="213" y="477"/>
                      <a:pt x="242" y="482"/>
                      <a:pt x="271" y="482"/>
                    </a:cubicBezTo>
                    <a:cubicBezTo>
                      <a:pt x="368" y="482"/>
                      <a:pt x="459" y="424"/>
                      <a:pt x="497" y="328"/>
                    </a:cubicBezTo>
                    <a:cubicBezTo>
                      <a:pt x="546" y="205"/>
                      <a:pt x="486" y="65"/>
                      <a:pt x="360" y="17"/>
                    </a:cubicBezTo>
                    <a:cubicBezTo>
                      <a:pt x="331" y="6"/>
                      <a:pt x="301"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102"/>
              <p:cNvSpPr/>
              <p:nvPr/>
            </p:nvSpPr>
            <p:spPr>
              <a:xfrm>
                <a:off x="-2294575" y="2061113"/>
                <a:ext cx="438100" cy="412175"/>
              </a:xfrm>
              <a:custGeom>
                <a:rect b="b" l="l" r="r" t="t"/>
                <a:pathLst>
                  <a:path extrusionOk="0" h="16487" w="17524">
                    <a:moveTo>
                      <a:pt x="16558" y="0"/>
                    </a:moveTo>
                    <a:lnTo>
                      <a:pt x="11197" y="13682"/>
                    </a:lnTo>
                    <a:lnTo>
                      <a:pt x="0" y="9296"/>
                    </a:lnTo>
                    <a:lnTo>
                      <a:pt x="965" y="12098"/>
                    </a:lnTo>
                    <a:lnTo>
                      <a:pt x="12162" y="16486"/>
                    </a:lnTo>
                    <a:lnTo>
                      <a:pt x="17524" y="2803"/>
                    </a:lnTo>
                    <a:lnTo>
                      <a:pt x="165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102"/>
              <p:cNvSpPr/>
              <p:nvPr/>
            </p:nvSpPr>
            <p:spPr>
              <a:xfrm>
                <a:off x="-2087625" y="2056038"/>
                <a:ext cx="184150" cy="187625"/>
              </a:xfrm>
              <a:custGeom>
                <a:rect b="b" l="l" r="r" t="t"/>
                <a:pathLst>
                  <a:path extrusionOk="0" h="7505" w="7366">
                    <a:moveTo>
                      <a:pt x="6207" y="0"/>
                    </a:moveTo>
                    <a:lnTo>
                      <a:pt x="5783" y="1083"/>
                    </a:lnTo>
                    <a:lnTo>
                      <a:pt x="5783" y="1189"/>
                    </a:lnTo>
                    <a:lnTo>
                      <a:pt x="5979" y="1266"/>
                    </a:lnTo>
                    <a:lnTo>
                      <a:pt x="1434" y="6904"/>
                    </a:lnTo>
                    <a:lnTo>
                      <a:pt x="713" y="6108"/>
                    </a:lnTo>
                    <a:lnTo>
                      <a:pt x="29" y="6546"/>
                    </a:lnTo>
                    <a:lnTo>
                      <a:pt x="1" y="6634"/>
                    </a:lnTo>
                    <a:lnTo>
                      <a:pt x="1004" y="7439"/>
                    </a:lnTo>
                    <a:lnTo>
                      <a:pt x="1057" y="7373"/>
                    </a:lnTo>
                    <a:lnTo>
                      <a:pt x="1435" y="6906"/>
                    </a:lnTo>
                    <a:lnTo>
                      <a:pt x="1058" y="7374"/>
                    </a:lnTo>
                    <a:lnTo>
                      <a:pt x="1004" y="7441"/>
                    </a:lnTo>
                    <a:cubicBezTo>
                      <a:pt x="1012" y="7449"/>
                      <a:pt x="1023" y="7455"/>
                      <a:pt x="1032" y="7461"/>
                    </a:cubicBezTo>
                    <a:lnTo>
                      <a:pt x="1040" y="7466"/>
                    </a:lnTo>
                    <a:cubicBezTo>
                      <a:pt x="1048" y="7471"/>
                      <a:pt x="1057" y="7475"/>
                      <a:pt x="1066" y="7479"/>
                    </a:cubicBezTo>
                    <a:cubicBezTo>
                      <a:pt x="1067" y="7480"/>
                      <a:pt x="1069" y="7480"/>
                      <a:pt x="1071" y="7481"/>
                    </a:cubicBezTo>
                    <a:cubicBezTo>
                      <a:pt x="1107" y="7497"/>
                      <a:pt x="1145" y="7504"/>
                      <a:pt x="1183" y="7504"/>
                    </a:cubicBezTo>
                    <a:cubicBezTo>
                      <a:pt x="1266" y="7504"/>
                      <a:pt x="1348" y="7468"/>
                      <a:pt x="1404" y="7397"/>
                    </a:cubicBezTo>
                    <a:lnTo>
                      <a:pt x="6259" y="1375"/>
                    </a:lnTo>
                    <a:lnTo>
                      <a:pt x="6941" y="1641"/>
                    </a:lnTo>
                    <a:lnTo>
                      <a:pt x="7365" y="559"/>
                    </a:lnTo>
                    <a:lnTo>
                      <a:pt x="7365" y="453"/>
                    </a:lnTo>
                    <a:lnTo>
                      <a:pt x="62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102"/>
              <p:cNvSpPr/>
              <p:nvPr/>
            </p:nvSpPr>
            <p:spPr>
              <a:xfrm>
                <a:off x="-2153650" y="2264638"/>
                <a:ext cx="39300" cy="38750"/>
              </a:xfrm>
              <a:custGeom>
                <a:rect b="b" l="l" r="r" t="t"/>
                <a:pathLst>
                  <a:path extrusionOk="0" h="1550" w="1572">
                    <a:moveTo>
                      <a:pt x="1505" y="876"/>
                    </a:moveTo>
                    <a:lnTo>
                      <a:pt x="1505" y="876"/>
                    </a:lnTo>
                    <a:cubicBezTo>
                      <a:pt x="1504" y="880"/>
                      <a:pt x="1504" y="884"/>
                      <a:pt x="1502" y="887"/>
                    </a:cubicBezTo>
                    <a:cubicBezTo>
                      <a:pt x="1502" y="882"/>
                      <a:pt x="1504" y="880"/>
                      <a:pt x="1505" y="876"/>
                    </a:cubicBezTo>
                    <a:close/>
                    <a:moveTo>
                      <a:pt x="380" y="1370"/>
                    </a:moveTo>
                    <a:lnTo>
                      <a:pt x="380" y="1370"/>
                    </a:lnTo>
                    <a:cubicBezTo>
                      <a:pt x="384" y="1371"/>
                      <a:pt x="387" y="1374"/>
                      <a:pt x="391" y="1376"/>
                    </a:cubicBezTo>
                    <a:cubicBezTo>
                      <a:pt x="387" y="1374"/>
                      <a:pt x="383" y="1372"/>
                      <a:pt x="380" y="1370"/>
                    </a:cubicBezTo>
                    <a:close/>
                    <a:moveTo>
                      <a:pt x="777" y="0"/>
                    </a:moveTo>
                    <a:cubicBezTo>
                      <a:pt x="481" y="0"/>
                      <a:pt x="201" y="179"/>
                      <a:pt x="86" y="471"/>
                    </a:cubicBezTo>
                    <a:cubicBezTo>
                      <a:pt x="0" y="688"/>
                      <a:pt x="25" y="918"/>
                      <a:pt x="131" y="1107"/>
                    </a:cubicBezTo>
                    <a:cubicBezTo>
                      <a:pt x="206" y="1278"/>
                      <a:pt x="346" y="1423"/>
                      <a:pt x="535" y="1498"/>
                    </a:cubicBezTo>
                    <a:cubicBezTo>
                      <a:pt x="623" y="1533"/>
                      <a:pt x="715" y="1550"/>
                      <a:pt x="804" y="1550"/>
                    </a:cubicBezTo>
                    <a:cubicBezTo>
                      <a:pt x="1101" y="1550"/>
                      <a:pt x="1381" y="1370"/>
                      <a:pt x="1495" y="1078"/>
                    </a:cubicBezTo>
                    <a:cubicBezTo>
                      <a:pt x="1572" y="884"/>
                      <a:pt x="1556" y="678"/>
                      <a:pt x="1476" y="500"/>
                    </a:cubicBezTo>
                    <a:cubicBezTo>
                      <a:pt x="1408" y="302"/>
                      <a:pt x="1257" y="134"/>
                      <a:pt x="1046" y="51"/>
                    </a:cubicBezTo>
                    <a:cubicBezTo>
                      <a:pt x="958" y="17"/>
                      <a:pt x="86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02"/>
              <p:cNvSpPr/>
              <p:nvPr/>
            </p:nvSpPr>
            <p:spPr>
              <a:xfrm>
                <a:off x="-2259050" y="2223338"/>
                <a:ext cx="39325" cy="38775"/>
              </a:xfrm>
              <a:custGeom>
                <a:rect b="b" l="l" r="r" t="t"/>
                <a:pathLst>
                  <a:path extrusionOk="0" h="1551" w="1573">
                    <a:moveTo>
                      <a:pt x="1505" y="877"/>
                    </a:moveTo>
                    <a:cubicBezTo>
                      <a:pt x="1505" y="881"/>
                      <a:pt x="1503" y="885"/>
                      <a:pt x="1502" y="887"/>
                    </a:cubicBezTo>
                    <a:cubicBezTo>
                      <a:pt x="1504" y="883"/>
                      <a:pt x="1505" y="879"/>
                      <a:pt x="1505" y="877"/>
                    </a:cubicBezTo>
                    <a:close/>
                    <a:moveTo>
                      <a:pt x="439" y="1404"/>
                    </a:moveTo>
                    <a:cubicBezTo>
                      <a:pt x="460" y="1413"/>
                      <a:pt x="482" y="1424"/>
                      <a:pt x="504" y="1433"/>
                    </a:cubicBezTo>
                    <a:cubicBezTo>
                      <a:pt x="482" y="1424"/>
                      <a:pt x="460" y="1414"/>
                      <a:pt x="439" y="1404"/>
                    </a:cubicBezTo>
                    <a:close/>
                    <a:moveTo>
                      <a:pt x="777" y="1"/>
                    </a:moveTo>
                    <a:cubicBezTo>
                      <a:pt x="481" y="1"/>
                      <a:pt x="201" y="180"/>
                      <a:pt x="86" y="472"/>
                    </a:cubicBezTo>
                    <a:cubicBezTo>
                      <a:pt x="0" y="689"/>
                      <a:pt x="25" y="919"/>
                      <a:pt x="131" y="1108"/>
                    </a:cubicBezTo>
                    <a:cubicBezTo>
                      <a:pt x="207" y="1279"/>
                      <a:pt x="346" y="1424"/>
                      <a:pt x="535" y="1499"/>
                    </a:cubicBezTo>
                    <a:cubicBezTo>
                      <a:pt x="624" y="1534"/>
                      <a:pt x="715" y="1550"/>
                      <a:pt x="805" y="1550"/>
                    </a:cubicBezTo>
                    <a:cubicBezTo>
                      <a:pt x="1101" y="1550"/>
                      <a:pt x="1381" y="1371"/>
                      <a:pt x="1496" y="1079"/>
                    </a:cubicBezTo>
                    <a:cubicBezTo>
                      <a:pt x="1572" y="883"/>
                      <a:pt x="1558" y="679"/>
                      <a:pt x="1476" y="501"/>
                    </a:cubicBezTo>
                    <a:cubicBezTo>
                      <a:pt x="1408" y="303"/>
                      <a:pt x="1257" y="135"/>
                      <a:pt x="1047" y="52"/>
                    </a:cubicBezTo>
                    <a:cubicBezTo>
                      <a:pt x="958" y="17"/>
                      <a:pt x="867"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02"/>
              <p:cNvSpPr/>
              <p:nvPr/>
            </p:nvSpPr>
            <p:spPr>
              <a:xfrm>
                <a:off x="-2252275" y="2229838"/>
                <a:ext cx="24300" cy="23125"/>
              </a:xfrm>
              <a:custGeom>
                <a:rect b="b" l="l" r="r" t="t"/>
                <a:pathLst>
                  <a:path extrusionOk="0" h="925" w="972">
                    <a:moveTo>
                      <a:pt x="468" y="1"/>
                    </a:moveTo>
                    <a:cubicBezTo>
                      <a:pt x="236" y="1"/>
                      <a:pt x="40" y="178"/>
                      <a:pt x="18" y="414"/>
                    </a:cubicBezTo>
                    <a:cubicBezTo>
                      <a:pt x="1" y="611"/>
                      <a:pt x="111" y="788"/>
                      <a:pt x="279" y="866"/>
                    </a:cubicBezTo>
                    <a:lnTo>
                      <a:pt x="279" y="869"/>
                    </a:lnTo>
                    <a:cubicBezTo>
                      <a:pt x="333" y="896"/>
                      <a:pt x="393" y="916"/>
                      <a:pt x="456" y="922"/>
                    </a:cubicBezTo>
                    <a:cubicBezTo>
                      <a:pt x="473" y="924"/>
                      <a:pt x="490" y="925"/>
                      <a:pt x="506" y="925"/>
                    </a:cubicBezTo>
                    <a:cubicBezTo>
                      <a:pt x="743" y="925"/>
                      <a:pt x="941" y="751"/>
                      <a:pt x="957" y="516"/>
                    </a:cubicBezTo>
                    <a:cubicBezTo>
                      <a:pt x="972" y="329"/>
                      <a:pt x="870" y="158"/>
                      <a:pt x="714" y="71"/>
                    </a:cubicBezTo>
                    <a:cubicBezTo>
                      <a:pt x="655" y="34"/>
                      <a:pt x="586" y="9"/>
                      <a:pt x="512" y="3"/>
                    </a:cubicBezTo>
                    <a:cubicBezTo>
                      <a:pt x="497" y="1"/>
                      <a:pt x="483"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102"/>
              <p:cNvSpPr/>
              <p:nvPr/>
            </p:nvSpPr>
            <p:spPr>
              <a:xfrm>
                <a:off x="-1975575" y="2193263"/>
                <a:ext cx="23375" cy="52875"/>
              </a:xfrm>
              <a:custGeom>
                <a:rect b="b" l="l" r="r" t="t"/>
                <a:pathLst>
                  <a:path extrusionOk="0" h="2115" w="935">
                    <a:moveTo>
                      <a:pt x="683" y="0"/>
                    </a:moveTo>
                    <a:lnTo>
                      <a:pt x="1" y="1743"/>
                    </a:lnTo>
                    <a:lnTo>
                      <a:pt x="1" y="2022"/>
                    </a:lnTo>
                    <a:lnTo>
                      <a:pt x="251" y="2115"/>
                    </a:lnTo>
                    <a:lnTo>
                      <a:pt x="935" y="372"/>
                    </a:lnTo>
                    <a:lnTo>
                      <a:pt x="935" y="93"/>
                    </a:lnTo>
                    <a:lnTo>
                      <a:pt x="6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102"/>
              <p:cNvSpPr/>
              <p:nvPr/>
            </p:nvSpPr>
            <p:spPr>
              <a:xfrm>
                <a:off x="-2167200" y="1989363"/>
                <a:ext cx="134500" cy="203875"/>
              </a:xfrm>
              <a:custGeom>
                <a:rect b="b" l="l" r="r" t="t"/>
                <a:pathLst>
                  <a:path extrusionOk="0" h="8155" w="5380">
                    <a:moveTo>
                      <a:pt x="2881" y="0"/>
                    </a:moveTo>
                    <a:cubicBezTo>
                      <a:pt x="1808" y="0"/>
                      <a:pt x="775" y="428"/>
                      <a:pt x="15" y="1179"/>
                    </a:cubicBezTo>
                    <a:cubicBezTo>
                      <a:pt x="0" y="1485"/>
                      <a:pt x="155" y="1740"/>
                      <a:pt x="660" y="1803"/>
                    </a:cubicBezTo>
                    <a:cubicBezTo>
                      <a:pt x="2133" y="1988"/>
                      <a:pt x="3800" y="2316"/>
                      <a:pt x="2089" y="4028"/>
                    </a:cubicBezTo>
                    <a:cubicBezTo>
                      <a:pt x="595" y="5525"/>
                      <a:pt x="2520" y="5619"/>
                      <a:pt x="3030" y="5619"/>
                    </a:cubicBezTo>
                    <a:cubicBezTo>
                      <a:pt x="3104" y="5619"/>
                      <a:pt x="3148" y="5618"/>
                      <a:pt x="3148" y="5618"/>
                    </a:cubicBezTo>
                    <a:lnTo>
                      <a:pt x="3148" y="5618"/>
                    </a:lnTo>
                    <a:cubicBezTo>
                      <a:pt x="3148" y="5618"/>
                      <a:pt x="4018" y="6541"/>
                      <a:pt x="2706" y="6726"/>
                    </a:cubicBezTo>
                    <a:cubicBezTo>
                      <a:pt x="1948" y="6831"/>
                      <a:pt x="1688" y="7465"/>
                      <a:pt x="1857" y="8022"/>
                    </a:cubicBezTo>
                    <a:cubicBezTo>
                      <a:pt x="2198" y="8112"/>
                      <a:pt x="2542" y="8155"/>
                      <a:pt x="2883" y="8155"/>
                    </a:cubicBezTo>
                    <a:cubicBezTo>
                      <a:pt x="3587" y="8155"/>
                      <a:pt x="4275" y="7970"/>
                      <a:pt x="4881" y="7630"/>
                    </a:cubicBezTo>
                    <a:cubicBezTo>
                      <a:pt x="4438" y="7437"/>
                      <a:pt x="4058" y="7138"/>
                      <a:pt x="4365" y="6727"/>
                    </a:cubicBezTo>
                    <a:cubicBezTo>
                      <a:pt x="4934" y="5963"/>
                      <a:pt x="5380" y="4346"/>
                      <a:pt x="4348" y="4346"/>
                    </a:cubicBezTo>
                    <a:cubicBezTo>
                      <a:pt x="4298" y="4346"/>
                      <a:pt x="4244" y="4350"/>
                      <a:pt x="4187" y="4357"/>
                    </a:cubicBezTo>
                    <a:cubicBezTo>
                      <a:pt x="4143" y="4363"/>
                      <a:pt x="4102" y="4366"/>
                      <a:pt x="4064" y="4366"/>
                    </a:cubicBezTo>
                    <a:cubicBezTo>
                      <a:pt x="3007" y="4366"/>
                      <a:pt x="3753" y="2192"/>
                      <a:pt x="2957" y="1834"/>
                    </a:cubicBezTo>
                    <a:cubicBezTo>
                      <a:pt x="2333" y="1556"/>
                      <a:pt x="2444" y="467"/>
                      <a:pt x="3109" y="7"/>
                    </a:cubicBezTo>
                    <a:cubicBezTo>
                      <a:pt x="3033" y="2"/>
                      <a:pt x="2957" y="0"/>
                      <a:pt x="2881"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02"/>
              <p:cNvSpPr/>
              <p:nvPr/>
            </p:nvSpPr>
            <p:spPr>
              <a:xfrm>
                <a:off x="-2197600" y="1989338"/>
                <a:ext cx="205850" cy="207900"/>
              </a:xfrm>
              <a:custGeom>
                <a:rect b="b" l="l" r="r" t="t"/>
                <a:pathLst>
                  <a:path extrusionOk="0" h="8316" w="8234">
                    <a:moveTo>
                      <a:pt x="8150" y="4500"/>
                    </a:moveTo>
                    <a:cubicBezTo>
                      <a:pt x="8150" y="4505"/>
                      <a:pt x="8150" y="4512"/>
                      <a:pt x="8149" y="4517"/>
                    </a:cubicBezTo>
                    <a:cubicBezTo>
                      <a:pt x="8149" y="4511"/>
                      <a:pt x="8150" y="4505"/>
                      <a:pt x="8150" y="4500"/>
                    </a:cubicBezTo>
                    <a:close/>
                    <a:moveTo>
                      <a:pt x="8136" y="4636"/>
                    </a:moveTo>
                    <a:cubicBezTo>
                      <a:pt x="8136" y="4637"/>
                      <a:pt x="8135" y="4638"/>
                      <a:pt x="8135" y="4639"/>
                    </a:cubicBezTo>
                    <a:lnTo>
                      <a:pt x="8135" y="4639"/>
                    </a:lnTo>
                    <a:cubicBezTo>
                      <a:pt x="8135" y="4638"/>
                      <a:pt x="8136" y="4637"/>
                      <a:pt x="8136" y="4636"/>
                    </a:cubicBezTo>
                    <a:close/>
                    <a:moveTo>
                      <a:pt x="1080" y="6817"/>
                    </a:moveTo>
                    <a:lnTo>
                      <a:pt x="1080" y="6817"/>
                    </a:lnTo>
                    <a:cubicBezTo>
                      <a:pt x="1081" y="6819"/>
                      <a:pt x="1082" y="6820"/>
                      <a:pt x="1084" y="6822"/>
                    </a:cubicBezTo>
                    <a:cubicBezTo>
                      <a:pt x="1082" y="6821"/>
                      <a:pt x="1081" y="6820"/>
                      <a:pt x="1080" y="6817"/>
                    </a:cubicBezTo>
                    <a:close/>
                    <a:moveTo>
                      <a:pt x="1469" y="7194"/>
                    </a:moveTo>
                    <a:cubicBezTo>
                      <a:pt x="1490" y="7212"/>
                      <a:pt x="1510" y="7229"/>
                      <a:pt x="1531" y="7246"/>
                    </a:cubicBezTo>
                    <a:cubicBezTo>
                      <a:pt x="1509" y="7229"/>
                      <a:pt x="1489" y="7212"/>
                      <a:pt x="1469" y="7194"/>
                    </a:cubicBezTo>
                    <a:close/>
                    <a:moveTo>
                      <a:pt x="1595" y="7297"/>
                    </a:moveTo>
                    <a:lnTo>
                      <a:pt x="1595" y="7297"/>
                    </a:lnTo>
                    <a:cubicBezTo>
                      <a:pt x="1623" y="7318"/>
                      <a:pt x="1651" y="7340"/>
                      <a:pt x="1680" y="7362"/>
                    </a:cubicBezTo>
                    <a:cubicBezTo>
                      <a:pt x="1650" y="7341"/>
                      <a:pt x="1622" y="7319"/>
                      <a:pt x="1595" y="7297"/>
                    </a:cubicBezTo>
                    <a:close/>
                    <a:moveTo>
                      <a:pt x="5632" y="7855"/>
                    </a:moveTo>
                    <a:cubicBezTo>
                      <a:pt x="5566" y="7883"/>
                      <a:pt x="5501" y="7908"/>
                      <a:pt x="5435" y="7930"/>
                    </a:cubicBezTo>
                    <a:cubicBezTo>
                      <a:pt x="5501" y="7906"/>
                      <a:pt x="5566" y="7883"/>
                      <a:pt x="5632" y="7855"/>
                    </a:cubicBezTo>
                    <a:close/>
                    <a:moveTo>
                      <a:pt x="5233" y="7993"/>
                    </a:moveTo>
                    <a:cubicBezTo>
                      <a:pt x="5132" y="8024"/>
                      <a:pt x="5029" y="8049"/>
                      <a:pt x="4925" y="8071"/>
                    </a:cubicBezTo>
                    <a:cubicBezTo>
                      <a:pt x="5028" y="8049"/>
                      <a:pt x="5132" y="8023"/>
                      <a:pt x="5233" y="7993"/>
                    </a:cubicBezTo>
                    <a:close/>
                    <a:moveTo>
                      <a:pt x="4822" y="8091"/>
                    </a:moveTo>
                    <a:cubicBezTo>
                      <a:pt x="4753" y="8105"/>
                      <a:pt x="4683" y="8115"/>
                      <a:pt x="4612" y="8123"/>
                    </a:cubicBezTo>
                    <a:cubicBezTo>
                      <a:pt x="4682" y="8115"/>
                      <a:pt x="4752" y="8105"/>
                      <a:pt x="4822" y="8091"/>
                    </a:cubicBezTo>
                    <a:close/>
                    <a:moveTo>
                      <a:pt x="4097" y="1"/>
                    </a:moveTo>
                    <a:cubicBezTo>
                      <a:pt x="2386" y="1"/>
                      <a:pt x="774" y="1086"/>
                      <a:pt x="212" y="2841"/>
                    </a:cubicBezTo>
                    <a:cubicBezTo>
                      <a:pt x="71" y="3280"/>
                      <a:pt x="11" y="3729"/>
                      <a:pt x="22" y="4170"/>
                    </a:cubicBezTo>
                    <a:cubicBezTo>
                      <a:pt x="1" y="5736"/>
                      <a:pt x="890" y="7240"/>
                      <a:pt x="2366" y="7929"/>
                    </a:cubicBezTo>
                    <a:cubicBezTo>
                      <a:pt x="2930" y="8192"/>
                      <a:pt x="3518" y="8316"/>
                      <a:pt x="4096" y="8316"/>
                    </a:cubicBezTo>
                    <a:cubicBezTo>
                      <a:pt x="5807" y="8316"/>
                      <a:pt x="7419" y="7231"/>
                      <a:pt x="7981" y="5475"/>
                    </a:cubicBezTo>
                    <a:cubicBezTo>
                      <a:pt x="8110" y="5073"/>
                      <a:pt x="8169" y="4663"/>
                      <a:pt x="8169" y="4256"/>
                    </a:cubicBezTo>
                    <a:cubicBezTo>
                      <a:pt x="8234" y="2650"/>
                      <a:pt x="7336" y="1091"/>
                      <a:pt x="5827" y="387"/>
                    </a:cubicBezTo>
                    <a:cubicBezTo>
                      <a:pt x="5264" y="124"/>
                      <a:pt x="4675" y="1"/>
                      <a:pt x="4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102"/>
              <p:cNvSpPr/>
              <p:nvPr/>
            </p:nvSpPr>
            <p:spPr>
              <a:xfrm>
                <a:off x="-2149900" y="2043388"/>
                <a:ext cx="109250" cy="95825"/>
              </a:xfrm>
              <a:custGeom>
                <a:rect b="b" l="l" r="r" t="t"/>
                <a:pathLst>
                  <a:path extrusionOk="0" h="3833" w="4370">
                    <a:moveTo>
                      <a:pt x="2190" y="0"/>
                    </a:moveTo>
                    <a:cubicBezTo>
                      <a:pt x="1932" y="0"/>
                      <a:pt x="1670" y="52"/>
                      <a:pt x="1419" y="162"/>
                    </a:cubicBezTo>
                    <a:cubicBezTo>
                      <a:pt x="446" y="588"/>
                      <a:pt x="1" y="1718"/>
                      <a:pt x="424" y="2686"/>
                    </a:cubicBezTo>
                    <a:cubicBezTo>
                      <a:pt x="738" y="3404"/>
                      <a:pt x="1441" y="3832"/>
                      <a:pt x="2180" y="3832"/>
                    </a:cubicBezTo>
                    <a:cubicBezTo>
                      <a:pt x="2438" y="3832"/>
                      <a:pt x="2700" y="3780"/>
                      <a:pt x="2951" y="3670"/>
                    </a:cubicBezTo>
                    <a:cubicBezTo>
                      <a:pt x="3924" y="3245"/>
                      <a:pt x="4369" y="2116"/>
                      <a:pt x="3946" y="1147"/>
                    </a:cubicBezTo>
                    <a:cubicBezTo>
                      <a:pt x="3632" y="428"/>
                      <a:pt x="2929" y="0"/>
                      <a:pt x="2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102"/>
              <p:cNvSpPr/>
              <p:nvPr/>
            </p:nvSpPr>
            <p:spPr>
              <a:xfrm>
                <a:off x="-2107125" y="2079913"/>
                <a:ext cx="23875" cy="22775"/>
              </a:xfrm>
              <a:custGeom>
                <a:rect b="b" l="l" r="r" t="t"/>
                <a:pathLst>
                  <a:path extrusionOk="0" h="911" w="955">
                    <a:moveTo>
                      <a:pt x="478" y="1"/>
                    </a:moveTo>
                    <a:cubicBezTo>
                      <a:pt x="264" y="1"/>
                      <a:pt x="63" y="153"/>
                      <a:pt x="27" y="391"/>
                    </a:cubicBezTo>
                    <a:cubicBezTo>
                      <a:pt x="1" y="560"/>
                      <a:pt x="77" y="735"/>
                      <a:pt x="219" y="830"/>
                    </a:cubicBezTo>
                    <a:cubicBezTo>
                      <a:pt x="300" y="885"/>
                      <a:pt x="390" y="911"/>
                      <a:pt x="477" y="911"/>
                    </a:cubicBezTo>
                    <a:cubicBezTo>
                      <a:pt x="691" y="911"/>
                      <a:pt x="892" y="759"/>
                      <a:pt x="929" y="521"/>
                    </a:cubicBezTo>
                    <a:cubicBezTo>
                      <a:pt x="954" y="351"/>
                      <a:pt x="878" y="177"/>
                      <a:pt x="737" y="81"/>
                    </a:cubicBezTo>
                    <a:cubicBezTo>
                      <a:pt x="655" y="26"/>
                      <a:pt x="565" y="1"/>
                      <a:pt x="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02"/>
              <p:cNvSpPr/>
              <p:nvPr/>
            </p:nvSpPr>
            <p:spPr>
              <a:xfrm>
                <a:off x="-2146875" y="2271113"/>
                <a:ext cx="24300" cy="23125"/>
              </a:xfrm>
              <a:custGeom>
                <a:rect b="b" l="l" r="r" t="t"/>
                <a:pathLst>
                  <a:path extrusionOk="0" h="925" w="972">
                    <a:moveTo>
                      <a:pt x="468" y="1"/>
                    </a:moveTo>
                    <a:cubicBezTo>
                      <a:pt x="236" y="1"/>
                      <a:pt x="39" y="178"/>
                      <a:pt x="18" y="415"/>
                    </a:cubicBezTo>
                    <a:cubicBezTo>
                      <a:pt x="0" y="611"/>
                      <a:pt x="111" y="788"/>
                      <a:pt x="279" y="867"/>
                    </a:cubicBezTo>
                    <a:lnTo>
                      <a:pt x="279" y="869"/>
                    </a:lnTo>
                    <a:cubicBezTo>
                      <a:pt x="333" y="897"/>
                      <a:pt x="393" y="916"/>
                      <a:pt x="456" y="922"/>
                    </a:cubicBezTo>
                    <a:cubicBezTo>
                      <a:pt x="473" y="924"/>
                      <a:pt x="489" y="925"/>
                      <a:pt x="506" y="925"/>
                    </a:cubicBezTo>
                    <a:cubicBezTo>
                      <a:pt x="742" y="925"/>
                      <a:pt x="941" y="751"/>
                      <a:pt x="957" y="516"/>
                    </a:cubicBezTo>
                    <a:cubicBezTo>
                      <a:pt x="972" y="331"/>
                      <a:pt x="869" y="161"/>
                      <a:pt x="714" y="71"/>
                    </a:cubicBezTo>
                    <a:cubicBezTo>
                      <a:pt x="654" y="34"/>
                      <a:pt x="586" y="9"/>
                      <a:pt x="511" y="3"/>
                    </a:cubicBezTo>
                    <a:cubicBezTo>
                      <a:pt x="497" y="1"/>
                      <a:pt x="482"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02"/>
              <p:cNvSpPr/>
              <p:nvPr/>
            </p:nvSpPr>
            <p:spPr>
              <a:xfrm>
                <a:off x="-2093700" y="2291263"/>
                <a:ext cx="24300" cy="23150"/>
              </a:xfrm>
              <a:custGeom>
                <a:rect b="b" l="l" r="r" t="t"/>
                <a:pathLst>
                  <a:path extrusionOk="0" h="926" w="972">
                    <a:moveTo>
                      <a:pt x="469" y="1"/>
                    </a:moveTo>
                    <a:cubicBezTo>
                      <a:pt x="236" y="1"/>
                      <a:pt x="39" y="178"/>
                      <a:pt x="18" y="415"/>
                    </a:cubicBezTo>
                    <a:cubicBezTo>
                      <a:pt x="0" y="611"/>
                      <a:pt x="111" y="788"/>
                      <a:pt x="279" y="868"/>
                    </a:cubicBezTo>
                    <a:lnTo>
                      <a:pt x="279" y="869"/>
                    </a:lnTo>
                    <a:cubicBezTo>
                      <a:pt x="333" y="897"/>
                      <a:pt x="393" y="916"/>
                      <a:pt x="456" y="922"/>
                    </a:cubicBezTo>
                    <a:cubicBezTo>
                      <a:pt x="473" y="924"/>
                      <a:pt x="490" y="925"/>
                      <a:pt x="507" y="925"/>
                    </a:cubicBezTo>
                    <a:cubicBezTo>
                      <a:pt x="743" y="925"/>
                      <a:pt x="941" y="751"/>
                      <a:pt x="957" y="517"/>
                    </a:cubicBezTo>
                    <a:cubicBezTo>
                      <a:pt x="972" y="331"/>
                      <a:pt x="870" y="161"/>
                      <a:pt x="714" y="71"/>
                    </a:cubicBezTo>
                    <a:cubicBezTo>
                      <a:pt x="655" y="34"/>
                      <a:pt x="587" y="9"/>
                      <a:pt x="511" y="3"/>
                    </a:cubicBezTo>
                    <a:cubicBezTo>
                      <a:pt x="497" y="2"/>
                      <a:pt x="483"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102"/>
              <p:cNvSpPr/>
              <p:nvPr/>
            </p:nvSpPr>
            <p:spPr>
              <a:xfrm>
                <a:off x="-2222725" y="2179463"/>
                <a:ext cx="114350" cy="64025"/>
              </a:xfrm>
              <a:custGeom>
                <a:rect b="b" l="l" r="r" t="t"/>
                <a:pathLst>
                  <a:path extrusionOk="0" h="2561" w="4574">
                    <a:moveTo>
                      <a:pt x="355" y="0"/>
                    </a:moveTo>
                    <a:lnTo>
                      <a:pt x="0" y="908"/>
                    </a:lnTo>
                    <a:lnTo>
                      <a:pt x="3360" y="2224"/>
                    </a:lnTo>
                    <a:lnTo>
                      <a:pt x="4010" y="2479"/>
                    </a:lnTo>
                    <a:lnTo>
                      <a:pt x="4217" y="2560"/>
                    </a:lnTo>
                    <a:lnTo>
                      <a:pt x="4573" y="1652"/>
                    </a:lnTo>
                    <a:lnTo>
                      <a:pt x="3807" y="1352"/>
                    </a:lnTo>
                    <a:lnTo>
                      <a:pt x="3596" y="1269"/>
                    </a:lnTo>
                    <a:lnTo>
                      <a:pt x="1863" y="591"/>
                    </a:lnTo>
                    <a:lnTo>
                      <a:pt x="1545" y="466"/>
                    </a:lnTo>
                    <a:lnTo>
                      <a:pt x="3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10" name="Google Shape;8110;p102"/>
          <p:cNvGrpSpPr/>
          <p:nvPr/>
        </p:nvGrpSpPr>
        <p:grpSpPr>
          <a:xfrm>
            <a:off x="8397908" y="3661622"/>
            <a:ext cx="500560" cy="472885"/>
            <a:chOff x="-1174275" y="581450"/>
            <a:chExt cx="370100" cy="349638"/>
          </a:xfrm>
        </p:grpSpPr>
        <p:sp>
          <p:nvSpPr>
            <p:cNvPr id="8111" name="Google Shape;8111;p102"/>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102"/>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102"/>
          <p:cNvGrpSpPr/>
          <p:nvPr/>
        </p:nvGrpSpPr>
        <p:grpSpPr>
          <a:xfrm rot="-823633">
            <a:off x="640142" y="4347468"/>
            <a:ext cx="866963" cy="636465"/>
            <a:chOff x="-3031700" y="3408550"/>
            <a:chExt cx="323475" cy="237463"/>
          </a:xfrm>
        </p:grpSpPr>
        <p:sp>
          <p:nvSpPr>
            <p:cNvPr id="8114" name="Google Shape;8114;p102"/>
            <p:cNvSpPr/>
            <p:nvPr/>
          </p:nvSpPr>
          <p:spPr>
            <a:xfrm>
              <a:off x="-3031700" y="3408550"/>
              <a:ext cx="323425" cy="236300"/>
            </a:xfrm>
            <a:custGeom>
              <a:rect b="b" l="l" r="r" t="t"/>
              <a:pathLst>
                <a:path extrusionOk="0" h="9452" w="12937">
                  <a:moveTo>
                    <a:pt x="6968" y="1"/>
                  </a:moveTo>
                  <a:cubicBezTo>
                    <a:pt x="6829" y="1"/>
                    <a:pt x="6706" y="95"/>
                    <a:pt x="6686" y="228"/>
                  </a:cubicBezTo>
                  <a:lnTo>
                    <a:pt x="6684" y="228"/>
                  </a:lnTo>
                  <a:cubicBezTo>
                    <a:pt x="6683" y="239"/>
                    <a:pt x="6682" y="251"/>
                    <a:pt x="6682" y="263"/>
                  </a:cubicBezTo>
                  <a:lnTo>
                    <a:pt x="6682" y="289"/>
                  </a:lnTo>
                  <a:lnTo>
                    <a:pt x="792" y="289"/>
                  </a:lnTo>
                  <a:cubicBezTo>
                    <a:pt x="356" y="289"/>
                    <a:pt x="1" y="642"/>
                    <a:pt x="1" y="1079"/>
                  </a:cubicBezTo>
                  <a:lnTo>
                    <a:pt x="1" y="8660"/>
                  </a:lnTo>
                  <a:cubicBezTo>
                    <a:pt x="1" y="9097"/>
                    <a:pt x="355" y="9452"/>
                    <a:pt x="792" y="9452"/>
                  </a:cubicBezTo>
                  <a:lnTo>
                    <a:pt x="12146" y="9452"/>
                  </a:lnTo>
                  <a:cubicBezTo>
                    <a:pt x="12583" y="9452"/>
                    <a:pt x="12937" y="9098"/>
                    <a:pt x="12937" y="8660"/>
                  </a:cubicBezTo>
                  <a:lnTo>
                    <a:pt x="12937" y="1079"/>
                  </a:lnTo>
                  <a:cubicBezTo>
                    <a:pt x="12936" y="642"/>
                    <a:pt x="12583" y="289"/>
                    <a:pt x="12146" y="289"/>
                  </a:cubicBezTo>
                  <a:lnTo>
                    <a:pt x="11872" y="289"/>
                  </a:lnTo>
                  <a:lnTo>
                    <a:pt x="11872" y="263"/>
                  </a:lnTo>
                  <a:cubicBezTo>
                    <a:pt x="11872" y="251"/>
                    <a:pt x="11870" y="239"/>
                    <a:pt x="11869" y="228"/>
                  </a:cubicBezTo>
                  <a:lnTo>
                    <a:pt x="11868" y="228"/>
                  </a:lnTo>
                  <a:cubicBezTo>
                    <a:pt x="11851" y="95"/>
                    <a:pt x="11743" y="1"/>
                    <a:pt x="11604" y="1"/>
                  </a:cubicBezTo>
                  <a:lnTo>
                    <a:pt x="10284" y="1"/>
                  </a:lnTo>
                  <a:lnTo>
                    <a:pt x="10284" y="228"/>
                  </a:lnTo>
                  <a:lnTo>
                    <a:pt x="10284" y="288"/>
                  </a:lnTo>
                  <a:lnTo>
                    <a:pt x="10085" y="288"/>
                  </a:lnTo>
                  <a:lnTo>
                    <a:pt x="10085" y="228"/>
                  </a:lnTo>
                  <a:lnTo>
                    <a:pt x="10085" y="1"/>
                  </a:lnTo>
                  <a:lnTo>
                    <a:pt x="8497" y="1"/>
                  </a:lnTo>
                  <a:lnTo>
                    <a:pt x="8497" y="228"/>
                  </a:lnTo>
                  <a:lnTo>
                    <a:pt x="8497" y="288"/>
                  </a:lnTo>
                  <a:lnTo>
                    <a:pt x="8270" y="288"/>
                  </a:lnTo>
                  <a:lnTo>
                    <a:pt x="8270" y="228"/>
                  </a:lnTo>
                  <a:lnTo>
                    <a:pt x="8270" y="1"/>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5" name="Google Shape;8115;p102"/>
            <p:cNvGrpSpPr/>
            <p:nvPr/>
          </p:nvGrpSpPr>
          <p:grpSpPr>
            <a:xfrm>
              <a:off x="-3031650" y="3408613"/>
              <a:ext cx="323425" cy="237400"/>
              <a:chOff x="-2707800" y="2378775"/>
              <a:chExt cx="323425" cy="237400"/>
            </a:xfrm>
          </p:grpSpPr>
          <p:sp>
            <p:nvSpPr>
              <p:cNvPr id="8116" name="Google Shape;8116;p102"/>
              <p:cNvSpPr/>
              <p:nvPr/>
            </p:nvSpPr>
            <p:spPr>
              <a:xfrm>
                <a:off x="-2540875" y="2378775"/>
                <a:ext cx="39725" cy="29125"/>
              </a:xfrm>
              <a:custGeom>
                <a:rect b="b" l="l" r="r" t="t"/>
                <a:pathLst>
                  <a:path extrusionOk="0" h="1165" w="1589">
                    <a:moveTo>
                      <a:pt x="287" y="1"/>
                    </a:moveTo>
                    <a:cubicBezTo>
                      <a:pt x="147" y="2"/>
                      <a:pt x="24" y="96"/>
                      <a:pt x="4" y="229"/>
                    </a:cubicBezTo>
                    <a:cubicBezTo>
                      <a:pt x="2" y="240"/>
                      <a:pt x="1" y="252"/>
                      <a:pt x="1" y="263"/>
                    </a:cubicBezTo>
                    <a:lnTo>
                      <a:pt x="1" y="1165"/>
                    </a:lnTo>
                    <a:lnTo>
                      <a:pt x="1588" y="1165"/>
                    </a:lnTo>
                    <a:lnTo>
                      <a:pt x="1588" y="228"/>
                    </a:lnTo>
                    <a:lnTo>
                      <a:pt x="15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102"/>
              <p:cNvSpPr/>
              <p:nvPr/>
            </p:nvSpPr>
            <p:spPr>
              <a:xfrm>
                <a:off x="-2495450" y="2378800"/>
                <a:ext cx="39700" cy="29075"/>
              </a:xfrm>
              <a:custGeom>
                <a:rect b="b" l="l" r="r" t="t"/>
                <a:pathLst>
                  <a:path extrusionOk="0" h="1163" w="1588">
                    <a:moveTo>
                      <a:pt x="0" y="1"/>
                    </a:moveTo>
                    <a:lnTo>
                      <a:pt x="0" y="228"/>
                    </a:lnTo>
                    <a:lnTo>
                      <a:pt x="0" y="1163"/>
                    </a:lnTo>
                    <a:lnTo>
                      <a:pt x="1587" y="1163"/>
                    </a:lnTo>
                    <a:lnTo>
                      <a:pt x="1587" y="228"/>
                    </a:lnTo>
                    <a:lnTo>
                      <a:pt x="15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02"/>
              <p:cNvSpPr/>
              <p:nvPr/>
            </p:nvSpPr>
            <p:spPr>
              <a:xfrm>
                <a:off x="-2450775" y="2378775"/>
                <a:ext cx="39725" cy="29125"/>
              </a:xfrm>
              <a:custGeom>
                <a:rect b="b" l="l" r="r" t="t"/>
                <a:pathLst>
                  <a:path extrusionOk="0" h="1165" w="1589">
                    <a:moveTo>
                      <a:pt x="1" y="1"/>
                    </a:moveTo>
                    <a:lnTo>
                      <a:pt x="1" y="229"/>
                    </a:lnTo>
                    <a:lnTo>
                      <a:pt x="1" y="1165"/>
                    </a:lnTo>
                    <a:lnTo>
                      <a:pt x="1589" y="1165"/>
                    </a:lnTo>
                    <a:lnTo>
                      <a:pt x="1589" y="263"/>
                    </a:lnTo>
                    <a:cubicBezTo>
                      <a:pt x="1588" y="251"/>
                      <a:pt x="1588" y="240"/>
                      <a:pt x="1586" y="229"/>
                    </a:cubicBezTo>
                    <a:cubicBezTo>
                      <a:pt x="1568" y="96"/>
                      <a:pt x="1460" y="1"/>
                      <a:pt x="13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02"/>
              <p:cNvSpPr/>
              <p:nvPr/>
            </p:nvSpPr>
            <p:spPr>
              <a:xfrm>
                <a:off x="-2707800" y="2387075"/>
                <a:ext cx="323425" cy="229100"/>
              </a:xfrm>
              <a:custGeom>
                <a:rect b="b" l="l" r="r" t="t"/>
                <a:pathLst>
                  <a:path extrusionOk="0" h="9164" w="12937">
                    <a:moveTo>
                      <a:pt x="792" y="1"/>
                    </a:moveTo>
                    <a:cubicBezTo>
                      <a:pt x="355" y="1"/>
                      <a:pt x="1" y="356"/>
                      <a:pt x="1" y="791"/>
                    </a:cubicBezTo>
                    <a:lnTo>
                      <a:pt x="1" y="8373"/>
                    </a:lnTo>
                    <a:cubicBezTo>
                      <a:pt x="1" y="8810"/>
                      <a:pt x="356" y="9164"/>
                      <a:pt x="792" y="9164"/>
                    </a:cubicBezTo>
                    <a:lnTo>
                      <a:pt x="12146" y="9164"/>
                    </a:lnTo>
                    <a:cubicBezTo>
                      <a:pt x="12583" y="9164"/>
                      <a:pt x="12936" y="8809"/>
                      <a:pt x="12937" y="8373"/>
                    </a:cubicBezTo>
                    <a:lnTo>
                      <a:pt x="12937" y="791"/>
                    </a:lnTo>
                    <a:cubicBezTo>
                      <a:pt x="12937" y="355"/>
                      <a:pt x="12583" y="1"/>
                      <a:pt x="121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02"/>
              <p:cNvSpPr/>
              <p:nvPr/>
            </p:nvSpPr>
            <p:spPr>
              <a:xfrm>
                <a:off x="-2645875" y="2538050"/>
                <a:ext cx="224800" cy="29075"/>
              </a:xfrm>
              <a:custGeom>
                <a:rect b="b" l="l" r="r" t="t"/>
                <a:pathLst>
                  <a:path extrusionOk="0" h="1163" w="8992">
                    <a:moveTo>
                      <a:pt x="141" y="0"/>
                    </a:moveTo>
                    <a:cubicBezTo>
                      <a:pt x="64" y="0"/>
                      <a:pt x="1" y="63"/>
                      <a:pt x="1" y="141"/>
                    </a:cubicBezTo>
                    <a:lnTo>
                      <a:pt x="1" y="1022"/>
                    </a:lnTo>
                    <a:cubicBezTo>
                      <a:pt x="1" y="1099"/>
                      <a:pt x="64" y="1162"/>
                      <a:pt x="141" y="1162"/>
                    </a:cubicBezTo>
                    <a:lnTo>
                      <a:pt x="8851" y="1162"/>
                    </a:lnTo>
                    <a:cubicBezTo>
                      <a:pt x="8928" y="1162"/>
                      <a:pt x="8991" y="1099"/>
                      <a:pt x="8991" y="1022"/>
                    </a:cubicBezTo>
                    <a:lnTo>
                      <a:pt x="8991" y="141"/>
                    </a:lnTo>
                    <a:cubicBezTo>
                      <a:pt x="8991" y="63"/>
                      <a:pt x="8928" y="0"/>
                      <a:pt x="8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02"/>
              <p:cNvSpPr/>
              <p:nvPr/>
            </p:nvSpPr>
            <p:spPr>
              <a:xfrm>
                <a:off x="-2700050" y="2444600"/>
                <a:ext cx="307650" cy="165175"/>
              </a:xfrm>
              <a:custGeom>
                <a:rect b="b" l="l" r="r" t="t"/>
                <a:pathLst>
                  <a:path extrusionOk="0" h="6607" w="12306">
                    <a:moveTo>
                      <a:pt x="1508" y="0"/>
                    </a:moveTo>
                    <a:lnTo>
                      <a:pt x="1" y="604"/>
                    </a:lnTo>
                    <a:lnTo>
                      <a:pt x="1" y="6137"/>
                    </a:lnTo>
                    <a:cubicBezTo>
                      <a:pt x="1" y="6396"/>
                      <a:pt x="210" y="6606"/>
                      <a:pt x="470" y="6606"/>
                    </a:cubicBezTo>
                    <a:lnTo>
                      <a:pt x="11837" y="6606"/>
                    </a:lnTo>
                    <a:cubicBezTo>
                      <a:pt x="12097" y="6606"/>
                      <a:pt x="12306" y="6396"/>
                      <a:pt x="12306" y="6137"/>
                    </a:cubicBezTo>
                    <a:lnTo>
                      <a:pt x="12306" y="604"/>
                    </a:lnTo>
                    <a:lnTo>
                      <a:pt x="11702" y="0"/>
                    </a:lnTo>
                    <a:lnTo>
                      <a:pt x="11702" y="5772"/>
                    </a:lnTo>
                    <a:lnTo>
                      <a:pt x="11704" y="5772"/>
                    </a:lnTo>
                    <a:cubicBezTo>
                      <a:pt x="11704" y="5899"/>
                      <a:pt x="11601" y="6003"/>
                      <a:pt x="11474" y="6003"/>
                    </a:cubicBezTo>
                    <a:lnTo>
                      <a:pt x="1737" y="6003"/>
                    </a:lnTo>
                    <a:cubicBezTo>
                      <a:pt x="1611" y="6003"/>
                      <a:pt x="1508" y="5899"/>
                      <a:pt x="1508" y="5772"/>
                    </a:cubicBezTo>
                    <a:lnTo>
                      <a:pt x="150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02"/>
              <p:cNvSpPr/>
              <p:nvPr/>
            </p:nvSpPr>
            <p:spPr>
              <a:xfrm>
                <a:off x="-2687925" y="2582975"/>
                <a:ext cx="4275" cy="32075"/>
              </a:xfrm>
              <a:custGeom>
                <a:rect b="b" l="l" r="r" t="t"/>
                <a:pathLst>
                  <a:path extrusionOk="0" h="1283" w="171">
                    <a:moveTo>
                      <a:pt x="1" y="0"/>
                    </a:moveTo>
                    <a:lnTo>
                      <a:pt x="1" y="1283"/>
                    </a:lnTo>
                    <a:lnTo>
                      <a:pt x="171" y="1283"/>
                    </a:lnTo>
                    <a:lnTo>
                      <a:pt x="171" y="81"/>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02"/>
              <p:cNvSpPr/>
              <p:nvPr/>
            </p:nvSpPr>
            <p:spPr>
              <a:xfrm>
                <a:off x="-2681550" y="2586050"/>
                <a:ext cx="3575" cy="29000"/>
              </a:xfrm>
              <a:custGeom>
                <a:rect b="b" l="l" r="r" t="t"/>
                <a:pathLst>
                  <a:path extrusionOk="0" h="1160" w="143">
                    <a:moveTo>
                      <a:pt x="0" y="1"/>
                    </a:moveTo>
                    <a:lnTo>
                      <a:pt x="0" y="1160"/>
                    </a:lnTo>
                    <a:lnTo>
                      <a:pt x="143" y="1160"/>
                    </a:lnTo>
                    <a:lnTo>
                      <a:pt x="143" y="80"/>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02"/>
              <p:cNvSpPr/>
              <p:nvPr/>
            </p:nvSpPr>
            <p:spPr>
              <a:xfrm>
                <a:off x="-2675875" y="2589125"/>
                <a:ext cx="3575" cy="25925"/>
              </a:xfrm>
              <a:custGeom>
                <a:rect b="b" l="l" r="r" t="t"/>
                <a:pathLst>
                  <a:path extrusionOk="0" h="1037" w="143">
                    <a:moveTo>
                      <a:pt x="0" y="1"/>
                    </a:moveTo>
                    <a:lnTo>
                      <a:pt x="0" y="1037"/>
                    </a:lnTo>
                    <a:lnTo>
                      <a:pt x="143" y="1037"/>
                    </a:lnTo>
                    <a:lnTo>
                      <a:pt x="143" y="79"/>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102"/>
              <p:cNvSpPr/>
              <p:nvPr/>
            </p:nvSpPr>
            <p:spPr>
              <a:xfrm>
                <a:off x="-2700000" y="2395100"/>
                <a:ext cx="307825" cy="72175"/>
              </a:xfrm>
              <a:custGeom>
                <a:rect b="b" l="l" r="r" t="t"/>
                <a:pathLst>
                  <a:path extrusionOk="0" h="2887" w="12313">
                    <a:moveTo>
                      <a:pt x="468" y="0"/>
                    </a:moveTo>
                    <a:cubicBezTo>
                      <a:pt x="208" y="0"/>
                      <a:pt x="1" y="229"/>
                      <a:pt x="1" y="489"/>
                    </a:cubicBezTo>
                    <a:lnTo>
                      <a:pt x="1" y="2584"/>
                    </a:lnTo>
                    <a:lnTo>
                      <a:pt x="484" y="2390"/>
                    </a:lnTo>
                    <a:lnTo>
                      <a:pt x="484" y="2560"/>
                    </a:lnTo>
                    <a:lnTo>
                      <a:pt x="654" y="2639"/>
                    </a:lnTo>
                    <a:lnTo>
                      <a:pt x="654" y="2322"/>
                    </a:lnTo>
                    <a:lnTo>
                      <a:pt x="738" y="2288"/>
                    </a:lnTo>
                    <a:lnTo>
                      <a:pt x="738" y="2684"/>
                    </a:lnTo>
                    <a:lnTo>
                      <a:pt x="881" y="2763"/>
                    </a:lnTo>
                    <a:lnTo>
                      <a:pt x="881" y="2231"/>
                    </a:lnTo>
                    <a:lnTo>
                      <a:pt x="965" y="2198"/>
                    </a:lnTo>
                    <a:lnTo>
                      <a:pt x="965" y="2808"/>
                    </a:lnTo>
                    <a:lnTo>
                      <a:pt x="1108" y="2887"/>
                    </a:lnTo>
                    <a:lnTo>
                      <a:pt x="1108" y="2141"/>
                    </a:lnTo>
                    <a:lnTo>
                      <a:pt x="1505" y="1981"/>
                    </a:lnTo>
                    <a:lnTo>
                      <a:pt x="1505" y="1456"/>
                    </a:lnTo>
                    <a:cubicBezTo>
                      <a:pt x="1505" y="1330"/>
                      <a:pt x="1609" y="1222"/>
                      <a:pt x="1735" y="1222"/>
                    </a:cubicBezTo>
                    <a:lnTo>
                      <a:pt x="11472" y="1222"/>
                    </a:lnTo>
                    <a:cubicBezTo>
                      <a:pt x="11599" y="1222"/>
                      <a:pt x="11688" y="1330"/>
                      <a:pt x="11688" y="1456"/>
                    </a:cubicBezTo>
                    <a:lnTo>
                      <a:pt x="11688" y="1981"/>
                    </a:lnTo>
                    <a:lnTo>
                      <a:pt x="12312" y="2585"/>
                    </a:lnTo>
                    <a:lnTo>
                      <a:pt x="12312" y="490"/>
                    </a:lnTo>
                    <a:cubicBezTo>
                      <a:pt x="12312" y="229"/>
                      <a:pt x="12096" y="0"/>
                      <a:pt x="118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102"/>
              <p:cNvSpPr/>
              <p:nvPr/>
            </p:nvSpPr>
            <p:spPr>
              <a:xfrm>
                <a:off x="-2667425" y="2422755"/>
                <a:ext cx="265550" cy="169850"/>
              </a:xfrm>
              <a:custGeom>
                <a:rect b="b" l="l" r="r" t="t"/>
                <a:pathLst>
                  <a:path extrusionOk="0" h="6794" w="10622">
                    <a:moveTo>
                      <a:pt x="10163" y="337"/>
                    </a:moveTo>
                    <a:cubicBezTo>
                      <a:pt x="10244" y="337"/>
                      <a:pt x="10308" y="406"/>
                      <a:pt x="10308" y="493"/>
                    </a:cubicBezTo>
                    <a:lnTo>
                      <a:pt x="10308" y="6302"/>
                    </a:lnTo>
                    <a:cubicBezTo>
                      <a:pt x="10308" y="6388"/>
                      <a:pt x="10244" y="6457"/>
                      <a:pt x="10163" y="6457"/>
                    </a:cubicBezTo>
                    <a:lnTo>
                      <a:pt x="460" y="6457"/>
                    </a:lnTo>
                    <a:cubicBezTo>
                      <a:pt x="379" y="6457"/>
                      <a:pt x="315" y="6388"/>
                      <a:pt x="315" y="6302"/>
                    </a:cubicBezTo>
                    <a:lnTo>
                      <a:pt x="315" y="493"/>
                    </a:lnTo>
                    <a:cubicBezTo>
                      <a:pt x="315" y="406"/>
                      <a:pt x="379" y="337"/>
                      <a:pt x="460" y="337"/>
                    </a:cubicBezTo>
                    <a:close/>
                    <a:moveTo>
                      <a:pt x="458" y="0"/>
                    </a:moveTo>
                    <a:cubicBezTo>
                      <a:pt x="205" y="0"/>
                      <a:pt x="0" y="220"/>
                      <a:pt x="0" y="493"/>
                    </a:cubicBezTo>
                    <a:lnTo>
                      <a:pt x="0" y="6302"/>
                    </a:lnTo>
                    <a:cubicBezTo>
                      <a:pt x="0" y="6574"/>
                      <a:pt x="205" y="6794"/>
                      <a:pt x="458" y="6794"/>
                    </a:cubicBezTo>
                    <a:lnTo>
                      <a:pt x="10162" y="6794"/>
                    </a:lnTo>
                    <a:cubicBezTo>
                      <a:pt x="10415" y="6794"/>
                      <a:pt x="10622" y="6572"/>
                      <a:pt x="10621" y="6302"/>
                    </a:cubicBezTo>
                    <a:lnTo>
                      <a:pt x="10621" y="493"/>
                    </a:lnTo>
                    <a:cubicBezTo>
                      <a:pt x="10621" y="220"/>
                      <a:pt x="10415" y="0"/>
                      <a:pt x="10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7" name="Google Shape;8127;p102"/>
              <p:cNvGrpSpPr/>
              <p:nvPr/>
            </p:nvGrpSpPr>
            <p:grpSpPr>
              <a:xfrm rot="-30288">
                <a:off x="-2658134" y="2392530"/>
                <a:ext cx="249296" cy="188952"/>
                <a:chOff x="-2273495" y="2002057"/>
                <a:chExt cx="332782" cy="252263"/>
              </a:xfrm>
            </p:grpSpPr>
            <p:sp>
              <p:nvSpPr>
                <p:cNvPr id="8128" name="Google Shape;8128;p102"/>
                <p:cNvSpPr/>
                <p:nvPr/>
              </p:nvSpPr>
              <p:spPr>
                <a:xfrm rot="1176986">
                  <a:off x="-2254782" y="2046919"/>
                  <a:ext cx="295356" cy="162539"/>
                </a:xfrm>
                <a:custGeom>
                  <a:rect b="b" l="l" r="r" t="t"/>
                  <a:pathLst>
                    <a:path extrusionOk="0" h="6502" w="11815">
                      <a:moveTo>
                        <a:pt x="10085" y="0"/>
                      </a:moveTo>
                      <a:cubicBezTo>
                        <a:pt x="9955" y="0"/>
                        <a:pt x="9824" y="21"/>
                        <a:pt x="9694" y="66"/>
                      </a:cubicBezTo>
                      <a:lnTo>
                        <a:pt x="962" y="3066"/>
                      </a:lnTo>
                      <a:cubicBezTo>
                        <a:pt x="334" y="3281"/>
                        <a:pt x="1" y="3965"/>
                        <a:pt x="217" y="4593"/>
                      </a:cubicBezTo>
                      <a:lnTo>
                        <a:pt x="594" y="5690"/>
                      </a:lnTo>
                      <a:cubicBezTo>
                        <a:pt x="764" y="6188"/>
                        <a:pt x="1230" y="6501"/>
                        <a:pt x="1729" y="6501"/>
                      </a:cubicBezTo>
                      <a:cubicBezTo>
                        <a:pt x="1859" y="6501"/>
                        <a:pt x="1992" y="6480"/>
                        <a:pt x="2121" y="6435"/>
                      </a:cubicBezTo>
                      <a:lnTo>
                        <a:pt x="10853" y="3435"/>
                      </a:lnTo>
                      <a:cubicBezTo>
                        <a:pt x="11482" y="3220"/>
                        <a:pt x="11815" y="2535"/>
                        <a:pt x="11598" y="1908"/>
                      </a:cubicBezTo>
                      <a:lnTo>
                        <a:pt x="11222" y="811"/>
                      </a:lnTo>
                      <a:cubicBezTo>
                        <a:pt x="11051" y="313"/>
                        <a:pt x="10585" y="0"/>
                        <a:pt x="100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102"/>
                <p:cNvSpPr/>
                <p:nvPr/>
              </p:nvSpPr>
              <p:spPr>
                <a:xfrm rot="1176986">
                  <a:off x="-2157279" y="2104752"/>
                  <a:ext cx="66346" cy="46472"/>
                </a:xfrm>
                <a:custGeom>
                  <a:rect b="b" l="l" r="r" t="t"/>
                  <a:pathLst>
                    <a:path extrusionOk="0" h="1859" w="2654">
                      <a:moveTo>
                        <a:pt x="1786" y="1"/>
                      </a:moveTo>
                      <a:cubicBezTo>
                        <a:pt x="1704" y="1"/>
                        <a:pt x="1619" y="14"/>
                        <a:pt x="1536" y="43"/>
                      </a:cubicBezTo>
                      <a:lnTo>
                        <a:pt x="617" y="359"/>
                      </a:lnTo>
                      <a:cubicBezTo>
                        <a:pt x="214" y="497"/>
                        <a:pt x="1" y="936"/>
                        <a:pt x="138" y="1338"/>
                      </a:cubicBezTo>
                      <a:cubicBezTo>
                        <a:pt x="248" y="1658"/>
                        <a:pt x="547" y="1858"/>
                        <a:pt x="868" y="1858"/>
                      </a:cubicBezTo>
                      <a:cubicBezTo>
                        <a:pt x="951" y="1858"/>
                        <a:pt x="1035" y="1845"/>
                        <a:pt x="1117" y="1817"/>
                      </a:cubicBezTo>
                      <a:lnTo>
                        <a:pt x="2037" y="1500"/>
                      </a:lnTo>
                      <a:cubicBezTo>
                        <a:pt x="2439" y="1363"/>
                        <a:pt x="2654" y="924"/>
                        <a:pt x="2516" y="522"/>
                      </a:cubicBezTo>
                      <a:cubicBezTo>
                        <a:pt x="2406" y="202"/>
                        <a:pt x="2107" y="1"/>
                        <a:pt x="1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02"/>
                <p:cNvSpPr/>
                <p:nvPr/>
              </p:nvSpPr>
              <p:spPr>
                <a:xfrm rot="1176986">
                  <a:off x="-2079543" y="2109983"/>
                  <a:ext cx="25498" cy="37298"/>
                </a:xfrm>
                <a:custGeom>
                  <a:rect b="b" l="l" r="r" t="t"/>
                  <a:pathLst>
                    <a:path extrusionOk="0" h="1492" w="1020">
                      <a:moveTo>
                        <a:pt x="365" y="0"/>
                      </a:moveTo>
                      <a:cubicBezTo>
                        <a:pt x="330" y="0"/>
                        <a:pt x="294" y="6"/>
                        <a:pt x="259" y="18"/>
                      </a:cubicBezTo>
                      <a:cubicBezTo>
                        <a:pt x="91" y="75"/>
                        <a:pt x="0" y="260"/>
                        <a:pt x="58" y="429"/>
                      </a:cubicBezTo>
                      <a:lnTo>
                        <a:pt x="349" y="1273"/>
                      </a:lnTo>
                      <a:cubicBezTo>
                        <a:pt x="395" y="1407"/>
                        <a:pt x="521" y="1491"/>
                        <a:pt x="655" y="1491"/>
                      </a:cubicBezTo>
                      <a:cubicBezTo>
                        <a:pt x="690" y="1491"/>
                        <a:pt x="725" y="1486"/>
                        <a:pt x="760" y="1474"/>
                      </a:cubicBezTo>
                      <a:cubicBezTo>
                        <a:pt x="929" y="1416"/>
                        <a:pt x="1020" y="1231"/>
                        <a:pt x="961" y="1063"/>
                      </a:cubicBezTo>
                      <a:lnTo>
                        <a:pt x="671" y="219"/>
                      </a:lnTo>
                      <a:cubicBezTo>
                        <a:pt x="625" y="84"/>
                        <a:pt x="500"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102"/>
                <p:cNvSpPr/>
                <p:nvPr/>
              </p:nvSpPr>
              <p:spPr>
                <a:xfrm rot="1176986">
                  <a:off x="-2240196" y="2097709"/>
                  <a:ext cx="63896" cy="58221"/>
                </a:xfrm>
                <a:custGeom>
                  <a:rect b="b" l="l" r="r" t="t"/>
                  <a:pathLst>
                    <a:path extrusionOk="0" h="2329" w="2556">
                      <a:moveTo>
                        <a:pt x="1278" y="1"/>
                      </a:moveTo>
                      <a:cubicBezTo>
                        <a:pt x="980" y="1"/>
                        <a:pt x="683" y="114"/>
                        <a:pt x="456" y="341"/>
                      </a:cubicBezTo>
                      <a:cubicBezTo>
                        <a:pt x="0" y="796"/>
                        <a:pt x="0" y="1532"/>
                        <a:pt x="456" y="1988"/>
                      </a:cubicBezTo>
                      <a:cubicBezTo>
                        <a:pt x="683" y="2215"/>
                        <a:pt x="980" y="2328"/>
                        <a:pt x="1278" y="2328"/>
                      </a:cubicBezTo>
                      <a:cubicBezTo>
                        <a:pt x="1576" y="2328"/>
                        <a:pt x="1874" y="2215"/>
                        <a:pt x="2101" y="1988"/>
                      </a:cubicBezTo>
                      <a:cubicBezTo>
                        <a:pt x="2556" y="1532"/>
                        <a:pt x="2556"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102"/>
                <p:cNvSpPr/>
                <p:nvPr/>
              </p:nvSpPr>
              <p:spPr>
                <a:xfrm rot="1176986">
                  <a:off x="-2220723" y="2114887"/>
                  <a:ext cx="26098" cy="24223"/>
                </a:xfrm>
                <a:custGeom>
                  <a:rect b="b" l="l" r="r" t="t"/>
                  <a:pathLst>
                    <a:path extrusionOk="0" h="969" w="1044">
                      <a:moveTo>
                        <a:pt x="501" y="1"/>
                      </a:moveTo>
                      <a:cubicBezTo>
                        <a:pt x="449" y="1"/>
                        <a:pt x="395" y="10"/>
                        <a:pt x="343" y="29"/>
                      </a:cubicBezTo>
                      <a:cubicBezTo>
                        <a:pt x="221" y="71"/>
                        <a:pt x="123" y="158"/>
                        <a:pt x="67" y="273"/>
                      </a:cubicBezTo>
                      <a:cubicBezTo>
                        <a:pt x="10" y="390"/>
                        <a:pt x="1" y="520"/>
                        <a:pt x="43" y="643"/>
                      </a:cubicBezTo>
                      <a:cubicBezTo>
                        <a:pt x="110" y="837"/>
                        <a:pt x="294" y="969"/>
                        <a:pt x="500" y="969"/>
                      </a:cubicBezTo>
                      <a:cubicBezTo>
                        <a:pt x="553" y="969"/>
                        <a:pt x="605" y="960"/>
                        <a:pt x="657" y="942"/>
                      </a:cubicBezTo>
                      <a:cubicBezTo>
                        <a:pt x="910" y="855"/>
                        <a:pt x="1044" y="579"/>
                        <a:pt x="957" y="327"/>
                      </a:cubicBezTo>
                      <a:cubicBezTo>
                        <a:pt x="890" y="133"/>
                        <a:pt x="708" y="1"/>
                        <a:pt x="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102"/>
                <p:cNvSpPr/>
                <p:nvPr/>
              </p:nvSpPr>
              <p:spPr>
                <a:xfrm rot="1176986">
                  <a:off x="-2038830" y="2100022"/>
                  <a:ext cx="63871" cy="58196"/>
                </a:xfrm>
                <a:custGeom>
                  <a:rect b="b" l="l" r="r" t="t"/>
                  <a:pathLst>
                    <a:path extrusionOk="0" h="2328" w="2555">
                      <a:moveTo>
                        <a:pt x="1278" y="1"/>
                      </a:moveTo>
                      <a:cubicBezTo>
                        <a:pt x="980" y="1"/>
                        <a:pt x="682" y="114"/>
                        <a:pt x="455" y="341"/>
                      </a:cubicBezTo>
                      <a:cubicBezTo>
                        <a:pt x="1" y="796"/>
                        <a:pt x="1" y="1533"/>
                        <a:pt x="455" y="1987"/>
                      </a:cubicBezTo>
                      <a:cubicBezTo>
                        <a:pt x="682" y="2214"/>
                        <a:pt x="980" y="2328"/>
                        <a:pt x="1278" y="2328"/>
                      </a:cubicBezTo>
                      <a:cubicBezTo>
                        <a:pt x="1576" y="2328"/>
                        <a:pt x="1874" y="2214"/>
                        <a:pt x="2101" y="1987"/>
                      </a:cubicBezTo>
                      <a:cubicBezTo>
                        <a:pt x="2555" y="1533"/>
                        <a:pt x="2555"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102"/>
                <p:cNvSpPr/>
                <p:nvPr/>
              </p:nvSpPr>
              <p:spPr>
                <a:xfrm rot="1176986">
                  <a:off x="-2020432" y="2117028"/>
                  <a:ext cx="27248" cy="24223"/>
                </a:xfrm>
                <a:custGeom>
                  <a:rect b="b" l="l" r="r" t="t"/>
                  <a:pathLst>
                    <a:path extrusionOk="0" h="969" w="1090">
                      <a:moveTo>
                        <a:pt x="544" y="1"/>
                      </a:moveTo>
                      <a:cubicBezTo>
                        <a:pt x="492" y="1"/>
                        <a:pt x="439" y="10"/>
                        <a:pt x="387" y="28"/>
                      </a:cubicBezTo>
                      <a:cubicBezTo>
                        <a:pt x="135" y="114"/>
                        <a:pt x="0" y="391"/>
                        <a:pt x="86" y="642"/>
                      </a:cubicBezTo>
                      <a:cubicBezTo>
                        <a:pt x="153" y="837"/>
                        <a:pt x="337" y="969"/>
                        <a:pt x="543" y="969"/>
                      </a:cubicBezTo>
                      <a:cubicBezTo>
                        <a:pt x="597" y="969"/>
                        <a:pt x="651" y="960"/>
                        <a:pt x="702" y="941"/>
                      </a:cubicBezTo>
                      <a:cubicBezTo>
                        <a:pt x="955" y="854"/>
                        <a:pt x="1089" y="579"/>
                        <a:pt x="1002" y="327"/>
                      </a:cubicBezTo>
                      <a:cubicBezTo>
                        <a:pt x="935" y="132"/>
                        <a:pt x="751" y="1"/>
                        <a:pt x="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35" name="Google Shape;8135;p102"/>
          <p:cNvGrpSpPr/>
          <p:nvPr/>
        </p:nvGrpSpPr>
        <p:grpSpPr>
          <a:xfrm>
            <a:off x="7840328" y="149220"/>
            <a:ext cx="311019" cy="311110"/>
            <a:chOff x="5038846" y="235350"/>
            <a:chExt cx="158691" cy="158738"/>
          </a:xfrm>
        </p:grpSpPr>
        <p:sp>
          <p:nvSpPr>
            <p:cNvPr id="8136" name="Google Shape;8136;p102"/>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102"/>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102"/>
          <p:cNvGrpSpPr/>
          <p:nvPr/>
        </p:nvGrpSpPr>
        <p:grpSpPr>
          <a:xfrm>
            <a:off x="713228" y="3796445"/>
            <a:ext cx="311019" cy="311110"/>
            <a:chOff x="5038846" y="235350"/>
            <a:chExt cx="158691" cy="158738"/>
          </a:xfrm>
        </p:grpSpPr>
        <p:sp>
          <p:nvSpPr>
            <p:cNvPr id="8139" name="Google Shape;8139;p102"/>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02"/>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102"/>
          <p:cNvGrpSpPr/>
          <p:nvPr/>
        </p:nvGrpSpPr>
        <p:grpSpPr>
          <a:xfrm>
            <a:off x="918665" y="80660"/>
            <a:ext cx="261189" cy="248344"/>
            <a:chOff x="5164484" y="526738"/>
            <a:chExt cx="133266" cy="126713"/>
          </a:xfrm>
        </p:grpSpPr>
        <p:sp>
          <p:nvSpPr>
            <p:cNvPr id="8142" name="Google Shape;8142;p102"/>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02"/>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147" name="Shape 8147"/>
        <p:cNvGrpSpPr/>
        <p:nvPr/>
      </p:nvGrpSpPr>
      <p:grpSpPr>
        <a:xfrm>
          <a:off x="0" y="0"/>
          <a:ext cx="0" cy="0"/>
          <a:chOff x="0" y="0"/>
          <a:chExt cx="0" cy="0"/>
        </a:xfrm>
      </p:grpSpPr>
      <p:sp>
        <p:nvSpPr>
          <p:cNvPr id="8148" name="Google Shape;8148;p104"/>
          <p:cNvSpPr txBox="1"/>
          <p:nvPr>
            <p:ph type="ctrTitle"/>
          </p:nvPr>
        </p:nvSpPr>
        <p:spPr>
          <a:xfrm rot="-162610">
            <a:off x="1786656" y="1469469"/>
            <a:ext cx="5570631" cy="1896622"/>
          </a:xfrm>
          <a:prstGeom prst="rect">
            <a:avLst/>
          </a:prstGeom>
        </p:spPr>
        <p:txBody>
          <a:bodyPr anchorCtr="0" anchor="b" bIns="91425" lIns="91425" spcFirstLastPara="1" rIns="91425" wrap="square" tIns="91425">
            <a:noAutofit/>
          </a:bodyPr>
          <a:lstStyle>
            <a:lvl1pPr lvl="0" algn="ctr">
              <a:lnSpc>
                <a:spcPct val="90000"/>
              </a:lnSpc>
              <a:spcBef>
                <a:spcPts val="0"/>
              </a:spcBef>
              <a:spcAft>
                <a:spcPts val="0"/>
              </a:spcAft>
              <a:buClr>
                <a:srgbClr val="191919"/>
              </a:buClr>
              <a:buSzPts val="5200"/>
              <a:buNone/>
              <a:defRPr sz="6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8149" name="Google Shape;8149;p104"/>
          <p:cNvSpPr txBox="1"/>
          <p:nvPr>
            <p:ph idx="1" type="subTitle"/>
          </p:nvPr>
        </p:nvSpPr>
        <p:spPr>
          <a:xfrm>
            <a:off x="3374400" y="3672500"/>
            <a:ext cx="2395200" cy="64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8150" name="Google Shape;8150;p104"/>
          <p:cNvGrpSpPr/>
          <p:nvPr/>
        </p:nvGrpSpPr>
        <p:grpSpPr>
          <a:xfrm>
            <a:off x="431536" y="199107"/>
            <a:ext cx="8395609" cy="4688998"/>
            <a:chOff x="431536" y="199107"/>
            <a:chExt cx="8395609" cy="4688998"/>
          </a:xfrm>
        </p:grpSpPr>
        <p:grpSp>
          <p:nvGrpSpPr>
            <p:cNvPr id="8151" name="Google Shape;8151;p104"/>
            <p:cNvGrpSpPr/>
            <p:nvPr/>
          </p:nvGrpSpPr>
          <p:grpSpPr>
            <a:xfrm>
              <a:off x="6241469" y="199107"/>
              <a:ext cx="401323" cy="371921"/>
              <a:chOff x="3508459" y="336863"/>
              <a:chExt cx="94750" cy="87813"/>
            </a:xfrm>
          </p:grpSpPr>
          <p:sp>
            <p:nvSpPr>
              <p:cNvPr id="8152" name="Google Shape;8152;p104"/>
              <p:cNvSpPr/>
              <p:nvPr/>
            </p:nvSpPr>
            <p:spPr>
              <a:xfrm>
                <a:off x="3508459" y="336863"/>
                <a:ext cx="94750" cy="86125"/>
              </a:xfrm>
              <a:custGeom>
                <a:rect b="b" l="l" r="r" t="t"/>
                <a:pathLst>
                  <a:path extrusionOk="0" h="3445" w="3790">
                    <a:moveTo>
                      <a:pt x="1897" y="0"/>
                    </a:moveTo>
                    <a:cubicBezTo>
                      <a:pt x="1766" y="0"/>
                      <a:pt x="1633" y="15"/>
                      <a:pt x="1500" y="47"/>
                    </a:cubicBezTo>
                    <a:cubicBezTo>
                      <a:pt x="574" y="265"/>
                      <a:pt x="0" y="1192"/>
                      <a:pt x="219" y="2118"/>
                    </a:cubicBezTo>
                    <a:cubicBezTo>
                      <a:pt x="406" y="2911"/>
                      <a:pt x="1114" y="3445"/>
                      <a:pt x="1895" y="3445"/>
                    </a:cubicBezTo>
                    <a:cubicBezTo>
                      <a:pt x="2026" y="3445"/>
                      <a:pt x="2159" y="3430"/>
                      <a:pt x="2291" y="3399"/>
                    </a:cubicBezTo>
                    <a:cubicBezTo>
                      <a:pt x="3217" y="3180"/>
                      <a:pt x="3790" y="2252"/>
                      <a:pt x="3571" y="1326"/>
                    </a:cubicBezTo>
                    <a:cubicBezTo>
                      <a:pt x="3384" y="534"/>
                      <a:pt x="2678" y="0"/>
                      <a:pt x="1897"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104"/>
              <p:cNvSpPr/>
              <p:nvPr/>
            </p:nvSpPr>
            <p:spPr>
              <a:xfrm>
                <a:off x="3514125" y="338525"/>
                <a:ext cx="86100" cy="86150"/>
              </a:xfrm>
              <a:custGeom>
                <a:rect b="b" l="l" r="r" t="t"/>
                <a:pathLst>
                  <a:path extrusionOk="0" h="3446" w="3444">
                    <a:moveTo>
                      <a:pt x="1721" y="1"/>
                    </a:moveTo>
                    <a:cubicBezTo>
                      <a:pt x="771" y="1"/>
                      <a:pt x="0" y="772"/>
                      <a:pt x="0" y="1723"/>
                    </a:cubicBezTo>
                    <a:cubicBezTo>
                      <a:pt x="0" y="2674"/>
                      <a:pt x="771" y="3445"/>
                      <a:pt x="1721" y="3445"/>
                    </a:cubicBezTo>
                    <a:cubicBezTo>
                      <a:pt x="2673" y="3445"/>
                      <a:pt x="3444" y="2674"/>
                      <a:pt x="3444" y="1723"/>
                    </a:cubicBezTo>
                    <a:cubicBezTo>
                      <a:pt x="3444" y="772"/>
                      <a:pt x="2673" y="1"/>
                      <a:pt x="17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04"/>
              <p:cNvSpPr/>
              <p:nvPr/>
            </p:nvSpPr>
            <p:spPr>
              <a:xfrm>
                <a:off x="3514125" y="338525"/>
                <a:ext cx="86100" cy="43075"/>
              </a:xfrm>
              <a:custGeom>
                <a:rect b="b" l="l" r="r" t="t"/>
                <a:pathLst>
                  <a:path extrusionOk="0" h="1723" w="3444">
                    <a:moveTo>
                      <a:pt x="1721" y="1"/>
                    </a:moveTo>
                    <a:cubicBezTo>
                      <a:pt x="771" y="1"/>
                      <a:pt x="0" y="771"/>
                      <a:pt x="0" y="1723"/>
                    </a:cubicBezTo>
                    <a:lnTo>
                      <a:pt x="3444" y="1723"/>
                    </a:lnTo>
                    <a:cubicBezTo>
                      <a:pt x="3444" y="772"/>
                      <a:pt x="2674" y="1"/>
                      <a:pt x="17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104"/>
            <p:cNvGrpSpPr/>
            <p:nvPr/>
          </p:nvGrpSpPr>
          <p:grpSpPr>
            <a:xfrm>
              <a:off x="8229589" y="4223916"/>
              <a:ext cx="597557" cy="597892"/>
              <a:chOff x="3834909" y="821763"/>
              <a:chExt cx="304891" cy="305063"/>
            </a:xfrm>
          </p:grpSpPr>
          <p:sp>
            <p:nvSpPr>
              <p:cNvPr id="8156" name="Google Shape;8156;p104"/>
              <p:cNvSpPr/>
              <p:nvPr/>
            </p:nvSpPr>
            <p:spPr>
              <a:xfrm>
                <a:off x="3834909" y="821763"/>
                <a:ext cx="303500" cy="303625"/>
              </a:xfrm>
              <a:custGeom>
                <a:rect b="b" l="l" r="r" t="t"/>
                <a:pathLst>
                  <a:path extrusionOk="0" h="12145" w="12140">
                    <a:moveTo>
                      <a:pt x="8031" y="1"/>
                    </a:moveTo>
                    <a:cubicBezTo>
                      <a:pt x="7935" y="1"/>
                      <a:pt x="7840" y="3"/>
                      <a:pt x="7748" y="13"/>
                    </a:cubicBezTo>
                    <a:cubicBezTo>
                      <a:pt x="7355" y="38"/>
                      <a:pt x="6978" y="120"/>
                      <a:pt x="6622" y="249"/>
                    </a:cubicBezTo>
                    <a:cubicBezTo>
                      <a:pt x="6081" y="445"/>
                      <a:pt x="5592" y="754"/>
                      <a:pt x="5186" y="1143"/>
                    </a:cubicBezTo>
                    <a:cubicBezTo>
                      <a:pt x="4737" y="1575"/>
                      <a:pt x="4386" y="2106"/>
                      <a:pt x="4167" y="2701"/>
                    </a:cubicBezTo>
                    <a:cubicBezTo>
                      <a:pt x="4038" y="3055"/>
                      <a:pt x="3956" y="3435"/>
                      <a:pt x="3932" y="3829"/>
                    </a:cubicBezTo>
                    <a:cubicBezTo>
                      <a:pt x="3929" y="3860"/>
                      <a:pt x="3925" y="3893"/>
                      <a:pt x="3925" y="3924"/>
                    </a:cubicBezTo>
                    <a:cubicBezTo>
                      <a:pt x="3894" y="3924"/>
                      <a:pt x="3861" y="3927"/>
                      <a:pt x="3830" y="3931"/>
                    </a:cubicBezTo>
                    <a:cubicBezTo>
                      <a:pt x="3434" y="3958"/>
                      <a:pt x="3052" y="4042"/>
                      <a:pt x="2696" y="4173"/>
                    </a:cubicBezTo>
                    <a:cubicBezTo>
                      <a:pt x="1562" y="4589"/>
                      <a:pt x="664" y="5486"/>
                      <a:pt x="249" y="6621"/>
                    </a:cubicBezTo>
                    <a:cubicBezTo>
                      <a:pt x="120" y="6977"/>
                      <a:pt x="37" y="7355"/>
                      <a:pt x="13" y="7748"/>
                    </a:cubicBezTo>
                    <a:cubicBezTo>
                      <a:pt x="3" y="7840"/>
                      <a:pt x="0" y="7935"/>
                      <a:pt x="0" y="8031"/>
                    </a:cubicBezTo>
                    <a:cubicBezTo>
                      <a:pt x="0" y="8362"/>
                      <a:pt x="39" y="8686"/>
                      <a:pt x="114" y="8992"/>
                    </a:cubicBezTo>
                    <a:cubicBezTo>
                      <a:pt x="168" y="9226"/>
                      <a:pt x="243" y="9449"/>
                      <a:pt x="338" y="9661"/>
                    </a:cubicBezTo>
                    <a:cubicBezTo>
                      <a:pt x="467" y="9966"/>
                      <a:pt x="633" y="10250"/>
                      <a:pt x="833" y="10513"/>
                    </a:cubicBezTo>
                    <a:cubicBezTo>
                      <a:pt x="929" y="10642"/>
                      <a:pt x="1030" y="10761"/>
                      <a:pt x="1141" y="10875"/>
                    </a:cubicBezTo>
                    <a:lnTo>
                      <a:pt x="1251" y="10986"/>
                    </a:lnTo>
                    <a:cubicBezTo>
                      <a:pt x="1482" y="11210"/>
                      <a:pt x="1740" y="11404"/>
                      <a:pt x="2016" y="11566"/>
                    </a:cubicBezTo>
                    <a:cubicBezTo>
                      <a:pt x="2204" y="11680"/>
                      <a:pt x="2403" y="11778"/>
                      <a:pt x="2612" y="11862"/>
                    </a:cubicBezTo>
                    <a:cubicBezTo>
                      <a:pt x="2954" y="11994"/>
                      <a:pt x="3319" y="12086"/>
                      <a:pt x="3700" y="12120"/>
                    </a:cubicBezTo>
                    <a:cubicBezTo>
                      <a:pt x="3773" y="12129"/>
                      <a:pt x="3847" y="12136"/>
                      <a:pt x="3922" y="12138"/>
                    </a:cubicBezTo>
                    <a:lnTo>
                      <a:pt x="3922" y="12144"/>
                    </a:lnTo>
                    <a:lnTo>
                      <a:pt x="12140" y="12144"/>
                    </a:lnTo>
                    <a:lnTo>
                      <a:pt x="12140" y="11280"/>
                    </a:lnTo>
                    <a:lnTo>
                      <a:pt x="12140" y="10389"/>
                    </a:lnTo>
                    <a:lnTo>
                      <a:pt x="12140" y="9042"/>
                    </a:lnTo>
                    <a:lnTo>
                      <a:pt x="12140" y="8150"/>
                    </a:lnTo>
                    <a:lnTo>
                      <a:pt x="12140" y="6808"/>
                    </a:lnTo>
                    <a:lnTo>
                      <a:pt x="12140" y="5914"/>
                    </a:lnTo>
                    <a:lnTo>
                      <a:pt x="12140" y="4571"/>
                    </a:lnTo>
                    <a:lnTo>
                      <a:pt x="12140" y="3922"/>
                    </a:lnTo>
                    <a:lnTo>
                      <a:pt x="12138" y="3922"/>
                    </a:lnTo>
                    <a:cubicBezTo>
                      <a:pt x="12134" y="3849"/>
                      <a:pt x="12128" y="3775"/>
                      <a:pt x="12119" y="3700"/>
                    </a:cubicBezTo>
                    <a:cubicBezTo>
                      <a:pt x="12086" y="3320"/>
                      <a:pt x="11993" y="2953"/>
                      <a:pt x="11861" y="2613"/>
                    </a:cubicBezTo>
                    <a:cubicBezTo>
                      <a:pt x="11778" y="2404"/>
                      <a:pt x="11679" y="2206"/>
                      <a:pt x="11566" y="2017"/>
                    </a:cubicBezTo>
                    <a:cubicBezTo>
                      <a:pt x="11404" y="1741"/>
                      <a:pt x="11206" y="1485"/>
                      <a:pt x="10986" y="1255"/>
                    </a:cubicBezTo>
                    <a:lnTo>
                      <a:pt x="10983" y="1255"/>
                    </a:lnTo>
                    <a:cubicBezTo>
                      <a:pt x="10838" y="1097"/>
                      <a:pt x="10682" y="963"/>
                      <a:pt x="10512" y="834"/>
                    </a:cubicBezTo>
                    <a:cubicBezTo>
                      <a:pt x="10251" y="637"/>
                      <a:pt x="9965" y="467"/>
                      <a:pt x="9661" y="338"/>
                    </a:cubicBezTo>
                    <a:cubicBezTo>
                      <a:pt x="9449" y="243"/>
                      <a:pt x="9224" y="169"/>
                      <a:pt x="8993" y="114"/>
                    </a:cubicBezTo>
                    <a:cubicBezTo>
                      <a:pt x="8687" y="40"/>
                      <a:pt x="8365" y="1"/>
                      <a:pt x="803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04"/>
              <p:cNvSpPr/>
              <p:nvPr/>
            </p:nvSpPr>
            <p:spPr>
              <a:xfrm>
                <a:off x="3836250" y="823225"/>
                <a:ext cx="303550" cy="303600"/>
              </a:xfrm>
              <a:custGeom>
                <a:rect b="b" l="l" r="r" t="t"/>
                <a:pathLst>
                  <a:path extrusionOk="0" h="12144" w="12142">
                    <a:moveTo>
                      <a:pt x="8033" y="1"/>
                    </a:moveTo>
                    <a:cubicBezTo>
                      <a:pt x="7937" y="1"/>
                      <a:pt x="7842" y="5"/>
                      <a:pt x="7750" y="13"/>
                    </a:cubicBezTo>
                    <a:cubicBezTo>
                      <a:pt x="7357" y="38"/>
                      <a:pt x="6978" y="120"/>
                      <a:pt x="6622" y="249"/>
                    </a:cubicBezTo>
                    <a:cubicBezTo>
                      <a:pt x="6080" y="445"/>
                      <a:pt x="5593" y="753"/>
                      <a:pt x="5187" y="1143"/>
                    </a:cubicBezTo>
                    <a:cubicBezTo>
                      <a:pt x="4738" y="1574"/>
                      <a:pt x="4387" y="2106"/>
                      <a:pt x="4169" y="2701"/>
                    </a:cubicBezTo>
                    <a:cubicBezTo>
                      <a:pt x="4040" y="3055"/>
                      <a:pt x="3957" y="3436"/>
                      <a:pt x="3933" y="3829"/>
                    </a:cubicBezTo>
                    <a:cubicBezTo>
                      <a:pt x="3929" y="3860"/>
                      <a:pt x="3926" y="3893"/>
                      <a:pt x="3926" y="3924"/>
                    </a:cubicBezTo>
                    <a:cubicBezTo>
                      <a:pt x="3895" y="3924"/>
                      <a:pt x="3861" y="3928"/>
                      <a:pt x="3830" y="3932"/>
                    </a:cubicBezTo>
                    <a:cubicBezTo>
                      <a:pt x="3435" y="3958"/>
                      <a:pt x="3053" y="4042"/>
                      <a:pt x="2697" y="4174"/>
                    </a:cubicBezTo>
                    <a:cubicBezTo>
                      <a:pt x="1562" y="4589"/>
                      <a:pt x="665" y="5487"/>
                      <a:pt x="250" y="6621"/>
                    </a:cubicBezTo>
                    <a:cubicBezTo>
                      <a:pt x="121" y="6977"/>
                      <a:pt x="38" y="7355"/>
                      <a:pt x="14" y="7748"/>
                    </a:cubicBezTo>
                    <a:cubicBezTo>
                      <a:pt x="4" y="7840"/>
                      <a:pt x="1" y="7936"/>
                      <a:pt x="1" y="8031"/>
                    </a:cubicBezTo>
                    <a:cubicBezTo>
                      <a:pt x="1" y="8364"/>
                      <a:pt x="41" y="8686"/>
                      <a:pt x="114" y="8993"/>
                    </a:cubicBezTo>
                    <a:cubicBezTo>
                      <a:pt x="170" y="9224"/>
                      <a:pt x="243" y="9449"/>
                      <a:pt x="339" y="9660"/>
                    </a:cubicBezTo>
                    <a:cubicBezTo>
                      <a:pt x="468" y="9965"/>
                      <a:pt x="634" y="10249"/>
                      <a:pt x="835" y="10512"/>
                    </a:cubicBezTo>
                    <a:cubicBezTo>
                      <a:pt x="930" y="10641"/>
                      <a:pt x="1031" y="10760"/>
                      <a:pt x="1141" y="10874"/>
                    </a:cubicBezTo>
                    <a:lnTo>
                      <a:pt x="1253" y="10985"/>
                    </a:lnTo>
                    <a:cubicBezTo>
                      <a:pt x="1482" y="11209"/>
                      <a:pt x="1742" y="11403"/>
                      <a:pt x="2017" y="11565"/>
                    </a:cubicBezTo>
                    <a:cubicBezTo>
                      <a:pt x="2204" y="11679"/>
                      <a:pt x="2404" y="11778"/>
                      <a:pt x="2613" y="11860"/>
                    </a:cubicBezTo>
                    <a:cubicBezTo>
                      <a:pt x="2954" y="11992"/>
                      <a:pt x="3321" y="12085"/>
                      <a:pt x="3700" y="12118"/>
                    </a:cubicBezTo>
                    <a:cubicBezTo>
                      <a:pt x="3776" y="12128"/>
                      <a:pt x="3849" y="12134"/>
                      <a:pt x="3922" y="12137"/>
                    </a:cubicBezTo>
                    <a:lnTo>
                      <a:pt x="3922" y="12143"/>
                    </a:lnTo>
                    <a:lnTo>
                      <a:pt x="12141" y="12143"/>
                    </a:lnTo>
                    <a:lnTo>
                      <a:pt x="12141" y="3922"/>
                    </a:lnTo>
                    <a:lnTo>
                      <a:pt x="12138" y="3922"/>
                    </a:lnTo>
                    <a:cubicBezTo>
                      <a:pt x="12136" y="3847"/>
                      <a:pt x="12130" y="3774"/>
                      <a:pt x="12120" y="3700"/>
                    </a:cubicBezTo>
                    <a:cubicBezTo>
                      <a:pt x="12086" y="3320"/>
                      <a:pt x="11995" y="2953"/>
                      <a:pt x="11862" y="2613"/>
                    </a:cubicBezTo>
                    <a:cubicBezTo>
                      <a:pt x="11779" y="2404"/>
                      <a:pt x="11681" y="2208"/>
                      <a:pt x="11567" y="2017"/>
                    </a:cubicBezTo>
                    <a:cubicBezTo>
                      <a:pt x="11404" y="1740"/>
                      <a:pt x="11208" y="1486"/>
                      <a:pt x="10986" y="1255"/>
                    </a:cubicBezTo>
                    <a:lnTo>
                      <a:pt x="10984" y="1255"/>
                    </a:lnTo>
                    <a:cubicBezTo>
                      <a:pt x="10840" y="1099"/>
                      <a:pt x="10682" y="962"/>
                      <a:pt x="10513" y="833"/>
                    </a:cubicBezTo>
                    <a:cubicBezTo>
                      <a:pt x="10253" y="636"/>
                      <a:pt x="9966" y="467"/>
                      <a:pt x="9661" y="338"/>
                    </a:cubicBezTo>
                    <a:cubicBezTo>
                      <a:pt x="9450" y="243"/>
                      <a:pt x="9226" y="170"/>
                      <a:pt x="8995" y="114"/>
                    </a:cubicBezTo>
                    <a:cubicBezTo>
                      <a:pt x="8688" y="40"/>
                      <a:pt x="8364" y="1"/>
                      <a:pt x="80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04"/>
              <p:cNvSpPr/>
              <p:nvPr/>
            </p:nvSpPr>
            <p:spPr>
              <a:xfrm>
                <a:off x="3836575" y="921450"/>
                <a:ext cx="95425" cy="95450"/>
              </a:xfrm>
              <a:custGeom>
                <a:rect b="b" l="l" r="r" t="t"/>
                <a:pathLst>
                  <a:path extrusionOk="0" h="3818" w="3817">
                    <a:moveTo>
                      <a:pt x="3816" y="0"/>
                    </a:moveTo>
                    <a:lnTo>
                      <a:pt x="3816" y="0"/>
                    </a:lnTo>
                    <a:cubicBezTo>
                      <a:pt x="3421" y="29"/>
                      <a:pt x="3039" y="112"/>
                      <a:pt x="2683" y="243"/>
                    </a:cubicBezTo>
                    <a:lnTo>
                      <a:pt x="235" y="2691"/>
                    </a:lnTo>
                    <a:cubicBezTo>
                      <a:pt x="106" y="3047"/>
                      <a:pt x="24" y="3425"/>
                      <a:pt x="0" y="3818"/>
                    </a:cubicBezTo>
                    <a:lnTo>
                      <a:pt x="38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104"/>
              <p:cNvSpPr/>
              <p:nvPr/>
            </p:nvSpPr>
            <p:spPr>
              <a:xfrm>
                <a:off x="3934525" y="823475"/>
                <a:ext cx="95450" cy="95500"/>
              </a:xfrm>
              <a:custGeom>
                <a:rect b="b" l="l" r="r" t="t"/>
                <a:pathLst>
                  <a:path extrusionOk="0" h="3820" w="3818">
                    <a:moveTo>
                      <a:pt x="3818" y="1"/>
                    </a:moveTo>
                    <a:lnTo>
                      <a:pt x="3818" y="1"/>
                    </a:lnTo>
                    <a:cubicBezTo>
                      <a:pt x="3425" y="26"/>
                      <a:pt x="3046" y="109"/>
                      <a:pt x="2689" y="239"/>
                    </a:cubicBezTo>
                    <a:lnTo>
                      <a:pt x="237" y="2691"/>
                    </a:lnTo>
                    <a:cubicBezTo>
                      <a:pt x="108" y="3045"/>
                      <a:pt x="25" y="3426"/>
                      <a:pt x="1" y="3819"/>
                    </a:cubicBezTo>
                    <a:lnTo>
                      <a:pt x="38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04"/>
              <p:cNvSpPr/>
              <p:nvPr/>
            </p:nvSpPr>
            <p:spPr>
              <a:xfrm>
                <a:off x="3839075" y="826050"/>
                <a:ext cx="238700" cy="238700"/>
              </a:xfrm>
              <a:custGeom>
                <a:rect b="b" l="l" r="r" t="t"/>
                <a:pathLst>
                  <a:path extrusionOk="0" h="9548" w="9548">
                    <a:moveTo>
                      <a:pt x="8881" y="0"/>
                    </a:moveTo>
                    <a:lnTo>
                      <a:pt x="0" y="8880"/>
                    </a:lnTo>
                    <a:cubicBezTo>
                      <a:pt x="56" y="9111"/>
                      <a:pt x="129" y="9336"/>
                      <a:pt x="225" y="9547"/>
                    </a:cubicBezTo>
                    <a:lnTo>
                      <a:pt x="9547" y="224"/>
                    </a:lnTo>
                    <a:cubicBezTo>
                      <a:pt x="9336" y="129"/>
                      <a:pt x="9112" y="55"/>
                      <a:pt x="88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04"/>
              <p:cNvSpPr/>
              <p:nvPr/>
            </p:nvSpPr>
            <p:spPr>
              <a:xfrm>
                <a:off x="3857025" y="844025"/>
                <a:ext cx="253775" cy="253850"/>
              </a:xfrm>
              <a:custGeom>
                <a:rect b="b" l="l" r="r" t="t"/>
                <a:pathLst>
                  <a:path extrusionOk="0" h="10154" w="10151">
                    <a:moveTo>
                      <a:pt x="9680" y="0"/>
                    </a:moveTo>
                    <a:lnTo>
                      <a:pt x="0" y="9680"/>
                    </a:lnTo>
                    <a:cubicBezTo>
                      <a:pt x="96" y="9809"/>
                      <a:pt x="197" y="9928"/>
                      <a:pt x="308" y="10042"/>
                    </a:cubicBezTo>
                    <a:lnTo>
                      <a:pt x="418" y="10153"/>
                    </a:lnTo>
                    <a:lnTo>
                      <a:pt x="10150" y="421"/>
                    </a:lnTo>
                    <a:cubicBezTo>
                      <a:pt x="10008" y="264"/>
                      <a:pt x="9850" y="129"/>
                      <a:pt x="9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104"/>
              <p:cNvSpPr/>
              <p:nvPr/>
            </p:nvSpPr>
            <p:spPr>
              <a:xfrm>
                <a:off x="3886650" y="873600"/>
                <a:ext cx="246150" cy="246150"/>
              </a:xfrm>
              <a:custGeom>
                <a:rect b="b" l="l" r="r" t="t"/>
                <a:pathLst>
                  <a:path extrusionOk="0" h="9846" w="9846">
                    <a:moveTo>
                      <a:pt x="9550" y="0"/>
                    </a:moveTo>
                    <a:lnTo>
                      <a:pt x="0" y="9550"/>
                    </a:lnTo>
                    <a:cubicBezTo>
                      <a:pt x="187" y="9664"/>
                      <a:pt x="387" y="9763"/>
                      <a:pt x="596" y="9845"/>
                    </a:cubicBezTo>
                    <a:lnTo>
                      <a:pt x="9845" y="597"/>
                    </a:lnTo>
                    <a:cubicBezTo>
                      <a:pt x="9763" y="387"/>
                      <a:pt x="9664" y="191"/>
                      <a:pt x="9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104"/>
              <p:cNvSpPr/>
              <p:nvPr/>
            </p:nvSpPr>
            <p:spPr>
              <a:xfrm>
                <a:off x="3928750" y="915725"/>
                <a:ext cx="211050" cy="211100"/>
              </a:xfrm>
              <a:custGeom>
                <a:rect b="b" l="l" r="r" t="t"/>
                <a:pathLst>
                  <a:path extrusionOk="0" h="8444" w="8442">
                    <a:moveTo>
                      <a:pt x="8419" y="0"/>
                    </a:moveTo>
                    <a:lnTo>
                      <a:pt x="0" y="8418"/>
                    </a:lnTo>
                    <a:cubicBezTo>
                      <a:pt x="76" y="8428"/>
                      <a:pt x="149" y="8434"/>
                      <a:pt x="222" y="8437"/>
                    </a:cubicBezTo>
                    <a:lnTo>
                      <a:pt x="222" y="8443"/>
                    </a:lnTo>
                    <a:lnTo>
                      <a:pt x="867" y="8443"/>
                    </a:lnTo>
                    <a:lnTo>
                      <a:pt x="8441" y="869"/>
                    </a:lnTo>
                    <a:lnTo>
                      <a:pt x="8441" y="222"/>
                    </a:lnTo>
                    <a:lnTo>
                      <a:pt x="8437" y="222"/>
                    </a:lnTo>
                    <a:cubicBezTo>
                      <a:pt x="8435" y="147"/>
                      <a:pt x="8429" y="74"/>
                      <a:pt x="8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04"/>
              <p:cNvSpPr/>
              <p:nvPr/>
            </p:nvSpPr>
            <p:spPr>
              <a:xfrm>
                <a:off x="3984075" y="971025"/>
                <a:ext cx="155725" cy="155800"/>
              </a:xfrm>
              <a:custGeom>
                <a:rect b="b" l="l" r="r" t="t"/>
                <a:pathLst>
                  <a:path extrusionOk="0" h="6232" w="6229">
                    <a:moveTo>
                      <a:pt x="6228" y="1"/>
                    </a:moveTo>
                    <a:lnTo>
                      <a:pt x="0" y="6231"/>
                    </a:lnTo>
                    <a:lnTo>
                      <a:pt x="892" y="6231"/>
                    </a:lnTo>
                    <a:lnTo>
                      <a:pt x="6228" y="895"/>
                    </a:lnTo>
                    <a:lnTo>
                      <a:pt x="62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04"/>
              <p:cNvSpPr/>
              <p:nvPr/>
            </p:nvSpPr>
            <p:spPr>
              <a:xfrm>
                <a:off x="4039950" y="1026975"/>
                <a:ext cx="99850" cy="99850"/>
              </a:xfrm>
              <a:custGeom>
                <a:rect b="b" l="l" r="r" t="t"/>
                <a:pathLst>
                  <a:path extrusionOk="0" h="3994" w="3994">
                    <a:moveTo>
                      <a:pt x="3993" y="0"/>
                    </a:moveTo>
                    <a:lnTo>
                      <a:pt x="0" y="3993"/>
                    </a:lnTo>
                    <a:lnTo>
                      <a:pt x="892" y="3993"/>
                    </a:lnTo>
                    <a:lnTo>
                      <a:pt x="3993" y="892"/>
                    </a:lnTo>
                    <a:lnTo>
                      <a:pt x="3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104"/>
              <p:cNvSpPr/>
              <p:nvPr/>
            </p:nvSpPr>
            <p:spPr>
              <a:xfrm>
                <a:off x="4095800" y="1082900"/>
                <a:ext cx="44000" cy="43925"/>
              </a:xfrm>
              <a:custGeom>
                <a:rect b="b" l="l" r="r" t="t"/>
                <a:pathLst>
                  <a:path extrusionOk="0" h="1757" w="1760">
                    <a:moveTo>
                      <a:pt x="1759" y="1"/>
                    </a:moveTo>
                    <a:lnTo>
                      <a:pt x="1" y="1756"/>
                    </a:lnTo>
                    <a:lnTo>
                      <a:pt x="895" y="1756"/>
                    </a:lnTo>
                    <a:lnTo>
                      <a:pt x="1759" y="892"/>
                    </a:lnTo>
                    <a:lnTo>
                      <a:pt x="1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104"/>
              <p:cNvSpPr/>
              <p:nvPr/>
            </p:nvSpPr>
            <p:spPr>
              <a:xfrm>
                <a:off x="3892750" y="879725"/>
                <a:ext cx="190525" cy="190475"/>
              </a:xfrm>
              <a:custGeom>
                <a:rect b="b" l="l" r="r" t="t"/>
                <a:pathLst>
                  <a:path extrusionOk="0" h="7619" w="7621">
                    <a:moveTo>
                      <a:pt x="5771" y="1"/>
                    </a:moveTo>
                    <a:cubicBezTo>
                      <a:pt x="4779" y="1"/>
                      <a:pt x="3969" y="775"/>
                      <a:pt x="3925" y="1764"/>
                    </a:cubicBezTo>
                    <a:lnTo>
                      <a:pt x="3834" y="3834"/>
                    </a:lnTo>
                    <a:lnTo>
                      <a:pt x="1764" y="3924"/>
                    </a:lnTo>
                    <a:cubicBezTo>
                      <a:pt x="777" y="3969"/>
                      <a:pt x="1" y="4780"/>
                      <a:pt x="1" y="5771"/>
                    </a:cubicBezTo>
                    <a:cubicBezTo>
                      <a:pt x="1" y="6761"/>
                      <a:pt x="774" y="7571"/>
                      <a:pt x="1762" y="7617"/>
                    </a:cubicBezTo>
                    <a:lnTo>
                      <a:pt x="1815" y="7619"/>
                    </a:lnTo>
                    <a:lnTo>
                      <a:pt x="1815" y="7618"/>
                    </a:lnTo>
                    <a:lnTo>
                      <a:pt x="7620" y="7618"/>
                    </a:lnTo>
                    <a:lnTo>
                      <a:pt x="7620" y="1817"/>
                    </a:lnTo>
                    <a:lnTo>
                      <a:pt x="7617" y="1761"/>
                    </a:lnTo>
                    <a:cubicBezTo>
                      <a:pt x="7573" y="775"/>
                      <a:pt x="6761" y="1"/>
                      <a:pt x="57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04"/>
              <p:cNvSpPr/>
              <p:nvPr/>
            </p:nvSpPr>
            <p:spPr>
              <a:xfrm>
                <a:off x="3911600" y="898625"/>
                <a:ext cx="152700" cy="152725"/>
              </a:xfrm>
              <a:custGeom>
                <a:rect b="b" l="l" r="r" t="t"/>
                <a:pathLst>
                  <a:path extrusionOk="0" h="6109" w="6108">
                    <a:moveTo>
                      <a:pt x="5015" y="0"/>
                    </a:moveTo>
                    <a:cubicBezTo>
                      <a:pt x="4429" y="0"/>
                      <a:pt x="3950" y="458"/>
                      <a:pt x="3924" y="1042"/>
                    </a:cubicBezTo>
                    <a:lnTo>
                      <a:pt x="3802" y="3802"/>
                    </a:lnTo>
                    <a:lnTo>
                      <a:pt x="1042" y="3924"/>
                    </a:lnTo>
                    <a:cubicBezTo>
                      <a:pt x="458" y="3950"/>
                      <a:pt x="0" y="4427"/>
                      <a:pt x="0" y="5015"/>
                    </a:cubicBezTo>
                    <a:cubicBezTo>
                      <a:pt x="0" y="5602"/>
                      <a:pt x="458" y="6081"/>
                      <a:pt x="1045" y="6107"/>
                    </a:cubicBezTo>
                    <a:lnTo>
                      <a:pt x="1079" y="6109"/>
                    </a:lnTo>
                    <a:lnTo>
                      <a:pt x="6108" y="6109"/>
                    </a:lnTo>
                    <a:lnTo>
                      <a:pt x="6108" y="1079"/>
                    </a:lnTo>
                    <a:lnTo>
                      <a:pt x="6106" y="1041"/>
                    </a:lnTo>
                    <a:cubicBezTo>
                      <a:pt x="6081" y="458"/>
                      <a:pt x="5601" y="0"/>
                      <a:pt x="50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9" name="Google Shape;8169;p104"/>
            <p:cNvGrpSpPr/>
            <p:nvPr/>
          </p:nvGrpSpPr>
          <p:grpSpPr>
            <a:xfrm>
              <a:off x="431536" y="277500"/>
              <a:ext cx="401330" cy="401463"/>
              <a:chOff x="5038846" y="235350"/>
              <a:chExt cx="158691" cy="158738"/>
            </a:xfrm>
          </p:grpSpPr>
          <p:sp>
            <p:nvSpPr>
              <p:cNvPr id="8170" name="Google Shape;8170;p104"/>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104"/>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2" name="Google Shape;8172;p104"/>
            <p:cNvGrpSpPr/>
            <p:nvPr/>
          </p:nvGrpSpPr>
          <p:grpSpPr>
            <a:xfrm>
              <a:off x="1286004" y="4319900"/>
              <a:ext cx="597553" cy="568204"/>
              <a:chOff x="5164484" y="526738"/>
              <a:chExt cx="133266" cy="126713"/>
            </a:xfrm>
          </p:grpSpPr>
          <p:sp>
            <p:nvSpPr>
              <p:cNvPr id="8173" name="Google Shape;8173;p104"/>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04"/>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5" name="Google Shape;8175;p104"/>
            <p:cNvGrpSpPr/>
            <p:nvPr/>
          </p:nvGrpSpPr>
          <p:grpSpPr>
            <a:xfrm rot="2159224">
              <a:off x="8263889" y="3127481"/>
              <a:ext cx="334208" cy="317797"/>
              <a:chOff x="5164484" y="526738"/>
              <a:chExt cx="133266" cy="126713"/>
            </a:xfrm>
          </p:grpSpPr>
          <p:sp>
            <p:nvSpPr>
              <p:cNvPr id="8176" name="Google Shape;8176;p104"/>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lt2"/>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04"/>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8178" name="Shape 8178"/>
        <p:cNvGrpSpPr/>
        <p:nvPr/>
      </p:nvGrpSpPr>
      <p:grpSpPr>
        <a:xfrm>
          <a:off x="0" y="0"/>
          <a:ext cx="0" cy="0"/>
          <a:chOff x="0" y="0"/>
          <a:chExt cx="0" cy="0"/>
        </a:xfrm>
      </p:grpSpPr>
      <p:sp>
        <p:nvSpPr>
          <p:cNvPr id="8179" name="Google Shape;8179;p105"/>
          <p:cNvSpPr txBox="1"/>
          <p:nvPr>
            <p:ph type="title"/>
          </p:nvPr>
        </p:nvSpPr>
        <p:spPr>
          <a:xfrm>
            <a:off x="1168725" y="2518175"/>
            <a:ext cx="6755700" cy="8418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8180" name="Google Shape;8180;p105"/>
          <p:cNvSpPr txBox="1"/>
          <p:nvPr>
            <p:ph hasCustomPrompt="1" idx="2" type="title"/>
          </p:nvPr>
        </p:nvSpPr>
        <p:spPr>
          <a:xfrm>
            <a:off x="3922651" y="1497600"/>
            <a:ext cx="1298700" cy="841800"/>
          </a:xfrm>
          <a:prstGeom prst="rect">
            <a:avLst/>
          </a:prstGeom>
          <a:noFill/>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2"/>
                </a:solidFill>
              </a:defRPr>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8181" name="Google Shape;8181;p105"/>
          <p:cNvSpPr txBox="1"/>
          <p:nvPr>
            <p:ph idx="1" type="subTitle"/>
          </p:nvPr>
        </p:nvSpPr>
        <p:spPr>
          <a:xfrm>
            <a:off x="1168725" y="3270900"/>
            <a:ext cx="6755700" cy="3750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8182" name="Google Shape;8182;p105"/>
          <p:cNvGrpSpPr/>
          <p:nvPr/>
        </p:nvGrpSpPr>
        <p:grpSpPr>
          <a:xfrm>
            <a:off x="-168905" y="3601805"/>
            <a:ext cx="1697388" cy="1443439"/>
            <a:chOff x="2880571" y="194363"/>
            <a:chExt cx="650041" cy="552788"/>
          </a:xfrm>
        </p:grpSpPr>
        <p:sp>
          <p:nvSpPr>
            <p:cNvPr id="8183" name="Google Shape;8183;p105"/>
            <p:cNvSpPr/>
            <p:nvPr/>
          </p:nvSpPr>
          <p:spPr>
            <a:xfrm>
              <a:off x="2880571" y="194363"/>
              <a:ext cx="648725" cy="551800"/>
            </a:xfrm>
            <a:custGeom>
              <a:rect b="b" l="l" r="r" t="t"/>
              <a:pathLst>
                <a:path extrusionOk="0" h="22072" w="25949">
                  <a:moveTo>
                    <a:pt x="14372" y="1"/>
                  </a:moveTo>
                  <a:cubicBezTo>
                    <a:pt x="11516" y="1"/>
                    <a:pt x="8653" y="1093"/>
                    <a:pt x="6502" y="3555"/>
                  </a:cubicBezTo>
                  <a:cubicBezTo>
                    <a:pt x="0" y="10327"/>
                    <a:pt x="5289" y="22072"/>
                    <a:pt x="14402" y="22072"/>
                  </a:cubicBezTo>
                  <a:cubicBezTo>
                    <a:pt x="14703" y="22072"/>
                    <a:pt x="15008" y="22059"/>
                    <a:pt x="15316" y="22033"/>
                  </a:cubicBezTo>
                  <a:cubicBezTo>
                    <a:pt x="20809" y="21806"/>
                    <a:pt x="25536" y="17001"/>
                    <a:pt x="25684" y="11509"/>
                  </a:cubicBezTo>
                  <a:cubicBezTo>
                    <a:pt x="25855" y="11340"/>
                    <a:pt x="25949" y="11241"/>
                    <a:pt x="25949" y="11241"/>
                  </a:cubicBezTo>
                  <a:cubicBezTo>
                    <a:pt x="25949" y="11241"/>
                    <a:pt x="25860" y="11147"/>
                    <a:pt x="25696" y="10985"/>
                  </a:cubicBezTo>
                  <a:cubicBezTo>
                    <a:pt x="25831" y="4414"/>
                    <a:pt x="20114" y="1"/>
                    <a:pt x="14372" y="1"/>
                  </a:cubicBezTo>
                  <a:close/>
                </a:path>
              </a:pathLst>
            </a:custGeom>
            <a:solidFill>
              <a:schemeClr val="accent4"/>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05"/>
            <p:cNvSpPr/>
            <p:nvPr/>
          </p:nvSpPr>
          <p:spPr>
            <a:xfrm>
              <a:off x="2972013" y="194875"/>
              <a:ext cx="552275" cy="552275"/>
            </a:xfrm>
            <a:custGeom>
              <a:rect b="b" l="l" r="r" t="t"/>
              <a:pathLst>
                <a:path extrusionOk="0" h="22091" w="22091">
                  <a:moveTo>
                    <a:pt x="11046" y="1"/>
                  </a:moveTo>
                  <a:cubicBezTo>
                    <a:pt x="8116" y="1"/>
                    <a:pt x="5307" y="1165"/>
                    <a:pt x="3236" y="3236"/>
                  </a:cubicBezTo>
                  <a:cubicBezTo>
                    <a:pt x="1165" y="5307"/>
                    <a:pt x="1" y="8116"/>
                    <a:pt x="1" y="11045"/>
                  </a:cubicBezTo>
                  <a:cubicBezTo>
                    <a:pt x="1" y="13975"/>
                    <a:pt x="1165" y="16784"/>
                    <a:pt x="3236" y="18855"/>
                  </a:cubicBezTo>
                  <a:cubicBezTo>
                    <a:pt x="5307" y="20926"/>
                    <a:pt x="8116" y="22090"/>
                    <a:pt x="11046" y="22090"/>
                  </a:cubicBezTo>
                  <a:cubicBezTo>
                    <a:pt x="13975" y="22090"/>
                    <a:pt x="16784" y="20926"/>
                    <a:pt x="18856" y="18855"/>
                  </a:cubicBezTo>
                  <a:cubicBezTo>
                    <a:pt x="20928" y="16784"/>
                    <a:pt x="22091" y="13975"/>
                    <a:pt x="22091" y="11045"/>
                  </a:cubicBezTo>
                  <a:cubicBezTo>
                    <a:pt x="22091" y="8116"/>
                    <a:pt x="20928" y="5307"/>
                    <a:pt x="18856" y="3236"/>
                  </a:cubicBezTo>
                  <a:cubicBezTo>
                    <a:pt x="16784" y="1165"/>
                    <a:pt x="13975" y="1"/>
                    <a:pt x="110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105"/>
            <p:cNvSpPr/>
            <p:nvPr/>
          </p:nvSpPr>
          <p:spPr>
            <a:xfrm>
              <a:off x="2985188" y="342975"/>
              <a:ext cx="281225" cy="129125"/>
            </a:xfrm>
            <a:custGeom>
              <a:rect b="b" l="l" r="r" t="t"/>
              <a:pathLst>
                <a:path extrusionOk="0" h="5165" w="11249">
                  <a:moveTo>
                    <a:pt x="730" y="0"/>
                  </a:moveTo>
                  <a:cubicBezTo>
                    <a:pt x="437" y="553"/>
                    <a:pt x="191" y="1138"/>
                    <a:pt x="0" y="1743"/>
                  </a:cubicBezTo>
                  <a:cubicBezTo>
                    <a:pt x="2739" y="3889"/>
                    <a:pt x="6187" y="5164"/>
                    <a:pt x="9935" y="5164"/>
                  </a:cubicBezTo>
                  <a:cubicBezTo>
                    <a:pt x="9999" y="5164"/>
                    <a:pt x="10061" y="5164"/>
                    <a:pt x="10126" y="5161"/>
                  </a:cubicBezTo>
                  <a:lnTo>
                    <a:pt x="10179" y="5161"/>
                  </a:lnTo>
                  <a:cubicBezTo>
                    <a:pt x="10243" y="5161"/>
                    <a:pt x="10312" y="5159"/>
                    <a:pt x="10379" y="5159"/>
                  </a:cubicBezTo>
                  <a:cubicBezTo>
                    <a:pt x="10385" y="5156"/>
                    <a:pt x="10394" y="5156"/>
                    <a:pt x="10403" y="5156"/>
                  </a:cubicBezTo>
                  <a:lnTo>
                    <a:pt x="10464" y="5156"/>
                  </a:lnTo>
                  <a:cubicBezTo>
                    <a:pt x="10472" y="5154"/>
                    <a:pt x="10478" y="5154"/>
                    <a:pt x="10487" y="5154"/>
                  </a:cubicBezTo>
                  <a:lnTo>
                    <a:pt x="10540" y="5154"/>
                  </a:lnTo>
                  <a:cubicBezTo>
                    <a:pt x="10542" y="5152"/>
                    <a:pt x="10543" y="5152"/>
                    <a:pt x="10545" y="5152"/>
                  </a:cubicBezTo>
                  <a:cubicBezTo>
                    <a:pt x="10547" y="5152"/>
                    <a:pt x="10549" y="5152"/>
                    <a:pt x="10552" y="5154"/>
                  </a:cubicBezTo>
                  <a:cubicBezTo>
                    <a:pt x="10559" y="5151"/>
                    <a:pt x="10568" y="5151"/>
                    <a:pt x="10577" y="5151"/>
                  </a:cubicBezTo>
                  <a:lnTo>
                    <a:pt x="10604" y="5151"/>
                  </a:lnTo>
                  <a:cubicBezTo>
                    <a:pt x="10604" y="5150"/>
                    <a:pt x="10605" y="5149"/>
                    <a:pt x="10606" y="5149"/>
                  </a:cubicBezTo>
                  <a:cubicBezTo>
                    <a:pt x="10608" y="5149"/>
                    <a:pt x="10609" y="5150"/>
                    <a:pt x="10611" y="5151"/>
                  </a:cubicBezTo>
                  <a:cubicBezTo>
                    <a:pt x="10616" y="5149"/>
                    <a:pt x="10622" y="5149"/>
                    <a:pt x="10629" y="5149"/>
                  </a:cubicBezTo>
                  <a:lnTo>
                    <a:pt x="10644" y="5149"/>
                  </a:lnTo>
                  <a:cubicBezTo>
                    <a:pt x="10660" y="5149"/>
                    <a:pt x="10675" y="5146"/>
                    <a:pt x="10694" y="5146"/>
                  </a:cubicBezTo>
                  <a:lnTo>
                    <a:pt x="10702" y="5146"/>
                  </a:lnTo>
                  <a:cubicBezTo>
                    <a:pt x="10882" y="5135"/>
                    <a:pt x="11067" y="5124"/>
                    <a:pt x="11249" y="5109"/>
                  </a:cubicBezTo>
                  <a:cubicBezTo>
                    <a:pt x="11148" y="5099"/>
                    <a:pt x="11042" y="5091"/>
                    <a:pt x="10939" y="5071"/>
                  </a:cubicBezTo>
                  <a:cubicBezTo>
                    <a:pt x="10914" y="5071"/>
                    <a:pt x="10894" y="5067"/>
                    <a:pt x="10872" y="5065"/>
                  </a:cubicBezTo>
                  <a:cubicBezTo>
                    <a:pt x="10808" y="5062"/>
                    <a:pt x="10747" y="5053"/>
                    <a:pt x="10685" y="5047"/>
                  </a:cubicBezTo>
                  <a:lnTo>
                    <a:pt x="10682" y="5047"/>
                  </a:lnTo>
                  <a:cubicBezTo>
                    <a:pt x="10661" y="5045"/>
                    <a:pt x="10640" y="5040"/>
                    <a:pt x="10618" y="5037"/>
                  </a:cubicBezTo>
                  <a:cubicBezTo>
                    <a:pt x="10609" y="5037"/>
                    <a:pt x="10603" y="5037"/>
                    <a:pt x="10597" y="5035"/>
                  </a:cubicBezTo>
                  <a:lnTo>
                    <a:pt x="10581" y="5035"/>
                  </a:lnTo>
                  <a:cubicBezTo>
                    <a:pt x="10572" y="5035"/>
                    <a:pt x="10566" y="5032"/>
                    <a:pt x="10558" y="5032"/>
                  </a:cubicBezTo>
                  <a:lnTo>
                    <a:pt x="10546" y="5032"/>
                  </a:lnTo>
                  <a:cubicBezTo>
                    <a:pt x="10541" y="5030"/>
                    <a:pt x="10535" y="5030"/>
                    <a:pt x="10528" y="5030"/>
                  </a:cubicBezTo>
                  <a:cubicBezTo>
                    <a:pt x="10519" y="5027"/>
                    <a:pt x="10510" y="5027"/>
                    <a:pt x="10501" y="5027"/>
                  </a:cubicBezTo>
                  <a:lnTo>
                    <a:pt x="10499" y="5027"/>
                  </a:lnTo>
                  <a:cubicBezTo>
                    <a:pt x="10492" y="5025"/>
                    <a:pt x="10485" y="5025"/>
                    <a:pt x="10483" y="5025"/>
                  </a:cubicBezTo>
                  <a:lnTo>
                    <a:pt x="10477" y="5025"/>
                  </a:lnTo>
                  <a:cubicBezTo>
                    <a:pt x="10464" y="5021"/>
                    <a:pt x="10452" y="5021"/>
                    <a:pt x="10443" y="5019"/>
                  </a:cubicBezTo>
                  <a:cubicBezTo>
                    <a:pt x="10434" y="5019"/>
                    <a:pt x="10425" y="5019"/>
                    <a:pt x="10418" y="5016"/>
                  </a:cubicBezTo>
                  <a:cubicBezTo>
                    <a:pt x="10406" y="5016"/>
                    <a:pt x="10396" y="5014"/>
                    <a:pt x="10387" y="5014"/>
                  </a:cubicBezTo>
                  <a:cubicBezTo>
                    <a:pt x="10381" y="5014"/>
                    <a:pt x="10377" y="5011"/>
                    <a:pt x="10375" y="5011"/>
                  </a:cubicBezTo>
                  <a:cubicBezTo>
                    <a:pt x="10319" y="5004"/>
                    <a:pt x="10263" y="4995"/>
                    <a:pt x="10209" y="4986"/>
                  </a:cubicBezTo>
                  <a:lnTo>
                    <a:pt x="10190" y="4986"/>
                  </a:lnTo>
                  <a:cubicBezTo>
                    <a:pt x="6474" y="4439"/>
                    <a:pt x="3170" y="2628"/>
                    <a:pt x="7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05"/>
            <p:cNvSpPr/>
            <p:nvPr/>
          </p:nvSpPr>
          <p:spPr>
            <a:xfrm>
              <a:off x="3229863" y="470125"/>
              <a:ext cx="281325" cy="128825"/>
            </a:xfrm>
            <a:custGeom>
              <a:rect b="b" l="l" r="r" t="t"/>
              <a:pathLst>
                <a:path extrusionOk="0" h="5153" w="11253">
                  <a:moveTo>
                    <a:pt x="1352" y="1"/>
                  </a:moveTo>
                  <a:cubicBezTo>
                    <a:pt x="1338" y="1"/>
                    <a:pt x="1325" y="1"/>
                    <a:pt x="1311" y="1"/>
                  </a:cubicBezTo>
                  <a:lnTo>
                    <a:pt x="1151" y="1"/>
                  </a:lnTo>
                  <a:cubicBezTo>
                    <a:pt x="1124" y="1"/>
                    <a:pt x="1095" y="3"/>
                    <a:pt x="1069" y="3"/>
                  </a:cubicBezTo>
                  <a:cubicBezTo>
                    <a:pt x="1003" y="3"/>
                    <a:pt x="939" y="6"/>
                    <a:pt x="871" y="6"/>
                  </a:cubicBezTo>
                  <a:cubicBezTo>
                    <a:pt x="862" y="6"/>
                    <a:pt x="853" y="6"/>
                    <a:pt x="845" y="8"/>
                  </a:cubicBezTo>
                  <a:lnTo>
                    <a:pt x="786" y="8"/>
                  </a:lnTo>
                  <a:cubicBezTo>
                    <a:pt x="780" y="8"/>
                    <a:pt x="770" y="8"/>
                    <a:pt x="762" y="11"/>
                  </a:cubicBezTo>
                  <a:cubicBezTo>
                    <a:pt x="761" y="10"/>
                    <a:pt x="760" y="10"/>
                    <a:pt x="758" y="10"/>
                  </a:cubicBezTo>
                  <a:cubicBezTo>
                    <a:pt x="755" y="10"/>
                    <a:pt x="751" y="11"/>
                    <a:pt x="747" y="11"/>
                  </a:cubicBezTo>
                  <a:cubicBezTo>
                    <a:pt x="745" y="12"/>
                    <a:pt x="744" y="12"/>
                    <a:pt x="743" y="12"/>
                  </a:cubicBezTo>
                  <a:cubicBezTo>
                    <a:pt x="741" y="12"/>
                    <a:pt x="739" y="11"/>
                    <a:pt x="739" y="11"/>
                  </a:cubicBezTo>
                  <a:lnTo>
                    <a:pt x="697" y="11"/>
                  </a:lnTo>
                  <a:cubicBezTo>
                    <a:pt x="691" y="11"/>
                    <a:pt x="682" y="11"/>
                    <a:pt x="672" y="13"/>
                  </a:cubicBezTo>
                  <a:lnTo>
                    <a:pt x="639" y="13"/>
                  </a:lnTo>
                  <a:cubicBezTo>
                    <a:pt x="634" y="13"/>
                    <a:pt x="628" y="13"/>
                    <a:pt x="621" y="16"/>
                  </a:cubicBezTo>
                  <a:cubicBezTo>
                    <a:pt x="621" y="16"/>
                    <a:pt x="619" y="15"/>
                    <a:pt x="618" y="15"/>
                  </a:cubicBezTo>
                  <a:cubicBezTo>
                    <a:pt x="617" y="15"/>
                    <a:pt x="616" y="15"/>
                    <a:pt x="615" y="16"/>
                  </a:cubicBezTo>
                  <a:cubicBezTo>
                    <a:pt x="597" y="16"/>
                    <a:pt x="578" y="16"/>
                    <a:pt x="557" y="18"/>
                  </a:cubicBezTo>
                  <a:lnTo>
                    <a:pt x="554" y="18"/>
                  </a:lnTo>
                  <a:cubicBezTo>
                    <a:pt x="370" y="25"/>
                    <a:pt x="185" y="37"/>
                    <a:pt x="0" y="52"/>
                  </a:cubicBezTo>
                  <a:cubicBezTo>
                    <a:pt x="114" y="61"/>
                    <a:pt x="228" y="70"/>
                    <a:pt x="339" y="83"/>
                  </a:cubicBezTo>
                  <a:cubicBezTo>
                    <a:pt x="354" y="87"/>
                    <a:pt x="368" y="87"/>
                    <a:pt x="381" y="90"/>
                  </a:cubicBezTo>
                  <a:cubicBezTo>
                    <a:pt x="443" y="95"/>
                    <a:pt x="504" y="101"/>
                    <a:pt x="566" y="107"/>
                  </a:cubicBezTo>
                  <a:lnTo>
                    <a:pt x="568" y="110"/>
                  </a:lnTo>
                  <a:cubicBezTo>
                    <a:pt x="590" y="110"/>
                    <a:pt x="610" y="114"/>
                    <a:pt x="633" y="116"/>
                  </a:cubicBezTo>
                  <a:cubicBezTo>
                    <a:pt x="639" y="116"/>
                    <a:pt x="649" y="116"/>
                    <a:pt x="655" y="120"/>
                  </a:cubicBezTo>
                  <a:lnTo>
                    <a:pt x="667" y="120"/>
                  </a:lnTo>
                  <a:cubicBezTo>
                    <a:pt x="674" y="120"/>
                    <a:pt x="683" y="122"/>
                    <a:pt x="692" y="122"/>
                  </a:cubicBezTo>
                  <a:lnTo>
                    <a:pt x="701" y="122"/>
                  </a:lnTo>
                  <a:cubicBezTo>
                    <a:pt x="707" y="125"/>
                    <a:pt x="714" y="125"/>
                    <a:pt x="723" y="125"/>
                  </a:cubicBezTo>
                  <a:cubicBezTo>
                    <a:pt x="729" y="127"/>
                    <a:pt x="738" y="127"/>
                    <a:pt x="748" y="127"/>
                  </a:cubicBezTo>
                  <a:lnTo>
                    <a:pt x="754" y="127"/>
                  </a:lnTo>
                  <a:cubicBezTo>
                    <a:pt x="758" y="130"/>
                    <a:pt x="760" y="130"/>
                    <a:pt x="767" y="130"/>
                  </a:cubicBezTo>
                  <a:lnTo>
                    <a:pt x="776" y="130"/>
                  </a:lnTo>
                  <a:cubicBezTo>
                    <a:pt x="785" y="133"/>
                    <a:pt x="796" y="133"/>
                    <a:pt x="810" y="136"/>
                  </a:cubicBezTo>
                  <a:cubicBezTo>
                    <a:pt x="816" y="136"/>
                    <a:pt x="822" y="136"/>
                    <a:pt x="831" y="139"/>
                  </a:cubicBezTo>
                  <a:cubicBezTo>
                    <a:pt x="841" y="139"/>
                    <a:pt x="852" y="141"/>
                    <a:pt x="865" y="141"/>
                  </a:cubicBezTo>
                  <a:cubicBezTo>
                    <a:pt x="867" y="144"/>
                    <a:pt x="871" y="144"/>
                    <a:pt x="874" y="144"/>
                  </a:cubicBezTo>
                  <a:cubicBezTo>
                    <a:pt x="929" y="151"/>
                    <a:pt x="987" y="160"/>
                    <a:pt x="1043" y="168"/>
                  </a:cubicBezTo>
                  <a:cubicBezTo>
                    <a:pt x="1049" y="168"/>
                    <a:pt x="1058" y="168"/>
                    <a:pt x="1064" y="171"/>
                  </a:cubicBezTo>
                  <a:cubicBezTo>
                    <a:pt x="4782" y="718"/>
                    <a:pt x="8085" y="2531"/>
                    <a:pt x="10523" y="5153"/>
                  </a:cubicBezTo>
                  <a:cubicBezTo>
                    <a:pt x="10812" y="4599"/>
                    <a:pt x="11058" y="4017"/>
                    <a:pt x="11252" y="3413"/>
                  </a:cubicBezTo>
                  <a:cubicBezTo>
                    <a:pt x="8519" y="1275"/>
                    <a:pt x="5086" y="1"/>
                    <a:pt x="13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05"/>
            <p:cNvSpPr/>
            <p:nvPr/>
          </p:nvSpPr>
          <p:spPr>
            <a:xfrm>
              <a:off x="3247238" y="208025"/>
              <a:ext cx="128900" cy="281250"/>
            </a:xfrm>
            <a:custGeom>
              <a:rect b="b" l="l" r="r" t="t"/>
              <a:pathLst>
                <a:path extrusionOk="0" h="11250" w="5156">
                  <a:moveTo>
                    <a:pt x="3421" y="1"/>
                  </a:moveTo>
                  <a:cubicBezTo>
                    <a:pt x="1276" y="2742"/>
                    <a:pt x="0" y="6191"/>
                    <a:pt x="0" y="9938"/>
                  </a:cubicBezTo>
                  <a:cubicBezTo>
                    <a:pt x="0" y="10002"/>
                    <a:pt x="0" y="10064"/>
                    <a:pt x="2" y="10129"/>
                  </a:cubicBezTo>
                  <a:lnTo>
                    <a:pt x="2" y="10180"/>
                  </a:lnTo>
                  <a:cubicBezTo>
                    <a:pt x="2" y="10244"/>
                    <a:pt x="5" y="10309"/>
                    <a:pt x="5" y="10377"/>
                  </a:cubicBezTo>
                  <a:cubicBezTo>
                    <a:pt x="7" y="10386"/>
                    <a:pt x="7" y="10394"/>
                    <a:pt x="7" y="10403"/>
                  </a:cubicBezTo>
                  <a:lnTo>
                    <a:pt x="7" y="10419"/>
                  </a:lnTo>
                  <a:lnTo>
                    <a:pt x="7" y="10425"/>
                  </a:lnTo>
                  <a:lnTo>
                    <a:pt x="7" y="10463"/>
                  </a:lnTo>
                  <a:cubicBezTo>
                    <a:pt x="10" y="10469"/>
                    <a:pt x="10" y="10479"/>
                    <a:pt x="10" y="10487"/>
                  </a:cubicBezTo>
                  <a:lnTo>
                    <a:pt x="10" y="10536"/>
                  </a:lnTo>
                  <a:cubicBezTo>
                    <a:pt x="12" y="10539"/>
                    <a:pt x="12" y="10546"/>
                    <a:pt x="10" y="10552"/>
                  </a:cubicBezTo>
                  <a:cubicBezTo>
                    <a:pt x="12" y="10558"/>
                    <a:pt x="12" y="10567"/>
                    <a:pt x="12" y="10577"/>
                  </a:cubicBezTo>
                  <a:lnTo>
                    <a:pt x="12" y="10600"/>
                  </a:lnTo>
                  <a:lnTo>
                    <a:pt x="12" y="10608"/>
                  </a:lnTo>
                  <a:cubicBezTo>
                    <a:pt x="15" y="10614"/>
                    <a:pt x="15" y="10620"/>
                    <a:pt x="15" y="10629"/>
                  </a:cubicBezTo>
                  <a:lnTo>
                    <a:pt x="15" y="10642"/>
                  </a:lnTo>
                  <a:cubicBezTo>
                    <a:pt x="15" y="10657"/>
                    <a:pt x="18" y="10677"/>
                    <a:pt x="18" y="10695"/>
                  </a:cubicBezTo>
                  <a:lnTo>
                    <a:pt x="18" y="10697"/>
                  </a:lnTo>
                  <a:lnTo>
                    <a:pt x="18" y="10701"/>
                  </a:lnTo>
                  <a:cubicBezTo>
                    <a:pt x="28" y="10883"/>
                    <a:pt x="39" y="11065"/>
                    <a:pt x="55" y="11250"/>
                  </a:cubicBezTo>
                  <a:cubicBezTo>
                    <a:pt x="64" y="11145"/>
                    <a:pt x="73" y="11044"/>
                    <a:pt x="86" y="10943"/>
                  </a:cubicBezTo>
                  <a:cubicBezTo>
                    <a:pt x="86" y="10918"/>
                    <a:pt x="90" y="10898"/>
                    <a:pt x="93" y="10876"/>
                  </a:cubicBezTo>
                  <a:cubicBezTo>
                    <a:pt x="95" y="10811"/>
                    <a:pt x="104" y="10750"/>
                    <a:pt x="110" y="10688"/>
                  </a:cubicBezTo>
                  <a:lnTo>
                    <a:pt x="110" y="10686"/>
                  </a:lnTo>
                  <a:cubicBezTo>
                    <a:pt x="114" y="10665"/>
                    <a:pt x="117" y="10641"/>
                    <a:pt x="120" y="10619"/>
                  </a:cubicBezTo>
                  <a:cubicBezTo>
                    <a:pt x="120" y="10613"/>
                    <a:pt x="120" y="10604"/>
                    <a:pt x="122" y="10597"/>
                  </a:cubicBezTo>
                  <a:lnTo>
                    <a:pt x="122" y="10590"/>
                  </a:lnTo>
                  <a:lnTo>
                    <a:pt x="122" y="10584"/>
                  </a:lnTo>
                  <a:cubicBezTo>
                    <a:pt x="122" y="10578"/>
                    <a:pt x="125" y="10568"/>
                    <a:pt x="125" y="10559"/>
                  </a:cubicBezTo>
                  <a:lnTo>
                    <a:pt x="125" y="10551"/>
                  </a:lnTo>
                  <a:cubicBezTo>
                    <a:pt x="127" y="10544"/>
                    <a:pt x="127" y="10538"/>
                    <a:pt x="127" y="10528"/>
                  </a:cubicBezTo>
                  <a:cubicBezTo>
                    <a:pt x="130" y="10522"/>
                    <a:pt x="130" y="10513"/>
                    <a:pt x="130" y="10504"/>
                  </a:cubicBezTo>
                  <a:lnTo>
                    <a:pt x="130" y="10501"/>
                  </a:lnTo>
                  <a:cubicBezTo>
                    <a:pt x="132" y="10499"/>
                    <a:pt x="132" y="10492"/>
                    <a:pt x="132" y="10486"/>
                  </a:cubicBezTo>
                  <a:lnTo>
                    <a:pt x="132" y="10477"/>
                  </a:lnTo>
                  <a:cubicBezTo>
                    <a:pt x="136" y="10468"/>
                    <a:pt x="136" y="10456"/>
                    <a:pt x="139" y="10444"/>
                  </a:cubicBezTo>
                  <a:cubicBezTo>
                    <a:pt x="139" y="10438"/>
                    <a:pt x="139" y="10432"/>
                    <a:pt x="141" y="10425"/>
                  </a:cubicBezTo>
                  <a:cubicBezTo>
                    <a:pt x="141" y="10413"/>
                    <a:pt x="144" y="10401"/>
                    <a:pt x="144" y="10388"/>
                  </a:cubicBezTo>
                  <a:cubicBezTo>
                    <a:pt x="144" y="10386"/>
                    <a:pt x="147" y="10382"/>
                    <a:pt x="147" y="10379"/>
                  </a:cubicBezTo>
                  <a:cubicBezTo>
                    <a:pt x="153" y="10324"/>
                    <a:pt x="162" y="10265"/>
                    <a:pt x="171" y="10210"/>
                  </a:cubicBezTo>
                  <a:cubicBezTo>
                    <a:pt x="171" y="10203"/>
                    <a:pt x="171" y="10195"/>
                    <a:pt x="173" y="10188"/>
                  </a:cubicBezTo>
                  <a:cubicBezTo>
                    <a:pt x="720" y="6471"/>
                    <a:pt x="2530" y="3168"/>
                    <a:pt x="5156" y="729"/>
                  </a:cubicBezTo>
                  <a:cubicBezTo>
                    <a:pt x="4603" y="440"/>
                    <a:pt x="4018" y="195"/>
                    <a:pt x="34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05"/>
            <p:cNvSpPr/>
            <p:nvPr/>
          </p:nvSpPr>
          <p:spPr>
            <a:xfrm>
              <a:off x="3120213" y="452775"/>
              <a:ext cx="129050" cy="281225"/>
            </a:xfrm>
            <a:custGeom>
              <a:rect b="b" l="l" r="r" t="t"/>
              <a:pathLst>
                <a:path extrusionOk="0" h="11249" w="5162">
                  <a:moveTo>
                    <a:pt x="5103" y="0"/>
                  </a:moveTo>
                  <a:cubicBezTo>
                    <a:pt x="5093" y="114"/>
                    <a:pt x="5084" y="227"/>
                    <a:pt x="5072" y="339"/>
                  </a:cubicBezTo>
                  <a:cubicBezTo>
                    <a:pt x="5068" y="354"/>
                    <a:pt x="5068" y="366"/>
                    <a:pt x="5065" y="381"/>
                  </a:cubicBezTo>
                  <a:cubicBezTo>
                    <a:pt x="5059" y="443"/>
                    <a:pt x="5053" y="505"/>
                    <a:pt x="5047" y="563"/>
                  </a:cubicBezTo>
                  <a:cubicBezTo>
                    <a:pt x="5047" y="566"/>
                    <a:pt x="5044" y="566"/>
                    <a:pt x="5044" y="566"/>
                  </a:cubicBezTo>
                  <a:cubicBezTo>
                    <a:pt x="5044" y="588"/>
                    <a:pt x="5041" y="608"/>
                    <a:pt x="5038" y="630"/>
                  </a:cubicBezTo>
                  <a:cubicBezTo>
                    <a:pt x="5038" y="639"/>
                    <a:pt x="5038" y="645"/>
                    <a:pt x="5036" y="652"/>
                  </a:cubicBezTo>
                  <a:lnTo>
                    <a:pt x="5036" y="665"/>
                  </a:lnTo>
                  <a:lnTo>
                    <a:pt x="5036" y="667"/>
                  </a:lnTo>
                  <a:cubicBezTo>
                    <a:pt x="5036" y="676"/>
                    <a:pt x="5033" y="683"/>
                    <a:pt x="5033" y="690"/>
                  </a:cubicBezTo>
                  <a:lnTo>
                    <a:pt x="5033" y="702"/>
                  </a:lnTo>
                  <a:cubicBezTo>
                    <a:pt x="5030" y="707"/>
                    <a:pt x="5030" y="713"/>
                    <a:pt x="5030" y="721"/>
                  </a:cubicBezTo>
                  <a:cubicBezTo>
                    <a:pt x="5027" y="729"/>
                    <a:pt x="5027" y="738"/>
                    <a:pt x="5027" y="748"/>
                  </a:cubicBezTo>
                  <a:lnTo>
                    <a:pt x="5027" y="750"/>
                  </a:lnTo>
                  <a:cubicBezTo>
                    <a:pt x="5025" y="757"/>
                    <a:pt x="5025" y="762"/>
                    <a:pt x="5025" y="765"/>
                  </a:cubicBezTo>
                  <a:lnTo>
                    <a:pt x="5025" y="772"/>
                  </a:lnTo>
                  <a:cubicBezTo>
                    <a:pt x="5021" y="784"/>
                    <a:pt x="5021" y="796"/>
                    <a:pt x="5018" y="805"/>
                  </a:cubicBezTo>
                  <a:cubicBezTo>
                    <a:pt x="5018" y="815"/>
                    <a:pt x="5016" y="824"/>
                    <a:pt x="5016" y="830"/>
                  </a:cubicBezTo>
                  <a:cubicBezTo>
                    <a:pt x="5016" y="842"/>
                    <a:pt x="5014" y="852"/>
                    <a:pt x="5014" y="861"/>
                  </a:cubicBezTo>
                  <a:cubicBezTo>
                    <a:pt x="5014" y="867"/>
                    <a:pt x="5011" y="871"/>
                    <a:pt x="5011" y="873"/>
                  </a:cubicBezTo>
                  <a:cubicBezTo>
                    <a:pt x="5005" y="929"/>
                    <a:pt x="4995" y="985"/>
                    <a:pt x="4986" y="1041"/>
                  </a:cubicBezTo>
                  <a:lnTo>
                    <a:pt x="4986" y="1058"/>
                  </a:lnTo>
                  <a:cubicBezTo>
                    <a:pt x="4439" y="4774"/>
                    <a:pt x="2626" y="8079"/>
                    <a:pt x="1" y="10519"/>
                  </a:cubicBezTo>
                  <a:cubicBezTo>
                    <a:pt x="554" y="10813"/>
                    <a:pt x="1136" y="11057"/>
                    <a:pt x="1740" y="11248"/>
                  </a:cubicBezTo>
                  <a:cubicBezTo>
                    <a:pt x="3886" y="8509"/>
                    <a:pt x="5162" y="5061"/>
                    <a:pt x="5162" y="1314"/>
                  </a:cubicBezTo>
                  <a:lnTo>
                    <a:pt x="5162" y="1154"/>
                  </a:lnTo>
                  <a:cubicBezTo>
                    <a:pt x="5162" y="1125"/>
                    <a:pt x="5159" y="1098"/>
                    <a:pt x="5151" y="1072"/>
                  </a:cubicBezTo>
                  <a:cubicBezTo>
                    <a:pt x="5151" y="1007"/>
                    <a:pt x="5149" y="938"/>
                    <a:pt x="5149" y="871"/>
                  </a:cubicBezTo>
                  <a:cubicBezTo>
                    <a:pt x="5149" y="865"/>
                    <a:pt x="5149" y="856"/>
                    <a:pt x="5146" y="847"/>
                  </a:cubicBezTo>
                  <a:lnTo>
                    <a:pt x="5146" y="785"/>
                  </a:lnTo>
                  <a:cubicBezTo>
                    <a:pt x="5146" y="778"/>
                    <a:pt x="5146" y="772"/>
                    <a:pt x="5144" y="763"/>
                  </a:cubicBezTo>
                  <a:cubicBezTo>
                    <a:pt x="5146" y="760"/>
                    <a:pt x="5144" y="754"/>
                    <a:pt x="5144" y="748"/>
                  </a:cubicBezTo>
                  <a:lnTo>
                    <a:pt x="5144" y="741"/>
                  </a:lnTo>
                  <a:lnTo>
                    <a:pt x="5144" y="698"/>
                  </a:lnTo>
                  <a:cubicBezTo>
                    <a:pt x="5144" y="692"/>
                    <a:pt x="5144" y="686"/>
                    <a:pt x="5141" y="676"/>
                  </a:cubicBezTo>
                  <a:lnTo>
                    <a:pt x="5141" y="636"/>
                  </a:lnTo>
                  <a:cubicBezTo>
                    <a:pt x="5141" y="634"/>
                    <a:pt x="5141" y="628"/>
                    <a:pt x="5139" y="621"/>
                  </a:cubicBezTo>
                  <a:cubicBezTo>
                    <a:pt x="5141" y="619"/>
                    <a:pt x="5141" y="614"/>
                    <a:pt x="5139" y="612"/>
                  </a:cubicBezTo>
                  <a:cubicBezTo>
                    <a:pt x="5139" y="594"/>
                    <a:pt x="5139" y="574"/>
                    <a:pt x="5136" y="557"/>
                  </a:cubicBezTo>
                  <a:lnTo>
                    <a:pt x="5136" y="554"/>
                  </a:lnTo>
                  <a:cubicBezTo>
                    <a:pt x="5130" y="370"/>
                    <a:pt x="5118" y="185"/>
                    <a:pt x="51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05"/>
            <p:cNvSpPr/>
            <p:nvPr/>
          </p:nvSpPr>
          <p:spPr>
            <a:xfrm>
              <a:off x="2972213" y="461625"/>
              <a:ext cx="291600" cy="71800"/>
            </a:xfrm>
            <a:custGeom>
              <a:rect b="b" l="l" r="r" t="t"/>
              <a:pathLst>
                <a:path extrusionOk="0" h="2872" w="11664">
                  <a:moveTo>
                    <a:pt x="11664" y="0"/>
                  </a:moveTo>
                  <a:lnTo>
                    <a:pt x="11664" y="0"/>
                  </a:lnTo>
                  <a:cubicBezTo>
                    <a:pt x="11574" y="43"/>
                    <a:pt x="11484" y="83"/>
                    <a:pt x="11390" y="127"/>
                  </a:cubicBezTo>
                  <a:cubicBezTo>
                    <a:pt x="11368" y="140"/>
                    <a:pt x="11344" y="152"/>
                    <a:pt x="11319" y="161"/>
                  </a:cubicBezTo>
                  <a:cubicBezTo>
                    <a:pt x="11265" y="186"/>
                    <a:pt x="11205" y="213"/>
                    <a:pt x="11148" y="235"/>
                  </a:cubicBezTo>
                  <a:cubicBezTo>
                    <a:pt x="11148" y="235"/>
                    <a:pt x="11148" y="238"/>
                    <a:pt x="11145" y="238"/>
                  </a:cubicBezTo>
                  <a:cubicBezTo>
                    <a:pt x="11126" y="246"/>
                    <a:pt x="11105" y="255"/>
                    <a:pt x="11084" y="261"/>
                  </a:cubicBezTo>
                  <a:cubicBezTo>
                    <a:pt x="11076" y="269"/>
                    <a:pt x="11068" y="271"/>
                    <a:pt x="11061" y="271"/>
                  </a:cubicBezTo>
                  <a:cubicBezTo>
                    <a:pt x="11058" y="274"/>
                    <a:pt x="11058" y="274"/>
                    <a:pt x="11055" y="274"/>
                  </a:cubicBezTo>
                  <a:cubicBezTo>
                    <a:pt x="11055" y="274"/>
                    <a:pt x="11055" y="276"/>
                    <a:pt x="11053" y="276"/>
                  </a:cubicBezTo>
                  <a:lnTo>
                    <a:pt x="11050" y="276"/>
                  </a:lnTo>
                  <a:cubicBezTo>
                    <a:pt x="11040" y="283"/>
                    <a:pt x="11028" y="286"/>
                    <a:pt x="11019" y="289"/>
                  </a:cubicBezTo>
                  <a:lnTo>
                    <a:pt x="11016" y="289"/>
                  </a:lnTo>
                  <a:cubicBezTo>
                    <a:pt x="11009" y="295"/>
                    <a:pt x="11007" y="295"/>
                    <a:pt x="11001" y="299"/>
                  </a:cubicBezTo>
                  <a:cubicBezTo>
                    <a:pt x="10994" y="301"/>
                    <a:pt x="10986" y="305"/>
                    <a:pt x="10978" y="307"/>
                  </a:cubicBezTo>
                  <a:lnTo>
                    <a:pt x="10976" y="307"/>
                  </a:lnTo>
                  <a:cubicBezTo>
                    <a:pt x="10971" y="311"/>
                    <a:pt x="10965" y="314"/>
                    <a:pt x="10958" y="314"/>
                  </a:cubicBezTo>
                  <a:lnTo>
                    <a:pt x="10958" y="316"/>
                  </a:lnTo>
                  <a:cubicBezTo>
                    <a:pt x="10945" y="322"/>
                    <a:pt x="10931" y="330"/>
                    <a:pt x="10918" y="332"/>
                  </a:cubicBezTo>
                  <a:cubicBezTo>
                    <a:pt x="10913" y="335"/>
                    <a:pt x="10906" y="338"/>
                    <a:pt x="10900" y="341"/>
                  </a:cubicBezTo>
                  <a:cubicBezTo>
                    <a:pt x="10887" y="347"/>
                    <a:pt x="10875" y="350"/>
                    <a:pt x="10863" y="356"/>
                  </a:cubicBezTo>
                  <a:lnTo>
                    <a:pt x="10860" y="356"/>
                  </a:lnTo>
                  <a:cubicBezTo>
                    <a:pt x="10805" y="381"/>
                    <a:pt x="10750" y="403"/>
                    <a:pt x="10698" y="420"/>
                  </a:cubicBezTo>
                  <a:cubicBezTo>
                    <a:pt x="10695" y="424"/>
                    <a:pt x="10691" y="428"/>
                    <a:pt x="10688" y="428"/>
                  </a:cubicBezTo>
                  <a:cubicBezTo>
                    <a:pt x="8765" y="1190"/>
                    <a:pt x="6758" y="1558"/>
                    <a:pt x="4770" y="1558"/>
                  </a:cubicBezTo>
                  <a:cubicBezTo>
                    <a:pt x="3149" y="1558"/>
                    <a:pt x="1541" y="1314"/>
                    <a:pt x="1" y="838"/>
                  </a:cubicBezTo>
                  <a:lnTo>
                    <a:pt x="1" y="838"/>
                  </a:lnTo>
                  <a:cubicBezTo>
                    <a:pt x="29" y="1477"/>
                    <a:pt x="109" y="2105"/>
                    <a:pt x="240" y="2713"/>
                  </a:cubicBezTo>
                  <a:cubicBezTo>
                    <a:pt x="986" y="2818"/>
                    <a:pt x="1740" y="2872"/>
                    <a:pt x="2497" y="2872"/>
                  </a:cubicBezTo>
                  <a:cubicBezTo>
                    <a:pt x="5236" y="2872"/>
                    <a:pt x="8013" y="2174"/>
                    <a:pt x="10555" y="706"/>
                  </a:cubicBezTo>
                  <a:cubicBezTo>
                    <a:pt x="10599" y="681"/>
                    <a:pt x="10645" y="653"/>
                    <a:pt x="10687" y="629"/>
                  </a:cubicBezTo>
                  <a:cubicBezTo>
                    <a:pt x="10714" y="613"/>
                    <a:pt x="10740" y="598"/>
                    <a:pt x="10767" y="582"/>
                  </a:cubicBezTo>
                  <a:cubicBezTo>
                    <a:pt x="10822" y="548"/>
                    <a:pt x="10880" y="515"/>
                    <a:pt x="10936" y="477"/>
                  </a:cubicBezTo>
                  <a:cubicBezTo>
                    <a:pt x="10942" y="475"/>
                    <a:pt x="10945" y="471"/>
                    <a:pt x="10951" y="469"/>
                  </a:cubicBezTo>
                  <a:cubicBezTo>
                    <a:pt x="10961" y="465"/>
                    <a:pt x="10967" y="459"/>
                    <a:pt x="10973" y="455"/>
                  </a:cubicBezTo>
                  <a:cubicBezTo>
                    <a:pt x="10980" y="453"/>
                    <a:pt x="10983" y="449"/>
                    <a:pt x="10987" y="446"/>
                  </a:cubicBezTo>
                  <a:cubicBezTo>
                    <a:pt x="10996" y="443"/>
                    <a:pt x="11002" y="436"/>
                    <a:pt x="11008" y="434"/>
                  </a:cubicBezTo>
                  <a:cubicBezTo>
                    <a:pt x="11013" y="428"/>
                    <a:pt x="11020" y="423"/>
                    <a:pt x="11027" y="420"/>
                  </a:cubicBezTo>
                  <a:cubicBezTo>
                    <a:pt x="11033" y="418"/>
                    <a:pt x="11037" y="414"/>
                    <a:pt x="11039" y="412"/>
                  </a:cubicBezTo>
                  <a:cubicBezTo>
                    <a:pt x="11042" y="412"/>
                    <a:pt x="11045" y="409"/>
                    <a:pt x="11048" y="409"/>
                  </a:cubicBezTo>
                  <a:cubicBezTo>
                    <a:pt x="11055" y="403"/>
                    <a:pt x="11061" y="399"/>
                    <a:pt x="11064" y="397"/>
                  </a:cubicBezTo>
                  <a:cubicBezTo>
                    <a:pt x="11068" y="397"/>
                    <a:pt x="11070" y="397"/>
                    <a:pt x="11070" y="394"/>
                  </a:cubicBezTo>
                  <a:cubicBezTo>
                    <a:pt x="11076" y="389"/>
                    <a:pt x="11080" y="387"/>
                    <a:pt x="11084" y="387"/>
                  </a:cubicBezTo>
                  <a:cubicBezTo>
                    <a:pt x="11092" y="381"/>
                    <a:pt x="11099" y="378"/>
                    <a:pt x="11105" y="372"/>
                  </a:cubicBezTo>
                  <a:cubicBezTo>
                    <a:pt x="11115" y="366"/>
                    <a:pt x="11123" y="363"/>
                    <a:pt x="11130" y="356"/>
                  </a:cubicBezTo>
                  <a:cubicBezTo>
                    <a:pt x="11135" y="352"/>
                    <a:pt x="11141" y="346"/>
                    <a:pt x="11148" y="343"/>
                  </a:cubicBezTo>
                  <a:cubicBezTo>
                    <a:pt x="11152" y="343"/>
                    <a:pt x="11154" y="341"/>
                    <a:pt x="11154" y="341"/>
                  </a:cubicBezTo>
                  <a:cubicBezTo>
                    <a:pt x="11172" y="330"/>
                    <a:pt x="11188" y="320"/>
                    <a:pt x="11203" y="307"/>
                  </a:cubicBezTo>
                  <a:lnTo>
                    <a:pt x="11205" y="307"/>
                  </a:lnTo>
                  <a:cubicBezTo>
                    <a:pt x="11359" y="207"/>
                    <a:pt x="11513" y="105"/>
                    <a:pt x="116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05"/>
            <p:cNvSpPr/>
            <p:nvPr/>
          </p:nvSpPr>
          <p:spPr>
            <a:xfrm>
              <a:off x="3232513" y="408575"/>
              <a:ext cx="291575" cy="71875"/>
            </a:xfrm>
            <a:custGeom>
              <a:rect b="b" l="l" r="r" t="t"/>
              <a:pathLst>
                <a:path extrusionOk="0" h="2875" w="11663">
                  <a:moveTo>
                    <a:pt x="9164" y="0"/>
                  </a:moveTo>
                  <a:cubicBezTo>
                    <a:pt x="6426" y="0"/>
                    <a:pt x="3649" y="697"/>
                    <a:pt x="1106" y="2166"/>
                  </a:cubicBezTo>
                  <a:cubicBezTo>
                    <a:pt x="1062" y="2191"/>
                    <a:pt x="1022" y="2216"/>
                    <a:pt x="979" y="2243"/>
                  </a:cubicBezTo>
                  <a:cubicBezTo>
                    <a:pt x="948" y="2259"/>
                    <a:pt x="921" y="2277"/>
                    <a:pt x="890" y="2299"/>
                  </a:cubicBezTo>
                  <a:cubicBezTo>
                    <a:pt x="835" y="2328"/>
                    <a:pt x="783" y="2361"/>
                    <a:pt x="728" y="2401"/>
                  </a:cubicBezTo>
                  <a:cubicBezTo>
                    <a:pt x="727" y="2400"/>
                    <a:pt x="725" y="2400"/>
                    <a:pt x="723" y="2400"/>
                  </a:cubicBezTo>
                  <a:cubicBezTo>
                    <a:pt x="717" y="2400"/>
                    <a:pt x="711" y="2405"/>
                    <a:pt x="706" y="2410"/>
                  </a:cubicBezTo>
                  <a:cubicBezTo>
                    <a:pt x="704" y="2410"/>
                    <a:pt x="699" y="2410"/>
                    <a:pt x="697" y="2416"/>
                  </a:cubicBezTo>
                  <a:cubicBezTo>
                    <a:pt x="696" y="2416"/>
                    <a:pt x="695" y="2415"/>
                    <a:pt x="695" y="2415"/>
                  </a:cubicBezTo>
                  <a:cubicBezTo>
                    <a:pt x="693" y="2415"/>
                    <a:pt x="692" y="2418"/>
                    <a:pt x="690" y="2423"/>
                  </a:cubicBezTo>
                  <a:cubicBezTo>
                    <a:pt x="690" y="2421"/>
                    <a:pt x="689" y="2421"/>
                    <a:pt x="688" y="2421"/>
                  </a:cubicBezTo>
                  <a:cubicBezTo>
                    <a:pt x="686" y="2421"/>
                    <a:pt x="683" y="2424"/>
                    <a:pt x="682" y="2426"/>
                  </a:cubicBezTo>
                  <a:cubicBezTo>
                    <a:pt x="673" y="2428"/>
                    <a:pt x="663" y="2434"/>
                    <a:pt x="654" y="2443"/>
                  </a:cubicBezTo>
                  <a:cubicBezTo>
                    <a:pt x="649" y="2443"/>
                    <a:pt x="643" y="2449"/>
                    <a:pt x="636" y="2457"/>
                  </a:cubicBezTo>
                  <a:cubicBezTo>
                    <a:pt x="636" y="2455"/>
                    <a:pt x="635" y="2455"/>
                    <a:pt x="634" y="2455"/>
                  </a:cubicBezTo>
                  <a:cubicBezTo>
                    <a:pt x="631" y="2455"/>
                    <a:pt x="629" y="2457"/>
                    <a:pt x="627" y="2459"/>
                  </a:cubicBezTo>
                  <a:cubicBezTo>
                    <a:pt x="625" y="2459"/>
                    <a:pt x="621" y="2463"/>
                    <a:pt x="618" y="2465"/>
                  </a:cubicBezTo>
                  <a:cubicBezTo>
                    <a:pt x="613" y="2469"/>
                    <a:pt x="607" y="2472"/>
                    <a:pt x="600" y="2478"/>
                  </a:cubicBezTo>
                  <a:cubicBezTo>
                    <a:pt x="596" y="2478"/>
                    <a:pt x="594" y="2478"/>
                    <a:pt x="594" y="2480"/>
                  </a:cubicBezTo>
                  <a:cubicBezTo>
                    <a:pt x="587" y="2480"/>
                    <a:pt x="584" y="2485"/>
                    <a:pt x="581" y="2488"/>
                  </a:cubicBezTo>
                  <a:cubicBezTo>
                    <a:pt x="576" y="2491"/>
                    <a:pt x="569" y="2498"/>
                    <a:pt x="563" y="2500"/>
                  </a:cubicBezTo>
                  <a:cubicBezTo>
                    <a:pt x="554" y="2506"/>
                    <a:pt x="548" y="2509"/>
                    <a:pt x="538" y="2516"/>
                  </a:cubicBezTo>
                  <a:lnTo>
                    <a:pt x="538" y="2519"/>
                  </a:lnTo>
                  <a:lnTo>
                    <a:pt x="535" y="2519"/>
                  </a:lnTo>
                  <a:cubicBezTo>
                    <a:pt x="529" y="2521"/>
                    <a:pt x="527" y="2525"/>
                    <a:pt x="520" y="2527"/>
                  </a:cubicBezTo>
                  <a:cubicBezTo>
                    <a:pt x="518" y="2527"/>
                    <a:pt x="514" y="2531"/>
                    <a:pt x="512" y="2534"/>
                  </a:cubicBezTo>
                  <a:cubicBezTo>
                    <a:pt x="496" y="2542"/>
                    <a:pt x="481" y="2552"/>
                    <a:pt x="465" y="2567"/>
                  </a:cubicBezTo>
                  <a:cubicBezTo>
                    <a:pt x="463" y="2566"/>
                    <a:pt x="461" y="2566"/>
                    <a:pt x="460" y="2566"/>
                  </a:cubicBezTo>
                  <a:cubicBezTo>
                    <a:pt x="459" y="2566"/>
                    <a:pt x="458" y="2566"/>
                    <a:pt x="458" y="2567"/>
                  </a:cubicBezTo>
                  <a:cubicBezTo>
                    <a:pt x="302" y="2668"/>
                    <a:pt x="151" y="2769"/>
                    <a:pt x="1" y="2875"/>
                  </a:cubicBezTo>
                  <a:cubicBezTo>
                    <a:pt x="92" y="2830"/>
                    <a:pt x="184" y="2788"/>
                    <a:pt x="276" y="2748"/>
                  </a:cubicBezTo>
                  <a:cubicBezTo>
                    <a:pt x="297" y="2735"/>
                    <a:pt x="319" y="2726"/>
                    <a:pt x="343" y="2717"/>
                  </a:cubicBezTo>
                  <a:cubicBezTo>
                    <a:pt x="398" y="2690"/>
                    <a:pt x="457" y="2665"/>
                    <a:pt x="515" y="2643"/>
                  </a:cubicBezTo>
                  <a:cubicBezTo>
                    <a:pt x="515" y="2643"/>
                    <a:pt x="515" y="2640"/>
                    <a:pt x="518" y="2640"/>
                  </a:cubicBezTo>
                  <a:cubicBezTo>
                    <a:pt x="535" y="2632"/>
                    <a:pt x="554" y="2623"/>
                    <a:pt x="576" y="2617"/>
                  </a:cubicBezTo>
                  <a:cubicBezTo>
                    <a:pt x="582" y="2609"/>
                    <a:pt x="591" y="2607"/>
                    <a:pt x="597" y="2607"/>
                  </a:cubicBezTo>
                  <a:cubicBezTo>
                    <a:pt x="601" y="2604"/>
                    <a:pt x="601" y="2604"/>
                    <a:pt x="604" y="2604"/>
                  </a:cubicBezTo>
                  <a:cubicBezTo>
                    <a:pt x="607" y="2602"/>
                    <a:pt x="611" y="2602"/>
                    <a:pt x="613" y="2602"/>
                  </a:cubicBezTo>
                  <a:cubicBezTo>
                    <a:pt x="622" y="2596"/>
                    <a:pt x="635" y="2589"/>
                    <a:pt x="644" y="2589"/>
                  </a:cubicBezTo>
                  <a:lnTo>
                    <a:pt x="647" y="2587"/>
                  </a:lnTo>
                  <a:cubicBezTo>
                    <a:pt x="651" y="2583"/>
                    <a:pt x="657" y="2581"/>
                    <a:pt x="659" y="2581"/>
                  </a:cubicBezTo>
                  <a:cubicBezTo>
                    <a:pt x="666" y="2577"/>
                    <a:pt x="675" y="2573"/>
                    <a:pt x="682" y="2571"/>
                  </a:cubicBezTo>
                  <a:cubicBezTo>
                    <a:pt x="684" y="2568"/>
                    <a:pt x="688" y="2568"/>
                    <a:pt x="690" y="2568"/>
                  </a:cubicBezTo>
                  <a:cubicBezTo>
                    <a:pt x="694" y="2565"/>
                    <a:pt x="700" y="2562"/>
                    <a:pt x="704" y="2562"/>
                  </a:cubicBezTo>
                  <a:lnTo>
                    <a:pt x="706" y="2562"/>
                  </a:lnTo>
                  <a:cubicBezTo>
                    <a:pt x="719" y="2556"/>
                    <a:pt x="730" y="2550"/>
                    <a:pt x="744" y="2546"/>
                  </a:cubicBezTo>
                  <a:cubicBezTo>
                    <a:pt x="752" y="2540"/>
                    <a:pt x="761" y="2536"/>
                    <a:pt x="768" y="2534"/>
                  </a:cubicBezTo>
                  <a:cubicBezTo>
                    <a:pt x="781" y="2530"/>
                    <a:pt x="790" y="2524"/>
                    <a:pt x="799" y="2521"/>
                  </a:cubicBezTo>
                  <a:cubicBezTo>
                    <a:pt x="803" y="2521"/>
                    <a:pt x="806" y="2519"/>
                    <a:pt x="806" y="2519"/>
                  </a:cubicBezTo>
                  <a:cubicBezTo>
                    <a:pt x="860" y="2496"/>
                    <a:pt x="912" y="2474"/>
                    <a:pt x="966" y="2457"/>
                  </a:cubicBezTo>
                  <a:cubicBezTo>
                    <a:pt x="972" y="2454"/>
                    <a:pt x="974" y="2449"/>
                    <a:pt x="981" y="2447"/>
                  </a:cubicBezTo>
                  <a:cubicBezTo>
                    <a:pt x="2904" y="1686"/>
                    <a:pt x="4911" y="1318"/>
                    <a:pt x="6898" y="1318"/>
                  </a:cubicBezTo>
                  <a:cubicBezTo>
                    <a:pt x="8518" y="1318"/>
                    <a:pt x="10125" y="1562"/>
                    <a:pt x="11662" y="2036"/>
                  </a:cubicBezTo>
                  <a:cubicBezTo>
                    <a:pt x="11633" y="1397"/>
                    <a:pt x="11554" y="770"/>
                    <a:pt x="11421" y="158"/>
                  </a:cubicBezTo>
                  <a:cubicBezTo>
                    <a:pt x="10675" y="53"/>
                    <a:pt x="9921" y="0"/>
                    <a:pt x="91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05"/>
            <p:cNvSpPr/>
            <p:nvPr/>
          </p:nvSpPr>
          <p:spPr>
            <a:xfrm>
              <a:off x="3177613" y="195250"/>
              <a:ext cx="79900" cy="291450"/>
            </a:xfrm>
            <a:custGeom>
              <a:rect b="b" l="l" r="r" t="t"/>
              <a:pathLst>
                <a:path extrusionOk="0" h="11658" w="3196">
                  <a:moveTo>
                    <a:pt x="2358" y="1"/>
                  </a:moveTo>
                  <a:lnTo>
                    <a:pt x="2358" y="1"/>
                  </a:lnTo>
                  <a:cubicBezTo>
                    <a:pt x="1718" y="26"/>
                    <a:pt x="1095" y="105"/>
                    <a:pt x="486" y="237"/>
                  </a:cubicBezTo>
                  <a:cubicBezTo>
                    <a:pt x="1" y="3679"/>
                    <a:pt x="619" y="7306"/>
                    <a:pt x="2493" y="10552"/>
                  </a:cubicBezTo>
                  <a:cubicBezTo>
                    <a:pt x="2518" y="10595"/>
                    <a:pt x="2542" y="10638"/>
                    <a:pt x="2566" y="10678"/>
                  </a:cubicBezTo>
                  <a:cubicBezTo>
                    <a:pt x="2582" y="10707"/>
                    <a:pt x="2597" y="10734"/>
                    <a:pt x="2613" y="10759"/>
                  </a:cubicBezTo>
                  <a:cubicBezTo>
                    <a:pt x="2649" y="10816"/>
                    <a:pt x="2683" y="10874"/>
                    <a:pt x="2720" y="10930"/>
                  </a:cubicBezTo>
                  <a:cubicBezTo>
                    <a:pt x="2723" y="10936"/>
                    <a:pt x="2726" y="10942"/>
                    <a:pt x="2729" y="10945"/>
                  </a:cubicBezTo>
                  <a:cubicBezTo>
                    <a:pt x="2733" y="10955"/>
                    <a:pt x="2740" y="10961"/>
                    <a:pt x="2742" y="10967"/>
                  </a:cubicBezTo>
                  <a:lnTo>
                    <a:pt x="2742" y="10970"/>
                  </a:lnTo>
                  <a:cubicBezTo>
                    <a:pt x="2746" y="10972"/>
                    <a:pt x="2749" y="10976"/>
                    <a:pt x="2749" y="10978"/>
                  </a:cubicBezTo>
                  <a:cubicBezTo>
                    <a:pt x="2755" y="10988"/>
                    <a:pt x="2761" y="10997"/>
                    <a:pt x="2764" y="11003"/>
                  </a:cubicBezTo>
                  <a:cubicBezTo>
                    <a:pt x="2771" y="11008"/>
                    <a:pt x="2775" y="11014"/>
                    <a:pt x="2777" y="11022"/>
                  </a:cubicBezTo>
                  <a:cubicBezTo>
                    <a:pt x="2780" y="11028"/>
                    <a:pt x="2783" y="11032"/>
                    <a:pt x="2786" y="11034"/>
                  </a:cubicBezTo>
                  <a:cubicBezTo>
                    <a:pt x="2786" y="11038"/>
                    <a:pt x="2788" y="11040"/>
                    <a:pt x="2788" y="11040"/>
                  </a:cubicBezTo>
                  <a:cubicBezTo>
                    <a:pt x="2791" y="11047"/>
                    <a:pt x="2795" y="11054"/>
                    <a:pt x="2797" y="11056"/>
                  </a:cubicBezTo>
                  <a:cubicBezTo>
                    <a:pt x="2802" y="11059"/>
                    <a:pt x="2802" y="11063"/>
                    <a:pt x="2804" y="11065"/>
                  </a:cubicBezTo>
                  <a:cubicBezTo>
                    <a:pt x="2808" y="11069"/>
                    <a:pt x="2811" y="11075"/>
                    <a:pt x="2811" y="11078"/>
                  </a:cubicBezTo>
                  <a:cubicBezTo>
                    <a:pt x="2817" y="11084"/>
                    <a:pt x="2819" y="11090"/>
                    <a:pt x="2826" y="11096"/>
                  </a:cubicBezTo>
                  <a:cubicBezTo>
                    <a:pt x="2829" y="11105"/>
                    <a:pt x="2837" y="11111"/>
                    <a:pt x="2839" y="11121"/>
                  </a:cubicBezTo>
                  <a:cubicBezTo>
                    <a:pt x="2842" y="11121"/>
                    <a:pt x="2842" y="11124"/>
                    <a:pt x="2842" y="11124"/>
                  </a:cubicBezTo>
                  <a:cubicBezTo>
                    <a:pt x="2845" y="11129"/>
                    <a:pt x="2852" y="11135"/>
                    <a:pt x="2854" y="11141"/>
                  </a:cubicBezTo>
                  <a:cubicBezTo>
                    <a:pt x="2854" y="11146"/>
                    <a:pt x="2857" y="11146"/>
                    <a:pt x="2857" y="11148"/>
                  </a:cubicBezTo>
                  <a:cubicBezTo>
                    <a:pt x="2866" y="11163"/>
                    <a:pt x="2875" y="11178"/>
                    <a:pt x="2888" y="11191"/>
                  </a:cubicBezTo>
                  <a:cubicBezTo>
                    <a:pt x="2888" y="11194"/>
                    <a:pt x="2890" y="11197"/>
                    <a:pt x="2890" y="11197"/>
                  </a:cubicBezTo>
                  <a:lnTo>
                    <a:pt x="2890" y="11199"/>
                  </a:lnTo>
                  <a:cubicBezTo>
                    <a:pt x="2992" y="11356"/>
                    <a:pt x="3094" y="11507"/>
                    <a:pt x="3196" y="11657"/>
                  </a:cubicBezTo>
                  <a:cubicBezTo>
                    <a:pt x="3150" y="11561"/>
                    <a:pt x="3107" y="11466"/>
                    <a:pt x="3065" y="11368"/>
                  </a:cubicBezTo>
                  <a:cubicBezTo>
                    <a:pt x="3055" y="11350"/>
                    <a:pt x="3046" y="11332"/>
                    <a:pt x="3040" y="11311"/>
                  </a:cubicBezTo>
                  <a:cubicBezTo>
                    <a:pt x="3012" y="11255"/>
                    <a:pt x="2987" y="11199"/>
                    <a:pt x="2963" y="11141"/>
                  </a:cubicBezTo>
                  <a:lnTo>
                    <a:pt x="2963" y="11138"/>
                  </a:lnTo>
                  <a:cubicBezTo>
                    <a:pt x="2953" y="11121"/>
                    <a:pt x="2945" y="11102"/>
                    <a:pt x="2938" y="11081"/>
                  </a:cubicBezTo>
                  <a:cubicBezTo>
                    <a:pt x="2932" y="11074"/>
                    <a:pt x="2929" y="11065"/>
                    <a:pt x="2929" y="11059"/>
                  </a:cubicBezTo>
                  <a:cubicBezTo>
                    <a:pt x="2925" y="11056"/>
                    <a:pt x="2922" y="11053"/>
                    <a:pt x="2922" y="11050"/>
                  </a:cubicBezTo>
                  <a:lnTo>
                    <a:pt x="2922" y="11047"/>
                  </a:lnTo>
                  <a:cubicBezTo>
                    <a:pt x="2916" y="11038"/>
                    <a:pt x="2912" y="11025"/>
                    <a:pt x="2910" y="11017"/>
                  </a:cubicBezTo>
                  <a:lnTo>
                    <a:pt x="2910" y="11013"/>
                  </a:lnTo>
                  <a:cubicBezTo>
                    <a:pt x="2904" y="11007"/>
                    <a:pt x="2904" y="11004"/>
                    <a:pt x="2901" y="10998"/>
                  </a:cubicBezTo>
                  <a:cubicBezTo>
                    <a:pt x="2899" y="10989"/>
                    <a:pt x="2894" y="10982"/>
                    <a:pt x="2891" y="10973"/>
                  </a:cubicBezTo>
                  <a:cubicBezTo>
                    <a:pt x="2889" y="10973"/>
                    <a:pt x="2889" y="10973"/>
                    <a:pt x="2889" y="10971"/>
                  </a:cubicBezTo>
                  <a:cubicBezTo>
                    <a:pt x="2886" y="10967"/>
                    <a:pt x="2886" y="10961"/>
                    <a:pt x="2886" y="10958"/>
                  </a:cubicBezTo>
                  <a:cubicBezTo>
                    <a:pt x="2884" y="10955"/>
                    <a:pt x="2884" y="10955"/>
                    <a:pt x="2884" y="10952"/>
                  </a:cubicBezTo>
                  <a:cubicBezTo>
                    <a:pt x="2878" y="10939"/>
                    <a:pt x="2871" y="10927"/>
                    <a:pt x="2869" y="10914"/>
                  </a:cubicBezTo>
                  <a:cubicBezTo>
                    <a:pt x="2866" y="10905"/>
                    <a:pt x="2862" y="10899"/>
                    <a:pt x="2859" y="10893"/>
                  </a:cubicBezTo>
                  <a:cubicBezTo>
                    <a:pt x="2853" y="10880"/>
                    <a:pt x="2850" y="10868"/>
                    <a:pt x="2844" y="10859"/>
                  </a:cubicBezTo>
                  <a:lnTo>
                    <a:pt x="2844" y="10857"/>
                  </a:lnTo>
                  <a:cubicBezTo>
                    <a:pt x="2819" y="10801"/>
                    <a:pt x="2797" y="10746"/>
                    <a:pt x="2780" y="10694"/>
                  </a:cubicBezTo>
                  <a:cubicBezTo>
                    <a:pt x="2776" y="10691"/>
                    <a:pt x="2773" y="10687"/>
                    <a:pt x="2773" y="10684"/>
                  </a:cubicBezTo>
                  <a:cubicBezTo>
                    <a:pt x="1389" y="7194"/>
                    <a:pt x="1304" y="3424"/>
                    <a:pt x="2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05"/>
            <p:cNvSpPr/>
            <p:nvPr/>
          </p:nvSpPr>
          <p:spPr>
            <a:xfrm>
              <a:off x="3238738" y="455425"/>
              <a:ext cx="80000" cy="291550"/>
            </a:xfrm>
            <a:custGeom>
              <a:rect b="b" l="l" r="r" t="t"/>
              <a:pathLst>
                <a:path extrusionOk="0" h="11662" w="3200">
                  <a:moveTo>
                    <a:pt x="0" y="1"/>
                  </a:moveTo>
                  <a:lnTo>
                    <a:pt x="0" y="1"/>
                  </a:lnTo>
                  <a:cubicBezTo>
                    <a:pt x="43" y="89"/>
                    <a:pt x="83" y="179"/>
                    <a:pt x="123" y="271"/>
                  </a:cubicBezTo>
                  <a:cubicBezTo>
                    <a:pt x="136" y="292"/>
                    <a:pt x="145" y="313"/>
                    <a:pt x="154" y="338"/>
                  </a:cubicBezTo>
                  <a:cubicBezTo>
                    <a:pt x="182" y="393"/>
                    <a:pt x="207" y="452"/>
                    <a:pt x="232" y="509"/>
                  </a:cubicBezTo>
                  <a:cubicBezTo>
                    <a:pt x="232" y="509"/>
                    <a:pt x="234" y="514"/>
                    <a:pt x="234" y="517"/>
                  </a:cubicBezTo>
                  <a:cubicBezTo>
                    <a:pt x="243" y="535"/>
                    <a:pt x="252" y="556"/>
                    <a:pt x="258" y="579"/>
                  </a:cubicBezTo>
                  <a:cubicBezTo>
                    <a:pt x="265" y="585"/>
                    <a:pt x="268" y="594"/>
                    <a:pt x="268" y="600"/>
                  </a:cubicBezTo>
                  <a:lnTo>
                    <a:pt x="270" y="602"/>
                  </a:lnTo>
                  <a:cubicBezTo>
                    <a:pt x="273" y="605"/>
                    <a:pt x="273" y="610"/>
                    <a:pt x="273" y="612"/>
                  </a:cubicBezTo>
                  <a:cubicBezTo>
                    <a:pt x="279" y="623"/>
                    <a:pt x="283" y="632"/>
                    <a:pt x="285" y="646"/>
                  </a:cubicBezTo>
                  <a:lnTo>
                    <a:pt x="288" y="646"/>
                  </a:lnTo>
                  <a:cubicBezTo>
                    <a:pt x="292" y="652"/>
                    <a:pt x="292" y="654"/>
                    <a:pt x="295" y="661"/>
                  </a:cubicBezTo>
                  <a:cubicBezTo>
                    <a:pt x="299" y="666"/>
                    <a:pt x="301" y="672"/>
                    <a:pt x="301" y="679"/>
                  </a:cubicBezTo>
                  <a:cubicBezTo>
                    <a:pt x="305" y="682"/>
                    <a:pt x="307" y="686"/>
                    <a:pt x="307" y="688"/>
                  </a:cubicBezTo>
                  <a:cubicBezTo>
                    <a:pt x="311" y="694"/>
                    <a:pt x="311" y="697"/>
                    <a:pt x="314" y="703"/>
                  </a:cubicBezTo>
                  <a:cubicBezTo>
                    <a:pt x="320" y="717"/>
                    <a:pt x="327" y="730"/>
                    <a:pt x="330" y="744"/>
                  </a:cubicBezTo>
                  <a:cubicBezTo>
                    <a:pt x="332" y="750"/>
                    <a:pt x="336" y="759"/>
                    <a:pt x="338" y="765"/>
                  </a:cubicBezTo>
                  <a:cubicBezTo>
                    <a:pt x="345" y="777"/>
                    <a:pt x="347" y="790"/>
                    <a:pt x="353" y="798"/>
                  </a:cubicBezTo>
                  <a:lnTo>
                    <a:pt x="353" y="801"/>
                  </a:lnTo>
                  <a:cubicBezTo>
                    <a:pt x="378" y="857"/>
                    <a:pt x="400" y="912"/>
                    <a:pt x="418" y="963"/>
                  </a:cubicBezTo>
                  <a:cubicBezTo>
                    <a:pt x="421" y="971"/>
                    <a:pt x="425" y="973"/>
                    <a:pt x="428" y="979"/>
                  </a:cubicBezTo>
                  <a:cubicBezTo>
                    <a:pt x="1810" y="4471"/>
                    <a:pt x="1894" y="8237"/>
                    <a:pt x="836" y="11661"/>
                  </a:cubicBezTo>
                  <a:cubicBezTo>
                    <a:pt x="1478" y="11632"/>
                    <a:pt x="2106" y="11553"/>
                    <a:pt x="2715" y="11421"/>
                  </a:cubicBezTo>
                  <a:cubicBezTo>
                    <a:pt x="3200" y="7979"/>
                    <a:pt x="2582" y="4352"/>
                    <a:pt x="709" y="1107"/>
                  </a:cubicBezTo>
                  <a:cubicBezTo>
                    <a:pt x="682" y="1058"/>
                    <a:pt x="655" y="1012"/>
                    <a:pt x="624" y="962"/>
                  </a:cubicBezTo>
                  <a:cubicBezTo>
                    <a:pt x="610" y="939"/>
                    <a:pt x="596" y="916"/>
                    <a:pt x="584" y="892"/>
                  </a:cubicBezTo>
                  <a:cubicBezTo>
                    <a:pt x="550" y="837"/>
                    <a:pt x="516" y="781"/>
                    <a:pt x="479" y="725"/>
                  </a:cubicBezTo>
                  <a:cubicBezTo>
                    <a:pt x="475" y="720"/>
                    <a:pt x="472" y="714"/>
                    <a:pt x="466" y="708"/>
                  </a:cubicBezTo>
                  <a:cubicBezTo>
                    <a:pt x="466" y="701"/>
                    <a:pt x="462" y="697"/>
                    <a:pt x="460" y="694"/>
                  </a:cubicBezTo>
                  <a:cubicBezTo>
                    <a:pt x="460" y="691"/>
                    <a:pt x="460" y="688"/>
                    <a:pt x="457" y="688"/>
                  </a:cubicBezTo>
                  <a:cubicBezTo>
                    <a:pt x="457" y="686"/>
                    <a:pt x="454" y="682"/>
                    <a:pt x="450" y="679"/>
                  </a:cubicBezTo>
                  <a:cubicBezTo>
                    <a:pt x="448" y="670"/>
                    <a:pt x="441" y="661"/>
                    <a:pt x="435" y="655"/>
                  </a:cubicBezTo>
                  <a:cubicBezTo>
                    <a:pt x="431" y="650"/>
                    <a:pt x="429" y="643"/>
                    <a:pt x="423" y="636"/>
                  </a:cubicBezTo>
                  <a:cubicBezTo>
                    <a:pt x="423" y="630"/>
                    <a:pt x="418" y="626"/>
                    <a:pt x="415" y="624"/>
                  </a:cubicBezTo>
                  <a:cubicBezTo>
                    <a:pt x="412" y="621"/>
                    <a:pt x="412" y="617"/>
                    <a:pt x="409" y="615"/>
                  </a:cubicBezTo>
                  <a:cubicBezTo>
                    <a:pt x="405" y="610"/>
                    <a:pt x="399" y="602"/>
                    <a:pt x="397" y="596"/>
                  </a:cubicBezTo>
                  <a:cubicBezTo>
                    <a:pt x="394" y="596"/>
                    <a:pt x="394" y="594"/>
                    <a:pt x="394" y="594"/>
                  </a:cubicBezTo>
                  <a:cubicBezTo>
                    <a:pt x="394" y="591"/>
                    <a:pt x="390" y="587"/>
                    <a:pt x="387" y="585"/>
                  </a:cubicBezTo>
                  <a:cubicBezTo>
                    <a:pt x="383" y="575"/>
                    <a:pt x="381" y="569"/>
                    <a:pt x="374" y="563"/>
                  </a:cubicBezTo>
                  <a:cubicBezTo>
                    <a:pt x="369" y="554"/>
                    <a:pt x="363" y="545"/>
                    <a:pt x="357" y="535"/>
                  </a:cubicBezTo>
                  <a:cubicBezTo>
                    <a:pt x="353" y="529"/>
                    <a:pt x="350" y="523"/>
                    <a:pt x="347" y="520"/>
                  </a:cubicBezTo>
                  <a:cubicBezTo>
                    <a:pt x="347" y="518"/>
                    <a:pt x="343" y="514"/>
                    <a:pt x="341" y="511"/>
                  </a:cubicBezTo>
                  <a:cubicBezTo>
                    <a:pt x="332" y="493"/>
                    <a:pt x="322" y="477"/>
                    <a:pt x="307" y="462"/>
                  </a:cubicBezTo>
                  <a:cubicBezTo>
                    <a:pt x="311" y="458"/>
                    <a:pt x="307" y="458"/>
                    <a:pt x="305" y="456"/>
                  </a:cubicBezTo>
                  <a:cubicBezTo>
                    <a:pt x="207" y="302"/>
                    <a:pt x="105" y="15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05"/>
            <p:cNvSpPr/>
            <p:nvPr/>
          </p:nvSpPr>
          <p:spPr>
            <a:xfrm>
              <a:off x="3014913" y="455025"/>
              <a:ext cx="242150" cy="201650"/>
            </a:xfrm>
            <a:custGeom>
              <a:rect b="b" l="l" r="r" t="t"/>
              <a:pathLst>
                <a:path extrusionOk="0" h="8066" w="9686">
                  <a:moveTo>
                    <a:pt x="9685" y="0"/>
                  </a:moveTo>
                  <a:lnTo>
                    <a:pt x="9685" y="0"/>
                  </a:lnTo>
                  <a:cubicBezTo>
                    <a:pt x="9626" y="86"/>
                    <a:pt x="9568" y="168"/>
                    <a:pt x="9503" y="253"/>
                  </a:cubicBezTo>
                  <a:cubicBezTo>
                    <a:pt x="9492" y="271"/>
                    <a:pt x="9478" y="290"/>
                    <a:pt x="9465" y="308"/>
                  </a:cubicBezTo>
                  <a:cubicBezTo>
                    <a:pt x="9429" y="361"/>
                    <a:pt x="9389" y="414"/>
                    <a:pt x="9352" y="466"/>
                  </a:cubicBezTo>
                  <a:cubicBezTo>
                    <a:pt x="9338" y="481"/>
                    <a:pt x="9327" y="499"/>
                    <a:pt x="9315" y="514"/>
                  </a:cubicBezTo>
                  <a:cubicBezTo>
                    <a:pt x="9307" y="523"/>
                    <a:pt x="9301" y="530"/>
                    <a:pt x="9299" y="537"/>
                  </a:cubicBezTo>
                  <a:cubicBezTo>
                    <a:pt x="9295" y="540"/>
                    <a:pt x="9295" y="543"/>
                    <a:pt x="9292" y="543"/>
                  </a:cubicBezTo>
                  <a:cubicBezTo>
                    <a:pt x="9292" y="547"/>
                    <a:pt x="9286" y="549"/>
                    <a:pt x="9286" y="549"/>
                  </a:cubicBezTo>
                  <a:cubicBezTo>
                    <a:pt x="9284" y="558"/>
                    <a:pt x="9277" y="565"/>
                    <a:pt x="9270" y="571"/>
                  </a:cubicBezTo>
                  <a:lnTo>
                    <a:pt x="9268" y="571"/>
                  </a:lnTo>
                  <a:lnTo>
                    <a:pt x="9268" y="574"/>
                  </a:lnTo>
                  <a:cubicBezTo>
                    <a:pt x="9264" y="580"/>
                    <a:pt x="9261" y="586"/>
                    <a:pt x="9255" y="589"/>
                  </a:cubicBezTo>
                  <a:cubicBezTo>
                    <a:pt x="9255" y="596"/>
                    <a:pt x="9253" y="600"/>
                    <a:pt x="9246" y="602"/>
                  </a:cubicBezTo>
                  <a:cubicBezTo>
                    <a:pt x="9246" y="609"/>
                    <a:pt x="9243" y="612"/>
                    <a:pt x="9237" y="615"/>
                  </a:cubicBezTo>
                  <a:cubicBezTo>
                    <a:pt x="9237" y="621"/>
                    <a:pt x="9234" y="626"/>
                    <a:pt x="9228" y="628"/>
                  </a:cubicBezTo>
                  <a:cubicBezTo>
                    <a:pt x="9228" y="631"/>
                    <a:pt x="9226" y="631"/>
                    <a:pt x="9226" y="631"/>
                  </a:cubicBezTo>
                  <a:cubicBezTo>
                    <a:pt x="9219" y="640"/>
                    <a:pt x="9213" y="648"/>
                    <a:pt x="9203" y="658"/>
                  </a:cubicBezTo>
                  <a:cubicBezTo>
                    <a:pt x="9201" y="667"/>
                    <a:pt x="9195" y="676"/>
                    <a:pt x="9188" y="682"/>
                  </a:cubicBezTo>
                  <a:cubicBezTo>
                    <a:pt x="9179" y="692"/>
                    <a:pt x="9172" y="700"/>
                    <a:pt x="9164" y="709"/>
                  </a:cubicBezTo>
                  <a:cubicBezTo>
                    <a:pt x="9167" y="712"/>
                    <a:pt x="9161" y="712"/>
                    <a:pt x="9161" y="712"/>
                  </a:cubicBezTo>
                  <a:cubicBezTo>
                    <a:pt x="9130" y="759"/>
                    <a:pt x="9093" y="805"/>
                    <a:pt x="9059" y="847"/>
                  </a:cubicBezTo>
                  <a:cubicBezTo>
                    <a:pt x="9056" y="854"/>
                    <a:pt x="9048" y="857"/>
                    <a:pt x="9046" y="863"/>
                  </a:cubicBezTo>
                  <a:cubicBezTo>
                    <a:pt x="6716" y="3806"/>
                    <a:pt x="3495" y="5759"/>
                    <a:pt x="1" y="6558"/>
                  </a:cubicBezTo>
                  <a:cubicBezTo>
                    <a:pt x="338" y="7093"/>
                    <a:pt x="725" y="7598"/>
                    <a:pt x="1151" y="8065"/>
                  </a:cubicBezTo>
                  <a:cubicBezTo>
                    <a:pt x="4374" y="6762"/>
                    <a:pt x="7205" y="4413"/>
                    <a:pt x="9077" y="1167"/>
                  </a:cubicBezTo>
                  <a:cubicBezTo>
                    <a:pt x="9104" y="1121"/>
                    <a:pt x="9130" y="1075"/>
                    <a:pt x="9157" y="1029"/>
                  </a:cubicBezTo>
                  <a:cubicBezTo>
                    <a:pt x="9170" y="1003"/>
                    <a:pt x="9185" y="978"/>
                    <a:pt x="9197" y="952"/>
                  </a:cubicBezTo>
                  <a:cubicBezTo>
                    <a:pt x="9231" y="896"/>
                    <a:pt x="9262" y="841"/>
                    <a:pt x="9289" y="782"/>
                  </a:cubicBezTo>
                  <a:cubicBezTo>
                    <a:pt x="9293" y="777"/>
                    <a:pt x="9295" y="771"/>
                    <a:pt x="9301" y="765"/>
                  </a:cubicBezTo>
                  <a:cubicBezTo>
                    <a:pt x="9301" y="762"/>
                    <a:pt x="9305" y="756"/>
                    <a:pt x="9308" y="749"/>
                  </a:cubicBezTo>
                  <a:cubicBezTo>
                    <a:pt x="9312" y="749"/>
                    <a:pt x="9312" y="745"/>
                    <a:pt x="9315" y="743"/>
                  </a:cubicBezTo>
                  <a:cubicBezTo>
                    <a:pt x="9315" y="740"/>
                    <a:pt x="9319" y="734"/>
                    <a:pt x="9321" y="728"/>
                  </a:cubicBezTo>
                  <a:cubicBezTo>
                    <a:pt x="9325" y="720"/>
                    <a:pt x="9327" y="714"/>
                    <a:pt x="9334" y="705"/>
                  </a:cubicBezTo>
                  <a:cubicBezTo>
                    <a:pt x="9336" y="699"/>
                    <a:pt x="9340" y="693"/>
                    <a:pt x="9343" y="683"/>
                  </a:cubicBezTo>
                  <a:cubicBezTo>
                    <a:pt x="9347" y="681"/>
                    <a:pt x="9347" y="677"/>
                    <a:pt x="9350" y="674"/>
                  </a:cubicBezTo>
                  <a:cubicBezTo>
                    <a:pt x="9353" y="671"/>
                    <a:pt x="9353" y="668"/>
                    <a:pt x="9356" y="662"/>
                  </a:cubicBezTo>
                  <a:cubicBezTo>
                    <a:pt x="9360" y="659"/>
                    <a:pt x="9360" y="655"/>
                    <a:pt x="9362" y="652"/>
                  </a:cubicBezTo>
                  <a:cubicBezTo>
                    <a:pt x="9362" y="648"/>
                    <a:pt x="9366" y="642"/>
                    <a:pt x="9368" y="640"/>
                  </a:cubicBezTo>
                  <a:cubicBezTo>
                    <a:pt x="9368" y="636"/>
                    <a:pt x="9372" y="630"/>
                    <a:pt x="9376" y="627"/>
                  </a:cubicBezTo>
                  <a:cubicBezTo>
                    <a:pt x="9379" y="620"/>
                    <a:pt x="9382" y="611"/>
                    <a:pt x="9388" y="605"/>
                  </a:cubicBezTo>
                  <a:cubicBezTo>
                    <a:pt x="9392" y="596"/>
                    <a:pt x="9398" y="586"/>
                    <a:pt x="9401" y="578"/>
                  </a:cubicBezTo>
                  <a:cubicBezTo>
                    <a:pt x="9403" y="573"/>
                    <a:pt x="9408" y="566"/>
                    <a:pt x="9410" y="559"/>
                  </a:cubicBezTo>
                  <a:cubicBezTo>
                    <a:pt x="9413" y="555"/>
                    <a:pt x="9413" y="555"/>
                    <a:pt x="9413" y="553"/>
                  </a:cubicBezTo>
                  <a:cubicBezTo>
                    <a:pt x="9422" y="538"/>
                    <a:pt x="9428" y="522"/>
                    <a:pt x="9437" y="507"/>
                  </a:cubicBezTo>
                  <a:cubicBezTo>
                    <a:pt x="9437" y="504"/>
                    <a:pt x="9440" y="501"/>
                    <a:pt x="9440" y="498"/>
                  </a:cubicBezTo>
                  <a:cubicBezTo>
                    <a:pt x="9443" y="498"/>
                    <a:pt x="9443" y="495"/>
                    <a:pt x="9443" y="495"/>
                  </a:cubicBezTo>
                  <a:cubicBezTo>
                    <a:pt x="9525" y="331"/>
                    <a:pt x="9605" y="166"/>
                    <a:pt x="96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105"/>
            <p:cNvSpPr/>
            <p:nvPr/>
          </p:nvSpPr>
          <p:spPr>
            <a:xfrm>
              <a:off x="3239313" y="285400"/>
              <a:ext cx="242025" cy="201625"/>
            </a:xfrm>
            <a:custGeom>
              <a:rect b="b" l="l" r="r" t="t"/>
              <a:pathLst>
                <a:path extrusionOk="0" h="8065" w="9681">
                  <a:moveTo>
                    <a:pt x="8535" y="1"/>
                  </a:moveTo>
                  <a:cubicBezTo>
                    <a:pt x="5311" y="1303"/>
                    <a:pt x="2480" y="3653"/>
                    <a:pt x="608" y="6899"/>
                  </a:cubicBezTo>
                  <a:cubicBezTo>
                    <a:pt x="579" y="6945"/>
                    <a:pt x="555" y="6989"/>
                    <a:pt x="528" y="7036"/>
                  </a:cubicBezTo>
                  <a:cubicBezTo>
                    <a:pt x="515" y="7061"/>
                    <a:pt x="501" y="7090"/>
                    <a:pt x="488" y="7113"/>
                  </a:cubicBezTo>
                  <a:cubicBezTo>
                    <a:pt x="454" y="7172"/>
                    <a:pt x="423" y="7227"/>
                    <a:pt x="392" y="7286"/>
                  </a:cubicBezTo>
                  <a:cubicBezTo>
                    <a:pt x="388" y="7292"/>
                    <a:pt x="382" y="7301"/>
                    <a:pt x="380" y="7307"/>
                  </a:cubicBezTo>
                  <a:cubicBezTo>
                    <a:pt x="376" y="7311"/>
                    <a:pt x="376" y="7318"/>
                    <a:pt x="373" y="7320"/>
                  </a:cubicBezTo>
                  <a:cubicBezTo>
                    <a:pt x="373" y="7320"/>
                    <a:pt x="373" y="7323"/>
                    <a:pt x="371" y="7323"/>
                  </a:cubicBezTo>
                  <a:cubicBezTo>
                    <a:pt x="371" y="7329"/>
                    <a:pt x="367" y="7332"/>
                    <a:pt x="364" y="7338"/>
                  </a:cubicBezTo>
                  <a:cubicBezTo>
                    <a:pt x="357" y="7348"/>
                    <a:pt x="354" y="7354"/>
                    <a:pt x="351" y="7363"/>
                  </a:cubicBezTo>
                  <a:cubicBezTo>
                    <a:pt x="345" y="7368"/>
                    <a:pt x="342" y="7374"/>
                    <a:pt x="342" y="7381"/>
                  </a:cubicBezTo>
                  <a:cubicBezTo>
                    <a:pt x="340" y="7387"/>
                    <a:pt x="336" y="7391"/>
                    <a:pt x="334" y="7394"/>
                  </a:cubicBezTo>
                  <a:cubicBezTo>
                    <a:pt x="329" y="7400"/>
                    <a:pt x="329" y="7404"/>
                    <a:pt x="327" y="7406"/>
                  </a:cubicBezTo>
                  <a:cubicBezTo>
                    <a:pt x="323" y="7413"/>
                    <a:pt x="323" y="7417"/>
                    <a:pt x="320" y="7420"/>
                  </a:cubicBezTo>
                  <a:cubicBezTo>
                    <a:pt x="318" y="7422"/>
                    <a:pt x="318" y="7426"/>
                    <a:pt x="318" y="7428"/>
                  </a:cubicBezTo>
                  <a:cubicBezTo>
                    <a:pt x="314" y="7431"/>
                    <a:pt x="312" y="7435"/>
                    <a:pt x="312" y="7437"/>
                  </a:cubicBezTo>
                  <a:cubicBezTo>
                    <a:pt x="305" y="7447"/>
                    <a:pt x="302" y="7456"/>
                    <a:pt x="298" y="7462"/>
                  </a:cubicBezTo>
                  <a:cubicBezTo>
                    <a:pt x="292" y="7471"/>
                    <a:pt x="288" y="7480"/>
                    <a:pt x="286" y="7487"/>
                  </a:cubicBezTo>
                  <a:lnTo>
                    <a:pt x="283" y="7489"/>
                  </a:lnTo>
                  <a:cubicBezTo>
                    <a:pt x="279" y="7495"/>
                    <a:pt x="277" y="7502"/>
                    <a:pt x="277" y="7504"/>
                  </a:cubicBezTo>
                  <a:cubicBezTo>
                    <a:pt x="274" y="7511"/>
                    <a:pt x="271" y="7515"/>
                    <a:pt x="267" y="7518"/>
                  </a:cubicBezTo>
                  <a:cubicBezTo>
                    <a:pt x="262" y="7533"/>
                    <a:pt x="256" y="7545"/>
                    <a:pt x="250" y="7557"/>
                  </a:cubicBezTo>
                  <a:cubicBezTo>
                    <a:pt x="246" y="7564"/>
                    <a:pt x="243" y="7570"/>
                    <a:pt x="243" y="7573"/>
                  </a:cubicBezTo>
                  <a:cubicBezTo>
                    <a:pt x="158" y="7736"/>
                    <a:pt x="78" y="7898"/>
                    <a:pt x="0" y="8065"/>
                  </a:cubicBezTo>
                  <a:cubicBezTo>
                    <a:pt x="60" y="7979"/>
                    <a:pt x="118" y="7896"/>
                    <a:pt x="183" y="7813"/>
                  </a:cubicBezTo>
                  <a:cubicBezTo>
                    <a:pt x="191" y="7792"/>
                    <a:pt x="207" y="7773"/>
                    <a:pt x="222" y="7755"/>
                  </a:cubicBezTo>
                  <a:cubicBezTo>
                    <a:pt x="256" y="7706"/>
                    <a:pt x="292" y="7657"/>
                    <a:pt x="329" y="7608"/>
                  </a:cubicBezTo>
                  <a:lnTo>
                    <a:pt x="329" y="7606"/>
                  </a:lnTo>
                  <a:cubicBezTo>
                    <a:pt x="345" y="7586"/>
                    <a:pt x="356" y="7570"/>
                    <a:pt x="370" y="7552"/>
                  </a:cubicBezTo>
                  <a:cubicBezTo>
                    <a:pt x="372" y="7546"/>
                    <a:pt x="379" y="7544"/>
                    <a:pt x="385" y="7536"/>
                  </a:cubicBezTo>
                  <a:cubicBezTo>
                    <a:pt x="385" y="7534"/>
                    <a:pt x="385" y="7530"/>
                    <a:pt x="387" y="7528"/>
                  </a:cubicBezTo>
                  <a:lnTo>
                    <a:pt x="396" y="7519"/>
                  </a:lnTo>
                  <a:cubicBezTo>
                    <a:pt x="401" y="7514"/>
                    <a:pt x="407" y="7508"/>
                    <a:pt x="410" y="7500"/>
                  </a:cubicBezTo>
                  <a:cubicBezTo>
                    <a:pt x="413" y="7497"/>
                    <a:pt x="413" y="7494"/>
                    <a:pt x="416" y="7494"/>
                  </a:cubicBezTo>
                  <a:cubicBezTo>
                    <a:pt x="418" y="7488"/>
                    <a:pt x="422" y="7484"/>
                    <a:pt x="425" y="7482"/>
                  </a:cubicBezTo>
                  <a:cubicBezTo>
                    <a:pt x="428" y="7475"/>
                    <a:pt x="432" y="7468"/>
                    <a:pt x="438" y="7466"/>
                  </a:cubicBezTo>
                  <a:cubicBezTo>
                    <a:pt x="438" y="7463"/>
                    <a:pt x="442" y="7459"/>
                    <a:pt x="444" y="7457"/>
                  </a:cubicBezTo>
                  <a:cubicBezTo>
                    <a:pt x="448" y="7451"/>
                    <a:pt x="451" y="7447"/>
                    <a:pt x="457" y="7444"/>
                  </a:cubicBezTo>
                  <a:lnTo>
                    <a:pt x="457" y="7441"/>
                  </a:lnTo>
                  <a:cubicBezTo>
                    <a:pt x="464" y="7428"/>
                    <a:pt x="473" y="7420"/>
                    <a:pt x="482" y="7411"/>
                  </a:cubicBezTo>
                  <a:cubicBezTo>
                    <a:pt x="484" y="7401"/>
                    <a:pt x="490" y="7395"/>
                    <a:pt x="498" y="7389"/>
                  </a:cubicBezTo>
                  <a:cubicBezTo>
                    <a:pt x="504" y="7375"/>
                    <a:pt x="513" y="7366"/>
                    <a:pt x="519" y="7358"/>
                  </a:cubicBezTo>
                  <a:lnTo>
                    <a:pt x="521" y="7358"/>
                  </a:lnTo>
                  <a:cubicBezTo>
                    <a:pt x="552" y="7315"/>
                    <a:pt x="586" y="7271"/>
                    <a:pt x="619" y="7229"/>
                  </a:cubicBezTo>
                  <a:cubicBezTo>
                    <a:pt x="625" y="7222"/>
                    <a:pt x="629" y="7213"/>
                    <a:pt x="638" y="7206"/>
                  </a:cubicBezTo>
                  <a:cubicBezTo>
                    <a:pt x="2967" y="4262"/>
                    <a:pt x="6189" y="2306"/>
                    <a:pt x="9680" y="1508"/>
                  </a:cubicBezTo>
                  <a:cubicBezTo>
                    <a:pt x="9343" y="972"/>
                    <a:pt x="8958" y="469"/>
                    <a:pt x="85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105"/>
            <p:cNvSpPr/>
            <p:nvPr/>
          </p:nvSpPr>
          <p:spPr>
            <a:xfrm>
              <a:off x="3062638" y="237825"/>
              <a:ext cx="201600" cy="242025"/>
            </a:xfrm>
            <a:custGeom>
              <a:rect b="b" l="l" r="r" t="t"/>
              <a:pathLst>
                <a:path extrusionOk="0" h="9681" w="8064">
                  <a:moveTo>
                    <a:pt x="1507" y="1"/>
                  </a:moveTo>
                  <a:cubicBezTo>
                    <a:pt x="971" y="339"/>
                    <a:pt x="467" y="723"/>
                    <a:pt x="0" y="1147"/>
                  </a:cubicBezTo>
                  <a:cubicBezTo>
                    <a:pt x="1302" y="4372"/>
                    <a:pt x="3650" y="7203"/>
                    <a:pt x="6895" y="9072"/>
                  </a:cubicBezTo>
                  <a:cubicBezTo>
                    <a:pt x="6941" y="9100"/>
                    <a:pt x="6987" y="9125"/>
                    <a:pt x="7033" y="9152"/>
                  </a:cubicBezTo>
                  <a:cubicBezTo>
                    <a:pt x="7059" y="9165"/>
                    <a:pt x="7083" y="9179"/>
                    <a:pt x="7111" y="9192"/>
                  </a:cubicBezTo>
                  <a:cubicBezTo>
                    <a:pt x="7164" y="9226"/>
                    <a:pt x="7224" y="9257"/>
                    <a:pt x="7282" y="9288"/>
                  </a:cubicBezTo>
                  <a:cubicBezTo>
                    <a:pt x="7288" y="9291"/>
                    <a:pt x="7294" y="9298"/>
                    <a:pt x="7304" y="9300"/>
                  </a:cubicBezTo>
                  <a:cubicBezTo>
                    <a:pt x="7307" y="9300"/>
                    <a:pt x="7310" y="9303"/>
                    <a:pt x="7313" y="9303"/>
                  </a:cubicBezTo>
                  <a:cubicBezTo>
                    <a:pt x="7313" y="9306"/>
                    <a:pt x="7317" y="9306"/>
                    <a:pt x="7319" y="9309"/>
                  </a:cubicBezTo>
                  <a:cubicBezTo>
                    <a:pt x="7322" y="9309"/>
                    <a:pt x="7328" y="9314"/>
                    <a:pt x="7334" y="9316"/>
                  </a:cubicBezTo>
                  <a:cubicBezTo>
                    <a:pt x="7341" y="9320"/>
                    <a:pt x="7348" y="9326"/>
                    <a:pt x="7356" y="9329"/>
                  </a:cubicBezTo>
                  <a:cubicBezTo>
                    <a:pt x="7363" y="9331"/>
                    <a:pt x="7370" y="9335"/>
                    <a:pt x="7379" y="9337"/>
                  </a:cubicBezTo>
                  <a:cubicBezTo>
                    <a:pt x="7381" y="9341"/>
                    <a:pt x="7385" y="9344"/>
                    <a:pt x="7387" y="9344"/>
                  </a:cubicBezTo>
                  <a:cubicBezTo>
                    <a:pt x="7390" y="9348"/>
                    <a:pt x="7394" y="9348"/>
                    <a:pt x="7396" y="9351"/>
                  </a:cubicBezTo>
                  <a:cubicBezTo>
                    <a:pt x="7402" y="9353"/>
                    <a:pt x="7408" y="9357"/>
                    <a:pt x="7415" y="9360"/>
                  </a:cubicBezTo>
                  <a:cubicBezTo>
                    <a:pt x="7418" y="9360"/>
                    <a:pt x="7418" y="9362"/>
                    <a:pt x="7421" y="9362"/>
                  </a:cubicBezTo>
                  <a:cubicBezTo>
                    <a:pt x="7425" y="9366"/>
                    <a:pt x="7431" y="9366"/>
                    <a:pt x="7434" y="9368"/>
                  </a:cubicBezTo>
                  <a:cubicBezTo>
                    <a:pt x="7441" y="9372"/>
                    <a:pt x="7449" y="9379"/>
                    <a:pt x="7456" y="9382"/>
                  </a:cubicBezTo>
                  <a:cubicBezTo>
                    <a:pt x="7465" y="9386"/>
                    <a:pt x="7474" y="9392"/>
                    <a:pt x="7483" y="9394"/>
                  </a:cubicBezTo>
                  <a:lnTo>
                    <a:pt x="7485" y="9397"/>
                  </a:lnTo>
                  <a:cubicBezTo>
                    <a:pt x="7492" y="9401"/>
                    <a:pt x="7494" y="9403"/>
                    <a:pt x="7501" y="9403"/>
                  </a:cubicBezTo>
                  <a:lnTo>
                    <a:pt x="7508" y="9410"/>
                  </a:lnTo>
                  <a:cubicBezTo>
                    <a:pt x="7523" y="9417"/>
                    <a:pt x="7539" y="9425"/>
                    <a:pt x="7554" y="9432"/>
                  </a:cubicBezTo>
                  <a:cubicBezTo>
                    <a:pt x="7556" y="9434"/>
                    <a:pt x="7560" y="9434"/>
                    <a:pt x="7563" y="9434"/>
                  </a:cubicBezTo>
                  <a:lnTo>
                    <a:pt x="7563" y="9437"/>
                  </a:lnTo>
                  <a:cubicBezTo>
                    <a:pt x="7730" y="9521"/>
                    <a:pt x="7896" y="9604"/>
                    <a:pt x="8063" y="9681"/>
                  </a:cubicBezTo>
                  <a:cubicBezTo>
                    <a:pt x="7978" y="9622"/>
                    <a:pt x="7894" y="9563"/>
                    <a:pt x="7811" y="9499"/>
                  </a:cubicBezTo>
                  <a:cubicBezTo>
                    <a:pt x="7794" y="9489"/>
                    <a:pt x="7774" y="9475"/>
                    <a:pt x="7757" y="9462"/>
                  </a:cubicBezTo>
                  <a:cubicBezTo>
                    <a:pt x="7704" y="9424"/>
                    <a:pt x="7654" y="9388"/>
                    <a:pt x="7605" y="9351"/>
                  </a:cubicBezTo>
                  <a:lnTo>
                    <a:pt x="7603" y="9349"/>
                  </a:lnTo>
                  <a:cubicBezTo>
                    <a:pt x="7583" y="9335"/>
                    <a:pt x="7566" y="9324"/>
                    <a:pt x="7550" y="9310"/>
                  </a:cubicBezTo>
                  <a:cubicBezTo>
                    <a:pt x="7545" y="9304"/>
                    <a:pt x="7538" y="9302"/>
                    <a:pt x="7532" y="9295"/>
                  </a:cubicBezTo>
                  <a:cubicBezTo>
                    <a:pt x="7527" y="9295"/>
                    <a:pt x="7525" y="9293"/>
                    <a:pt x="7525" y="9293"/>
                  </a:cubicBezTo>
                  <a:lnTo>
                    <a:pt x="7516" y="9284"/>
                  </a:lnTo>
                  <a:cubicBezTo>
                    <a:pt x="7508" y="9282"/>
                    <a:pt x="7501" y="9274"/>
                    <a:pt x="7494" y="9268"/>
                  </a:cubicBezTo>
                  <a:cubicBezTo>
                    <a:pt x="7492" y="9268"/>
                    <a:pt x="7492" y="9268"/>
                    <a:pt x="7492" y="9266"/>
                  </a:cubicBezTo>
                  <a:cubicBezTo>
                    <a:pt x="7485" y="9263"/>
                    <a:pt x="7482" y="9259"/>
                    <a:pt x="7479" y="9257"/>
                  </a:cubicBezTo>
                  <a:cubicBezTo>
                    <a:pt x="7473" y="9253"/>
                    <a:pt x="7467" y="9251"/>
                    <a:pt x="7463" y="9243"/>
                  </a:cubicBezTo>
                  <a:cubicBezTo>
                    <a:pt x="7457" y="9243"/>
                    <a:pt x="7453" y="9241"/>
                    <a:pt x="7451" y="9235"/>
                  </a:cubicBezTo>
                  <a:cubicBezTo>
                    <a:pt x="7444" y="9235"/>
                    <a:pt x="7441" y="9232"/>
                    <a:pt x="7438" y="9226"/>
                  </a:cubicBezTo>
                  <a:lnTo>
                    <a:pt x="7436" y="9226"/>
                  </a:lnTo>
                  <a:cubicBezTo>
                    <a:pt x="7426" y="9217"/>
                    <a:pt x="7417" y="9210"/>
                    <a:pt x="7408" y="9201"/>
                  </a:cubicBezTo>
                  <a:cubicBezTo>
                    <a:pt x="7399" y="9199"/>
                    <a:pt x="7390" y="9192"/>
                    <a:pt x="7384" y="9186"/>
                  </a:cubicBezTo>
                  <a:cubicBezTo>
                    <a:pt x="7375" y="9176"/>
                    <a:pt x="7365" y="9170"/>
                    <a:pt x="7356" y="9161"/>
                  </a:cubicBezTo>
                  <a:cubicBezTo>
                    <a:pt x="7353" y="9161"/>
                    <a:pt x="7350" y="9161"/>
                    <a:pt x="7350" y="9159"/>
                  </a:cubicBezTo>
                  <a:cubicBezTo>
                    <a:pt x="7304" y="9125"/>
                    <a:pt x="7257" y="9092"/>
                    <a:pt x="7215" y="9054"/>
                  </a:cubicBezTo>
                  <a:cubicBezTo>
                    <a:pt x="7209" y="9050"/>
                    <a:pt x="7205" y="9044"/>
                    <a:pt x="7199" y="9041"/>
                  </a:cubicBezTo>
                  <a:cubicBezTo>
                    <a:pt x="4258" y="6712"/>
                    <a:pt x="2307" y="3493"/>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05"/>
            <p:cNvSpPr/>
            <p:nvPr/>
          </p:nvSpPr>
          <p:spPr>
            <a:xfrm>
              <a:off x="3232213" y="462000"/>
              <a:ext cx="201575" cy="242225"/>
            </a:xfrm>
            <a:custGeom>
              <a:rect b="b" l="l" r="r" t="t"/>
              <a:pathLst>
                <a:path extrusionOk="0" h="9689" w="8063">
                  <a:moveTo>
                    <a:pt x="0" y="1"/>
                  </a:moveTo>
                  <a:lnTo>
                    <a:pt x="0" y="1"/>
                  </a:lnTo>
                  <a:cubicBezTo>
                    <a:pt x="86" y="60"/>
                    <a:pt x="170" y="117"/>
                    <a:pt x="252" y="182"/>
                  </a:cubicBezTo>
                  <a:cubicBezTo>
                    <a:pt x="273" y="192"/>
                    <a:pt x="292" y="207"/>
                    <a:pt x="310" y="223"/>
                  </a:cubicBezTo>
                  <a:cubicBezTo>
                    <a:pt x="364" y="256"/>
                    <a:pt x="412" y="293"/>
                    <a:pt x="462" y="333"/>
                  </a:cubicBezTo>
                  <a:lnTo>
                    <a:pt x="464" y="333"/>
                  </a:lnTo>
                  <a:cubicBezTo>
                    <a:pt x="479" y="347"/>
                    <a:pt x="498" y="358"/>
                    <a:pt x="513" y="370"/>
                  </a:cubicBezTo>
                  <a:cubicBezTo>
                    <a:pt x="518" y="377"/>
                    <a:pt x="525" y="380"/>
                    <a:pt x="531" y="386"/>
                  </a:cubicBezTo>
                  <a:cubicBezTo>
                    <a:pt x="534" y="386"/>
                    <a:pt x="537" y="390"/>
                    <a:pt x="540" y="393"/>
                  </a:cubicBezTo>
                  <a:cubicBezTo>
                    <a:pt x="544" y="393"/>
                    <a:pt x="546" y="399"/>
                    <a:pt x="546" y="399"/>
                  </a:cubicBezTo>
                  <a:cubicBezTo>
                    <a:pt x="553" y="403"/>
                    <a:pt x="560" y="405"/>
                    <a:pt x="562" y="412"/>
                  </a:cubicBezTo>
                  <a:cubicBezTo>
                    <a:pt x="565" y="412"/>
                    <a:pt x="568" y="416"/>
                    <a:pt x="571" y="419"/>
                  </a:cubicBezTo>
                  <a:cubicBezTo>
                    <a:pt x="577" y="421"/>
                    <a:pt x="583" y="425"/>
                    <a:pt x="587" y="427"/>
                  </a:cubicBezTo>
                  <a:cubicBezTo>
                    <a:pt x="593" y="431"/>
                    <a:pt x="597" y="434"/>
                    <a:pt x="599" y="440"/>
                  </a:cubicBezTo>
                  <a:cubicBezTo>
                    <a:pt x="602" y="440"/>
                    <a:pt x="606" y="445"/>
                    <a:pt x="608" y="447"/>
                  </a:cubicBezTo>
                  <a:cubicBezTo>
                    <a:pt x="614" y="451"/>
                    <a:pt x="622" y="453"/>
                    <a:pt x="624" y="460"/>
                  </a:cubicBezTo>
                  <a:cubicBezTo>
                    <a:pt x="626" y="460"/>
                    <a:pt x="626" y="462"/>
                    <a:pt x="626" y="462"/>
                  </a:cubicBezTo>
                  <a:cubicBezTo>
                    <a:pt x="635" y="468"/>
                    <a:pt x="644" y="476"/>
                    <a:pt x="654" y="484"/>
                  </a:cubicBezTo>
                  <a:cubicBezTo>
                    <a:pt x="663" y="487"/>
                    <a:pt x="669" y="493"/>
                    <a:pt x="675" y="499"/>
                  </a:cubicBezTo>
                  <a:cubicBezTo>
                    <a:pt x="685" y="504"/>
                    <a:pt x="694" y="512"/>
                    <a:pt x="702" y="518"/>
                  </a:cubicBezTo>
                  <a:cubicBezTo>
                    <a:pt x="702" y="522"/>
                    <a:pt x="705" y="524"/>
                    <a:pt x="705" y="524"/>
                  </a:cubicBezTo>
                  <a:cubicBezTo>
                    <a:pt x="752" y="555"/>
                    <a:pt x="794" y="593"/>
                    <a:pt x="840" y="626"/>
                  </a:cubicBezTo>
                  <a:cubicBezTo>
                    <a:pt x="847" y="632"/>
                    <a:pt x="850" y="637"/>
                    <a:pt x="856" y="639"/>
                  </a:cubicBezTo>
                  <a:cubicBezTo>
                    <a:pt x="3801" y="2973"/>
                    <a:pt x="5756" y="6194"/>
                    <a:pt x="6556" y="9688"/>
                  </a:cubicBezTo>
                  <a:cubicBezTo>
                    <a:pt x="7090" y="9351"/>
                    <a:pt x="7595" y="8964"/>
                    <a:pt x="8062" y="8540"/>
                  </a:cubicBezTo>
                  <a:cubicBezTo>
                    <a:pt x="6759" y="5316"/>
                    <a:pt x="4410" y="2484"/>
                    <a:pt x="1168" y="607"/>
                  </a:cubicBezTo>
                  <a:cubicBezTo>
                    <a:pt x="1122" y="580"/>
                    <a:pt x="1077" y="554"/>
                    <a:pt x="1030" y="527"/>
                  </a:cubicBezTo>
                  <a:cubicBezTo>
                    <a:pt x="1006" y="514"/>
                    <a:pt x="977" y="500"/>
                    <a:pt x="953" y="487"/>
                  </a:cubicBezTo>
                  <a:cubicBezTo>
                    <a:pt x="897" y="454"/>
                    <a:pt x="839" y="423"/>
                    <a:pt x="784" y="392"/>
                  </a:cubicBezTo>
                  <a:cubicBezTo>
                    <a:pt x="779" y="392"/>
                    <a:pt x="772" y="389"/>
                    <a:pt x="766" y="383"/>
                  </a:cubicBezTo>
                  <a:cubicBezTo>
                    <a:pt x="759" y="380"/>
                    <a:pt x="751" y="376"/>
                    <a:pt x="743" y="373"/>
                  </a:cubicBezTo>
                  <a:lnTo>
                    <a:pt x="743" y="371"/>
                  </a:lnTo>
                  <a:cubicBezTo>
                    <a:pt x="737" y="371"/>
                    <a:pt x="735" y="367"/>
                    <a:pt x="728" y="364"/>
                  </a:cubicBezTo>
                  <a:cubicBezTo>
                    <a:pt x="722" y="361"/>
                    <a:pt x="712" y="358"/>
                    <a:pt x="706" y="352"/>
                  </a:cubicBezTo>
                  <a:cubicBezTo>
                    <a:pt x="700" y="349"/>
                    <a:pt x="691" y="345"/>
                    <a:pt x="685" y="342"/>
                  </a:cubicBezTo>
                  <a:cubicBezTo>
                    <a:pt x="678" y="339"/>
                    <a:pt x="674" y="336"/>
                    <a:pt x="671" y="333"/>
                  </a:cubicBezTo>
                  <a:cubicBezTo>
                    <a:pt x="665" y="333"/>
                    <a:pt x="661" y="329"/>
                    <a:pt x="659" y="327"/>
                  </a:cubicBezTo>
                  <a:cubicBezTo>
                    <a:pt x="656" y="327"/>
                    <a:pt x="656" y="324"/>
                    <a:pt x="656" y="324"/>
                  </a:cubicBezTo>
                  <a:cubicBezTo>
                    <a:pt x="655" y="325"/>
                    <a:pt x="654" y="325"/>
                    <a:pt x="653" y="325"/>
                  </a:cubicBezTo>
                  <a:cubicBezTo>
                    <a:pt x="651" y="325"/>
                    <a:pt x="650" y="324"/>
                    <a:pt x="650" y="324"/>
                  </a:cubicBezTo>
                  <a:cubicBezTo>
                    <a:pt x="647" y="321"/>
                    <a:pt x="643" y="321"/>
                    <a:pt x="640" y="318"/>
                  </a:cubicBezTo>
                  <a:cubicBezTo>
                    <a:pt x="634" y="318"/>
                    <a:pt x="630" y="314"/>
                    <a:pt x="628" y="311"/>
                  </a:cubicBezTo>
                  <a:cubicBezTo>
                    <a:pt x="619" y="307"/>
                    <a:pt x="609" y="301"/>
                    <a:pt x="603" y="298"/>
                  </a:cubicBezTo>
                  <a:cubicBezTo>
                    <a:pt x="594" y="295"/>
                    <a:pt x="586" y="288"/>
                    <a:pt x="578" y="286"/>
                  </a:cubicBezTo>
                  <a:lnTo>
                    <a:pt x="578" y="283"/>
                  </a:lnTo>
                  <a:cubicBezTo>
                    <a:pt x="573" y="283"/>
                    <a:pt x="567" y="279"/>
                    <a:pt x="561" y="276"/>
                  </a:cubicBezTo>
                  <a:cubicBezTo>
                    <a:pt x="555" y="274"/>
                    <a:pt x="550" y="270"/>
                    <a:pt x="547" y="267"/>
                  </a:cubicBezTo>
                  <a:cubicBezTo>
                    <a:pt x="532" y="262"/>
                    <a:pt x="521" y="256"/>
                    <a:pt x="508" y="250"/>
                  </a:cubicBezTo>
                  <a:cubicBezTo>
                    <a:pt x="501" y="246"/>
                    <a:pt x="495" y="243"/>
                    <a:pt x="493" y="240"/>
                  </a:cubicBezTo>
                  <a:cubicBezTo>
                    <a:pt x="330" y="161"/>
                    <a:pt x="168" y="80"/>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05"/>
            <p:cNvSpPr/>
            <p:nvPr/>
          </p:nvSpPr>
          <p:spPr>
            <a:xfrm>
              <a:off x="2973913" y="343175"/>
              <a:ext cx="556700" cy="267225"/>
            </a:xfrm>
            <a:custGeom>
              <a:rect b="b" l="l" r="r" t="t"/>
              <a:pathLst>
                <a:path extrusionOk="0" h="10689" w="22268">
                  <a:moveTo>
                    <a:pt x="11134" y="0"/>
                  </a:moveTo>
                  <a:cubicBezTo>
                    <a:pt x="4985" y="0"/>
                    <a:pt x="0" y="5344"/>
                    <a:pt x="0" y="5344"/>
                  </a:cubicBezTo>
                  <a:cubicBezTo>
                    <a:pt x="0" y="5344"/>
                    <a:pt x="4985" y="10689"/>
                    <a:pt x="11134" y="10689"/>
                  </a:cubicBezTo>
                  <a:cubicBezTo>
                    <a:pt x="17283" y="10689"/>
                    <a:pt x="22267" y="5344"/>
                    <a:pt x="22267" y="5344"/>
                  </a:cubicBezTo>
                  <a:cubicBezTo>
                    <a:pt x="22267" y="5344"/>
                    <a:pt x="17283" y="0"/>
                    <a:pt x="111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105"/>
            <p:cNvSpPr/>
            <p:nvPr/>
          </p:nvSpPr>
          <p:spPr>
            <a:xfrm>
              <a:off x="3135338" y="359875"/>
              <a:ext cx="233850" cy="233850"/>
            </a:xfrm>
            <a:custGeom>
              <a:rect b="b" l="l" r="r" t="t"/>
              <a:pathLst>
                <a:path extrusionOk="0" h="9354" w="9354">
                  <a:moveTo>
                    <a:pt x="4677" y="0"/>
                  </a:moveTo>
                  <a:cubicBezTo>
                    <a:pt x="2094" y="0"/>
                    <a:pt x="0" y="2094"/>
                    <a:pt x="0" y="4676"/>
                  </a:cubicBezTo>
                  <a:cubicBezTo>
                    <a:pt x="0" y="7259"/>
                    <a:pt x="2094" y="9353"/>
                    <a:pt x="4677" y="9353"/>
                  </a:cubicBezTo>
                  <a:cubicBezTo>
                    <a:pt x="7259" y="9353"/>
                    <a:pt x="9353" y="7259"/>
                    <a:pt x="9353" y="4676"/>
                  </a:cubicBezTo>
                  <a:cubicBezTo>
                    <a:pt x="9353" y="2094"/>
                    <a:pt x="7259" y="0"/>
                    <a:pt x="4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05"/>
            <p:cNvSpPr/>
            <p:nvPr/>
          </p:nvSpPr>
          <p:spPr>
            <a:xfrm>
              <a:off x="3148238" y="377900"/>
              <a:ext cx="208075" cy="197850"/>
            </a:xfrm>
            <a:custGeom>
              <a:rect b="b" l="l" r="r" t="t"/>
              <a:pathLst>
                <a:path extrusionOk="0" h="7914" w="8323">
                  <a:moveTo>
                    <a:pt x="5073" y="0"/>
                  </a:moveTo>
                  <a:cubicBezTo>
                    <a:pt x="4899" y="0"/>
                    <a:pt x="4724" y="84"/>
                    <a:pt x="4620" y="271"/>
                  </a:cubicBezTo>
                  <a:cubicBezTo>
                    <a:pt x="4520" y="451"/>
                    <a:pt x="4341" y="541"/>
                    <a:pt x="4161" y="541"/>
                  </a:cubicBezTo>
                  <a:cubicBezTo>
                    <a:pt x="3981" y="541"/>
                    <a:pt x="3802" y="451"/>
                    <a:pt x="3702" y="271"/>
                  </a:cubicBezTo>
                  <a:cubicBezTo>
                    <a:pt x="3598" y="84"/>
                    <a:pt x="3423" y="1"/>
                    <a:pt x="3249" y="1"/>
                  </a:cubicBezTo>
                  <a:cubicBezTo>
                    <a:pt x="2979" y="1"/>
                    <a:pt x="2711" y="203"/>
                    <a:pt x="2716" y="536"/>
                  </a:cubicBezTo>
                  <a:cubicBezTo>
                    <a:pt x="2721" y="846"/>
                    <a:pt x="2466" y="1071"/>
                    <a:pt x="2189" y="1071"/>
                  </a:cubicBezTo>
                  <a:cubicBezTo>
                    <a:pt x="2099" y="1071"/>
                    <a:pt x="2006" y="1047"/>
                    <a:pt x="1920" y="995"/>
                  </a:cubicBezTo>
                  <a:cubicBezTo>
                    <a:pt x="1829" y="941"/>
                    <a:pt x="1736" y="917"/>
                    <a:pt x="1647" y="917"/>
                  </a:cubicBezTo>
                  <a:cubicBezTo>
                    <a:pt x="1275" y="917"/>
                    <a:pt x="972" y="1337"/>
                    <a:pt x="1199" y="1716"/>
                  </a:cubicBezTo>
                  <a:cubicBezTo>
                    <a:pt x="1411" y="2067"/>
                    <a:pt x="1157" y="2512"/>
                    <a:pt x="749" y="2512"/>
                  </a:cubicBezTo>
                  <a:cubicBezTo>
                    <a:pt x="746" y="2512"/>
                    <a:pt x="743" y="2512"/>
                    <a:pt x="740" y="2512"/>
                  </a:cubicBezTo>
                  <a:cubicBezTo>
                    <a:pt x="737" y="2512"/>
                    <a:pt x="733" y="2512"/>
                    <a:pt x="730" y="2512"/>
                  </a:cubicBezTo>
                  <a:cubicBezTo>
                    <a:pt x="191" y="2512"/>
                    <a:pt x="0" y="3233"/>
                    <a:pt x="475" y="3498"/>
                  </a:cubicBezTo>
                  <a:cubicBezTo>
                    <a:pt x="835" y="3697"/>
                    <a:pt x="835" y="4216"/>
                    <a:pt x="475" y="4416"/>
                  </a:cubicBezTo>
                  <a:cubicBezTo>
                    <a:pt x="1" y="4680"/>
                    <a:pt x="191" y="5402"/>
                    <a:pt x="731" y="5402"/>
                  </a:cubicBezTo>
                  <a:cubicBezTo>
                    <a:pt x="734" y="5402"/>
                    <a:pt x="737" y="5402"/>
                    <a:pt x="740" y="5402"/>
                  </a:cubicBezTo>
                  <a:cubicBezTo>
                    <a:pt x="743" y="5402"/>
                    <a:pt x="747" y="5402"/>
                    <a:pt x="750" y="5402"/>
                  </a:cubicBezTo>
                  <a:cubicBezTo>
                    <a:pt x="1155" y="5402"/>
                    <a:pt x="1409" y="5846"/>
                    <a:pt x="1199" y="6198"/>
                  </a:cubicBezTo>
                  <a:cubicBezTo>
                    <a:pt x="972" y="6577"/>
                    <a:pt x="1275" y="6997"/>
                    <a:pt x="1648" y="6997"/>
                  </a:cubicBezTo>
                  <a:cubicBezTo>
                    <a:pt x="1737" y="6997"/>
                    <a:pt x="1829" y="6973"/>
                    <a:pt x="1920" y="6919"/>
                  </a:cubicBezTo>
                  <a:cubicBezTo>
                    <a:pt x="2007" y="6866"/>
                    <a:pt x="2100" y="6843"/>
                    <a:pt x="2190" y="6843"/>
                  </a:cubicBezTo>
                  <a:cubicBezTo>
                    <a:pt x="2467" y="6843"/>
                    <a:pt x="2721" y="7067"/>
                    <a:pt x="2716" y="7378"/>
                  </a:cubicBezTo>
                  <a:cubicBezTo>
                    <a:pt x="2711" y="7711"/>
                    <a:pt x="2978" y="7914"/>
                    <a:pt x="3249" y="7914"/>
                  </a:cubicBezTo>
                  <a:cubicBezTo>
                    <a:pt x="3423" y="7914"/>
                    <a:pt x="3598" y="7830"/>
                    <a:pt x="3702" y="7642"/>
                  </a:cubicBezTo>
                  <a:cubicBezTo>
                    <a:pt x="3802" y="7462"/>
                    <a:pt x="3981" y="7372"/>
                    <a:pt x="4161" y="7372"/>
                  </a:cubicBezTo>
                  <a:cubicBezTo>
                    <a:pt x="4341" y="7372"/>
                    <a:pt x="4520" y="7462"/>
                    <a:pt x="4620" y="7642"/>
                  </a:cubicBezTo>
                  <a:cubicBezTo>
                    <a:pt x="4724" y="7829"/>
                    <a:pt x="4899" y="7913"/>
                    <a:pt x="5073" y="7913"/>
                  </a:cubicBezTo>
                  <a:cubicBezTo>
                    <a:pt x="5343" y="7913"/>
                    <a:pt x="5611" y="7711"/>
                    <a:pt x="5606" y="7378"/>
                  </a:cubicBezTo>
                  <a:cubicBezTo>
                    <a:pt x="5601" y="7067"/>
                    <a:pt x="5855" y="6844"/>
                    <a:pt x="6132" y="6844"/>
                  </a:cubicBezTo>
                  <a:cubicBezTo>
                    <a:pt x="6223" y="6844"/>
                    <a:pt x="6315" y="6867"/>
                    <a:pt x="6402" y="6919"/>
                  </a:cubicBezTo>
                  <a:cubicBezTo>
                    <a:pt x="6492" y="6973"/>
                    <a:pt x="6585" y="6997"/>
                    <a:pt x="6674" y="6997"/>
                  </a:cubicBezTo>
                  <a:cubicBezTo>
                    <a:pt x="7046" y="6997"/>
                    <a:pt x="7350" y="6577"/>
                    <a:pt x="7122" y="6198"/>
                  </a:cubicBezTo>
                  <a:cubicBezTo>
                    <a:pt x="6911" y="5846"/>
                    <a:pt x="7165" y="5402"/>
                    <a:pt x="7572" y="5402"/>
                  </a:cubicBezTo>
                  <a:cubicBezTo>
                    <a:pt x="7576" y="5402"/>
                    <a:pt x="7579" y="5402"/>
                    <a:pt x="7582" y="5402"/>
                  </a:cubicBezTo>
                  <a:cubicBezTo>
                    <a:pt x="7585" y="5402"/>
                    <a:pt x="7588" y="5402"/>
                    <a:pt x="7592" y="5402"/>
                  </a:cubicBezTo>
                  <a:cubicBezTo>
                    <a:pt x="8130" y="5402"/>
                    <a:pt x="8323" y="4680"/>
                    <a:pt x="7847" y="4416"/>
                  </a:cubicBezTo>
                  <a:cubicBezTo>
                    <a:pt x="7486" y="4216"/>
                    <a:pt x="7486" y="3697"/>
                    <a:pt x="7847" y="3498"/>
                  </a:cubicBezTo>
                  <a:cubicBezTo>
                    <a:pt x="8320" y="3233"/>
                    <a:pt x="8131" y="2512"/>
                    <a:pt x="7593" y="2512"/>
                  </a:cubicBezTo>
                  <a:cubicBezTo>
                    <a:pt x="7589" y="2512"/>
                    <a:pt x="7586" y="2512"/>
                    <a:pt x="7582" y="2512"/>
                  </a:cubicBezTo>
                  <a:cubicBezTo>
                    <a:pt x="7580" y="2512"/>
                    <a:pt x="7577" y="2512"/>
                    <a:pt x="7574" y="2512"/>
                  </a:cubicBezTo>
                  <a:cubicBezTo>
                    <a:pt x="7167" y="2512"/>
                    <a:pt x="6913" y="2067"/>
                    <a:pt x="7122" y="1716"/>
                  </a:cubicBezTo>
                  <a:cubicBezTo>
                    <a:pt x="7349" y="1337"/>
                    <a:pt x="7047" y="917"/>
                    <a:pt x="6674" y="917"/>
                  </a:cubicBezTo>
                  <a:cubicBezTo>
                    <a:pt x="6585" y="917"/>
                    <a:pt x="6492" y="941"/>
                    <a:pt x="6402" y="995"/>
                  </a:cubicBezTo>
                  <a:cubicBezTo>
                    <a:pt x="6315" y="1048"/>
                    <a:pt x="6222" y="1071"/>
                    <a:pt x="6132" y="1071"/>
                  </a:cubicBezTo>
                  <a:cubicBezTo>
                    <a:pt x="5855" y="1071"/>
                    <a:pt x="5601" y="847"/>
                    <a:pt x="5606" y="536"/>
                  </a:cubicBezTo>
                  <a:cubicBezTo>
                    <a:pt x="5611" y="203"/>
                    <a:pt x="5343" y="0"/>
                    <a:pt x="50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05"/>
            <p:cNvSpPr/>
            <p:nvPr/>
          </p:nvSpPr>
          <p:spPr>
            <a:xfrm>
              <a:off x="3187513" y="412050"/>
              <a:ext cx="129475" cy="129475"/>
            </a:xfrm>
            <a:custGeom>
              <a:rect b="b" l="l" r="r" t="t"/>
              <a:pathLst>
                <a:path extrusionOk="0" h="5179" w="5179">
                  <a:moveTo>
                    <a:pt x="2590" y="1"/>
                  </a:moveTo>
                  <a:cubicBezTo>
                    <a:pt x="1160" y="1"/>
                    <a:pt x="1" y="1160"/>
                    <a:pt x="1" y="2589"/>
                  </a:cubicBezTo>
                  <a:cubicBezTo>
                    <a:pt x="1" y="4019"/>
                    <a:pt x="1160" y="5178"/>
                    <a:pt x="2590" y="5178"/>
                  </a:cubicBezTo>
                  <a:cubicBezTo>
                    <a:pt x="4020" y="5178"/>
                    <a:pt x="5178" y="4019"/>
                    <a:pt x="5178" y="2589"/>
                  </a:cubicBezTo>
                  <a:cubicBezTo>
                    <a:pt x="5178" y="1160"/>
                    <a:pt x="4020" y="1"/>
                    <a:pt x="25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05"/>
            <p:cNvSpPr/>
            <p:nvPr/>
          </p:nvSpPr>
          <p:spPr>
            <a:xfrm>
              <a:off x="3217888" y="442425"/>
              <a:ext cx="68725" cy="68725"/>
            </a:xfrm>
            <a:custGeom>
              <a:rect b="b" l="l" r="r" t="t"/>
              <a:pathLst>
                <a:path extrusionOk="0" h="2749" w="2749">
                  <a:moveTo>
                    <a:pt x="1375" y="1"/>
                  </a:moveTo>
                  <a:cubicBezTo>
                    <a:pt x="616" y="1"/>
                    <a:pt x="1" y="616"/>
                    <a:pt x="1" y="1374"/>
                  </a:cubicBezTo>
                  <a:cubicBezTo>
                    <a:pt x="1" y="2133"/>
                    <a:pt x="616" y="2749"/>
                    <a:pt x="1375" y="2749"/>
                  </a:cubicBezTo>
                  <a:cubicBezTo>
                    <a:pt x="2134" y="2749"/>
                    <a:pt x="2749" y="2133"/>
                    <a:pt x="2749" y="1374"/>
                  </a:cubicBezTo>
                  <a:cubicBezTo>
                    <a:pt x="2749" y="616"/>
                    <a:pt x="2134" y="1"/>
                    <a:pt x="13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2" name="Google Shape;8202;p105"/>
          <p:cNvGrpSpPr/>
          <p:nvPr/>
        </p:nvGrpSpPr>
        <p:grpSpPr>
          <a:xfrm rot="839356">
            <a:off x="669858" y="188476"/>
            <a:ext cx="737885" cy="1089370"/>
            <a:chOff x="1243663" y="2401125"/>
            <a:chExt cx="262550" cy="387600"/>
          </a:xfrm>
        </p:grpSpPr>
        <p:sp>
          <p:nvSpPr>
            <p:cNvPr id="8203" name="Google Shape;8203;p105"/>
            <p:cNvSpPr/>
            <p:nvPr/>
          </p:nvSpPr>
          <p:spPr>
            <a:xfrm>
              <a:off x="1243746" y="2401125"/>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4" name="Google Shape;8204;p105"/>
            <p:cNvGrpSpPr/>
            <p:nvPr/>
          </p:nvGrpSpPr>
          <p:grpSpPr>
            <a:xfrm>
              <a:off x="1243663" y="2401150"/>
              <a:ext cx="262550" cy="387575"/>
              <a:chOff x="1337750" y="2260150"/>
              <a:chExt cx="262550" cy="387575"/>
            </a:xfrm>
          </p:grpSpPr>
          <p:sp>
            <p:nvSpPr>
              <p:cNvPr id="8205" name="Google Shape;8205;p105"/>
              <p:cNvSpPr/>
              <p:nvPr/>
            </p:nvSpPr>
            <p:spPr>
              <a:xfrm>
                <a:off x="1337750" y="2260150"/>
                <a:ext cx="262550" cy="387575"/>
              </a:xfrm>
              <a:custGeom>
                <a:rect b="b" l="l" r="r" t="t"/>
                <a:pathLst>
                  <a:path extrusionOk="0" h="15503" w="10502">
                    <a:moveTo>
                      <a:pt x="1" y="0"/>
                    </a:moveTo>
                    <a:lnTo>
                      <a:pt x="1" y="10255"/>
                    </a:lnTo>
                    <a:cubicBezTo>
                      <a:pt x="1" y="10415"/>
                      <a:pt x="9" y="10574"/>
                      <a:pt x="24" y="10732"/>
                    </a:cubicBezTo>
                    <a:cubicBezTo>
                      <a:pt x="42" y="10947"/>
                      <a:pt x="75" y="11158"/>
                      <a:pt x="120" y="11367"/>
                    </a:cubicBezTo>
                    <a:cubicBezTo>
                      <a:pt x="289" y="12146"/>
                      <a:pt x="629" y="12860"/>
                      <a:pt x="1102" y="13469"/>
                    </a:cubicBezTo>
                    <a:cubicBezTo>
                      <a:pt x="1232" y="13637"/>
                      <a:pt x="1372" y="13797"/>
                      <a:pt x="1522" y="13948"/>
                    </a:cubicBezTo>
                    <a:lnTo>
                      <a:pt x="1541" y="13965"/>
                    </a:lnTo>
                    <a:cubicBezTo>
                      <a:pt x="1764" y="14187"/>
                      <a:pt x="2005" y="14390"/>
                      <a:pt x="2264" y="14569"/>
                    </a:cubicBezTo>
                    <a:cubicBezTo>
                      <a:pt x="2427" y="14685"/>
                      <a:pt x="2599" y="14789"/>
                      <a:pt x="2775" y="14883"/>
                    </a:cubicBezTo>
                    <a:cubicBezTo>
                      <a:pt x="3047" y="15028"/>
                      <a:pt x="3332" y="15151"/>
                      <a:pt x="3630" y="15248"/>
                    </a:cubicBezTo>
                    <a:cubicBezTo>
                      <a:pt x="3777" y="15296"/>
                      <a:pt x="3926" y="15337"/>
                      <a:pt x="4077" y="15372"/>
                    </a:cubicBezTo>
                    <a:cubicBezTo>
                      <a:pt x="4454" y="15459"/>
                      <a:pt x="4847" y="15503"/>
                      <a:pt x="5252" y="15503"/>
                    </a:cubicBezTo>
                    <a:cubicBezTo>
                      <a:pt x="5503" y="15503"/>
                      <a:pt x="5750" y="15486"/>
                      <a:pt x="5993" y="15451"/>
                    </a:cubicBezTo>
                    <a:cubicBezTo>
                      <a:pt x="6188" y="15424"/>
                      <a:pt x="6380" y="15386"/>
                      <a:pt x="6568" y="15337"/>
                    </a:cubicBezTo>
                    <a:cubicBezTo>
                      <a:pt x="6929" y="15244"/>
                      <a:pt x="7274" y="15114"/>
                      <a:pt x="7601" y="14950"/>
                    </a:cubicBezTo>
                    <a:cubicBezTo>
                      <a:pt x="7693" y="14903"/>
                      <a:pt x="7782" y="14856"/>
                      <a:pt x="7871" y="14804"/>
                    </a:cubicBezTo>
                    <a:cubicBezTo>
                      <a:pt x="8237" y="14594"/>
                      <a:pt x="8576" y="14340"/>
                      <a:pt x="8879" y="14050"/>
                    </a:cubicBezTo>
                    <a:cubicBezTo>
                      <a:pt x="8967" y="13965"/>
                      <a:pt x="9052" y="13878"/>
                      <a:pt x="9134" y="13788"/>
                    </a:cubicBezTo>
                    <a:cubicBezTo>
                      <a:pt x="9386" y="13511"/>
                      <a:pt x="9608" y="13210"/>
                      <a:pt x="9797" y="12885"/>
                    </a:cubicBezTo>
                    <a:cubicBezTo>
                      <a:pt x="9860" y="12775"/>
                      <a:pt x="9918" y="12664"/>
                      <a:pt x="9974" y="12550"/>
                    </a:cubicBezTo>
                    <a:cubicBezTo>
                      <a:pt x="10313" y="11858"/>
                      <a:pt x="10502" y="11079"/>
                      <a:pt x="10502" y="10256"/>
                    </a:cubicBezTo>
                    <a:lnTo>
                      <a:pt x="105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05"/>
              <p:cNvSpPr/>
              <p:nvPr/>
            </p:nvSpPr>
            <p:spPr>
              <a:xfrm>
                <a:off x="1361825" y="2282325"/>
                <a:ext cx="16075" cy="16100"/>
              </a:xfrm>
              <a:custGeom>
                <a:rect b="b" l="l" r="r" t="t"/>
                <a:pathLst>
                  <a:path extrusionOk="0" h="644" w="643">
                    <a:moveTo>
                      <a:pt x="322" y="1"/>
                    </a:moveTo>
                    <a:cubicBezTo>
                      <a:pt x="144" y="1"/>
                      <a:pt x="1" y="144"/>
                      <a:pt x="1" y="322"/>
                    </a:cubicBezTo>
                    <a:cubicBezTo>
                      <a:pt x="1" y="499"/>
                      <a:pt x="144" y="644"/>
                      <a:pt x="322" y="644"/>
                    </a:cubicBezTo>
                    <a:cubicBezTo>
                      <a:pt x="499" y="644"/>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05"/>
              <p:cNvSpPr/>
              <p:nvPr/>
            </p:nvSpPr>
            <p:spPr>
              <a:xfrm>
                <a:off x="1361825" y="2327075"/>
                <a:ext cx="16075" cy="16075"/>
              </a:xfrm>
              <a:custGeom>
                <a:rect b="b" l="l" r="r" t="t"/>
                <a:pathLst>
                  <a:path extrusionOk="0" h="643" w="643">
                    <a:moveTo>
                      <a:pt x="322" y="0"/>
                    </a:moveTo>
                    <a:cubicBezTo>
                      <a:pt x="144" y="0"/>
                      <a:pt x="1" y="144"/>
                      <a:pt x="1" y="321"/>
                    </a:cubicBezTo>
                    <a:cubicBezTo>
                      <a:pt x="1" y="499"/>
                      <a:pt x="144" y="642"/>
                      <a:pt x="322" y="642"/>
                    </a:cubicBezTo>
                    <a:cubicBezTo>
                      <a:pt x="499" y="642"/>
                      <a:pt x="643" y="499"/>
                      <a:pt x="643" y="321"/>
                    </a:cubicBezTo>
                    <a:cubicBezTo>
                      <a:pt x="643" y="144"/>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105"/>
              <p:cNvSpPr/>
              <p:nvPr/>
            </p:nvSpPr>
            <p:spPr>
              <a:xfrm>
                <a:off x="1361825" y="2371800"/>
                <a:ext cx="16075" cy="16075"/>
              </a:xfrm>
              <a:custGeom>
                <a:rect b="b" l="l" r="r" t="t"/>
                <a:pathLst>
                  <a:path extrusionOk="0" h="643" w="643">
                    <a:moveTo>
                      <a:pt x="322" y="1"/>
                    </a:moveTo>
                    <a:cubicBezTo>
                      <a:pt x="144" y="1"/>
                      <a:pt x="1" y="144"/>
                      <a:pt x="1" y="322"/>
                    </a:cubicBezTo>
                    <a:cubicBezTo>
                      <a:pt x="1" y="499"/>
                      <a:pt x="144" y="643"/>
                      <a:pt x="322" y="643"/>
                    </a:cubicBezTo>
                    <a:cubicBezTo>
                      <a:pt x="499" y="643"/>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05"/>
              <p:cNvSpPr/>
              <p:nvPr/>
            </p:nvSpPr>
            <p:spPr>
              <a:xfrm>
                <a:off x="1361825" y="2416525"/>
                <a:ext cx="16075" cy="16100"/>
              </a:xfrm>
              <a:custGeom>
                <a:rect b="b" l="l" r="r" t="t"/>
                <a:pathLst>
                  <a:path extrusionOk="0" h="644" w="643">
                    <a:moveTo>
                      <a:pt x="322" y="0"/>
                    </a:moveTo>
                    <a:cubicBezTo>
                      <a:pt x="144" y="0"/>
                      <a:pt x="1" y="145"/>
                      <a:pt x="1" y="322"/>
                    </a:cubicBezTo>
                    <a:cubicBezTo>
                      <a:pt x="1" y="499"/>
                      <a:pt x="144" y="643"/>
                      <a:pt x="322" y="643"/>
                    </a:cubicBezTo>
                    <a:cubicBezTo>
                      <a:pt x="499" y="643"/>
                      <a:pt x="643" y="499"/>
                      <a:pt x="643" y="322"/>
                    </a:cubicBezTo>
                    <a:cubicBezTo>
                      <a:pt x="643" y="145"/>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105"/>
              <p:cNvSpPr/>
              <p:nvPr/>
            </p:nvSpPr>
            <p:spPr>
              <a:xfrm>
                <a:off x="1361825" y="2461275"/>
                <a:ext cx="16075" cy="16100"/>
              </a:xfrm>
              <a:custGeom>
                <a:rect b="b" l="l" r="r" t="t"/>
                <a:pathLst>
                  <a:path extrusionOk="0" h="644" w="643">
                    <a:moveTo>
                      <a:pt x="322" y="1"/>
                    </a:moveTo>
                    <a:cubicBezTo>
                      <a:pt x="144" y="1"/>
                      <a:pt x="1" y="145"/>
                      <a:pt x="1" y="323"/>
                    </a:cubicBezTo>
                    <a:cubicBezTo>
                      <a:pt x="1" y="499"/>
                      <a:pt x="144" y="644"/>
                      <a:pt x="322" y="644"/>
                    </a:cubicBezTo>
                    <a:cubicBezTo>
                      <a:pt x="499" y="644"/>
                      <a:pt x="643" y="499"/>
                      <a:pt x="643" y="323"/>
                    </a:cubicBezTo>
                    <a:cubicBezTo>
                      <a:pt x="643" y="145"/>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05"/>
              <p:cNvSpPr/>
              <p:nvPr/>
            </p:nvSpPr>
            <p:spPr>
              <a:xfrm>
                <a:off x="1361825" y="2506025"/>
                <a:ext cx="16075" cy="16100"/>
              </a:xfrm>
              <a:custGeom>
                <a:rect b="b" l="l" r="r" t="t"/>
                <a:pathLst>
                  <a:path extrusionOk="0" h="644" w="643">
                    <a:moveTo>
                      <a:pt x="322" y="0"/>
                    </a:moveTo>
                    <a:cubicBezTo>
                      <a:pt x="144" y="0"/>
                      <a:pt x="1" y="144"/>
                      <a:pt x="1" y="321"/>
                    </a:cubicBezTo>
                    <a:cubicBezTo>
                      <a:pt x="1" y="499"/>
                      <a:pt x="144" y="643"/>
                      <a:pt x="322" y="643"/>
                    </a:cubicBezTo>
                    <a:cubicBezTo>
                      <a:pt x="499" y="643"/>
                      <a:pt x="643" y="499"/>
                      <a:pt x="643" y="321"/>
                    </a:cubicBezTo>
                    <a:cubicBezTo>
                      <a:pt x="643" y="144"/>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05"/>
              <p:cNvSpPr/>
              <p:nvPr/>
            </p:nvSpPr>
            <p:spPr>
              <a:xfrm>
                <a:off x="1361825" y="2550750"/>
                <a:ext cx="16075" cy="16075"/>
              </a:xfrm>
              <a:custGeom>
                <a:rect b="b" l="l" r="r" t="t"/>
                <a:pathLst>
                  <a:path extrusionOk="0" h="643" w="643">
                    <a:moveTo>
                      <a:pt x="322" y="1"/>
                    </a:moveTo>
                    <a:cubicBezTo>
                      <a:pt x="144" y="1"/>
                      <a:pt x="1" y="144"/>
                      <a:pt x="1" y="322"/>
                    </a:cubicBezTo>
                    <a:cubicBezTo>
                      <a:pt x="1" y="499"/>
                      <a:pt x="144" y="643"/>
                      <a:pt x="322" y="643"/>
                    </a:cubicBezTo>
                    <a:cubicBezTo>
                      <a:pt x="499" y="643"/>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05"/>
              <p:cNvSpPr/>
              <p:nvPr/>
            </p:nvSpPr>
            <p:spPr>
              <a:xfrm>
                <a:off x="1365350" y="2595525"/>
                <a:ext cx="12550" cy="13350"/>
              </a:xfrm>
              <a:custGeom>
                <a:rect b="b" l="l" r="r" t="t"/>
                <a:pathLst>
                  <a:path extrusionOk="0" h="534" w="502">
                    <a:moveTo>
                      <a:pt x="183" y="0"/>
                    </a:moveTo>
                    <a:cubicBezTo>
                      <a:pt x="182" y="0"/>
                      <a:pt x="181" y="0"/>
                      <a:pt x="181" y="0"/>
                    </a:cubicBezTo>
                    <a:cubicBezTo>
                      <a:pt x="114" y="0"/>
                      <a:pt x="52" y="21"/>
                      <a:pt x="0" y="56"/>
                    </a:cubicBezTo>
                    <a:cubicBezTo>
                      <a:pt x="130" y="223"/>
                      <a:pt x="272" y="383"/>
                      <a:pt x="421" y="534"/>
                    </a:cubicBezTo>
                    <a:cubicBezTo>
                      <a:pt x="471" y="477"/>
                      <a:pt x="502" y="403"/>
                      <a:pt x="502" y="320"/>
                    </a:cubicBezTo>
                    <a:cubicBezTo>
                      <a:pt x="502" y="144"/>
                      <a:pt x="360" y="0"/>
                      <a:pt x="1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05"/>
              <p:cNvSpPr/>
              <p:nvPr/>
            </p:nvSpPr>
            <p:spPr>
              <a:xfrm>
                <a:off x="1337875" y="2260150"/>
                <a:ext cx="9675" cy="15875"/>
              </a:xfrm>
              <a:custGeom>
                <a:rect b="b" l="l" r="r" t="t"/>
                <a:pathLst>
                  <a:path extrusionOk="0" h="635" w="387">
                    <a:moveTo>
                      <a:pt x="0" y="0"/>
                    </a:moveTo>
                    <a:lnTo>
                      <a:pt x="0" y="629"/>
                    </a:lnTo>
                    <a:cubicBezTo>
                      <a:pt x="21" y="633"/>
                      <a:pt x="42" y="635"/>
                      <a:pt x="65" y="635"/>
                    </a:cubicBezTo>
                    <a:cubicBezTo>
                      <a:pt x="243" y="635"/>
                      <a:pt x="386" y="491"/>
                      <a:pt x="386" y="314"/>
                    </a:cubicBezTo>
                    <a:cubicBezTo>
                      <a:pt x="386" y="160"/>
                      <a:pt x="278" y="31"/>
                      <a:pt x="1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105"/>
              <p:cNvSpPr/>
              <p:nvPr/>
            </p:nvSpPr>
            <p:spPr>
              <a:xfrm>
                <a:off x="1337875" y="2304675"/>
                <a:ext cx="9675" cy="16100"/>
              </a:xfrm>
              <a:custGeom>
                <a:rect b="b" l="l" r="r" t="t"/>
                <a:pathLst>
                  <a:path extrusionOk="0" h="644" w="387">
                    <a:moveTo>
                      <a:pt x="65" y="1"/>
                    </a:moveTo>
                    <a:cubicBezTo>
                      <a:pt x="42" y="1"/>
                      <a:pt x="21" y="4"/>
                      <a:pt x="0" y="8"/>
                    </a:cubicBezTo>
                    <a:lnTo>
                      <a:pt x="0" y="636"/>
                    </a:lnTo>
                    <a:cubicBezTo>
                      <a:pt x="21" y="640"/>
                      <a:pt x="42" y="643"/>
                      <a:pt x="65" y="643"/>
                    </a:cubicBezTo>
                    <a:cubicBezTo>
                      <a:pt x="243" y="643"/>
                      <a:pt x="386" y="500"/>
                      <a:pt x="386" y="323"/>
                    </a:cubicBezTo>
                    <a:cubicBezTo>
                      <a:pt x="386" y="145"/>
                      <a:pt x="242" y="1"/>
                      <a:pt x="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105"/>
              <p:cNvSpPr/>
              <p:nvPr/>
            </p:nvSpPr>
            <p:spPr>
              <a:xfrm>
                <a:off x="1337875" y="2349425"/>
                <a:ext cx="9675" cy="16075"/>
              </a:xfrm>
              <a:custGeom>
                <a:rect b="b" l="l" r="r" t="t"/>
                <a:pathLst>
                  <a:path extrusionOk="0" h="643" w="387">
                    <a:moveTo>
                      <a:pt x="65" y="0"/>
                    </a:moveTo>
                    <a:cubicBezTo>
                      <a:pt x="42" y="0"/>
                      <a:pt x="21" y="3"/>
                      <a:pt x="0" y="6"/>
                    </a:cubicBezTo>
                    <a:lnTo>
                      <a:pt x="0" y="636"/>
                    </a:lnTo>
                    <a:cubicBezTo>
                      <a:pt x="21" y="640"/>
                      <a:pt x="42" y="643"/>
                      <a:pt x="65" y="643"/>
                    </a:cubicBezTo>
                    <a:cubicBezTo>
                      <a:pt x="243" y="643"/>
                      <a:pt x="386" y="498"/>
                      <a:pt x="386" y="321"/>
                    </a:cubicBezTo>
                    <a:cubicBezTo>
                      <a:pt x="386" y="145"/>
                      <a:pt x="242" y="1"/>
                      <a:pt x="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05"/>
              <p:cNvSpPr/>
              <p:nvPr/>
            </p:nvSpPr>
            <p:spPr>
              <a:xfrm>
                <a:off x="1337875" y="2394175"/>
                <a:ext cx="9675" cy="16075"/>
              </a:xfrm>
              <a:custGeom>
                <a:rect b="b" l="l" r="r" t="t"/>
                <a:pathLst>
                  <a:path extrusionOk="0" h="643" w="387">
                    <a:moveTo>
                      <a:pt x="65" y="1"/>
                    </a:moveTo>
                    <a:cubicBezTo>
                      <a:pt x="42" y="1"/>
                      <a:pt x="21" y="3"/>
                      <a:pt x="0" y="7"/>
                    </a:cubicBezTo>
                    <a:lnTo>
                      <a:pt x="0" y="636"/>
                    </a:lnTo>
                    <a:cubicBezTo>
                      <a:pt x="21" y="640"/>
                      <a:pt x="42" y="642"/>
                      <a:pt x="65" y="642"/>
                    </a:cubicBezTo>
                    <a:cubicBezTo>
                      <a:pt x="243" y="642"/>
                      <a:pt x="386" y="500"/>
                      <a:pt x="386" y="321"/>
                    </a:cubicBezTo>
                    <a:cubicBezTo>
                      <a:pt x="386" y="144"/>
                      <a:pt x="242" y="1"/>
                      <a:pt x="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05"/>
              <p:cNvSpPr/>
              <p:nvPr/>
            </p:nvSpPr>
            <p:spPr>
              <a:xfrm>
                <a:off x="1337875" y="2438925"/>
                <a:ext cx="9675" cy="16050"/>
              </a:xfrm>
              <a:custGeom>
                <a:rect b="b" l="l" r="r" t="t"/>
                <a:pathLst>
                  <a:path extrusionOk="0" h="642" w="387">
                    <a:moveTo>
                      <a:pt x="65" y="0"/>
                    </a:moveTo>
                    <a:cubicBezTo>
                      <a:pt x="42" y="0"/>
                      <a:pt x="21" y="2"/>
                      <a:pt x="0" y="6"/>
                    </a:cubicBezTo>
                    <a:lnTo>
                      <a:pt x="0" y="636"/>
                    </a:lnTo>
                    <a:cubicBezTo>
                      <a:pt x="21" y="640"/>
                      <a:pt x="42" y="642"/>
                      <a:pt x="65" y="642"/>
                    </a:cubicBezTo>
                    <a:cubicBezTo>
                      <a:pt x="243" y="642"/>
                      <a:pt x="386" y="500"/>
                      <a:pt x="386" y="321"/>
                    </a:cubicBezTo>
                    <a:cubicBezTo>
                      <a:pt x="386" y="145"/>
                      <a:pt x="242" y="0"/>
                      <a:pt x="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105"/>
              <p:cNvSpPr/>
              <p:nvPr/>
            </p:nvSpPr>
            <p:spPr>
              <a:xfrm>
                <a:off x="1337875" y="2483650"/>
                <a:ext cx="9675" cy="16075"/>
              </a:xfrm>
              <a:custGeom>
                <a:rect b="b" l="l" r="r" t="t"/>
                <a:pathLst>
                  <a:path extrusionOk="0" h="643" w="387">
                    <a:moveTo>
                      <a:pt x="65" y="1"/>
                    </a:moveTo>
                    <a:cubicBezTo>
                      <a:pt x="42" y="1"/>
                      <a:pt x="21" y="3"/>
                      <a:pt x="0" y="7"/>
                    </a:cubicBezTo>
                    <a:lnTo>
                      <a:pt x="0" y="636"/>
                    </a:lnTo>
                    <a:cubicBezTo>
                      <a:pt x="21" y="640"/>
                      <a:pt x="42" y="642"/>
                      <a:pt x="65" y="642"/>
                    </a:cubicBezTo>
                    <a:cubicBezTo>
                      <a:pt x="243" y="642"/>
                      <a:pt x="386" y="498"/>
                      <a:pt x="386" y="321"/>
                    </a:cubicBezTo>
                    <a:cubicBezTo>
                      <a:pt x="386" y="145"/>
                      <a:pt x="242" y="1"/>
                      <a:pt x="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05"/>
              <p:cNvSpPr/>
              <p:nvPr/>
            </p:nvSpPr>
            <p:spPr>
              <a:xfrm>
                <a:off x="1338375" y="2528350"/>
                <a:ext cx="9175" cy="15975"/>
              </a:xfrm>
              <a:custGeom>
                <a:rect b="b" l="l" r="r" t="t"/>
                <a:pathLst>
                  <a:path extrusionOk="0" h="639" w="367">
                    <a:moveTo>
                      <a:pt x="45" y="1"/>
                    </a:moveTo>
                    <a:cubicBezTo>
                      <a:pt x="30" y="1"/>
                      <a:pt x="15" y="3"/>
                      <a:pt x="1" y="4"/>
                    </a:cubicBezTo>
                    <a:cubicBezTo>
                      <a:pt x="20" y="220"/>
                      <a:pt x="52" y="431"/>
                      <a:pt x="98" y="639"/>
                    </a:cubicBezTo>
                    <a:cubicBezTo>
                      <a:pt x="249" y="614"/>
                      <a:pt x="366" y="481"/>
                      <a:pt x="366" y="323"/>
                    </a:cubicBezTo>
                    <a:cubicBezTo>
                      <a:pt x="366" y="145"/>
                      <a:pt x="222" y="3"/>
                      <a:pt x="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05"/>
              <p:cNvSpPr/>
              <p:nvPr/>
            </p:nvSpPr>
            <p:spPr>
              <a:xfrm>
                <a:off x="1424625" y="2282325"/>
                <a:ext cx="16075" cy="16100"/>
              </a:xfrm>
              <a:custGeom>
                <a:rect b="b" l="l" r="r" t="t"/>
                <a:pathLst>
                  <a:path extrusionOk="0" h="644" w="643">
                    <a:moveTo>
                      <a:pt x="322" y="1"/>
                    </a:moveTo>
                    <a:cubicBezTo>
                      <a:pt x="144" y="1"/>
                      <a:pt x="1" y="144"/>
                      <a:pt x="1" y="322"/>
                    </a:cubicBezTo>
                    <a:cubicBezTo>
                      <a:pt x="1" y="499"/>
                      <a:pt x="144" y="644"/>
                      <a:pt x="322" y="644"/>
                    </a:cubicBezTo>
                    <a:cubicBezTo>
                      <a:pt x="499" y="644"/>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105"/>
              <p:cNvSpPr/>
              <p:nvPr/>
            </p:nvSpPr>
            <p:spPr>
              <a:xfrm>
                <a:off x="1424625" y="2327075"/>
                <a:ext cx="16075" cy="16075"/>
              </a:xfrm>
              <a:custGeom>
                <a:rect b="b" l="l" r="r" t="t"/>
                <a:pathLst>
                  <a:path extrusionOk="0" h="643" w="643">
                    <a:moveTo>
                      <a:pt x="322" y="0"/>
                    </a:moveTo>
                    <a:cubicBezTo>
                      <a:pt x="144" y="0"/>
                      <a:pt x="1" y="144"/>
                      <a:pt x="1" y="321"/>
                    </a:cubicBezTo>
                    <a:cubicBezTo>
                      <a:pt x="1" y="499"/>
                      <a:pt x="144" y="642"/>
                      <a:pt x="322" y="642"/>
                    </a:cubicBezTo>
                    <a:cubicBezTo>
                      <a:pt x="499" y="642"/>
                      <a:pt x="643" y="499"/>
                      <a:pt x="643" y="321"/>
                    </a:cubicBezTo>
                    <a:cubicBezTo>
                      <a:pt x="643" y="144"/>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105"/>
              <p:cNvSpPr/>
              <p:nvPr/>
            </p:nvSpPr>
            <p:spPr>
              <a:xfrm>
                <a:off x="1424625" y="2371800"/>
                <a:ext cx="16075" cy="16075"/>
              </a:xfrm>
              <a:custGeom>
                <a:rect b="b" l="l" r="r" t="t"/>
                <a:pathLst>
                  <a:path extrusionOk="0" h="643" w="643">
                    <a:moveTo>
                      <a:pt x="322" y="1"/>
                    </a:moveTo>
                    <a:cubicBezTo>
                      <a:pt x="144" y="1"/>
                      <a:pt x="1" y="144"/>
                      <a:pt x="1" y="322"/>
                    </a:cubicBezTo>
                    <a:cubicBezTo>
                      <a:pt x="1" y="499"/>
                      <a:pt x="144" y="643"/>
                      <a:pt x="322" y="643"/>
                    </a:cubicBezTo>
                    <a:cubicBezTo>
                      <a:pt x="499" y="643"/>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105"/>
              <p:cNvSpPr/>
              <p:nvPr/>
            </p:nvSpPr>
            <p:spPr>
              <a:xfrm>
                <a:off x="1424625" y="2416525"/>
                <a:ext cx="16075" cy="16100"/>
              </a:xfrm>
              <a:custGeom>
                <a:rect b="b" l="l" r="r" t="t"/>
                <a:pathLst>
                  <a:path extrusionOk="0" h="644" w="643">
                    <a:moveTo>
                      <a:pt x="322" y="0"/>
                    </a:moveTo>
                    <a:cubicBezTo>
                      <a:pt x="144" y="0"/>
                      <a:pt x="1" y="145"/>
                      <a:pt x="1" y="322"/>
                    </a:cubicBezTo>
                    <a:cubicBezTo>
                      <a:pt x="1" y="499"/>
                      <a:pt x="144" y="643"/>
                      <a:pt x="322" y="643"/>
                    </a:cubicBezTo>
                    <a:cubicBezTo>
                      <a:pt x="499" y="643"/>
                      <a:pt x="643" y="499"/>
                      <a:pt x="643" y="322"/>
                    </a:cubicBezTo>
                    <a:cubicBezTo>
                      <a:pt x="643" y="145"/>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105"/>
              <p:cNvSpPr/>
              <p:nvPr/>
            </p:nvSpPr>
            <p:spPr>
              <a:xfrm>
                <a:off x="1424625" y="2461275"/>
                <a:ext cx="16075" cy="16100"/>
              </a:xfrm>
              <a:custGeom>
                <a:rect b="b" l="l" r="r" t="t"/>
                <a:pathLst>
                  <a:path extrusionOk="0" h="644" w="643">
                    <a:moveTo>
                      <a:pt x="322" y="1"/>
                    </a:moveTo>
                    <a:cubicBezTo>
                      <a:pt x="144" y="1"/>
                      <a:pt x="1" y="145"/>
                      <a:pt x="1" y="323"/>
                    </a:cubicBezTo>
                    <a:cubicBezTo>
                      <a:pt x="1" y="499"/>
                      <a:pt x="144" y="644"/>
                      <a:pt x="322" y="644"/>
                    </a:cubicBezTo>
                    <a:cubicBezTo>
                      <a:pt x="499" y="644"/>
                      <a:pt x="643" y="499"/>
                      <a:pt x="643" y="323"/>
                    </a:cubicBezTo>
                    <a:cubicBezTo>
                      <a:pt x="643" y="145"/>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05"/>
              <p:cNvSpPr/>
              <p:nvPr/>
            </p:nvSpPr>
            <p:spPr>
              <a:xfrm>
                <a:off x="1424625" y="2506025"/>
                <a:ext cx="16075" cy="16100"/>
              </a:xfrm>
              <a:custGeom>
                <a:rect b="b" l="l" r="r" t="t"/>
                <a:pathLst>
                  <a:path extrusionOk="0" h="644" w="643">
                    <a:moveTo>
                      <a:pt x="322" y="0"/>
                    </a:moveTo>
                    <a:cubicBezTo>
                      <a:pt x="144" y="0"/>
                      <a:pt x="1" y="144"/>
                      <a:pt x="1" y="321"/>
                    </a:cubicBezTo>
                    <a:cubicBezTo>
                      <a:pt x="1" y="499"/>
                      <a:pt x="144" y="643"/>
                      <a:pt x="322" y="643"/>
                    </a:cubicBezTo>
                    <a:cubicBezTo>
                      <a:pt x="499" y="643"/>
                      <a:pt x="643" y="499"/>
                      <a:pt x="643" y="321"/>
                    </a:cubicBezTo>
                    <a:cubicBezTo>
                      <a:pt x="643" y="144"/>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05"/>
              <p:cNvSpPr/>
              <p:nvPr/>
            </p:nvSpPr>
            <p:spPr>
              <a:xfrm>
                <a:off x="1424625" y="2550750"/>
                <a:ext cx="16075" cy="16075"/>
              </a:xfrm>
              <a:custGeom>
                <a:rect b="b" l="l" r="r" t="t"/>
                <a:pathLst>
                  <a:path extrusionOk="0" h="643" w="643">
                    <a:moveTo>
                      <a:pt x="322" y="1"/>
                    </a:moveTo>
                    <a:cubicBezTo>
                      <a:pt x="144" y="1"/>
                      <a:pt x="1" y="144"/>
                      <a:pt x="1" y="322"/>
                    </a:cubicBezTo>
                    <a:cubicBezTo>
                      <a:pt x="1" y="499"/>
                      <a:pt x="144" y="643"/>
                      <a:pt x="322" y="643"/>
                    </a:cubicBezTo>
                    <a:cubicBezTo>
                      <a:pt x="499" y="643"/>
                      <a:pt x="643" y="499"/>
                      <a:pt x="643" y="322"/>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105"/>
              <p:cNvSpPr/>
              <p:nvPr/>
            </p:nvSpPr>
            <p:spPr>
              <a:xfrm>
                <a:off x="1424625" y="2595500"/>
                <a:ext cx="16075" cy="16075"/>
              </a:xfrm>
              <a:custGeom>
                <a:rect b="b" l="l" r="r" t="t"/>
                <a:pathLst>
                  <a:path extrusionOk="0" h="643" w="643">
                    <a:moveTo>
                      <a:pt x="322" y="0"/>
                    </a:moveTo>
                    <a:cubicBezTo>
                      <a:pt x="144" y="0"/>
                      <a:pt x="1" y="144"/>
                      <a:pt x="1" y="321"/>
                    </a:cubicBezTo>
                    <a:cubicBezTo>
                      <a:pt x="1" y="499"/>
                      <a:pt x="144" y="642"/>
                      <a:pt x="322" y="642"/>
                    </a:cubicBezTo>
                    <a:cubicBezTo>
                      <a:pt x="499" y="642"/>
                      <a:pt x="643" y="499"/>
                      <a:pt x="643" y="321"/>
                    </a:cubicBezTo>
                    <a:cubicBezTo>
                      <a:pt x="643" y="144"/>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105"/>
              <p:cNvSpPr/>
              <p:nvPr/>
            </p:nvSpPr>
            <p:spPr>
              <a:xfrm>
                <a:off x="1428525" y="2640250"/>
                <a:ext cx="11225" cy="4225"/>
              </a:xfrm>
              <a:custGeom>
                <a:rect b="b" l="l" r="r" t="t"/>
                <a:pathLst>
                  <a:path extrusionOk="0" h="169" w="449">
                    <a:moveTo>
                      <a:pt x="166" y="1"/>
                    </a:moveTo>
                    <a:cubicBezTo>
                      <a:pt x="105" y="1"/>
                      <a:pt x="48" y="17"/>
                      <a:pt x="1" y="45"/>
                    </a:cubicBezTo>
                    <a:cubicBezTo>
                      <a:pt x="147" y="94"/>
                      <a:pt x="296" y="135"/>
                      <a:pt x="448" y="169"/>
                    </a:cubicBezTo>
                    <a:cubicBezTo>
                      <a:pt x="394" y="69"/>
                      <a:pt x="288" y="1"/>
                      <a:pt x="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105"/>
              <p:cNvSpPr/>
              <p:nvPr/>
            </p:nvSpPr>
            <p:spPr>
              <a:xfrm>
                <a:off x="1394250" y="2260150"/>
                <a:ext cx="16050" cy="15875"/>
              </a:xfrm>
              <a:custGeom>
                <a:rect b="b" l="l" r="r" t="t"/>
                <a:pathLst>
                  <a:path extrusionOk="0" h="635" w="642">
                    <a:moveTo>
                      <a:pt x="252" y="0"/>
                    </a:moveTo>
                    <a:cubicBezTo>
                      <a:pt x="108" y="31"/>
                      <a:pt x="0" y="160"/>
                      <a:pt x="0" y="314"/>
                    </a:cubicBezTo>
                    <a:cubicBezTo>
                      <a:pt x="0" y="492"/>
                      <a:pt x="143" y="635"/>
                      <a:pt x="321" y="635"/>
                    </a:cubicBezTo>
                    <a:cubicBezTo>
                      <a:pt x="499" y="635"/>
                      <a:pt x="642" y="491"/>
                      <a:pt x="642" y="314"/>
                    </a:cubicBezTo>
                    <a:cubicBezTo>
                      <a:pt x="642" y="160"/>
                      <a:pt x="535" y="31"/>
                      <a:pt x="3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105"/>
              <p:cNvSpPr/>
              <p:nvPr/>
            </p:nvSpPr>
            <p:spPr>
              <a:xfrm>
                <a:off x="1394250" y="2304675"/>
                <a:ext cx="16075" cy="16100"/>
              </a:xfrm>
              <a:custGeom>
                <a:rect b="b" l="l" r="r" t="t"/>
                <a:pathLst>
                  <a:path extrusionOk="0" h="644" w="643">
                    <a:moveTo>
                      <a:pt x="321" y="1"/>
                    </a:moveTo>
                    <a:cubicBezTo>
                      <a:pt x="143" y="1"/>
                      <a:pt x="0" y="145"/>
                      <a:pt x="0" y="321"/>
                    </a:cubicBezTo>
                    <a:cubicBezTo>
                      <a:pt x="0" y="499"/>
                      <a:pt x="143" y="643"/>
                      <a:pt x="321" y="643"/>
                    </a:cubicBezTo>
                    <a:cubicBezTo>
                      <a:pt x="498" y="643"/>
                      <a:pt x="643" y="499"/>
                      <a:pt x="643" y="321"/>
                    </a:cubicBezTo>
                    <a:cubicBezTo>
                      <a:pt x="643" y="145"/>
                      <a:pt x="498"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105"/>
              <p:cNvSpPr/>
              <p:nvPr/>
            </p:nvSpPr>
            <p:spPr>
              <a:xfrm>
                <a:off x="1394250" y="2349425"/>
                <a:ext cx="16075" cy="16075"/>
              </a:xfrm>
              <a:custGeom>
                <a:rect b="b" l="l" r="r" t="t"/>
                <a:pathLst>
                  <a:path extrusionOk="0" h="643" w="643">
                    <a:moveTo>
                      <a:pt x="321" y="0"/>
                    </a:moveTo>
                    <a:cubicBezTo>
                      <a:pt x="143" y="0"/>
                      <a:pt x="0" y="143"/>
                      <a:pt x="0" y="321"/>
                    </a:cubicBezTo>
                    <a:cubicBezTo>
                      <a:pt x="0" y="498"/>
                      <a:pt x="143" y="643"/>
                      <a:pt x="321" y="643"/>
                    </a:cubicBezTo>
                    <a:cubicBezTo>
                      <a:pt x="498" y="643"/>
                      <a:pt x="643" y="498"/>
                      <a:pt x="643" y="321"/>
                    </a:cubicBezTo>
                    <a:cubicBezTo>
                      <a:pt x="643" y="143"/>
                      <a:pt x="498"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105"/>
              <p:cNvSpPr/>
              <p:nvPr/>
            </p:nvSpPr>
            <p:spPr>
              <a:xfrm>
                <a:off x="1394250" y="2394175"/>
                <a:ext cx="16075" cy="16075"/>
              </a:xfrm>
              <a:custGeom>
                <a:rect b="b" l="l" r="r" t="t"/>
                <a:pathLst>
                  <a:path extrusionOk="0" h="643" w="643">
                    <a:moveTo>
                      <a:pt x="321" y="1"/>
                    </a:moveTo>
                    <a:cubicBezTo>
                      <a:pt x="143" y="1"/>
                      <a:pt x="0" y="144"/>
                      <a:pt x="0" y="321"/>
                    </a:cubicBezTo>
                    <a:cubicBezTo>
                      <a:pt x="0" y="499"/>
                      <a:pt x="143" y="642"/>
                      <a:pt x="321" y="642"/>
                    </a:cubicBezTo>
                    <a:cubicBezTo>
                      <a:pt x="498" y="642"/>
                      <a:pt x="643" y="499"/>
                      <a:pt x="643" y="321"/>
                    </a:cubicBezTo>
                    <a:cubicBezTo>
                      <a:pt x="643" y="144"/>
                      <a:pt x="498"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105"/>
              <p:cNvSpPr/>
              <p:nvPr/>
            </p:nvSpPr>
            <p:spPr>
              <a:xfrm>
                <a:off x="1394250" y="2438925"/>
                <a:ext cx="16075" cy="16050"/>
              </a:xfrm>
              <a:custGeom>
                <a:rect b="b" l="l" r="r" t="t"/>
                <a:pathLst>
                  <a:path extrusionOk="0" h="642" w="643">
                    <a:moveTo>
                      <a:pt x="321" y="0"/>
                    </a:moveTo>
                    <a:cubicBezTo>
                      <a:pt x="143" y="0"/>
                      <a:pt x="0" y="143"/>
                      <a:pt x="0" y="321"/>
                    </a:cubicBezTo>
                    <a:cubicBezTo>
                      <a:pt x="0" y="498"/>
                      <a:pt x="143" y="642"/>
                      <a:pt x="321" y="642"/>
                    </a:cubicBezTo>
                    <a:cubicBezTo>
                      <a:pt x="498" y="642"/>
                      <a:pt x="643" y="498"/>
                      <a:pt x="643" y="321"/>
                    </a:cubicBezTo>
                    <a:cubicBezTo>
                      <a:pt x="643" y="143"/>
                      <a:pt x="498"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105"/>
              <p:cNvSpPr/>
              <p:nvPr/>
            </p:nvSpPr>
            <p:spPr>
              <a:xfrm>
                <a:off x="1394250" y="2483625"/>
                <a:ext cx="16075" cy="16100"/>
              </a:xfrm>
              <a:custGeom>
                <a:rect b="b" l="l" r="r" t="t"/>
                <a:pathLst>
                  <a:path extrusionOk="0" h="644" w="643">
                    <a:moveTo>
                      <a:pt x="321" y="0"/>
                    </a:moveTo>
                    <a:cubicBezTo>
                      <a:pt x="143" y="0"/>
                      <a:pt x="0" y="145"/>
                      <a:pt x="0" y="322"/>
                    </a:cubicBezTo>
                    <a:cubicBezTo>
                      <a:pt x="0" y="500"/>
                      <a:pt x="143" y="643"/>
                      <a:pt x="321" y="643"/>
                    </a:cubicBezTo>
                    <a:cubicBezTo>
                      <a:pt x="498" y="643"/>
                      <a:pt x="643" y="500"/>
                      <a:pt x="643" y="322"/>
                    </a:cubicBezTo>
                    <a:cubicBezTo>
                      <a:pt x="643" y="145"/>
                      <a:pt x="498"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05"/>
              <p:cNvSpPr/>
              <p:nvPr/>
            </p:nvSpPr>
            <p:spPr>
              <a:xfrm>
                <a:off x="1394250" y="2528350"/>
                <a:ext cx="16075" cy="16100"/>
              </a:xfrm>
              <a:custGeom>
                <a:rect b="b" l="l" r="r" t="t"/>
                <a:pathLst>
                  <a:path extrusionOk="0" h="644" w="643">
                    <a:moveTo>
                      <a:pt x="321" y="1"/>
                    </a:moveTo>
                    <a:cubicBezTo>
                      <a:pt x="143" y="1"/>
                      <a:pt x="0" y="145"/>
                      <a:pt x="0" y="323"/>
                    </a:cubicBezTo>
                    <a:cubicBezTo>
                      <a:pt x="0" y="499"/>
                      <a:pt x="143" y="644"/>
                      <a:pt x="321" y="644"/>
                    </a:cubicBezTo>
                    <a:cubicBezTo>
                      <a:pt x="498" y="644"/>
                      <a:pt x="643" y="499"/>
                      <a:pt x="643" y="323"/>
                    </a:cubicBezTo>
                    <a:cubicBezTo>
                      <a:pt x="643" y="145"/>
                      <a:pt x="498"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05"/>
              <p:cNvSpPr/>
              <p:nvPr/>
            </p:nvSpPr>
            <p:spPr>
              <a:xfrm>
                <a:off x="1394250" y="2573125"/>
                <a:ext cx="16075" cy="16100"/>
              </a:xfrm>
              <a:custGeom>
                <a:rect b="b" l="l" r="r" t="t"/>
                <a:pathLst>
                  <a:path extrusionOk="0" h="644" w="643">
                    <a:moveTo>
                      <a:pt x="321" y="0"/>
                    </a:moveTo>
                    <a:cubicBezTo>
                      <a:pt x="143" y="0"/>
                      <a:pt x="0" y="145"/>
                      <a:pt x="0" y="321"/>
                    </a:cubicBezTo>
                    <a:cubicBezTo>
                      <a:pt x="0" y="499"/>
                      <a:pt x="143" y="643"/>
                      <a:pt x="321" y="643"/>
                    </a:cubicBezTo>
                    <a:cubicBezTo>
                      <a:pt x="498" y="643"/>
                      <a:pt x="643" y="499"/>
                      <a:pt x="643" y="321"/>
                    </a:cubicBezTo>
                    <a:cubicBezTo>
                      <a:pt x="643" y="145"/>
                      <a:pt x="498"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105"/>
              <p:cNvSpPr/>
              <p:nvPr/>
            </p:nvSpPr>
            <p:spPr>
              <a:xfrm>
                <a:off x="1394350" y="2617850"/>
                <a:ext cx="15925" cy="14425"/>
              </a:xfrm>
              <a:custGeom>
                <a:rect b="b" l="l" r="r" t="t"/>
                <a:pathLst>
                  <a:path extrusionOk="0" h="577" w="637">
                    <a:moveTo>
                      <a:pt x="316" y="1"/>
                    </a:moveTo>
                    <a:cubicBezTo>
                      <a:pt x="159" y="1"/>
                      <a:pt x="28" y="114"/>
                      <a:pt x="0" y="263"/>
                    </a:cubicBezTo>
                    <a:lnTo>
                      <a:pt x="512" y="577"/>
                    </a:lnTo>
                    <a:cubicBezTo>
                      <a:pt x="588" y="518"/>
                      <a:pt x="637" y="425"/>
                      <a:pt x="637" y="322"/>
                    </a:cubicBezTo>
                    <a:cubicBezTo>
                      <a:pt x="637" y="144"/>
                      <a:pt x="494" y="1"/>
                      <a:pt x="3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05"/>
              <p:cNvSpPr/>
              <p:nvPr/>
            </p:nvSpPr>
            <p:spPr>
              <a:xfrm>
                <a:off x="1487375" y="2282325"/>
                <a:ext cx="16100" cy="16100"/>
              </a:xfrm>
              <a:custGeom>
                <a:rect b="b" l="l" r="r" t="t"/>
                <a:pathLst>
                  <a:path extrusionOk="0" h="644" w="644">
                    <a:moveTo>
                      <a:pt x="321" y="1"/>
                    </a:moveTo>
                    <a:cubicBezTo>
                      <a:pt x="144" y="1"/>
                      <a:pt x="1" y="144"/>
                      <a:pt x="1" y="322"/>
                    </a:cubicBezTo>
                    <a:cubicBezTo>
                      <a:pt x="1" y="499"/>
                      <a:pt x="144" y="644"/>
                      <a:pt x="321" y="644"/>
                    </a:cubicBezTo>
                    <a:cubicBezTo>
                      <a:pt x="499" y="644"/>
                      <a:pt x="643" y="499"/>
                      <a:pt x="643" y="322"/>
                    </a:cubicBezTo>
                    <a:cubicBezTo>
                      <a:pt x="643"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105"/>
              <p:cNvSpPr/>
              <p:nvPr/>
            </p:nvSpPr>
            <p:spPr>
              <a:xfrm>
                <a:off x="1487375" y="2327075"/>
                <a:ext cx="16100" cy="16075"/>
              </a:xfrm>
              <a:custGeom>
                <a:rect b="b" l="l" r="r" t="t"/>
                <a:pathLst>
                  <a:path extrusionOk="0" h="643" w="644">
                    <a:moveTo>
                      <a:pt x="321" y="0"/>
                    </a:moveTo>
                    <a:cubicBezTo>
                      <a:pt x="144" y="0"/>
                      <a:pt x="1" y="144"/>
                      <a:pt x="1" y="321"/>
                    </a:cubicBezTo>
                    <a:cubicBezTo>
                      <a:pt x="1" y="499"/>
                      <a:pt x="144" y="642"/>
                      <a:pt x="321" y="642"/>
                    </a:cubicBezTo>
                    <a:cubicBezTo>
                      <a:pt x="499" y="642"/>
                      <a:pt x="643" y="499"/>
                      <a:pt x="643" y="321"/>
                    </a:cubicBezTo>
                    <a:cubicBezTo>
                      <a:pt x="643" y="144"/>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105"/>
              <p:cNvSpPr/>
              <p:nvPr/>
            </p:nvSpPr>
            <p:spPr>
              <a:xfrm>
                <a:off x="1487375" y="2371800"/>
                <a:ext cx="16100" cy="16075"/>
              </a:xfrm>
              <a:custGeom>
                <a:rect b="b" l="l" r="r" t="t"/>
                <a:pathLst>
                  <a:path extrusionOk="0" h="643" w="644">
                    <a:moveTo>
                      <a:pt x="321" y="1"/>
                    </a:moveTo>
                    <a:cubicBezTo>
                      <a:pt x="144" y="1"/>
                      <a:pt x="1" y="144"/>
                      <a:pt x="1" y="322"/>
                    </a:cubicBezTo>
                    <a:cubicBezTo>
                      <a:pt x="1" y="499"/>
                      <a:pt x="144" y="643"/>
                      <a:pt x="321" y="643"/>
                    </a:cubicBezTo>
                    <a:cubicBezTo>
                      <a:pt x="499" y="643"/>
                      <a:pt x="643" y="499"/>
                      <a:pt x="643" y="322"/>
                    </a:cubicBezTo>
                    <a:cubicBezTo>
                      <a:pt x="643"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05"/>
              <p:cNvSpPr/>
              <p:nvPr/>
            </p:nvSpPr>
            <p:spPr>
              <a:xfrm>
                <a:off x="1487375" y="2416525"/>
                <a:ext cx="16100" cy="16100"/>
              </a:xfrm>
              <a:custGeom>
                <a:rect b="b" l="l" r="r" t="t"/>
                <a:pathLst>
                  <a:path extrusionOk="0" h="644" w="644">
                    <a:moveTo>
                      <a:pt x="321" y="0"/>
                    </a:moveTo>
                    <a:cubicBezTo>
                      <a:pt x="144" y="0"/>
                      <a:pt x="1" y="145"/>
                      <a:pt x="1" y="322"/>
                    </a:cubicBezTo>
                    <a:cubicBezTo>
                      <a:pt x="1" y="499"/>
                      <a:pt x="144" y="643"/>
                      <a:pt x="321" y="643"/>
                    </a:cubicBezTo>
                    <a:cubicBezTo>
                      <a:pt x="499" y="643"/>
                      <a:pt x="643" y="499"/>
                      <a:pt x="643" y="322"/>
                    </a:cubicBezTo>
                    <a:cubicBezTo>
                      <a:pt x="643" y="145"/>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105"/>
              <p:cNvSpPr/>
              <p:nvPr/>
            </p:nvSpPr>
            <p:spPr>
              <a:xfrm>
                <a:off x="1487375" y="2461275"/>
                <a:ext cx="16100" cy="16100"/>
              </a:xfrm>
              <a:custGeom>
                <a:rect b="b" l="l" r="r" t="t"/>
                <a:pathLst>
                  <a:path extrusionOk="0" h="644" w="644">
                    <a:moveTo>
                      <a:pt x="321" y="1"/>
                    </a:moveTo>
                    <a:cubicBezTo>
                      <a:pt x="144" y="1"/>
                      <a:pt x="1" y="145"/>
                      <a:pt x="1" y="323"/>
                    </a:cubicBezTo>
                    <a:cubicBezTo>
                      <a:pt x="1" y="499"/>
                      <a:pt x="144" y="644"/>
                      <a:pt x="321" y="644"/>
                    </a:cubicBezTo>
                    <a:cubicBezTo>
                      <a:pt x="499" y="644"/>
                      <a:pt x="643" y="499"/>
                      <a:pt x="643" y="323"/>
                    </a:cubicBezTo>
                    <a:cubicBezTo>
                      <a:pt x="643" y="145"/>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105"/>
              <p:cNvSpPr/>
              <p:nvPr/>
            </p:nvSpPr>
            <p:spPr>
              <a:xfrm>
                <a:off x="1487375" y="2506025"/>
                <a:ext cx="16100" cy="16100"/>
              </a:xfrm>
              <a:custGeom>
                <a:rect b="b" l="l" r="r" t="t"/>
                <a:pathLst>
                  <a:path extrusionOk="0" h="644" w="644">
                    <a:moveTo>
                      <a:pt x="321" y="0"/>
                    </a:moveTo>
                    <a:cubicBezTo>
                      <a:pt x="144" y="0"/>
                      <a:pt x="1" y="144"/>
                      <a:pt x="1" y="321"/>
                    </a:cubicBezTo>
                    <a:cubicBezTo>
                      <a:pt x="1" y="499"/>
                      <a:pt x="144" y="643"/>
                      <a:pt x="321" y="643"/>
                    </a:cubicBezTo>
                    <a:cubicBezTo>
                      <a:pt x="499" y="643"/>
                      <a:pt x="643" y="499"/>
                      <a:pt x="643" y="321"/>
                    </a:cubicBezTo>
                    <a:cubicBezTo>
                      <a:pt x="643" y="144"/>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105"/>
              <p:cNvSpPr/>
              <p:nvPr/>
            </p:nvSpPr>
            <p:spPr>
              <a:xfrm>
                <a:off x="1487375" y="2550750"/>
                <a:ext cx="16100" cy="16075"/>
              </a:xfrm>
              <a:custGeom>
                <a:rect b="b" l="l" r="r" t="t"/>
                <a:pathLst>
                  <a:path extrusionOk="0" h="643" w="644">
                    <a:moveTo>
                      <a:pt x="321" y="1"/>
                    </a:moveTo>
                    <a:cubicBezTo>
                      <a:pt x="144" y="1"/>
                      <a:pt x="1" y="144"/>
                      <a:pt x="1" y="322"/>
                    </a:cubicBezTo>
                    <a:cubicBezTo>
                      <a:pt x="1" y="499"/>
                      <a:pt x="144" y="643"/>
                      <a:pt x="321" y="643"/>
                    </a:cubicBezTo>
                    <a:cubicBezTo>
                      <a:pt x="499" y="643"/>
                      <a:pt x="643" y="499"/>
                      <a:pt x="643" y="322"/>
                    </a:cubicBezTo>
                    <a:cubicBezTo>
                      <a:pt x="643"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105"/>
              <p:cNvSpPr/>
              <p:nvPr/>
            </p:nvSpPr>
            <p:spPr>
              <a:xfrm>
                <a:off x="1487375" y="2595500"/>
                <a:ext cx="16100" cy="16075"/>
              </a:xfrm>
              <a:custGeom>
                <a:rect b="b" l="l" r="r" t="t"/>
                <a:pathLst>
                  <a:path extrusionOk="0" h="643" w="644">
                    <a:moveTo>
                      <a:pt x="321" y="0"/>
                    </a:moveTo>
                    <a:cubicBezTo>
                      <a:pt x="144" y="0"/>
                      <a:pt x="1" y="144"/>
                      <a:pt x="1" y="321"/>
                    </a:cubicBezTo>
                    <a:cubicBezTo>
                      <a:pt x="1" y="499"/>
                      <a:pt x="144" y="642"/>
                      <a:pt x="321" y="642"/>
                    </a:cubicBezTo>
                    <a:cubicBezTo>
                      <a:pt x="499" y="642"/>
                      <a:pt x="643" y="499"/>
                      <a:pt x="643" y="321"/>
                    </a:cubicBezTo>
                    <a:cubicBezTo>
                      <a:pt x="643" y="144"/>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05"/>
              <p:cNvSpPr/>
              <p:nvPr/>
            </p:nvSpPr>
            <p:spPr>
              <a:xfrm>
                <a:off x="1487600" y="2640225"/>
                <a:ext cx="14375" cy="6275"/>
              </a:xfrm>
              <a:custGeom>
                <a:rect b="b" l="l" r="r" t="t"/>
                <a:pathLst>
                  <a:path extrusionOk="0" h="251" w="575">
                    <a:moveTo>
                      <a:pt x="312" y="1"/>
                    </a:moveTo>
                    <a:cubicBezTo>
                      <a:pt x="161" y="1"/>
                      <a:pt x="33" y="108"/>
                      <a:pt x="1" y="250"/>
                    </a:cubicBezTo>
                    <a:cubicBezTo>
                      <a:pt x="196" y="222"/>
                      <a:pt x="388" y="184"/>
                      <a:pt x="575" y="136"/>
                    </a:cubicBezTo>
                    <a:cubicBezTo>
                      <a:pt x="517" y="54"/>
                      <a:pt x="421" y="2"/>
                      <a:pt x="3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05"/>
              <p:cNvSpPr/>
              <p:nvPr/>
            </p:nvSpPr>
            <p:spPr>
              <a:xfrm>
                <a:off x="1457000" y="2260150"/>
                <a:ext cx="16075" cy="15875"/>
              </a:xfrm>
              <a:custGeom>
                <a:rect b="b" l="l" r="r" t="t"/>
                <a:pathLst>
                  <a:path extrusionOk="0" h="635" w="643">
                    <a:moveTo>
                      <a:pt x="252" y="0"/>
                    </a:moveTo>
                    <a:cubicBezTo>
                      <a:pt x="109" y="31"/>
                      <a:pt x="1" y="160"/>
                      <a:pt x="1" y="314"/>
                    </a:cubicBezTo>
                    <a:cubicBezTo>
                      <a:pt x="1" y="492"/>
                      <a:pt x="145" y="635"/>
                      <a:pt x="322" y="635"/>
                    </a:cubicBezTo>
                    <a:cubicBezTo>
                      <a:pt x="499" y="635"/>
                      <a:pt x="643" y="491"/>
                      <a:pt x="643" y="314"/>
                    </a:cubicBezTo>
                    <a:cubicBezTo>
                      <a:pt x="643" y="160"/>
                      <a:pt x="535" y="31"/>
                      <a:pt x="3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05"/>
              <p:cNvSpPr/>
              <p:nvPr/>
            </p:nvSpPr>
            <p:spPr>
              <a:xfrm>
                <a:off x="1456975" y="2304675"/>
                <a:ext cx="16100" cy="16100"/>
              </a:xfrm>
              <a:custGeom>
                <a:rect b="b" l="l" r="r" t="t"/>
                <a:pathLst>
                  <a:path extrusionOk="0" h="644" w="644">
                    <a:moveTo>
                      <a:pt x="323" y="1"/>
                    </a:moveTo>
                    <a:cubicBezTo>
                      <a:pt x="145" y="1"/>
                      <a:pt x="1" y="145"/>
                      <a:pt x="1" y="321"/>
                    </a:cubicBezTo>
                    <a:cubicBezTo>
                      <a:pt x="1" y="499"/>
                      <a:pt x="145" y="643"/>
                      <a:pt x="323" y="643"/>
                    </a:cubicBezTo>
                    <a:cubicBezTo>
                      <a:pt x="500" y="643"/>
                      <a:pt x="644" y="499"/>
                      <a:pt x="644" y="321"/>
                    </a:cubicBezTo>
                    <a:cubicBezTo>
                      <a:pt x="644" y="145"/>
                      <a:pt x="50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05"/>
              <p:cNvSpPr/>
              <p:nvPr/>
            </p:nvSpPr>
            <p:spPr>
              <a:xfrm>
                <a:off x="1456975" y="2349425"/>
                <a:ext cx="16100" cy="16075"/>
              </a:xfrm>
              <a:custGeom>
                <a:rect b="b" l="l" r="r" t="t"/>
                <a:pathLst>
                  <a:path extrusionOk="0" h="643" w="644">
                    <a:moveTo>
                      <a:pt x="323" y="0"/>
                    </a:moveTo>
                    <a:cubicBezTo>
                      <a:pt x="145" y="0"/>
                      <a:pt x="1" y="143"/>
                      <a:pt x="1" y="321"/>
                    </a:cubicBezTo>
                    <a:cubicBezTo>
                      <a:pt x="1" y="498"/>
                      <a:pt x="145" y="643"/>
                      <a:pt x="323" y="643"/>
                    </a:cubicBezTo>
                    <a:cubicBezTo>
                      <a:pt x="500" y="643"/>
                      <a:pt x="644" y="498"/>
                      <a:pt x="644" y="321"/>
                    </a:cubicBezTo>
                    <a:cubicBezTo>
                      <a:pt x="644" y="143"/>
                      <a:pt x="500"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105"/>
              <p:cNvSpPr/>
              <p:nvPr/>
            </p:nvSpPr>
            <p:spPr>
              <a:xfrm>
                <a:off x="1456975" y="2394175"/>
                <a:ext cx="16100" cy="16075"/>
              </a:xfrm>
              <a:custGeom>
                <a:rect b="b" l="l" r="r" t="t"/>
                <a:pathLst>
                  <a:path extrusionOk="0" h="643" w="644">
                    <a:moveTo>
                      <a:pt x="323" y="1"/>
                    </a:moveTo>
                    <a:cubicBezTo>
                      <a:pt x="145" y="1"/>
                      <a:pt x="1" y="144"/>
                      <a:pt x="1" y="321"/>
                    </a:cubicBezTo>
                    <a:cubicBezTo>
                      <a:pt x="1" y="499"/>
                      <a:pt x="145" y="642"/>
                      <a:pt x="323" y="642"/>
                    </a:cubicBezTo>
                    <a:cubicBezTo>
                      <a:pt x="500" y="642"/>
                      <a:pt x="644" y="499"/>
                      <a:pt x="644" y="321"/>
                    </a:cubicBezTo>
                    <a:cubicBezTo>
                      <a:pt x="644" y="144"/>
                      <a:pt x="50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105"/>
              <p:cNvSpPr/>
              <p:nvPr/>
            </p:nvSpPr>
            <p:spPr>
              <a:xfrm>
                <a:off x="1456975" y="2438925"/>
                <a:ext cx="16100" cy="16050"/>
              </a:xfrm>
              <a:custGeom>
                <a:rect b="b" l="l" r="r" t="t"/>
                <a:pathLst>
                  <a:path extrusionOk="0" h="642" w="644">
                    <a:moveTo>
                      <a:pt x="323" y="0"/>
                    </a:moveTo>
                    <a:cubicBezTo>
                      <a:pt x="145" y="0"/>
                      <a:pt x="1" y="143"/>
                      <a:pt x="1" y="321"/>
                    </a:cubicBezTo>
                    <a:cubicBezTo>
                      <a:pt x="1" y="498"/>
                      <a:pt x="145" y="642"/>
                      <a:pt x="323" y="642"/>
                    </a:cubicBezTo>
                    <a:cubicBezTo>
                      <a:pt x="500" y="642"/>
                      <a:pt x="644" y="498"/>
                      <a:pt x="644" y="321"/>
                    </a:cubicBezTo>
                    <a:cubicBezTo>
                      <a:pt x="644" y="143"/>
                      <a:pt x="500"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05"/>
              <p:cNvSpPr/>
              <p:nvPr/>
            </p:nvSpPr>
            <p:spPr>
              <a:xfrm>
                <a:off x="1456975" y="2483625"/>
                <a:ext cx="16100" cy="16100"/>
              </a:xfrm>
              <a:custGeom>
                <a:rect b="b" l="l" r="r" t="t"/>
                <a:pathLst>
                  <a:path extrusionOk="0" h="644" w="644">
                    <a:moveTo>
                      <a:pt x="323" y="0"/>
                    </a:moveTo>
                    <a:cubicBezTo>
                      <a:pt x="145" y="0"/>
                      <a:pt x="1" y="145"/>
                      <a:pt x="1" y="322"/>
                    </a:cubicBezTo>
                    <a:cubicBezTo>
                      <a:pt x="1" y="500"/>
                      <a:pt x="145" y="643"/>
                      <a:pt x="323" y="643"/>
                    </a:cubicBezTo>
                    <a:cubicBezTo>
                      <a:pt x="500" y="643"/>
                      <a:pt x="644" y="500"/>
                      <a:pt x="644" y="322"/>
                    </a:cubicBezTo>
                    <a:cubicBezTo>
                      <a:pt x="644" y="145"/>
                      <a:pt x="500"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05"/>
              <p:cNvSpPr/>
              <p:nvPr/>
            </p:nvSpPr>
            <p:spPr>
              <a:xfrm>
                <a:off x="1456975" y="2528350"/>
                <a:ext cx="16100" cy="16100"/>
              </a:xfrm>
              <a:custGeom>
                <a:rect b="b" l="l" r="r" t="t"/>
                <a:pathLst>
                  <a:path extrusionOk="0" h="644" w="644">
                    <a:moveTo>
                      <a:pt x="323" y="1"/>
                    </a:moveTo>
                    <a:cubicBezTo>
                      <a:pt x="145" y="1"/>
                      <a:pt x="1" y="145"/>
                      <a:pt x="1" y="323"/>
                    </a:cubicBezTo>
                    <a:cubicBezTo>
                      <a:pt x="1" y="499"/>
                      <a:pt x="145" y="644"/>
                      <a:pt x="323" y="644"/>
                    </a:cubicBezTo>
                    <a:cubicBezTo>
                      <a:pt x="500" y="644"/>
                      <a:pt x="644" y="499"/>
                      <a:pt x="644" y="323"/>
                    </a:cubicBezTo>
                    <a:cubicBezTo>
                      <a:pt x="644" y="145"/>
                      <a:pt x="50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105"/>
              <p:cNvSpPr/>
              <p:nvPr/>
            </p:nvSpPr>
            <p:spPr>
              <a:xfrm>
                <a:off x="1456975" y="2573125"/>
                <a:ext cx="16100" cy="16100"/>
              </a:xfrm>
              <a:custGeom>
                <a:rect b="b" l="l" r="r" t="t"/>
                <a:pathLst>
                  <a:path extrusionOk="0" h="644" w="644">
                    <a:moveTo>
                      <a:pt x="323" y="0"/>
                    </a:moveTo>
                    <a:cubicBezTo>
                      <a:pt x="145" y="0"/>
                      <a:pt x="1" y="145"/>
                      <a:pt x="1" y="321"/>
                    </a:cubicBezTo>
                    <a:cubicBezTo>
                      <a:pt x="1" y="499"/>
                      <a:pt x="145" y="643"/>
                      <a:pt x="323" y="643"/>
                    </a:cubicBezTo>
                    <a:cubicBezTo>
                      <a:pt x="500" y="643"/>
                      <a:pt x="644" y="499"/>
                      <a:pt x="644" y="321"/>
                    </a:cubicBezTo>
                    <a:cubicBezTo>
                      <a:pt x="644" y="145"/>
                      <a:pt x="500"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105"/>
              <p:cNvSpPr/>
              <p:nvPr/>
            </p:nvSpPr>
            <p:spPr>
              <a:xfrm>
                <a:off x="1456975" y="2617850"/>
                <a:ext cx="16100" cy="16075"/>
              </a:xfrm>
              <a:custGeom>
                <a:rect b="b" l="l" r="r" t="t"/>
                <a:pathLst>
                  <a:path extrusionOk="0" h="643" w="644">
                    <a:moveTo>
                      <a:pt x="323" y="1"/>
                    </a:moveTo>
                    <a:cubicBezTo>
                      <a:pt x="145" y="1"/>
                      <a:pt x="1" y="144"/>
                      <a:pt x="1" y="322"/>
                    </a:cubicBezTo>
                    <a:cubicBezTo>
                      <a:pt x="1" y="499"/>
                      <a:pt x="145" y="643"/>
                      <a:pt x="323" y="643"/>
                    </a:cubicBezTo>
                    <a:cubicBezTo>
                      <a:pt x="500" y="643"/>
                      <a:pt x="644" y="499"/>
                      <a:pt x="644" y="322"/>
                    </a:cubicBezTo>
                    <a:cubicBezTo>
                      <a:pt x="644" y="144"/>
                      <a:pt x="50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105"/>
              <p:cNvSpPr/>
              <p:nvPr/>
            </p:nvSpPr>
            <p:spPr>
              <a:xfrm>
                <a:off x="1550175" y="2282325"/>
                <a:ext cx="16075" cy="16100"/>
              </a:xfrm>
              <a:custGeom>
                <a:rect b="b" l="l" r="r" t="t"/>
                <a:pathLst>
                  <a:path extrusionOk="0" h="644" w="643">
                    <a:moveTo>
                      <a:pt x="321" y="1"/>
                    </a:moveTo>
                    <a:cubicBezTo>
                      <a:pt x="144" y="1"/>
                      <a:pt x="0" y="144"/>
                      <a:pt x="0" y="322"/>
                    </a:cubicBezTo>
                    <a:cubicBezTo>
                      <a:pt x="0" y="499"/>
                      <a:pt x="144" y="644"/>
                      <a:pt x="321" y="644"/>
                    </a:cubicBezTo>
                    <a:cubicBezTo>
                      <a:pt x="499" y="644"/>
                      <a:pt x="642" y="499"/>
                      <a:pt x="642" y="322"/>
                    </a:cubicBezTo>
                    <a:cubicBezTo>
                      <a:pt x="642"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05"/>
              <p:cNvSpPr/>
              <p:nvPr/>
            </p:nvSpPr>
            <p:spPr>
              <a:xfrm>
                <a:off x="1550175" y="2327075"/>
                <a:ext cx="16075" cy="16075"/>
              </a:xfrm>
              <a:custGeom>
                <a:rect b="b" l="l" r="r" t="t"/>
                <a:pathLst>
                  <a:path extrusionOk="0" h="643" w="643">
                    <a:moveTo>
                      <a:pt x="321" y="0"/>
                    </a:moveTo>
                    <a:cubicBezTo>
                      <a:pt x="144" y="0"/>
                      <a:pt x="0" y="144"/>
                      <a:pt x="0" y="321"/>
                    </a:cubicBezTo>
                    <a:cubicBezTo>
                      <a:pt x="0" y="499"/>
                      <a:pt x="144" y="642"/>
                      <a:pt x="321" y="642"/>
                    </a:cubicBezTo>
                    <a:cubicBezTo>
                      <a:pt x="499" y="642"/>
                      <a:pt x="642" y="499"/>
                      <a:pt x="642" y="321"/>
                    </a:cubicBezTo>
                    <a:cubicBezTo>
                      <a:pt x="642" y="144"/>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05"/>
              <p:cNvSpPr/>
              <p:nvPr/>
            </p:nvSpPr>
            <p:spPr>
              <a:xfrm>
                <a:off x="1550175" y="2371800"/>
                <a:ext cx="16075" cy="16075"/>
              </a:xfrm>
              <a:custGeom>
                <a:rect b="b" l="l" r="r" t="t"/>
                <a:pathLst>
                  <a:path extrusionOk="0" h="643" w="643">
                    <a:moveTo>
                      <a:pt x="321" y="1"/>
                    </a:moveTo>
                    <a:cubicBezTo>
                      <a:pt x="144" y="1"/>
                      <a:pt x="0" y="144"/>
                      <a:pt x="0" y="322"/>
                    </a:cubicBezTo>
                    <a:cubicBezTo>
                      <a:pt x="0" y="499"/>
                      <a:pt x="144" y="643"/>
                      <a:pt x="321" y="643"/>
                    </a:cubicBezTo>
                    <a:cubicBezTo>
                      <a:pt x="499" y="643"/>
                      <a:pt x="642" y="499"/>
                      <a:pt x="642" y="322"/>
                    </a:cubicBezTo>
                    <a:cubicBezTo>
                      <a:pt x="642"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105"/>
              <p:cNvSpPr/>
              <p:nvPr/>
            </p:nvSpPr>
            <p:spPr>
              <a:xfrm>
                <a:off x="1550175" y="2416525"/>
                <a:ext cx="16075" cy="16100"/>
              </a:xfrm>
              <a:custGeom>
                <a:rect b="b" l="l" r="r" t="t"/>
                <a:pathLst>
                  <a:path extrusionOk="0" h="644" w="643">
                    <a:moveTo>
                      <a:pt x="321" y="0"/>
                    </a:moveTo>
                    <a:cubicBezTo>
                      <a:pt x="144" y="0"/>
                      <a:pt x="0" y="145"/>
                      <a:pt x="0" y="322"/>
                    </a:cubicBezTo>
                    <a:cubicBezTo>
                      <a:pt x="0" y="499"/>
                      <a:pt x="144" y="643"/>
                      <a:pt x="321" y="643"/>
                    </a:cubicBezTo>
                    <a:cubicBezTo>
                      <a:pt x="499" y="643"/>
                      <a:pt x="642" y="499"/>
                      <a:pt x="642" y="322"/>
                    </a:cubicBezTo>
                    <a:cubicBezTo>
                      <a:pt x="642" y="145"/>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05"/>
              <p:cNvSpPr/>
              <p:nvPr/>
            </p:nvSpPr>
            <p:spPr>
              <a:xfrm>
                <a:off x="1550175" y="2461275"/>
                <a:ext cx="16075" cy="16100"/>
              </a:xfrm>
              <a:custGeom>
                <a:rect b="b" l="l" r="r" t="t"/>
                <a:pathLst>
                  <a:path extrusionOk="0" h="644" w="643">
                    <a:moveTo>
                      <a:pt x="321" y="1"/>
                    </a:moveTo>
                    <a:cubicBezTo>
                      <a:pt x="144" y="1"/>
                      <a:pt x="0" y="145"/>
                      <a:pt x="0" y="323"/>
                    </a:cubicBezTo>
                    <a:cubicBezTo>
                      <a:pt x="0" y="499"/>
                      <a:pt x="144" y="644"/>
                      <a:pt x="321" y="644"/>
                    </a:cubicBezTo>
                    <a:cubicBezTo>
                      <a:pt x="499" y="644"/>
                      <a:pt x="642" y="499"/>
                      <a:pt x="642" y="323"/>
                    </a:cubicBezTo>
                    <a:cubicBezTo>
                      <a:pt x="642" y="145"/>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05"/>
              <p:cNvSpPr/>
              <p:nvPr/>
            </p:nvSpPr>
            <p:spPr>
              <a:xfrm>
                <a:off x="1550175" y="2506025"/>
                <a:ext cx="16075" cy="16100"/>
              </a:xfrm>
              <a:custGeom>
                <a:rect b="b" l="l" r="r" t="t"/>
                <a:pathLst>
                  <a:path extrusionOk="0" h="644" w="643">
                    <a:moveTo>
                      <a:pt x="321" y="0"/>
                    </a:moveTo>
                    <a:cubicBezTo>
                      <a:pt x="144" y="0"/>
                      <a:pt x="0" y="144"/>
                      <a:pt x="0" y="321"/>
                    </a:cubicBezTo>
                    <a:cubicBezTo>
                      <a:pt x="0" y="499"/>
                      <a:pt x="144" y="643"/>
                      <a:pt x="321" y="643"/>
                    </a:cubicBezTo>
                    <a:cubicBezTo>
                      <a:pt x="499" y="643"/>
                      <a:pt x="642" y="499"/>
                      <a:pt x="642" y="321"/>
                    </a:cubicBezTo>
                    <a:cubicBezTo>
                      <a:pt x="642" y="144"/>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05"/>
              <p:cNvSpPr/>
              <p:nvPr/>
            </p:nvSpPr>
            <p:spPr>
              <a:xfrm>
                <a:off x="1550175" y="2550750"/>
                <a:ext cx="16075" cy="16075"/>
              </a:xfrm>
              <a:custGeom>
                <a:rect b="b" l="l" r="r" t="t"/>
                <a:pathLst>
                  <a:path extrusionOk="0" h="643" w="643">
                    <a:moveTo>
                      <a:pt x="321" y="1"/>
                    </a:moveTo>
                    <a:cubicBezTo>
                      <a:pt x="144" y="1"/>
                      <a:pt x="0" y="144"/>
                      <a:pt x="0" y="322"/>
                    </a:cubicBezTo>
                    <a:cubicBezTo>
                      <a:pt x="0" y="499"/>
                      <a:pt x="144" y="643"/>
                      <a:pt x="321" y="643"/>
                    </a:cubicBezTo>
                    <a:cubicBezTo>
                      <a:pt x="499" y="643"/>
                      <a:pt x="642" y="499"/>
                      <a:pt x="642" y="322"/>
                    </a:cubicBezTo>
                    <a:cubicBezTo>
                      <a:pt x="642" y="144"/>
                      <a:pt x="499"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05"/>
              <p:cNvSpPr/>
              <p:nvPr/>
            </p:nvSpPr>
            <p:spPr>
              <a:xfrm>
                <a:off x="1550200" y="2595500"/>
                <a:ext cx="16050" cy="16075"/>
              </a:xfrm>
              <a:custGeom>
                <a:rect b="b" l="l" r="r" t="t"/>
                <a:pathLst>
                  <a:path extrusionOk="0" h="643" w="642">
                    <a:moveTo>
                      <a:pt x="321" y="0"/>
                    </a:moveTo>
                    <a:cubicBezTo>
                      <a:pt x="144" y="0"/>
                      <a:pt x="0" y="145"/>
                      <a:pt x="0" y="321"/>
                    </a:cubicBezTo>
                    <a:cubicBezTo>
                      <a:pt x="0" y="499"/>
                      <a:pt x="145" y="642"/>
                      <a:pt x="321" y="642"/>
                    </a:cubicBezTo>
                    <a:cubicBezTo>
                      <a:pt x="342" y="642"/>
                      <a:pt x="363" y="640"/>
                      <a:pt x="382" y="636"/>
                    </a:cubicBezTo>
                    <a:cubicBezTo>
                      <a:pt x="470" y="552"/>
                      <a:pt x="555" y="465"/>
                      <a:pt x="637" y="374"/>
                    </a:cubicBezTo>
                    <a:cubicBezTo>
                      <a:pt x="640" y="357"/>
                      <a:pt x="641" y="339"/>
                      <a:pt x="641" y="321"/>
                    </a:cubicBezTo>
                    <a:cubicBezTo>
                      <a:pt x="641" y="145"/>
                      <a:pt x="499"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05"/>
              <p:cNvSpPr/>
              <p:nvPr/>
            </p:nvSpPr>
            <p:spPr>
              <a:xfrm>
                <a:off x="1519775" y="2260150"/>
                <a:ext cx="16100" cy="15875"/>
              </a:xfrm>
              <a:custGeom>
                <a:rect b="b" l="l" r="r" t="t"/>
                <a:pathLst>
                  <a:path extrusionOk="0" h="635" w="644">
                    <a:moveTo>
                      <a:pt x="252" y="0"/>
                    </a:moveTo>
                    <a:cubicBezTo>
                      <a:pt x="109" y="31"/>
                      <a:pt x="1" y="160"/>
                      <a:pt x="1" y="314"/>
                    </a:cubicBezTo>
                    <a:cubicBezTo>
                      <a:pt x="1" y="492"/>
                      <a:pt x="145" y="635"/>
                      <a:pt x="323" y="635"/>
                    </a:cubicBezTo>
                    <a:cubicBezTo>
                      <a:pt x="500" y="635"/>
                      <a:pt x="644" y="491"/>
                      <a:pt x="644" y="314"/>
                    </a:cubicBezTo>
                    <a:cubicBezTo>
                      <a:pt x="644" y="160"/>
                      <a:pt x="535" y="31"/>
                      <a:pt x="3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05"/>
              <p:cNvSpPr/>
              <p:nvPr/>
            </p:nvSpPr>
            <p:spPr>
              <a:xfrm>
                <a:off x="1519775" y="2304675"/>
                <a:ext cx="16100" cy="16100"/>
              </a:xfrm>
              <a:custGeom>
                <a:rect b="b" l="l" r="r" t="t"/>
                <a:pathLst>
                  <a:path extrusionOk="0" h="644" w="644">
                    <a:moveTo>
                      <a:pt x="323" y="1"/>
                    </a:moveTo>
                    <a:cubicBezTo>
                      <a:pt x="145" y="1"/>
                      <a:pt x="1" y="145"/>
                      <a:pt x="1" y="321"/>
                    </a:cubicBezTo>
                    <a:cubicBezTo>
                      <a:pt x="1" y="499"/>
                      <a:pt x="145" y="643"/>
                      <a:pt x="323" y="643"/>
                    </a:cubicBezTo>
                    <a:cubicBezTo>
                      <a:pt x="499" y="643"/>
                      <a:pt x="644" y="499"/>
                      <a:pt x="644" y="321"/>
                    </a:cubicBezTo>
                    <a:cubicBezTo>
                      <a:pt x="644" y="145"/>
                      <a:pt x="499"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05"/>
              <p:cNvSpPr/>
              <p:nvPr/>
            </p:nvSpPr>
            <p:spPr>
              <a:xfrm>
                <a:off x="1519775" y="2349425"/>
                <a:ext cx="16100" cy="16075"/>
              </a:xfrm>
              <a:custGeom>
                <a:rect b="b" l="l" r="r" t="t"/>
                <a:pathLst>
                  <a:path extrusionOk="0" h="643" w="644">
                    <a:moveTo>
                      <a:pt x="323" y="0"/>
                    </a:moveTo>
                    <a:cubicBezTo>
                      <a:pt x="145" y="0"/>
                      <a:pt x="1" y="143"/>
                      <a:pt x="1" y="321"/>
                    </a:cubicBezTo>
                    <a:cubicBezTo>
                      <a:pt x="1" y="498"/>
                      <a:pt x="145" y="643"/>
                      <a:pt x="323" y="643"/>
                    </a:cubicBezTo>
                    <a:cubicBezTo>
                      <a:pt x="499" y="643"/>
                      <a:pt x="644" y="498"/>
                      <a:pt x="644" y="321"/>
                    </a:cubicBezTo>
                    <a:cubicBezTo>
                      <a:pt x="644" y="143"/>
                      <a:pt x="49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05"/>
              <p:cNvSpPr/>
              <p:nvPr/>
            </p:nvSpPr>
            <p:spPr>
              <a:xfrm>
                <a:off x="1519775" y="2394175"/>
                <a:ext cx="16100" cy="16075"/>
              </a:xfrm>
              <a:custGeom>
                <a:rect b="b" l="l" r="r" t="t"/>
                <a:pathLst>
                  <a:path extrusionOk="0" h="643" w="644">
                    <a:moveTo>
                      <a:pt x="323" y="1"/>
                    </a:moveTo>
                    <a:cubicBezTo>
                      <a:pt x="145" y="1"/>
                      <a:pt x="1" y="144"/>
                      <a:pt x="1" y="321"/>
                    </a:cubicBezTo>
                    <a:cubicBezTo>
                      <a:pt x="1" y="499"/>
                      <a:pt x="145" y="642"/>
                      <a:pt x="323" y="642"/>
                    </a:cubicBezTo>
                    <a:cubicBezTo>
                      <a:pt x="499" y="642"/>
                      <a:pt x="644" y="499"/>
                      <a:pt x="644" y="321"/>
                    </a:cubicBezTo>
                    <a:cubicBezTo>
                      <a:pt x="644" y="144"/>
                      <a:pt x="499"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05"/>
              <p:cNvSpPr/>
              <p:nvPr/>
            </p:nvSpPr>
            <p:spPr>
              <a:xfrm>
                <a:off x="1519775" y="2438925"/>
                <a:ext cx="16100" cy="16050"/>
              </a:xfrm>
              <a:custGeom>
                <a:rect b="b" l="l" r="r" t="t"/>
                <a:pathLst>
                  <a:path extrusionOk="0" h="642" w="644">
                    <a:moveTo>
                      <a:pt x="323" y="0"/>
                    </a:moveTo>
                    <a:cubicBezTo>
                      <a:pt x="145" y="0"/>
                      <a:pt x="1" y="143"/>
                      <a:pt x="1" y="321"/>
                    </a:cubicBezTo>
                    <a:cubicBezTo>
                      <a:pt x="1" y="498"/>
                      <a:pt x="145" y="642"/>
                      <a:pt x="323" y="642"/>
                    </a:cubicBezTo>
                    <a:cubicBezTo>
                      <a:pt x="499" y="642"/>
                      <a:pt x="644" y="498"/>
                      <a:pt x="644" y="321"/>
                    </a:cubicBezTo>
                    <a:cubicBezTo>
                      <a:pt x="644" y="143"/>
                      <a:pt x="49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05"/>
              <p:cNvSpPr/>
              <p:nvPr/>
            </p:nvSpPr>
            <p:spPr>
              <a:xfrm>
                <a:off x="1519775" y="2483625"/>
                <a:ext cx="16100" cy="16100"/>
              </a:xfrm>
              <a:custGeom>
                <a:rect b="b" l="l" r="r" t="t"/>
                <a:pathLst>
                  <a:path extrusionOk="0" h="644" w="644">
                    <a:moveTo>
                      <a:pt x="323" y="0"/>
                    </a:moveTo>
                    <a:cubicBezTo>
                      <a:pt x="145" y="0"/>
                      <a:pt x="1" y="145"/>
                      <a:pt x="1" y="322"/>
                    </a:cubicBezTo>
                    <a:cubicBezTo>
                      <a:pt x="1" y="500"/>
                      <a:pt x="145" y="643"/>
                      <a:pt x="323" y="643"/>
                    </a:cubicBezTo>
                    <a:cubicBezTo>
                      <a:pt x="499" y="643"/>
                      <a:pt x="644" y="500"/>
                      <a:pt x="644" y="322"/>
                    </a:cubicBezTo>
                    <a:cubicBezTo>
                      <a:pt x="644" y="145"/>
                      <a:pt x="49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05"/>
              <p:cNvSpPr/>
              <p:nvPr/>
            </p:nvSpPr>
            <p:spPr>
              <a:xfrm>
                <a:off x="1519775" y="2528350"/>
                <a:ext cx="16100" cy="16100"/>
              </a:xfrm>
              <a:custGeom>
                <a:rect b="b" l="l" r="r" t="t"/>
                <a:pathLst>
                  <a:path extrusionOk="0" h="644" w="644">
                    <a:moveTo>
                      <a:pt x="323" y="1"/>
                    </a:moveTo>
                    <a:cubicBezTo>
                      <a:pt x="145" y="1"/>
                      <a:pt x="1" y="145"/>
                      <a:pt x="1" y="323"/>
                    </a:cubicBezTo>
                    <a:cubicBezTo>
                      <a:pt x="1" y="499"/>
                      <a:pt x="145" y="644"/>
                      <a:pt x="323" y="644"/>
                    </a:cubicBezTo>
                    <a:cubicBezTo>
                      <a:pt x="499" y="644"/>
                      <a:pt x="644" y="499"/>
                      <a:pt x="644" y="323"/>
                    </a:cubicBezTo>
                    <a:cubicBezTo>
                      <a:pt x="644" y="145"/>
                      <a:pt x="499"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05"/>
              <p:cNvSpPr/>
              <p:nvPr/>
            </p:nvSpPr>
            <p:spPr>
              <a:xfrm>
                <a:off x="1519775" y="2573125"/>
                <a:ext cx="16100" cy="16100"/>
              </a:xfrm>
              <a:custGeom>
                <a:rect b="b" l="l" r="r" t="t"/>
                <a:pathLst>
                  <a:path extrusionOk="0" h="644" w="644">
                    <a:moveTo>
                      <a:pt x="323" y="0"/>
                    </a:moveTo>
                    <a:cubicBezTo>
                      <a:pt x="145" y="0"/>
                      <a:pt x="1" y="145"/>
                      <a:pt x="1" y="321"/>
                    </a:cubicBezTo>
                    <a:cubicBezTo>
                      <a:pt x="1" y="499"/>
                      <a:pt x="145" y="643"/>
                      <a:pt x="323" y="643"/>
                    </a:cubicBezTo>
                    <a:cubicBezTo>
                      <a:pt x="499" y="643"/>
                      <a:pt x="644" y="499"/>
                      <a:pt x="644" y="321"/>
                    </a:cubicBezTo>
                    <a:cubicBezTo>
                      <a:pt x="644" y="145"/>
                      <a:pt x="49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105"/>
              <p:cNvSpPr/>
              <p:nvPr/>
            </p:nvSpPr>
            <p:spPr>
              <a:xfrm>
                <a:off x="1519775" y="2617850"/>
                <a:ext cx="16100" cy="16100"/>
              </a:xfrm>
              <a:custGeom>
                <a:rect b="b" l="l" r="r" t="t"/>
                <a:pathLst>
                  <a:path extrusionOk="0" h="644" w="644">
                    <a:moveTo>
                      <a:pt x="323" y="1"/>
                    </a:moveTo>
                    <a:cubicBezTo>
                      <a:pt x="144" y="1"/>
                      <a:pt x="1" y="144"/>
                      <a:pt x="1" y="322"/>
                    </a:cubicBezTo>
                    <a:cubicBezTo>
                      <a:pt x="1" y="499"/>
                      <a:pt x="144" y="642"/>
                      <a:pt x="321" y="644"/>
                    </a:cubicBezTo>
                    <a:lnTo>
                      <a:pt x="592" y="497"/>
                    </a:lnTo>
                    <a:cubicBezTo>
                      <a:pt x="624" y="448"/>
                      <a:pt x="644" y="387"/>
                      <a:pt x="644" y="322"/>
                    </a:cubicBezTo>
                    <a:cubicBezTo>
                      <a:pt x="644" y="144"/>
                      <a:pt x="50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105"/>
              <p:cNvSpPr/>
              <p:nvPr/>
            </p:nvSpPr>
            <p:spPr>
              <a:xfrm>
                <a:off x="1582575" y="2260150"/>
                <a:ext cx="16100" cy="15875"/>
              </a:xfrm>
              <a:custGeom>
                <a:rect b="b" l="l" r="r" t="t"/>
                <a:pathLst>
                  <a:path extrusionOk="0" h="635" w="644">
                    <a:moveTo>
                      <a:pt x="252" y="0"/>
                    </a:moveTo>
                    <a:cubicBezTo>
                      <a:pt x="109" y="31"/>
                      <a:pt x="1" y="160"/>
                      <a:pt x="1" y="314"/>
                    </a:cubicBezTo>
                    <a:cubicBezTo>
                      <a:pt x="1" y="492"/>
                      <a:pt x="144" y="635"/>
                      <a:pt x="322" y="635"/>
                    </a:cubicBezTo>
                    <a:cubicBezTo>
                      <a:pt x="500" y="635"/>
                      <a:pt x="643" y="491"/>
                      <a:pt x="643" y="314"/>
                    </a:cubicBezTo>
                    <a:cubicBezTo>
                      <a:pt x="643" y="160"/>
                      <a:pt x="535" y="31"/>
                      <a:pt x="3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05"/>
              <p:cNvSpPr/>
              <p:nvPr/>
            </p:nvSpPr>
            <p:spPr>
              <a:xfrm>
                <a:off x="1582575" y="2304675"/>
                <a:ext cx="16100" cy="16100"/>
              </a:xfrm>
              <a:custGeom>
                <a:rect b="b" l="l" r="r" t="t"/>
                <a:pathLst>
                  <a:path extrusionOk="0" h="644" w="644">
                    <a:moveTo>
                      <a:pt x="322" y="1"/>
                    </a:moveTo>
                    <a:cubicBezTo>
                      <a:pt x="144" y="1"/>
                      <a:pt x="1" y="145"/>
                      <a:pt x="1" y="321"/>
                    </a:cubicBezTo>
                    <a:cubicBezTo>
                      <a:pt x="1" y="499"/>
                      <a:pt x="144" y="643"/>
                      <a:pt x="322" y="643"/>
                    </a:cubicBezTo>
                    <a:cubicBezTo>
                      <a:pt x="499" y="643"/>
                      <a:pt x="643" y="499"/>
                      <a:pt x="643" y="321"/>
                    </a:cubicBezTo>
                    <a:cubicBezTo>
                      <a:pt x="643" y="145"/>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05"/>
              <p:cNvSpPr/>
              <p:nvPr/>
            </p:nvSpPr>
            <p:spPr>
              <a:xfrm>
                <a:off x="1582575" y="2349425"/>
                <a:ext cx="16100" cy="16075"/>
              </a:xfrm>
              <a:custGeom>
                <a:rect b="b" l="l" r="r" t="t"/>
                <a:pathLst>
                  <a:path extrusionOk="0" h="643" w="644">
                    <a:moveTo>
                      <a:pt x="322" y="0"/>
                    </a:moveTo>
                    <a:cubicBezTo>
                      <a:pt x="144" y="0"/>
                      <a:pt x="1" y="143"/>
                      <a:pt x="1" y="321"/>
                    </a:cubicBezTo>
                    <a:cubicBezTo>
                      <a:pt x="1" y="498"/>
                      <a:pt x="144" y="643"/>
                      <a:pt x="322" y="643"/>
                    </a:cubicBezTo>
                    <a:cubicBezTo>
                      <a:pt x="499" y="643"/>
                      <a:pt x="643" y="498"/>
                      <a:pt x="643" y="321"/>
                    </a:cubicBezTo>
                    <a:cubicBezTo>
                      <a:pt x="643" y="143"/>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05"/>
              <p:cNvSpPr/>
              <p:nvPr/>
            </p:nvSpPr>
            <p:spPr>
              <a:xfrm>
                <a:off x="1582575" y="2394175"/>
                <a:ext cx="16100" cy="16075"/>
              </a:xfrm>
              <a:custGeom>
                <a:rect b="b" l="l" r="r" t="t"/>
                <a:pathLst>
                  <a:path extrusionOk="0" h="643" w="644">
                    <a:moveTo>
                      <a:pt x="322" y="1"/>
                    </a:moveTo>
                    <a:cubicBezTo>
                      <a:pt x="144" y="1"/>
                      <a:pt x="1" y="144"/>
                      <a:pt x="1" y="321"/>
                    </a:cubicBezTo>
                    <a:cubicBezTo>
                      <a:pt x="1" y="499"/>
                      <a:pt x="144" y="642"/>
                      <a:pt x="322" y="642"/>
                    </a:cubicBezTo>
                    <a:cubicBezTo>
                      <a:pt x="499" y="642"/>
                      <a:pt x="643" y="499"/>
                      <a:pt x="643" y="321"/>
                    </a:cubicBezTo>
                    <a:cubicBezTo>
                      <a:pt x="643" y="144"/>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05"/>
              <p:cNvSpPr/>
              <p:nvPr/>
            </p:nvSpPr>
            <p:spPr>
              <a:xfrm>
                <a:off x="1582575" y="2438925"/>
                <a:ext cx="16100" cy="16050"/>
              </a:xfrm>
              <a:custGeom>
                <a:rect b="b" l="l" r="r" t="t"/>
                <a:pathLst>
                  <a:path extrusionOk="0" h="642" w="644">
                    <a:moveTo>
                      <a:pt x="322" y="0"/>
                    </a:moveTo>
                    <a:cubicBezTo>
                      <a:pt x="144" y="0"/>
                      <a:pt x="1" y="143"/>
                      <a:pt x="1" y="321"/>
                    </a:cubicBezTo>
                    <a:cubicBezTo>
                      <a:pt x="1" y="498"/>
                      <a:pt x="144" y="642"/>
                      <a:pt x="322" y="642"/>
                    </a:cubicBezTo>
                    <a:cubicBezTo>
                      <a:pt x="499" y="642"/>
                      <a:pt x="643" y="498"/>
                      <a:pt x="643" y="321"/>
                    </a:cubicBezTo>
                    <a:cubicBezTo>
                      <a:pt x="643" y="143"/>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105"/>
              <p:cNvSpPr/>
              <p:nvPr/>
            </p:nvSpPr>
            <p:spPr>
              <a:xfrm>
                <a:off x="1582575" y="2483625"/>
                <a:ext cx="16100" cy="16100"/>
              </a:xfrm>
              <a:custGeom>
                <a:rect b="b" l="l" r="r" t="t"/>
                <a:pathLst>
                  <a:path extrusionOk="0" h="644" w="644">
                    <a:moveTo>
                      <a:pt x="322" y="0"/>
                    </a:moveTo>
                    <a:cubicBezTo>
                      <a:pt x="144" y="0"/>
                      <a:pt x="1" y="145"/>
                      <a:pt x="1" y="322"/>
                    </a:cubicBezTo>
                    <a:cubicBezTo>
                      <a:pt x="1" y="500"/>
                      <a:pt x="144" y="643"/>
                      <a:pt x="322" y="643"/>
                    </a:cubicBezTo>
                    <a:cubicBezTo>
                      <a:pt x="499" y="643"/>
                      <a:pt x="643" y="500"/>
                      <a:pt x="643" y="322"/>
                    </a:cubicBezTo>
                    <a:cubicBezTo>
                      <a:pt x="643" y="145"/>
                      <a:pt x="499"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05"/>
              <p:cNvSpPr/>
              <p:nvPr/>
            </p:nvSpPr>
            <p:spPr>
              <a:xfrm>
                <a:off x="1582575" y="2528350"/>
                <a:ext cx="16100" cy="16100"/>
              </a:xfrm>
              <a:custGeom>
                <a:rect b="b" l="l" r="r" t="t"/>
                <a:pathLst>
                  <a:path extrusionOk="0" h="644" w="644">
                    <a:moveTo>
                      <a:pt x="322" y="1"/>
                    </a:moveTo>
                    <a:cubicBezTo>
                      <a:pt x="144" y="1"/>
                      <a:pt x="1" y="145"/>
                      <a:pt x="1" y="323"/>
                    </a:cubicBezTo>
                    <a:cubicBezTo>
                      <a:pt x="1" y="499"/>
                      <a:pt x="144" y="644"/>
                      <a:pt x="322" y="644"/>
                    </a:cubicBezTo>
                    <a:cubicBezTo>
                      <a:pt x="499" y="644"/>
                      <a:pt x="643" y="499"/>
                      <a:pt x="643" y="323"/>
                    </a:cubicBezTo>
                    <a:cubicBezTo>
                      <a:pt x="643" y="145"/>
                      <a:pt x="499" y="1"/>
                      <a:pt x="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05"/>
              <p:cNvSpPr/>
              <p:nvPr/>
            </p:nvSpPr>
            <p:spPr>
              <a:xfrm>
                <a:off x="1582575" y="2573950"/>
                <a:ext cx="4550" cy="8350"/>
              </a:xfrm>
              <a:custGeom>
                <a:rect b="b" l="l" r="r" t="t"/>
                <a:pathLst>
                  <a:path extrusionOk="0" h="334" w="182">
                    <a:moveTo>
                      <a:pt x="181" y="0"/>
                    </a:moveTo>
                    <a:cubicBezTo>
                      <a:pt x="74" y="52"/>
                      <a:pt x="1" y="161"/>
                      <a:pt x="1" y="288"/>
                    </a:cubicBezTo>
                    <a:cubicBezTo>
                      <a:pt x="1" y="304"/>
                      <a:pt x="1" y="319"/>
                      <a:pt x="4" y="334"/>
                    </a:cubicBezTo>
                    <a:cubicBezTo>
                      <a:pt x="67" y="224"/>
                      <a:pt x="125" y="114"/>
                      <a:pt x="1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2" name="Google Shape;8282;p105"/>
          <p:cNvGrpSpPr/>
          <p:nvPr/>
        </p:nvGrpSpPr>
        <p:grpSpPr>
          <a:xfrm>
            <a:off x="7620259" y="4324790"/>
            <a:ext cx="1225636" cy="611471"/>
            <a:chOff x="2247984" y="1458613"/>
            <a:chExt cx="416741" cy="207913"/>
          </a:xfrm>
        </p:grpSpPr>
        <p:sp>
          <p:nvSpPr>
            <p:cNvPr id="8283" name="Google Shape;8283;p105"/>
            <p:cNvSpPr/>
            <p:nvPr/>
          </p:nvSpPr>
          <p:spPr>
            <a:xfrm>
              <a:off x="2247984" y="1458613"/>
              <a:ext cx="416475" cy="205125"/>
            </a:xfrm>
            <a:custGeom>
              <a:rect b="b" l="l" r="r" t="t"/>
              <a:pathLst>
                <a:path extrusionOk="0" h="8205" w="16659">
                  <a:moveTo>
                    <a:pt x="45" y="1"/>
                  </a:moveTo>
                  <a:lnTo>
                    <a:pt x="45" y="5463"/>
                  </a:lnTo>
                  <a:cubicBezTo>
                    <a:pt x="1" y="7244"/>
                    <a:pt x="1450" y="8197"/>
                    <a:pt x="2883" y="8197"/>
                  </a:cubicBezTo>
                  <a:cubicBezTo>
                    <a:pt x="4117" y="8197"/>
                    <a:pt x="5339" y="7490"/>
                    <a:pt x="5585" y="5996"/>
                  </a:cubicBezTo>
                  <a:cubicBezTo>
                    <a:pt x="5815" y="7468"/>
                    <a:pt x="7072" y="8204"/>
                    <a:pt x="8329" y="8204"/>
                  </a:cubicBezTo>
                  <a:cubicBezTo>
                    <a:pt x="9586" y="8204"/>
                    <a:pt x="10844" y="7468"/>
                    <a:pt x="11075" y="5996"/>
                  </a:cubicBezTo>
                  <a:cubicBezTo>
                    <a:pt x="11321" y="7490"/>
                    <a:pt x="12543" y="8197"/>
                    <a:pt x="13777" y="8197"/>
                  </a:cubicBezTo>
                  <a:cubicBezTo>
                    <a:pt x="15210" y="8197"/>
                    <a:pt x="16658" y="7244"/>
                    <a:pt x="16614" y="5463"/>
                  </a:cubicBezTo>
                  <a:lnTo>
                    <a:pt x="16614"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105"/>
            <p:cNvSpPr/>
            <p:nvPr/>
          </p:nvSpPr>
          <p:spPr>
            <a:xfrm>
              <a:off x="2250450" y="1460025"/>
              <a:ext cx="414275" cy="206500"/>
            </a:xfrm>
            <a:custGeom>
              <a:rect b="b" l="l" r="r" t="t"/>
              <a:pathLst>
                <a:path extrusionOk="0" h="8260" w="16571">
                  <a:moveTo>
                    <a:pt x="0" y="0"/>
                  </a:moveTo>
                  <a:lnTo>
                    <a:pt x="0" y="5464"/>
                  </a:lnTo>
                  <a:cubicBezTo>
                    <a:pt x="0" y="7008"/>
                    <a:pt x="1251" y="8259"/>
                    <a:pt x="2795" y="8259"/>
                  </a:cubicBezTo>
                  <a:cubicBezTo>
                    <a:pt x="4157" y="8259"/>
                    <a:pt x="5291" y="7285"/>
                    <a:pt x="5540" y="5996"/>
                  </a:cubicBezTo>
                  <a:cubicBezTo>
                    <a:pt x="5790" y="7285"/>
                    <a:pt x="6923" y="8259"/>
                    <a:pt x="8285" y="8259"/>
                  </a:cubicBezTo>
                  <a:cubicBezTo>
                    <a:pt x="9647" y="8259"/>
                    <a:pt x="10781" y="7285"/>
                    <a:pt x="11030" y="5996"/>
                  </a:cubicBezTo>
                  <a:cubicBezTo>
                    <a:pt x="11280" y="7285"/>
                    <a:pt x="12413" y="8259"/>
                    <a:pt x="13775" y="8259"/>
                  </a:cubicBezTo>
                  <a:cubicBezTo>
                    <a:pt x="15320" y="8259"/>
                    <a:pt x="16571" y="7008"/>
                    <a:pt x="16571" y="5464"/>
                  </a:cubicBezTo>
                  <a:lnTo>
                    <a:pt x="165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05"/>
            <p:cNvSpPr/>
            <p:nvPr/>
          </p:nvSpPr>
          <p:spPr>
            <a:xfrm>
              <a:off x="2301725" y="1511350"/>
              <a:ext cx="311700" cy="103875"/>
            </a:xfrm>
            <a:custGeom>
              <a:rect b="b" l="l" r="r" t="t"/>
              <a:pathLst>
                <a:path extrusionOk="0" h="4155" w="12468">
                  <a:moveTo>
                    <a:pt x="1" y="0"/>
                  </a:moveTo>
                  <a:lnTo>
                    <a:pt x="1" y="3377"/>
                  </a:lnTo>
                  <a:cubicBezTo>
                    <a:pt x="1" y="3781"/>
                    <a:pt x="300" y="4122"/>
                    <a:pt x="682" y="4153"/>
                  </a:cubicBezTo>
                  <a:cubicBezTo>
                    <a:pt x="704" y="4154"/>
                    <a:pt x="725" y="4155"/>
                    <a:pt x="746" y="4155"/>
                  </a:cubicBezTo>
                  <a:cubicBezTo>
                    <a:pt x="1076" y="4155"/>
                    <a:pt x="1366" y="3936"/>
                    <a:pt x="1458" y="3624"/>
                  </a:cubicBezTo>
                  <a:lnTo>
                    <a:pt x="1463" y="3274"/>
                  </a:lnTo>
                  <a:cubicBezTo>
                    <a:pt x="1476" y="2172"/>
                    <a:pt x="2387" y="1276"/>
                    <a:pt x="3488" y="1276"/>
                  </a:cubicBezTo>
                  <a:cubicBezTo>
                    <a:pt x="4582" y="1276"/>
                    <a:pt x="5490" y="2166"/>
                    <a:pt x="5514" y="3260"/>
                  </a:cubicBezTo>
                  <a:lnTo>
                    <a:pt x="5521" y="3622"/>
                  </a:lnTo>
                  <a:cubicBezTo>
                    <a:pt x="5613" y="3934"/>
                    <a:pt x="5902" y="4155"/>
                    <a:pt x="6234" y="4155"/>
                  </a:cubicBezTo>
                  <a:cubicBezTo>
                    <a:pt x="6563" y="4155"/>
                    <a:pt x="6851" y="3937"/>
                    <a:pt x="6945" y="3629"/>
                  </a:cubicBezTo>
                  <a:lnTo>
                    <a:pt x="6946" y="3296"/>
                  </a:lnTo>
                  <a:cubicBezTo>
                    <a:pt x="6949" y="2182"/>
                    <a:pt x="7857" y="1275"/>
                    <a:pt x="8972" y="1275"/>
                  </a:cubicBezTo>
                  <a:lnTo>
                    <a:pt x="8977" y="1275"/>
                  </a:lnTo>
                  <a:cubicBezTo>
                    <a:pt x="10071" y="1275"/>
                    <a:pt x="10980" y="2164"/>
                    <a:pt x="11002" y="3258"/>
                  </a:cubicBezTo>
                  <a:lnTo>
                    <a:pt x="11010" y="3621"/>
                  </a:lnTo>
                  <a:cubicBezTo>
                    <a:pt x="11102" y="3933"/>
                    <a:pt x="11391" y="4154"/>
                    <a:pt x="11723" y="4154"/>
                  </a:cubicBezTo>
                  <a:cubicBezTo>
                    <a:pt x="11744" y="4154"/>
                    <a:pt x="11765" y="4153"/>
                    <a:pt x="11786" y="4152"/>
                  </a:cubicBezTo>
                  <a:cubicBezTo>
                    <a:pt x="12168" y="4120"/>
                    <a:pt x="12467" y="3780"/>
                    <a:pt x="12467" y="3376"/>
                  </a:cubicBezTo>
                  <a:lnTo>
                    <a:pt x="124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05"/>
            <p:cNvSpPr/>
            <p:nvPr/>
          </p:nvSpPr>
          <p:spPr>
            <a:xfrm>
              <a:off x="2301075" y="1487525"/>
              <a:ext cx="10175" cy="10175"/>
            </a:xfrm>
            <a:custGeom>
              <a:rect b="b" l="l" r="r" t="t"/>
              <a:pathLst>
                <a:path extrusionOk="0" h="407" w="407">
                  <a:moveTo>
                    <a:pt x="204" y="0"/>
                  </a:moveTo>
                  <a:cubicBezTo>
                    <a:pt x="92" y="0"/>
                    <a:pt x="1" y="91"/>
                    <a:pt x="1" y="204"/>
                  </a:cubicBezTo>
                  <a:cubicBezTo>
                    <a:pt x="1" y="315"/>
                    <a:pt x="92" y="406"/>
                    <a:pt x="204" y="406"/>
                  </a:cubicBezTo>
                  <a:cubicBezTo>
                    <a:pt x="316" y="406"/>
                    <a:pt x="406" y="315"/>
                    <a:pt x="406" y="204"/>
                  </a:cubicBezTo>
                  <a:cubicBezTo>
                    <a:pt x="406" y="91"/>
                    <a:pt x="316"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05"/>
            <p:cNvSpPr/>
            <p:nvPr/>
          </p:nvSpPr>
          <p:spPr>
            <a:xfrm>
              <a:off x="2331375" y="1487525"/>
              <a:ext cx="10125" cy="10175"/>
            </a:xfrm>
            <a:custGeom>
              <a:rect b="b" l="l" r="r" t="t"/>
              <a:pathLst>
                <a:path extrusionOk="0" h="407" w="405">
                  <a:moveTo>
                    <a:pt x="203" y="0"/>
                  </a:moveTo>
                  <a:cubicBezTo>
                    <a:pt x="91" y="0"/>
                    <a:pt x="0" y="91"/>
                    <a:pt x="0" y="204"/>
                  </a:cubicBezTo>
                  <a:cubicBezTo>
                    <a:pt x="0" y="315"/>
                    <a:pt x="91" y="406"/>
                    <a:pt x="203" y="406"/>
                  </a:cubicBezTo>
                  <a:cubicBezTo>
                    <a:pt x="315" y="406"/>
                    <a:pt x="405" y="315"/>
                    <a:pt x="405" y="204"/>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05"/>
            <p:cNvSpPr/>
            <p:nvPr/>
          </p:nvSpPr>
          <p:spPr>
            <a:xfrm>
              <a:off x="2361650" y="1487525"/>
              <a:ext cx="10150" cy="10175"/>
            </a:xfrm>
            <a:custGeom>
              <a:rect b="b" l="l" r="r" t="t"/>
              <a:pathLst>
                <a:path extrusionOk="0" h="407" w="406">
                  <a:moveTo>
                    <a:pt x="203" y="0"/>
                  </a:moveTo>
                  <a:cubicBezTo>
                    <a:pt x="92" y="0"/>
                    <a:pt x="1" y="91"/>
                    <a:pt x="1" y="204"/>
                  </a:cubicBezTo>
                  <a:cubicBezTo>
                    <a:pt x="1" y="315"/>
                    <a:pt x="92" y="406"/>
                    <a:pt x="203" y="406"/>
                  </a:cubicBezTo>
                  <a:cubicBezTo>
                    <a:pt x="315" y="406"/>
                    <a:pt x="406" y="315"/>
                    <a:pt x="406" y="204"/>
                  </a:cubicBezTo>
                  <a:cubicBezTo>
                    <a:pt x="406"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05"/>
            <p:cNvSpPr/>
            <p:nvPr/>
          </p:nvSpPr>
          <p:spPr>
            <a:xfrm>
              <a:off x="2391925" y="1487525"/>
              <a:ext cx="10175" cy="10175"/>
            </a:xfrm>
            <a:custGeom>
              <a:rect b="b" l="l" r="r" t="t"/>
              <a:pathLst>
                <a:path extrusionOk="0" h="407" w="407">
                  <a:moveTo>
                    <a:pt x="204" y="0"/>
                  </a:moveTo>
                  <a:cubicBezTo>
                    <a:pt x="91" y="0"/>
                    <a:pt x="1" y="91"/>
                    <a:pt x="1" y="204"/>
                  </a:cubicBezTo>
                  <a:cubicBezTo>
                    <a:pt x="1" y="315"/>
                    <a:pt x="91" y="406"/>
                    <a:pt x="204" y="406"/>
                  </a:cubicBezTo>
                  <a:cubicBezTo>
                    <a:pt x="315" y="406"/>
                    <a:pt x="406" y="315"/>
                    <a:pt x="406" y="204"/>
                  </a:cubicBezTo>
                  <a:cubicBezTo>
                    <a:pt x="406" y="91"/>
                    <a:pt x="315"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05"/>
            <p:cNvSpPr/>
            <p:nvPr/>
          </p:nvSpPr>
          <p:spPr>
            <a:xfrm>
              <a:off x="2422225" y="1487525"/>
              <a:ext cx="10150" cy="10175"/>
            </a:xfrm>
            <a:custGeom>
              <a:rect b="b" l="l" r="r" t="t"/>
              <a:pathLst>
                <a:path extrusionOk="0" h="407" w="406">
                  <a:moveTo>
                    <a:pt x="203" y="0"/>
                  </a:moveTo>
                  <a:cubicBezTo>
                    <a:pt x="91" y="0"/>
                    <a:pt x="0" y="91"/>
                    <a:pt x="0" y="204"/>
                  </a:cubicBezTo>
                  <a:cubicBezTo>
                    <a:pt x="0" y="315"/>
                    <a:pt x="91" y="406"/>
                    <a:pt x="203" y="406"/>
                  </a:cubicBezTo>
                  <a:cubicBezTo>
                    <a:pt x="315" y="406"/>
                    <a:pt x="406" y="315"/>
                    <a:pt x="406" y="204"/>
                  </a:cubicBezTo>
                  <a:cubicBezTo>
                    <a:pt x="406"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05"/>
            <p:cNvSpPr/>
            <p:nvPr/>
          </p:nvSpPr>
          <p:spPr>
            <a:xfrm>
              <a:off x="2452500" y="1487525"/>
              <a:ext cx="10150" cy="10175"/>
            </a:xfrm>
            <a:custGeom>
              <a:rect b="b" l="l" r="r" t="t"/>
              <a:pathLst>
                <a:path extrusionOk="0" h="407" w="406">
                  <a:moveTo>
                    <a:pt x="203" y="0"/>
                  </a:moveTo>
                  <a:cubicBezTo>
                    <a:pt x="91" y="0"/>
                    <a:pt x="1" y="91"/>
                    <a:pt x="1" y="204"/>
                  </a:cubicBezTo>
                  <a:cubicBezTo>
                    <a:pt x="1" y="315"/>
                    <a:pt x="91" y="406"/>
                    <a:pt x="203" y="406"/>
                  </a:cubicBezTo>
                  <a:cubicBezTo>
                    <a:pt x="315" y="406"/>
                    <a:pt x="405" y="315"/>
                    <a:pt x="405" y="204"/>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05"/>
            <p:cNvSpPr/>
            <p:nvPr/>
          </p:nvSpPr>
          <p:spPr>
            <a:xfrm>
              <a:off x="2482800" y="1487525"/>
              <a:ext cx="10125" cy="10175"/>
            </a:xfrm>
            <a:custGeom>
              <a:rect b="b" l="l" r="r" t="t"/>
              <a:pathLst>
                <a:path extrusionOk="0" h="407" w="405">
                  <a:moveTo>
                    <a:pt x="202" y="0"/>
                  </a:moveTo>
                  <a:cubicBezTo>
                    <a:pt x="91" y="0"/>
                    <a:pt x="0" y="91"/>
                    <a:pt x="0" y="204"/>
                  </a:cubicBezTo>
                  <a:cubicBezTo>
                    <a:pt x="0" y="315"/>
                    <a:pt x="91" y="406"/>
                    <a:pt x="202" y="406"/>
                  </a:cubicBezTo>
                  <a:cubicBezTo>
                    <a:pt x="314" y="406"/>
                    <a:pt x="405" y="315"/>
                    <a:pt x="405" y="204"/>
                  </a:cubicBezTo>
                  <a:cubicBezTo>
                    <a:pt x="405" y="91"/>
                    <a:pt x="314"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105"/>
            <p:cNvSpPr/>
            <p:nvPr/>
          </p:nvSpPr>
          <p:spPr>
            <a:xfrm>
              <a:off x="2513075" y="1487525"/>
              <a:ext cx="10150" cy="10175"/>
            </a:xfrm>
            <a:custGeom>
              <a:rect b="b" l="l" r="r" t="t"/>
              <a:pathLst>
                <a:path extrusionOk="0" h="407" w="406">
                  <a:moveTo>
                    <a:pt x="203" y="0"/>
                  </a:moveTo>
                  <a:cubicBezTo>
                    <a:pt x="91" y="0"/>
                    <a:pt x="1" y="91"/>
                    <a:pt x="1" y="204"/>
                  </a:cubicBezTo>
                  <a:cubicBezTo>
                    <a:pt x="1" y="315"/>
                    <a:pt x="91" y="406"/>
                    <a:pt x="203" y="406"/>
                  </a:cubicBezTo>
                  <a:cubicBezTo>
                    <a:pt x="314" y="406"/>
                    <a:pt x="405" y="315"/>
                    <a:pt x="405" y="204"/>
                  </a:cubicBezTo>
                  <a:cubicBezTo>
                    <a:pt x="405" y="91"/>
                    <a:pt x="314"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105"/>
            <p:cNvSpPr/>
            <p:nvPr/>
          </p:nvSpPr>
          <p:spPr>
            <a:xfrm>
              <a:off x="2543350" y="1487525"/>
              <a:ext cx="10150" cy="10175"/>
            </a:xfrm>
            <a:custGeom>
              <a:rect b="b" l="l" r="r" t="t"/>
              <a:pathLst>
                <a:path extrusionOk="0" h="407" w="406">
                  <a:moveTo>
                    <a:pt x="204" y="0"/>
                  </a:moveTo>
                  <a:cubicBezTo>
                    <a:pt x="91" y="0"/>
                    <a:pt x="0" y="91"/>
                    <a:pt x="0" y="204"/>
                  </a:cubicBezTo>
                  <a:cubicBezTo>
                    <a:pt x="0" y="315"/>
                    <a:pt x="91" y="406"/>
                    <a:pt x="204" y="406"/>
                  </a:cubicBezTo>
                  <a:cubicBezTo>
                    <a:pt x="315" y="406"/>
                    <a:pt x="406" y="315"/>
                    <a:pt x="406" y="204"/>
                  </a:cubicBezTo>
                  <a:cubicBezTo>
                    <a:pt x="406" y="91"/>
                    <a:pt x="315"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05"/>
            <p:cNvSpPr/>
            <p:nvPr/>
          </p:nvSpPr>
          <p:spPr>
            <a:xfrm>
              <a:off x="2573625" y="1487525"/>
              <a:ext cx="10175" cy="10175"/>
            </a:xfrm>
            <a:custGeom>
              <a:rect b="b" l="l" r="r" t="t"/>
              <a:pathLst>
                <a:path extrusionOk="0" h="407" w="407">
                  <a:moveTo>
                    <a:pt x="203" y="0"/>
                  </a:moveTo>
                  <a:cubicBezTo>
                    <a:pt x="92" y="0"/>
                    <a:pt x="1" y="91"/>
                    <a:pt x="1" y="204"/>
                  </a:cubicBezTo>
                  <a:cubicBezTo>
                    <a:pt x="1" y="315"/>
                    <a:pt x="92" y="406"/>
                    <a:pt x="203" y="406"/>
                  </a:cubicBezTo>
                  <a:cubicBezTo>
                    <a:pt x="316" y="406"/>
                    <a:pt x="406" y="315"/>
                    <a:pt x="406" y="204"/>
                  </a:cubicBezTo>
                  <a:cubicBezTo>
                    <a:pt x="406" y="91"/>
                    <a:pt x="316"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05"/>
            <p:cNvSpPr/>
            <p:nvPr/>
          </p:nvSpPr>
          <p:spPr>
            <a:xfrm>
              <a:off x="2603925" y="1487525"/>
              <a:ext cx="10125" cy="10175"/>
            </a:xfrm>
            <a:custGeom>
              <a:rect b="b" l="l" r="r" t="t"/>
              <a:pathLst>
                <a:path extrusionOk="0" h="407" w="405">
                  <a:moveTo>
                    <a:pt x="203" y="0"/>
                  </a:moveTo>
                  <a:cubicBezTo>
                    <a:pt x="91" y="0"/>
                    <a:pt x="0" y="91"/>
                    <a:pt x="0" y="204"/>
                  </a:cubicBezTo>
                  <a:cubicBezTo>
                    <a:pt x="0" y="315"/>
                    <a:pt x="91" y="406"/>
                    <a:pt x="203" y="406"/>
                  </a:cubicBezTo>
                  <a:cubicBezTo>
                    <a:pt x="314" y="406"/>
                    <a:pt x="405" y="315"/>
                    <a:pt x="405" y="204"/>
                  </a:cubicBezTo>
                  <a:cubicBezTo>
                    <a:pt x="405" y="91"/>
                    <a:pt x="314"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05"/>
            <p:cNvSpPr/>
            <p:nvPr/>
          </p:nvSpPr>
          <p:spPr>
            <a:xfrm>
              <a:off x="2301075" y="1517825"/>
              <a:ext cx="10175" cy="10150"/>
            </a:xfrm>
            <a:custGeom>
              <a:rect b="b" l="l" r="r" t="t"/>
              <a:pathLst>
                <a:path extrusionOk="0" h="406" w="407">
                  <a:moveTo>
                    <a:pt x="204" y="0"/>
                  </a:moveTo>
                  <a:cubicBezTo>
                    <a:pt x="92" y="0"/>
                    <a:pt x="1" y="91"/>
                    <a:pt x="1" y="203"/>
                  </a:cubicBezTo>
                  <a:cubicBezTo>
                    <a:pt x="1" y="315"/>
                    <a:pt x="92" y="406"/>
                    <a:pt x="204" y="406"/>
                  </a:cubicBezTo>
                  <a:cubicBezTo>
                    <a:pt x="316" y="406"/>
                    <a:pt x="406" y="315"/>
                    <a:pt x="406" y="203"/>
                  </a:cubicBezTo>
                  <a:cubicBezTo>
                    <a:pt x="406" y="91"/>
                    <a:pt x="316"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05"/>
            <p:cNvSpPr/>
            <p:nvPr/>
          </p:nvSpPr>
          <p:spPr>
            <a:xfrm>
              <a:off x="2331375" y="1517825"/>
              <a:ext cx="10125" cy="10150"/>
            </a:xfrm>
            <a:custGeom>
              <a:rect b="b" l="l" r="r" t="t"/>
              <a:pathLst>
                <a:path extrusionOk="0" h="406" w="405">
                  <a:moveTo>
                    <a:pt x="203" y="0"/>
                  </a:moveTo>
                  <a:cubicBezTo>
                    <a:pt x="91" y="0"/>
                    <a:pt x="0" y="91"/>
                    <a:pt x="0" y="203"/>
                  </a:cubicBezTo>
                  <a:cubicBezTo>
                    <a:pt x="0" y="315"/>
                    <a:pt x="91" y="406"/>
                    <a:pt x="203" y="406"/>
                  </a:cubicBezTo>
                  <a:cubicBezTo>
                    <a:pt x="315" y="406"/>
                    <a:pt x="405" y="315"/>
                    <a:pt x="405" y="203"/>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105"/>
            <p:cNvSpPr/>
            <p:nvPr/>
          </p:nvSpPr>
          <p:spPr>
            <a:xfrm>
              <a:off x="2361650" y="1517825"/>
              <a:ext cx="10150" cy="10150"/>
            </a:xfrm>
            <a:custGeom>
              <a:rect b="b" l="l" r="r" t="t"/>
              <a:pathLst>
                <a:path extrusionOk="0" h="406" w="406">
                  <a:moveTo>
                    <a:pt x="203" y="0"/>
                  </a:moveTo>
                  <a:cubicBezTo>
                    <a:pt x="92" y="0"/>
                    <a:pt x="1" y="91"/>
                    <a:pt x="1" y="203"/>
                  </a:cubicBezTo>
                  <a:cubicBezTo>
                    <a:pt x="1" y="315"/>
                    <a:pt x="92" y="406"/>
                    <a:pt x="203" y="406"/>
                  </a:cubicBezTo>
                  <a:cubicBezTo>
                    <a:pt x="315" y="406"/>
                    <a:pt x="406" y="315"/>
                    <a:pt x="406" y="203"/>
                  </a:cubicBezTo>
                  <a:cubicBezTo>
                    <a:pt x="406"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05"/>
            <p:cNvSpPr/>
            <p:nvPr/>
          </p:nvSpPr>
          <p:spPr>
            <a:xfrm>
              <a:off x="2391925" y="1517825"/>
              <a:ext cx="10175" cy="10150"/>
            </a:xfrm>
            <a:custGeom>
              <a:rect b="b" l="l" r="r" t="t"/>
              <a:pathLst>
                <a:path extrusionOk="0" h="406" w="407">
                  <a:moveTo>
                    <a:pt x="204" y="0"/>
                  </a:moveTo>
                  <a:cubicBezTo>
                    <a:pt x="91" y="0"/>
                    <a:pt x="1" y="91"/>
                    <a:pt x="1" y="203"/>
                  </a:cubicBezTo>
                  <a:cubicBezTo>
                    <a:pt x="1" y="315"/>
                    <a:pt x="91" y="406"/>
                    <a:pt x="204" y="406"/>
                  </a:cubicBezTo>
                  <a:cubicBezTo>
                    <a:pt x="315" y="406"/>
                    <a:pt x="406" y="315"/>
                    <a:pt x="406" y="203"/>
                  </a:cubicBezTo>
                  <a:cubicBezTo>
                    <a:pt x="406" y="91"/>
                    <a:pt x="315"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05"/>
            <p:cNvSpPr/>
            <p:nvPr/>
          </p:nvSpPr>
          <p:spPr>
            <a:xfrm>
              <a:off x="2422225" y="1517825"/>
              <a:ext cx="10150" cy="10150"/>
            </a:xfrm>
            <a:custGeom>
              <a:rect b="b" l="l" r="r" t="t"/>
              <a:pathLst>
                <a:path extrusionOk="0" h="406" w="406">
                  <a:moveTo>
                    <a:pt x="203" y="0"/>
                  </a:moveTo>
                  <a:cubicBezTo>
                    <a:pt x="91" y="0"/>
                    <a:pt x="0" y="91"/>
                    <a:pt x="0" y="203"/>
                  </a:cubicBezTo>
                  <a:cubicBezTo>
                    <a:pt x="0" y="315"/>
                    <a:pt x="91" y="406"/>
                    <a:pt x="203" y="406"/>
                  </a:cubicBezTo>
                  <a:cubicBezTo>
                    <a:pt x="315" y="406"/>
                    <a:pt x="406" y="315"/>
                    <a:pt x="406" y="203"/>
                  </a:cubicBezTo>
                  <a:cubicBezTo>
                    <a:pt x="406"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105"/>
            <p:cNvSpPr/>
            <p:nvPr/>
          </p:nvSpPr>
          <p:spPr>
            <a:xfrm>
              <a:off x="2452500" y="1517825"/>
              <a:ext cx="10150" cy="10150"/>
            </a:xfrm>
            <a:custGeom>
              <a:rect b="b" l="l" r="r" t="t"/>
              <a:pathLst>
                <a:path extrusionOk="0" h="406" w="406">
                  <a:moveTo>
                    <a:pt x="203" y="0"/>
                  </a:moveTo>
                  <a:cubicBezTo>
                    <a:pt x="91" y="0"/>
                    <a:pt x="1" y="91"/>
                    <a:pt x="1" y="203"/>
                  </a:cubicBezTo>
                  <a:cubicBezTo>
                    <a:pt x="1" y="315"/>
                    <a:pt x="91" y="406"/>
                    <a:pt x="203" y="406"/>
                  </a:cubicBezTo>
                  <a:cubicBezTo>
                    <a:pt x="315" y="406"/>
                    <a:pt x="405" y="315"/>
                    <a:pt x="405" y="203"/>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105"/>
            <p:cNvSpPr/>
            <p:nvPr/>
          </p:nvSpPr>
          <p:spPr>
            <a:xfrm>
              <a:off x="2482800" y="1517825"/>
              <a:ext cx="10125" cy="10150"/>
            </a:xfrm>
            <a:custGeom>
              <a:rect b="b" l="l" r="r" t="t"/>
              <a:pathLst>
                <a:path extrusionOk="0" h="406" w="405">
                  <a:moveTo>
                    <a:pt x="202" y="0"/>
                  </a:moveTo>
                  <a:cubicBezTo>
                    <a:pt x="91" y="0"/>
                    <a:pt x="0" y="91"/>
                    <a:pt x="0" y="203"/>
                  </a:cubicBezTo>
                  <a:cubicBezTo>
                    <a:pt x="0" y="315"/>
                    <a:pt x="91" y="406"/>
                    <a:pt x="202" y="406"/>
                  </a:cubicBezTo>
                  <a:cubicBezTo>
                    <a:pt x="314" y="406"/>
                    <a:pt x="405" y="315"/>
                    <a:pt x="405" y="203"/>
                  </a:cubicBezTo>
                  <a:cubicBezTo>
                    <a:pt x="405" y="91"/>
                    <a:pt x="314"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05"/>
            <p:cNvSpPr/>
            <p:nvPr/>
          </p:nvSpPr>
          <p:spPr>
            <a:xfrm>
              <a:off x="2513075" y="1517825"/>
              <a:ext cx="10150" cy="10150"/>
            </a:xfrm>
            <a:custGeom>
              <a:rect b="b" l="l" r="r" t="t"/>
              <a:pathLst>
                <a:path extrusionOk="0" h="406" w="406">
                  <a:moveTo>
                    <a:pt x="203" y="0"/>
                  </a:moveTo>
                  <a:cubicBezTo>
                    <a:pt x="91" y="0"/>
                    <a:pt x="1" y="91"/>
                    <a:pt x="1" y="203"/>
                  </a:cubicBezTo>
                  <a:cubicBezTo>
                    <a:pt x="1" y="315"/>
                    <a:pt x="91" y="406"/>
                    <a:pt x="203" y="406"/>
                  </a:cubicBezTo>
                  <a:cubicBezTo>
                    <a:pt x="314" y="406"/>
                    <a:pt x="405" y="315"/>
                    <a:pt x="405" y="203"/>
                  </a:cubicBezTo>
                  <a:cubicBezTo>
                    <a:pt x="405" y="91"/>
                    <a:pt x="314"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105"/>
            <p:cNvSpPr/>
            <p:nvPr/>
          </p:nvSpPr>
          <p:spPr>
            <a:xfrm>
              <a:off x="2543350" y="1517825"/>
              <a:ext cx="10150" cy="10150"/>
            </a:xfrm>
            <a:custGeom>
              <a:rect b="b" l="l" r="r" t="t"/>
              <a:pathLst>
                <a:path extrusionOk="0" h="406" w="406">
                  <a:moveTo>
                    <a:pt x="204" y="0"/>
                  </a:moveTo>
                  <a:cubicBezTo>
                    <a:pt x="91" y="0"/>
                    <a:pt x="0" y="91"/>
                    <a:pt x="0" y="203"/>
                  </a:cubicBezTo>
                  <a:cubicBezTo>
                    <a:pt x="0" y="315"/>
                    <a:pt x="91" y="406"/>
                    <a:pt x="204" y="406"/>
                  </a:cubicBezTo>
                  <a:cubicBezTo>
                    <a:pt x="315" y="406"/>
                    <a:pt x="406" y="315"/>
                    <a:pt x="406" y="203"/>
                  </a:cubicBezTo>
                  <a:cubicBezTo>
                    <a:pt x="406" y="91"/>
                    <a:pt x="315"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105"/>
            <p:cNvSpPr/>
            <p:nvPr/>
          </p:nvSpPr>
          <p:spPr>
            <a:xfrm>
              <a:off x="2573625" y="1517825"/>
              <a:ext cx="10175" cy="10150"/>
            </a:xfrm>
            <a:custGeom>
              <a:rect b="b" l="l" r="r" t="t"/>
              <a:pathLst>
                <a:path extrusionOk="0" h="406" w="407">
                  <a:moveTo>
                    <a:pt x="203" y="0"/>
                  </a:moveTo>
                  <a:cubicBezTo>
                    <a:pt x="92" y="0"/>
                    <a:pt x="1" y="91"/>
                    <a:pt x="1" y="203"/>
                  </a:cubicBezTo>
                  <a:cubicBezTo>
                    <a:pt x="1" y="315"/>
                    <a:pt x="92" y="406"/>
                    <a:pt x="203" y="406"/>
                  </a:cubicBezTo>
                  <a:cubicBezTo>
                    <a:pt x="316" y="406"/>
                    <a:pt x="406" y="315"/>
                    <a:pt x="406" y="203"/>
                  </a:cubicBezTo>
                  <a:cubicBezTo>
                    <a:pt x="406" y="91"/>
                    <a:pt x="316"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05"/>
            <p:cNvSpPr/>
            <p:nvPr/>
          </p:nvSpPr>
          <p:spPr>
            <a:xfrm>
              <a:off x="2603925" y="1517825"/>
              <a:ext cx="10125" cy="10150"/>
            </a:xfrm>
            <a:custGeom>
              <a:rect b="b" l="l" r="r" t="t"/>
              <a:pathLst>
                <a:path extrusionOk="0" h="406" w="405">
                  <a:moveTo>
                    <a:pt x="203" y="0"/>
                  </a:moveTo>
                  <a:cubicBezTo>
                    <a:pt x="91" y="0"/>
                    <a:pt x="0" y="91"/>
                    <a:pt x="0" y="203"/>
                  </a:cubicBezTo>
                  <a:cubicBezTo>
                    <a:pt x="0" y="315"/>
                    <a:pt x="91" y="406"/>
                    <a:pt x="203" y="406"/>
                  </a:cubicBezTo>
                  <a:cubicBezTo>
                    <a:pt x="314" y="406"/>
                    <a:pt x="405" y="315"/>
                    <a:pt x="405" y="203"/>
                  </a:cubicBezTo>
                  <a:cubicBezTo>
                    <a:pt x="405" y="91"/>
                    <a:pt x="314"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05"/>
            <p:cNvSpPr/>
            <p:nvPr/>
          </p:nvSpPr>
          <p:spPr>
            <a:xfrm>
              <a:off x="2301075" y="1548100"/>
              <a:ext cx="10175" cy="10150"/>
            </a:xfrm>
            <a:custGeom>
              <a:rect b="b" l="l" r="r" t="t"/>
              <a:pathLst>
                <a:path extrusionOk="0" h="406" w="407">
                  <a:moveTo>
                    <a:pt x="204" y="1"/>
                  </a:moveTo>
                  <a:cubicBezTo>
                    <a:pt x="92" y="1"/>
                    <a:pt x="1" y="91"/>
                    <a:pt x="1" y="203"/>
                  </a:cubicBezTo>
                  <a:cubicBezTo>
                    <a:pt x="1" y="315"/>
                    <a:pt x="92" y="405"/>
                    <a:pt x="204" y="405"/>
                  </a:cubicBezTo>
                  <a:cubicBezTo>
                    <a:pt x="316" y="405"/>
                    <a:pt x="406" y="315"/>
                    <a:pt x="406" y="203"/>
                  </a:cubicBezTo>
                  <a:cubicBezTo>
                    <a:pt x="406" y="91"/>
                    <a:pt x="316"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105"/>
            <p:cNvSpPr/>
            <p:nvPr/>
          </p:nvSpPr>
          <p:spPr>
            <a:xfrm>
              <a:off x="2331375" y="1548100"/>
              <a:ext cx="10125" cy="10150"/>
            </a:xfrm>
            <a:custGeom>
              <a:rect b="b" l="l" r="r" t="t"/>
              <a:pathLst>
                <a:path extrusionOk="0" h="406" w="405">
                  <a:moveTo>
                    <a:pt x="203" y="1"/>
                  </a:moveTo>
                  <a:cubicBezTo>
                    <a:pt x="91" y="1"/>
                    <a:pt x="0" y="91"/>
                    <a:pt x="0" y="203"/>
                  </a:cubicBezTo>
                  <a:cubicBezTo>
                    <a:pt x="0" y="315"/>
                    <a:pt x="91" y="405"/>
                    <a:pt x="203" y="405"/>
                  </a:cubicBezTo>
                  <a:cubicBezTo>
                    <a:pt x="315" y="405"/>
                    <a:pt x="405" y="315"/>
                    <a:pt x="405" y="203"/>
                  </a:cubicBezTo>
                  <a:cubicBezTo>
                    <a:pt x="405" y="91"/>
                    <a:pt x="315"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05"/>
            <p:cNvSpPr/>
            <p:nvPr/>
          </p:nvSpPr>
          <p:spPr>
            <a:xfrm>
              <a:off x="2361650" y="1548100"/>
              <a:ext cx="10150" cy="10150"/>
            </a:xfrm>
            <a:custGeom>
              <a:rect b="b" l="l" r="r" t="t"/>
              <a:pathLst>
                <a:path extrusionOk="0" h="406" w="406">
                  <a:moveTo>
                    <a:pt x="203" y="1"/>
                  </a:moveTo>
                  <a:cubicBezTo>
                    <a:pt x="92" y="1"/>
                    <a:pt x="1" y="91"/>
                    <a:pt x="1" y="203"/>
                  </a:cubicBezTo>
                  <a:cubicBezTo>
                    <a:pt x="1" y="315"/>
                    <a:pt x="92" y="405"/>
                    <a:pt x="203" y="405"/>
                  </a:cubicBezTo>
                  <a:cubicBezTo>
                    <a:pt x="315" y="405"/>
                    <a:pt x="406" y="315"/>
                    <a:pt x="406" y="203"/>
                  </a:cubicBezTo>
                  <a:cubicBezTo>
                    <a:pt x="406" y="91"/>
                    <a:pt x="315"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05"/>
            <p:cNvSpPr/>
            <p:nvPr/>
          </p:nvSpPr>
          <p:spPr>
            <a:xfrm>
              <a:off x="2391925" y="1548100"/>
              <a:ext cx="10175" cy="10150"/>
            </a:xfrm>
            <a:custGeom>
              <a:rect b="b" l="l" r="r" t="t"/>
              <a:pathLst>
                <a:path extrusionOk="0" h="406" w="407">
                  <a:moveTo>
                    <a:pt x="204" y="1"/>
                  </a:moveTo>
                  <a:cubicBezTo>
                    <a:pt x="91" y="1"/>
                    <a:pt x="1" y="91"/>
                    <a:pt x="1" y="203"/>
                  </a:cubicBezTo>
                  <a:cubicBezTo>
                    <a:pt x="1" y="315"/>
                    <a:pt x="91" y="405"/>
                    <a:pt x="204" y="405"/>
                  </a:cubicBezTo>
                  <a:cubicBezTo>
                    <a:pt x="315" y="405"/>
                    <a:pt x="406" y="315"/>
                    <a:pt x="406" y="203"/>
                  </a:cubicBezTo>
                  <a:cubicBezTo>
                    <a:pt x="406" y="91"/>
                    <a:pt x="315"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05"/>
            <p:cNvSpPr/>
            <p:nvPr/>
          </p:nvSpPr>
          <p:spPr>
            <a:xfrm>
              <a:off x="2422225" y="1548100"/>
              <a:ext cx="10150" cy="10150"/>
            </a:xfrm>
            <a:custGeom>
              <a:rect b="b" l="l" r="r" t="t"/>
              <a:pathLst>
                <a:path extrusionOk="0" h="406" w="406">
                  <a:moveTo>
                    <a:pt x="203" y="1"/>
                  </a:moveTo>
                  <a:cubicBezTo>
                    <a:pt x="91" y="1"/>
                    <a:pt x="0" y="91"/>
                    <a:pt x="0" y="203"/>
                  </a:cubicBezTo>
                  <a:cubicBezTo>
                    <a:pt x="0" y="315"/>
                    <a:pt x="91" y="405"/>
                    <a:pt x="203" y="405"/>
                  </a:cubicBezTo>
                  <a:cubicBezTo>
                    <a:pt x="315" y="405"/>
                    <a:pt x="406" y="315"/>
                    <a:pt x="406" y="203"/>
                  </a:cubicBezTo>
                  <a:cubicBezTo>
                    <a:pt x="406" y="91"/>
                    <a:pt x="315"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05"/>
            <p:cNvSpPr/>
            <p:nvPr/>
          </p:nvSpPr>
          <p:spPr>
            <a:xfrm>
              <a:off x="2452500" y="1548100"/>
              <a:ext cx="10150" cy="10150"/>
            </a:xfrm>
            <a:custGeom>
              <a:rect b="b" l="l" r="r" t="t"/>
              <a:pathLst>
                <a:path extrusionOk="0" h="406" w="406">
                  <a:moveTo>
                    <a:pt x="203" y="1"/>
                  </a:moveTo>
                  <a:cubicBezTo>
                    <a:pt x="91" y="1"/>
                    <a:pt x="1" y="91"/>
                    <a:pt x="1" y="203"/>
                  </a:cubicBezTo>
                  <a:cubicBezTo>
                    <a:pt x="1" y="315"/>
                    <a:pt x="91" y="405"/>
                    <a:pt x="203" y="405"/>
                  </a:cubicBezTo>
                  <a:cubicBezTo>
                    <a:pt x="315" y="405"/>
                    <a:pt x="405" y="315"/>
                    <a:pt x="405" y="203"/>
                  </a:cubicBezTo>
                  <a:cubicBezTo>
                    <a:pt x="405" y="91"/>
                    <a:pt x="315"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105"/>
            <p:cNvSpPr/>
            <p:nvPr/>
          </p:nvSpPr>
          <p:spPr>
            <a:xfrm>
              <a:off x="2482800" y="1548100"/>
              <a:ext cx="10125" cy="10150"/>
            </a:xfrm>
            <a:custGeom>
              <a:rect b="b" l="l" r="r" t="t"/>
              <a:pathLst>
                <a:path extrusionOk="0" h="406" w="405">
                  <a:moveTo>
                    <a:pt x="202" y="1"/>
                  </a:moveTo>
                  <a:cubicBezTo>
                    <a:pt x="91" y="1"/>
                    <a:pt x="0" y="91"/>
                    <a:pt x="0" y="203"/>
                  </a:cubicBezTo>
                  <a:cubicBezTo>
                    <a:pt x="0" y="315"/>
                    <a:pt x="91" y="405"/>
                    <a:pt x="202" y="405"/>
                  </a:cubicBezTo>
                  <a:cubicBezTo>
                    <a:pt x="314" y="405"/>
                    <a:pt x="405" y="315"/>
                    <a:pt x="405" y="203"/>
                  </a:cubicBezTo>
                  <a:cubicBezTo>
                    <a:pt x="405" y="91"/>
                    <a:pt x="314"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105"/>
            <p:cNvSpPr/>
            <p:nvPr/>
          </p:nvSpPr>
          <p:spPr>
            <a:xfrm>
              <a:off x="2513075" y="1548100"/>
              <a:ext cx="10150" cy="10150"/>
            </a:xfrm>
            <a:custGeom>
              <a:rect b="b" l="l" r="r" t="t"/>
              <a:pathLst>
                <a:path extrusionOk="0" h="406" w="406">
                  <a:moveTo>
                    <a:pt x="203" y="1"/>
                  </a:moveTo>
                  <a:cubicBezTo>
                    <a:pt x="91" y="1"/>
                    <a:pt x="1" y="91"/>
                    <a:pt x="1" y="203"/>
                  </a:cubicBezTo>
                  <a:cubicBezTo>
                    <a:pt x="1" y="315"/>
                    <a:pt x="91" y="405"/>
                    <a:pt x="203" y="405"/>
                  </a:cubicBezTo>
                  <a:cubicBezTo>
                    <a:pt x="314" y="405"/>
                    <a:pt x="405" y="315"/>
                    <a:pt x="405" y="203"/>
                  </a:cubicBezTo>
                  <a:cubicBezTo>
                    <a:pt x="405" y="91"/>
                    <a:pt x="314"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05"/>
            <p:cNvSpPr/>
            <p:nvPr/>
          </p:nvSpPr>
          <p:spPr>
            <a:xfrm>
              <a:off x="2543350" y="1548100"/>
              <a:ext cx="10150" cy="10150"/>
            </a:xfrm>
            <a:custGeom>
              <a:rect b="b" l="l" r="r" t="t"/>
              <a:pathLst>
                <a:path extrusionOk="0" h="406" w="406">
                  <a:moveTo>
                    <a:pt x="204" y="1"/>
                  </a:moveTo>
                  <a:cubicBezTo>
                    <a:pt x="91" y="1"/>
                    <a:pt x="0" y="91"/>
                    <a:pt x="0" y="203"/>
                  </a:cubicBezTo>
                  <a:cubicBezTo>
                    <a:pt x="0" y="315"/>
                    <a:pt x="91" y="405"/>
                    <a:pt x="204" y="405"/>
                  </a:cubicBezTo>
                  <a:cubicBezTo>
                    <a:pt x="315" y="405"/>
                    <a:pt x="406" y="315"/>
                    <a:pt x="406" y="203"/>
                  </a:cubicBezTo>
                  <a:cubicBezTo>
                    <a:pt x="406" y="91"/>
                    <a:pt x="315"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105"/>
            <p:cNvSpPr/>
            <p:nvPr/>
          </p:nvSpPr>
          <p:spPr>
            <a:xfrm>
              <a:off x="2573625" y="1548100"/>
              <a:ext cx="10175" cy="10150"/>
            </a:xfrm>
            <a:custGeom>
              <a:rect b="b" l="l" r="r" t="t"/>
              <a:pathLst>
                <a:path extrusionOk="0" h="406" w="407">
                  <a:moveTo>
                    <a:pt x="203" y="1"/>
                  </a:moveTo>
                  <a:cubicBezTo>
                    <a:pt x="92" y="1"/>
                    <a:pt x="1" y="91"/>
                    <a:pt x="1" y="203"/>
                  </a:cubicBezTo>
                  <a:cubicBezTo>
                    <a:pt x="1" y="315"/>
                    <a:pt x="92" y="405"/>
                    <a:pt x="203" y="405"/>
                  </a:cubicBezTo>
                  <a:cubicBezTo>
                    <a:pt x="316" y="405"/>
                    <a:pt x="406" y="315"/>
                    <a:pt x="406" y="203"/>
                  </a:cubicBezTo>
                  <a:cubicBezTo>
                    <a:pt x="406" y="91"/>
                    <a:pt x="316"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05"/>
            <p:cNvSpPr/>
            <p:nvPr/>
          </p:nvSpPr>
          <p:spPr>
            <a:xfrm>
              <a:off x="2603925" y="1548100"/>
              <a:ext cx="10125" cy="10150"/>
            </a:xfrm>
            <a:custGeom>
              <a:rect b="b" l="l" r="r" t="t"/>
              <a:pathLst>
                <a:path extrusionOk="0" h="406" w="405">
                  <a:moveTo>
                    <a:pt x="203" y="1"/>
                  </a:moveTo>
                  <a:cubicBezTo>
                    <a:pt x="91" y="1"/>
                    <a:pt x="0" y="91"/>
                    <a:pt x="0" y="203"/>
                  </a:cubicBezTo>
                  <a:cubicBezTo>
                    <a:pt x="0" y="315"/>
                    <a:pt x="91" y="405"/>
                    <a:pt x="203" y="405"/>
                  </a:cubicBezTo>
                  <a:cubicBezTo>
                    <a:pt x="314" y="405"/>
                    <a:pt x="405" y="315"/>
                    <a:pt x="405" y="203"/>
                  </a:cubicBezTo>
                  <a:cubicBezTo>
                    <a:pt x="405" y="91"/>
                    <a:pt x="314"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05"/>
            <p:cNvSpPr/>
            <p:nvPr/>
          </p:nvSpPr>
          <p:spPr>
            <a:xfrm>
              <a:off x="2301075" y="1578400"/>
              <a:ext cx="10175" cy="10125"/>
            </a:xfrm>
            <a:custGeom>
              <a:rect b="b" l="l" r="r" t="t"/>
              <a:pathLst>
                <a:path extrusionOk="0" h="405" w="407">
                  <a:moveTo>
                    <a:pt x="204" y="0"/>
                  </a:moveTo>
                  <a:cubicBezTo>
                    <a:pt x="92" y="0"/>
                    <a:pt x="1" y="91"/>
                    <a:pt x="1" y="202"/>
                  </a:cubicBezTo>
                  <a:cubicBezTo>
                    <a:pt x="1" y="314"/>
                    <a:pt x="92" y="405"/>
                    <a:pt x="204" y="405"/>
                  </a:cubicBezTo>
                  <a:cubicBezTo>
                    <a:pt x="316" y="405"/>
                    <a:pt x="406" y="314"/>
                    <a:pt x="406" y="202"/>
                  </a:cubicBezTo>
                  <a:cubicBezTo>
                    <a:pt x="406" y="91"/>
                    <a:pt x="316"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05"/>
            <p:cNvSpPr/>
            <p:nvPr/>
          </p:nvSpPr>
          <p:spPr>
            <a:xfrm>
              <a:off x="2331375" y="1578400"/>
              <a:ext cx="10125" cy="10125"/>
            </a:xfrm>
            <a:custGeom>
              <a:rect b="b" l="l" r="r" t="t"/>
              <a:pathLst>
                <a:path extrusionOk="0" h="405" w="405">
                  <a:moveTo>
                    <a:pt x="203" y="0"/>
                  </a:moveTo>
                  <a:cubicBezTo>
                    <a:pt x="91" y="0"/>
                    <a:pt x="0" y="91"/>
                    <a:pt x="0" y="202"/>
                  </a:cubicBezTo>
                  <a:cubicBezTo>
                    <a:pt x="0" y="314"/>
                    <a:pt x="91" y="405"/>
                    <a:pt x="203" y="405"/>
                  </a:cubicBezTo>
                  <a:cubicBezTo>
                    <a:pt x="315" y="405"/>
                    <a:pt x="405" y="314"/>
                    <a:pt x="405" y="202"/>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05"/>
            <p:cNvSpPr/>
            <p:nvPr/>
          </p:nvSpPr>
          <p:spPr>
            <a:xfrm>
              <a:off x="2422225" y="1578400"/>
              <a:ext cx="10150" cy="10125"/>
            </a:xfrm>
            <a:custGeom>
              <a:rect b="b" l="l" r="r" t="t"/>
              <a:pathLst>
                <a:path extrusionOk="0" h="405" w="406">
                  <a:moveTo>
                    <a:pt x="203" y="0"/>
                  </a:moveTo>
                  <a:cubicBezTo>
                    <a:pt x="91" y="0"/>
                    <a:pt x="0" y="91"/>
                    <a:pt x="0" y="202"/>
                  </a:cubicBezTo>
                  <a:cubicBezTo>
                    <a:pt x="0" y="314"/>
                    <a:pt x="91" y="405"/>
                    <a:pt x="203" y="405"/>
                  </a:cubicBezTo>
                  <a:cubicBezTo>
                    <a:pt x="315" y="405"/>
                    <a:pt x="406" y="314"/>
                    <a:pt x="406" y="202"/>
                  </a:cubicBezTo>
                  <a:cubicBezTo>
                    <a:pt x="406"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05"/>
            <p:cNvSpPr/>
            <p:nvPr/>
          </p:nvSpPr>
          <p:spPr>
            <a:xfrm>
              <a:off x="2452500" y="1578400"/>
              <a:ext cx="10150" cy="10125"/>
            </a:xfrm>
            <a:custGeom>
              <a:rect b="b" l="l" r="r" t="t"/>
              <a:pathLst>
                <a:path extrusionOk="0" h="405" w="406">
                  <a:moveTo>
                    <a:pt x="203" y="0"/>
                  </a:moveTo>
                  <a:cubicBezTo>
                    <a:pt x="91" y="0"/>
                    <a:pt x="1" y="91"/>
                    <a:pt x="1" y="202"/>
                  </a:cubicBezTo>
                  <a:cubicBezTo>
                    <a:pt x="1" y="314"/>
                    <a:pt x="91" y="405"/>
                    <a:pt x="203" y="405"/>
                  </a:cubicBezTo>
                  <a:cubicBezTo>
                    <a:pt x="315" y="405"/>
                    <a:pt x="405" y="314"/>
                    <a:pt x="405" y="202"/>
                  </a:cubicBezTo>
                  <a:cubicBezTo>
                    <a:pt x="405" y="91"/>
                    <a:pt x="315"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05"/>
            <p:cNvSpPr/>
            <p:nvPr/>
          </p:nvSpPr>
          <p:spPr>
            <a:xfrm>
              <a:off x="2482800" y="1578400"/>
              <a:ext cx="10125" cy="10125"/>
            </a:xfrm>
            <a:custGeom>
              <a:rect b="b" l="l" r="r" t="t"/>
              <a:pathLst>
                <a:path extrusionOk="0" h="405" w="405">
                  <a:moveTo>
                    <a:pt x="202" y="0"/>
                  </a:moveTo>
                  <a:cubicBezTo>
                    <a:pt x="91" y="0"/>
                    <a:pt x="0" y="91"/>
                    <a:pt x="0" y="202"/>
                  </a:cubicBezTo>
                  <a:cubicBezTo>
                    <a:pt x="0" y="314"/>
                    <a:pt x="91" y="405"/>
                    <a:pt x="202" y="405"/>
                  </a:cubicBezTo>
                  <a:cubicBezTo>
                    <a:pt x="314" y="405"/>
                    <a:pt x="405" y="314"/>
                    <a:pt x="405" y="202"/>
                  </a:cubicBezTo>
                  <a:cubicBezTo>
                    <a:pt x="405" y="91"/>
                    <a:pt x="314"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105"/>
            <p:cNvSpPr/>
            <p:nvPr/>
          </p:nvSpPr>
          <p:spPr>
            <a:xfrm>
              <a:off x="2573625" y="1578400"/>
              <a:ext cx="10175" cy="10125"/>
            </a:xfrm>
            <a:custGeom>
              <a:rect b="b" l="l" r="r" t="t"/>
              <a:pathLst>
                <a:path extrusionOk="0" h="405" w="407">
                  <a:moveTo>
                    <a:pt x="203" y="0"/>
                  </a:moveTo>
                  <a:cubicBezTo>
                    <a:pt x="92" y="0"/>
                    <a:pt x="1" y="91"/>
                    <a:pt x="1" y="202"/>
                  </a:cubicBezTo>
                  <a:cubicBezTo>
                    <a:pt x="1" y="314"/>
                    <a:pt x="92" y="405"/>
                    <a:pt x="203" y="405"/>
                  </a:cubicBezTo>
                  <a:cubicBezTo>
                    <a:pt x="316" y="405"/>
                    <a:pt x="406" y="314"/>
                    <a:pt x="406" y="202"/>
                  </a:cubicBezTo>
                  <a:cubicBezTo>
                    <a:pt x="406" y="91"/>
                    <a:pt x="316"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05"/>
            <p:cNvSpPr/>
            <p:nvPr/>
          </p:nvSpPr>
          <p:spPr>
            <a:xfrm>
              <a:off x="2603925" y="1578400"/>
              <a:ext cx="10125" cy="10125"/>
            </a:xfrm>
            <a:custGeom>
              <a:rect b="b" l="l" r="r" t="t"/>
              <a:pathLst>
                <a:path extrusionOk="0" h="405" w="405">
                  <a:moveTo>
                    <a:pt x="203" y="0"/>
                  </a:moveTo>
                  <a:cubicBezTo>
                    <a:pt x="91" y="0"/>
                    <a:pt x="0" y="91"/>
                    <a:pt x="0" y="202"/>
                  </a:cubicBezTo>
                  <a:cubicBezTo>
                    <a:pt x="0" y="314"/>
                    <a:pt x="91" y="405"/>
                    <a:pt x="203" y="405"/>
                  </a:cubicBezTo>
                  <a:cubicBezTo>
                    <a:pt x="314" y="405"/>
                    <a:pt x="405" y="314"/>
                    <a:pt x="405" y="202"/>
                  </a:cubicBezTo>
                  <a:cubicBezTo>
                    <a:pt x="405" y="91"/>
                    <a:pt x="314"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05"/>
            <p:cNvSpPr/>
            <p:nvPr/>
          </p:nvSpPr>
          <p:spPr>
            <a:xfrm>
              <a:off x="2276100" y="1485700"/>
              <a:ext cx="362925" cy="155225"/>
            </a:xfrm>
            <a:custGeom>
              <a:rect b="b" l="l" r="r" t="t"/>
              <a:pathLst>
                <a:path extrusionOk="0" h="6209" w="14517">
                  <a:moveTo>
                    <a:pt x="13491" y="1025"/>
                  </a:moveTo>
                  <a:lnTo>
                    <a:pt x="13491" y="4404"/>
                  </a:lnTo>
                  <a:cubicBezTo>
                    <a:pt x="13491" y="4806"/>
                    <a:pt x="13193" y="5148"/>
                    <a:pt x="12811" y="5178"/>
                  </a:cubicBezTo>
                  <a:cubicBezTo>
                    <a:pt x="12789" y="5180"/>
                    <a:pt x="12769" y="5180"/>
                    <a:pt x="12747" y="5180"/>
                  </a:cubicBezTo>
                  <a:cubicBezTo>
                    <a:pt x="12416" y="5180"/>
                    <a:pt x="12127" y="4958"/>
                    <a:pt x="12034" y="4648"/>
                  </a:cubicBezTo>
                  <a:lnTo>
                    <a:pt x="12027" y="4286"/>
                  </a:lnTo>
                  <a:cubicBezTo>
                    <a:pt x="12005" y="3192"/>
                    <a:pt x="11096" y="2301"/>
                    <a:pt x="10002" y="2301"/>
                  </a:cubicBezTo>
                  <a:lnTo>
                    <a:pt x="9996" y="2301"/>
                  </a:lnTo>
                  <a:cubicBezTo>
                    <a:pt x="8882" y="2301"/>
                    <a:pt x="7973" y="3208"/>
                    <a:pt x="7970" y="4323"/>
                  </a:cubicBezTo>
                  <a:lnTo>
                    <a:pt x="7970" y="4655"/>
                  </a:lnTo>
                  <a:cubicBezTo>
                    <a:pt x="7878" y="4962"/>
                    <a:pt x="7589" y="5180"/>
                    <a:pt x="7261" y="5180"/>
                  </a:cubicBezTo>
                  <a:cubicBezTo>
                    <a:pt x="6926" y="5180"/>
                    <a:pt x="6637" y="4958"/>
                    <a:pt x="6545" y="4648"/>
                  </a:cubicBezTo>
                  <a:lnTo>
                    <a:pt x="6539" y="4282"/>
                  </a:lnTo>
                  <a:cubicBezTo>
                    <a:pt x="6516" y="3190"/>
                    <a:pt x="5607" y="2300"/>
                    <a:pt x="4513" y="2300"/>
                  </a:cubicBezTo>
                  <a:cubicBezTo>
                    <a:pt x="3413" y="2300"/>
                    <a:pt x="2503" y="3197"/>
                    <a:pt x="2488" y="4297"/>
                  </a:cubicBezTo>
                  <a:lnTo>
                    <a:pt x="2485" y="4648"/>
                  </a:lnTo>
                  <a:cubicBezTo>
                    <a:pt x="2393" y="4962"/>
                    <a:pt x="2104" y="5180"/>
                    <a:pt x="1772" y="5180"/>
                  </a:cubicBezTo>
                  <a:cubicBezTo>
                    <a:pt x="1750" y="5180"/>
                    <a:pt x="1729" y="5180"/>
                    <a:pt x="1707" y="5177"/>
                  </a:cubicBezTo>
                  <a:cubicBezTo>
                    <a:pt x="1327" y="5146"/>
                    <a:pt x="1028" y="4805"/>
                    <a:pt x="1028" y="4403"/>
                  </a:cubicBezTo>
                  <a:lnTo>
                    <a:pt x="1028" y="1025"/>
                  </a:lnTo>
                  <a:close/>
                  <a:moveTo>
                    <a:pt x="1" y="0"/>
                  </a:moveTo>
                  <a:lnTo>
                    <a:pt x="1" y="4402"/>
                  </a:lnTo>
                  <a:cubicBezTo>
                    <a:pt x="1" y="5326"/>
                    <a:pt x="699" y="6123"/>
                    <a:pt x="1623" y="6200"/>
                  </a:cubicBezTo>
                  <a:cubicBezTo>
                    <a:pt x="1672" y="6204"/>
                    <a:pt x="1720" y="6206"/>
                    <a:pt x="1768" y="6206"/>
                  </a:cubicBezTo>
                  <a:cubicBezTo>
                    <a:pt x="2615" y="6206"/>
                    <a:pt x="3348" y="5603"/>
                    <a:pt x="3508" y="4773"/>
                  </a:cubicBezTo>
                  <a:lnTo>
                    <a:pt x="3515" y="4313"/>
                  </a:lnTo>
                  <a:cubicBezTo>
                    <a:pt x="3517" y="4039"/>
                    <a:pt x="3631" y="3793"/>
                    <a:pt x="3810" y="3615"/>
                  </a:cubicBezTo>
                  <a:cubicBezTo>
                    <a:pt x="3992" y="3437"/>
                    <a:pt x="4240" y="3326"/>
                    <a:pt x="4514" y="3326"/>
                  </a:cubicBezTo>
                  <a:cubicBezTo>
                    <a:pt x="5059" y="3326"/>
                    <a:pt x="5501" y="3760"/>
                    <a:pt x="5513" y="4304"/>
                  </a:cubicBezTo>
                  <a:lnTo>
                    <a:pt x="5522" y="4774"/>
                  </a:lnTo>
                  <a:cubicBezTo>
                    <a:pt x="5682" y="5604"/>
                    <a:pt x="6413" y="6207"/>
                    <a:pt x="7258" y="6207"/>
                  </a:cubicBezTo>
                  <a:cubicBezTo>
                    <a:pt x="8107" y="6207"/>
                    <a:pt x="8835" y="5604"/>
                    <a:pt x="8995" y="4774"/>
                  </a:cubicBezTo>
                  <a:lnTo>
                    <a:pt x="8997" y="4323"/>
                  </a:lnTo>
                  <a:cubicBezTo>
                    <a:pt x="8997" y="3773"/>
                    <a:pt x="9446" y="3327"/>
                    <a:pt x="9995" y="3327"/>
                  </a:cubicBezTo>
                  <a:lnTo>
                    <a:pt x="10002" y="3327"/>
                  </a:lnTo>
                  <a:cubicBezTo>
                    <a:pt x="10546" y="3327"/>
                    <a:pt x="10989" y="3761"/>
                    <a:pt x="11000" y="4306"/>
                  </a:cubicBezTo>
                  <a:lnTo>
                    <a:pt x="11009" y="4776"/>
                  </a:lnTo>
                  <a:cubicBezTo>
                    <a:pt x="11169" y="5604"/>
                    <a:pt x="11901" y="6209"/>
                    <a:pt x="12747" y="6209"/>
                  </a:cubicBezTo>
                  <a:cubicBezTo>
                    <a:pt x="12796" y="6209"/>
                    <a:pt x="12845" y="6207"/>
                    <a:pt x="12894" y="6203"/>
                  </a:cubicBezTo>
                  <a:cubicBezTo>
                    <a:pt x="13816" y="6125"/>
                    <a:pt x="14517" y="5329"/>
                    <a:pt x="14517" y="4405"/>
                  </a:cubicBezTo>
                  <a:lnTo>
                    <a:pt x="1451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105"/>
          <p:cNvGrpSpPr/>
          <p:nvPr/>
        </p:nvGrpSpPr>
        <p:grpSpPr>
          <a:xfrm>
            <a:off x="1958880" y="260753"/>
            <a:ext cx="215033" cy="215222"/>
            <a:chOff x="5062659" y="967188"/>
            <a:chExt cx="109716" cy="109813"/>
          </a:xfrm>
        </p:grpSpPr>
        <p:sp>
          <p:nvSpPr>
            <p:cNvPr id="8328" name="Google Shape;8328;p105"/>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105"/>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105"/>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105"/>
          <p:cNvGrpSpPr/>
          <p:nvPr/>
        </p:nvGrpSpPr>
        <p:grpSpPr>
          <a:xfrm>
            <a:off x="8538165" y="4076460"/>
            <a:ext cx="261189" cy="248344"/>
            <a:chOff x="5164484" y="526738"/>
            <a:chExt cx="133266" cy="126713"/>
          </a:xfrm>
        </p:grpSpPr>
        <p:sp>
          <p:nvSpPr>
            <p:cNvPr id="8332" name="Google Shape;8332;p105"/>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05"/>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4" name="Google Shape;8334;p105"/>
          <p:cNvGrpSpPr/>
          <p:nvPr/>
        </p:nvGrpSpPr>
        <p:grpSpPr>
          <a:xfrm>
            <a:off x="7086730" y="30657"/>
            <a:ext cx="604804" cy="604949"/>
            <a:chOff x="5038846" y="235350"/>
            <a:chExt cx="158691" cy="158738"/>
          </a:xfrm>
        </p:grpSpPr>
        <p:sp>
          <p:nvSpPr>
            <p:cNvPr id="8335" name="Google Shape;8335;p105"/>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05"/>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7" name="Google Shape;8337;p105"/>
          <p:cNvGrpSpPr/>
          <p:nvPr/>
        </p:nvGrpSpPr>
        <p:grpSpPr>
          <a:xfrm rot="-4499923">
            <a:off x="1536415" y="4495945"/>
            <a:ext cx="493778" cy="493820"/>
            <a:chOff x="4431534" y="492938"/>
            <a:chExt cx="251941" cy="251963"/>
          </a:xfrm>
        </p:grpSpPr>
        <p:sp>
          <p:nvSpPr>
            <p:cNvPr id="8338" name="Google Shape;8338;p105"/>
            <p:cNvSpPr/>
            <p:nvPr/>
          </p:nvSpPr>
          <p:spPr>
            <a:xfrm>
              <a:off x="4431534" y="492938"/>
              <a:ext cx="250600" cy="250550"/>
            </a:xfrm>
            <a:custGeom>
              <a:rect b="b" l="l" r="r" t="t"/>
              <a:pathLst>
                <a:path extrusionOk="0" h="10022" w="10024">
                  <a:moveTo>
                    <a:pt x="1" y="0"/>
                  </a:moveTo>
                  <a:lnTo>
                    <a:pt x="1" y="6630"/>
                  </a:lnTo>
                  <a:lnTo>
                    <a:pt x="1" y="6785"/>
                  </a:lnTo>
                  <a:lnTo>
                    <a:pt x="5" y="6785"/>
                  </a:lnTo>
                  <a:cubicBezTo>
                    <a:pt x="87" y="8586"/>
                    <a:pt x="1572" y="10022"/>
                    <a:pt x="3394" y="10022"/>
                  </a:cubicBezTo>
                  <a:cubicBezTo>
                    <a:pt x="5216" y="10022"/>
                    <a:pt x="6702" y="8585"/>
                    <a:pt x="6783" y="6781"/>
                  </a:cubicBezTo>
                  <a:cubicBezTo>
                    <a:pt x="8586" y="6702"/>
                    <a:pt x="10023" y="5216"/>
                    <a:pt x="10023" y="3392"/>
                  </a:cubicBezTo>
                  <a:cubicBezTo>
                    <a:pt x="10023" y="1571"/>
                    <a:pt x="8587" y="85"/>
                    <a:pt x="6786" y="4"/>
                  </a:cubicBezTo>
                  <a:lnTo>
                    <a:pt x="6786" y="0"/>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05"/>
            <p:cNvSpPr/>
            <p:nvPr/>
          </p:nvSpPr>
          <p:spPr>
            <a:xfrm>
              <a:off x="4432925" y="494325"/>
              <a:ext cx="250550" cy="250575"/>
            </a:xfrm>
            <a:custGeom>
              <a:rect b="b" l="l" r="r" t="t"/>
              <a:pathLst>
                <a:path extrusionOk="0" h="10023" w="10022">
                  <a:moveTo>
                    <a:pt x="0" y="1"/>
                  </a:moveTo>
                  <a:lnTo>
                    <a:pt x="0" y="6629"/>
                  </a:lnTo>
                  <a:lnTo>
                    <a:pt x="0" y="6785"/>
                  </a:lnTo>
                  <a:lnTo>
                    <a:pt x="4" y="6785"/>
                  </a:lnTo>
                  <a:lnTo>
                    <a:pt x="4" y="6786"/>
                  </a:lnTo>
                  <a:cubicBezTo>
                    <a:pt x="86" y="8587"/>
                    <a:pt x="1572" y="10023"/>
                    <a:pt x="3393" y="10023"/>
                  </a:cubicBezTo>
                  <a:cubicBezTo>
                    <a:pt x="5216" y="10023"/>
                    <a:pt x="6702" y="8585"/>
                    <a:pt x="6781" y="6782"/>
                  </a:cubicBezTo>
                  <a:cubicBezTo>
                    <a:pt x="8585" y="6702"/>
                    <a:pt x="10022" y="5216"/>
                    <a:pt x="10022" y="3393"/>
                  </a:cubicBezTo>
                  <a:cubicBezTo>
                    <a:pt x="10022" y="1572"/>
                    <a:pt x="8586" y="86"/>
                    <a:pt x="6785" y="4"/>
                  </a:cubicBezTo>
                  <a:lnTo>
                    <a:pt x="678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05"/>
            <p:cNvSpPr/>
            <p:nvPr/>
          </p:nvSpPr>
          <p:spPr>
            <a:xfrm>
              <a:off x="4479625" y="541000"/>
              <a:ext cx="157200" cy="157225"/>
            </a:xfrm>
            <a:custGeom>
              <a:rect b="b" l="l" r="r" t="t"/>
              <a:pathLst>
                <a:path extrusionOk="0" h="6289" w="6288">
                  <a:moveTo>
                    <a:pt x="0" y="1"/>
                  </a:moveTo>
                  <a:lnTo>
                    <a:pt x="0" y="4789"/>
                  </a:lnTo>
                  <a:lnTo>
                    <a:pt x="3" y="4835"/>
                  </a:lnTo>
                  <a:cubicBezTo>
                    <a:pt x="40" y="5650"/>
                    <a:pt x="710" y="6289"/>
                    <a:pt x="1526" y="6289"/>
                  </a:cubicBezTo>
                  <a:cubicBezTo>
                    <a:pt x="2346" y="6289"/>
                    <a:pt x="3013" y="5650"/>
                    <a:pt x="3050" y="4834"/>
                  </a:cubicBezTo>
                  <a:lnTo>
                    <a:pt x="3125" y="3126"/>
                  </a:lnTo>
                  <a:lnTo>
                    <a:pt x="4833" y="3050"/>
                  </a:lnTo>
                  <a:cubicBezTo>
                    <a:pt x="5648" y="3014"/>
                    <a:pt x="6288" y="2345"/>
                    <a:pt x="6288" y="1527"/>
                  </a:cubicBezTo>
                  <a:cubicBezTo>
                    <a:pt x="6288" y="710"/>
                    <a:pt x="5649" y="41"/>
                    <a:pt x="4834" y="4"/>
                  </a:cubicBezTo>
                  <a:lnTo>
                    <a:pt x="47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05"/>
            <p:cNvSpPr/>
            <p:nvPr/>
          </p:nvSpPr>
          <p:spPr>
            <a:xfrm>
              <a:off x="4495100" y="556600"/>
              <a:ext cx="126125" cy="126125"/>
            </a:xfrm>
            <a:custGeom>
              <a:rect b="b" l="l" r="r" t="t"/>
              <a:pathLst>
                <a:path extrusionOk="0" h="5045" w="5045">
                  <a:moveTo>
                    <a:pt x="4155" y="0"/>
                  </a:moveTo>
                  <a:lnTo>
                    <a:pt x="4155" y="3"/>
                  </a:lnTo>
                  <a:lnTo>
                    <a:pt x="0" y="3"/>
                  </a:lnTo>
                  <a:lnTo>
                    <a:pt x="0" y="4154"/>
                  </a:lnTo>
                  <a:lnTo>
                    <a:pt x="1" y="4185"/>
                  </a:lnTo>
                  <a:cubicBezTo>
                    <a:pt x="24" y="4667"/>
                    <a:pt x="419" y="5044"/>
                    <a:pt x="903" y="5044"/>
                  </a:cubicBezTo>
                  <a:cubicBezTo>
                    <a:pt x="1388" y="5044"/>
                    <a:pt x="1785" y="4667"/>
                    <a:pt x="1805" y="4184"/>
                  </a:cubicBezTo>
                  <a:lnTo>
                    <a:pt x="1905" y="1906"/>
                  </a:lnTo>
                  <a:lnTo>
                    <a:pt x="4184" y="1805"/>
                  </a:lnTo>
                  <a:cubicBezTo>
                    <a:pt x="4666" y="1783"/>
                    <a:pt x="5045" y="1387"/>
                    <a:pt x="5045" y="903"/>
                  </a:cubicBezTo>
                  <a:cubicBezTo>
                    <a:pt x="5045" y="420"/>
                    <a:pt x="4668" y="24"/>
                    <a:pt x="4184" y="2"/>
                  </a:cubicBezTo>
                  <a:lnTo>
                    <a:pt x="41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105"/>
          <p:cNvGrpSpPr/>
          <p:nvPr/>
        </p:nvGrpSpPr>
        <p:grpSpPr>
          <a:xfrm>
            <a:off x="363555" y="3145797"/>
            <a:ext cx="311029" cy="311029"/>
            <a:chOff x="5035425" y="2779450"/>
            <a:chExt cx="94800" cy="94800"/>
          </a:xfrm>
        </p:grpSpPr>
        <p:sp>
          <p:nvSpPr>
            <p:cNvPr id="8343" name="Google Shape;8343;p105"/>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05"/>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8345" name="Shape 8345"/>
        <p:cNvGrpSpPr/>
        <p:nvPr/>
      </p:nvGrpSpPr>
      <p:grpSpPr>
        <a:xfrm>
          <a:off x="0" y="0"/>
          <a:ext cx="0" cy="0"/>
          <a:chOff x="0" y="0"/>
          <a:chExt cx="0" cy="0"/>
        </a:xfrm>
      </p:grpSpPr>
      <p:sp>
        <p:nvSpPr>
          <p:cNvPr id="8346" name="Google Shape;8346;p10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8347" name="Google Shape;8347;p106"/>
          <p:cNvSpPr txBox="1"/>
          <p:nvPr>
            <p:ph idx="1" type="body"/>
          </p:nvPr>
        </p:nvSpPr>
        <p:spPr>
          <a:xfrm>
            <a:off x="720000" y="1215750"/>
            <a:ext cx="7704000" cy="11127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accent3"/>
              </a:buClr>
              <a:buSzPts val="1400"/>
              <a:buChar char="●"/>
              <a:defRPr sz="1200"/>
            </a:lvl1pPr>
            <a:lvl2pPr indent="-317500" lvl="1" marL="914400">
              <a:lnSpc>
                <a:spcPct val="100000"/>
              </a:lnSpc>
              <a:spcBef>
                <a:spcPts val="0"/>
              </a:spcBef>
              <a:spcAft>
                <a:spcPts val="0"/>
              </a:spcAft>
              <a:buSzPts val="1400"/>
              <a:buChar char="○"/>
              <a:defRPr/>
            </a:lvl2pPr>
            <a:lvl3pPr indent="-317500" lvl="2" marL="1371600">
              <a:lnSpc>
                <a:spcPct val="100000"/>
              </a:lnSpc>
              <a:spcBef>
                <a:spcPts val="0"/>
              </a:spcBef>
              <a:spcAft>
                <a:spcPts val="0"/>
              </a:spcAft>
              <a:buSzPts val="1400"/>
              <a:buChar char="■"/>
              <a:defRPr/>
            </a:lvl3pPr>
            <a:lvl4pPr indent="-317500" lvl="3" marL="1828800">
              <a:lnSpc>
                <a:spcPct val="100000"/>
              </a:lnSpc>
              <a:spcBef>
                <a:spcPts val="0"/>
              </a:spcBef>
              <a:spcAft>
                <a:spcPts val="0"/>
              </a:spcAft>
              <a:buSzPts val="1400"/>
              <a:buChar char="●"/>
              <a:defRPr/>
            </a:lvl4pPr>
            <a:lvl5pPr indent="-317500" lvl="4" marL="2286000">
              <a:lnSpc>
                <a:spcPct val="100000"/>
              </a:lnSpc>
              <a:spcBef>
                <a:spcPts val="0"/>
              </a:spcBef>
              <a:spcAft>
                <a:spcPts val="0"/>
              </a:spcAft>
              <a:buSzPts val="1400"/>
              <a:buChar char="○"/>
              <a:defRPr/>
            </a:lvl5pPr>
            <a:lvl6pPr indent="-317500" lvl="5" marL="2743200">
              <a:lnSpc>
                <a:spcPct val="100000"/>
              </a:lnSpc>
              <a:spcBef>
                <a:spcPts val="0"/>
              </a:spcBef>
              <a:spcAft>
                <a:spcPts val="0"/>
              </a:spcAft>
              <a:buSzPts val="1400"/>
              <a:buChar char="■"/>
              <a:defRPr/>
            </a:lvl6pPr>
            <a:lvl7pPr indent="-317500" lvl="6" marL="3200400">
              <a:lnSpc>
                <a:spcPct val="100000"/>
              </a:lnSpc>
              <a:spcBef>
                <a:spcPts val="0"/>
              </a:spcBef>
              <a:spcAft>
                <a:spcPts val="0"/>
              </a:spcAft>
              <a:buSzPts val="1400"/>
              <a:buChar char="●"/>
              <a:defRPr/>
            </a:lvl7pPr>
            <a:lvl8pPr indent="-317500" lvl="7" marL="3657600">
              <a:lnSpc>
                <a:spcPct val="100000"/>
              </a:lnSpc>
              <a:spcBef>
                <a:spcPts val="0"/>
              </a:spcBef>
              <a:spcAft>
                <a:spcPts val="0"/>
              </a:spcAft>
              <a:buSzPts val="1400"/>
              <a:buChar char="○"/>
              <a:defRPr/>
            </a:lvl8pPr>
            <a:lvl9pPr indent="-317500" lvl="8" marL="4114800">
              <a:lnSpc>
                <a:spcPct val="100000"/>
              </a:lnSpc>
              <a:spcBef>
                <a:spcPts val="0"/>
              </a:spcBef>
              <a:spcAft>
                <a:spcPts val="0"/>
              </a:spcAft>
              <a:buSzPts val="1400"/>
              <a:buChar char="■"/>
              <a:defRPr/>
            </a:lvl9pPr>
          </a:lstStyle>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8348" name="Shape 8348"/>
        <p:cNvGrpSpPr/>
        <p:nvPr/>
      </p:nvGrpSpPr>
      <p:grpSpPr>
        <a:xfrm>
          <a:off x="0" y="0"/>
          <a:ext cx="0" cy="0"/>
          <a:chOff x="0" y="0"/>
          <a:chExt cx="0" cy="0"/>
        </a:xfrm>
      </p:grpSpPr>
      <p:sp>
        <p:nvSpPr>
          <p:cNvPr id="8349" name="Google Shape;8349;p10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8350" name="Google Shape;8350;p107"/>
          <p:cNvSpPr txBox="1"/>
          <p:nvPr>
            <p:ph idx="1" type="subTitle"/>
          </p:nvPr>
        </p:nvSpPr>
        <p:spPr>
          <a:xfrm>
            <a:off x="5111073" y="3542824"/>
            <a:ext cx="27948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8351" name="Google Shape;8351;p107"/>
          <p:cNvSpPr txBox="1"/>
          <p:nvPr>
            <p:ph idx="2" type="subTitle"/>
          </p:nvPr>
        </p:nvSpPr>
        <p:spPr>
          <a:xfrm>
            <a:off x="1238150" y="3542824"/>
            <a:ext cx="2794800" cy="572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8352" name="Google Shape;8352;p107"/>
          <p:cNvSpPr txBox="1"/>
          <p:nvPr>
            <p:ph idx="3" type="subTitle"/>
          </p:nvPr>
        </p:nvSpPr>
        <p:spPr>
          <a:xfrm>
            <a:off x="5111063" y="3300725"/>
            <a:ext cx="2794800" cy="3945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353" name="Google Shape;8353;p107"/>
          <p:cNvSpPr txBox="1"/>
          <p:nvPr>
            <p:ph idx="4" type="subTitle"/>
          </p:nvPr>
        </p:nvSpPr>
        <p:spPr>
          <a:xfrm>
            <a:off x="1238150" y="3300725"/>
            <a:ext cx="2794800" cy="3945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8354" name="Google Shape;8354;p107"/>
          <p:cNvGrpSpPr/>
          <p:nvPr/>
        </p:nvGrpSpPr>
        <p:grpSpPr>
          <a:xfrm>
            <a:off x="-125614" y="76016"/>
            <a:ext cx="9093512" cy="4940663"/>
            <a:chOff x="-125614" y="76016"/>
            <a:chExt cx="9093512" cy="4940663"/>
          </a:xfrm>
        </p:grpSpPr>
        <p:grpSp>
          <p:nvGrpSpPr>
            <p:cNvPr id="8355" name="Google Shape;8355;p107"/>
            <p:cNvGrpSpPr/>
            <p:nvPr/>
          </p:nvGrpSpPr>
          <p:grpSpPr>
            <a:xfrm>
              <a:off x="7453426" y="76016"/>
              <a:ext cx="597557" cy="597892"/>
              <a:chOff x="3834909" y="821763"/>
              <a:chExt cx="304891" cy="305063"/>
            </a:xfrm>
          </p:grpSpPr>
          <p:sp>
            <p:nvSpPr>
              <p:cNvPr id="8356" name="Google Shape;8356;p107"/>
              <p:cNvSpPr/>
              <p:nvPr/>
            </p:nvSpPr>
            <p:spPr>
              <a:xfrm>
                <a:off x="3834909" y="821763"/>
                <a:ext cx="303500" cy="303625"/>
              </a:xfrm>
              <a:custGeom>
                <a:rect b="b" l="l" r="r" t="t"/>
                <a:pathLst>
                  <a:path extrusionOk="0" h="12145" w="12140">
                    <a:moveTo>
                      <a:pt x="8031" y="1"/>
                    </a:moveTo>
                    <a:cubicBezTo>
                      <a:pt x="7935" y="1"/>
                      <a:pt x="7840" y="3"/>
                      <a:pt x="7748" y="13"/>
                    </a:cubicBezTo>
                    <a:cubicBezTo>
                      <a:pt x="7355" y="38"/>
                      <a:pt x="6978" y="120"/>
                      <a:pt x="6622" y="249"/>
                    </a:cubicBezTo>
                    <a:cubicBezTo>
                      <a:pt x="6081" y="445"/>
                      <a:pt x="5592" y="754"/>
                      <a:pt x="5186" y="1143"/>
                    </a:cubicBezTo>
                    <a:cubicBezTo>
                      <a:pt x="4737" y="1575"/>
                      <a:pt x="4386" y="2106"/>
                      <a:pt x="4167" y="2701"/>
                    </a:cubicBezTo>
                    <a:cubicBezTo>
                      <a:pt x="4038" y="3055"/>
                      <a:pt x="3956" y="3435"/>
                      <a:pt x="3932" y="3829"/>
                    </a:cubicBezTo>
                    <a:cubicBezTo>
                      <a:pt x="3929" y="3860"/>
                      <a:pt x="3925" y="3893"/>
                      <a:pt x="3925" y="3924"/>
                    </a:cubicBezTo>
                    <a:cubicBezTo>
                      <a:pt x="3894" y="3924"/>
                      <a:pt x="3861" y="3927"/>
                      <a:pt x="3830" y="3931"/>
                    </a:cubicBezTo>
                    <a:cubicBezTo>
                      <a:pt x="3434" y="3958"/>
                      <a:pt x="3052" y="4042"/>
                      <a:pt x="2696" y="4173"/>
                    </a:cubicBezTo>
                    <a:cubicBezTo>
                      <a:pt x="1562" y="4589"/>
                      <a:pt x="664" y="5486"/>
                      <a:pt x="249" y="6621"/>
                    </a:cubicBezTo>
                    <a:cubicBezTo>
                      <a:pt x="120" y="6977"/>
                      <a:pt x="37" y="7355"/>
                      <a:pt x="13" y="7748"/>
                    </a:cubicBezTo>
                    <a:cubicBezTo>
                      <a:pt x="3" y="7840"/>
                      <a:pt x="0" y="7935"/>
                      <a:pt x="0" y="8031"/>
                    </a:cubicBezTo>
                    <a:cubicBezTo>
                      <a:pt x="0" y="8362"/>
                      <a:pt x="39" y="8686"/>
                      <a:pt x="114" y="8992"/>
                    </a:cubicBezTo>
                    <a:cubicBezTo>
                      <a:pt x="168" y="9226"/>
                      <a:pt x="243" y="9449"/>
                      <a:pt x="338" y="9661"/>
                    </a:cubicBezTo>
                    <a:cubicBezTo>
                      <a:pt x="467" y="9966"/>
                      <a:pt x="633" y="10250"/>
                      <a:pt x="833" y="10513"/>
                    </a:cubicBezTo>
                    <a:cubicBezTo>
                      <a:pt x="929" y="10642"/>
                      <a:pt x="1030" y="10761"/>
                      <a:pt x="1141" y="10875"/>
                    </a:cubicBezTo>
                    <a:lnTo>
                      <a:pt x="1251" y="10986"/>
                    </a:lnTo>
                    <a:cubicBezTo>
                      <a:pt x="1482" y="11210"/>
                      <a:pt x="1740" y="11404"/>
                      <a:pt x="2016" y="11566"/>
                    </a:cubicBezTo>
                    <a:cubicBezTo>
                      <a:pt x="2204" y="11680"/>
                      <a:pt x="2403" y="11778"/>
                      <a:pt x="2612" y="11862"/>
                    </a:cubicBezTo>
                    <a:cubicBezTo>
                      <a:pt x="2954" y="11994"/>
                      <a:pt x="3319" y="12086"/>
                      <a:pt x="3700" y="12120"/>
                    </a:cubicBezTo>
                    <a:cubicBezTo>
                      <a:pt x="3773" y="12129"/>
                      <a:pt x="3847" y="12136"/>
                      <a:pt x="3922" y="12138"/>
                    </a:cubicBezTo>
                    <a:lnTo>
                      <a:pt x="3922" y="12144"/>
                    </a:lnTo>
                    <a:lnTo>
                      <a:pt x="12140" y="12144"/>
                    </a:lnTo>
                    <a:lnTo>
                      <a:pt x="12140" y="11280"/>
                    </a:lnTo>
                    <a:lnTo>
                      <a:pt x="12140" y="10389"/>
                    </a:lnTo>
                    <a:lnTo>
                      <a:pt x="12140" y="9042"/>
                    </a:lnTo>
                    <a:lnTo>
                      <a:pt x="12140" y="8150"/>
                    </a:lnTo>
                    <a:lnTo>
                      <a:pt x="12140" y="6808"/>
                    </a:lnTo>
                    <a:lnTo>
                      <a:pt x="12140" y="5914"/>
                    </a:lnTo>
                    <a:lnTo>
                      <a:pt x="12140" y="4571"/>
                    </a:lnTo>
                    <a:lnTo>
                      <a:pt x="12140" y="3922"/>
                    </a:lnTo>
                    <a:lnTo>
                      <a:pt x="12138" y="3922"/>
                    </a:lnTo>
                    <a:cubicBezTo>
                      <a:pt x="12134" y="3849"/>
                      <a:pt x="12128" y="3775"/>
                      <a:pt x="12119" y="3700"/>
                    </a:cubicBezTo>
                    <a:cubicBezTo>
                      <a:pt x="12086" y="3320"/>
                      <a:pt x="11993" y="2953"/>
                      <a:pt x="11861" y="2613"/>
                    </a:cubicBezTo>
                    <a:cubicBezTo>
                      <a:pt x="11778" y="2404"/>
                      <a:pt x="11679" y="2206"/>
                      <a:pt x="11566" y="2017"/>
                    </a:cubicBezTo>
                    <a:cubicBezTo>
                      <a:pt x="11404" y="1741"/>
                      <a:pt x="11206" y="1485"/>
                      <a:pt x="10986" y="1255"/>
                    </a:cubicBezTo>
                    <a:lnTo>
                      <a:pt x="10983" y="1255"/>
                    </a:lnTo>
                    <a:cubicBezTo>
                      <a:pt x="10838" y="1097"/>
                      <a:pt x="10682" y="963"/>
                      <a:pt x="10512" y="834"/>
                    </a:cubicBezTo>
                    <a:cubicBezTo>
                      <a:pt x="10251" y="637"/>
                      <a:pt x="9965" y="467"/>
                      <a:pt x="9661" y="338"/>
                    </a:cubicBezTo>
                    <a:cubicBezTo>
                      <a:pt x="9449" y="243"/>
                      <a:pt x="9224" y="169"/>
                      <a:pt x="8993" y="114"/>
                    </a:cubicBezTo>
                    <a:cubicBezTo>
                      <a:pt x="8687" y="40"/>
                      <a:pt x="8365" y="1"/>
                      <a:pt x="803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07"/>
              <p:cNvSpPr/>
              <p:nvPr/>
            </p:nvSpPr>
            <p:spPr>
              <a:xfrm>
                <a:off x="3836250" y="823225"/>
                <a:ext cx="303550" cy="303600"/>
              </a:xfrm>
              <a:custGeom>
                <a:rect b="b" l="l" r="r" t="t"/>
                <a:pathLst>
                  <a:path extrusionOk="0" h="12144" w="12142">
                    <a:moveTo>
                      <a:pt x="8033" y="1"/>
                    </a:moveTo>
                    <a:cubicBezTo>
                      <a:pt x="7937" y="1"/>
                      <a:pt x="7842" y="5"/>
                      <a:pt x="7750" y="13"/>
                    </a:cubicBezTo>
                    <a:cubicBezTo>
                      <a:pt x="7357" y="38"/>
                      <a:pt x="6978" y="120"/>
                      <a:pt x="6622" y="249"/>
                    </a:cubicBezTo>
                    <a:cubicBezTo>
                      <a:pt x="6080" y="445"/>
                      <a:pt x="5593" y="753"/>
                      <a:pt x="5187" y="1143"/>
                    </a:cubicBezTo>
                    <a:cubicBezTo>
                      <a:pt x="4738" y="1574"/>
                      <a:pt x="4387" y="2106"/>
                      <a:pt x="4169" y="2701"/>
                    </a:cubicBezTo>
                    <a:cubicBezTo>
                      <a:pt x="4040" y="3055"/>
                      <a:pt x="3957" y="3436"/>
                      <a:pt x="3933" y="3829"/>
                    </a:cubicBezTo>
                    <a:cubicBezTo>
                      <a:pt x="3929" y="3860"/>
                      <a:pt x="3926" y="3893"/>
                      <a:pt x="3926" y="3924"/>
                    </a:cubicBezTo>
                    <a:cubicBezTo>
                      <a:pt x="3895" y="3924"/>
                      <a:pt x="3861" y="3928"/>
                      <a:pt x="3830" y="3932"/>
                    </a:cubicBezTo>
                    <a:cubicBezTo>
                      <a:pt x="3435" y="3958"/>
                      <a:pt x="3053" y="4042"/>
                      <a:pt x="2697" y="4174"/>
                    </a:cubicBezTo>
                    <a:cubicBezTo>
                      <a:pt x="1562" y="4589"/>
                      <a:pt x="665" y="5487"/>
                      <a:pt x="250" y="6621"/>
                    </a:cubicBezTo>
                    <a:cubicBezTo>
                      <a:pt x="121" y="6977"/>
                      <a:pt x="38" y="7355"/>
                      <a:pt x="14" y="7748"/>
                    </a:cubicBezTo>
                    <a:cubicBezTo>
                      <a:pt x="4" y="7840"/>
                      <a:pt x="1" y="7936"/>
                      <a:pt x="1" y="8031"/>
                    </a:cubicBezTo>
                    <a:cubicBezTo>
                      <a:pt x="1" y="8364"/>
                      <a:pt x="41" y="8686"/>
                      <a:pt x="114" y="8993"/>
                    </a:cubicBezTo>
                    <a:cubicBezTo>
                      <a:pt x="170" y="9224"/>
                      <a:pt x="243" y="9449"/>
                      <a:pt x="339" y="9660"/>
                    </a:cubicBezTo>
                    <a:cubicBezTo>
                      <a:pt x="468" y="9965"/>
                      <a:pt x="634" y="10249"/>
                      <a:pt x="835" y="10512"/>
                    </a:cubicBezTo>
                    <a:cubicBezTo>
                      <a:pt x="930" y="10641"/>
                      <a:pt x="1031" y="10760"/>
                      <a:pt x="1141" y="10874"/>
                    </a:cubicBezTo>
                    <a:lnTo>
                      <a:pt x="1253" y="10985"/>
                    </a:lnTo>
                    <a:cubicBezTo>
                      <a:pt x="1482" y="11209"/>
                      <a:pt x="1742" y="11403"/>
                      <a:pt x="2017" y="11565"/>
                    </a:cubicBezTo>
                    <a:cubicBezTo>
                      <a:pt x="2204" y="11679"/>
                      <a:pt x="2404" y="11778"/>
                      <a:pt x="2613" y="11860"/>
                    </a:cubicBezTo>
                    <a:cubicBezTo>
                      <a:pt x="2954" y="11992"/>
                      <a:pt x="3321" y="12085"/>
                      <a:pt x="3700" y="12118"/>
                    </a:cubicBezTo>
                    <a:cubicBezTo>
                      <a:pt x="3776" y="12128"/>
                      <a:pt x="3849" y="12134"/>
                      <a:pt x="3922" y="12137"/>
                    </a:cubicBezTo>
                    <a:lnTo>
                      <a:pt x="3922" y="12143"/>
                    </a:lnTo>
                    <a:lnTo>
                      <a:pt x="12141" y="12143"/>
                    </a:lnTo>
                    <a:lnTo>
                      <a:pt x="12141" y="3922"/>
                    </a:lnTo>
                    <a:lnTo>
                      <a:pt x="12138" y="3922"/>
                    </a:lnTo>
                    <a:cubicBezTo>
                      <a:pt x="12136" y="3847"/>
                      <a:pt x="12130" y="3774"/>
                      <a:pt x="12120" y="3700"/>
                    </a:cubicBezTo>
                    <a:cubicBezTo>
                      <a:pt x="12086" y="3320"/>
                      <a:pt x="11995" y="2953"/>
                      <a:pt x="11862" y="2613"/>
                    </a:cubicBezTo>
                    <a:cubicBezTo>
                      <a:pt x="11779" y="2404"/>
                      <a:pt x="11681" y="2208"/>
                      <a:pt x="11567" y="2017"/>
                    </a:cubicBezTo>
                    <a:cubicBezTo>
                      <a:pt x="11404" y="1740"/>
                      <a:pt x="11208" y="1486"/>
                      <a:pt x="10986" y="1255"/>
                    </a:cubicBezTo>
                    <a:lnTo>
                      <a:pt x="10984" y="1255"/>
                    </a:lnTo>
                    <a:cubicBezTo>
                      <a:pt x="10840" y="1099"/>
                      <a:pt x="10682" y="962"/>
                      <a:pt x="10513" y="833"/>
                    </a:cubicBezTo>
                    <a:cubicBezTo>
                      <a:pt x="10253" y="636"/>
                      <a:pt x="9966" y="467"/>
                      <a:pt x="9661" y="338"/>
                    </a:cubicBezTo>
                    <a:cubicBezTo>
                      <a:pt x="9450" y="243"/>
                      <a:pt x="9226" y="170"/>
                      <a:pt x="8995" y="114"/>
                    </a:cubicBezTo>
                    <a:cubicBezTo>
                      <a:pt x="8688" y="40"/>
                      <a:pt x="8364" y="1"/>
                      <a:pt x="80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07"/>
              <p:cNvSpPr/>
              <p:nvPr/>
            </p:nvSpPr>
            <p:spPr>
              <a:xfrm>
                <a:off x="3836575" y="921450"/>
                <a:ext cx="95425" cy="95450"/>
              </a:xfrm>
              <a:custGeom>
                <a:rect b="b" l="l" r="r" t="t"/>
                <a:pathLst>
                  <a:path extrusionOk="0" h="3818" w="3817">
                    <a:moveTo>
                      <a:pt x="3816" y="0"/>
                    </a:moveTo>
                    <a:lnTo>
                      <a:pt x="3816" y="0"/>
                    </a:lnTo>
                    <a:cubicBezTo>
                      <a:pt x="3421" y="29"/>
                      <a:pt x="3039" y="112"/>
                      <a:pt x="2683" y="243"/>
                    </a:cubicBezTo>
                    <a:lnTo>
                      <a:pt x="235" y="2691"/>
                    </a:lnTo>
                    <a:cubicBezTo>
                      <a:pt x="106" y="3047"/>
                      <a:pt x="24" y="3425"/>
                      <a:pt x="0" y="3818"/>
                    </a:cubicBezTo>
                    <a:lnTo>
                      <a:pt x="38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107"/>
              <p:cNvSpPr/>
              <p:nvPr/>
            </p:nvSpPr>
            <p:spPr>
              <a:xfrm>
                <a:off x="3934525" y="823475"/>
                <a:ext cx="95450" cy="95500"/>
              </a:xfrm>
              <a:custGeom>
                <a:rect b="b" l="l" r="r" t="t"/>
                <a:pathLst>
                  <a:path extrusionOk="0" h="3820" w="3818">
                    <a:moveTo>
                      <a:pt x="3818" y="1"/>
                    </a:moveTo>
                    <a:lnTo>
                      <a:pt x="3818" y="1"/>
                    </a:lnTo>
                    <a:cubicBezTo>
                      <a:pt x="3425" y="26"/>
                      <a:pt x="3046" y="109"/>
                      <a:pt x="2689" y="239"/>
                    </a:cubicBezTo>
                    <a:lnTo>
                      <a:pt x="237" y="2691"/>
                    </a:lnTo>
                    <a:cubicBezTo>
                      <a:pt x="108" y="3045"/>
                      <a:pt x="25" y="3426"/>
                      <a:pt x="1" y="3819"/>
                    </a:cubicBezTo>
                    <a:lnTo>
                      <a:pt x="38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107"/>
              <p:cNvSpPr/>
              <p:nvPr/>
            </p:nvSpPr>
            <p:spPr>
              <a:xfrm>
                <a:off x="3839075" y="826050"/>
                <a:ext cx="238700" cy="238700"/>
              </a:xfrm>
              <a:custGeom>
                <a:rect b="b" l="l" r="r" t="t"/>
                <a:pathLst>
                  <a:path extrusionOk="0" h="9548" w="9548">
                    <a:moveTo>
                      <a:pt x="8881" y="0"/>
                    </a:moveTo>
                    <a:lnTo>
                      <a:pt x="0" y="8880"/>
                    </a:lnTo>
                    <a:cubicBezTo>
                      <a:pt x="56" y="9111"/>
                      <a:pt x="129" y="9336"/>
                      <a:pt x="225" y="9547"/>
                    </a:cubicBezTo>
                    <a:lnTo>
                      <a:pt x="9547" y="224"/>
                    </a:lnTo>
                    <a:cubicBezTo>
                      <a:pt x="9336" y="129"/>
                      <a:pt x="9112" y="55"/>
                      <a:pt x="88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07"/>
              <p:cNvSpPr/>
              <p:nvPr/>
            </p:nvSpPr>
            <p:spPr>
              <a:xfrm>
                <a:off x="3857025" y="844025"/>
                <a:ext cx="253775" cy="253850"/>
              </a:xfrm>
              <a:custGeom>
                <a:rect b="b" l="l" r="r" t="t"/>
                <a:pathLst>
                  <a:path extrusionOk="0" h="10154" w="10151">
                    <a:moveTo>
                      <a:pt x="9680" y="0"/>
                    </a:moveTo>
                    <a:lnTo>
                      <a:pt x="0" y="9680"/>
                    </a:lnTo>
                    <a:cubicBezTo>
                      <a:pt x="96" y="9809"/>
                      <a:pt x="197" y="9928"/>
                      <a:pt x="308" y="10042"/>
                    </a:cubicBezTo>
                    <a:lnTo>
                      <a:pt x="418" y="10153"/>
                    </a:lnTo>
                    <a:lnTo>
                      <a:pt x="10150" y="421"/>
                    </a:lnTo>
                    <a:cubicBezTo>
                      <a:pt x="10008" y="264"/>
                      <a:pt x="9850" y="129"/>
                      <a:pt x="9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107"/>
              <p:cNvSpPr/>
              <p:nvPr/>
            </p:nvSpPr>
            <p:spPr>
              <a:xfrm>
                <a:off x="3886650" y="873600"/>
                <a:ext cx="246150" cy="246150"/>
              </a:xfrm>
              <a:custGeom>
                <a:rect b="b" l="l" r="r" t="t"/>
                <a:pathLst>
                  <a:path extrusionOk="0" h="9846" w="9846">
                    <a:moveTo>
                      <a:pt x="9550" y="0"/>
                    </a:moveTo>
                    <a:lnTo>
                      <a:pt x="0" y="9550"/>
                    </a:lnTo>
                    <a:cubicBezTo>
                      <a:pt x="187" y="9664"/>
                      <a:pt x="387" y="9763"/>
                      <a:pt x="596" y="9845"/>
                    </a:cubicBezTo>
                    <a:lnTo>
                      <a:pt x="9845" y="597"/>
                    </a:lnTo>
                    <a:cubicBezTo>
                      <a:pt x="9763" y="387"/>
                      <a:pt x="9664" y="191"/>
                      <a:pt x="9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07"/>
              <p:cNvSpPr/>
              <p:nvPr/>
            </p:nvSpPr>
            <p:spPr>
              <a:xfrm>
                <a:off x="3928750" y="915725"/>
                <a:ext cx="211050" cy="211100"/>
              </a:xfrm>
              <a:custGeom>
                <a:rect b="b" l="l" r="r" t="t"/>
                <a:pathLst>
                  <a:path extrusionOk="0" h="8444" w="8442">
                    <a:moveTo>
                      <a:pt x="8419" y="0"/>
                    </a:moveTo>
                    <a:lnTo>
                      <a:pt x="0" y="8418"/>
                    </a:lnTo>
                    <a:cubicBezTo>
                      <a:pt x="76" y="8428"/>
                      <a:pt x="149" y="8434"/>
                      <a:pt x="222" y="8437"/>
                    </a:cubicBezTo>
                    <a:lnTo>
                      <a:pt x="222" y="8443"/>
                    </a:lnTo>
                    <a:lnTo>
                      <a:pt x="867" y="8443"/>
                    </a:lnTo>
                    <a:lnTo>
                      <a:pt x="8441" y="869"/>
                    </a:lnTo>
                    <a:lnTo>
                      <a:pt x="8441" y="222"/>
                    </a:lnTo>
                    <a:lnTo>
                      <a:pt x="8437" y="222"/>
                    </a:lnTo>
                    <a:cubicBezTo>
                      <a:pt x="8435" y="147"/>
                      <a:pt x="8429" y="74"/>
                      <a:pt x="8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07"/>
              <p:cNvSpPr/>
              <p:nvPr/>
            </p:nvSpPr>
            <p:spPr>
              <a:xfrm>
                <a:off x="3984075" y="971025"/>
                <a:ext cx="155725" cy="155800"/>
              </a:xfrm>
              <a:custGeom>
                <a:rect b="b" l="l" r="r" t="t"/>
                <a:pathLst>
                  <a:path extrusionOk="0" h="6232" w="6229">
                    <a:moveTo>
                      <a:pt x="6228" y="1"/>
                    </a:moveTo>
                    <a:lnTo>
                      <a:pt x="0" y="6231"/>
                    </a:lnTo>
                    <a:lnTo>
                      <a:pt x="892" y="6231"/>
                    </a:lnTo>
                    <a:lnTo>
                      <a:pt x="6228" y="895"/>
                    </a:lnTo>
                    <a:lnTo>
                      <a:pt x="62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07"/>
              <p:cNvSpPr/>
              <p:nvPr/>
            </p:nvSpPr>
            <p:spPr>
              <a:xfrm>
                <a:off x="4039950" y="1026975"/>
                <a:ext cx="99850" cy="99850"/>
              </a:xfrm>
              <a:custGeom>
                <a:rect b="b" l="l" r="r" t="t"/>
                <a:pathLst>
                  <a:path extrusionOk="0" h="3994" w="3994">
                    <a:moveTo>
                      <a:pt x="3993" y="0"/>
                    </a:moveTo>
                    <a:lnTo>
                      <a:pt x="0" y="3993"/>
                    </a:lnTo>
                    <a:lnTo>
                      <a:pt x="892" y="3993"/>
                    </a:lnTo>
                    <a:lnTo>
                      <a:pt x="3993" y="892"/>
                    </a:lnTo>
                    <a:lnTo>
                      <a:pt x="3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07"/>
              <p:cNvSpPr/>
              <p:nvPr/>
            </p:nvSpPr>
            <p:spPr>
              <a:xfrm>
                <a:off x="4095800" y="1082900"/>
                <a:ext cx="44000" cy="43925"/>
              </a:xfrm>
              <a:custGeom>
                <a:rect b="b" l="l" r="r" t="t"/>
                <a:pathLst>
                  <a:path extrusionOk="0" h="1757" w="1760">
                    <a:moveTo>
                      <a:pt x="1759" y="1"/>
                    </a:moveTo>
                    <a:lnTo>
                      <a:pt x="1" y="1756"/>
                    </a:lnTo>
                    <a:lnTo>
                      <a:pt x="895" y="1756"/>
                    </a:lnTo>
                    <a:lnTo>
                      <a:pt x="1759" y="892"/>
                    </a:lnTo>
                    <a:lnTo>
                      <a:pt x="1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07"/>
              <p:cNvSpPr/>
              <p:nvPr/>
            </p:nvSpPr>
            <p:spPr>
              <a:xfrm>
                <a:off x="3892750" y="879725"/>
                <a:ext cx="190525" cy="190475"/>
              </a:xfrm>
              <a:custGeom>
                <a:rect b="b" l="l" r="r" t="t"/>
                <a:pathLst>
                  <a:path extrusionOk="0" h="7619" w="7621">
                    <a:moveTo>
                      <a:pt x="5771" y="1"/>
                    </a:moveTo>
                    <a:cubicBezTo>
                      <a:pt x="4779" y="1"/>
                      <a:pt x="3969" y="775"/>
                      <a:pt x="3925" y="1764"/>
                    </a:cubicBezTo>
                    <a:lnTo>
                      <a:pt x="3834" y="3834"/>
                    </a:lnTo>
                    <a:lnTo>
                      <a:pt x="1764" y="3924"/>
                    </a:lnTo>
                    <a:cubicBezTo>
                      <a:pt x="777" y="3969"/>
                      <a:pt x="1" y="4780"/>
                      <a:pt x="1" y="5771"/>
                    </a:cubicBezTo>
                    <a:cubicBezTo>
                      <a:pt x="1" y="6761"/>
                      <a:pt x="774" y="7571"/>
                      <a:pt x="1762" y="7617"/>
                    </a:cubicBezTo>
                    <a:lnTo>
                      <a:pt x="1815" y="7619"/>
                    </a:lnTo>
                    <a:lnTo>
                      <a:pt x="1815" y="7618"/>
                    </a:lnTo>
                    <a:lnTo>
                      <a:pt x="7620" y="7618"/>
                    </a:lnTo>
                    <a:lnTo>
                      <a:pt x="7620" y="1817"/>
                    </a:lnTo>
                    <a:lnTo>
                      <a:pt x="7617" y="1761"/>
                    </a:lnTo>
                    <a:cubicBezTo>
                      <a:pt x="7573" y="775"/>
                      <a:pt x="6761" y="1"/>
                      <a:pt x="5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07"/>
              <p:cNvSpPr/>
              <p:nvPr/>
            </p:nvSpPr>
            <p:spPr>
              <a:xfrm>
                <a:off x="3911600" y="898625"/>
                <a:ext cx="152700" cy="152725"/>
              </a:xfrm>
              <a:custGeom>
                <a:rect b="b" l="l" r="r" t="t"/>
                <a:pathLst>
                  <a:path extrusionOk="0" h="6109" w="6108">
                    <a:moveTo>
                      <a:pt x="5015" y="0"/>
                    </a:moveTo>
                    <a:cubicBezTo>
                      <a:pt x="4429" y="0"/>
                      <a:pt x="3950" y="458"/>
                      <a:pt x="3924" y="1042"/>
                    </a:cubicBezTo>
                    <a:lnTo>
                      <a:pt x="3802" y="3802"/>
                    </a:lnTo>
                    <a:lnTo>
                      <a:pt x="1042" y="3924"/>
                    </a:lnTo>
                    <a:cubicBezTo>
                      <a:pt x="458" y="3950"/>
                      <a:pt x="0" y="4427"/>
                      <a:pt x="0" y="5015"/>
                    </a:cubicBezTo>
                    <a:cubicBezTo>
                      <a:pt x="0" y="5602"/>
                      <a:pt x="458" y="6081"/>
                      <a:pt x="1045" y="6107"/>
                    </a:cubicBezTo>
                    <a:lnTo>
                      <a:pt x="1079" y="6109"/>
                    </a:lnTo>
                    <a:lnTo>
                      <a:pt x="6108" y="6109"/>
                    </a:lnTo>
                    <a:lnTo>
                      <a:pt x="6108" y="1079"/>
                    </a:lnTo>
                    <a:lnTo>
                      <a:pt x="6106" y="1041"/>
                    </a:lnTo>
                    <a:cubicBezTo>
                      <a:pt x="6081" y="458"/>
                      <a:pt x="5601" y="0"/>
                      <a:pt x="50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9" name="Google Shape;8369;p107"/>
            <p:cNvGrpSpPr/>
            <p:nvPr/>
          </p:nvGrpSpPr>
          <p:grpSpPr>
            <a:xfrm>
              <a:off x="8154462" y="164050"/>
              <a:ext cx="750772" cy="750911"/>
              <a:chOff x="4175209" y="890163"/>
              <a:chExt cx="383066" cy="383138"/>
            </a:xfrm>
          </p:grpSpPr>
          <p:sp>
            <p:nvSpPr>
              <p:cNvPr id="8370" name="Google Shape;8370;p107"/>
              <p:cNvSpPr/>
              <p:nvPr/>
            </p:nvSpPr>
            <p:spPr>
              <a:xfrm>
                <a:off x="4175209" y="890163"/>
                <a:ext cx="381750" cy="381750"/>
              </a:xfrm>
              <a:custGeom>
                <a:rect b="b" l="l" r="r" t="t"/>
                <a:pathLst>
                  <a:path extrusionOk="0" h="15270" w="15270">
                    <a:moveTo>
                      <a:pt x="5169" y="0"/>
                    </a:moveTo>
                    <a:cubicBezTo>
                      <a:pt x="2395" y="0"/>
                      <a:pt x="131" y="2187"/>
                      <a:pt x="7" y="4932"/>
                    </a:cubicBezTo>
                    <a:lnTo>
                      <a:pt x="1" y="4932"/>
                    </a:lnTo>
                    <a:lnTo>
                      <a:pt x="1" y="5170"/>
                    </a:lnTo>
                    <a:lnTo>
                      <a:pt x="1" y="15270"/>
                    </a:lnTo>
                    <a:lnTo>
                      <a:pt x="10338" y="15270"/>
                    </a:lnTo>
                    <a:lnTo>
                      <a:pt x="10338" y="15264"/>
                    </a:lnTo>
                    <a:cubicBezTo>
                      <a:pt x="13082" y="15139"/>
                      <a:pt x="15269" y="12875"/>
                      <a:pt x="15269" y="10099"/>
                    </a:cubicBezTo>
                    <a:cubicBezTo>
                      <a:pt x="15269" y="7322"/>
                      <a:pt x="13078" y="5058"/>
                      <a:pt x="10332" y="4937"/>
                    </a:cubicBezTo>
                    <a:cubicBezTo>
                      <a:pt x="10211" y="2189"/>
                      <a:pt x="7947" y="0"/>
                      <a:pt x="5169"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07"/>
              <p:cNvSpPr/>
              <p:nvPr/>
            </p:nvSpPr>
            <p:spPr>
              <a:xfrm>
                <a:off x="4176525" y="891600"/>
                <a:ext cx="381750" cy="381700"/>
              </a:xfrm>
              <a:custGeom>
                <a:rect b="b" l="l" r="r" t="t"/>
                <a:pathLst>
                  <a:path extrusionOk="0" h="15268" w="15270">
                    <a:moveTo>
                      <a:pt x="5171" y="0"/>
                    </a:moveTo>
                    <a:cubicBezTo>
                      <a:pt x="2396" y="0"/>
                      <a:pt x="132" y="2188"/>
                      <a:pt x="9" y="4931"/>
                    </a:cubicBezTo>
                    <a:lnTo>
                      <a:pt x="9" y="4930"/>
                    </a:lnTo>
                    <a:lnTo>
                      <a:pt x="0" y="4930"/>
                    </a:lnTo>
                    <a:lnTo>
                      <a:pt x="0" y="5167"/>
                    </a:lnTo>
                    <a:lnTo>
                      <a:pt x="0" y="15268"/>
                    </a:lnTo>
                    <a:lnTo>
                      <a:pt x="10339" y="15268"/>
                    </a:lnTo>
                    <a:lnTo>
                      <a:pt x="10339" y="15261"/>
                    </a:lnTo>
                    <a:cubicBezTo>
                      <a:pt x="13084" y="15138"/>
                      <a:pt x="15270" y="12873"/>
                      <a:pt x="15270" y="10099"/>
                    </a:cubicBezTo>
                    <a:cubicBezTo>
                      <a:pt x="15270" y="7321"/>
                      <a:pt x="13081" y="5058"/>
                      <a:pt x="10334" y="4936"/>
                    </a:cubicBezTo>
                    <a:cubicBezTo>
                      <a:pt x="10212" y="2190"/>
                      <a:pt x="7948" y="0"/>
                      <a:pt x="51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07"/>
              <p:cNvSpPr/>
              <p:nvPr/>
            </p:nvSpPr>
            <p:spPr>
              <a:xfrm>
                <a:off x="4224000" y="939000"/>
                <a:ext cx="286875" cy="286900"/>
              </a:xfrm>
              <a:custGeom>
                <a:rect b="b" l="l" r="r" t="t"/>
                <a:pathLst>
                  <a:path extrusionOk="0" h="11476" w="11475">
                    <a:moveTo>
                      <a:pt x="3272" y="0"/>
                    </a:moveTo>
                    <a:cubicBezTo>
                      <a:pt x="1518" y="0"/>
                      <a:pt x="83" y="1371"/>
                      <a:pt x="4" y="3121"/>
                    </a:cubicBezTo>
                    <a:lnTo>
                      <a:pt x="0" y="3212"/>
                    </a:lnTo>
                    <a:lnTo>
                      <a:pt x="0" y="11476"/>
                    </a:lnTo>
                    <a:lnTo>
                      <a:pt x="8271" y="11476"/>
                    </a:lnTo>
                    <a:lnTo>
                      <a:pt x="8271" y="11475"/>
                    </a:lnTo>
                    <a:lnTo>
                      <a:pt x="8354" y="11471"/>
                    </a:lnTo>
                    <a:cubicBezTo>
                      <a:pt x="10103" y="11392"/>
                      <a:pt x="11475" y="9957"/>
                      <a:pt x="11475" y="8203"/>
                    </a:cubicBezTo>
                    <a:cubicBezTo>
                      <a:pt x="11475" y="6448"/>
                      <a:pt x="10102" y="5013"/>
                      <a:pt x="8350" y="4936"/>
                    </a:cubicBezTo>
                    <a:lnTo>
                      <a:pt x="6615" y="4860"/>
                    </a:lnTo>
                    <a:lnTo>
                      <a:pt x="6539" y="3125"/>
                    </a:lnTo>
                    <a:cubicBezTo>
                      <a:pt x="6461" y="1373"/>
                      <a:pt x="5026" y="0"/>
                      <a:pt x="3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07"/>
              <p:cNvSpPr/>
              <p:nvPr/>
            </p:nvSpPr>
            <p:spPr>
              <a:xfrm>
                <a:off x="4235825" y="980975"/>
                <a:ext cx="13575" cy="13550"/>
              </a:xfrm>
              <a:custGeom>
                <a:rect b="b" l="l" r="r" t="t"/>
                <a:pathLst>
                  <a:path extrusionOk="0" h="542" w="543">
                    <a:moveTo>
                      <a:pt x="271" y="0"/>
                    </a:moveTo>
                    <a:cubicBezTo>
                      <a:pt x="122" y="0"/>
                      <a:pt x="1" y="121"/>
                      <a:pt x="1" y="270"/>
                    </a:cubicBezTo>
                    <a:cubicBezTo>
                      <a:pt x="1" y="420"/>
                      <a:pt x="122" y="542"/>
                      <a:pt x="271" y="542"/>
                    </a:cubicBezTo>
                    <a:cubicBezTo>
                      <a:pt x="421" y="542"/>
                      <a:pt x="543" y="420"/>
                      <a:pt x="543" y="270"/>
                    </a:cubicBezTo>
                    <a:cubicBezTo>
                      <a:pt x="543" y="121"/>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07"/>
              <p:cNvSpPr/>
              <p:nvPr/>
            </p:nvSpPr>
            <p:spPr>
              <a:xfrm>
                <a:off x="4235825" y="1021525"/>
                <a:ext cx="13575" cy="13575"/>
              </a:xfrm>
              <a:custGeom>
                <a:rect b="b" l="l" r="r" t="t"/>
                <a:pathLst>
                  <a:path extrusionOk="0" h="543" w="543">
                    <a:moveTo>
                      <a:pt x="271" y="0"/>
                    </a:moveTo>
                    <a:cubicBezTo>
                      <a:pt x="122" y="0"/>
                      <a:pt x="1" y="122"/>
                      <a:pt x="1" y="272"/>
                    </a:cubicBezTo>
                    <a:cubicBezTo>
                      <a:pt x="1" y="420"/>
                      <a:pt x="122" y="542"/>
                      <a:pt x="271" y="542"/>
                    </a:cubicBezTo>
                    <a:cubicBezTo>
                      <a:pt x="421" y="542"/>
                      <a:pt x="543" y="420"/>
                      <a:pt x="543" y="272"/>
                    </a:cubicBezTo>
                    <a:cubicBezTo>
                      <a:pt x="543"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107"/>
              <p:cNvSpPr/>
              <p:nvPr/>
            </p:nvSpPr>
            <p:spPr>
              <a:xfrm>
                <a:off x="4276400" y="1001250"/>
                <a:ext cx="13550" cy="13575"/>
              </a:xfrm>
              <a:custGeom>
                <a:rect b="b" l="l" r="r" t="t"/>
                <a:pathLst>
                  <a:path extrusionOk="0" h="543" w="542">
                    <a:moveTo>
                      <a:pt x="272" y="0"/>
                    </a:moveTo>
                    <a:cubicBezTo>
                      <a:pt x="122" y="0"/>
                      <a:pt x="0" y="121"/>
                      <a:pt x="0" y="271"/>
                    </a:cubicBezTo>
                    <a:cubicBezTo>
                      <a:pt x="0" y="420"/>
                      <a:pt x="122" y="542"/>
                      <a:pt x="272" y="542"/>
                    </a:cubicBezTo>
                    <a:cubicBezTo>
                      <a:pt x="421" y="542"/>
                      <a:pt x="542" y="420"/>
                      <a:pt x="542" y="271"/>
                    </a:cubicBezTo>
                    <a:cubicBezTo>
                      <a:pt x="542" y="121"/>
                      <a:pt x="421"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107"/>
              <p:cNvSpPr/>
              <p:nvPr/>
            </p:nvSpPr>
            <p:spPr>
              <a:xfrm>
                <a:off x="4235825" y="1062125"/>
                <a:ext cx="13575" cy="13575"/>
              </a:xfrm>
              <a:custGeom>
                <a:rect b="b" l="l" r="r" t="t"/>
                <a:pathLst>
                  <a:path extrusionOk="0" h="543" w="543">
                    <a:moveTo>
                      <a:pt x="271" y="1"/>
                    </a:moveTo>
                    <a:cubicBezTo>
                      <a:pt x="122" y="1"/>
                      <a:pt x="1" y="121"/>
                      <a:pt x="1" y="271"/>
                    </a:cubicBezTo>
                    <a:cubicBezTo>
                      <a:pt x="1" y="421"/>
                      <a:pt x="122" y="543"/>
                      <a:pt x="271" y="543"/>
                    </a:cubicBezTo>
                    <a:cubicBezTo>
                      <a:pt x="421" y="543"/>
                      <a:pt x="543" y="421"/>
                      <a:pt x="543" y="271"/>
                    </a:cubicBezTo>
                    <a:cubicBezTo>
                      <a:pt x="543" y="121"/>
                      <a:pt x="421"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07"/>
              <p:cNvSpPr/>
              <p:nvPr/>
            </p:nvSpPr>
            <p:spPr>
              <a:xfrm>
                <a:off x="4235825" y="1102700"/>
                <a:ext cx="13575" cy="13550"/>
              </a:xfrm>
              <a:custGeom>
                <a:rect b="b" l="l" r="r" t="t"/>
                <a:pathLst>
                  <a:path extrusionOk="0" h="542" w="543">
                    <a:moveTo>
                      <a:pt x="271" y="0"/>
                    </a:moveTo>
                    <a:cubicBezTo>
                      <a:pt x="122" y="0"/>
                      <a:pt x="1" y="122"/>
                      <a:pt x="1" y="271"/>
                    </a:cubicBezTo>
                    <a:cubicBezTo>
                      <a:pt x="1" y="421"/>
                      <a:pt x="122" y="542"/>
                      <a:pt x="271" y="542"/>
                    </a:cubicBezTo>
                    <a:cubicBezTo>
                      <a:pt x="421" y="542"/>
                      <a:pt x="543" y="421"/>
                      <a:pt x="543" y="271"/>
                    </a:cubicBezTo>
                    <a:cubicBezTo>
                      <a:pt x="543"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07"/>
              <p:cNvSpPr/>
              <p:nvPr/>
            </p:nvSpPr>
            <p:spPr>
              <a:xfrm>
                <a:off x="4235825" y="1143300"/>
                <a:ext cx="13575" cy="13575"/>
              </a:xfrm>
              <a:custGeom>
                <a:rect b="b" l="l" r="r" t="t"/>
                <a:pathLst>
                  <a:path extrusionOk="0" h="543" w="543">
                    <a:moveTo>
                      <a:pt x="271" y="0"/>
                    </a:moveTo>
                    <a:cubicBezTo>
                      <a:pt x="122" y="0"/>
                      <a:pt x="1" y="122"/>
                      <a:pt x="1" y="271"/>
                    </a:cubicBezTo>
                    <a:cubicBezTo>
                      <a:pt x="1" y="420"/>
                      <a:pt x="122" y="542"/>
                      <a:pt x="271" y="542"/>
                    </a:cubicBezTo>
                    <a:cubicBezTo>
                      <a:pt x="421" y="542"/>
                      <a:pt x="543" y="420"/>
                      <a:pt x="543" y="271"/>
                    </a:cubicBezTo>
                    <a:cubicBezTo>
                      <a:pt x="543"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07"/>
              <p:cNvSpPr/>
              <p:nvPr/>
            </p:nvSpPr>
            <p:spPr>
              <a:xfrm>
                <a:off x="4235825" y="1183850"/>
                <a:ext cx="13575" cy="13575"/>
              </a:xfrm>
              <a:custGeom>
                <a:rect b="b" l="l" r="r" t="t"/>
                <a:pathLst>
                  <a:path extrusionOk="0" h="543" w="543">
                    <a:moveTo>
                      <a:pt x="271" y="1"/>
                    </a:moveTo>
                    <a:cubicBezTo>
                      <a:pt x="122" y="1"/>
                      <a:pt x="1" y="122"/>
                      <a:pt x="1" y="272"/>
                    </a:cubicBezTo>
                    <a:cubicBezTo>
                      <a:pt x="1" y="422"/>
                      <a:pt x="122" y="543"/>
                      <a:pt x="271" y="543"/>
                    </a:cubicBezTo>
                    <a:cubicBezTo>
                      <a:pt x="421" y="543"/>
                      <a:pt x="543" y="422"/>
                      <a:pt x="543" y="272"/>
                    </a:cubicBezTo>
                    <a:cubicBezTo>
                      <a:pt x="543" y="122"/>
                      <a:pt x="421"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107"/>
              <p:cNvSpPr/>
              <p:nvPr/>
            </p:nvSpPr>
            <p:spPr>
              <a:xfrm>
                <a:off x="4276400" y="1041800"/>
                <a:ext cx="13550" cy="13575"/>
              </a:xfrm>
              <a:custGeom>
                <a:rect b="b" l="l" r="r" t="t"/>
                <a:pathLst>
                  <a:path extrusionOk="0" h="543" w="542">
                    <a:moveTo>
                      <a:pt x="272" y="1"/>
                    </a:moveTo>
                    <a:cubicBezTo>
                      <a:pt x="122" y="1"/>
                      <a:pt x="0" y="122"/>
                      <a:pt x="0" y="272"/>
                    </a:cubicBezTo>
                    <a:cubicBezTo>
                      <a:pt x="0" y="422"/>
                      <a:pt x="122" y="542"/>
                      <a:pt x="272" y="542"/>
                    </a:cubicBezTo>
                    <a:cubicBezTo>
                      <a:pt x="421" y="542"/>
                      <a:pt x="542" y="422"/>
                      <a:pt x="542" y="272"/>
                    </a:cubicBezTo>
                    <a:cubicBezTo>
                      <a:pt x="542" y="122"/>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107"/>
              <p:cNvSpPr/>
              <p:nvPr/>
            </p:nvSpPr>
            <p:spPr>
              <a:xfrm>
                <a:off x="4276400" y="1082400"/>
                <a:ext cx="13550" cy="13575"/>
              </a:xfrm>
              <a:custGeom>
                <a:rect b="b" l="l" r="r" t="t"/>
                <a:pathLst>
                  <a:path extrusionOk="0" h="543" w="542">
                    <a:moveTo>
                      <a:pt x="272" y="1"/>
                    </a:moveTo>
                    <a:cubicBezTo>
                      <a:pt x="122" y="1"/>
                      <a:pt x="0" y="123"/>
                      <a:pt x="0" y="272"/>
                    </a:cubicBezTo>
                    <a:cubicBezTo>
                      <a:pt x="0" y="421"/>
                      <a:pt x="122" y="543"/>
                      <a:pt x="272" y="543"/>
                    </a:cubicBezTo>
                    <a:cubicBezTo>
                      <a:pt x="421" y="543"/>
                      <a:pt x="542" y="421"/>
                      <a:pt x="542" y="272"/>
                    </a:cubicBezTo>
                    <a:cubicBezTo>
                      <a:pt x="542" y="123"/>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07"/>
              <p:cNvSpPr/>
              <p:nvPr/>
            </p:nvSpPr>
            <p:spPr>
              <a:xfrm>
                <a:off x="4276400" y="1122975"/>
                <a:ext cx="13550" cy="13550"/>
              </a:xfrm>
              <a:custGeom>
                <a:rect b="b" l="l" r="r" t="t"/>
                <a:pathLst>
                  <a:path extrusionOk="0" h="542" w="542">
                    <a:moveTo>
                      <a:pt x="272" y="0"/>
                    </a:moveTo>
                    <a:cubicBezTo>
                      <a:pt x="122" y="0"/>
                      <a:pt x="0" y="122"/>
                      <a:pt x="0" y="272"/>
                    </a:cubicBezTo>
                    <a:cubicBezTo>
                      <a:pt x="0" y="421"/>
                      <a:pt x="122" y="542"/>
                      <a:pt x="272" y="542"/>
                    </a:cubicBezTo>
                    <a:cubicBezTo>
                      <a:pt x="421" y="542"/>
                      <a:pt x="542" y="421"/>
                      <a:pt x="542" y="272"/>
                    </a:cubicBezTo>
                    <a:cubicBezTo>
                      <a:pt x="542" y="122"/>
                      <a:pt x="421"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07"/>
              <p:cNvSpPr/>
              <p:nvPr/>
            </p:nvSpPr>
            <p:spPr>
              <a:xfrm>
                <a:off x="4276400" y="1163575"/>
                <a:ext cx="13550" cy="13575"/>
              </a:xfrm>
              <a:custGeom>
                <a:rect b="b" l="l" r="r" t="t"/>
                <a:pathLst>
                  <a:path extrusionOk="0" h="543" w="542">
                    <a:moveTo>
                      <a:pt x="272" y="1"/>
                    </a:moveTo>
                    <a:cubicBezTo>
                      <a:pt x="122" y="1"/>
                      <a:pt x="0" y="122"/>
                      <a:pt x="0" y="272"/>
                    </a:cubicBezTo>
                    <a:cubicBezTo>
                      <a:pt x="0" y="422"/>
                      <a:pt x="122" y="542"/>
                      <a:pt x="272" y="542"/>
                    </a:cubicBezTo>
                    <a:cubicBezTo>
                      <a:pt x="421" y="542"/>
                      <a:pt x="542" y="422"/>
                      <a:pt x="542" y="272"/>
                    </a:cubicBezTo>
                    <a:cubicBezTo>
                      <a:pt x="542" y="122"/>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07"/>
              <p:cNvSpPr/>
              <p:nvPr/>
            </p:nvSpPr>
            <p:spPr>
              <a:xfrm>
                <a:off x="4276400" y="1204150"/>
                <a:ext cx="13550" cy="13575"/>
              </a:xfrm>
              <a:custGeom>
                <a:rect b="b" l="l" r="r" t="t"/>
                <a:pathLst>
                  <a:path extrusionOk="0" h="543" w="542">
                    <a:moveTo>
                      <a:pt x="272" y="1"/>
                    </a:moveTo>
                    <a:cubicBezTo>
                      <a:pt x="122" y="1"/>
                      <a:pt x="0" y="122"/>
                      <a:pt x="0" y="271"/>
                    </a:cubicBezTo>
                    <a:cubicBezTo>
                      <a:pt x="0" y="421"/>
                      <a:pt x="122" y="543"/>
                      <a:pt x="272" y="543"/>
                    </a:cubicBezTo>
                    <a:cubicBezTo>
                      <a:pt x="421" y="543"/>
                      <a:pt x="542" y="421"/>
                      <a:pt x="542" y="271"/>
                    </a:cubicBezTo>
                    <a:cubicBezTo>
                      <a:pt x="542" y="122"/>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07"/>
              <p:cNvSpPr/>
              <p:nvPr/>
            </p:nvSpPr>
            <p:spPr>
              <a:xfrm>
                <a:off x="4276400" y="960650"/>
                <a:ext cx="13550" cy="13575"/>
              </a:xfrm>
              <a:custGeom>
                <a:rect b="b" l="l" r="r" t="t"/>
                <a:pathLst>
                  <a:path extrusionOk="0" h="543" w="542">
                    <a:moveTo>
                      <a:pt x="272" y="1"/>
                    </a:moveTo>
                    <a:cubicBezTo>
                      <a:pt x="122" y="1"/>
                      <a:pt x="0" y="123"/>
                      <a:pt x="0" y="272"/>
                    </a:cubicBezTo>
                    <a:cubicBezTo>
                      <a:pt x="0" y="422"/>
                      <a:pt x="122" y="543"/>
                      <a:pt x="272" y="543"/>
                    </a:cubicBezTo>
                    <a:cubicBezTo>
                      <a:pt x="421" y="543"/>
                      <a:pt x="542" y="422"/>
                      <a:pt x="542" y="272"/>
                    </a:cubicBezTo>
                    <a:cubicBezTo>
                      <a:pt x="542" y="123"/>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107"/>
              <p:cNvSpPr/>
              <p:nvPr/>
            </p:nvSpPr>
            <p:spPr>
              <a:xfrm>
                <a:off x="4313275" y="980975"/>
                <a:ext cx="13575" cy="13550"/>
              </a:xfrm>
              <a:custGeom>
                <a:rect b="b" l="l" r="r" t="t"/>
                <a:pathLst>
                  <a:path extrusionOk="0" h="542" w="543">
                    <a:moveTo>
                      <a:pt x="272" y="0"/>
                    </a:moveTo>
                    <a:cubicBezTo>
                      <a:pt x="123" y="0"/>
                      <a:pt x="1" y="121"/>
                      <a:pt x="1" y="270"/>
                    </a:cubicBezTo>
                    <a:cubicBezTo>
                      <a:pt x="1" y="420"/>
                      <a:pt x="123" y="542"/>
                      <a:pt x="272" y="542"/>
                    </a:cubicBezTo>
                    <a:cubicBezTo>
                      <a:pt x="422" y="542"/>
                      <a:pt x="543" y="420"/>
                      <a:pt x="543" y="270"/>
                    </a:cubicBezTo>
                    <a:cubicBezTo>
                      <a:pt x="543" y="121"/>
                      <a:pt x="422"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07"/>
              <p:cNvSpPr/>
              <p:nvPr/>
            </p:nvSpPr>
            <p:spPr>
              <a:xfrm>
                <a:off x="4313275" y="1021525"/>
                <a:ext cx="13575" cy="13575"/>
              </a:xfrm>
              <a:custGeom>
                <a:rect b="b" l="l" r="r" t="t"/>
                <a:pathLst>
                  <a:path extrusionOk="0" h="543" w="543">
                    <a:moveTo>
                      <a:pt x="272" y="0"/>
                    </a:moveTo>
                    <a:cubicBezTo>
                      <a:pt x="123" y="0"/>
                      <a:pt x="1" y="122"/>
                      <a:pt x="1" y="272"/>
                    </a:cubicBezTo>
                    <a:cubicBezTo>
                      <a:pt x="1" y="420"/>
                      <a:pt x="123" y="542"/>
                      <a:pt x="272" y="542"/>
                    </a:cubicBezTo>
                    <a:cubicBezTo>
                      <a:pt x="422" y="542"/>
                      <a:pt x="543" y="420"/>
                      <a:pt x="543" y="272"/>
                    </a:cubicBezTo>
                    <a:cubicBezTo>
                      <a:pt x="543" y="122"/>
                      <a:pt x="422"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07"/>
              <p:cNvSpPr/>
              <p:nvPr/>
            </p:nvSpPr>
            <p:spPr>
              <a:xfrm>
                <a:off x="4353875" y="1001250"/>
                <a:ext cx="13575" cy="13575"/>
              </a:xfrm>
              <a:custGeom>
                <a:rect b="b" l="l" r="r" t="t"/>
                <a:pathLst>
                  <a:path extrusionOk="0" h="543" w="543">
                    <a:moveTo>
                      <a:pt x="271" y="0"/>
                    </a:moveTo>
                    <a:cubicBezTo>
                      <a:pt x="121" y="0"/>
                      <a:pt x="0" y="121"/>
                      <a:pt x="0" y="271"/>
                    </a:cubicBezTo>
                    <a:cubicBezTo>
                      <a:pt x="0" y="420"/>
                      <a:pt x="121" y="542"/>
                      <a:pt x="271" y="542"/>
                    </a:cubicBezTo>
                    <a:cubicBezTo>
                      <a:pt x="420" y="542"/>
                      <a:pt x="542" y="420"/>
                      <a:pt x="542" y="271"/>
                    </a:cubicBezTo>
                    <a:cubicBezTo>
                      <a:pt x="542" y="121"/>
                      <a:pt x="420"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107"/>
              <p:cNvSpPr/>
              <p:nvPr/>
            </p:nvSpPr>
            <p:spPr>
              <a:xfrm>
                <a:off x="4313275" y="1062125"/>
                <a:ext cx="13575" cy="13575"/>
              </a:xfrm>
              <a:custGeom>
                <a:rect b="b" l="l" r="r" t="t"/>
                <a:pathLst>
                  <a:path extrusionOk="0" h="543" w="543">
                    <a:moveTo>
                      <a:pt x="272" y="1"/>
                    </a:moveTo>
                    <a:cubicBezTo>
                      <a:pt x="123" y="1"/>
                      <a:pt x="1" y="121"/>
                      <a:pt x="1" y="271"/>
                    </a:cubicBezTo>
                    <a:cubicBezTo>
                      <a:pt x="1" y="421"/>
                      <a:pt x="123" y="543"/>
                      <a:pt x="272" y="543"/>
                    </a:cubicBezTo>
                    <a:cubicBezTo>
                      <a:pt x="422" y="543"/>
                      <a:pt x="543" y="421"/>
                      <a:pt x="543" y="271"/>
                    </a:cubicBezTo>
                    <a:cubicBezTo>
                      <a:pt x="543" y="121"/>
                      <a:pt x="422"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107"/>
              <p:cNvSpPr/>
              <p:nvPr/>
            </p:nvSpPr>
            <p:spPr>
              <a:xfrm>
                <a:off x="4313275" y="1102700"/>
                <a:ext cx="13575" cy="13550"/>
              </a:xfrm>
              <a:custGeom>
                <a:rect b="b" l="l" r="r" t="t"/>
                <a:pathLst>
                  <a:path extrusionOk="0" h="542" w="543">
                    <a:moveTo>
                      <a:pt x="272" y="0"/>
                    </a:moveTo>
                    <a:cubicBezTo>
                      <a:pt x="123" y="0"/>
                      <a:pt x="1" y="122"/>
                      <a:pt x="1" y="271"/>
                    </a:cubicBezTo>
                    <a:cubicBezTo>
                      <a:pt x="1" y="421"/>
                      <a:pt x="123" y="542"/>
                      <a:pt x="272" y="542"/>
                    </a:cubicBezTo>
                    <a:cubicBezTo>
                      <a:pt x="422" y="542"/>
                      <a:pt x="543" y="421"/>
                      <a:pt x="543" y="271"/>
                    </a:cubicBezTo>
                    <a:cubicBezTo>
                      <a:pt x="543" y="122"/>
                      <a:pt x="422"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07"/>
              <p:cNvSpPr/>
              <p:nvPr/>
            </p:nvSpPr>
            <p:spPr>
              <a:xfrm>
                <a:off x="4313275" y="1143300"/>
                <a:ext cx="13575" cy="13575"/>
              </a:xfrm>
              <a:custGeom>
                <a:rect b="b" l="l" r="r" t="t"/>
                <a:pathLst>
                  <a:path extrusionOk="0" h="543" w="543">
                    <a:moveTo>
                      <a:pt x="272" y="0"/>
                    </a:moveTo>
                    <a:cubicBezTo>
                      <a:pt x="123" y="0"/>
                      <a:pt x="1" y="122"/>
                      <a:pt x="1" y="271"/>
                    </a:cubicBezTo>
                    <a:cubicBezTo>
                      <a:pt x="1" y="420"/>
                      <a:pt x="123" y="542"/>
                      <a:pt x="272" y="542"/>
                    </a:cubicBezTo>
                    <a:cubicBezTo>
                      <a:pt x="422" y="542"/>
                      <a:pt x="543" y="420"/>
                      <a:pt x="543" y="271"/>
                    </a:cubicBezTo>
                    <a:cubicBezTo>
                      <a:pt x="543" y="122"/>
                      <a:pt x="422"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07"/>
              <p:cNvSpPr/>
              <p:nvPr/>
            </p:nvSpPr>
            <p:spPr>
              <a:xfrm>
                <a:off x="4313275" y="1183850"/>
                <a:ext cx="13575" cy="13575"/>
              </a:xfrm>
              <a:custGeom>
                <a:rect b="b" l="l" r="r" t="t"/>
                <a:pathLst>
                  <a:path extrusionOk="0" h="543" w="543">
                    <a:moveTo>
                      <a:pt x="272" y="1"/>
                    </a:moveTo>
                    <a:cubicBezTo>
                      <a:pt x="123" y="1"/>
                      <a:pt x="1" y="122"/>
                      <a:pt x="1" y="272"/>
                    </a:cubicBezTo>
                    <a:cubicBezTo>
                      <a:pt x="1" y="422"/>
                      <a:pt x="123" y="543"/>
                      <a:pt x="272" y="543"/>
                    </a:cubicBezTo>
                    <a:cubicBezTo>
                      <a:pt x="422" y="543"/>
                      <a:pt x="543" y="422"/>
                      <a:pt x="543" y="272"/>
                    </a:cubicBezTo>
                    <a:cubicBezTo>
                      <a:pt x="543" y="122"/>
                      <a:pt x="422"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07"/>
              <p:cNvSpPr/>
              <p:nvPr/>
            </p:nvSpPr>
            <p:spPr>
              <a:xfrm>
                <a:off x="4353875" y="1041800"/>
                <a:ext cx="13575" cy="13575"/>
              </a:xfrm>
              <a:custGeom>
                <a:rect b="b" l="l" r="r" t="t"/>
                <a:pathLst>
                  <a:path extrusionOk="0" h="543" w="543">
                    <a:moveTo>
                      <a:pt x="271" y="1"/>
                    </a:moveTo>
                    <a:cubicBezTo>
                      <a:pt x="121" y="1"/>
                      <a:pt x="0" y="122"/>
                      <a:pt x="0" y="272"/>
                    </a:cubicBezTo>
                    <a:cubicBezTo>
                      <a:pt x="0" y="422"/>
                      <a:pt x="121" y="542"/>
                      <a:pt x="271" y="542"/>
                    </a:cubicBezTo>
                    <a:cubicBezTo>
                      <a:pt x="420" y="542"/>
                      <a:pt x="542" y="422"/>
                      <a:pt x="542" y="272"/>
                    </a:cubicBezTo>
                    <a:cubicBezTo>
                      <a:pt x="542" y="122"/>
                      <a:pt x="420"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07"/>
              <p:cNvSpPr/>
              <p:nvPr/>
            </p:nvSpPr>
            <p:spPr>
              <a:xfrm>
                <a:off x="4353875" y="1082400"/>
                <a:ext cx="13575" cy="13575"/>
              </a:xfrm>
              <a:custGeom>
                <a:rect b="b" l="l" r="r" t="t"/>
                <a:pathLst>
                  <a:path extrusionOk="0" h="543" w="543">
                    <a:moveTo>
                      <a:pt x="271" y="1"/>
                    </a:moveTo>
                    <a:cubicBezTo>
                      <a:pt x="121" y="1"/>
                      <a:pt x="0" y="123"/>
                      <a:pt x="0" y="272"/>
                    </a:cubicBezTo>
                    <a:cubicBezTo>
                      <a:pt x="0" y="421"/>
                      <a:pt x="121" y="543"/>
                      <a:pt x="271" y="543"/>
                    </a:cubicBezTo>
                    <a:cubicBezTo>
                      <a:pt x="420" y="543"/>
                      <a:pt x="542" y="421"/>
                      <a:pt x="542" y="272"/>
                    </a:cubicBezTo>
                    <a:cubicBezTo>
                      <a:pt x="542" y="123"/>
                      <a:pt x="420"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07"/>
              <p:cNvSpPr/>
              <p:nvPr/>
            </p:nvSpPr>
            <p:spPr>
              <a:xfrm>
                <a:off x="4353875" y="1122975"/>
                <a:ext cx="13575" cy="13550"/>
              </a:xfrm>
              <a:custGeom>
                <a:rect b="b" l="l" r="r" t="t"/>
                <a:pathLst>
                  <a:path extrusionOk="0" h="542" w="543">
                    <a:moveTo>
                      <a:pt x="271" y="0"/>
                    </a:moveTo>
                    <a:cubicBezTo>
                      <a:pt x="121" y="0"/>
                      <a:pt x="0" y="122"/>
                      <a:pt x="0" y="272"/>
                    </a:cubicBezTo>
                    <a:cubicBezTo>
                      <a:pt x="0" y="421"/>
                      <a:pt x="121" y="542"/>
                      <a:pt x="271" y="542"/>
                    </a:cubicBezTo>
                    <a:cubicBezTo>
                      <a:pt x="420" y="542"/>
                      <a:pt x="542" y="421"/>
                      <a:pt x="542" y="272"/>
                    </a:cubicBezTo>
                    <a:cubicBezTo>
                      <a:pt x="542" y="122"/>
                      <a:pt x="420"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107"/>
              <p:cNvSpPr/>
              <p:nvPr/>
            </p:nvSpPr>
            <p:spPr>
              <a:xfrm>
                <a:off x="4353875" y="1163575"/>
                <a:ext cx="13575" cy="13575"/>
              </a:xfrm>
              <a:custGeom>
                <a:rect b="b" l="l" r="r" t="t"/>
                <a:pathLst>
                  <a:path extrusionOk="0" h="543" w="543">
                    <a:moveTo>
                      <a:pt x="271" y="1"/>
                    </a:moveTo>
                    <a:cubicBezTo>
                      <a:pt x="121" y="1"/>
                      <a:pt x="0" y="122"/>
                      <a:pt x="0" y="272"/>
                    </a:cubicBezTo>
                    <a:cubicBezTo>
                      <a:pt x="0" y="422"/>
                      <a:pt x="121" y="542"/>
                      <a:pt x="271" y="542"/>
                    </a:cubicBezTo>
                    <a:cubicBezTo>
                      <a:pt x="420" y="542"/>
                      <a:pt x="542" y="422"/>
                      <a:pt x="542" y="272"/>
                    </a:cubicBezTo>
                    <a:cubicBezTo>
                      <a:pt x="542" y="122"/>
                      <a:pt x="420"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107"/>
              <p:cNvSpPr/>
              <p:nvPr/>
            </p:nvSpPr>
            <p:spPr>
              <a:xfrm>
                <a:off x="4353875" y="1204150"/>
                <a:ext cx="13575" cy="13575"/>
              </a:xfrm>
              <a:custGeom>
                <a:rect b="b" l="l" r="r" t="t"/>
                <a:pathLst>
                  <a:path extrusionOk="0" h="543" w="543">
                    <a:moveTo>
                      <a:pt x="271" y="1"/>
                    </a:moveTo>
                    <a:cubicBezTo>
                      <a:pt x="121" y="1"/>
                      <a:pt x="0" y="122"/>
                      <a:pt x="0" y="271"/>
                    </a:cubicBezTo>
                    <a:cubicBezTo>
                      <a:pt x="0" y="421"/>
                      <a:pt x="121" y="543"/>
                      <a:pt x="271" y="543"/>
                    </a:cubicBezTo>
                    <a:cubicBezTo>
                      <a:pt x="420" y="543"/>
                      <a:pt x="542" y="421"/>
                      <a:pt x="542" y="271"/>
                    </a:cubicBezTo>
                    <a:cubicBezTo>
                      <a:pt x="542" y="122"/>
                      <a:pt x="420"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107"/>
              <p:cNvSpPr/>
              <p:nvPr/>
            </p:nvSpPr>
            <p:spPr>
              <a:xfrm>
                <a:off x="4353875" y="960650"/>
                <a:ext cx="13575" cy="13575"/>
              </a:xfrm>
              <a:custGeom>
                <a:rect b="b" l="l" r="r" t="t"/>
                <a:pathLst>
                  <a:path extrusionOk="0" h="543" w="543">
                    <a:moveTo>
                      <a:pt x="271" y="1"/>
                    </a:moveTo>
                    <a:cubicBezTo>
                      <a:pt x="121" y="1"/>
                      <a:pt x="0" y="123"/>
                      <a:pt x="0" y="272"/>
                    </a:cubicBezTo>
                    <a:cubicBezTo>
                      <a:pt x="0" y="422"/>
                      <a:pt x="121" y="543"/>
                      <a:pt x="271" y="543"/>
                    </a:cubicBezTo>
                    <a:cubicBezTo>
                      <a:pt x="420" y="543"/>
                      <a:pt x="542" y="422"/>
                      <a:pt x="542" y="272"/>
                    </a:cubicBezTo>
                    <a:cubicBezTo>
                      <a:pt x="542" y="123"/>
                      <a:pt x="420"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07"/>
              <p:cNvSpPr/>
              <p:nvPr/>
            </p:nvSpPr>
            <p:spPr>
              <a:xfrm>
                <a:off x="4390750" y="1062125"/>
                <a:ext cx="13575" cy="13575"/>
              </a:xfrm>
              <a:custGeom>
                <a:rect b="b" l="l" r="r" t="t"/>
                <a:pathLst>
                  <a:path extrusionOk="0" h="543" w="543">
                    <a:moveTo>
                      <a:pt x="271" y="1"/>
                    </a:moveTo>
                    <a:cubicBezTo>
                      <a:pt x="122" y="1"/>
                      <a:pt x="1" y="121"/>
                      <a:pt x="1" y="271"/>
                    </a:cubicBezTo>
                    <a:cubicBezTo>
                      <a:pt x="1" y="421"/>
                      <a:pt x="122" y="543"/>
                      <a:pt x="271" y="543"/>
                    </a:cubicBezTo>
                    <a:cubicBezTo>
                      <a:pt x="421" y="543"/>
                      <a:pt x="543" y="421"/>
                      <a:pt x="543" y="271"/>
                    </a:cubicBezTo>
                    <a:cubicBezTo>
                      <a:pt x="543" y="121"/>
                      <a:pt x="421"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07"/>
              <p:cNvSpPr/>
              <p:nvPr/>
            </p:nvSpPr>
            <p:spPr>
              <a:xfrm>
                <a:off x="4390750" y="1102700"/>
                <a:ext cx="13575" cy="13550"/>
              </a:xfrm>
              <a:custGeom>
                <a:rect b="b" l="l" r="r" t="t"/>
                <a:pathLst>
                  <a:path extrusionOk="0" h="542" w="543">
                    <a:moveTo>
                      <a:pt x="271" y="0"/>
                    </a:moveTo>
                    <a:cubicBezTo>
                      <a:pt x="122" y="0"/>
                      <a:pt x="1" y="122"/>
                      <a:pt x="1" y="271"/>
                    </a:cubicBezTo>
                    <a:cubicBezTo>
                      <a:pt x="1" y="421"/>
                      <a:pt x="122" y="542"/>
                      <a:pt x="271" y="542"/>
                    </a:cubicBezTo>
                    <a:cubicBezTo>
                      <a:pt x="421" y="542"/>
                      <a:pt x="543" y="421"/>
                      <a:pt x="543" y="271"/>
                    </a:cubicBezTo>
                    <a:cubicBezTo>
                      <a:pt x="543"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107"/>
              <p:cNvSpPr/>
              <p:nvPr/>
            </p:nvSpPr>
            <p:spPr>
              <a:xfrm>
                <a:off x="4390750" y="1143300"/>
                <a:ext cx="13575" cy="13575"/>
              </a:xfrm>
              <a:custGeom>
                <a:rect b="b" l="l" r="r" t="t"/>
                <a:pathLst>
                  <a:path extrusionOk="0" h="543" w="543">
                    <a:moveTo>
                      <a:pt x="271" y="0"/>
                    </a:moveTo>
                    <a:cubicBezTo>
                      <a:pt x="122" y="0"/>
                      <a:pt x="1" y="122"/>
                      <a:pt x="1" y="271"/>
                    </a:cubicBezTo>
                    <a:cubicBezTo>
                      <a:pt x="1" y="420"/>
                      <a:pt x="122" y="542"/>
                      <a:pt x="271" y="542"/>
                    </a:cubicBezTo>
                    <a:cubicBezTo>
                      <a:pt x="421" y="542"/>
                      <a:pt x="543" y="420"/>
                      <a:pt x="543" y="271"/>
                    </a:cubicBezTo>
                    <a:cubicBezTo>
                      <a:pt x="543"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07"/>
              <p:cNvSpPr/>
              <p:nvPr/>
            </p:nvSpPr>
            <p:spPr>
              <a:xfrm>
                <a:off x="4390750" y="1183850"/>
                <a:ext cx="13575" cy="13575"/>
              </a:xfrm>
              <a:custGeom>
                <a:rect b="b" l="l" r="r" t="t"/>
                <a:pathLst>
                  <a:path extrusionOk="0" h="543" w="543">
                    <a:moveTo>
                      <a:pt x="271" y="1"/>
                    </a:moveTo>
                    <a:cubicBezTo>
                      <a:pt x="122" y="1"/>
                      <a:pt x="1" y="122"/>
                      <a:pt x="1" y="272"/>
                    </a:cubicBezTo>
                    <a:cubicBezTo>
                      <a:pt x="1" y="422"/>
                      <a:pt x="122" y="543"/>
                      <a:pt x="271" y="543"/>
                    </a:cubicBezTo>
                    <a:cubicBezTo>
                      <a:pt x="421" y="543"/>
                      <a:pt x="543" y="422"/>
                      <a:pt x="543" y="272"/>
                    </a:cubicBezTo>
                    <a:cubicBezTo>
                      <a:pt x="543" y="122"/>
                      <a:pt x="421"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107"/>
              <p:cNvSpPr/>
              <p:nvPr/>
            </p:nvSpPr>
            <p:spPr>
              <a:xfrm>
                <a:off x="4431325" y="1082400"/>
                <a:ext cx="13575" cy="13575"/>
              </a:xfrm>
              <a:custGeom>
                <a:rect b="b" l="l" r="r" t="t"/>
                <a:pathLst>
                  <a:path extrusionOk="0" h="543" w="543">
                    <a:moveTo>
                      <a:pt x="272" y="1"/>
                    </a:moveTo>
                    <a:cubicBezTo>
                      <a:pt x="122" y="1"/>
                      <a:pt x="0" y="123"/>
                      <a:pt x="0" y="272"/>
                    </a:cubicBezTo>
                    <a:cubicBezTo>
                      <a:pt x="0" y="421"/>
                      <a:pt x="122" y="543"/>
                      <a:pt x="272" y="543"/>
                    </a:cubicBezTo>
                    <a:cubicBezTo>
                      <a:pt x="421" y="543"/>
                      <a:pt x="542" y="421"/>
                      <a:pt x="542" y="272"/>
                    </a:cubicBezTo>
                    <a:cubicBezTo>
                      <a:pt x="542" y="123"/>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107"/>
              <p:cNvSpPr/>
              <p:nvPr/>
            </p:nvSpPr>
            <p:spPr>
              <a:xfrm>
                <a:off x="4431325" y="1122975"/>
                <a:ext cx="13575" cy="13550"/>
              </a:xfrm>
              <a:custGeom>
                <a:rect b="b" l="l" r="r" t="t"/>
                <a:pathLst>
                  <a:path extrusionOk="0" h="542" w="543">
                    <a:moveTo>
                      <a:pt x="272" y="0"/>
                    </a:moveTo>
                    <a:cubicBezTo>
                      <a:pt x="122" y="0"/>
                      <a:pt x="0" y="122"/>
                      <a:pt x="0" y="272"/>
                    </a:cubicBezTo>
                    <a:cubicBezTo>
                      <a:pt x="0" y="421"/>
                      <a:pt x="122" y="542"/>
                      <a:pt x="272" y="542"/>
                    </a:cubicBezTo>
                    <a:cubicBezTo>
                      <a:pt x="421" y="542"/>
                      <a:pt x="542" y="421"/>
                      <a:pt x="542" y="272"/>
                    </a:cubicBezTo>
                    <a:cubicBezTo>
                      <a:pt x="542" y="122"/>
                      <a:pt x="421"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107"/>
              <p:cNvSpPr/>
              <p:nvPr/>
            </p:nvSpPr>
            <p:spPr>
              <a:xfrm>
                <a:off x="4431325" y="1163575"/>
                <a:ext cx="13575" cy="13575"/>
              </a:xfrm>
              <a:custGeom>
                <a:rect b="b" l="l" r="r" t="t"/>
                <a:pathLst>
                  <a:path extrusionOk="0" h="543" w="543">
                    <a:moveTo>
                      <a:pt x="272" y="1"/>
                    </a:moveTo>
                    <a:cubicBezTo>
                      <a:pt x="122" y="1"/>
                      <a:pt x="0" y="122"/>
                      <a:pt x="0" y="272"/>
                    </a:cubicBezTo>
                    <a:cubicBezTo>
                      <a:pt x="0" y="422"/>
                      <a:pt x="122" y="542"/>
                      <a:pt x="272" y="542"/>
                    </a:cubicBezTo>
                    <a:cubicBezTo>
                      <a:pt x="421" y="542"/>
                      <a:pt x="542" y="422"/>
                      <a:pt x="542" y="272"/>
                    </a:cubicBezTo>
                    <a:cubicBezTo>
                      <a:pt x="542" y="122"/>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07"/>
              <p:cNvSpPr/>
              <p:nvPr/>
            </p:nvSpPr>
            <p:spPr>
              <a:xfrm>
                <a:off x="4431325" y="1204150"/>
                <a:ext cx="13575" cy="13575"/>
              </a:xfrm>
              <a:custGeom>
                <a:rect b="b" l="l" r="r" t="t"/>
                <a:pathLst>
                  <a:path extrusionOk="0" h="543" w="543">
                    <a:moveTo>
                      <a:pt x="272" y="1"/>
                    </a:moveTo>
                    <a:cubicBezTo>
                      <a:pt x="122" y="1"/>
                      <a:pt x="0" y="122"/>
                      <a:pt x="0" y="271"/>
                    </a:cubicBezTo>
                    <a:cubicBezTo>
                      <a:pt x="0" y="421"/>
                      <a:pt x="122" y="543"/>
                      <a:pt x="272" y="543"/>
                    </a:cubicBezTo>
                    <a:cubicBezTo>
                      <a:pt x="421" y="543"/>
                      <a:pt x="542" y="421"/>
                      <a:pt x="542" y="271"/>
                    </a:cubicBezTo>
                    <a:cubicBezTo>
                      <a:pt x="542" y="122"/>
                      <a:pt x="42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07"/>
              <p:cNvSpPr/>
              <p:nvPr/>
            </p:nvSpPr>
            <p:spPr>
              <a:xfrm>
                <a:off x="4468225" y="1102700"/>
                <a:ext cx="13550" cy="13550"/>
              </a:xfrm>
              <a:custGeom>
                <a:rect b="b" l="l" r="r" t="t"/>
                <a:pathLst>
                  <a:path extrusionOk="0" h="542" w="542">
                    <a:moveTo>
                      <a:pt x="271" y="0"/>
                    </a:moveTo>
                    <a:cubicBezTo>
                      <a:pt x="122" y="0"/>
                      <a:pt x="0" y="122"/>
                      <a:pt x="0" y="271"/>
                    </a:cubicBezTo>
                    <a:cubicBezTo>
                      <a:pt x="0" y="421"/>
                      <a:pt x="122" y="542"/>
                      <a:pt x="271" y="542"/>
                    </a:cubicBezTo>
                    <a:cubicBezTo>
                      <a:pt x="421" y="542"/>
                      <a:pt x="542" y="421"/>
                      <a:pt x="542" y="271"/>
                    </a:cubicBezTo>
                    <a:cubicBezTo>
                      <a:pt x="542"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107"/>
              <p:cNvSpPr/>
              <p:nvPr/>
            </p:nvSpPr>
            <p:spPr>
              <a:xfrm>
                <a:off x="4468225" y="1143300"/>
                <a:ext cx="13550" cy="13575"/>
              </a:xfrm>
              <a:custGeom>
                <a:rect b="b" l="l" r="r" t="t"/>
                <a:pathLst>
                  <a:path extrusionOk="0" h="543" w="542">
                    <a:moveTo>
                      <a:pt x="271" y="0"/>
                    </a:moveTo>
                    <a:cubicBezTo>
                      <a:pt x="122" y="0"/>
                      <a:pt x="0" y="122"/>
                      <a:pt x="0" y="271"/>
                    </a:cubicBezTo>
                    <a:cubicBezTo>
                      <a:pt x="0" y="420"/>
                      <a:pt x="122" y="542"/>
                      <a:pt x="271" y="542"/>
                    </a:cubicBezTo>
                    <a:cubicBezTo>
                      <a:pt x="421" y="542"/>
                      <a:pt x="542" y="420"/>
                      <a:pt x="542" y="271"/>
                    </a:cubicBezTo>
                    <a:cubicBezTo>
                      <a:pt x="542" y="122"/>
                      <a:pt x="421"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07"/>
              <p:cNvSpPr/>
              <p:nvPr/>
            </p:nvSpPr>
            <p:spPr>
              <a:xfrm>
                <a:off x="4468225" y="1183850"/>
                <a:ext cx="13550" cy="13575"/>
              </a:xfrm>
              <a:custGeom>
                <a:rect b="b" l="l" r="r" t="t"/>
                <a:pathLst>
                  <a:path extrusionOk="0" h="543" w="542">
                    <a:moveTo>
                      <a:pt x="271" y="1"/>
                    </a:moveTo>
                    <a:cubicBezTo>
                      <a:pt x="122" y="1"/>
                      <a:pt x="0" y="122"/>
                      <a:pt x="0" y="272"/>
                    </a:cubicBezTo>
                    <a:cubicBezTo>
                      <a:pt x="0" y="422"/>
                      <a:pt x="122" y="543"/>
                      <a:pt x="271" y="543"/>
                    </a:cubicBezTo>
                    <a:cubicBezTo>
                      <a:pt x="421" y="543"/>
                      <a:pt x="542" y="422"/>
                      <a:pt x="542" y="272"/>
                    </a:cubicBezTo>
                    <a:cubicBezTo>
                      <a:pt x="542" y="122"/>
                      <a:pt x="421"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07"/>
              <p:cNvSpPr/>
              <p:nvPr/>
            </p:nvSpPr>
            <p:spPr>
              <a:xfrm>
                <a:off x="4257150" y="972200"/>
                <a:ext cx="220500" cy="220500"/>
              </a:xfrm>
              <a:custGeom>
                <a:rect b="b" l="l" r="r" t="t"/>
                <a:pathLst>
                  <a:path extrusionOk="0" h="8820" w="8820">
                    <a:moveTo>
                      <a:pt x="1945" y="1136"/>
                    </a:moveTo>
                    <a:cubicBezTo>
                      <a:pt x="2377" y="1136"/>
                      <a:pt x="2730" y="1473"/>
                      <a:pt x="2750" y="1904"/>
                    </a:cubicBezTo>
                    <a:lnTo>
                      <a:pt x="2903" y="5374"/>
                    </a:lnTo>
                    <a:cubicBezTo>
                      <a:pt x="2916" y="5668"/>
                      <a:pt x="3152" y="5904"/>
                      <a:pt x="3446" y="5917"/>
                    </a:cubicBezTo>
                    <a:lnTo>
                      <a:pt x="6916" y="6069"/>
                    </a:lnTo>
                    <a:cubicBezTo>
                      <a:pt x="7345" y="6089"/>
                      <a:pt x="7683" y="6442"/>
                      <a:pt x="7683" y="6874"/>
                    </a:cubicBezTo>
                    <a:cubicBezTo>
                      <a:pt x="7683" y="7307"/>
                      <a:pt x="7344" y="7660"/>
                      <a:pt x="6913" y="7679"/>
                    </a:cubicBezTo>
                    <a:lnTo>
                      <a:pt x="6884" y="7680"/>
                    </a:lnTo>
                    <a:lnTo>
                      <a:pt x="1139" y="7680"/>
                    </a:lnTo>
                    <a:lnTo>
                      <a:pt x="1139" y="1937"/>
                    </a:lnTo>
                    <a:lnTo>
                      <a:pt x="1140" y="1902"/>
                    </a:lnTo>
                    <a:cubicBezTo>
                      <a:pt x="1159" y="1473"/>
                      <a:pt x="1512" y="1136"/>
                      <a:pt x="1945" y="1136"/>
                    </a:cubicBezTo>
                    <a:close/>
                    <a:moveTo>
                      <a:pt x="1945" y="0"/>
                    </a:moveTo>
                    <a:cubicBezTo>
                      <a:pt x="902" y="0"/>
                      <a:pt x="50" y="813"/>
                      <a:pt x="3" y="1853"/>
                    </a:cubicBezTo>
                    <a:lnTo>
                      <a:pt x="0" y="1900"/>
                    </a:lnTo>
                    <a:lnTo>
                      <a:pt x="0" y="1926"/>
                    </a:lnTo>
                    <a:lnTo>
                      <a:pt x="0" y="8251"/>
                    </a:lnTo>
                    <a:cubicBezTo>
                      <a:pt x="1" y="8564"/>
                      <a:pt x="256" y="8820"/>
                      <a:pt x="571" y="8820"/>
                    </a:cubicBezTo>
                    <a:lnTo>
                      <a:pt x="6898" y="8820"/>
                    </a:lnTo>
                    <a:cubicBezTo>
                      <a:pt x="6907" y="8820"/>
                      <a:pt x="6916" y="8820"/>
                      <a:pt x="6925" y="8819"/>
                    </a:cubicBezTo>
                    <a:lnTo>
                      <a:pt x="6964" y="8817"/>
                    </a:lnTo>
                    <a:cubicBezTo>
                      <a:pt x="8004" y="8770"/>
                      <a:pt x="8820" y="7917"/>
                      <a:pt x="8820" y="6875"/>
                    </a:cubicBezTo>
                    <a:cubicBezTo>
                      <a:pt x="8820" y="5833"/>
                      <a:pt x="8004" y="4981"/>
                      <a:pt x="6965" y="4934"/>
                    </a:cubicBezTo>
                    <a:lnTo>
                      <a:pt x="4016" y="4804"/>
                    </a:lnTo>
                    <a:lnTo>
                      <a:pt x="3886" y="1855"/>
                    </a:lnTo>
                    <a:cubicBezTo>
                      <a:pt x="3839" y="815"/>
                      <a:pt x="2987" y="0"/>
                      <a:pt x="1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107"/>
            <p:cNvGrpSpPr/>
            <p:nvPr/>
          </p:nvGrpSpPr>
          <p:grpSpPr>
            <a:xfrm>
              <a:off x="-125614" y="3756078"/>
              <a:ext cx="786671" cy="1162321"/>
              <a:chOff x="3074375" y="2791788"/>
              <a:chExt cx="262425" cy="387738"/>
            </a:xfrm>
          </p:grpSpPr>
          <p:sp>
            <p:nvSpPr>
              <p:cNvPr id="8412" name="Google Shape;8412;p107"/>
              <p:cNvSpPr/>
              <p:nvPr/>
            </p:nvSpPr>
            <p:spPr>
              <a:xfrm>
                <a:off x="3074396" y="2791788"/>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3" name="Google Shape;8413;p107"/>
              <p:cNvGrpSpPr/>
              <p:nvPr/>
            </p:nvGrpSpPr>
            <p:grpSpPr>
              <a:xfrm>
                <a:off x="3074375" y="2791800"/>
                <a:ext cx="262425" cy="387725"/>
                <a:chOff x="3074375" y="2791800"/>
                <a:chExt cx="262425" cy="387725"/>
              </a:xfrm>
            </p:grpSpPr>
            <p:sp>
              <p:nvSpPr>
                <p:cNvPr id="8414" name="Google Shape;8414;p107"/>
                <p:cNvSpPr/>
                <p:nvPr/>
              </p:nvSpPr>
              <p:spPr>
                <a:xfrm>
                  <a:off x="3074425" y="2791925"/>
                  <a:ext cx="262375" cy="387600"/>
                </a:xfrm>
                <a:custGeom>
                  <a:rect b="b" l="l" r="r" t="t"/>
                  <a:pathLst>
                    <a:path extrusionOk="0" h="15504" w="10495">
                      <a:moveTo>
                        <a:pt x="0" y="1"/>
                      </a:moveTo>
                      <a:lnTo>
                        <a:pt x="0" y="10256"/>
                      </a:lnTo>
                      <a:cubicBezTo>
                        <a:pt x="0" y="10416"/>
                        <a:pt x="9" y="10575"/>
                        <a:pt x="22" y="10733"/>
                      </a:cubicBezTo>
                      <a:cubicBezTo>
                        <a:pt x="31" y="10834"/>
                        <a:pt x="44" y="10937"/>
                        <a:pt x="59" y="11038"/>
                      </a:cubicBezTo>
                      <a:cubicBezTo>
                        <a:pt x="62" y="11068"/>
                        <a:pt x="67" y="11099"/>
                        <a:pt x="73" y="11128"/>
                      </a:cubicBezTo>
                      <a:cubicBezTo>
                        <a:pt x="86" y="11208"/>
                        <a:pt x="102" y="11288"/>
                        <a:pt x="118" y="11367"/>
                      </a:cubicBezTo>
                      <a:cubicBezTo>
                        <a:pt x="180" y="11653"/>
                        <a:pt x="266" y="11930"/>
                        <a:pt x="371" y="12196"/>
                      </a:cubicBezTo>
                      <a:cubicBezTo>
                        <a:pt x="479" y="12468"/>
                        <a:pt x="609" y="12730"/>
                        <a:pt x="760" y="12977"/>
                      </a:cubicBezTo>
                      <a:cubicBezTo>
                        <a:pt x="865" y="13148"/>
                        <a:pt x="977" y="13311"/>
                        <a:pt x="1099" y="13468"/>
                      </a:cubicBezTo>
                      <a:cubicBezTo>
                        <a:pt x="1209" y="13609"/>
                        <a:pt x="1325" y="13744"/>
                        <a:pt x="1449" y="13873"/>
                      </a:cubicBezTo>
                      <a:cubicBezTo>
                        <a:pt x="1473" y="13898"/>
                        <a:pt x="1496" y="13923"/>
                        <a:pt x="1520" y="13947"/>
                      </a:cubicBezTo>
                      <a:lnTo>
                        <a:pt x="1538" y="13965"/>
                      </a:lnTo>
                      <a:cubicBezTo>
                        <a:pt x="1646" y="14074"/>
                        <a:pt x="1761" y="14177"/>
                        <a:pt x="1879" y="14278"/>
                      </a:cubicBezTo>
                      <a:cubicBezTo>
                        <a:pt x="1962" y="14348"/>
                        <a:pt x="2048" y="14415"/>
                        <a:pt x="2137" y="14481"/>
                      </a:cubicBezTo>
                      <a:cubicBezTo>
                        <a:pt x="2177" y="14511"/>
                        <a:pt x="2219" y="14542"/>
                        <a:pt x="2260" y="14570"/>
                      </a:cubicBezTo>
                      <a:cubicBezTo>
                        <a:pt x="2425" y="14683"/>
                        <a:pt x="2595" y="14789"/>
                        <a:pt x="2771" y="14883"/>
                      </a:cubicBezTo>
                      <a:cubicBezTo>
                        <a:pt x="2790" y="14894"/>
                        <a:pt x="2806" y="14903"/>
                        <a:pt x="2825" y="14912"/>
                      </a:cubicBezTo>
                      <a:cubicBezTo>
                        <a:pt x="2889" y="14945"/>
                        <a:pt x="2954" y="14977"/>
                        <a:pt x="3019" y="15008"/>
                      </a:cubicBezTo>
                      <a:cubicBezTo>
                        <a:pt x="3179" y="15084"/>
                        <a:pt x="3344" y="15151"/>
                        <a:pt x="3512" y="15209"/>
                      </a:cubicBezTo>
                      <a:cubicBezTo>
                        <a:pt x="3550" y="15223"/>
                        <a:pt x="3589" y="15235"/>
                        <a:pt x="3627" y="15249"/>
                      </a:cubicBezTo>
                      <a:cubicBezTo>
                        <a:pt x="3774" y="15296"/>
                        <a:pt x="3922" y="15337"/>
                        <a:pt x="4075" y="15372"/>
                      </a:cubicBezTo>
                      <a:cubicBezTo>
                        <a:pt x="4117" y="15382"/>
                        <a:pt x="4158" y="15392"/>
                        <a:pt x="4201" y="15399"/>
                      </a:cubicBezTo>
                      <a:cubicBezTo>
                        <a:pt x="4426" y="15446"/>
                        <a:pt x="4655" y="15477"/>
                        <a:pt x="4889" y="15492"/>
                      </a:cubicBezTo>
                      <a:cubicBezTo>
                        <a:pt x="5008" y="15500"/>
                        <a:pt x="5127" y="15504"/>
                        <a:pt x="5248" y="15504"/>
                      </a:cubicBezTo>
                      <a:cubicBezTo>
                        <a:pt x="5358" y="15504"/>
                        <a:pt x="5468" y="15500"/>
                        <a:pt x="5576" y="15493"/>
                      </a:cubicBezTo>
                      <a:cubicBezTo>
                        <a:pt x="5690" y="15486"/>
                        <a:pt x="5801" y="15476"/>
                        <a:pt x="5913" y="15461"/>
                      </a:cubicBezTo>
                      <a:cubicBezTo>
                        <a:pt x="5937" y="15457"/>
                        <a:pt x="5963" y="15455"/>
                        <a:pt x="5989" y="15451"/>
                      </a:cubicBezTo>
                      <a:cubicBezTo>
                        <a:pt x="6082" y="15439"/>
                        <a:pt x="6174" y="15423"/>
                        <a:pt x="6264" y="15404"/>
                      </a:cubicBezTo>
                      <a:cubicBezTo>
                        <a:pt x="6365" y="15384"/>
                        <a:pt x="6464" y="15362"/>
                        <a:pt x="6563" y="15336"/>
                      </a:cubicBezTo>
                      <a:cubicBezTo>
                        <a:pt x="6695" y="15302"/>
                        <a:pt x="6824" y="15264"/>
                        <a:pt x="6951" y="15220"/>
                      </a:cubicBezTo>
                      <a:cubicBezTo>
                        <a:pt x="7098" y="15170"/>
                        <a:pt x="7242" y="15113"/>
                        <a:pt x="7381" y="15052"/>
                      </a:cubicBezTo>
                      <a:cubicBezTo>
                        <a:pt x="7452" y="15019"/>
                        <a:pt x="7526" y="14985"/>
                        <a:pt x="7596" y="14949"/>
                      </a:cubicBezTo>
                      <a:cubicBezTo>
                        <a:pt x="7610" y="14941"/>
                        <a:pt x="7625" y="14935"/>
                        <a:pt x="7639" y="14928"/>
                      </a:cubicBezTo>
                      <a:cubicBezTo>
                        <a:pt x="7715" y="14887"/>
                        <a:pt x="7791" y="14847"/>
                        <a:pt x="7866" y="14804"/>
                      </a:cubicBezTo>
                      <a:cubicBezTo>
                        <a:pt x="8024" y="14712"/>
                        <a:pt x="8178" y="14611"/>
                        <a:pt x="8326" y="14505"/>
                      </a:cubicBezTo>
                      <a:cubicBezTo>
                        <a:pt x="8519" y="14365"/>
                        <a:pt x="8702" y="14213"/>
                        <a:pt x="8873" y="14048"/>
                      </a:cubicBezTo>
                      <a:cubicBezTo>
                        <a:pt x="8921" y="14002"/>
                        <a:pt x="8967" y="13956"/>
                        <a:pt x="9014" y="13908"/>
                      </a:cubicBezTo>
                      <a:cubicBezTo>
                        <a:pt x="9052" y="13868"/>
                        <a:pt x="9091" y="13827"/>
                        <a:pt x="9128" y="13785"/>
                      </a:cubicBezTo>
                      <a:cubicBezTo>
                        <a:pt x="9343" y="13551"/>
                        <a:pt x="9535" y="13298"/>
                        <a:pt x="9702" y="13029"/>
                      </a:cubicBezTo>
                      <a:cubicBezTo>
                        <a:pt x="9721" y="13000"/>
                        <a:pt x="9737" y="12973"/>
                        <a:pt x="9754" y="12944"/>
                      </a:cubicBezTo>
                      <a:cubicBezTo>
                        <a:pt x="9766" y="12924"/>
                        <a:pt x="9779" y="12903"/>
                        <a:pt x="9790" y="12882"/>
                      </a:cubicBezTo>
                      <a:cubicBezTo>
                        <a:pt x="9854" y="12773"/>
                        <a:pt x="9913" y="12662"/>
                        <a:pt x="9968" y="12549"/>
                      </a:cubicBezTo>
                      <a:cubicBezTo>
                        <a:pt x="10132" y="12210"/>
                        <a:pt x="10263" y="11853"/>
                        <a:pt x="10351" y="11479"/>
                      </a:cubicBezTo>
                      <a:cubicBezTo>
                        <a:pt x="10366" y="11421"/>
                        <a:pt x="10379" y="11362"/>
                        <a:pt x="10390" y="11302"/>
                      </a:cubicBezTo>
                      <a:cubicBezTo>
                        <a:pt x="10459" y="10964"/>
                        <a:pt x="10495" y="10613"/>
                        <a:pt x="10495" y="10253"/>
                      </a:cubicBezTo>
                      <a:lnTo>
                        <a:pt x="104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107"/>
                <p:cNvSpPr/>
                <p:nvPr/>
              </p:nvSpPr>
              <p:spPr>
                <a:xfrm>
                  <a:off x="3074425" y="2912325"/>
                  <a:ext cx="152250" cy="55200"/>
                </a:xfrm>
                <a:custGeom>
                  <a:rect b="b" l="l" r="r" t="t"/>
                  <a:pathLst>
                    <a:path extrusionOk="0" h="2208" w="6090">
                      <a:moveTo>
                        <a:pt x="0" y="0"/>
                      </a:moveTo>
                      <a:lnTo>
                        <a:pt x="0" y="1144"/>
                      </a:lnTo>
                      <a:cubicBezTo>
                        <a:pt x="1551" y="1827"/>
                        <a:pt x="3267" y="2208"/>
                        <a:pt x="5071" y="2208"/>
                      </a:cubicBezTo>
                      <a:cubicBezTo>
                        <a:pt x="5109" y="2208"/>
                        <a:pt x="5146" y="2208"/>
                        <a:pt x="5185" y="2204"/>
                      </a:cubicBezTo>
                      <a:cubicBezTo>
                        <a:pt x="5198" y="2205"/>
                        <a:pt x="5210" y="2206"/>
                        <a:pt x="5223" y="2206"/>
                      </a:cubicBezTo>
                      <a:cubicBezTo>
                        <a:pt x="5240" y="2206"/>
                        <a:pt x="5257" y="2204"/>
                        <a:pt x="5275" y="2200"/>
                      </a:cubicBezTo>
                      <a:cubicBezTo>
                        <a:pt x="5293" y="2201"/>
                        <a:pt x="5310" y="2202"/>
                        <a:pt x="5327" y="2202"/>
                      </a:cubicBezTo>
                      <a:cubicBezTo>
                        <a:pt x="5357" y="2202"/>
                        <a:pt x="5386" y="2200"/>
                        <a:pt x="5417" y="2196"/>
                      </a:cubicBezTo>
                      <a:cubicBezTo>
                        <a:pt x="5420" y="2198"/>
                        <a:pt x="5424" y="2199"/>
                        <a:pt x="5428" y="2199"/>
                      </a:cubicBezTo>
                      <a:cubicBezTo>
                        <a:pt x="5431" y="2199"/>
                        <a:pt x="5435" y="2198"/>
                        <a:pt x="5438" y="2196"/>
                      </a:cubicBezTo>
                      <a:cubicBezTo>
                        <a:pt x="5439" y="2197"/>
                        <a:pt x="5440" y="2198"/>
                        <a:pt x="5443" y="2198"/>
                      </a:cubicBezTo>
                      <a:cubicBezTo>
                        <a:pt x="5445" y="2198"/>
                        <a:pt x="5447" y="2197"/>
                        <a:pt x="5448" y="2196"/>
                      </a:cubicBezTo>
                      <a:cubicBezTo>
                        <a:pt x="5450" y="2198"/>
                        <a:pt x="5452" y="2199"/>
                        <a:pt x="5453" y="2199"/>
                      </a:cubicBezTo>
                      <a:cubicBezTo>
                        <a:pt x="5455" y="2199"/>
                        <a:pt x="5457" y="2198"/>
                        <a:pt x="5459" y="2196"/>
                      </a:cubicBezTo>
                      <a:cubicBezTo>
                        <a:pt x="5462" y="2198"/>
                        <a:pt x="5467" y="2199"/>
                        <a:pt x="5471" y="2199"/>
                      </a:cubicBezTo>
                      <a:cubicBezTo>
                        <a:pt x="5475" y="2199"/>
                        <a:pt x="5480" y="2198"/>
                        <a:pt x="5483" y="2196"/>
                      </a:cubicBezTo>
                      <a:cubicBezTo>
                        <a:pt x="5485" y="2198"/>
                        <a:pt x="5487" y="2199"/>
                        <a:pt x="5490" y="2199"/>
                      </a:cubicBezTo>
                      <a:cubicBezTo>
                        <a:pt x="5493" y="2199"/>
                        <a:pt x="5495" y="2198"/>
                        <a:pt x="5497" y="2196"/>
                      </a:cubicBezTo>
                      <a:cubicBezTo>
                        <a:pt x="5498" y="2198"/>
                        <a:pt x="5499" y="2198"/>
                        <a:pt x="5501" y="2198"/>
                      </a:cubicBezTo>
                      <a:cubicBezTo>
                        <a:pt x="5503" y="2198"/>
                        <a:pt x="5505" y="2196"/>
                        <a:pt x="5507" y="2196"/>
                      </a:cubicBezTo>
                      <a:lnTo>
                        <a:pt x="5514" y="2196"/>
                      </a:lnTo>
                      <a:cubicBezTo>
                        <a:pt x="5521" y="2196"/>
                        <a:pt x="5525" y="2196"/>
                        <a:pt x="5531" y="2192"/>
                      </a:cubicBezTo>
                      <a:cubicBezTo>
                        <a:pt x="5532" y="2194"/>
                        <a:pt x="5532" y="2195"/>
                        <a:pt x="5533" y="2195"/>
                      </a:cubicBezTo>
                      <a:cubicBezTo>
                        <a:pt x="5534" y="2195"/>
                        <a:pt x="5535" y="2194"/>
                        <a:pt x="5537" y="2192"/>
                      </a:cubicBezTo>
                      <a:cubicBezTo>
                        <a:pt x="5537" y="2192"/>
                        <a:pt x="5538" y="2194"/>
                        <a:pt x="5540" y="2194"/>
                      </a:cubicBezTo>
                      <a:cubicBezTo>
                        <a:pt x="5541" y="2194"/>
                        <a:pt x="5542" y="2194"/>
                        <a:pt x="5543" y="2192"/>
                      </a:cubicBezTo>
                      <a:cubicBezTo>
                        <a:pt x="5545" y="2194"/>
                        <a:pt x="5548" y="2195"/>
                        <a:pt x="5552" y="2195"/>
                      </a:cubicBezTo>
                      <a:cubicBezTo>
                        <a:pt x="5555" y="2195"/>
                        <a:pt x="5559" y="2194"/>
                        <a:pt x="5562" y="2192"/>
                      </a:cubicBezTo>
                      <a:cubicBezTo>
                        <a:pt x="5565" y="2194"/>
                        <a:pt x="5568" y="2195"/>
                        <a:pt x="5573" y="2195"/>
                      </a:cubicBezTo>
                      <a:cubicBezTo>
                        <a:pt x="5577" y="2195"/>
                        <a:pt x="5581" y="2194"/>
                        <a:pt x="5587" y="2192"/>
                      </a:cubicBezTo>
                      <a:lnTo>
                        <a:pt x="5603" y="2192"/>
                      </a:lnTo>
                      <a:cubicBezTo>
                        <a:pt x="5620" y="2192"/>
                        <a:pt x="5636" y="2192"/>
                        <a:pt x="5655" y="2188"/>
                      </a:cubicBezTo>
                      <a:lnTo>
                        <a:pt x="5659" y="2188"/>
                      </a:lnTo>
                      <a:cubicBezTo>
                        <a:pt x="5660" y="2187"/>
                        <a:pt x="5661" y="2187"/>
                        <a:pt x="5661" y="2187"/>
                      </a:cubicBezTo>
                      <a:cubicBezTo>
                        <a:pt x="5662" y="2187"/>
                        <a:pt x="5662" y="2188"/>
                        <a:pt x="5662" y="2188"/>
                      </a:cubicBezTo>
                      <a:cubicBezTo>
                        <a:pt x="5804" y="2181"/>
                        <a:pt x="5948" y="2170"/>
                        <a:pt x="6089" y="2160"/>
                      </a:cubicBezTo>
                      <a:cubicBezTo>
                        <a:pt x="6014" y="2154"/>
                        <a:pt x="5937" y="2146"/>
                        <a:pt x="5862" y="2145"/>
                      </a:cubicBezTo>
                      <a:cubicBezTo>
                        <a:pt x="5840" y="2142"/>
                        <a:pt x="5820" y="2142"/>
                        <a:pt x="5799" y="2138"/>
                      </a:cubicBezTo>
                      <a:cubicBezTo>
                        <a:pt x="5751" y="2135"/>
                        <a:pt x="5702" y="2128"/>
                        <a:pt x="5654" y="2121"/>
                      </a:cubicBezTo>
                      <a:lnTo>
                        <a:pt x="5650" y="2121"/>
                      </a:lnTo>
                      <a:cubicBezTo>
                        <a:pt x="5633" y="2121"/>
                        <a:pt x="5616" y="2118"/>
                        <a:pt x="5598" y="2118"/>
                      </a:cubicBezTo>
                      <a:cubicBezTo>
                        <a:pt x="5594" y="2118"/>
                        <a:pt x="5588" y="2114"/>
                        <a:pt x="5583" y="2114"/>
                      </a:cubicBezTo>
                      <a:lnTo>
                        <a:pt x="5571" y="2114"/>
                      </a:lnTo>
                      <a:cubicBezTo>
                        <a:pt x="5565" y="2114"/>
                        <a:pt x="5557" y="2110"/>
                        <a:pt x="5550" y="2110"/>
                      </a:cubicBezTo>
                      <a:lnTo>
                        <a:pt x="5546" y="2110"/>
                      </a:lnTo>
                      <a:cubicBezTo>
                        <a:pt x="5539" y="2110"/>
                        <a:pt x="5536" y="2110"/>
                        <a:pt x="5532" y="2105"/>
                      </a:cubicBezTo>
                      <a:lnTo>
                        <a:pt x="5515" y="2105"/>
                      </a:lnTo>
                      <a:cubicBezTo>
                        <a:pt x="5513" y="2105"/>
                        <a:pt x="5511" y="2104"/>
                        <a:pt x="5509" y="2104"/>
                      </a:cubicBezTo>
                      <a:cubicBezTo>
                        <a:pt x="5508" y="2104"/>
                        <a:pt x="5506" y="2104"/>
                        <a:pt x="5505" y="2105"/>
                      </a:cubicBezTo>
                      <a:cubicBezTo>
                        <a:pt x="5501" y="2102"/>
                        <a:pt x="5499" y="2102"/>
                        <a:pt x="5495" y="2102"/>
                      </a:cubicBezTo>
                      <a:lnTo>
                        <a:pt x="5491" y="2102"/>
                      </a:lnTo>
                      <a:cubicBezTo>
                        <a:pt x="5480" y="2102"/>
                        <a:pt x="5471" y="2098"/>
                        <a:pt x="5464" y="2098"/>
                      </a:cubicBezTo>
                      <a:cubicBezTo>
                        <a:pt x="5457" y="2098"/>
                        <a:pt x="5449" y="2094"/>
                        <a:pt x="5446" y="2094"/>
                      </a:cubicBezTo>
                      <a:cubicBezTo>
                        <a:pt x="5436" y="2094"/>
                        <a:pt x="5426" y="2090"/>
                        <a:pt x="5415" y="2090"/>
                      </a:cubicBezTo>
                      <a:lnTo>
                        <a:pt x="5411" y="2090"/>
                      </a:lnTo>
                      <a:cubicBezTo>
                        <a:pt x="5370" y="2084"/>
                        <a:pt x="5328" y="2080"/>
                        <a:pt x="5286" y="2073"/>
                      </a:cubicBezTo>
                      <a:cubicBezTo>
                        <a:pt x="5279" y="2069"/>
                        <a:pt x="5272" y="2069"/>
                        <a:pt x="5266" y="2069"/>
                      </a:cubicBezTo>
                      <a:cubicBezTo>
                        <a:pt x="3332" y="1783"/>
                        <a:pt x="1542" y="106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107"/>
                <p:cNvSpPr/>
                <p:nvPr/>
              </p:nvSpPr>
              <p:spPr>
                <a:xfrm>
                  <a:off x="3198150" y="2965550"/>
                  <a:ext cx="138650" cy="46475"/>
                </a:xfrm>
                <a:custGeom>
                  <a:rect b="b" l="l" r="r" t="t"/>
                  <a:pathLst>
                    <a:path extrusionOk="0" h="1859" w="5546">
                      <a:moveTo>
                        <a:pt x="1025" y="0"/>
                      </a:moveTo>
                      <a:cubicBezTo>
                        <a:pt x="985" y="0"/>
                        <a:pt x="948" y="0"/>
                        <a:pt x="909" y="3"/>
                      </a:cubicBezTo>
                      <a:cubicBezTo>
                        <a:pt x="899" y="3"/>
                        <a:pt x="889" y="2"/>
                        <a:pt x="879" y="2"/>
                      </a:cubicBezTo>
                      <a:cubicBezTo>
                        <a:pt x="861" y="2"/>
                        <a:pt x="844" y="4"/>
                        <a:pt x="825" y="7"/>
                      </a:cubicBezTo>
                      <a:cubicBezTo>
                        <a:pt x="808" y="7"/>
                        <a:pt x="789" y="6"/>
                        <a:pt x="771" y="6"/>
                      </a:cubicBezTo>
                      <a:cubicBezTo>
                        <a:pt x="739" y="6"/>
                        <a:pt x="707" y="8"/>
                        <a:pt x="676" y="12"/>
                      </a:cubicBezTo>
                      <a:cubicBezTo>
                        <a:pt x="672" y="9"/>
                        <a:pt x="668" y="8"/>
                        <a:pt x="663" y="8"/>
                      </a:cubicBezTo>
                      <a:cubicBezTo>
                        <a:pt x="659" y="8"/>
                        <a:pt x="655" y="9"/>
                        <a:pt x="651" y="12"/>
                      </a:cubicBezTo>
                      <a:cubicBezTo>
                        <a:pt x="650" y="11"/>
                        <a:pt x="648" y="8"/>
                        <a:pt x="646" y="8"/>
                      </a:cubicBezTo>
                      <a:cubicBezTo>
                        <a:pt x="644" y="8"/>
                        <a:pt x="643" y="11"/>
                        <a:pt x="641" y="12"/>
                      </a:cubicBezTo>
                      <a:cubicBezTo>
                        <a:pt x="640" y="9"/>
                        <a:pt x="639" y="8"/>
                        <a:pt x="638" y="8"/>
                      </a:cubicBezTo>
                      <a:cubicBezTo>
                        <a:pt x="638" y="8"/>
                        <a:pt x="637" y="9"/>
                        <a:pt x="634" y="12"/>
                      </a:cubicBezTo>
                      <a:cubicBezTo>
                        <a:pt x="631" y="9"/>
                        <a:pt x="627" y="8"/>
                        <a:pt x="622" y="8"/>
                      </a:cubicBezTo>
                      <a:cubicBezTo>
                        <a:pt x="618" y="8"/>
                        <a:pt x="613" y="9"/>
                        <a:pt x="610" y="12"/>
                      </a:cubicBezTo>
                      <a:cubicBezTo>
                        <a:pt x="606" y="9"/>
                        <a:pt x="603" y="8"/>
                        <a:pt x="601" y="8"/>
                      </a:cubicBezTo>
                      <a:cubicBezTo>
                        <a:pt x="598" y="8"/>
                        <a:pt x="595" y="9"/>
                        <a:pt x="592" y="12"/>
                      </a:cubicBezTo>
                      <a:lnTo>
                        <a:pt x="576" y="12"/>
                      </a:lnTo>
                      <a:cubicBezTo>
                        <a:pt x="568" y="12"/>
                        <a:pt x="565" y="12"/>
                        <a:pt x="558" y="16"/>
                      </a:cubicBezTo>
                      <a:lnTo>
                        <a:pt x="555" y="16"/>
                      </a:lnTo>
                      <a:cubicBezTo>
                        <a:pt x="553" y="14"/>
                        <a:pt x="551" y="13"/>
                        <a:pt x="549" y="13"/>
                      </a:cubicBezTo>
                      <a:cubicBezTo>
                        <a:pt x="548" y="13"/>
                        <a:pt x="546" y="14"/>
                        <a:pt x="545" y="16"/>
                      </a:cubicBezTo>
                      <a:cubicBezTo>
                        <a:pt x="543" y="14"/>
                        <a:pt x="540" y="13"/>
                        <a:pt x="536" y="13"/>
                      </a:cubicBezTo>
                      <a:cubicBezTo>
                        <a:pt x="533" y="13"/>
                        <a:pt x="529" y="14"/>
                        <a:pt x="526" y="16"/>
                      </a:cubicBezTo>
                      <a:cubicBezTo>
                        <a:pt x="523" y="14"/>
                        <a:pt x="519" y="13"/>
                        <a:pt x="515" y="13"/>
                      </a:cubicBezTo>
                      <a:cubicBezTo>
                        <a:pt x="511" y="13"/>
                        <a:pt x="506" y="14"/>
                        <a:pt x="501" y="16"/>
                      </a:cubicBezTo>
                      <a:lnTo>
                        <a:pt x="473" y="16"/>
                      </a:lnTo>
                      <a:cubicBezTo>
                        <a:pt x="462" y="17"/>
                        <a:pt x="449" y="17"/>
                        <a:pt x="436" y="19"/>
                      </a:cubicBezTo>
                      <a:lnTo>
                        <a:pt x="432" y="19"/>
                      </a:lnTo>
                      <a:cubicBezTo>
                        <a:pt x="290" y="27"/>
                        <a:pt x="143" y="37"/>
                        <a:pt x="1" y="48"/>
                      </a:cubicBezTo>
                      <a:cubicBezTo>
                        <a:pt x="77" y="54"/>
                        <a:pt x="155" y="62"/>
                        <a:pt x="231" y="68"/>
                      </a:cubicBezTo>
                      <a:cubicBezTo>
                        <a:pt x="256" y="70"/>
                        <a:pt x="276" y="70"/>
                        <a:pt x="300" y="75"/>
                      </a:cubicBezTo>
                      <a:cubicBezTo>
                        <a:pt x="345" y="79"/>
                        <a:pt x="395" y="86"/>
                        <a:pt x="439" y="93"/>
                      </a:cubicBezTo>
                      <a:lnTo>
                        <a:pt x="444" y="93"/>
                      </a:lnTo>
                      <a:cubicBezTo>
                        <a:pt x="462" y="93"/>
                        <a:pt x="476" y="96"/>
                        <a:pt x="493" y="96"/>
                      </a:cubicBezTo>
                      <a:cubicBezTo>
                        <a:pt x="500" y="96"/>
                        <a:pt x="504" y="100"/>
                        <a:pt x="511" y="100"/>
                      </a:cubicBezTo>
                      <a:lnTo>
                        <a:pt x="525" y="100"/>
                      </a:lnTo>
                      <a:cubicBezTo>
                        <a:pt x="531" y="100"/>
                        <a:pt x="535" y="104"/>
                        <a:pt x="542" y="104"/>
                      </a:cubicBezTo>
                      <a:lnTo>
                        <a:pt x="546" y="104"/>
                      </a:lnTo>
                      <a:cubicBezTo>
                        <a:pt x="552" y="104"/>
                        <a:pt x="558" y="104"/>
                        <a:pt x="562" y="109"/>
                      </a:cubicBezTo>
                      <a:lnTo>
                        <a:pt x="587" y="109"/>
                      </a:lnTo>
                      <a:cubicBezTo>
                        <a:pt x="591" y="113"/>
                        <a:pt x="593" y="113"/>
                        <a:pt x="597" y="113"/>
                      </a:cubicBezTo>
                      <a:lnTo>
                        <a:pt x="606" y="113"/>
                      </a:lnTo>
                      <a:cubicBezTo>
                        <a:pt x="616" y="113"/>
                        <a:pt x="623" y="116"/>
                        <a:pt x="629" y="116"/>
                      </a:cubicBezTo>
                      <a:cubicBezTo>
                        <a:pt x="637" y="116"/>
                        <a:pt x="640" y="116"/>
                        <a:pt x="647" y="120"/>
                      </a:cubicBezTo>
                      <a:cubicBezTo>
                        <a:pt x="657" y="120"/>
                        <a:pt x="671" y="124"/>
                        <a:pt x="681" y="124"/>
                      </a:cubicBezTo>
                      <a:cubicBezTo>
                        <a:pt x="722" y="131"/>
                        <a:pt x="761" y="135"/>
                        <a:pt x="803" y="142"/>
                      </a:cubicBezTo>
                      <a:cubicBezTo>
                        <a:pt x="810" y="142"/>
                        <a:pt x="820" y="146"/>
                        <a:pt x="826" y="146"/>
                      </a:cubicBezTo>
                      <a:cubicBezTo>
                        <a:pt x="2536" y="396"/>
                        <a:pt x="4133" y="992"/>
                        <a:pt x="5546" y="1859"/>
                      </a:cubicBezTo>
                      <a:lnTo>
                        <a:pt x="5546" y="845"/>
                      </a:lnTo>
                      <a:cubicBezTo>
                        <a:pt x="4143" y="305"/>
                        <a:pt x="2619" y="6"/>
                        <a:pt x="1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07"/>
                <p:cNvSpPr/>
                <p:nvPr/>
              </p:nvSpPr>
              <p:spPr>
                <a:xfrm>
                  <a:off x="3211425" y="2791800"/>
                  <a:ext cx="84900" cy="189025"/>
                </a:xfrm>
                <a:custGeom>
                  <a:rect b="b" l="l" r="r" t="t"/>
                  <a:pathLst>
                    <a:path extrusionOk="0" h="7561" w="3396">
                      <a:moveTo>
                        <a:pt x="1835" y="1"/>
                      </a:moveTo>
                      <a:cubicBezTo>
                        <a:pt x="671" y="1906"/>
                        <a:pt x="0" y="4144"/>
                        <a:pt x="0" y="6538"/>
                      </a:cubicBezTo>
                      <a:cubicBezTo>
                        <a:pt x="0" y="6580"/>
                        <a:pt x="0" y="6619"/>
                        <a:pt x="4" y="6660"/>
                      </a:cubicBezTo>
                      <a:cubicBezTo>
                        <a:pt x="0" y="6684"/>
                        <a:pt x="0" y="6705"/>
                        <a:pt x="4" y="6729"/>
                      </a:cubicBezTo>
                      <a:cubicBezTo>
                        <a:pt x="4" y="6782"/>
                        <a:pt x="4" y="6832"/>
                        <a:pt x="9" y="6883"/>
                      </a:cubicBezTo>
                      <a:lnTo>
                        <a:pt x="9" y="6949"/>
                      </a:lnTo>
                      <a:cubicBezTo>
                        <a:pt x="9" y="6955"/>
                        <a:pt x="9" y="6963"/>
                        <a:pt x="12" y="6970"/>
                      </a:cubicBezTo>
                      <a:lnTo>
                        <a:pt x="12" y="7055"/>
                      </a:lnTo>
                      <a:cubicBezTo>
                        <a:pt x="12" y="7055"/>
                        <a:pt x="16" y="7055"/>
                        <a:pt x="12" y="7060"/>
                      </a:cubicBezTo>
                      <a:cubicBezTo>
                        <a:pt x="16" y="7064"/>
                        <a:pt x="16" y="7068"/>
                        <a:pt x="12" y="7074"/>
                      </a:cubicBezTo>
                      <a:cubicBezTo>
                        <a:pt x="16" y="7078"/>
                        <a:pt x="16" y="7080"/>
                        <a:pt x="16" y="7084"/>
                      </a:cubicBezTo>
                      <a:lnTo>
                        <a:pt x="16" y="7115"/>
                      </a:lnTo>
                      <a:cubicBezTo>
                        <a:pt x="16" y="7119"/>
                        <a:pt x="20" y="7126"/>
                        <a:pt x="20" y="7130"/>
                      </a:cubicBezTo>
                      <a:cubicBezTo>
                        <a:pt x="26" y="7271"/>
                        <a:pt x="36" y="7419"/>
                        <a:pt x="47" y="7560"/>
                      </a:cubicBezTo>
                      <a:cubicBezTo>
                        <a:pt x="53" y="7481"/>
                        <a:pt x="61" y="7404"/>
                        <a:pt x="67" y="7324"/>
                      </a:cubicBezTo>
                      <a:cubicBezTo>
                        <a:pt x="70" y="7303"/>
                        <a:pt x="70" y="7283"/>
                        <a:pt x="74" y="7262"/>
                      </a:cubicBezTo>
                      <a:lnTo>
                        <a:pt x="74" y="7259"/>
                      </a:lnTo>
                      <a:cubicBezTo>
                        <a:pt x="78" y="7213"/>
                        <a:pt x="86" y="7168"/>
                        <a:pt x="92" y="7123"/>
                      </a:cubicBezTo>
                      <a:lnTo>
                        <a:pt x="92" y="7119"/>
                      </a:lnTo>
                      <a:cubicBezTo>
                        <a:pt x="92" y="7102"/>
                        <a:pt x="96" y="7085"/>
                        <a:pt x="96" y="7068"/>
                      </a:cubicBezTo>
                      <a:cubicBezTo>
                        <a:pt x="96" y="7060"/>
                        <a:pt x="99" y="7055"/>
                        <a:pt x="99" y="7049"/>
                      </a:cubicBezTo>
                      <a:cubicBezTo>
                        <a:pt x="103" y="7049"/>
                        <a:pt x="99" y="7045"/>
                        <a:pt x="99" y="7045"/>
                      </a:cubicBezTo>
                      <a:lnTo>
                        <a:pt x="99" y="7039"/>
                      </a:lnTo>
                      <a:cubicBezTo>
                        <a:pt x="99" y="7033"/>
                        <a:pt x="103" y="7025"/>
                        <a:pt x="103" y="7018"/>
                      </a:cubicBezTo>
                      <a:lnTo>
                        <a:pt x="103" y="7012"/>
                      </a:lnTo>
                      <a:cubicBezTo>
                        <a:pt x="103" y="7008"/>
                        <a:pt x="103" y="7006"/>
                        <a:pt x="108" y="7002"/>
                      </a:cubicBezTo>
                      <a:lnTo>
                        <a:pt x="108" y="6977"/>
                      </a:lnTo>
                      <a:lnTo>
                        <a:pt x="108" y="6973"/>
                      </a:lnTo>
                      <a:cubicBezTo>
                        <a:pt x="112" y="6971"/>
                        <a:pt x="112" y="6967"/>
                        <a:pt x="112" y="6967"/>
                      </a:cubicBezTo>
                      <a:lnTo>
                        <a:pt x="112" y="6961"/>
                      </a:lnTo>
                      <a:cubicBezTo>
                        <a:pt x="112" y="6950"/>
                        <a:pt x="115" y="6941"/>
                        <a:pt x="115" y="6934"/>
                      </a:cubicBezTo>
                      <a:cubicBezTo>
                        <a:pt x="115" y="6925"/>
                        <a:pt x="119" y="6921"/>
                        <a:pt x="119" y="6915"/>
                      </a:cubicBezTo>
                      <a:cubicBezTo>
                        <a:pt x="119" y="6905"/>
                        <a:pt x="123" y="6899"/>
                        <a:pt x="123" y="6888"/>
                      </a:cubicBezTo>
                      <a:lnTo>
                        <a:pt x="123" y="6884"/>
                      </a:lnTo>
                      <a:cubicBezTo>
                        <a:pt x="129" y="6842"/>
                        <a:pt x="133" y="6796"/>
                        <a:pt x="140" y="6755"/>
                      </a:cubicBezTo>
                      <a:cubicBezTo>
                        <a:pt x="140" y="6751"/>
                        <a:pt x="144" y="6745"/>
                        <a:pt x="144" y="6741"/>
                      </a:cubicBezTo>
                      <a:cubicBezTo>
                        <a:pt x="523" y="4152"/>
                        <a:pt x="1692" y="1822"/>
                        <a:pt x="3396" y="2"/>
                      </a:cubicBezTo>
                      <a:lnTo>
                        <a:pt x="33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07"/>
                <p:cNvSpPr/>
                <p:nvPr/>
              </p:nvSpPr>
              <p:spPr>
                <a:xfrm>
                  <a:off x="3121350" y="2952350"/>
                  <a:ext cx="92075" cy="214750"/>
                </a:xfrm>
                <a:custGeom>
                  <a:rect b="b" l="l" r="r" t="t"/>
                  <a:pathLst>
                    <a:path extrusionOk="0" h="8590" w="3683">
                      <a:moveTo>
                        <a:pt x="3636" y="1"/>
                      </a:moveTo>
                      <a:cubicBezTo>
                        <a:pt x="3629" y="80"/>
                        <a:pt x="3622" y="157"/>
                        <a:pt x="3615" y="236"/>
                      </a:cubicBezTo>
                      <a:cubicBezTo>
                        <a:pt x="3613" y="254"/>
                        <a:pt x="3613" y="270"/>
                        <a:pt x="3608" y="288"/>
                      </a:cubicBezTo>
                      <a:cubicBezTo>
                        <a:pt x="3606" y="337"/>
                        <a:pt x="3598" y="389"/>
                        <a:pt x="3592" y="437"/>
                      </a:cubicBezTo>
                      <a:cubicBezTo>
                        <a:pt x="3592" y="455"/>
                        <a:pt x="3592" y="472"/>
                        <a:pt x="3588" y="489"/>
                      </a:cubicBezTo>
                      <a:cubicBezTo>
                        <a:pt x="3588" y="497"/>
                        <a:pt x="3588" y="501"/>
                        <a:pt x="3584" y="508"/>
                      </a:cubicBezTo>
                      <a:lnTo>
                        <a:pt x="3584" y="522"/>
                      </a:lnTo>
                      <a:cubicBezTo>
                        <a:pt x="3584" y="528"/>
                        <a:pt x="3581" y="535"/>
                        <a:pt x="3581" y="543"/>
                      </a:cubicBezTo>
                      <a:lnTo>
                        <a:pt x="3581" y="546"/>
                      </a:lnTo>
                      <a:lnTo>
                        <a:pt x="3581" y="556"/>
                      </a:lnTo>
                      <a:cubicBezTo>
                        <a:pt x="3576" y="564"/>
                        <a:pt x="3576" y="568"/>
                        <a:pt x="3576" y="575"/>
                      </a:cubicBezTo>
                      <a:lnTo>
                        <a:pt x="3576" y="585"/>
                      </a:lnTo>
                      <a:cubicBezTo>
                        <a:pt x="3576" y="587"/>
                        <a:pt x="3572" y="589"/>
                        <a:pt x="3572" y="591"/>
                      </a:cubicBezTo>
                      <a:lnTo>
                        <a:pt x="3572" y="597"/>
                      </a:lnTo>
                      <a:lnTo>
                        <a:pt x="3572" y="601"/>
                      </a:lnTo>
                      <a:cubicBezTo>
                        <a:pt x="3572" y="610"/>
                        <a:pt x="3568" y="620"/>
                        <a:pt x="3568" y="626"/>
                      </a:cubicBezTo>
                      <a:cubicBezTo>
                        <a:pt x="3568" y="633"/>
                        <a:pt x="3568" y="638"/>
                        <a:pt x="3565" y="644"/>
                      </a:cubicBezTo>
                      <a:cubicBezTo>
                        <a:pt x="3565" y="654"/>
                        <a:pt x="3565" y="664"/>
                        <a:pt x="3561" y="675"/>
                      </a:cubicBezTo>
                      <a:lnTo>
                        <a:pt x="3561" y="679"/>
                      </a:lnTo>
                      <a:cubicBezTo>
                        <a:pt x="3555" y="721"/>
                        <a:pt x="3551" y="767"/>
                        <a:pt x="3544" y="808"/>
                      </a:cubicBezTo>
                      <a:cubicBezTo>
                        <a:pt x="3544" y="811"/>
                        <a:pt x="3544" y="818"/>
                        <a:pt x="3540" y="824"/>
                      </a:cubicBezTo>
                      <a:cubicBezTo>
                        <a:pt x="3139" y="3551"/>
                        <a:pt x="1860" y="5997"/>
                        <a:pt x="1" y="7857"/>
                      </a:cubicBezTo>
                      <a:cubicBezTo>
                        <a:pt x="84" y="7929"/>
                        <a:pt x="170" y="7996"/>
                        <a:pt x="259" y="8062"/>
                      </a:cubicBezTo>
                      <a:cubicBezTo>
                        <a:pt x="299" y="8092"/>
                        <a:pt x="341" y="8123"/>
                        <a:pt x="382" y="8151"/>
                      </a:cubicBezTo>
                      <a:cubicBezTo>
                        <a:pt x="546" y="8264"/>
                        <a:pt x="717" y="8370"/>
                        <a:pt x="893" y="8464"/>
                      </a:cubicBezTo>
                      <a:cubicBezTo>
                        <a:pt x="911" y="8475"/>
                        <a:pt x="928" y="8484"/>
                        <a:pt x="946" y="8492"/>
                      </a:cubicBezTo>
                      <a:cubicBezTo>
                        <a:pt x="1011" y="8526"/>
                        <a:pt x="1075" y="8558"/>
                        <a:pt x="1141" y="8589"/>
                      </a:cubicBezTo>
                      <a:cubicBezTo>
                        <a:pt x="2733" y="6483"/>
                        <a:pt x="3678" y="3863"/>
                        <a:pt x="3678" y="1020"/>
                      </a:cubicBezTo>
                      <a:cubicBezTo>
                        <a:pt x="3678" y="983"/>
                        <a:pt x="3678" y="941"/>
                        <a:pt x="3680" y="897"/>
                      </a:cubicBezTo>
                      <a:cubicBezTo>
                        <a:pt x="3683" y="871"/>
                        <a:pt x="3683" y="844"/>
                        <a:pt x="3680" y="818"/>
                      </a:cubicBezTo>
                      <a:lnTo>
                        <a:pt x="3680" y="814"/>
                      </a:lnTo>
                      <a:cubicBezTo>
                        <a:pt x="3680" y="767"/>
                        <a:pt x="3680" y="718"/>
                        <a:pt x="3675" y="673"/>
                      </a:cubicBezTo>
                      <a:lnTo>
                        <a:pt x="3675" y="652"/>
                      </a:lnTo>
                      <a:lnTo>
                        <a:pt x="3675" y="646"/>
                      </a:lnTo>
                      <a:lnTo>
                        <a:pt x="3675" y="639"/>
                      </a:lnTo>
                      <a:lnTo>
                        <a:pt x="3675" y="608"/>
                      </a:lnTo>
                      <a:cubicBezTo>
                        <a:pt x="3675" y="601"/>
                        <a:pt x="3675" y="594"/>
                        <a:pt x="3672" y="587"/>
                      </a:cubicBezTo>
                      <a:lnTo>
                        <a:pt x="3672" y="581"/>
                      </a:lnTo>
                      <a:lnTo>
                        <a:pt x="3672" y="575"/>
                      </a:lnTo>
                      <a:lnTo>
                        <a:pt x="3672" y="501"/>
                      </a:lnTo>
                      <a:cubicBezTo>
                        <a:pt x="3668" y="497"/>
                        <a:pt x="3672" y="497"/>
                        <a:pt x="3672" y="497"/>
                      </a:cubicBezTo>
                      <a:cubicBezTo>
                        <a:pt x="3668" y="489"/>
                        <a:pt x="3668" y="487"/>
                        <a:pt x="3672" y="483"/>
                      </a:cubicBezTo>
                      <a:cubicBezTo>
                        <a:pt x="3668" y="481"/>
                        <a:pt x="3668" y="477"/>
                        <a:pt x="3668" y="477"/>
                      </a:cubicBezTo>
                      <a:lnTo>
                        <a:pt x="3668" y="431"/>
                      </a:lnTo>
                      <a:lnTo>
                        <a:pt x="3664" y="431"/>
                      </a:lnTo>
                      <a:cubicBezTo>
                        <a:pt x="3657" y="286"/>
                        <a:pt x="3647" y="142"/>
                        <a:pt x="3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107"/>
                <p:cNvSpPr/>
                <p:nvPr/>
              </p:nvSpPr>
              <p:spPr>
                <a:xfrm>
                  <a:off x="3074375" y="2959275"/>
                  <a:ext cx="150200" cy="54575"/>
                </a:xfrm>
                <a:custGeom>
                  <a:rect b="b" l="l" r="r" t="t"/>
                  <a:pathLst>
                    <a:path extrusionOk="0" h="2183" w="6008">
                      <a:moveTo>
                        <a:pt x="6008" y="0"/>
                      </a:moveTo>
                      <a:cubicBezTo>
                        <a:pt x="5935" y="36"/>
                        <a:pt x="5859" y="71"/>
                        <a:pt x="5785" y="104"/>
                      </a:cubicBezTo>
                      <a:cubicBezTo>
                        <a:pt x="5768" y="110"/>
                        <a:pt x="5754" y="118"/>
                        <a:pt x="5739" y="124"/>
                      </a:cubicBezTo>
                      <a:cubicBezTo>
                        <a:pt x="5694" y="141"/>
                        <a:pt x="5649" y="162"/>
                        <a:pt x="5608" y="180"/>
                      </a:cubicBezTo>
                      <a:cubicBezTo>
                        <a:pt x="5608" y="184"/>
                        <a:pt x="5608" y="184"/>
                        <a:pt x="5604" y="184"/>
                      </a:cubicBezTo>
                      <a:cubicBezTo>
                        <a:pt x="5588" y="190"/>
                        <a:pt x="5573" y="197"/>
                        <a:pt x="5559" y="201"/>
                      </a:cubicBezTo>
                      <a:cubicBezTo>
                        <a:pt x="5551" y="204"/>
                        <a:pt x="5547" y="207"/>
                        <a:pt x="5544" y="207"/>
                      </a:cubicBezTo>
                      <a:cubicBezTo>
                        <a:pt x="5542" y="207"/>
                        <a:pt x="5538" y="211"/>
                        <a:pt x="5538" y="211"/>
                      </a:cubicBezTo>
                      <a:lnTo>
                        <a:pt x="5534" y="211"/>
                      </a:lnTo>
                      <a:lnTo>
                        <a:pt x="5534" y="215"/>
                      </a:lnTo>
                      <a:cubicBezTo>
                        <a:pt x="5528" y="215"/>
                        <a:pt x="5520" y="217"/>
                        <a:pt x="5513" y="221"/>
                      </a:cubicBezTo>
                      <a:cubicBezTo>
                        <a:pt x="5511" y="221"/>
                        <a:pt x="5507" y="225"/>
                        <a:pt x="5507" y="225"/>
                      </a:cubicBezTo>
                      <a:cubicBezTo>
                        <a:pt x="5500" y="225"/>
                        <a:pt x="5497" y="230"/>
                        <a:pt x="5493" y="230"/>
                      </a:cubicBezTo>
                      <a:cubicBezTo>
                        <a:pt x="5485" y="232"/>
                        <a:pt x="5482" y="236"/>
                        <a:pt x="5479" y="236"/>
                      </a:cubicBezTo>
                      <a:cubicBezTo>
                        <a:pt x="5479" y="240"/>
                        <a:pt x="5479" y="240"/>
                        <a:pt x="5475" y="240"/>
                      </a:cubicBezTo>
                      <a:lnTo>
                        <a:pt x="5471" y="240"/>
                      </a:lnTo>
                      <a:cubicBezTo>
                        <a:pt x="5468" y="240"/>
                        <a:pt x="5465" y="243"/>
                        <a:pt x="5465" y="243"/>
                      </a:cubicBezTo>
                      <a:cubicBezTo>
                        <a:pt x="5462" y="243"/>
                        <a:pt x="5457" y="243"/>
                        <a:pt x="5457" y="247"/>
                      </a:cubicBezTo>
                      <a:cubicBezTo>
                        <a:pt x="5448" y="251"/>
                        <a:pt x="5440" y="253"/>
                        <a:pt x="5434" y="257"/>
                      </a:cubicBezTo>
                      <a:cubicBezTo>
                        <a:pt x="5425" y="257"/>
                        <a:pt x="5423" y="260"/>
                        <a:pt x="5419" y="264"/>
                      </a:cubicBezTo>
                      <a:cubicBezTo>
                        <a:pt x="5409" y="268"/>
                        <a:pt x="5399" y="271"/>
                        <a:pt x="5388" y="274"/>
                      </a:cubicBezTo>
                      <a:lnTo>
                        <a:pt x="5384" y="274"/>
                      </a:lnTo>
                      <a:lnTo>
                        <a:pt x="5384" y="278"/>
                      </a:lnTo>
                      <a:cubicBezTo>
                        <a:pt x="5347" y="292"/>
                        <a:pt x="5308" y="305"/>
                        <a:pt x="5274" y="319"/>
                      </a:cubicBezTo>
                      <a:cubicBezTo>
                        <a:pt x="5267" y="323"/>
                        <a:pt x="5259" y="326"/>
                        <a:pt x="5253" y="330"/>
                      </a:cubicBezTo>
                      <a:cubicBezTo>
                        <a:pt x="3756" y="923"/>
                        <a:pt x="2195" y="1209"/>
                        <a:pt x="648" y="1209"/>
                      </a:cubicBezTo>
                      <a:cubicBezTo>
                        <a:pt x="432" y="1209"/>
                        <a:pt x="216" y="1204"/>
                        <a:pt x="0" y="1192"/>
                      </a:cubicBezTo>
                      <a:lnTo>
                        <a:pt x="0" y="2182"/>
                      </a:lnTo>
                      <a:cubicBezTo>
                        <a:pt x="1762" y="2025"/>
                        <a:pt x="3517" y="1490"/>
                        <a:pt x="5150" y="549"/>
                      </a:cubicBezTo>
                      <a:cubicBezTo>
                        <a:pt x="5188" y="525"/>
                        <a:pt x="5229" y="504"/>
                        <a:pt x="5269" y="475"/>
                      </a:cubicBezTo>
                      <a:cubicBezTo>
                        <a:pt x="5275" y="473"/>
                        <a:pt x="5281" y="470"/>
                        <a:pt x="5287" y="467"/>
                      </a:cubicBezTo>
                      <a:lnTo>
                        <a:pt x="5289" y="467"/>
                      </a:lnTo>
                      <a:cubicBezTo>
                        <a:pt x="5300" y="460"/>
                        <a:pt x="5310" y="453"/>
                        <a:pt x="5320" y="444"/>
                      </a:cubicBezTo>
                      <a:cubicBezTo>
                        <a:pt x="5362" y="424"/>
                        <a:pt x="5400" y="397"/>
                        <a:pt x="5441" y="369"/>
                      </a:cubicBezTo>
                      <a:cubicBezTo>
                        <a:pt x="5447" y="369"/>
                        <a:pt x="5455" y="365"/>
                        <a:pt x="5462" y="359"/>
                      </a:cubicBezTo>
                      <a:lnTo>
                        <a:pt x="5462" y="354"/>
                      </a:lnTo>
                      <a:lnTo>
                        <a:pt x="5466" y="354"/>
                      </a:lnTo>
                      <a:cubicBezTo>
                        <a:pt x="5468" y="354"/>
                        <a:pt x="5468" y="354"/>
                        <a:pt x="5472" y="350"/>
                      </a:cubicBezTo>
                      <a:cubicBezTo>
                        <a:pt x="5475" y="350"/>
                        <a:pt x="5475" y="350"/>
                        <a:pt x="5478" y="346"/>
                      </a:cubicBezTo>
                      <a:cubicBezTo>
                        <a:pt x="5486" y="343"/>
                        <a:pt x="5491" y="339"/>
                        <a:pt x="5497" y="333"/>
                      </a:cubicBezTo>
                      <a:cubicBezTo>
                        <a:pt x="5503" y="333"/>
                        <a:pt x="5507" y="329"/>
                        <a:pt x="5513" y="322"/>
                      </a:cubicBezTo>
                      <a:cubicBezTo>
                        <a:pt x="5517" y="322"/>
                        <a:pt x="5519" y="322"/>
                        <a:pt x="5524" y="318"/>
                      </a:cubicBezTo>
                      <a:cubicBezTo>
                        <a:pt x="5527" y="318"/>
                        <a:pt x="5527" y="315"/>
                        <a:pt x="5530" y="312"/>
                      </a:cubicBezTo>
                      <a:cubicBezTo>
                        <a:pt x="5534" y="312"/>
                        <a:pt x="5537" y="309"/>
                        <a:pt x="5540" y="305"/>
                      </a:cubicBezTo>
                      <a:lnTo>
                        <a:pt x="5544" y="305"/>
                      </a:lnTo>
                      <a:cubicBezTo>
                        <a:pt x="5547" y="305"/>
                        <a:pt x="5550" y="299"/>
                        <a:pt x="5550" y="299"/>
                      </a:cubicBezTo>
                      <a:cubicBezTo>
                        <a:pt x="5559" y="299"/>
                        <a:pt x="5565" y="292"/>
                        <a:pt x="5569" y="292"/>
                      </a:cubicBezTo>
                      <a:cubicBezTo>
                        <a:pt x="5575" y="284"/>
                        <a:pt x="5583" y="282"/>
                        <a:pt x="5590" y="278"/>
                      </a:cubicBezTo>
                      <a:lnTo>
                        <a:pt x="5590" y="274"/>
                      </a:lnTo>
                      <a:cubicBezTo>
                        <a:pt x="5597" y="274"/>
                        <a:pt x="5600" y="272"/>
                        <a:pt x="5604" y="268"/>
                      </a:cubicBezTo>
                      <a:cubicBezTo>
                        <a:pt x="5621" y="257"/>
                        <a:pt x="5635" y="251"/>
                        <a:pt x="5648" y="237"/>
                      </a:cubicBezTo>
                      <a:lnTo>
                        <a:pt x="5653" y="237"/>
                      </a:lnTo>
                      <a:cubicBezTo>
                        <a:pt x="5771" y="160"/>
                        <a:pt x="5889" y="81"/>
                        <a:pt x="6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07"/>
                <p:cNvSpPr/>
                <p:nvPr/>
              </p:nvSpPr>
              <p:spPr>
                <a:xfrm>
                  <a:off x="3200150" y="2920825"/>
                  <a:ext cx="136650" cy="53025"/>
                </a:xfrm>
                <a:custGeom>
                  <a:rect b="b" l="l" r="r" t="t"/>
                  <a:pathLst>
                    <a:path extrusionOk="0" h="2121" w="5466">
                      <a:moveTo>
                        <a:pt x="5466" y="1"/>
                      </a:moveTo>
                      <a:cubicBezTo>
                        <a:pt x="3891" y="212"/>
                        <a:pt x="2329" y="730"/>
                        <a:pt x="862" y="1569"/>
                      </a:cubicBezTo>
                      <a:cubicBezTo>
                        <a:pt x="824" y="1590"/>
                        <a:pt x="790" y="1615"/>
                        <a:pt x="751" y="1640"/>
                      </a:cubicBezTo>
                      <a:cubicBezTo>
                        <a:pt x="734" y="1646"/>
                        <a:pt x="712" y="1656"/>
                        <a:pt x="695" y="1675"/>
                      </a:cubicBezTo>
                      <a:cubicBezTo>
                        <a:pt x="652" y="1694"/>
                        <a:pt x="607" y="1723"/>
                        <a:pt x="566" y="1750"/>
                      </a:cubicBezTo>
                      <a:cubicBezTo>
                        <a:pt x="563" y="1750"/>
                        <a:pt x="555" y="1754"/>
                        <a:pt x="552" y="1760"/>
                      </a:cubicBezTo>
                      <a:cubicBezTo>
                        <a:pt x="551" y="1760"/>
                        <a:pt x="550" y="1760"/>
                        <a:pt x="549" y="1760"/>
                      </a:cubicBezTo>
                      <a:cubicBezTo>
                        <a:pt x="547" y="1760"/>
                        <a:pt x="544" y="1761"/>
                        <a:pt x="542" y="1764"/>
                      </a:cubicBezTo>
                      <a:lnTo>
                        <a:pt x="538" y="1769"/>
                      </a:lnTo>
                      <a:cubicBezTo>
                        <a:pt x="535" y="1769"/>
                        <a:pt x="535" y="1769"/>
                        <a:pt x="532" y="1773"/>
                      </a:cubicBezTo>
                      <a:cubicBezTo>
                        <a:pt x="525" y="1776"/>
                        <a:pt x="517" y="1780"/>
                        <a:pt x="511" y="1786"/>
                      </a:cubicBezTo>
                      <a:cubicBezTo>
                        <a:pt x="503" y="1786"/>
                        <a:pt x="499" y="1790"/>
                        <a:pt x="493" y="1796"/>
                      </a:cubicBezTo>
                      <a:cubicBezTo>
                        <a:pt x="490" y="1796"/>
                        <a:pt x="490" y="1796"/>
                        <a:pt x="486" y="1801"/>
                      </a:cubicBezTo>
                      <a:cubicBezTo>
                        <a:pt x="482" y="1801"/>
                        <a:pt x="480" y="1804"/>
                        <a:pt x="476" y="1807"/>
                      </a:cubicBezTo>
                      <a:lnTo>
                        <a:pt x="472" y="1807"/>
                      </a:lnTo>
                      <a:cubicBezTo>
                        <a:pt x="472" y="1807"/>
                        <a:pt x="468" y="1807"/>
                        <a:pt x="468" y="1811"/>
                      </a:cubicBezTo>
                      <a:cubicBezTo>
                        <a:pt x="466" y="1811"/>
                        <a:pt x="462" y="1817"/>
                        <a:pt x="462" y="1817"/>
                      </a:cubicBezTo>
                      <a:cubicBezTo>
                        <a:pt x="460" y="1817"/>
                        <a:pt x="455" y="1821"/>
                        <a:pt x="455" y="1821"/>
                      </a:cubicBezTo>
                      <a:cubicBezTo>
                        <a:pt x="447" y="1821"/>
                        <a:pt x="445" y="1824"/>
                        <a:pt x="441" y="1827"/>
                      </a:cubicBezTo>
                      <a:cubicBezTo>
                        <a:pt x="435" y="1832"/>
                        <a:pt x="426" y="1838"/>
                        <a:pt x="420" y="1842"/>
                      </a:cubicBezTo>
                      <a:cubicBezTo>
                        <a:pt x="416" y="1842"/>
                        <a:pt x="416" y="1846"/>
                        <a:pt x="416" y="1846"/>
                      </a:cubicBezTo>
                      <a:cubicBezTo>
                        <a:pt x="409" y="1846"/>
                        <a:pt x="406" y="1848"/>
                        <a:pt x="403" y="1852"/>
                      </a:cubicBezTo>
                      <a:cubicBezTo>
                        <a:pt x="389" y="1862"/>
                        <a:pt x="375" y="1871"/>
                        <a:pt x="361" y="1881"/>
                      </a:cubicBezTo>
                      <a:cubicBezTo>
                        <a:pt x="357" y="1881"/>
                        <a:pt x="357" y="1884"/>
                        <a:pt x="357" y="1884"/>
                      </a:cubicBezTo>
                      <a:cubicBezTo>
                        <a:pt x="236" y="1961"/>
                        <a:pt x="119" y="2041"/>
                        <a:pt x="0" y="2120"/>
                      </a:cubicBezTo>
                      <a:cubicBezTo>
                        <a:pt x="76" y="2083"/>
                        <a:pt x="156" y="2048"/>
                        <a:pt x="232" y="2013"/>
                      </a:cubicBezTo>
                      <a:cubicBezTo>
                        <a:pt x="239" y="2011"/>
                        <a:pt x="245" y="2007"/>
                        <a:pt x="251" y="2005"/>
                      </a:cubicBezTo>
                      <a:lnTo>
                        <a:pt x="253" y="2005"/>
                      </a:lnTo>
                      <a:cubicBezTo>
                        <a:pt x="259" y="2001"/>
                        <a:pt x="267" y="1998"/>
                        <a:pt x="274" y="1997"/>
                      </a:cubicBezTo>
                      <a:cubicBezTo>
                        <a:pt x="318" y="1976"/>
                        <a:pt x="361" y="1958"/>
                        <a:pt x="403" y="1941"/>
                      </a:cubicBezTo>
                      <a:lnTo>
                        <a:pt x="403" y="1938"/>
                      </a:lnTo>
                      <a:cubicBezTo>
                        <a:pt x="420" y="1931"/>
                        <a:pt x="437" y="1924"/>
                        <a:pt x="451" y="1920"/>
                      </a:cubicBezTo>
                      <a:cubicBezTo>
                        <a:pt x="455" y="1918"/>
                        <a:pt x="457" y="1918"/>
                        <a:pt x="462" y="1914"/>
                      </a:cubicBezTo>
                      <a:cubicBezTo>
                        <a:pt x="466" y="1914"/>
                        <a:pt x="468" y="1910"/>
                        <a:pt x="472" y="1910"/>
                      </a:cubicBezTo>
                      <a:cubicBezTo>
                        <a:pt x="474" y="1908"/>
                        <a:pt x="475" y="1908"/>
                        <a:pt x="476" y="1908"/>
                      </a:cubicBezTo>
                      <a:cubicBezTo>
                        <a:pt x="476" y="1908"/>
                        <a:pt x="476" y="1908"/>
                        <a:pt x="476" y="1910"/>
                      </a:cubicBezTo>
                      <a:cubicBezTo>
                        <a:pt x="482" y="1907"/>
                        <a:pt x="490" y="1904"/>
                        <a:pt x="497" y="1900"/>
                      </a:cubicBezTo>
                      <a:lnTo>
                        <a:pt x="504" y="1900"/>
                      </a:lnTo>
                      <a:cubicBezTo>
                        <a:pt x="508" y="1898"/>
                        <a:pt x="511" y="1893"/>
                        <a:pt x="514" y="1893"/>
                      </a:cubicBezTo>
                      <a:cubicBezTo>
                        <a:pt x="522" y="1891"/>
                        <a:pt x="529" y="1887"/>
                        <a:pt x="533" y="1887"/>
                      </a:cubicBezTo>
                      <a:cubicBezTo>
                        <a:pt x="533" y="1887"/>
                        <a:pt x="533" y="1883"/>
                        <a:pt x="537" y="1883"/>
                      </a:cubicBezTo>
                      <a:lnTo>
                        <a:pt x="547" y="1883"/>
                      </a:lnTo>
                      <a:lnTo>
                        <a:pt x="551" y="1879"/>
                      </a:lnTo>
                      <a:cubicBezTo>
                        <a:pt x="562" y="1873"/>
                        <a:pt x="573" y="1869"/>
                        <a:pt x="579" y="1869"/>
                      </a:cubicBezTo>
                      <a:cubicBezTo>
                        <a:pt x="587" y="1867"/>
                        <a:pt x="590" y="1862"/>
                        <a:pt x="594" y="1862"/>
                      </a:cubicBezTo>
                      <a:cubicBezTo>
                        <a:pt x="604" y="1855"/>
                        <a:pt x="614" y="1852"/>
                        <a:pt x="625" y="1848"/>
                      </a:cubicBezTo>
                      <a:lnTo>
                        <a:pt x="629" y="1848"/>
                      </a:lnTo>
                      <a:cubicBezTo>
                        <a:pt x="630" y="1847"/>
                        <a:pt x="630" y="1847"/>
                        <a:pt x="631" y="1847"/>
                      </a:cubicBezTo>
                      <a:cubicBezTo>
                        <a:pt x="632" y="1847"/>
                        <a:pt x="632" y="1848"/>
                        <a:pt x="632" y="1848"/>
                      </a:cubicBezTo>
                      <a:cubicBezTo>
                        <a:pt x="671" y="1832"/>
                        <a:pt x="708" y="1814"/>
                        <a:pt x="746" y="1804"/>
                      </a:cubicBezTo>
                      <a:cubicBezTo>
                        <a:pt x="754" y="1796"/>
                        <a:pt x="761" y="1793"/>
                        <a:pt x="768" y="1793"/>
                      </a:cubicBezTo>
                      <a:cubicBezTo>
                        <a:pt x="2265" y="1198"/>
                        <a:pt x="3829" y="913"/>
                        <a:pt x="5375" y="913"/>
                      </a:cubicBezTo>
                      <a:cubicBezTo>
                        <a:pt x="5405" y="913"/>
                        <a:pt x="5436" y="913"/>
                        <a:pt x="5466" y="913"/>
                      </a:cubicBezTo>
                      <a:lnTo>
                        <a:pt x="546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07"/>
                <p:cNvSpPr/>
                <p:nvPr/>
              </p:nvSpPr>
              <p:spPr>
                <a:xfrm>
                  <a:off x="3162475" y="2791825"/>
                  <a:ext cx="57350" cy="186975"/>
                </a:xfrm>
                <a:custGeom>
                  <a:rect b="b" l="l" r="r" t="t"/>
                  <a:pathLst>
                    <a:path extrusionOk="0" h="7479" w="2294">
                      <a:moveTo>
                        <a:pt x="65" y="1"/>
                      </a:moveTo>
                      <a:cubicBezTo>
                        <a:pt x="1" y="2243"/>
                        <a:pt x="538" y="4529"/>
                        <a:pt x="1743" y="6615"/>
                      </a:cubicBezTo>
                      <a:cubicBezTo>
                        <a:pt x="1760" y="6647"/>
                        <a:pt x="1778" y="6678"/>
                        <a:pt x="1798" y="6709"/>
                      </a:cubicBezTo>
                      <a:cubicBezTo>
                        <a:pt x="1813" y="6734"/>
                        <a:pt x="1827" y="6760"/>
                        <a:pt x="1848" y="6785"/>
                      </a:cubicBezTo>
                      <a:cubicBezTo>
                        <a:pt x="1870" y="6826"/>
                        <a:pt x="1892" y="6869"/>
                        <a:pt x="1921" y="6910"/>
                      </a:cubicBezTo>
                      <a:cubicBezTo>
                        <a:pt x="1925" y="6916"/>
                        <a:pt x="1928" y="6924"/>
                        <a:pt x="1936" y="6931"/>
                      </a:cubicBezTo>
                      <a:cubicBezTo>
                        <a:pt x="1936" y="6935"/>
                        <a:pt x="1936" y="6937"/>
                        <a:pt x="1942" y="6941"/>
                      </a:cubicBezTo>
                      <a:cubicBezTo>
                        <a:pt x="1939" y="6944"/>
                        <a:pt x="1942" y="6944"/>
                        <a:pt x="1946" y="6947"/>
                      </a:cubicBezTo>
                      <a:cubicBezTo>
                        <a:pt x="1949" y="6954"/>
                        <a:pt x="1952" y="6962"/>
                        <a:pt x="1956" y="6968"/>
                      </a:cubicBezTo>
                      <a:cubicBezTo>
                        <a:pt x="1959" y="6972"/>
                        <a:pt x="1962" y="6978"/>
                        <a:pt x="1967" y="6982"/>
                      </a:cubicBezTo>
                      <a:cubicBezTo>
                        <a:pt x="1967" y="6985"/>
                        <a:pt x="1967" y="6985"/>
                        <a:pt x="1970" y="6988"/>
                      </a:cubicBezTo>
                      <a:lnTo>
                        <a:pt x="1974" y="6993"/>
                      </a:lnTo>
                      <a:cubicBezTo>
                        <a:pt x="1974" y="6997"/>
                        <a:pt x="1977" y="7003"/>
                        <a:pt x="1980" y="7007"/>
                      </a:cubicBezTo>
                      <a:lnTo>
                        <a:pt x="1982" y="7008"/>
                      </a:lnTo>
                      <a:cubicBezTo>
                        <a:pt x="1984" y="7011"/>
                        <a:pt x="1984" y="7013"/>
                        <a:pt x="1984" y="7013"/>
                      </a:cubicBezTo>
                      <a:cubicBezTo>
                        <a:pt x="1987" y="7016"/>
                        <a:pt x="1987" y="7019"/>
                        <a:pt x="1990" y="7019"/>
                      </a:cubicBezTo>
                      <a:cubicBezTo>
                        <a:pt x="1994" y="7028"/>
                        <a:pt x="1997" y="7034"/>
                        <a:pt x="2001" y="7038"/>
                      </a:cubicBezTo>
                      <a:cubicBezTo>
                        <a:pt x="2005" y="7044"/>
                        <a:pt x="2008" y="7052"/>
                        <a:pt x="2011" y="7059"/>
                      </a:cubicBezTo>
                      <a:lnTo>
                        <a:pt x="2015" y="7059"/>
                      </a:lnTo>
                      <a:cubicBezTo>
                        <a:pt x="2018" y="7067"/>
                        <a:pt x="2018" y="7069"/>
                        <a:pt x="2021" y="7073"/>
                      </a:cubicBezTo>
                      <a:cubicBezTo>
                        <a:pt x="2021" y="7077"/>
                        <a:pt x="2025" y="7077"/>
                        <a:pt x="2025" y="7077"/>
                      </a:cubicBezTo>
                      <a:cubicBezTo>
                        <a:pt x="2036" y="7091"/>
                        <a:pt x="2044" y="7104"/>
                        <a:pt x="2054" y="7118"/>
                      </a:cubicBezTo>
                      <a:lnTo>
                        <a:pt x="2054" y="7122"/>
                      </a:lnTo>
                      <a:cubicBezTo>
                        <a:pt x="2133" y="7244"/>
                        <a:pt x="2213" y="7362"/>
                        <a:pt x="2294" y="7479"/>
                      </a:cubicBezTo>
                      <a:cubicBezTo>
                        <a:pt x="2262" y="7414"/>
                        <a:pt x="2231" y="7343"/>
                        <a:pt x="2200" y="7277"/>
                      </a:cubicBezTo>
                      <a:cubicBezTo>
                        <a:pt x="2189" y="7256"/>
                        <a:pt x="2181" y="7235"/>
                        <a:pt x="2171" y="7214"/>
                      </a:cubicBezTo>
                      <a:cubicBezTo>
                        <a:pt x="2149" y="7166"/>
                        <a:pt x="2129" y="7121"/>
                        <a:pt x="2108" y="7075"/>
                      </a:cubicBezTo>
                      <a:cubicBezTo>
                        <a:pt x="2102" y="7058"/>
                        <a:pt x="2093" y="7044"/>
                        <a:pt x="2087" y="7030"/>
                      </a:cubicBezTo>
                      <a:cubicBezTo>
                        <a:pt x="2087" y="7022"/>
                        <a:pt x="2085" y="7016"/>
                        <a:pt x="2081" y="7012"/>
                      </a:cubicBezTo>
                      <a:cubicBezTo>
                        <a:pt x="2081" y="7008"/>
                        <a:pt x="2081" y="7006"/>
                        <a:pt x="2077" y="7002"/>
                      </a:cubicBezTo>
                      <a:cubicBezTo>
                        <a:pt x="2073" y="6992"/>
                        <a:pt x="2071" y="6983"/>
                        <a:pt x="2067" y="6977"/>
                      </a:cubicBezTo>
                      <a:lnTo>
                        <a:pt x="2067" y="6973"/>
                      </a:lnTo>
                      <a:cubicBezTo>
                        <a:pt x="2062" y="6971"/>
                        <a:pt x="2062" y="6967"/>
                        <a:pt x="2062" y="6967"/>
                      </a:cubicBezTo>
                      <a:cubicBezTo>
                        <a:pt x="2060" y="6961"/>
                        <a:pt x="2056" y="6952"/>
                        <a:pt x="2056" y="6946"/>
                      </a:cubicBezTo>
                      <a:lnTo>
                        <a:pt x="2052" y="6946"/>
                      </a:lnTo>
                      <a:cubicBezTo>
                        <a:pt x="2052" y="6946"/>
                        <a:pt x="2051" y="6946"/>
                        <a:pt x="2051" y="6945"/>
                      </a:cubicBezTo>
                      <a:cubicBezTo>
                        <a:pt x="2051" y="6944"/>
                        <a:pt x="2051" y="6944"/>
                        <a:pt x="2052" y="6942"/>
                      </a:cubicBezTo>
                      <a:cubicBezTo>
                        <a:pt x="2052" y="6939"/>
                        <a:pt x="2049" y="6936"/>
                        <a:pt x="2049" y="6932"/>
                      </a:cubicBezTo>
                      <a:cubicBezTo>
                        <a:pt x="2049" y="6929"/>
                        <a:pt x="2045" y="6929"/>
                        <a:pt x="2045" y="6929"/>
                      </a:cubicBezTo>
                      <a:cubicBezTo>
                        <a:pt x="2041" y="6918"/>
                        <a:pt x="2039" y="6906"/>
                        <a:pt x="2035" y="6900"/>
                      </a:cubicBezTo>
                      <a:cubicBezTo>
                        <a:pt x="2032" y="6893"/>
                        <a:pt x="2032" y="6887"/>
                        <a:pt x="2028" y="6883"/>
                      </a:cubicBezTo>
                      <a:cubicBezTo>
                        <a:pt x="2024" y="6873"/>
                        <a:pt x="2021" y="6861"/>
                        <a:pt x="2018" y="6854"/>
                      </a:cubicBezTo>
                      <a:lnTo>
                        <a:pt x="2014" y="6854"/>
                      </a:lnTo>
                      <a:cubicBezTo>
                        <a:pt x="2000" y="6813"/>
                        <a:pt x="1983" y="6771"/>
                        <a:pt x="1964" y="6729"/>
                      </a:cubicBezTo>
                      <a:cubicBezTo>
                        <a:pt x="1962" y="6722"/>
                        <a:pt x="1962" y="6715"/>
                        <a:pt x="1958" y="6712"/>
                      </a:cubicBezTo>
                      <a:cubicBezTo>
                        <a:pt x="1094" y="4529"/>
                        <a:pt x="883" y="2209"/>
                        <a:pt x="12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07"/>
                <p:cNvSpPr/>
                <p:nvPr/>
              </p:nvSpPr>
              <p:spPr>
                <a:xfrm>
                  <a:off x="3205100" y="2954350"/>
                  <a:ext cx="61225" cy="224100"/>
                </a:xfrm>
                <a:custGeom>
                  <a:rect b="b" l="l" r="r" t="t"/>
                  <a:pathLst>
                    <a:path extrusionOk="0" h="8964" w="2449">
                      <a:moveTo>
                        <a:pt x="0" y="0"/>
                      </a:moveTo>
                      <a:lnTo>
                        <a:pt x="0" y="0"/>
                      </a:lnTo>
                      <a:cubicBezTo>
                        <a:pt x="31" y="69"/>
                        <a:pt x="67" y="136"/>
                        <a:pt x="94" y="206"/>
                      </a:cubicBezTo>
                      <a:cubicBezTo>
                        <a:pt x="105" y="227"/>
                        <a:pt x="115" y="248"/>
                        <a:pt x="125" y="269"/>
                      </a:cubicBezTo>
                      <a:cubicBezTo>
                        <a:pt x="144" y="314"/>
                        <a:pt x="165" y="358"/>
                        <a:pt x="185" y="404"/>
                      </a:cubicBezTo>
                      <a:cubicBezTo>
                        <a:pt x="191" y="422"/>
                        <a:pt x="200" y="439"/>
                        <a:pt x="206" y="453"/>
                      </a:cubicBezTo>
                      <a:cubicBezTo>
                        <a:pt x="206" y="461"/>
                        <a:pt x="210" y="464"/>
                        <a:pt x="210" y="467"/>
                      </a:cubicBezTo>
                      <a:lnTo>
                        <a:pt x="213" y="467"/>
                      </a:lnTo>
                      <a:lnTo>
                        <a:pt x="213" y="471"/>
                      </a:lnTo>
                      <a:cubicBezTo>
                        <a:pt x="213" y="474"/>
                        <a:pt x="217" y="478"/>
                        <a:pt x="217" y="478"/>
                      </a:cubicBezTo>
                      <a:cubicBezTo>
                        <a:pt x="220" y="485"/>
                        <a:pt x="220" y="492"/>
                        <a:pt x="223" y="496"/>
                      </a:cubicBezTo>
                      <a:cubicBezTo>
                        <a:pt x="223" y="498"/>
                        <a:pt x="227" y="502"/>
                        <a:pt x="227" y="502"/>
                      </a:cubicBezTo>
                      <a:cubicBezTo>
                        <a:pt x="227" y="506"/>
                        <a:pt x="232" y="508"/>
                        <a:pt x="232" y="512"/>
                      </a:cubicBezTo>
                      <a:cubicBezTo>
                        <a:pt x="236" y="523"/>
                        <a:pt x="238" y="531"/>
                        <a:pt x="242" y="537"/>
                      </a:cubicBezTo>
                      <a:cubicBezTo>
                        <a:pt x="242" y="541"/>
                        <a:pt x="246" y="543"/>
                        <a:pt x="246" y="547"/>
                      </a:cubicBezTo>
                      <a:cubicBezTo>
                        <a:pt x="246" y="551"/>
                        <a:pt x="250" y="551"/>
                        <a:pt x="250" y="551"/>
                      </a:cubicBezTo>
                      <a:cubicBezTo>
                        <a:pt x="253" y="562"/>
                        <a:pt x="257" y="572"/>
                        <a:pt x="260" y="579"/>
                      </a:cubicBezTo>
                      <a:cubicBezTo>
                        <a:pt x="263" y="588"/>
                        <a:pt x="263" y="590"/>
                        <a:pt x="267" y="594"/>
                      </a:cubicBezTo>
                      <a:cubicBezTo>
                        <a:pt x="269" y="600"/>
                        <a:pt x="269" y="608"/>
                        <a:pt x="273" y="614"/>
                      </a:cubicBezTo>
                      <a:cubicBezTo>
                        <a:pt x="276" y="618"/>
                        <a:pt x="276" y="621"/>
                        <a:pt x="279" y="625"/>
                      </a:cubicBezTo>
                      <a:cubicBezTo>
                        <a:pt x="294" y="664"/>
                        <a:pt x="307" y="701"/>
                        <a:pt x="324" y="739"/>
                      </a:cubicBezTo>
                      <a:lnTo>
                        <a:pt x="324" y="743"/>
                      </a:lnTo>
                      <a:cubicBezTo>
                        <a:pt x="325" y="749"/>
                        <a:pt x="329" y="754"/>
                        <a:pt x="331" y="757"/>
                      </a:cubicBezTo>
                      <a:lnTo>
                        <a:pt x="331" y="760"/>
                      </a:lnTo>
                      <a:cubicBezTo>
                        <a:pt x="1393" y="3440"/>
                        <a:pt x="1471" y="6327"/>
                        <a:pt x="685" y="8963"/>
                      </a:cubicBezTo>
                      <a:cubicBezTo>
                        <a:pt x="708" y="8959"/>
                        <a:pt x="734" y="8957"/>
                        <a:pt x="760" y="8953"/>
                      </a:cubicBezTo>
                      <a:cubicBezTo>
                        <a:pt x="853" y="8941"/>
                        <a:pt x="945" y="8925"/>
                        <a:pt x="1036" y="8906"/>
                      </a:cubicBezTo>
                      <a:cubicBezTo>
                        <a:pt x="1136" y="8886"/>
                        <a:pt x="1235" y="8864"/>
                        <a:pt x="1335" y="8838"/>
                      </a:cubicBezTo>
                      <a:cubicBezTo>
                        <a:pt x="1466" y="8804"/>
                        <a:pt x="1595" y="8766"/>
                        <a:pt x="1723" y="8722"/>
                      </a:cubicBezTo>
                      <a:cubicBezTo>
                        <a:pt x="1870" y="8672"/>
                        <a:pt x="2013" y="8615"/>
                        <a:pt x="2152" y="8554"/>
                      </a:cubicBezTo>
                      <a:cubicBezTo>
                        <a:pt x="2448" y="5975"/>
                        <a:pt x="1949" y="3282"/>
                        <a:pt x="550" y="861"/>
                      </a:cubicBezTo>
                      <a:cubicBezTo>
                        <a:pt x="534" y="830"/>
                        <a:pt x="515" y="799"/>
                        <a:pt x="495" y="770"/>
                      </a:cubicBezTo>
                      <a:cubicBezTo>
                        <a:pt x="480" y="743"/>
                        <a:pt x="467" y="719"/>
                        <a:pt x="446" y="695"/>
                      </a:cubicBezTo>
                      <a:cubicBezTo>
                        <a:pt x="426" y="652"/>
                        <a:pt x="401" y="607"/>
                        <a:pt x="370" y="566"/>
                      </a:cubicBezTo>
                      <a:cubicBezTo>
                        <a:pt x="370" y="559"/>
                        <a:pt x="366" y="551"/>
                        <a:pt x="360" y="545"/>
                      </a:cubicBezTo>
                      <a:lnTo>
                        <a:pt x="355" y="545"/>
                      </a:lnTo>
                      <a:cubicBezTo>
                        <a:pt x="360" y="545"/>
                        <a:pt x="355" y="541"/>
                        <a:pt x="355" y="541"/>
                      </a:cubicBezTo>
                      <a:cubicBezTo>
                        <a:pt x="355" y="541"/>
                        <a:pt x="359" y="540"/>
                        <a:pt x="355" y="538"/>
                      </a:cubicBezTo>
                      <a:lnTo>
                        <a:pt x="351" y="538"/>
                      </a:lnTo>
                      <a:cubicBezTo>
                        <a:pt x="354" y="536"/>
                        <a:pt x="351" y="536"/>
                        <a:pt x="348" y="532"/>
                      </a:cubicBezTo>
                      <a:cubicBezTo>
                        <a:pt x="348" y="526"/>
                        <a:pt x="340" y="514"/>
                        <a:pt x="334" y="507"/>
                      </a:cubicBezTo>
                      <a:cubicBezTo>
                        <a:pt x="334" y="504"/>
                        <a:pt x="330" y="497"/>
                        <a:pt x="323" y="494"/>
                      </a:cubicBezTo>
                      <a:cubicBezTo>
                        <a:pt x="325" y="491"/>
                        <a:pt x="323" y="491"/>
                        <a:pt x="319" y="486"/>
                      </a:cubicBezTo>
                      <a:lnTo>
                        <a:pt x="315" y="483"/>
                      </a:lnTo>
                      <a:cubicBezTo>
                        <a:pt x="315" y="479"/>
                        <a:pt x="313" y="473"/>
                        <a:pt x="309" y="469"/>
                      </a:cubicBezTo>
                      <a:cubicBezTo>
                        <a:pt x="309" y="466"/>
                        <a:pt x="309" y="463"/>
                        <a:pt x="305" y="463"/>
                      </a:cubicBezTo>
                      <a:cubicBezTo>
                        <a:pt x="305" y="460"/>
                        <a:pt x="299" y="455"/>
                        <a:pt x="299" y="455"/>
                      </a:cubicBezTo>
                      <a:cubicBezTo>
                        <a:pt x="299" y="449"/>
                        <a:pt x="296" y="443"/>
                        <a:pt x="292" y="439"/>
                      </a:cubicBezTo>
                      <a:cubicBezTo>
                        <a:pt x="288" y="432"/>
                        <a:pt x="284" y="424"/>
                        <a:pt x="278" y="421"/>
                      </a:cubicBezTo>
                      <a:cubicBezTo>
                        <a:pt x="278" y="417"/>
                        <a:pt x="274" y="417"/>
                        <a:pt x="274" y="417"/>
                      </a:cubicBezTo>
                      <a:cubicBezTo>
                        <a:pt x="274" y="413"/>
                        <a:pt x="274" y="411"/>
                        <a:pt x="270" y="407"/>
                      </a:cubicBezTo>
                      <a:cubicBezTo>
                        <a:pt x="270" y="404"/>
                        <a:pt x="264" y="401"/>
                        <a:pt x="264" y="401"/>
                      </a:cubicBezTo>
                      <a:cubicBezTo>
                        <a:pt x="257" y="387"/>
                        <a:pt x="247" y="373"/>
                        <a:pt x="237" y="359"/>
                      </a:cubicBezTo>
                      <a:lnTo>
                        <a:pt x="237" y="355"/>
                      </a:lnTo>
                      <a:cubicBezTo>
                        <a:pt x="160" y="233"/>
                        <a:pt x="81"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07"/>
                <p:cNvSpPr/>
                <p:nvPr/>
              </p:nvSpPr>
              <p:spPr>
                <a:xfrm>
                  <a:off x="3075950" y="2954175"/>
                  <a:ext cx="143450" cy="142575"/>
                </a:xfrm>
                <a:custGeom>
                  <a:rect b="b" l="l" r="r" t="t"/>
                  <a:pathLst>
                    <a:path extrusionOk="0" h="5703" w="5738">
                      <a:moveTo>
                        <a:pt x="5737" y="0"/>
                      </a:moveTo>
                      <a:cubicBezTo>
                        <a:pt x="5688" y="69"/>
                        <a:pt x="5639" y="139"/>
                        <a:pt x="5598" y="199"/>
                      </a:cubicBezTo>
                      <a:cubicBezTo>
                        <a:pt x="5587" y="213"/>
                        <a:pt x="5579" y="227"/>
                        <a:pt x="5569" y="241"/>
                      </a:cubicBezTo>
                      <a:cubicBezTo>
                        <a:pt x="5541" y="280"/>
                        <a:pt x="5514" y="317"/>
                        <a:pt x="5485" y="356"/>
                      </a:cubicBezTo>
                      <a:lnTo>
                        <a:pt x="5481" y="356"/>
                      </a:lnTo>
                      <a:cubicBezTo>
                        <a:pt x="5474" y="370"/>
                        <a:pt x="5464" y="380"/>
                        <a:pt x="5453" y="394"/>
                      </a:cubicBezTo>
                      <a:cubicBezTo>
                        <a:pt x="5449" y="401"/>
                        <a:pt x="5447" y="405"/>
                        <a:pt x="5443" y="411"/>
                      </a:cubicBezTo>
                      <a:lnTo>
                        <a:pt x="5437" y="415"/>
                      </a:lnTo>
                      <a:lnTo>
                        <a:pt x="5437" y="419"/>
                      </a:lnTo>
                      <a:lnTo>
                        <a:pt x="5433" y="419"/>
                      </a:lnTo>
                      <a:cubicBezTo>
                        <a:pt x="5433" y="426"/>
                        <a:pt x="5426" y="434"/>
                        <a:pt x="5422" y="437"/>
                      </a:cubicBezTo>
                      <a:cubicBezTo>
                        <a:pt x="5422" y="441"/>
                        <a:pt x="5422" y="441"/>
                        <a:pt x="5418" y="441"/>
                      </a:cubicBezTo>
                      <a:cubicBezTo>
                        <a:pt x="5418" y="445"/>
                        <a:pt x="5416" y="447"/>
                        <a:pt x="5412" y="451"/>
                      </a:cubicBezTo>
                      <a:cubicBezTo>
                        <a:pt x="5408" y="459"/>
                        <a:pt x="5404" y="466"/>
                        <a:pt x="5398" y="470"/>
                      </a:cubicBezTo>
                      <a:lnTo>
                        <a:pt x="5398" y="473"/>
                      </a:lnTo>
                      <a:lnTo>
                        <a:pt x="5393" y="473"/>
                      </a:lnTo>
                      <a:cubicBezTo>
                        <a:pt x="5393" y="476"/>
                        <a:pt x="5390" y="480"/>
                        <a:pt x="5390" y="480"/>
                      </a:cubicBezTo>
                      <a:cubicBezTo>
                        <a:pt x="5390" y="483"/>
                        <a:pt x="5386" y="483"/>
                        <a:pt x="5386" y="483"/>
                      </a:cubicBezTo>
                      <a:cubicBezTo>
                        <a:pt x="5379" y="493"/>
                        <a:pt x="5376" y="502"/>
                        <a:pt x="5366" y="508"/>
                      </a:cubicBezTo>
                      <a:cubicBezTo>
                        <a:pt x="5366" y="512"/>
                        <a:pt x="5362" y="514"/>
                        <a:pt x="5358" y="518"/>
                      </a:cubicBezTo>
                      <a:cubicBezTo>
                        <a:pt x="5352" y="528"/>
                        <a:pt x="5345" y="540"/>
                        <a:pt x="5338" y="547"/>
                      </a:cubicBezTo>
                      <a:lnTo>
                        <a:pt x="5338" y="550"/>
                      </a:lnTo>
                      <a:lnTo>
                        <a:pt x="5335" y="550"/>
                      </a:lnTo>
                      <a:cubicBezTo>
                        <a:pt x="5311" y="585"/>
                        <a:pt x="5286" y="616"/>
                        <a:pt x="5262" y="647"/>
                      </a:cubicBezTo>
                      <a:cubicBezTo>
                        <a:pt x="5258" y="651"/>
                        <a:pt x="5255" y="657"/>
                        <a:pt x="5252" y="662"/>
                      </a:cubicBezTo>
                      <a:cubicBezTo>
                        <a:pt x="3841" y="2441"/>
                        <a:pt x="2018" y="3757"/>
                        <a:pt x="0" y="4544"/>
                      </a:cubicBezTo>
                      <a:cubicBezTo>
                        <a:pt x="4" y="4574"/>
                        <a:pt x="10" y="4605"/>
                        <a:pt x="15" y="4635"/>
                      </a:cubicBezTo>
                      <a:cubicBezTo>
                        <a:pt x="27" y="4714"/>
                        <a:pt x="43" y="4795"/>
                        <a:pt x="59" y="4873"/>
                      </a:cubicBezTo>
                      <a:cubicBezTo>
                        <a:pt x="121" y="5160"/>
                        <a:pt x="207" y="5436"/>
                        <a:pt x="312" y="5703"/>
                      </a:cubicBezTo>
                      <a:cubicBezTo>
                        <a:pt x="2313" y="4637"/>
                        <a:pt x="4050" y="3015"/>
                        <a:pt x="5269" y="905"/>
                      </a:cubicBezTo>
                      <a:cubicBezTo>
                        <a:pt x="5289" y="868"/>
                        <a:pt x="5310" y="833"/>
                        <a:pt x="5331" y="795"/>
                      </a:cubicBezTo>
                      <a:cubicBezTo>
                        <a:pt x="5333" y="791"/>
                        <a:pt x="5336" y="786"/>
                        <a:pt x="5338" y="781"/>
                      </a:cubicBezTo>
                      <a:cubicBezTo>
                        <a:pt x="5346" y="767"/>
                        <a:pt x="5353" y="751"/>
                        <a:pt x="5361" y="736"/>
                      </a:cubicBezTo>
                      <a:cubicBezTo>
                        <a:pt x="5384" y="692"/>
                        <a:pt x="5409" y="646"/>
                        <a:pt x="5434" y="601"/>
                      </a:cubicBezTo>
                      <a:cubicBezTo>
                        <a:pt x="5436" y="597"/>
                        <a:pt x="5438" y="595"/>
                        <a:pt x="5440" y="590"/>
                      </a:cubicBezTo>
                      <a:cubicBezTo>
                        <a:pt x="5443" y="586"/>
                        <a:pt x="5443" y="583"/>
                        <a:pt x="5446" y="576"/>
                      </a:cubicBezTo>
                      <a:lnTo>
                        <a:pt x="5446" y="573"/>
                      </a:lnTo>
                      <a:lnTo>
                        <a:pt x="5453" y="566"/>
                      </a:lnTo>
                      <a:cubicBezTo>
                        <a:pt x="5456" y="559"/>
                        <a:pt x="5460" y="552"/>
                        <a:pt x="5464" y="545"/>
                      </a:cubicBezTo>
                      <a:cubicBezTo>
                        <a:pt x="5466" y="542"/>
                        <a:pt x="5470" y="534"/>
                        <a:pt x="5470" y="527"/>
                      </a:cubicBezTo>
                      <a:cubicBezTo>
                        <a:pt x="5472" y="523"/>
                        <a:pt x="5476" y="521"/>
                        <a:pt x="5476" y="517"/>
                      </a:cubicBezTo>
                      <a:cubicBezTo>
                        <a:pt x="5480" y="517"/>
                        <a:pt x="5480" y="514"/>
                        <a:pt x="5480" y="511"/>
                      </a:cubicBezTo>
                      <a:lnTo>
                        <a:pt x="5484" y="511"/>
                      </a:lnTo>
                      <a:lnTo>
                        <a:pt x="5484" y="504"/>
                      </a:lnTo>
                      <a:cubicBezTo>
                        <a:pt x="5487" y="504"/>
                        <a:pt x="5487" y="502"/>
                        <a:pt x="5487" y="498"/>
                      </a:cubicBezTo>
                      <a:cubicBezTo>
                        <a:pt x="5490" y="498"/>
                        <a:pt x="5490" y="495"/>
                        <a:pt x="5495" y="491"/>
                      </a:cubicBezTo>
                      <a:cubicBezTo>
                        <a:pt x="5495" y="487"/>
                        <a:pt x="5497" y="480"/>
                        <a:pt x="5501" y="473"/>
                      </a:cubicBezTo>
                      <a:cubicBezTo>
                        <a:pt x="5505" y="467"/>
                        <a:pt x="5508" y="459"/>
                        <a:pt x="5515" y="452"/>
                      </a:cubicBezTo>
                      <a:lnTo>
                        <a:pt x="5513" y="452"/>
                      </a:lnTo>
                      <a:lnTo>
                        <a:pt x="5513" y="451"/>
                      </a:lnTo>
                      <a:lnTo>
                        <a:pt x="5515" y="450"/>
                      </a:lnTo>
                      <a:cubicBezTo>
                        <a:pt x="5515" y="446"/>
                        <a:pt x="5517" y="442"/>
                        <a:pt x="5521" y="436"/>
                      </a:cubicBezTo>
                      <a:lnTo>
                        <a:pt x="5526" y="431"/>
                      </a:lnTo>
                      <a:cubicBezTo>
                        <a:pt x="5528" y="420"/>
                        <a:pt x="5536" y="408"/>
                        <a:pt x="5542" y="393"/>
                      </a:cubicBezTo>
                      <a:lnTo>
                        <a:pt x="5542" y="389"/>
                      </a:lnTo>
                      <a:cubicBezTo>
                        <a:pt x="5546" y="389"/>
                        <a:pt x="5546" y="389"/>
                        <a:pt x="5546" y="385"/>
                      </a:cubicBezTo>
                      <a:cubicBezTo>
                        <a:pt x="5612" y="256"/>
                        <a:pt x="5675" y="129"/>
                        <a:pt x="57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107"/>
                <p:cNvSpPr/>
                <p:nvPr/>
              </p:nvSpPr>
              <p:spPr>
                <a:xfrm>
                  <a:off x="3205550" y="2838800"/>
                  <a:ext cx="131250" cy="140225"/>
                </a:xfrm>
                <a:custGeom>
                  <a:rect b="b" l="l" r="r" t="t"/>
                  <a:pathLst>
                    <a:path extrusionOk="0" h="5609" w="5250">
                      <a:moveTo>
                        <a:pt x="5250" y="0"/>
                      </a:moveTo>
                      <a:cubicBezTo>
                        <a:pt x="3324" y="1067"/>
                        <a:pt x="1653" y="2654"/>
                        <a:pt x="474" y="4701"/>
                      </a:cubicBezTo>
                      <a:cubicBezTo>
                        <a:pt x="450" y="4740"/>
                        <a:pt x="429" y="4781"/>
                        <a:pt x="409" y="4819"/>
                      </a:cubicBezTo>
                      <a:cubicBezTo>
                        <a:pt x="398" y="4836"/>
                        <a:pt x="388" y="4855"/>
                        <a:pt x="378" y="4875"/>
                      </a:cubicBezTo>
                      <a:cubicBezTo>
                        <a:pt x="353" y="4917"/>
                        <a:pt x="328" y="4959"/>
                        <a:pt x="307" y="5004"/>
                      </a:cubicBezTo>
                      <a:cubicBezTo>
                        <a:pt x="303" y="5006"/>
                        <a:pt x="301" y="5014"/>
                        <a:pt x="297" y="5021"/>
                      </a:cubicBezTo>
                      <a:cubicBezTo>
                        <a:pt x="293" y="5025"/>
                        <a:pt x="293" y="5027"/>
                        <a:pt x="293" y="5031"/>
                      </a:cubicBezTo>
                      <a:cubicBezTo>
                        <a:pt x="293" y="5031"/>
                        <a:pt x="290" y="5031"/>
                        <a:pt x="290" y="5035"/>
                      </a:cubicBezTo>
                      <a:cubicBezTo>
                        <a:pt x="290" y="5035"/>
                        <a:pt x="286" y="5037"/>
                        <a:pt x="286" y="5041"/>
                      </a:cubicBezTo>
                      <a:cubicBezTo>
                        <a:pt x="282" y="5049"/>
                        <a:pt x="280" y="5056"/>
                        <a:pt x="276" y="5062"/>
                      </a:cubicBezTo>
                      <a:cubicBezTo>
                        <a:pt x="271" y="5065"/>
                        <a:pt x="269" y="5072"/>
                        <a:pt x="265" y="5079"/>
                      </a:cubicBezTo>
                      <a:cubicBezTo>
                        <a:pt x="261" y="5083"/>
                        <a:pt x="261" y="5086"/>
                        <a:pt x="261" y="5090"/>
                      </a:cubicBezTo>
                      <a:cubicBezTo>
                        <a:pt x="261" y="5090"/>
                        <a:pt x="257" y="5090"/>
                        <a:pt x="257" y="5093"/>
                      </a:cubicBezTo>
                      <a:cubicBezTo>
                        <a:pt x="255" y="5097"/>
                        <a:pt x="251" y="5105"/>
                        <a:pt x="251" y="5111"/>
                      </a:cubicBezTo>
                      <a:lnTo>
                        <a:pt x="247" y="5111"/>
                      </a:lnTo>
                      <a:cubicBezTo>
                        <a:pt x="247" y="5116"/>
                        <a:pt x="244" y="5118"/>
                        <a:pt x="244" y="5122"/>
                      </a:cubicBezTo>
                      <a:cubicBezTo>
                        <a:pt x="240" y="5126"/>
                        <a:pt x="236" y="5129"/>
                        <a:pt x="236" y="5136"/>
                      </a:cubicBezTo>
                      <a:cubicBezTo>
                        <a:pt x="229" y="5142"/>
                        <a:pt x="226" y="5150"/>
                        <a:pt x="223" y="5160"/>
                      </a:cubicBezTo>
                      <a:cubicBezTo>
                        <a:pt x="220" y="5164"/>
                        <a:pt x="220" y="5168"/>
                        <a:pt x="216" y="5174"/>
                      </a:cubicBezTo>
                      <a:lnTo>
                        <a:pt x="216" y="5179"/>
                      </a:lnTo>
                      <a:cubicBezTo>
                        <a:pt x="205" y="5191"/>
                        <a:pt x="198" y="5205"/>
                        <a:pt x="192" y="5220"/>
                      </a:cubicBezTo>
                      <a:lnTo>
                        <a:pt x="192" y="5224"/>
                      </a:lnTo>
                      <a:cubicBezTo>
                        <a:pt x="126" y="5353"/>
                        <a:pt x="63" y="5480"/>
                        <a:pt x="1" y="5609"/>
                      </a:cubicBezTo>
                      <a:cubicBezTo>
                        <a:pt x="45" y="5542"/>
                        <a:pt x="94" y="5477"/>
                        <a:pt x="142" y="5411"/>
                      </a:cubicBezTo>
                      <a:cubicBezTo>
                        <a:pt x="145" y="5407"/>
                        <a:pt x="148" y="5401"/>
                        <a:pt x="151" y="5397"/>
                      </a:cubicBezTo>
                      <a:cubicBezTo>
                        <a:pt x="156" y="5389"/>
                        <a:pt x="163" y="5379"/>
                        <a:pt x="169" y="5369"/>
                      </a:cubicBezTo>
                      <a:cubicBezTo>
                        <a:pt x="197" y="5330"/>
                        <a:pt x="225" y="5289"/>
                        <a:pt x="256" y="5251"/>
                      </a:cubicBezTo>
                      <a:lnTo>
                        <a:pt x="260" y="5247"/>
                      </a:lnTo>
                      <a:cubicBezTo>
                        <a:pt x="266" y="5232"/>
                        <a:pt x="277" y="5222"/>
                        <a:pt x="287" y="5208"/>
                      </a:cubicBezTo>
                      <a:cubicBezTo>
                        <a:pt x="291" y="5204"/>
                        <a:pt x="293" y="5198"/>
                        <a:pt x="297" y="5194"/>
                      </a:cubicBezTo>
                      <a:lnTo>
                        <a:pt x="301" y="5190"/>
                      </a:lnTo>
                      <a:cubicBezTo>
                        <a:pt x="301" y="5188"/>
                        <a:pt x="301" y="5188"/>
                        <a:pt x="305" y="5184"/>
                      </a:cubicBezTo>
                      <a:lnTo>
                        <a:pt x="309" y="5184"/>
                      </a:lnTo>
                      <a:cubicBezTo>
                        <a:pt x="309" y="5178"/>
                        <a:pt x="316" y="5173"/>
                        <a:pt x="319" y="5167"/>
                      </a:cubicBezTo>
                      <a:cubicBezTo>
                        <a:pt x="319" y="5167"/>
                        <a:pt x="319" y="5163"/>
                        <a:pt x="323" y="5163"/>
                      </a:cubicBezTo>
                      <a:cubicBezTo>
                        <a:pt x="323" y="5160"/>
                        <a:pt x="326" y="5160"/>
                        <a:pt x="329" y="5157"/>
                      </a:cubicBezTo>
                      <a:cubicBezTo>
                        <a:pt x="329" y="5149"/>
                        <a:pt x="336" y="5145"/>
                        <a:pt x="339" y="5138"/>
                      </a:cubicBezTo>
                      <a:cubicBezTo>
                        <a:pt x="339" y="5136"/>
                        <a:pt x="343" y="5136"/>
                        <a:pt x="347" y="5132"/>
                      </a:cubicBezTo>
                      <a:cubicBezTo>
                        <a:pt x="347" y="5129"/>
                        <a:pt x="347" y="5129"/>
                        <a:pt x="350" y="5126"/>
                      </a:cubicBezTo>
                      <a:cubicBezTo>
                        <a:pt x="350" y="5126"/>
                        <a:pt x="350" y="5122"/>
                        <a:pt x="354" y="5122"/>
                      </a:cubicBezTo>
                      <a:cubicBezTo>
                        <a:pt x="358" y="5116"/>
                        <a:pt x="365" y="5103"/>
                        <a:pt x="373" y="5097"/>
                      </a:cubicBezTo>
                      <a:lnTo>
                        <a:pt x="383" y="5087"/>
                      </a:lnTo>
                      <a:cubicBezTo>
                        <a:pt x="389" y="5076"/>
                        <a:pt x="397" y="5066"/>
                        <a:pt x="403" y="5056"/>
                      </a:cubicBezTo>
                      <a:lnTo>
                        <a:pt x="408" y="5056"/>
                      </a:lnTo>
                      <a:cubicBezTo>
                        <a:pt x="427" y="5025"/>
                        <a:pt x="455" y="4990"/>
                        <a:pt x="483" y="4959"/>
                      </a:cubicBezTo>
                      <a:cubicBezTo>
                        <a:pt x="483" y="4956"/>
                        <a:pt x="487" y="4948"/>
                        <a:pt x="493" y="4945"/>
                      </a:cubicBezTo>
                      <a:cubicBezTo>
                        <a:pt x="1783" y="3313"/>
                        <a:pt x="3427" y="2071"/>
                        <a:pt x="5250" y="1267"/>
                      </a:cubicBezTo>
                      <a:lnTo>
                        <a:pt x="525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107"/>
                <p:cNvSpPr/>
                <p:nvPr/>
              </p:nvSpPr>
              <p:spPr>
                <a:xfrm>
                  <a:off x="3074400" y="2791850"/>
                  <a:ext cx="150450" cy="181600"/>
                </a:xfrm>
                <a:custGeom>
                  <a:rect b="b" l="l" r="r" t="t"/>
                  <a:pathLst>
                    <a:path extrusionOk="0" h="7264" w="6018">
                      <a:moveTo>
                        <a:pt x="523" y="1"/>
                      </a:moveTo>
                      <a:cubicBezTo>
                        <a:pt x="343" y="129"/>
                        <a:pt x="170" y="264"/>
                        <a:pt x="0" y="406"/>
                      </a:cubicBezTo>
                      <a:lnTo>
                        <a:pt x="0" y="1203"/>
                      </a:lnTo>
                      <a:cubicBezTo>
                        <a:pt x="1049" y="3471"/>
                        <a:pt x="2786" y="5450"/>
                        <a:pt x="5115" y="6795"/>
                      </a:cubicBezTo>
                      <a:cubicBezTo>
                        <a:pt x="5147" y="6812"/>
                        <a:pt x="5178" y="6831"/>
                        <a:pt x="5209" y="6847"/>
                      </a:cubicBezTo>
                      <a:cubicBezTo>
                        <a:pt x="5216" y="6851"/>
                        <a:pt x="5222" y="6855"/>
                        <a:pt x="5227" y="6857"/>
                      </a:cubicBezTo>
                      <a:lnTo>
                        <a:pt x="5228" y="6857"/>
                      </a:lnTo>
                      <a:cubicBezTo>
                        <a:pt x="5247" y="6868"/>
                        <a:pt x="5266" y="6878"/>
                        <a:pt x="5286" y="6888"/>
                      </a:cubicBezTo>
                      <a:cubicBezTo>
                        <a:pt x="5332" y="6915"/>
                        <a:pt x="5377" y="6940"/>
                        <a:pt x="5422" y="6961"/>
                      </a:cubicBezTo>
                      <a:cubicBezTo>
                        <a:pt x="5423" y="6964"/>
                        <a:pt x="5426" y="6966"/>
                        <a:pt x="5429" y="6967"/>
                      </a:cubicBezTo>
                      <a:cubicBezTo>
                        <a:pt x="5430" y="6968"/>
                        <a:pt x="5431" y="6968"/>
                        <a:pt x="5433" y="6968"/>
                      </a:cubicBezTo>
                      <a:cubicBezTo>
                        <a:pt x="5435" y="6968"/>
                        <a:pt x="5437" y="6968"/>
                        <a:pt x="5439" y="6967"/>
                      </a:cubicBezTo>
                      <a:cubicBezTo>
                        <a:pt x="5439" y="6972"/>
                        <a:pt x="5439" y="6974"/>
                        <a:pt x="5440" y="6974"/>
                      </a:cubicBezTo>
                      <a:cubicBezTo>
                        <a:pt x="5440" y="6974"/>
                        <a:pt x="5441" y="6973"/>
                        <a:pt x="5443" y="6971"/>
                      </a:cubicBezTo>
                      <a:cubicBezTo>
                        <a:pt x="5443" y="6971"/>
                        <a:pt x="5444" y="6976"/>
                        <a:pt x="5447" y="6976"/>
                      </a:cubicBezTo>
                      <a:cubicBezTo>
                        <a:pt x="5448" y="6976"/>
                        <a:pt x="5448" y="6976"/>
                        <a:pt x="5449" y="6975"/>
                      </a:cubicBezTo>
                      <a:cubicBezTo>
                        <a:pt x="5449" y="6975"/>
                        <a:pt x="5451" y="6980"/>
                        <a:pt x="5453" y="6980"/>
                      </a:cubicBezTo>
                      <a:cubicBezTo>
                        <a:pt x="5454" y="6980"/>
                        <a:pt x="5455" y="6980"/>
                        <a:pt x="5455" y="6979"/>
                      </a:cubicBezTo>
                      <a:cubicBezTo>
                        <a:pt x="5462" y="6985"/>
                        <a:pt x="5470" y="6989"/>
                        <a:pt x="5476" y="6989"/>
                      </a:cubicBezTo>
                      <a:cubicBezTo>
                        <a:pt x="5480" y="6996"/>
                        <a:pt x="5484" y="7000"/>
                        <a:pt x="5491" y="7000"/>
                      </a:cubicBezTo>
                      <a:cubicBezTo>
                        <a:pt x="5491" y="7004"/>
                        <a:pt x="5493" y="7004"/>
                        <a:pt x="5497" y="7004"/>
                      </a:cubicBezTo>
                      <a:cubicBezTo>
                        <a:pt x="5497" y="7007"/>
                        <a:pt x="5500" y="7007"/>
                        <a:pt x="5504" y="7007"/>
                      </a:cubicBezTo>
                      <a:lnTo>
                        <a:pt x="5505" y="7009"/>
                      </a:lnTo>
                      <a:cubicBezTo>
                        <a:pt x="5507" y="7011"/>
                        <a:pt x="5511" y="7014"/>
                        <a:pt x="5514" y="7014"/>
                      </a:cubicBezTo>
                      <a:cubicBezTo>
                        <a:pt x="5517" y="7017"/>
                        <a:pt x="5520" y="7017"/>
                        <a:pt x="5525" y="7017"/>
                      </a:cubicBezTo>
                      <a:cubicBezTo>
                        <a:pt x="5525" y="7017"/>
                        <a:pt x="5527" y="7021"/>
                        <a:pt x="5531" y="7021"/>
                      </a:cubicBezTo>
                      <a:cubicBezTo>
                        <a:pt x="5534" y="7028"/>
                        <a:pt x="5542" y="7032"/>
                        <a:pt x="5548" y="7032"/>
                      </a:cubicBezTo>
                      <a:cubicBezTo>
                        <a:pt x="5556" y="7036"/>
                        <a:pt x="5563" y="7038"/>
                        <a:pt x="5569" y="7042"/>
                      </a:cubicBezTo>
                      <a:lnTo>
                        <a:pt x="5573" y="7042"/>
                      </a:lnTo>
                      <a:cubicBezTo>
                        <a:pt x="5577" y="7048"/>
                        <a:pt x="5579" y="7048"/>
                        <a:pt x="5583" y="7048"/>
                      </a:cubicBezTo>
                      <a:lnTo>
                        <a:pt x="5588" y="7048"/>
                      </a:lnTo>
                      <a:cubicBezTo>
                        <a:pt x="5602" y="7059"/>
                        <a:pt x="5615" y="7069"/>
                        <a:pt x="5633" y="7073"/>
                      </a:cubicBezTo>
                      <a:cubicBezTo>
                        <a:pt x="5762" y="7143"/>
                        <a:pt x="5889" y="7205"/>
                        <a:pt x="6018" y="7264"/>
                      </a:cubicBezTo>
                      <a:cubicBezTo>
                        <a:pt x="5955" y="7223"/>
                        <a:pt x="5896" y="7180"/>
                        <a:pt x="5839" y="7135"/>
                      </a:cubicBezTo>
                      <a:cubicBezTo>
                        <a:pt x="5819" y="7121"/>
                        <a:pt x="5800" y="7108"/>
                        <a:pt x="5780" y="7094"/>
                      </a:cubicBezTo>
                      <a:cubicBezTo>
                        <a:pt x="5742" y="7067"/>
                        <a:pt x="5701" y="7038"/>
                        <a:pt x="5662" y="7007"/>
                      </a:cubicBezTo>
                      <a:lnTo>
                        <a:pt x="5659" y="7007"/>
                      </a:lnTo>
                      <a:cubicBezTo>
                        <a:pt x="5644" y="6997"/>
                        <a:pt x="5634" y="6986"/>
                        <a:pt x="5620" y="6976"/>
                      </a:cubicBezTo>
                      <a:cubicBezTo>
                        <a:pt x="5615" y="6973"/>
                        <a:pt x="5609" y="6970"/>
                        <a:pt x="5605" y="6966"/>
                      </a:cubicBezTo>
                      <a:cubicBezTo>
                        <a:pt x="5604" y="6966"/>
                        <a:pt x="5602" y="6965"/>
                        <a:pt x="5600" y="6964"/>
                      </a:cubicBezTo>
                      <a:cubicBezTo>
                        <a:pt x="5598" y="6963"/>
                        <a:pt x="5597" y="6961"/>
                        <a:pt x="5595" y="6960"/>
                      </a:cubicBezTo>
                      <a:cubicBezTo>
                        <a:pt x="5592" y="6955"/>
                        <a:pt x="5584" y="6952"/>
                        <a:pt x="5581" y="6945"/>
                      </a:cubicBezTo>
                      <a:lnTo>
                        <a:pt x="5577" y="6945"/>
                      </a:lnTo>
                      <a:lnTo>
                        <a:pt x="5575" y="6944"/>
                      </a:lnTo>
                      <a:cubicBezTo>
                        <a:pt x="5573" y="6942"/>
                        <a:pt x="5569" y="6942"/>
                        <a:pt x="5567" y="6935"/>
                      </a:cubicBezTo>
                      <a:cubicBezTo>
                        <a:pt x="5559" y="6935"/>
                        <a:pt x="5556" y="6929"/>
                        <a:pt x="5548" y="6924"/>
                      </a:cubicBezTo>
                      <a:cubicBezTo>
                        <a:pt x="5548" y="6924"/>
                        <a:pt x="5544" y="6924"/>
                        <a:pt x="5544" y="6921"/>
                      </a:cubicBezTo>
                      <a:cubicBezTo>
                        <a:pt x="5541" y="6921"/>
                        <a:pt x="5538" y="6918"/>
                        <a:pt x="5534" y="6914"/>
                      </a:cubicBezTo>
                      <a:lnTo>
                        <a:pt x="5534" y="6911"/>
                      </a:lnTo>
                      <a:cubicBezTo>
                        <a:pt x="5527" y="6908"/>
                        <a:pt x="5516" y="6904"/>
                        <a:pt x="5510" y="6894"/>
                      </a:cubicBezTo>
                      <a:cubicBezTo>
                        <a:pt x="5504" y="6889"/>
                        <a:pt x="5500" y="6887"/>
                        <a:pt x="5493" y="6883"/>
                      </a:cubicBezTo>
                      <a:cubicBezTo>
                        <a:pt x="5482" y="6877"/>
                        <a:pt x="5476" y="6869"/>
                        <a:pt x="5466" y="6863"/>
                      </a:cubicBezTo>
                      <a:lnTo>
                        <a:pt x="5466" y="6858"/>
                      </a:lnTo>
                      <a:cubicBezTo>
                        <a:pt x="5434" y="6838"/>
                        <a:pt x="5403" y="6814"/>
                        <a:pt x="5372" y="6785"/>
                      </a:cubicBezTo>
                      <a:cubicBezTo>
                        <a:pt x="5366" y="6781"/>
                        <a:pt x="5362" y="6778"/>
                        <a:pt x="5355" y="6771"/>
                      </a:cubicBezTo>
                      <a:cubicBezTo>
                        <a:pt x="3140" y="5020"/>
                        <a:pt x="1640" y="2619"/>
                        <a:pt x="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07"/>
                <p:cNvSpPr/>
                <p:nvPr/>
              </p:nvSpPr>
              <p:spPr>
                <a:xfrm>
                  <a:off x="3199975" y="2959675"/>
                  <a:ext cx="133250" cy="155900"/>
                </a:xfrm>
                <a:custGeom>
                  <a:rect b="b" l="l" r="r" t="t"/>
                  <a:pathLst>
                    <a:path extrusionOk="0" h="6236" w="5330">
                      <a:moveTo>
                        <a:pt x="0" y="1"/>
                      </a:moveTo>
                      <a:lnTo>
                        <a:pt x="0" y="1"/>
                      </a:lnTo>
                      <a:cubicBezTo>
                        <a:pt x="64" y="42"/>
                        <a:pt x="126" y="88"/>
                        <a:pt x="185" y="133"/>
                      </a:cubicBezTo>
                      <a:cubicBezTo>
                        <a:pt x="190" y="135"/>
                        <a:pt x="197" y="138"/>
                        <a:pt x="201" y="142"/>
                      </a:cubicBezTo>
                      <a:cubicBezTo>
                        <a:pt x="201" y="143"/>
                        <a:pt x="203" y="143"/>
                        <a:pt x="203" y="143"/>
                      </a:cubicBezTo>
                      <a:cubicBezTo>
                        <a:pt x="216" y="153"/>
                        <a:pt x="229" y="161"/>
                        <a:pt x="241" y="171"/>
                      </a:cubicBezTo>
                      <a:cubicBezTo>
                        <a:pt x="282" y="199"/>
                        <a:pt x="320" y="231"/>
                        <a:pt x="361" y="258"/>
                      </a:cubicBezTo>
                      <a:lnTo>
                        <a:pt x="361" y="262"/>
                      </a:lnTo>
                      <a:cubicBezTo>
                        <a:pt x="376" y="269"/>
                        <a:pt x="386" y="280"/>
                        <a:pt x="400" y="290"/>
                      </a:cubicBezTo>
                      <a:cubicBezTo>
                        <a:pt x="405" y="294"/>
                        <a:pt x="411" y="297"/>
                        <a:pt x="415" y="300"/>
                      </a:cubicBezTo>
                      <a:cubicBezTo>
                        <a:pt x="416" y="300"/>
                        <a:pt x="417" y="302"/>
                        <a:pt x="420" y="303"/>
                      </a:cubicBezTo>
                      <a:cubicBezTo>
                        <a:pt x="422" y="304"/>
                        <a:pt x="423" y="305"/>
                        <a:pt x="425" y="307"/>
                      </a:cubicBezTo>
                      <a:lnTo>
                        <a:pt x="425" y="311"/>
                      </a:lnTo>
                      <a:cubicBezTo>
                        <a:pt x="431" y="311"/>
                        <a:pt x="439" y="319"/>
                        <a:pt x="446" y="325"/>
                      </a:cubicBezTo>
                      <a:cubicBezTo>
                        <a:pt x="449" y="325"/>
                        <a:pt x="452" y="328"/>
                        <a:pt x="456" y="331"/>
                      </a:cubicBezTo>
                      <a:cubicBezTo>
                        <a:pt x="463" y="335"/>
                        <a:pt x="467" y="338"/>
                        <a:pt x="470" y="342"/>
                      </a:cubicBezTo>
                      <a:cubicBezTo>
                        <a:pt x="474" y="342"/>
                        <a:pt x="474" y="342"/>
                        <a:pt x="474" y="346"/>
                      </a:cubicBezTo>
                      <a:cubicBezTo>
                        <a:pt x="478" y="346"/>
                        <a:pt x="481" y="349"/>
                        <a:pt x="484" y="352"/>
                      </a:cubicBezTo>
                      <a:lnTo>
                        <a:pt x="484" y="356"/>
                      </a:lnTo>
                      <a:cubicBezTo>
                        <a:pt x="486" y="354"/>
                        <a:pt x="487" y="353"/>
                        <a:pt x="488" y="353"/>
                      </a:cubicBezTo>
                      <a:cubicBezTo>
                        <a:pt x="488" y="353"/>
                        <a:pt x="488" y="354"/>
                        <a:pt x="488" y="356"/>
                      </a:cubicBezTo>
                      <a:cubicBezTo>
                        <a:pt x="499" y="360"/>
                        <a:pt x="507" y="367"/>
                        <a:pt x="513" y="375"/>
                      </a:cubicBezTo>
                      <a:cubicBezTo>
                        <a:pt x="520" y="378"/>
                        <a:pt x="523" y="381"/>
                        <a:pt x="527" y="385"/>
                      </a:cubicBezTo>
                      <a:cubicBezTo>
                        <a:pt x="538" y="391"/>
                        <a:pt x="549" y="398"/>
                        <a:pt x="555" y="405"/>
                      </a:cubicBezTo>
                      <a:lnTo>
                        <a:pt x="555" y="409"/>
                      </a:lnTo>
                      <a:cubicBezTo>
                        <a:pt x="589" y="429"/>
                        <a:pt x="621" y="457"/>
                        <a:pt x="652" y="485"/>
                      </a:cubicBezTo>
                      <a:cubicBezTo>
                        <a:pt x="658" y="489"/>
                        <a:pt x="667" y="493"/>
                        <a:pt x="673" y="499"/>
                      </a:cubicBezTo>
                      <a:cubicBezTo>
                        <a:pt x="2593" y="2017"/>
                        <a:pt x="3971" y="4025"/>
                        <a:pt x="4733" y="6235"/>
                      </a:cubicBezTo>
                      <a:cubicBezTo>
                        <a:pt x="4744" y="6214"/>
                        <a:pt x="4757" y="6194"/>
                        <a:pt x="4769" y="6173"/>
                      </a:cubicBezTo>
                      <a:cubicBezTo>
                        <a:pt x="4832" y="6063"/>
                        <a:pt x="4891" y="5952"/>
                        <a:pt x="4946" y="5839"/>
                      </a:cubicBezTo>
                      <a:cubicBezTo>
                        <a:pt x="5110" y="5500"/>
                        <a:pt x="5241" y="5143"/>
                        <a:pt x="5329" y="4770"/>
                      </a:cubicBezTo>
                      <a:cubicBezTo>
                        <a:pt x="4271" y="3048"/>
                        <a:pt x="2782" y="1557"/>
                        <a:pt x="906" y="473"/>
                      </a:cubicBezTo>
                      <a:cubicBezTo>
                        <a:pt x="874" y="455"/>
                        <a:pt x="843" y="437"/>
                        <a:pt x="812" y="421"/>
                      </a:cubicBezTo>
                      <a:cubicBezTo>
                        <a:pt x="783" y="402"/>
                        <a:pt x="755" y="390"/>
                        <a:pt x="729" y="376"/>
                      </a:cubicBezTo>
                      <a:cubicBezTo>
                        <a:pt x="685" y="347"/>
                        <a:pt x="644" y="327"/>
                        <a:pt x="600" y="305"/>
                      </a:cubicBezTo>
                      <a:cubicBezTo>
                        <a:pt x="592" y="299"/>
                        <a:pt x="585" y="295"/>
                        <a:pt x="579" y="295"/>
                      </a:cubicBezTo>
                      <a:cubicBezTo>
                        <a:pt x="579" y="295"/>
                        <a:pt x="576" y="289"/>
                        <a:pt x="572" y="289"/>
                      </a:cubicBezTo>
                      <a:cubicBezTo>
                        <a:pt x="572" y="289"/>
                        <a:pt x="570" y="285"/>
                        <a:pt x="566" y="285"/>
                      </a:cubicBezTo>
                      <a:cubicBezTo>
                        <a:pt x="559" y="282"/>
                        <a:pt x="551" y="279"/>
                        <a:pt x="545" y="274"/>
                      </a:cubicBezTo>
                      <a:cubicBezTo>
                        <a:pt x="541" y="272"/>
                        <a:pt x="538" y="268"/>
                        <a:pt x="530" y="268"/>
                      </a:cubicBezTo>
                      <a:cubicBezTo>
                        <a:pt x="527" y="266"/>
                        <a:pt x="524" y="262"/>
                        <a:pt x="520" y="262"/>
                      </a:cubicBezTo>
                      <a:cubicBezTo>
                        <a:pt x="520" y="262"/>
                        <a:pt x="518" y="258"/>
                        <a:pt x="514" y="258"/>
                      </a:cubicBezTo>
                      <a:cubicBezTo>
                        <a:pt x="510" y="256"/>
                        <a:pt x="508" y="256"/>
                        <a:pt x="504" y="252"/>
                      </a:cubicBezTo>
                      <a:cubicBezTo>
                        <a:pt x="504" y="252"/>
                        <a:pt x="502" y="252"/>
                        <a:pt x="497" y="248"/>
                      </a:cubicBezTo>
                      <a:cubicBezTo>
                        <a:pt x="493" y="248"/>
                        <a:pt x="491" y="243"/>
                        <a:pt x="487" y="243"/>
                      </a:cubicBezTo>
                      <a:cubicBezTo>
                        <a:pt x="484" y="240"/>
                        <a:pt x="477" y="237"/>
                        <a:pt x="470" y="233"/>
                      </a:cubicBezTo>
                      <a:cubicBezTo>
                        <a:pt x="468" y="230"/>
                        <a:pt x="459" y="227"/>
                        <a:pt x="453" y="223"/>
                      </a:cubicBezTo>
                      <a:lnTo>
                        <a:pt x="449" y="223"/>
                      </a:lnTo>
                      <a:cubicBezTo>
                        <a:pt x="446" y="221"/>
                        <a:pt x="442" y="221"/>
                        <a:pt x="436" y="217"/>
                      </a:cubicBezTo>
                      <a:cubicBezTo>
                        <a:pt x="421" y="210"/>
                        <a:pt x="407" y="199"/>
                        <a:pt x="390" y="192"/>
                      </a:cubicBezTo>
                      <a:lnTo>
                        <a:pt x="386" y="192"/>
                      </a:lnTo>
                      <a:cubicBezTo>
                        <a:pt x="257" y="127"/>
                        <a:pt x="129" y="65"/>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27" name="Google Shape;8427;p107"/>
            <p:cNvGrpSpPr/>
            <p:nvPr/>
          </p:nvGrpSpPr>
          <p:grpSpPr>
            <a:xfrm rot="1299589">
              <a:off x="544641" y="416761"/>
              <a:ext cx="337178" cy="1085920"/>
              <a:chOff x="-507662" y="283925"/>
              <a:chExt cx="249300" cy="802900"/>
            </a:xfrm>
          </p:grpSpPr>
          <p:sp>
            <p:nvSpPr>
              <p:cNvPr id="8428" name="Google Shape;8428;p107"/>
              <p:cNvSpPr/>
              <p:nvPr/>
            </p:nvSpPr>
            <p:spPr>
              <a:xfrm>
                <a:off x="-507662" y="283925"/>
                <a:ext cx="249300" cy="802900"/>
              </a:xfrm>
              <a:custGeom>
                <a:rect b="b" l="l" r="r" t="t"/>
                <a:pathLst>
                  <a:path extrusionOk="0" h="32116" w="9972">
                    <a:moveTo>
                      <a:pt x="4820" y="1"/>
                    </a:moveTo>
                    <a:cubicBezTo>
                      <a:pt x="1333" y="1"/>
                      <a:pt x="220" y="2879"/>
                      <a:pt x="127" y="5466"/>
                    </a:cubicBezTo>
                    <a:cubicBezTo>
                      <a:pt x="45" y="5448"/>
                      <a:pt x="1" y="5439"/>
                      <a:pt x="1" y="5439"/>
                    </a:cubicBezTo>
                    <a:lnTo>
                      <a:pt x="0" y="6146"/>
                    </a:lnTo>
                    <a:cubicBezTo>
                      <a:pt x="0" y="6146"/>
                      <a:pt x="45" y="6157"/>
                      <a:pt x="135" y="6178"/>
                    </a:cubicBezTo>
                    <a:cubicBezTo>
                      <a:pt x="212" y="7236"/>
                      <a:pt x="628" y="8201"/>
                      <a:pt x="1276" y="8965"/>
                    </a:cubicBezTo>
                    <a:cubicBezTo>
                      <a:pt x="1273" y="8964"/>
                      <a:pt x="1272" y="8964"/>
                      <a:pt x="1272" y="8964"/>
                    </a:cubicBezTo>
                    <a:lnTo>
                      <a:pt x="1272" y="8964"/>
                    </a:lnTo>
                    <a:lnTo>
                      <a:pt x="1972" y="9757"/>
                    </a:lnTo>
                    <a:cubicBezTo>
                      <a:pt x="1985" y="9759"/>
                      <a:pt x="1998" y="9763"/>
                      <a:pt x="2013" y="9765"/>
                    </a:cubicBezTo>
                    <a:lnTo>
                      <a:pt x="1987" y="9765"/>
                    </a:lnTo>
                    <a:lnTo>
                      <a:pt x="2989" y="31481"/>
                    </a:lnTo>
                    <a:cubicBezTo>
                      <a:pt x="2989" y="31481"/>
                      <a:pt x="3673" y="32115"/>
                      <a:pt x="5032" y="32116"/>
                    </a:cubicBezTo>
                    <a:cubicBezTo>
                      <a:pt x="5034" y="32116"/>
                      <a:pt x="5035" y="32116"/>
                      <a:pt x="5036" y="32116"/>
                    </a:cubicBezTo>
                    <a:cubicBezTo>
                      <a:pt x="6471" y="32116"/>
                      <a:pt x="7092" y="31486"/>
                      <a:pt x="7092" y="31486"/>
                    </a:cubicBezTo>
                    <a:lnTo>
                      <a:pt x="8145" y="9772"/>
                    </a:lnTo>
                    <a:lnTo>
                      <a:pt x="8084" y="9772"/>
                    </a:lnTo>
                    <a:cubicBezTo>
                      <a:pt x="8114" y="9762"/>
                      <a:pt x="8129" y="9755"/>
                      <a:pt x="8129" y="9755"/>
                    </a:cubicBezTo>
                    <a:lnTo>
                      <a:pt x="8643" y="9035"/>
                    </a:lnTo>
                    <a:cubicBezTo>
                      <a:pt x="9322" y="8263"/>
                      <a:pt x="9763" y="7276"/>
                      <a:pt x="9844" y="6187"/>
                    </a:cubicBezTo>
                    <a:cubicBezTo>
                      <a:pt x="9928" y="6168"/>
                      <a:pt x="9971" y="6157"/>
                      <a:pt x="9971" y="6157"/>
                    </a:cubicBezTo>
                    <a:lnTo>
                      <a:pt x="9972" y="5450"/>
                    </a:lnTo>
                    <a:lnTo>
                      <a:pt x="9972" y="5450"/>
                    </a:lnTo>
                    <a:cubicBezTo>
                      <a:pt x="9972" y="5450"/>
                      <a:pt x="9930" y="5461"/>
                      <a:pt x="9851" y="5480"/>
                    </a:cubicBezTo>
                    <a:cubicBezTo>
                      <a:pt x="9738" y="2878"/>
                      <a:pt x="8299" y="43"/>
                      <a:pt x="4902" y="1"/>
                    </a:cubicBezTo>
                    <a:cubicBezTo>
                      <a:pt x="4875" y="1"/>
                      <a:pt x="4848" y="1"/>
                      <a:pt x="482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9" name="Google Shape;8429;p107"/>
              <p:cNvGrpSpPr/>
              <p:nvPr/>
            </p:nvGrpSpPr>
            <p:grpSpPr>
              <a:xfrm>
                <a:off x="-507662" y="283950"/>
                <a:ext cx="249300" cy="802850"/>
                <a:chOff x="-4628300" y="394775"/>
                <a:chExt cx="249300" cy="802850"/>
              </a:xfrm>
            </p:grpSpPr>
            <p:sp>
              <p:nvSpPr>
                <p:cNvPr id="8430" name="Google Shape;8430;p107"/>
                <p:cNvSpPr/>
                <p:nvPr/>
              </p:nvSpPr>
              <p:spPr>
                <a:xfrm>
                  <a:off x="-4625325" y="394775"/>
                  <a:ext cx="243575" cy="267125"/>
                </a:xfrm>
                <a:custGeom>
                  <a:rect b="b" l="l" r="r" t="t"/>
                  <a:pathLst>
                    <a:path extrusionOk="0" h="10685" w="9743">
                      <a:moveTo>
                        <a:pt x="4703" y="1"/>
                      </a:moveTo>
                      <a:cubicBezTo>
                        <a:pt x="1059" y="1"/>
                        <a:pt x="5" y="3143"/>
                        <a:pt x="2" y="5811"/>
                      </a:cubicBezTo>
                      <a:cubicBezTo>
                        <a:pt x="0" y="8499"/>
                        <a:pt x="2178" y="10682"/>
                        <a:pt x="4866" y="10685"/>
                      </a:cubicBezTo>
                      <a:cubicBezTo>
                        <a:pt x="4868" y="10685"/>
                        <a:pt x="4870" y="10685"/>
                        <a:pt x="4872" y="10685"/>
                      </a:cubicBezTo>
                      <a:cubicBezTo>
                        <a:pt x="7557" y="10685"/>
                        <a:pt x="9737" y="8508"/>
                        <a:pt x="9739" y="5822"/>
                      </a:cubicBezTo>
                      <a:cubicBezTo>
                        <a:pt x="9742" y="3133"/>
                        <a:pt x="8329" y="45"/>
                        <a:pt x="4783" y="1"/>
                      </a:cubicBezTo>
                      <a:cubicBezTo>
                        <a:pt x="4757" y="1"/>
                        <a:pt x="4730" y="1"/>
                        <a:pt x="4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07"/>
                <p:cNvSpPr/>
                <p:nvPr/>
              </p:nvSpPr>
              <p:spPr>
                <a:xfrm>
                  <a:off x="-4578650" y="638800"/>
                  <a:ext cx="153925" cy="558825"/>
                </a:xfrm>
                <a:custGeom>
                  <a:rect b="b" l="l" r="r" t="t"/>
                  <a:pathLst>
                    <a:path extrusionOk="0" h="22353" w="6157">
                      <a:moveTo>
                        <a:pt x="0" y="1"/>
                      </a:moveTo>
                      <a:lnTo>
                        <a:pt x="1002" y="21718"/>
                      </a:lnTo>
                      <a:cubicBezTo>
                        <a:pt x="1002" y="21718"/>
                        <a:pt x="1685" y="22352"/>
                        <a:pt x="3045" y="22353"/>
                      </a:cubicBezTo>
                      <a:cubicBezTo>
                        <a:pt x="3049" y="22353"/>
                        <a:pt x="3052" y="22353"/>
                        <a:pt x="3056" y="22353"/>
                      </a:cubicBezTo>
                      <a:cubicBezTo>
                        <a:pt x="4485" y="22353"/>
                        <a:pt x="5105" y="21723"/>
                        <a:pt x="5105" y="21723"/>
                      </a:cubicBezTo>
                      <a:lnTo>
                        <a:pt x="6157" y="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07"/>
                <p:cNvSpPr/>
                <p:nvPr/>
              </p:nvSpPr>
              <p:spPr>
                <a:xfrm>
                  <a:off x="-4596525" y="618825"/>
                  <a:ext cx="184925" cy="29825"/>
                </a:xfrm>
                <a:custGeom>
                  <a:rect b="b" l="l" r="r" t="t"/>
                  <a:pathLst>
                    <a:path extrusionOk="0" h="1193" w="7397">
                      <a:moveTo>
                        <a:pt x="1" y="0"/>
                      </a:moveTo>
                      <a:lnTo>
                        <a:pt x="701" y="793"/>
                      </a:lnTo>
                      <a:cubicBezTo>
                        <a:pt x="1992" y="1092"/>
                        <a:pt x="3106" y="1192"/>
                        <a:pt x="4019" y="1192"/>
                      </a:cubicBezTo>
                      <a:cubicBezTo>
                        <a:pt x="5843" y="1192"/>
                        <a:pt x="6857" y="793"/>
                        <a:pt x="6857" y="793"/>
                      </a:cubicBezTo>
                      <a:lnTo>
                        <a:pt x="7396" y="38"/>
                      </a:lnTo>
                      <a:lnTo>
                        <a:pt x="7396" y="38"/>
                      </a:lnTo>
                      <a:cubicBezTo>
                        <a:pt x="5867" y="370"/>
                        <a:pt x="4550" y="482"/>
                        <a:pt x="3469" y="482"/>
                      </a:cubicBezTo>
                      <a:cubicBezTo>
                        <a:pt x="1227" y="482"/>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107"/>
                <p:cNvSpPr/>
                <p:nvPr/>
              </p:nvSpPr>
              <p:spPr>
                <a:xfrm>
                  <a:off x="-4628300" y="530675"/>
                  <a:ext cx="249300" cy="29925"/>
                </a:xfrm>
                <a:custGeom>
                  <a:rect b="b" l="l" r="r" t="t"/>
                  <a:pathLst>
                    <a:path extrusionOk="0" h="1197" w="9972">
                      <a:moveTo>
                        <a:pt x="1" y="1"/>
                      </a:moveTo>
                      <a:lnTo>
                        <a:pt x="0" y="708"/>
                      </a:lnTo>
                      <a:cubicBezTo>
                        <a:pt x="0" y="708"/>
                        <a:pt x="1837" y="1193"/>
                        <a:pt x="4994" y="1197"/>
                      </a:cubicBezTo>
                      <a:cubicBezTo>
                        <a:pt x="5001" y="1197"/>
                        <a:pt x="5007" y="1197"/>
                        <a:pt x="5014" y="1197"/>
                      </a:cubicBezTo>
                      <a:cubicBezTo>
                        <a:pt x="8066" y="1197"/>
                        <a:pt x="9971" y="719"/>
                        <a:pt x="9971" y="719"/>
                      </a:cubicBezTo>
                      <a:lnTo>
                        <a:pt x="9972" y="12"/>
                      </a:lnTo>
                      <a:lnTo>
                        <a:pt x="9972" y="12"/>
                      </a:lnTo>
                      <a:cubicBezTo>
                        <a:pt x="9971" y="12"/>
                        <a:pt x="8240" y="490"/>
                        <a:pt x="5054" y="490"/>
                      </a:cubicBezTo>
                      <a:cubicBezTo>
                        <a:pt x="5040" y="490"/>
                        <a:pt x="5027" y="490"/>
                        <a:pt x="5013" y="490"/>
                      </a:cubicBezTo>
                      <a:cubicBezTo>
                        <a:pt x="2056" y="48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107"/>
                <p:cNvSpPr/>
                <p:nvPr/>
              </p:nvSpPr>
              <p:spPr>
                <a:xfrm>
                  <a:off x="-4517700" y="824050"/>
                  <a:ext cx="33375" cy="120300"/>
                </a:xfrm>
                <a:custGeom>
                  <a:rect b="b" l="l" r="r" t="t"/>
                  <a:pathLst>
                    <a:path extrusionOk="0" h="4812" w="1335">
                      <a:moveTo>
                        <a:pt x="630" y="0"/>
                      </a:moveTo>
                      <a:cubicBezTo>
                        <a:pt x="283" y="0"/>
                        <a:pt x="1" y="285"/>
                        <a:pt x="8" y="632"/>
                      </a:cubicBezTo>
                      <a:lnTo>
                        <a:pt x="76" y="4201"/>
                      </a:lnTo>
                      <a:cubicBezTo>
                        <a:pt x="82" y="4515"/>
                        <a:pt x="321" y="4776"/>
                        <a:pt x="633" y="4808"/>
                      </a:cubicBezTo>
                      <a:cubicBezTo>
                        <a:pt x="655" y="4810"/>
                        <a:pt x="677" y="4811"/>
                        <a:pt x="699" y="4811"/>
                      </a:cubicBezTo>
                      <a:cubicBezTo>
                        <a:pt x="1037" y="4811"/>
                        <a:pt x="1319" y="4538"/>
                        <a:pt x="1319" y="4193"/>
                      </a:cubicBezTo>
                      <a:lnTo>
                        <a:pt x="1334" y="627"/>
                      </a:lnTo>
                      <a:cubicBezTo>
                        <a:pt x="1335" y="292"/>
                        <a:pt x="1069" y="15"/>
                        <a:pt x="733" y="4"/>
                      </a:cubicBezTo>
                      <a:lnTo>
                        <a:pt x="651" y="1"/>
                      </a:lnTo>
                      <a:cubicBezTo>
                        <a:pt x="644" y="0"/>
                        <a:pt x="637"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07"/>
                <p:cNvSpPr/>
                <p:nvPr/>
              </p:nvSpPr>
              <p:spPr>
                <a:xfrm>
                  <a:off x="-4512225" y="910675"/>
                  <a:ext cx="23325" cy="18250"/>
                </a:xfrm>
                <a:custGeom>
                  <a:rect b="b" l="l" r="r" t="t"/>
                  <a:pathLst>
                    <a:path extrusionOk="0" h="730" w="933">
                      <a:moveTo>
                        <a:pt x="0" y="0"/>
                      </a:moveTo>
                      <a:lnTo>
                        <a:pt x="28" y="693"/>
                      </a:lnTo>
                      <a:lnTo>
                        <a:pt x="922" y="730"/>
                      </a:lnTo>
                      <a:lnTo>
                        <a:pt x="932"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36" name="Google Shape;8436;p107"/>
            <p:cNvGrpSpPr/>
            <p:nvPr/>
          </p:nvGrpSpPr>
          <p:grpSpPr>
            <a:xfrm>
              <a:off x="8370336" y="4237877"/>
              <a:ext cx="597561" cy="732248"/>
              <a:chOff x="-476487" y="1228650"/>
              <a:chExt cx="263475" cy="322875"/>
            </a:xfrm>
          </p:grpSpPr>
          <p:sp>
            <p:nvSpPr>
              <p:cNvPr id="8437" name="Google Shape;8437;p107"/>
              <p:cNvSpPr/>
              <p:nvPr/>
            </p:nvSpPr>
            <p:spPr>
              <a:xfrm>
                <a:off x="-476487" y="1228650"/>
                <a:ext cx="263475" cy="322875"/>
              </a:xfrm>
              <a:custGeom>
                <a:rect b="b" l="l" r="r" t="t"/>
                <a:pathLst>
                  <a:path extrusionOk="0" h="12915" w="10539">
                    <a:moveTo>
                      <a:pt x="1124" y="0"/>
                    </a:moveTo>
                    <a:lnTo>
                      <a:pt x="1" y="12848"/>
                    </a:lnTo>
                    <a:lnTo>
                      <a:pt x="8339" y="12900"/>
                    </a:lnTo>
                    <a:lnTo>
                      <a:pt x="10538" y="12915"/>
                    </a:lnTo>
                    <a:lnTo>
                      <a:pt x="10124" y="222"/>
                    </a:lnTo>
                    <a:lnTo>
                      <a:pt x="8471" y="182"/>
                    </a:lnTo>
                    <a:lnTo>
                      <a:pt x="1124"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8" name="Google Shape;8438;p107"/>
              <p:cNvGrpSpPr/>
              <p:nvPr/>
            </p:nvGrpSpPr>
            <p:grpSpPr>
              <a:xfrm>
                <a:off x="-476487" y="1228650"/>
                <a:ext cx="263475" cy="322875"/>
                <a:chOff x="-4190125" y="677000"/>
                <a:chExt cx="263475" cy="322875"/>
              </a:xfrm>
            </p:grpSpPr>
            <p:sp>
              <p:nvSpPr>
                <p:cNvPr id="8439" name="Google Shape;8439;p107"/>
                <p:cNvSpPr/>
                <p:nvPr/>
              </p:nvSpPr>
              <p:spPr>
                <a:xfrm>
                  <a:off x="-4190125" y="677000"/>
                  <a:ext cx="263475" cy="322875"/>
                </a:xfrm>
                <a:custGeom>
                  <a:rect b="b" l="l" r="r" t="t"/>
                  <a:pathLst>
                    <a:path extrusionOk="0" h="12915" w="10539">
                      <a:moveTo>
                        <a:pt x="1124" y="0"/>
                      </a:moveTo>
                      <a:lnTo>
                        <a:pt x="1" y="12848"/>
                      </a:lnTo>
                      <a:lnTo>
                        <a:pt x="8339" y="12900"/>
                      </a:lnTo>
                      <a:lnTo>
                        <a:pt x="10538" y="12915"/>
                      </a:lnTo>
                      <a:lnTo>
                        <a:pt x="10124" y="222"/>
                      </a:lnTo>
                      <a:lnTo>
                        <a:pt x="8471" y="183"/>
                      </a:lnTo>
                      <a:lnTo>
                        <a:pt x="11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107"/>
                <p:cNvSpPr/>
                <p:nvPr/>
              </p:nvSpPr>
              <p:spPr>
                <a:xfrm>
                  <a:off x="-3981650" y="681550"/>
                  <a:ext cx="55000" cy="318325"/>
                </a:xfrm>
                <a:custGeom>
                  <a:rect b="b" l="l" r="r" t="t"/>
                  <a:pathLst>
                    <a:path extrusionOk="0" h="12733" w="2200">
                      <a:moveTo>
                        <a:pt x="132" y="1"/>
                      </a:moveTo>
                      <a:lnTo>
                        <a:pt x="0" y="12718"/>
                      </a:lnTo>
                      <a:lnTo>
                        <a:pt x="2199" y="12733"/>
                      </a:lnTo>
                      <a:lnTo>
                        <a:pt x="1785" y="40"/>
                      </a:lnTo>
                      <a:lnTo>
                        <a:pt x="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107"/>
                <p:cNvSpPr/>
                <p:nvPr/>
              </p:nvSpPr>
              <p:spPr>
                <a:xfrm>
                  <a:off x="-4130225" y="705650"/>
                  <a:ext cx="97075" cy="90600"/>
                </a:xfrm>
                <a:custGeom>
                  <a:rect b="b" l="l" r="r" t="t"/>
                  <a:pathLst>
                    <a:path extrusionOk="0" h="3624" w="3883">
                      <a:moveTo>
                        <a:pt x="1944" y="1"/>
                      </a:moveTo>
                      <a:cubicBezTo>
                        <a:pt x="1853" y="1"/>
                        <a:pt x="1761" y="7"/>
                        <a:pt x="1669" y="21"/>
                      </a:cubicBezTo>
                      <a:cubicBezTo>
                        <a:pt x="679" y="172"/>
                        <a:pt x="0" y="1096"/>
                        <a:pt x="151" y="2084"/>
                      </a:cubicBezTo>
                      <a:cubicBezTo>
                        <a:pt x="287" y="2982"/>
                        <a:pt x="1060" y="3623"/>
                        <a:pt x="1940" y="3623"/>
                      </a:cubicBezTo>
                      <a:cubicBezTo>
                        <a:pt x="2030" y="3623"/>
                        <a:pt x="2122" y="3617"/>
                        <a:pt x="2215" y="3603"/>
                      </a:cubicBezTo>
                      <a:cubicBezTo>
                        <a:pt x="3203" y="3452"/>
                        <a:pt x="3882" y="2527"/>
                        <a:pt x="3732" y="1539"/>
                      </a:cubicBezTo>
                      <a:cubicBezTo>
                        <a:pt x="3595" y="642"/>
                        <a:pt x="2823" y="1"/>
                        <a:pt x="1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107"/>
                <p:cNvSpPr/>
                <p:nvPr/>
              </p:nvSpPr>
              <p:spPr>
                <a:xfrm>
                  <a:off x="-4100850" y="732800"/>
                  <a:ext cx="38350" cy="36275"/>
                </a:xfrm>
                <a:custGeom>
                  <a:rect b="b" l="l" r="r" t="t"/>
                  <a:pathLst>
                    <a:path extrusionOk="0" h="1451" w="1534">
                      <a:moveTo>
                        <a:pt x="765" y="1"/>
                      </a:moveTo>
                      <a:cubicBezTo>
                        <a:pt x="402" y="1"/>
                        <a:pt x="90" y="272"/>
                        <a:pt x="47" y="641"/>
                      </a:cubicBezTo>
                      <a:cubicBezTo>
                        <a:pt x="1" y="1039"/>
                        <a:pt x="285" y="1399"/>
                        <a:pt x="683" y="1445"/>
                      </a:cubicBezTo>
                      <a:cubicBezTo>
                        <a:pt x="711" y="1449"/>
                        <a:pt x="740" y="1450"/>
                        <a:pt x="768" y="1450"/>
                      </a:cubicBezTo>
                      <a:cubicBezTo>
                        <a:pt x="1130" y="1450"/>
                        <a:pt x="1443" y="1178"/>
                        <a:pt x="1487" y="810"/>
                      </a:cubicBezTo>
                      <a:cubicBezTo>
                        <a:pt x="1533" y="412"/>
                        <a:pt x="1247" y="52"/>
                        <a:pt x="850" y="6"/>
                      </a:cubicBezTo>
                      <a:cubicBezTo>
                        <a:pt x="821" y="2"/>
                        <a:pt x="793"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07"/>
                <p:cNvSpPr/>
                <p:nvPr/>
              </p:nvSpPr>
              <p:spPr>
                <a:xfrm>
                  <a:off x="-4155525" y="827725"/>
                  <a:ext cx="133525" cy="126375"/>
                </a:xfrm>
                <a:custGeom>
                  <a:rect b="b" l="l" r="r" t="t"/>
                  <a:pathLst>
                    <a:path extrusionOk="0" h="5055" w="5341">
                      <a:moveTo>
                        <a:pt x="2668" y="1"/>
                      </a:moveTo>
                      <a:cubicBezTo>
                        <a:pt x="1402" y="1"/>
                        <a:pt x="309" y="950"/>
                        <a:pt x="161" y="2237"/>
                      </a:cubicBezTo>
                      <a:cubicBezTo>
                        <a:pt x="1" y="3623"/>
                        <a:pt x="993" y="4875"/>
                        <a:pt x="2379" y="5037"/>
                      </a:cubicBezTo>
                      <a:cubicBezTo>
                        <a:pt x="2478" y="5049"/>
                        <a:pt x="2575" y="5054"/>
                        <a:pt x="2672" y="5054"/>
                      </a:cubicBezTo>
                      <a:cubicBezTo>
                        <a:pt x="3937" y="5054"/>
                        <a:pt x="5030" y="4105"/>
                        <a:pt x="5179" y="2819"/>
                      </a:cubicBezTo>
                      <a:cubicBezTo>
                        <a:pt x="5340" y="1433"/>
                        <a:pt x="4346" y="179"/>
                        <a:pt x="2960" y="18"/>
                      </a:cubicBezTo>
                      <a:cubicBezTo>
                        <a:pt x="2862" y="6"/>
                        <a:pt x="2764" y="1"/>
                        <a:pt x="2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07"/>
                <p:cNvSpPr/>
                <p:nvPr/>
              </p:nvSpPr>
              <p:spPr>
                <a:xfrm>
                  <a:off x="-4116600" y="864625"/>
                  <a:ext cx="55600" cy="52625"/>
                </a:xfrm>
                <a:custGeom>
                  <a:rect b="b" l="l" r="r" t="t"/>
                  <a:pathLst>
                    <a:path extrusionOk="0" h="2105" w="2224">
                      <a:moveTo>
                        <a:pt x="1111" y="0"/>
                      </a:moveTo>
                      <a:cubicBezTo>
                        <a:pt x="584" y="0"/>
                        <a:pt x="130" y="394"/>
                        <a:pt x="68" y="931"/>
                      </a:cubicBezTo>
                      <a:cubicBezTo>
                        <a:pt x="1" y="1508"/>
                        <a:pt x="415" y="2030"/>
                        <a:pt x="991" y="2097"/>
                      </a:cubicBezTo>
                      <a:cubicBezTo>
                        <a:pt x="1032" y="2102"/>
                        <a:pt x="1073" y="2104"/>
                        <a:pt x="1113" y="2104"/>
                      </a:cubicBezTo>
                      <a:cubicBezTo>
                        <a:pt x="1640" y="2104"/>
                        <a:pt x="2095" y="1709"/>
                        <a:pt x="2158" y="1173"/>
                      </a:cubicBezTo>
                      <a:cubicBezTo>
                        <a:pt x="2224" y="596"/>
                        <a:pt x="1810" y="74"/>
                        <a:pt x="1234" y="7"/>
                      </a:cubicBezTo>
                      <a:cubicBezTo>
                        <a:pt x="1193" y="2"/>
                        <a:pt x="1152"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107"/>
                <p:cNvSpPr/>
                <p:nvPr/>
              </p:nvSpPr>
              <p:spPr>
                <a:xfrm>
                  <a:off x="-3999000" y="687450"/>
                  <a:ext cx="11200" cy="10600"/>
                </a:xfrm>
                <a:custGeom>
                  <a:rect b="b" l="l" r="r" t="t"/>
                  <a:pathLst>
                    <a:path extrusionOk="0" h="424" w="448">
                      <a:moveTo>
                        <a:pt x="224" y="1"/>
                      </a:moveTo>
                      <a:cubicBezTo>
                        <a:pt x="118" y="1"/>
                        <a:pt x="26" y="80"/>
                        <a:pt x="14" y="188"/>
                      </a:cubicBezTo>
                      <a:cubicBezTo>
                        <a:pt x="1" y="304"/>
                        <a:pt x="83" y="408"/>
                        <a:pt x="200" y="422"/>
                      </a:cubicBezTo>
                      <a:cubicBezTo>
                        <a:pt x="208" y="423"/>
                        <a:pt x="216" y="424"/>
                        <a:pt x="225" y="424"/>
                      </a:cubicBezTo>
                      <a:cubicBezTo>
                        <a:pt x="330" y="424"/>
                        <a:pt x="422" y="345"/>
                        <a:pt x="434" y="237"/>
                      </a:cubicBezTo>
                      <a:cubicBezTo>
                        <a:pt x="448" y="121"/>
                        <a:pt x="365" y="16"/>
                        <a:pt x="248" y="2"/>
                      </a:cubicBezTo>
                      <a:cubicBezTo>
                        <a:pt x="240" y="1"/>
                        <a:pt x="232"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107"/>
                <p:cNvSpPr/>
                <p:nvPr/>
              </p:nvSpPr>
              <p:spPr>
                <a:xfrm>
                  <a:off x="-4158425" y="683025"/>
                  <a:ext cx="11175" cy="10625"/>
                </a:xfrm>
                <a:custGeom>
                  <a:rect b="b" l="l" r="r" t="t"/>
                  <a:pathLst>
                    <a:path extrusionOk="0" h="425" w="447">
                      <a:moveTo>
                        <a:pt x="225" y="1"/>
                      </a:moveTo>
                      <a:cubicBezTo>
                        <a:pt x="119" y="1"/>
                        <a:pt x="27" y="80"/>
                        <a:pt x="14" y="188"/>
                      </a:cubicBezTo>
                      <a:cubicBezTo>
                        <a:pt x="0" y="304"/>
                        <a:pt x="83" y="408"/>
                        <a:pt x="199" y="423"/>
                      </a:cubicBezTo>
                      <a:cubicBezTo>
                        <a:pt x="207" y="424"/>
                        <a:pt x="215" y="424"/>
                        <a:pt x="222" y="424"/>
                      </a:cubicBezTo>
                      <a:cubicBezTo>
                        <a:pt x="328" y="424"/>
                        <a:pt x="421" y="345"/>
                        <a:pt x="434" y="237"/>
                      </a:cubicBezTo>
                      <a:cubicBezTo>
                        <a:pt x="447" y="120"/>
                        <a:pt x="364" y="16"/>
                        <a:pt x="248" y="2"/>
                      </a:cubicBezTo>
                      <a:cubicBezTo>
                        <a:pt x="240" y="1"/>
                        <a:pt x="232"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107"/>
                <p:cNvSpPr/>
                <p:nvPr/>
              </p:nvSpPr>
              <p:spPr>
                <a:xfrm>
                  <a:off x="-4183975" y="979075"/>
                  <a:ext cx="11200" cy="10625"/>
                </a:xfrm>
                <a:custGeom>
                  <a:rect b="b" l="l" r="r" t="t"/>
                  <a:pathLst>
                    <a:path extrusionOk="0" h="425" w="448">
                      <a:moveTo>
                        <a:pt x="225" y="1"/>
                      </a:moveTo>
                      <a:cubicBezTo>
                        <a:pt x="118" y="1"/>
                        <a:pt x="25" y="80"/>
                        <a:pt x="14" y="188"/>
                      </a:cubicBezTo>
                      <a:cubicBezTo>
                        <a:pt x="0" y="304"/>
                        <a:pt x="83" y="409"/>
                        <a:pt x="200" y="423"/>
                      </a:cubicBezTo>
                      <a:cubicBezTo>
                        <a:pt x="207" y="424"/>
                        <a:pt x="215" y="424"/>
                        <a:pt x="223" y="424"/>
                      </a:cubicBezTo>
                      <a:cubicBezTo>
                        <a:pt x="329" y="424"/>
                        <a:pt x="421" y="345"/>
                        <a:pt x="434" y="237"/>
                      </a:cubicBezTo>
                      <a:cubicBezTo>
                        <a:pt x="447" y="121"/>
                        <a:pt x="365" y="16"/>
                        <a:pt x="248" y="2"/>
                      </a:cubicBezTo>
                      <a:cubicBezTo>
                        <a:pt x="240" y="1"/>
                        <a:pt x="233"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107"/>
                <p:cNvSpPr/>
                <p:nvPr/>
              </p:nvSpPr>
              <p:spPr>
                <a:xfrm>
                  <a:off x="-4000300" y="980975"/>
                  <a:ext cx="11200" cy="10600"/>
                </a:xfrm>
                <a:custGeom>
                  <a:rect b="b" l="l" r="r" t="t"/>
                  <a:pathLst>
                    <a:path extrusionOk="0" h="424" w="448">
                      <a:moveTo>
                        <a:pt x="222" y="1"/>
                      </a:moveTo>
                      <a:cubicBezTo>
                        <a:pt x="115" y="1"/>
                        <a:pt x="25" y="81"/>
                        <a:pt x="14" y="188"/>
                      </a:cubicBezTo>
                      <a:cubicBezTo>
                        <a:pt x="0" y="305"/>
                        <a:pt x="83" y="409"/>
                        <a:pt x="199" y="422"/>
                      </a:cubicBezTo>
                      <a:cubicBezTo>
                        <a:pt x="208" y="423"/>
                        <a:pt x="216" y="424"/>
                        <a:pt x="224" y="424"/>
                      </a:cubicBezTo>
                      <a:cubicBezTo>
                        <a:pt x="329" y="424"/>
                        <a:pt x="420" y="345"/>
                        <a:pt x="434" y="237"/>
                      </a:cubicBezTo>
                      <a:cubicBezTo>
                        <a:pt x="447" y="121"/>
                        <a:pt x="363" y="17"/>
                        <a:pt x="248" y="2"/>
                      </a:cubicBezTo>
                      <a:cubicBezTo>
                        <a:pt x="239" y="1"/>
                        <a:pt x="230" y="1"/>
                        <a:pt x="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9" name="Google Shape;8449;p107"/>
            <p:cNvGrpSpPr/>
            <p:nvPr/>
          </p:nvGrpSpPr>
          <p:grpSpPr>
            <a:xfrm>
              <a:off x="97470" y="201022"/>
              <a:ext cx="500560" cy="472885"/>
              <a:chOff x="-1174275" y="581450"/>
              <a:chExt cx="370100" cy="349638"/>
            </a:xfrm>
          </p:grpSpPr>
          <p:sp>
            <p:nvSpPr>
              <p:cNvPr id="8450" name="Google Shape;8450;p107"/>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07"/>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107"/>
            <p:cNvGrpSpPr/>
            <p:nvPr/>
          </p:nvGrpSpPr>
          <p:grpSpPr>
            <a:xfrm>
              <a:off x="436853" y="3300720"/>
              <a:ext cx="311019" cy="311110"/>
              <a:chOff x="5038846" y="235350"/>
              <a:chExt cx="158691" cy="158738"/>
            </a:xfrm>
          </p:grpSpPr>
          <p:sp>
            <p:nvSpPr>
              <p:cNvPr id="8453" name="Google Shape;8453;p107"/>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107"/>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5" name="Google Shape;8455;p107"/>
            <p:cNvGrpSpPr/>
            <p:nvPr/>
          </p:nvGrpSpPr>
          <p:grpSpPr>
            <a:xfrm>
              <a:off x="7971478" y="4705570"/>
              <a:ext cx="311019" cy="311110"/>
              <a:chOff x="5038846" y="235350"/>
              <a:chExt cx="158691" cy="158738"/>
            </a:xfrm>
          </p:grpSpPr>
          <p:sp>
            <p:nvSpPr>
              <p:cNvPr id="8456" name="Google Shape;8456;p107"/>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107"/>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8458" name="Shape 8458"/>
        <p:cNvGrpSpPr/>
        <p:nvPr/>
      </p:nvGrpSpPr>
      <p:grpSpPr>
        <a:xfrm>
          <a:off x="0" y="0"/>
          <a:ext cx="0" cy="0"/>
          <a:chOff x="0" y="0"/>
          <a:chExt cx="0" cy="0"/>
        </a:xfrm>
      </p:grpSpPr>
      <p:sp>
        <p:nvSpPr>
          <p:cNvPr id="8459" name="Google Shape;8459;p10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8460" name="Google Shape;8460;p108"/>
          <p:cNvGrpSpPr/>
          <p:nvPr/>
        </p:nvGrpSpPr>
        <p:grpSpPr>
          <a:xfrm>
            <a:off x="75428" y="114915"/>
            <a:ext cx="719021" cy="355403"/>
            <a:chOff x="3442209" y="513788"/>
            <a:chExt cx="366866" cy="181338"/>
          </a:xfrm>
        </p:grpSpPr>
        <p:sp>
          <p:nvSpPr>
            <p:cNvPr id="8461" name="Google Shape;8461;p108"/>
            <p:cNvSpPr/>
            <p:nvPr/>
          </p:nvSpPr>
          <p:spPr>
            <a:xfrm>
              <a:off x="3442209" y="513788"/>
              <a:ext cx="365475" cy="179900"/>
            </a:xfrm>
            <a:custGeom>
              <a:rect b="b" l="l" r="r" t="t"/>
              <a:pathLst>
                <a:path extrusionOk="0" h="7196" w="14619">
                  <a:moveTo>
                    <a:pt x="7310" y="1"/>
                  </a:moveTo>
                  <a:cubicBezTo>
                    <a:pt x="3273" y="2"/>
                    <a:pt x="1" y="3510"/>
                    <a:pt x="1" y="3510"/>
                  </a:cubicBezTo>
                  <a:cubicBezTo>
                    <a:pt x="82" y="3487"/>
                    <a:pt x="164" y="3466"/>
                    <a:pt x="244" y="3443"/>
                  </a:cubicBezTo>
                  <a:lnTo>
                    <a:pt x="244" y="3443"/>
                  </a:lnTo>
                  <a:cubicBezTo>
                    <a:pt x="85" y="3595"/>
                    <a:pt x="1" y="3687"/>
                    <a:pt x="1" y="3687"/>
                  </a:cubicBezTo>
                  <a:cubicBezTo>
                    <a:pt x="1" y="3687"/>
                    <a:pt x="3273" y="7196"/>
                    <a:pt x="7310" y="7196"/>
                  </a:cubicBezTo>
                  <a:cubicBezTo>
                    <a:pt x="11346" y="7196"/>
                    <a:pt x="14619" y="3687"/>
                    <a:pt x="14619" y="3687"/>
                  </a:cubicBezTo>
                  <a:cubicBezTo>
                    <a:pt x="14619" y="3687"/>
                    <a:pt x="14532" y="3594"/>
                    <a:pt x="14371" y="3440"/>
                  </a:cubicBezTo>
                  <a:lnTo>
                    <a:pt x="14371" y="3440"/>
                  </a:lnTo>
                  <a:cubicBezTo>
                    <a:pt x="14454" y="3463"/>
                    <a:pt x="14536" y="3486"/>
                    <a:pt x="14619" y="3509"/>
                  </a:cubicBezTo>
                  <a:cubicBezTo>
                    <a:pt x="14619" y="3509"/>
                    <a:pt x="11346" y="1"/>
                    <a:pt x="731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08"/>
            <p:cNvSpPr/>
            <p:nvPr/>
          </p:nvSpPr>
          <p:spPr>
            <a:xfrm>
              <a:off x="3443600" y="519675"/>
              <a:ext cx="365475" cy="175450"/>
            </a:xfrm>
            <a:custGeom>
              <a:rect b="b" l="l" r="r" t="t"/>
              <a:pathLst>
                <a:path extrusionOk="0" h="7018" w="14619">
                  <a:moveTo>
                    <a:pt x="7309" y="0"/>
                  </a:moveTo>
                  <a:cubicBezTo>
                    <a:pt x="3273" y="0"/>
                    <a:pt x="0" y="3509"/>
                    <a:pt x="0" y="3509"/>
                  </a:cubicBezTo>
                  <a:cubicBezTo>
                    <a:pt x="0" y="3509"/>
                    <a:pt x="3273" y="7018"/>
                    <a:pt x="7309" y="7018"/>
                  </a:cubicBezTo>
                  <a:cubicBezTo>
                    <a:pt x="11346" y="7018"/>
                    <a:pt x="14618" y="3509"/>
                    <a:pt x="14618" y="3509"/>
                  </a:cubicBezTo>
                  <a:cubicBezTo>
                    <a:pt x="14618" y="3509"/>
                    <a:pt x="11346"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08"/>
            <p:cNvSpPr/>
            <p:nvPr/>
          </p:nvSpPr>
          <p:spPr>
            <a:xfrm>
              <a:off x="3549550" y="530625"/>
              <a:ext cx="153525" cy="153550"/>
            </a:xfrm>
            <a:custGeom>
              <a:rect b="b" l="l" r="r" t="t"/>
              <a:pathLst>
                <a:path extrusionOk="0" h="6142" w="6141">
                  <a:moveTo>
                    <a:pt x="3071" y="1"/>
                  </a:moveTo>
                  <a:cubicBezTo>
                    <a:pt x="1375" y="1"/>
                    <a:pt x="1" y="1374"/>
                    <a:pt x="1" y="3071"/>
                  </a:cubicBezTo>
                  <a:cubicBezTo>
                    <a:pt x="1" y="4766"/>
                    <a:pt x="1375" y="6141"/>
                    <a:pt x="3071" y="6141"/>
                  </a:cubicBezTo>
                  <a:cubicBezTo>
                    <a:pt x="4766" y="6141"/>
                    <a:pt x="6141" y="4766"/>
                    <a:pt x="6141" y="3071"/>
                  </a:cubicBezTo>
                  <a:cubicBezTo>
                    <a:pt x="6141" y="1374"/>
                    <a:pt x="4766"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08"/>
            <p:cNvSpPr/>
            <p:nvPr/>
          </p:nvSpPr>
          <p:spPr>
            <a:xfrm>
              <a:off x="3562700" y="547025"/>
              <a:ext cx="127200" cy="120775"/>
            </a:xfrm>
            <a:custGeom>
              <a:rect b="b" l="l" r="r" t="t"/>
              <a:pathLst>
                <a:path extrusionOk="0" h="4831" w="5088">
                  <a:moveTo>
                    <a:pt x="2545" y="1"/>
                  </a:moveTo>
                  <a:cubicBezTo>
                    <a:pt x="2345" y="1"/>
                    <a:pt x="2144" y="128"/>
                    <a:pt x="2113" y="383"/>
                  </a:cubicBezTo>
                  <a:cubicBezTo>
                    <a:pt x="2085" y="616"/>
                    <a:pt x="1887" y="766"/>
                    <a:pt x="1680" y="766"/>
                  </a:cubicBezTo>
                  <a:cubicBezTo>
                    <a:pt x="1588" y="766"/>
                    <a:pt x="1494" y="737"/>
                    <a:pt x="1413" y="673"/>
                  </a:cubicBezTo>
                  <a:cubicBezTo>
                    <a:pt x="1326" y="604"/>
                    <a:pt x="1233" y="575"/>
                    <a:pt x="1145" y="575"/>
                  </a:cubicBezTo>
                  <a:cubicBezTo>
                    <a:pt x="822" y="575"/>
                    <a:pt x="553" y="966"/>
                    <a:pt x="803" y="1283"/>
                  </a:cubicBezTo>
                  <a:cubicBezTo>
                    <a:pt x="1011" y="1550"/>
                    <a:pt x="849" y="1943"/>
                    <a:pt x="512" y="1983"/>
                  </a:cubicBezTo>
                  <a:cubicBezTo>
                    <a:pt x="1" y="2045"/>
                    <a:pt x="1" y="2786"/>
                    <a:pt x="512" y="2846"/>
                  </a:cubicBezTo>
                  <a:cubicBezTo>
                    <a:pt x="849" y="2888"/>
                    <a:pt x="1011" y="3280"/>
                    <a:pt x="803" y="3547"/>
                  </a:cubicBezTo>
                  <a:cubicBezTo>
                    <a:pt x="553" y="3864"/>
                    <a:pt x="822" y="4255"/>
                    <a:pt x="1145" y="4255"/>
                  </a:cubicBezTo>
                  <a:cubicBezTo>
                    <a:pt x="1233" y="4255"/>
                    <a:pt x="1326" y="4225"/>
                    <a:pt x="1413" y="4157"/>
                  </a:cubicBezTo>
                  <a:cubicBezTo>
                    <a:pt x="1494" y="4093"/>
                    <a:pt x="1588" y="4064"/>
                    <a:pt x="1680" y="4064"/>
                  </a:cubicBezTo>
                  <a:cubicBezTo>
                    <a:pt x="1887" y="4064"/>
                    <a:pt x="2085" y="4214"/>
                    <a:pt x="2113" y="4448"/>
                  </a:cubicBezTo>
                  <a:cubicBezTo>
                    <a:pt x="2144" y="4703"/>
                    <a:pt x="2344" y="4830"/>
                    <a:pt x="2545" y="4830"/>
                  </a:cubicBezTo>
                  <a:cubicBezTo>
                    <a:pt x="2745" y="4830"/>
                    <a:pt x="2946" y="4703"/>
                    <a:pt x="2976" y="4448"/>
                  </a:cubicBezTo>
                  <a:cubicBezTo>
                    <a:pt x="3005" y="4214"/>
                    <a:pt x="3202" y="4064"/>
                    <a:pt x="3410" y="4064"/>
                  </a:cubicBezTo>
                  <a:cubicBezTo>
                    <a:pt x="3502" y="4064"/>
                    <a:pt x="3595" y="4093"/>
                    <a:pt x="3677" y="4157"/>
                  </a:cubicBezTo>
                  <a:cubicBezTo>
                    <a:pt x="3764" y="4225"/>
                    <a:pt x="3856" y="4255"/>
                    <a:pt x="3944" y="4255"/>
                  </a:cubicBezTo>
                  <a:cubicBezTo>
                    <a:pt x="4267" y="4255"/>
                    <a:pt x="4535" y="3864"/>
                    <a:pt x="4287" y="3547"/>
                  </a:cubicBezTo>
                  <a:cubicBezTo>
                    <a:pt x="4077" y="3280"/>
                    <a:pt x="4240" y="2886"/>
                    <a:pt x="4577" y="2846"/>
                  </a:cubicBezTo>
                  <a:cubicBezTo>
                    <a:pt x="5088" y="2784"/>
                    <a:pt x="5088" y="2044"/>
                    <a:pt x="4577" y="1983"/>
                  </a:cubicBezTo>
                  <a:cubicBezTo>
                    <a:pt x="4240" y="1942"/>
                    <a:pt x="4077" y="1550"/>
                    <a:pt x="4287" y="1283"/>
                  </a:cubicBezTo>
                  <a:cubicBezTo>
                    <a:pt x="4535" y="966"/>
                    <a:pt x="4266" y="575"/>
                    <a:pt x="3944" y="575"/>
                  </a:cubicBezTo>
                  <a:cubicBezTo>
                    <a:pt x="3856" y="575"/>
                    <a:pt x="3764" y="605"/>
                    <a:pt x="3677" y="673"/>
                  </a:cubicBezTo>
                  <a:cubicBezTo>
                    <a:pt x="3595" y="737"/>
                    <a:pt x="3501" y="766"/>
                    <a:pt x="3410" y="766"/>
                  </a:cubicBezTo>
                  <a:cubicBezTo>
                    <a:pt x="3202" y="766"/>
                    <a:pt x="3004" y="616"/>
                    <a:pt x="2976" y="383"/>
                  </a:cubicBezTo>
                  <a:cubicBezTo>
                    <a:pt x="2946" y="128"/>
                    <a:pt x="2745" y="1"/>
                    <a:pt x="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108"/>
            <p:cNvSpPr/>
            <p:nvPr/>
          </p:nvSpPr>
          <p:spPr>
            <a:xfrm>
              <a:off x="3600975" y="582025"/>
              <a:ext cx="50725" cy="50725"/>
            </a:xfrm>
            <a:custGeom>
              <a:rect b="b" l="l" r="r" t="t"/>
              <a:pathLst>
                <a:path extrusionOk="0" h="2029" w="2029">
                  <a:moveTo>
                    <a:pt x="1014" y="0"/>
                  </a:moveTo>
                  <a:cubicBezTo>
                    <a:pt x="454" y="0"/>
                    <a:pt x="0" y="454"/>
                    <a:pt x="0" y="1015"/>
                  </a:cubicBezTo>
                  <a:cubicBezTo>
                    <a:pt x="0" y="1574"/>
                    <a:pt x="454" y="2028"/>
                    <a:pt x="1014" y="2028"/>
                  </a:cubicBezTo>
                  <a:cubicBezTo>
                    <a:pt x="1574" y="2028"/>
                    <a:pt x="2028" y="1574"/>
                    <a:pt x="2028" y="1015"/>
                  </a:cubicBezTo>
                  <a:cubicBezTo>
                    <a:pt x="2028" y="454"/>
                    <a:pt x="1574" y="0"/>
                    <a:pt x="1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108"/>
            <p:cNvSpPr/>
            <p:nvPr/>
          </p:nvSpPr>
          <p:spPr>
            <a:xfrm>
              <a:off x="3443600" y="515225"/>
              <a:ext cx="365475" cy="87750"/>
            </a:xfrm>
            <a:custGeom>
              <a:rect b="b" l="l" r="r" t="t"/>
              <a:pathLst>
                <a:path extrusionOk="0" h="3510" w="14619">
                  <a:moveTo>
                    <a:pt x="7309" y="1"/>
                  </a:moveTo>
                  <a:cubicBezTo>
                    <a:pt x="3273" y="1"/>
                    <a:pt x="0" y="3509"/>
                    <a:pt x="0" y="3509"/>
                  </a:cubicBezTo>
                  <a:cubicBezTo>
                    <a:pt x="2504" y="2781"/>
                    <a:pt x="4955" y="2431"/>
                    <a:pt x="7357" y="2431"/>
                  </a:cubicBezTo>
                  <a:cubicBezTo>
                    <a:pt x="9828" y="2431"/>
                    <a:pt x="12247" y="2801"/>
                    <a:pt x="14618" y="3509"/>
                  </a:cubicBezTo>
                  <a:cubicBezTo>
                    <a:pt x="14618" y="3509"/>
                    <a:pt x="11346" y="1"/>
                    <a:pt x="7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108"/>
          <p:cNvGrpSpPr/>
          <p:nvPr/>
        </p:nvGrpSpPr>
        <p:grpSpPr>
          <a:xfrm>
            <a:off x="8220834" y="4688641"/>
            <a:ext cx="812869" cy="380147"/>
            <a:chOff x="2326759" y="1761788"/>
            <a:chExt cx="414750" cy="193963"/>
          </a:xfrm>
        </p:grpSpPr>
        <p:sp>
          <p:nvSpPr>
            <p:cNvPr id="8468" name="Google Shape;8468;p108"/>
            <p:cNvSpPr/>
            <p:nvPr/>
          </p:nvSpPr>
          <p:spPr>
            <a:xfrm>
              <a:off x="2326759" y="1761788"/>
              <a:ext cx="414750" cy="192500"/>
            </a:xfrm>
            <a:custGeom>
              <a:rect b="b" l="l" r="r" t="t"/>
              <a:pathLst>
                <a:path extrusionOk="0" h="7700" w="16590">
                  <a:moveTo>
                    <a:pt x="5185" y="2003"/>
                  </a:moveTo>
                  <a:cubicBezTo>
                    <a:pt x="5190" y="2026"/>
                    <a:pt x="5200" y="2048"/>
                    <a:pt x="5215" y="2069"/>
                  </a:cubicBezTo>
                  <a:cubicBezTo>
                    <a:pt x="5211" y="2082"/>
                    <a:pt x="5207" y="2095"/>
                    <a:pt x="5205" y="2108"/>
                  </a:cubicBezTo>
                  <a:cubicBezTo>
                    <a:pt x="5199" y="2072"/>
                    <a:pt x="5193" y="2037"/>
                    <a:pt x="5185" y="2003"/>
                  </a:cubicBezTo>
                  <a:close/>
                  <a:moveTo>
                    <a:pt x="12914" y="0"/>
                  </a:moveTo>
                  <a:cubicBezTo>
                    <a:pt x="12903" y="0"/>
                    <a:pt x="12891" y="0"/>
                    <a:pt x="12879" y="1"/>
                  </a:cubicBezTo>
                  <a:cubicBezTo>
                    <a:pt x="12878" y="1"/>
                    <a:pt x="12878" y="1"/>
                    <a:pt x="12877" y="1"/>
                  </a:cubicBezTo>
                  <a:cubicBezTo>
                    <a:pt x="11624" y="1"/>
                    <a:pt x="10556" y="893"/>
                    <a:pt x="10323" y="2110"/>
                  </a:cubicBezTo>
                  <a:cubicBezTo>
                    <a:pt x="10107" y="752"/>
                    <a:pt x="8917" y="41"/>
                    <a:pt x="7736" y="41"/>
                  </a:cubicBezTo>
                  <a:cubicBezTo>
                    <a:pt x="6687" y="41"/>
                    <a:pt x="5646" y="601"/>
                    <a:pt x="5298" y="1767"/>
                  </a:cubicBezTo>
                  <a:cubicBezTo>
                    <a:pt x="5214" y="1807"/>
                    <a:pt x="5167" y="1908"/>
                    <a:pt x="5184" y="1998"/>
                  </a:cubicBezTo>
                  <a:lnTo>
                    <a:pt x="5184" y="1998"/>
                  </a:lnTo>
                  <a:cubicBezTo>
                    <a:pt x="4907" y="678"/>
                    <a:pt x="3802" y="56"/>
                    <a:pt x="2687" y="56"/>
                  </a:cubicBezTo>
                  <a:cubicBezTo>
                    <a:pt x="1351" y="56"/>
                    <a:pt x="0" y="949"/>
                    <a:pt x="39" y="2606"/>
                  </a:cubicBezTo>
                  <a:lnTo>
                    <a:pt x="39" y="7699"/>
                  </a:lnTo>
                  <a:lnTo>
                    <a:pt x="15488" y="7699"/>
                  </a:lnTo>
                  <a:cubicBezTo>
                    <a:pt x="15260" y="5467"/>
                    <a:pt x="16590" y="0"/>
                    <a:pt x="12914"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108"/>
            <p:cNvSpPr/>
            <p:nvPr/>
          </p:nvSpPr>
          <p:spPr>
            <a:xfrm>
              <a:off x="2329025" y="1763225"/>
              <a:ext cx="386250" cy="192525"/>
            </a:xfrm>
            <a:custGeom>
              <a:rect b="b" l="l" r="r" t="t"/>
              <a:pathLst>
                <a:path extrusionOk="0" h="7701" w="15450">
                  <a:moveTo>
                    <a:pt x="2606" y="0"/>
                  </a:moveTo>
                  <a:cubicBezTo>
                    <a:pt x="1888" y="0"/>
                    <a:pt x="1236" y="291"/>
                    <a:pt x="765" y="762"/>
                  </a:cubicBezTo>
                  <a:cubicBezTo>
                    <a:pt x="292" y="1236"/>
                    <a:pt x="1" y="1887"/>
                    <a:pt x="1" y="2607"/>
                  </a:cubicBezTo>
                  <a:lnTo>
                    <a:pt x="1" y="7700"/>
                  </a:lnTo>
                  <a:lnTo>
                    <a:pt x="15449" y="7700"/>
                  </a:lnTo>
                  <a:lnTo>
                    <a:pt x="15449" y="2607"/>
                  </a:lnTo>
                  <a:cubicBezTo>
                    <a:pt x="15449" y="1169"/>
                    <a:pt x="14284" y="0"/>
                    <a:pt x="12842" y="0"/>
                  </a:cubicBezTo>
                  <a:cubicBezTo>
                    <a:pt x="11573" y="0"/>
                    <a:pt x="10517" y="907"/>
                    <a:pt x="10285" y="2109"/>
                  </a:cubicBezTo>
                  <a:cubicBezTo>
                    <a:pt x="10052" y="907"/>
                    <a:pt x="8994" y="0"/>
                    <a:pt x="7725" y="0"/>
                  </a:cubicBezTo>
                  <a:cubicBezTo>
                    <a:pt x="7091" y="0"/>
                    <a:pt x="6507" y="226"/>
                    <a:pt x="6055" y="602"/>
                  </a:cubicBezTo>
                  <a:cubicBezTo>
                    <a:pt x="5603" y="982"/>
                    <a:pt x="5284" y="1507"/>
                    <a:pt x="5167" y="2109"/>
                  </a:cubicBezTo>
                  <a:cubicBezTo>
                    <a:pt x="4933" y="907"/>
                    <a:pt x="3876" y="0"/>
                    <a:pt x="26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08"/>
            <p:cNvSpPr/>
            <p:nvPr/>
          </p:nvSpPr>
          <p:spPr>
            <a:xfrm>
              <a:off x="2694125" y="1806725"/>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08"/>
            <p:cNvSpPr/>
            <p:nvPr/>
          </p:nvSpPr>
          <p:spPr>
            <a:xfrm>
              <a:off x="2694125" y="183037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08"/>
            <p:cNvSpPr/>
            <p:nvPr/>
          </p:nvSpPr>
          <p:spPr>
            <a:xfrm>
              <a:off x="2694125" y="185402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08"/>
            <p:cNvSpPr/>
            <p:nvPr/>
          </p:nvSpPr>
          <p:spPr>
            <a:xfrm>
              <a:off x="2694125" y="1877700"/>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108"/>
            <p:cNvSpPr/>
            <p:nvPr/>
          </p:nvSpPr>
          <p:spPr>
            <a:xfrm>
              <a:off x="2694125" y="190132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108"/>
            <p:cNvSpPr/>
            <p:nvPr/>
          </p:nvSpPr>
          <p:spPr>
            <a:xfrm>
              <a:off x="2694125" y="1925025"/>
              <a:ext cx="10850" cy="5425"/>
            </a:xfrm>
            <a:custGeom>
              <a:rect b="b" l="l" r="r" t="t"/>
              <a:pathLst>
                <a:path extrusionOk="0" h="217" w="434">
                  <a:moveTo>
                    <a:pt x="217" y="0"/>
                  </a:moveTo>
                  <a:cubicBezTo>
                    <a:pt x="97"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08"/>
            <p:cNvSpPr/>
            <p:nvPr/>
          </p:nvSpPr>
          <p:spPr>
            <a:xfrm>
              <a:off x="269952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08"/>
            <p:cNvSpPr/>
            <p:nvPr/>
          </p:nvSpPr>
          <p:spPr>
            <a:xfrm>
              <a:off x="2670425" y="178307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08"/>
            <p:cNvSpPr/>
            <p:nvPr/>
          </p:nvSpPr>
          <p:spPr>
            <a:xfrm>
              <a:off x="2670425" y="1806725"/>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08"/>
            <p:cNvSpPr/>
            <p:nvPr/>
          </p:nvSpPr>
          <p:spPr>
            <a:xfrm>
              <a:off x="2670425" y="183037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08"/>
            <p:cNvSpPr/>
            <p:nvPr/>
          </p:nvSpPr>
          <p:spPr>
            <a:xfrm>
              <a:off x="2670425" y="185402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08"/>
            <p:cNvSpPr/>
            <p:nvPr/>
          </p:nvSpPr>
          <p:spPr>
            <a:xfrm>
              <a:off x="2670425" y="1877700"/>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108"/>
            <p:cNvSpPr/>
            <p:nvPr/>
          </p:nvSpPr>
          <p:spPr>
            <a:xfrm>
              <a:off x="2670425" y="190132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108"/>
            <p:cNvSpPr/>
            <p:nvPr/>
          </p:nvSpPr>
          <p:spPr>
            <a:xfrm>
              <a:off x="2670450" y="1925025"/>
              <a:ext cx="10875" cy="5425"/>
            </a:xfrm>
            <a:custGeom>
              <a:rect b="b" l="l" r="r" t="t"/>
              <a:pathLst>
                <a:path extrusionOk="0" h="217" w="435">
                  <a:moveTo>
                    <a:pt x="218" y="0"/>
                  </a:moveTo>
                  <a:cubicBezTo>
                    <a:pt x="97" y="0"/>
                    <a:pt x="1" y="97"/>
                    <a:pt x="1" y="217"/>
                  </a:cubicBezTo>
                  <a:lnTo>
                    <a:pt x="434" y="217"/>
                  </a:ln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08"/>
            <p:cNvSpPr/>
            <p:nvPr/>
          </p:nvSpPr>
          <p:spPr>
            <a:xfrm>
              <a:off x="2675850"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108"/>
            <p:cNvSpPr/>
            <p:nvPr/>
          </p:nvSpPr>
          <p:spPr>
            <a:xfrm>
              <a:off x="2646800" y="178307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08"/>
            <p:cNvSpPr/>
            <p:nvPr/>
          </p:nvSpPr>
          <p:spPr>
            <a:xfrm>
              <a:off x="2646800" y="1806725"/>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08"/>
            <p:cNvSpPr/>
            <p:nvPr/>
          </p:nvSpPr>
          <p:spPr>
            <a:xfrm>
              <a:off x="2646800"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08"/>
            <p:cNvSpPr/>
            <p:nvPr/>
          </p:nvSpPr>
          <p:spPr>
            <a:xfrm>
              <a:off x="2646800"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108"/>
            <p:cNvSpPr/>
            <p:nvPr/>
          </p:nvSpPr>
          <p:spPr>
            <a:xfrm>
              <a:off x="2646800"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108"/>
            <p:cNvSpPr/>
            <p:nvPr/>
          </p:nvSpPr>
          <p:spPr>
            <a:xfrm>
              <a:off x="2646800"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08"/>
            <p:cNvSpPr/>
            <p:nvPr/>
          </p:nvSpPr>
          <p:spPr>
            <a:xfrm>
              <a:off x="2646800" y="1925025"/>
              <a:ext cx="10875" cy="5425"/>
            </a:xfrm>
            <a:custGeom>
              <a:rect b="b" l="l" r="r" t="t"/>
              <a:pathLst>
                <a:path extrusionOk="0" h="217" w="435">
                  <a:moveTo>
                    <a:pt x="217" y="0"/>
                  </a:moveTo>
                  <a:cubicBezTo>
                    <a:pt x="98" y="0"/>
                    <a:pt x="1" y="97"/>
                    <a:pt x="1" y="217"/>
                  </a:cubicBezTo>
                  <a:lnTo>
                    <a:pt x="434" y="217"/>
                  </a:lnTo>
                  <a:cubicBezTo>
                    <a:pt x="434" y="97"/>
                    <a:pt x="338"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08"/>
            <p:cNvSpPr/>
            <p:nvPr/>
          </p:nvSpPr>
          <p:spPr>
            <a:xfrm>
              <a:off x="2652225" y="1935850"/>
              <a:ext cx="25" cy="25"/>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108"/>
            <p:cNvSpPr/>
            <p:nvPr/>
          </p:nvSpPr>
          <p:spPr>
            <a:xfrm>
              <a:off x="2623175" y="178307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08"/>
            <p:cNvSpPr/>
            <p:nvPr/>
          </p:nvSpPr>
          <p:spPr>
            <a:xfrm>
              <a:off x="2623175" y="1806725"/>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08"/>
            <p:cNvSpPr/>
            <p:nvPr/>
          </p:nvSpPr>
          <p:spPr>
            <a:xfrm>
              <a:off x="2623175" y="183037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108"/>
            <p:cNvSpPr/>
            <p:nvPr/>
          </p:nvSpPr>
          <p:spPr>
            <a:xfrm>
              <a:off x="2623175" y="185402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108"/>
            <p:cNvSpPr/>
            <p:nvPr/>
          </p:nvSpPr>
          <p:spPr>
            <a:xfrm>
              <a:off x="2623175" y="1877700"/>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08"/>
            <p:cNvSpPr/>
            <p:nvPr/>
          </p:nvSpPr>
          <p:spPr>
            <a:xfrm>
              <a:off x="2623175" y="190132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08"/>
            <p:cNvSpPr/>
            <p:nvPr/>
          </p:nvSpPr>
          <p:spPr>
            <a:xfrm>
              <a:off x="2623150"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08"/>
            <p:cNvSpPr/>
            <p:nvPr/>
          </p:nvSpPr>
          <p:spPr>
            <a:xfrm>
              <a:off x="262857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08"/>
            <p:cNvSpPr/>
            <p:nvPr/>
          </p:nvSpPr>
          <p:spPr>
            <a:xfrm>
              <a:off x="2599475" y="1806725"/>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08"/>
            <p:cNvSpPr/>
            <p:nvPr/>
          </p:nvSpPr>
          <p:spPr>
            <a:xfrm>
              <a:off x="2599475" y="183037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08"/>
            <p:cNvSpPr/>
            <p:nvPr/>
          </p:nvSpPr>
          <p:spPr>
            <a:xfrm>
              <a:off x="2599475" y="185402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08"/>
            <p:cNvSpPr/>
            <p:nvPr/>
          </p:nvSpPr>
          <p:spPr>
            <a:xfrm>
              <a:off x="2599475" y="1877700"/>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08"/>
            <p:cNvSpPr/>
            <p:nvPr/>
          </p:nvSpPr>
          <p:spPr>
            <a:xfrm>
              <a:off x="2599475" y="190132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08"/>
            <p:cNvSpPr/>
            <p:nvPr/>
          </p:nvSpPr>
          <p:spPr>
            <a:xfrm>
              <a:off x="2599500" y="1925025"/>
              <a:ext cx="10875" cy="5425"/>
            </a:xfrm>
            <a:custGeom>
              <a:rect b="b" l="l" r="r" t="t"/>
              <a:pathLst>
                <a:path extrusionOk="0" h="217" w="435">
                  <a:moveTo>
                    <a:pt x="218" y="0"/>
                  </a:moveTo>
                  <a:cubicBezTo>
                    <a:pt x="97" y="0"/>
                    <a:pt x="1" y="97"/>
                    <a:pt x="1" y="217"/>
                  </a:cubicBezTo>
                  <a:lnTo>
                    <a:pt x="434" y="217"/>
                  </a:ln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08"/>
            <p:cNvSpPr/>
            <p:nvPr/>
          </p:nvSpPr>
          <p:spPr>
            <a:xfrm>
              <a:off x="2604900"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08"/>
            <p:cNvSpPr/>
            <p:nvPr/>
          </p:nvSpPr>
          <p:spPr>
            <a:xfrm>
              <a:off x="2575850"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08"/>
            <p:cNvSpPr/>
            <p:nvPr/>
          </p:nvSpPr>
          <p:spPr>
            <a:xfrm>
              <a:off x="2575850"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08"/>
            <p:cNvSpPr/>
            <p:nvPr/>
          </p:nvSpPr>
          <p:spPr>
            <a:xfrm>
              <a:off x="2575850"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08"/>
            <p:cNvSpPr/>
            <p:nvPr/>
          </p:nvSpPr>
          <p:spPr>
            <a:xfrm>
              <a:off x="2575850"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108"/>
            <p:cNvSpPr/>
            <p:nvPr/>
          </p:nvSpPr>
          <p:spPr>
            <a:xfrm>
              <a:off x="2575825" y="1925025"/>
              <a:ext cx="10850" cy="5425"/>
            </a:xfrm>
            <a:custGeom>
              <a:rect b="b" l="l" r="r" t="t"/>
              <a:pathLst>
                <a:path extrusionOk="0" h="217" w="434">
                  <a:moveTo>
                    <a:pt x="217" y="0"/>
                  </a:moveTo>
                  <a:cubicBezTo>
                    <a:pt x="98" y="0"/>
                    <a:pt x="1" y="97"/>
                    <a:pt x="1"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108"/>
            <p:cNvSpPr/>
            <p:nvPr/>
          </p:nvSpPr>
          <p:spPr>
            <a:xfrm>
              <a:off x="2581275" y="1935850"/>
              <a:ext cx="25" cy="25"/>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08"/>
            <p:cNvSpPr/>
            <p:nvPr/>
          </p:nvSpPr>
          <p:spPr>
            <a:xfrm>
              <a:off x="2552200" y="178307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08"/>
            <p:cNvSpPr/>
            <p:nvPr/>
          </p:nvSpPr>
          <p:spPr>
            <a:xfrm>
              <a:off x="2552200" y="1806725"/>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08"/>
            <p:cNvSpPr/>
            <p:nvPr/>
          </p:nvSpPr>
          <p:spPr>
            <a:xfrm>
              <a:off x="2552200" y="183037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108"/>
            <p:cNvSpPr/>
            <p:nvPr/>
          </p:nvSpPr>
          <p:spPr>
            <a:xfrm>
              <a:off x="2552200" y="185402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108"/>
            <p:cNvSpPr/>
            <p:nvPr/>
          </p:nvSpPr>
          <p:spPr>
            <a:xfrm>
              <a:off x="2552200" y="1877700"/>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108"/>
            <p:cNvSpPr/>
            <p:nvPr/>
          </p:nvSpPr>
          <p:spPr>
            <a:xfrm>
              <a:off x="2552200" y="190132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08"/>
            <p:cNvSpPr/>
            <p:nvPr/>
          </p:nvSpPr>
          <p:spPr>
            <a:xfrm>
              <a:off x="2552200"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08"/>
            <p:cNvSpPr/>
            <p:nvPr/>
          </p:nvSpPr>
          <p:spPr>
            <a:xfrm>
              <a:off x="2557600"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08"/>
            <p:cNvSpPr/>
            <p:nvPr/>
          </p:nvSpPr>
          <p:spPr>
            <a:xfrm>
              <a:off x="2528525" y="178307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08"/>
            <p:cNvSpPr/>
            <p:nvPr/>
          </p:nvSpPr>
          <p:spPr>
            <a:xfrm>
              <a:off x="2528525" y="1806725"/>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08"/>
            <p:cNvSpPr/>
            <p:nvPr/>
          </p:nvSpPr>
          <p:spPr>
            <a:xfrm>
              <a:off x="2528525" y="183037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08"/>
            <p:cNvSpPr/>
            <p:nvPr/>
          </p:nvSpPr>
          <p:spPr>
            <a:xfrm>
              <a:off x="2528525" y="185402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08"/>
            <p:cNvSpPr/>
            <p:nvPr/>
          </p:nvSpPr>
          <p:spPr>
            <a:xfrm>
              <a:off x="2528525" y="1877700"/>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08"/>
            <p:cNvSpPr/>
            <p:nvPr/>
          </p:nvSpPr>
          <p:spPr>
            <a:xfrm>
              <a:off x="2528525" y="190132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08"/>
            <p:cNvSpPr/>
            <p:nvPr/>
          </p:nvSpPr>
          <p:spPr>
            <a:xfrm>
              <a:off x="2528500" y="1925025"/>
              <a:ext cx="10875" cy="5425"/>
            </a:xfrm>
            <a:custGeom>
              <a:rect b="b" l="l" r="r" t="t"/>
              <a:pathLst>
                <a:path extrusionOk="0" h="217" w="435">
                  <a:moveTo>
                    <a:pt x="218" y="0"/>
                  </a:moveTo>
                  <a:cubicBezTo>
                    <a:pt x="98" y="0"/>
                    <a:pt x="1" y="97"/>
                    <a:pt x="1" y="217"/>
                  </a:cubicBezTo>
                  <a:lnTo>
                    <a:pt x="434" y="217"/>
                  </a:lnTo>
                  <a:cubicBezTo>
                    <a:pt x="434" y="97"/>
                    <a:pt x="338"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08"/>
            <p:cNvSpPr/>
            <p:nvPr/>
          </p:nvSpPr>
          <p:spPr>
            <a:xfrm>
              <a:off x="2533950"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08"/>
            <p:cNvSpPr/>
            <p:nvPr/>
          </p:nvSpPr>
          <p:spPr>
            <a:xfrm>
              <a:off x="2504875" y="178307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108"/>
            <p:cNvSpPr/>
            <p:nvPr/>
          </p:nvSpPr>
          <p:spPr>
            <a:xfrm>
              <a:off x="2504875" y="1806725"/>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108"/>
            <p:cNvSpPr/>
            <p:nvPr/>
          </p:nvSpPr>
          <p:spPr>
            <a:xfrm>
              <a:off x="2504875"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08"/>
            <p:cNvSpPr/>
            <p:nvPr/>
          </p:nvSpPr>
          <p:spPr>
            <a:xfrm>
              <a:off x="2504875"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108"/>
            <p:cNvSpPr/>
            <p:nvPr/>
          </p:nvSpPr>
          <p:spPr>
            <a:xfrm>
              <a:off x="2504875"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108"/>
            <p:cNvSpPr/>
            <p:nvPr/>
          </p:nvSpPr>
          <p:spPr>
            <a:xfrm>
              <a:off x="2504875"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08"/>
            <p:cNvSpPr/>
            <p:nvPr/>
          </p:nvSpPr>
          <p:spPr>
            <a:xfrm>
              <a:off x="2504875" y="1925025"/>
              <a:ext cx="10875" cy="5425"/>
            </a:xfrm>
            <a:custGeom>
              <a:rect b="b" l="l" r="r" t="t"/>
              <a:pathLst>
                <a:path extrusionOk="0" h="217" w="435">
                  <a:moveTo>
                    <a:pt x="217" y="0"/>
                  </a:moveTo>
                  <a:cubicBezTo>
                    <a:pt x="98" y="0"/>
                    <a:pt x="1" y="97"/>
                    <a:pt x="1"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08"/>
            <p:cNvSpPr/>
            <p:nvPr/>
          </p:nvSpPr>
          <p:spPr>
            <a:xfrm>
              <a:off x="2510300" y="1935850"/>
              <a:ext cx="25" cy="25"/>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08"/>
            <p:cNvSpPr/>
            <p:nvPr/>
          </p:nvSpPr>
          <p:spPr>
            <a:xfrm>
              <a:off x="2481250" y="178307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08"/>
            <p:cNvSpPr/>
            <p:nvPr/>
          </p:nvSpPr>
          <p:spPr>
            <a:xfrm>
              <a:off x="2481250" y="1806725"/>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108"/>
            <p:cNvSpPr/>
            <p:nvPr/>
          </p:nvSpPr>
          <p:spPr>
            <a:xfrm>
              <a:off x="2481250" y="183037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08"/>
            <p:cNvSpPr/>
            <p:nvPr/>
          </p:nvSpPr>
          <p:spPr>
            <a:xfrm>
              <a:off x="2481250" y="185402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08"/>
            <p:cNvSpPr/>
            <p:nvPr/>
          </p:nvSpPr>
          <p:spPr>
            <a:xfrm>
              <a:off x="2481250" y="1877700"/>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08"/>
            <p:cNvSpPr/>
            <p:nvPr/>
          </p:nvSpPr>
          <p:spPr>
            <a:xfrm>
              <a:off x="2481250" y="190132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08"/>
            <p:cNvSpPr/>
            <p:nvPr/>
          </p:nvSpPr>
          <p:spPr>
            <a:xfrm>
              <a:off x="2481225"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08"/>
            <p:cNvSpPr/>
            <p:nvPr/>
          </p:nvSpPr>
          <p:spPr>
            <a:xfrm>
              <a:off x="2486650"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08"/>
            <p:cNvSpPr/>
            <p:nvPr/>
          </p:nvSpPr>
          <p:spPr>
            <a:xfrm>
              <a:off x="2457550" y="1806725"/>
              <a:ext cx="10875" cy="10850"/>
            </a:xfrm>
            <a:custGeom>
              <a:rect b="b" l="l" r="r" t="t"/>
              <a:pathLst>
                <a:path extrusionOk="0" h="434" w="435">
                  <a:moveTo>
                    <a:pt x="218" y="0"/>
                  </a:moveTo>
                  <a:cubicBezTo>
                    <a:pt x="98" y="0"/>
                    <a:pt x="1" y="97"/>
                    <a:pt x="1" y="217"/>
                  </a:cubicBezTo>
                  <a:cubicBezTo>
                    <a:pt x="1" y="337"/>
                    <a:pt x="98"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08"/>
            <p:cNvSpPr/>
            <p:nvPr/>
          </p:nvSpPr>
          <p:spPr>
            <a:xfrm>
              <a:off x="2457550" y="1830375"/>
              <a:ext cx="10875" cy="10875"/>
            </a:xfrm>
            <a:custGeom>
              <a:rect b="b" l="l" r="r" t="t"/>
              <a:pathLst>
                <a:path extrusionOk="0" h="435" w="435">
                  <a:moveTo>
                    <a:pt x="218" y="1"/>
                  </a:moveTo>
                  <a:cubicBezTo>
                    <a:pt x="98" y="1"/>
                    <a:pt x="1" y="98"/>
                    <a:pt x="1" y="217"/>
                  </a:cubicBezTo>
                  <a:cubicBezTo>
                    <a:pt x="1" y="337"/>
                    <a:pt x="98"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08"/>
            <p:cNvSpPr/>
            <p:nvPr/>
          </p:nvSpPr>
          <p:spPr>
            <a:xfrm>
              <a:off x="2457550" y="1854025"/>
              <a:ext cx="10875" cy="10850"/>
            </a:xfrm>
            <a:custGeom>
              <a:rect b="b" l="l" r="r" t="t"/>
              <a:pathLst>
                <a:path extrusionOk="0" h="434" w="435">
                  <a:moveTo>
                    <a:pt x="218" y="0"/>
                  </a:moveTo>
                  <a:cubicBezTo>
                    <a:pt x="98" y="0"/>
                    <a:pt x="1" y="98"/>
                    <a:pt x="1" y="217"/>
                  </a:cubicBezTo>
                  <a:cubicBezTo>
                    <a:pt x="1" y="336"/>
                    <a:pt x="98"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08"/>
            <p:cNvSpPr/>
            <p:nvPr/>
          </p:nvSpPr>
          <p:spPr>
            <a:xfrm>
              <a:off x="2457550" y="1877700"/>
              <a:ext cx="10875" cy="10850"/>
            </a:xfrm>
            <a:custGeom>
              <a:rect b="b" l="l" r="r" t="t"/>
              <a:pathLst>
                <a:path extrusionOk="0" h="434" w="435">
                  <a:moveTo>
                    <a:pt x="218" y="0"/>
                  </a:moveTo>
                  <a:cubicBezTo>
                    <a:pt x="98" y="0"/>
                    <a:pt x="1" y="97"/>
                    <a:pt x="1" y="217"/>
                  </a:cubicBezTo>
                  <a:cubicBezTo>
                    <a:pt x="1" y="337"/>
                    <a:pt x="98"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08"/>
            <p:cNvSpPr/>
            <p:nvPr/>
          </p:nvSpPr>
          <p:spPr>
            <a:xfrm>
              <a:off x="2457550" y="1901325"/>
              <a:ext cx="10875" cy="10875"/>
            </a:xfrm>
            <a:custGeom>
              <a:rect b="b" l="l" r="r" t="t"/>
              <a:pathLst>
                <a:path extrusionOk="0" h="435" w="435">
                  <a:moveTo>
                    <a:pt x="218" y="1"/>
                  </a:moveTo>
                  <a:cubicBezTo>
                    <a:pt x="98" y="1"/>
                    <a:pt x="1" y="98"/>
                    <a:pt x="1" y="217"/>
                  </a:cubicBezTo>
                  <a:cubicBezTo>
                    <a:pt x="1" y="337"/>
                    <a:pt x="98"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08"/>
            <p:cNvSpPr/>
            <p:nvPr/>
          </p:nvSpPr>
          <p:spPr>
            <a:xfrm>
              <a:off x="2457550" y="1925025"/>
              <a:ext cx="10875" cy="5425"/>
            </a:xfrm>
            <a:custGeom>
              <a:rect b="b" l="l" r="r" t="t"/>
              <a:pathLst>
                <a:path extrusionOk="0" h="217" w="435">
                  <a:moveTo>
                    <a:pt x="218" y="0"/>
                  </a:moveTo>
                  <a:cubicBezTo>
                    <a:pt x="98" y="0"/>
                    <a:pt x="1" y="97"/>
                    <a:pt x="1" y="217"/>
                  </a:cubicBezTo>
                  <a:lnTo>
                    <a:pt x="434" y="217"/>
                  </a:lnTo>
                  <a:cubicBezTo>
                    <a:pt x="434" y="97"/>
                    <a:pt x="338"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08"/>
            <p:cNvSpPr/>
            <p:nvPr/>
          </p:nvSpPr>
          <p:spPr>
            <a:xfrm>
              <a:off x="246297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08"/>
            <p:cNvSpPr/>
            <p:nvPr/>
          </p:nvSpPr>
          <p:spPr>
            <a:xfrm>
              <a:off x="2433925" y="1806725"/>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08"/>
            <p:cNvSpPr/>
            <p:nvPr/>
          </p:nvSpPr>
          <p:spPr>
            <a:xfrm>
              <a:off x="2433925"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08"/>
            <p:cNvSpPr/>
            <p:nvPr/>
          </p:nvSpPr>
          <p:spPr>
            <a:xfrm>
              <a:off x="2433925"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08"/>
            <p:cNvSpPr/>
            <p:nvPr/>
          </p:nvSpPr>
          <p:spPr>
            <a:xfrm>
              <a:off x="2433925"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08"/>
            <p:cNvSpPr/>
            <p:nvPr/>
          </p:nvSpPr>
          <p:spPr>
            <a:xfrm>
              <a:off x="2433925"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08"/>
            <p:cNvSpPr/>
            <p:nvPr/>
          </p:nvSpPr>
          <p:spPr>
            <a:xfrm>
              <a:off x="2433900" y="1925025"/>
              <a:ext cx="10850" cy="5425"/>
            </a:xfrm>
            <a:custGeom>
              <a:rect b="b" l="l" r="r" t="t"/>
              <a:pathLst>
                <a:path extrusionOk="0" h="217" w="434">
                  <a:moveTo>
                    <a:pt x="217" y="0"/>
                  </a:moveTo>
                  <a:cubicBezTo>
                    <a:pt x="98" y="0"/>
                    <a:pt x="1" y="97"/>
                    <a:pt x="1"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08"/>
            <p:cNvSpPr/>
            <p:nvPr/>
          </p:nvSpPr>
          <p:spPr>
            <a:xfrm>
              <a:off x="2439350" y="1935850"/>
              <a:ext cx="25" cy="25"/>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08"/>
            <p:cNvSpPr/>
            <p:nvPr/>
          </p:nvSpPr>
          <p:spPr>
            <a:xfrm>
              <a:off x="2410275" y="1783075"/>
              <a:ext cx="10850" cy="10850"/>
            </a:xfrm>
            <a:custGeom>
              <a:rect b="b" l="l" r="r" t="t"/>
              <a:pathLst>
                <a:path extrusionOk="0" h="434" w="434">
                  <a:moveTo>
                    <a:pt x="217" y="0"/>
                  </a:moveTo>
                  <a:cubicBezTo>
                    <a:pt x="97" y="0"/>
                    <a:pt x="0" y="98"/>
                    <a:pt x="0" y="217"/>
                  </a:cubicBezTo>
                  <a:cubicBezTo>
                    <a:pt x="0" y="336"/>
                    <a:pt x="97" y="433"/>
                    <a:pt x="217" y="433"/>
                  </a:cubicBezTo>
                  <a:cubicBezTo>
                    <a:pt x="336" y="433"/>
                    <a:pt x="434" y="336"/>
                    <a:pt x="434" y="217"/>
                  </a:cubicBezTo>
                  <a:cubicBezTo>
                    <a:pt x="434" y="98"/>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08"/>
            <p:cNvSpPr/>
            <p:nvPr/>
          </p:nvSpPr>
          <p:spPr>
            <a:xfrm>
              <a:off x="2410275" y="1806725"/>
              <a:ext cx="10850" cy="10850"/>
            </a:xfrm>
            <a:custGeom>
              <a:rect b="b" l="l" r="r" t="t"/>
              <a:pathLst>
                <a:path extrusionOk="0" h="434" w="434">
                  <a:moveTo>
                    <a:pt x="217" y="0"/>
                  </a:moveTo>
                  <a:cubicBezTo>
                    <a:pt x="97" y="0"/>
                    <a:pt x="0" y="97"/>
                    <a:pt x="0" y="217"/>
                  </a:cubicBezTo>
                  <a:cubicBezTo>
                    <a:pt x="0" y="337"/>
                    <a:pt x="97" y="434"/>
                    <a:pt x="217" y="434"/>
                  </a:cubicBezTo>
                  <a:cubicBezTo>
                    <a:pt x="336" y="434"/>
                    <a:pt x="434" y="337"/>
                    <a:pt x="434" y="217"/>
                  </a:cubicBezTo>
                  <a:cubicBezTo>
                    <a:pt x="434" y="97"/>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08"/>
            <p:cNvSpPr/>
            <p:nvPr/>
          </p:nvSpPr>
          <p:spPr>
            <a:xfrm>
              <a:off x="2410275" y="1830375"/>
              <a:ext cx="10850" cy="10875"/>
            </a:xfrm>
            <a:custGeom>
              <a:rect b="b" l="l" r="r" t="t"/>
              <a:pathLst>
                <a:path extrusionOk="0" h="435" w="434">
                  <a:moveTo>
                    <a:pt x="217" y="1"/>
                  </a:moveTo>
                  <a:cubicBezTo>
                    <a:pt x="97" y="1"/>
                    <a:pt x="0" y="98"/>
                    <a:pt x="0" y="217"/>
                  </a:cubicBezTo>
                  <a:cubicBezTo>
                    <a:pt x="0" y="337"/>
                    <a:pt x="97" y="434"/>
                    <a:pt x="217" y="434"/>
                  </a:cubicBezTo>
                  <a:cubicBezTo>
                    <a:pt x="336" y="434"/>
                    <a:pt x="434" y="337"/>
                    <a:pt x="434" y="217"/>
                  </a:cubicBezTo>
                  <a:cubicBezTo>
                    <a:pt x="434" y="98"/>
                    <a:pt x="336"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08"/>
            <p:cNvSpPr/>
            <p:nvPr/>
          </p:nvSpPr>
          <p:spPr>
            <a:xfrm>
              <a:off x="2410275" y="1854025"/>
              <a:ext cx="10850" cy="10850"/>
            </a:xfrm>
            <a:custGeom>
              <a:rect b="b" l="l" r="r" t="t"/>
              <a:pathLst>
                <a:path extrusionOk="0" h="434" w="434">
                  <a:moveTo>
                    <a:pt x="217" y="0"/>
                  </a:moveTo>
                  <a:cubicBezTo>
                    <a:pt x="97" y="0"/>
                    <a:pt x="0" y="98"/>
                    <a:pt x="0" y="217"/>
                  </a:cubicBezTo>
                  <a:cubicBezTo>
                    <a:pt x="0" y="336"/>
                    <a:pt x="97" y="433"/>
                    <a:pt x="217" y="433"/>
                  </a:cubicBezTo>
                  <a:cubicBezTo>
                    <a:pt x="336" y="433"/>
                    <a:pt x="434" y="336"/>
                    <a:pt x="434" y="217"/>
                  </a:cubicBezTo>
                  <a:cubicBezTo>
                    <a:pt x="434" y="98"/>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108"/>
            <p:cNvSpPr/>
            <p:nvPr/>
          </p:nvSpPr>
          <p:spPr>
            <a:xfrm>
              <a:off x="2410275" y="1877700"/>
              <a:ext cx="10850" cy="10850"/>
            </a:xfrm>
            <a:custGeom>
              <a:rect b="b" l="l" r="r" t="t"/>
              <a:pathLst>
                <a:path extrusionOk="0" h="434" w="434">
                  <a:moveTo>
                    <a:pt x="217" y="0"/>
                  </a:moveTo>
                  <a:cubicBezTo>
                    <a:pt x="97" y="0"/>
                    <a:pt x="0" y="97"/>
                    <a:pt x="0" y="217"/>
                  </a:cubicBezTo>
                  <a:cubicBezTo>
                    <a:pt x="0" y="337"/>
                    <a:pt x="97" y="434"/>
                    <a:pt x="217" y="434"/>
                  </a:cubicBezTo>
                  <a:cubicBezTo>
                    <a:pt x="336" y="434"/>
                    <a:pt x="434" y="337"/>
                    <a:pt x="434" y="217"/>
                  </a:cubicBezTo>
                  <a:cubicBezTo>
                    <a:pt x="434" y="97"/>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08"/>
            <p:cNvSpPr/>
            <p:nvPr/>
          </p:nvSpPr>
          <p:spPr>
            <a:xfrm>
              <a:off x="2410275" y="1901325"/>
              <a:ext cx="10850" cy="10875"/>
            </a:xfrm>
            <a:custGeom>
              <a:rect b="b" l="l" r="r" t="t"/>
              <a:pathLst>
                <a:path extrusionOk="0" h="435" w="434">
                  <a:moveTo>
                    <a:pt x="217" y="1"/>
                  </a:moveTo>
                  <a:cubicBezTo>
                    <a:pt x="97" y="1"/>
                    <a:pt x="0" y="98"/>
                    <a:pt x="0" y="217"/>
                  </a:cubicBezTo>
                  <a:cubicBezTo>
                    <a:pt x="0" y="337"/>
                    <a:pt x="97" y="434"/>
                    <a:pt x="217" y="434"/>
                  </a:cubicBezTo>
                  <a:cubicBezTo>
                    <a:pt x="336" y="434"/>
                    <a:pt x="434" y="337"/>
                    <a:pt x="434" y="217"/>
                  </a:cubicBezTo>
                  <a:cubicBezTo>
                    <a:pt x="434" y="98"/>
                    <a:pt x="336"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08"/>
            <p:cNvSpPr/>
            <p:nvPr/>
          </p:nvSpPr>
          <p:spPr>
            <a:xfrm>
              <a:off x="2410275"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08"/>
            <p:cNvSpPr/>
            <p:nvPr/>
          </p:nvSpPr>
          <p:spPr>
            <a:xfrm>
              <a:off x="241567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08"/>
            <p:cNvSpPr/>
            <p:nvPr/>
          </p:nvSpPr>
          <p:spPr>
            <a:xfrm>
              <a:off x="2386600" y="1783075"/>
              <a:ext cx="10875" cy="10850"/>
            </a:xfrm>
            <a:custGeom>
              <a:rect b="b" l="l" r="r" t="t"/>
              <a:pathLst>
                <a:path extrusionOk="0" h="434" w="435">
                  <a:moveTo>
                    <a:pt x="218" y="0"/>
                  </a:moveTo>
                  <a:cubicBezTo>
                    <a:pt x="98" y="0"/>
                    <a:pt x="1" y="98"/>
                    <a:pt x="1" y="217"/>
                  </a:cubicBezTo>
                  <a:cubicBezTo>
                    <a:pt x="1" y="336"/>
                    <a:pt x="98"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08"/>
            <p:cNvSpPr/>
            <p:nvPr/>
          </p:nvSpPr>
          <p:spPr>
            <a:xfrm>
              <a:off x="2386600" y="1806725"/>
              <a:ext cx="10875" cy="10850"/>
            </a:xfrm>
            <a:custGeom>
              <a:rect b="b" l="l" r="r" t="t"/>
              <a:pathLst>
                <a:path extrusionOk="0" h="434" w="435">
                  <a:moveTo>
                    <a:pt x="218" y="0"/>
                  </a:moveTo>
                  <a:cubicBezTo>
                    <a:pt x="98" y="0"/>
                    <a:pt x="1" y="97"/>
                    <a:pt x="1" y="217"/>
                  </a:cubicBezTo>
                  <a:cubicBezTo>
                    <a:pt x="1" y="337"/>
                    <a:pt x="98"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08"/>
            <p:cNvSpPr/>
            <p:nvPr/>
          </p:nvSpPr>
          <p:spPr>
            <a:xfrm>
              <a:off x="2386600" y="1830375"/>
              <a:ext cx="10875" cy="10875"/>
            </a:xfrm>
            <a:custGeom>
              <a:rect b="b" l="l" r="r" t="t"/>
              <a:pathLst>
                <a:path extrusionOk="0" h="435" w="435">
                  <a:moveTo>
                    <a:pt x="218" y="1"/>
                  </a:moveTo>
                  <a:cubicBezTo>
                    <a:pt x="98" y="1"/>
                    <a:pt x="1" y="98"/>
                    <a:pt x="1" y="217"/>
                  </a:cubicBezTo>
                  <a:cubicBezTo>
                    <a:pt x="1" y="337"/>
                    <a:pt x="98"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08"/>
            <p:cNvSpPr/>
            <p:nvPr/>
          </p:nvSpPr>
          <p:spPr>
            <a:xfrm>
              <a:off x="2386600" y="1854025"/>
              <a:ext cx="10875" cy="10850"/>
            </a:xfrm>
            <a:custGeom>
              <a:rect b="b" l="l" r="r" t="t"/>
              <a:pathLst>
                <a:path extrusionOk="0" h="434" w="435">
                  <a:moveTo>
                    <a:pt x="218" y="0"/>
                  </a:moveTo>
                  <a:cubicBezTo>
                    <a:pt x="98" y="0"/>
                    <a:pt x="1" y="98"/>
                    <a:pt x="1" y="217"/>
                  </a:cubicBezTo>
                  <a:cubicBezTo>
                    <a:pt x="1" y="336"/>
                    <a:pt x="98" y="433"/>
                    <a:pt x="218" y="433"/>
                  </a:cubicBezTo>
                  <a:cubicBezTo>
                    <a:pt x="337" y="433"/>
                    <a:pt x="434" y="336"/>
                    <a:pt x="434" y="217"/>
                  </a:cubicBezTo>
                  <a:cubicBezTo>
                    <a:pt x="434" y="98"/>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08"/>
            <p:cNvSpPr/>
            <p:nvPr/>
          </p:nvSpPr>
          <p:spPr>
            <a:xfrm>
              <a:off x="2386600" y="1877700"/>
              <a:ext cx="10875" cy="10850"/>
            </a:xfrm>
            <a:custGeom>
              <a:rect b="b" l="l" r="r" t="t"/>
              <a:pathLst>
                <a:path extrusionOk="0" h="434" w="435">
                  <a:moveTo>
                    <a:pt x="218" y="0"/>
                  </a:moveTo>
                  <a:cubicBezTo>
                    <a:pt x="98" y="0"/>
                    <a:pt x="1" y="97"/>
                    <a:pt x="1" y="217"/>
                  </a:cubicBezTo>
                  <a:cubicBezTo>
                    <a:pt x="1" y="337"/>
                    <a:pt x="98" y="434"/>
                    <a:pt x="218" y="434"/>
                  </a:cubicBezTo>
                  <a:cubicBezTo>
                    <a:pt x="337" y="434"/>
                    <a:pt x="434" y="337"/>
                    <a:pt x="434" y="217"/>
                  </a:cubicBezTo>
                  <a:cubicBezTo>
                    <a:pt x="434" y="97"/>
                    <a:pt x="337"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08"/>
            <p:cNvSpPr/>
            <p:nvPr/>
          </p:nvSpPr>
          <p:spPr>
            <a:xfrm>
              <a:off x="2386600" y="1901325"/>
              <a:ext cx="10875" cy="10875"/>
            </a:xfrm>
            <a:custGeom>
              <a:rect b="b" l="l" r="r" t="t"/>
              <a:pathLst>
                <a:path extrusionOk="0" h="435" w="435">
                  <a:moveTo>
                    <a:pt x="218" y="1"/>
                  </a:moveTo>
                  <a:cubicBezTo>
                    <a:pt x="98" y="1"/>
                    <a:pt x="1" y="98"/>
                    <a:pt x="1" y="217"/>
                  </a:cubicBezTo>
                  <a:cubicBezTo>
                    <a:pt x="1" y="337"/>
                    <a:pt x="98" y="434"/>
                    <a:pt x="218" y="434"/>
                  </a:cubicBezTo>
                  <a:cubicBezTo>
                    <a:pt x="337" y="434"/>
                    <a:pt x="434" y="337"/>
                    <a:pt x="434" y="217"/>
                  </a:cubicBezTo>
                  <a:cubicBezTo>
                    <a:pt x="434" y="98"/>
                    <a:pt x="337"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08"/>
            <p:cNvSpPr/>
            <p:nvPr/>
          </p:nvSpPr>
          <p:spPr>
            <a:xfrm>
              <a:off x="2386600" y="1925025"/>
              <a:ext cx="10875" cy="5425"/>
            </a:xfrm>
            <a:custGeom>
              <a:rect b="b" l="l" r="r" t="t"/>
              <a:pathLst>
                <a:path extrusionOk="0" h="217" w="435">
                  <a:moveTo>
                    <a:pt x="218" y="0"/>
                  </a:moveTo>
                  <a:cubicBezTo>
                    <a:pt x="98" y="0"/>
                    <a:pt x="1" y="97"/>
                    <a:pt x="1" y="217"/>
                  </a:cubicBezTo>
                  <a:lnTo>
                    <a:pt x="434" y="217"/>
                  </a:lnTo>
                  <a:cubicBezTo>
                    <a:pt x="434" y="97"/>
                    <a:pt x="338"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08"/>
            <p:cNvSpPr/>
            <p:nvPr/>
          </p:nvSpPr>
          <p:spPr>
            <a:xfrm>
              <a:off x="239202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08"/>
            <p:cNvSpPr/>
            <p:nvPr/>
          </p:nvSpPr>
          <p:spPr>
            <a:xfrm>
              <a:off x="2362950" y="178307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08"/>
            <p:cNvSpPr/>
            <p:nvPr/>
          </p:nvSpPr>
          <p:spPr>
            <a:xfrm>
              <a:off x="2362950" y="1806725"/>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08"/>
            <p:cNvSpPr/>
            <p:nvPr/>
          </p:nvSpPr>
          <p:spPr>
            <a:xfrm>
              <a:off x="2362950"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08"/>
            <p:cNvSpPr/>
            <p:nvPr/>
          </p:nvSpPr>
          <p:spPr>
            <a:xfrm>
              <a:off x="2362950"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08"/>
            <p:cNvSpPr/>
            <p:nvPr/>
          </p:nvSpPr>
          <p:spPr>
            <a:xfrm>
              <a:off x="2362950"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08"/>
            <p:cNvSpPr/>
            <p:nvPr/>
          </p:nvSpPr>
          <p:spPr>
            <a:xfrm>
              <a:off x="2362950"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08"/>
            <p:cNvSpPr/>
            <p:nvPr/>
          </p:nvSpPr>
          <p:spPr>
            <a:xfrm>
              <a:off x="2362950" y="1925025"/>
              <a:ext cx="10875" cy="5425"/>
            </a:xfrm>
            <a:custGeom>
              <a:rect b="b" l="l" r="r" t="t"/>
              <a:pathLst>
                <a:path extrusionOk="0" h="217" w="435">
                  <a:moveTo>
                    <a:pt x="217" y="0"/>
                  </a:moveTo>
                  <a:cubicBezTo>
                    <a:pt x="98" y="0"/>
                    <a:pt x="1" y="97"/>
                    <a:pt x="1"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108"/>
            <p:cNvSpPr/>
            <p:nvPr/>
          </p:nvSpPr>
          <p:spPr>
            <a:xfrm>
              <a:off x="2368375" y="1935850"/>
              <a:ext cx="25" cy="25"/>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08"/>
            <p:cNvSpPr/>
            <p:nvPr/>
          </p:nvSpPr>
          <p:spPr>
            <a:xfrm>
              <a:off x="2339325" y="1806725"/>
              <a:ext cx="10850" cy="10850"/>
            </a:xfrm>
            <a:custGeom>
              <a:rect b="b" l="l" r="r" t="t"/>
              <a:pathLst>
                <a:path extrusionOk="0" h="434" w="434">
                  <a:moveTo>
                    <a:pt x="217" y="0"/>
                  </a:moveTo>
                  <a:cubicBezTo>
                    <a:pt x="97" y="0"/>
                    <a:pt x="0" y="97"/>
                    <a:pt x="0" y="217"/>
                  </a:cubicBezTo>
                  <a:cubicBezTo>
                    <a:pt x="0" y="337"/>
                    <a:pt x="97" y="434"/>
                    <a:pt x="217" y="434"/>
                  </a:cubicBezTo>
                  <a:cubicBezTo>
                    <a:pt x="336" y="434"/>
                    <a:pt x="434" y="337"/>
                    <a:pt x="434" y="217"/>
                  </a:cubicBezTo>
                  <a:cubicBezTo>
                    <a:pt x="434" y="97"/>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08"/>
            <p:cNvSpPr/>
            <p:nvPr/>
          </p:nvSpPr>
          <p:spPr>
            <a:xfrm>
              <a:off x="2339325" y="1830375"/>
              <a:ext cx="10850" cy="10875"/>
            </a:xfrm>
            <a:custGeom>
              <a:rect b="b" l="l" r="r" t="t"/>
              <a:pathLst>
                <a:path extrusionOk="0" h="435" w="434">
                  <a:moveTo>
                    <a:pt x="217" y="1"/>
                  </a:moveTo>
                  <a:cubicBezTo>
                    <a:pt x="97" y="1"/>
                    <a:pt x="0" y="98"/>
                    <a:pt x="0" y="217"/>
                  </a:cubicBezTo>
                  <a:cubicBezTo>
                    <a:pt x="0" y="337"/>
                    <a:pt x="97" y="434"/>
                    <a:pt x="217" y="434"/>
                  </a:cubicBezTo>
                  <a:cubicBezTo>
                    <a:pt x="336" y="434"/>
                    <a:pt x="434" y="337"/>
                    <a:pt x="434" y="217"/>
                  </a:cubicBezTo>
                  <a:cubicBezTo>
                    <a:pt x="434" y="98"/>
                    <a:pt x="336"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08"/>
            <p:cNvSpPr/>
            <p:nvPr/>
          </p:nvSpPr>
          <p:spPr>
            <a:xfrm>
              <a:off x="2339325" y="1854025"/>
              <a:ext cx="10850" cy="10850"/>
            </a:xfrm>
            <a:custGeom>
              <a:rect b="b" l="l" r="r" t="t"/>
              <a:pathLst>
                <a:path extrusionOk="0" h="434" w="434">
                  <a:moveTo>
                    <a:pt x="217" y="0"/>
                  </a:moveTo>
                  <a:cubicBezTo>
                    <a:pt x="97" y="0"/>
                    <a:pt x="0" y="98"/>
                    <a:pt x="0" y="217"/>
                  </a:cubicBezTo>
                  <a:cubicBezTo>
                    <a:pt x="0" y="336"/>
                    <a:pt x="97" y="433"/>
                    <a:pt x="217" y="433"/>
                  </a:cubicBezTo>
                  <a:cubicBezTo>
                    <a:pt x="336" y="433"/>
                    <a:pt x="434" y="336"/>
                    <a:pt x="434" y="217"/>
                  </a:cubicBezTo>
                  <a:cubicBezTo>
                    <a:pt x="434" y="98"/>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08"/>
            <p:cNvSpPr/>
            <p:nvPr/>
          </p:nvSpPr>
          <p:spPr>
            <a:xfrm>
              <a:off x="2339325" y="1877700"/>
              <a:ext cx="10850" cy="10850"/>
            </a:xfrm>
            <a:custGeom>
              <a:rect b="b" l="l" r="r" t="t"/>
              <a:pathLst>
                <a:path extrusionOk="0" h="434" w="434">
                  <a:moveTo>
                    <a:pt x="217" y="0"/>
                  </a:moveTo>
                  <a:cubicBezTo>
                    <a:pt x="97" y="0"/>
                    <a:pt x="0" y="97"/>
                    <a:pt x="0" y="217"/>
                  </a:cubicBezTo>
                  <a:cubicBezTo>
                    <a:pt x="0" y="337"/>
                    <a:pt x="97" y="434"/>
                    <a:pt x="217" y="434"/>
                  </a:cubicBezTo>
                  <a:cubicBezTo>
                    <a:pt x="336" y="434"/>
                    <a:pt x="434" y="337"/>
                    <a:pt x="434" y="217"/>
                  </a:cubicBezTo>
                  <a:cubicBezTo>
                    <a:pt x="434" y="97"/>
                    <a:pt x="336"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08"/>
            <p:cNvSpPr/>
            <p:nvPr/>
          </p:nvSpPr>
          <p:spPr>
            <a:xfrm>
              <a:off x="2339325" y="1901325"/>
              <a:ext cx="10850" cy="10875"/>
            </a:xfrm>
            <a:custGeom>
              <a:rect b="b" l="l" r="r" t="t"/>
              <a:pathLst>
                <a:path extrusionOk="0" h="435" w="434">
                  <a:moveTo>
                    <a:pt x="217" y="1"/>
                  </a:moveTo>
                  <a:cubicBezTo>
                    <a:pt x="97" y="1"/>
                    <a:pt x="0" y="98"/>
                    <a:pt x="0" y="217"/>
                  </a:cubicBezTo>
                  <a:cubicBezTo>
                    <a:pt x="0" y="337"/>
                    <a:pt x="97" y="434"/>
                    <a:pt x="217" y="434"/>
                  </a:cubicBezTo>
                  <a:cubicBezTo>
                    <a:pt x="336" y="434"/>
                    <a:pt x="434" y="337"/>
                    <a:pt x="434" y="217"/>
                  </a:cubicBezTo>
                  <a:cubicBezTo>
                    <a:pt x="434" y="98"/>
                    <a:pt x="336"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08"/>
            <p:cNvSpPr/>
            <p:nvPr/>
          </p:nvSpPr>
          <p:spPr>
            <a:xfrm>
              <a:off x="2339325"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08"/>
            <p:cNvSpPr/>
            <p:nvPr/>
          </p:nvSpPr>
          <p:spPr>
            <a:xfrm>
              <a:off x="2344725" y="193585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08"/>
            <p:cNvSpPr/>
            <p:nvPr/>
          </p:nvSpPr>
          <p:spPr>
            <a:xfrm>
              <a:off x="2376850" y="1811025"/>
              <a:ext cx="290625" cy="96875"/>
            </a:xfrm>
            <a:custGeom>
              <a:rect b="b" l="l" r="r" t="t"/>
              <a:pathLst>
                <a:path extrusionOk="0" h="3875" w="11625">
                  <a:moveTo>
                    <a:pt x="694" y="1"/>
                  </a:moveTo>
                  <a:cubicBezTo>
                    <a:pt x="675" y="1"/>
                    <a:pt x="654" y="2"/>
                    <a:pt x="634" y="4"/>
                  </a:cubicBezTo>
                  <a:cubicBezTo>
                    <a:pt x="279" y="32"/>
                    <a:pt x="1" y="350"/>
                    <a:pt x="1" y="726"/>
                  </a:cubicBezTo>
                  <a:lnTo>
                    <a:pt x="1" y="3875"/>
                  </a:lnTo>
                  <a:lnTo>
                    <a:pt x="11624" y="3875"/>
                  </a:lnTo>
                  <a:lnTo>
                    <a:pt x="11624" y="726"/>
                  </a:lnTo>
                  <a:cubicBezTo>
                    <a:pt x="11624" y="351"/>
                    <a:pt x="11346" y="33"/>
                    <a:pt x="10989" y="4"/>
                  </a:cubicBezTo>
                  <a:cubicBezTo>
                    <a:pt x="10969" y="2"/>
                    <a:pt x="10949" y="1"/>
                    <a:pt x="10931" y="1"/>
                  </a:cubicBezTo>
                  <a:cubicBezTo>
                    <a:pt x="10622" y="1"/>
                    <a:pt x="10353" y="205"/>
                    <a:pt x="10266" y="495"/>
                  </a:cubicBezTo>
                  <a:lnTo>
                    <a:pt x="10262" y="822"/>
                  </a:lnTo>
                  <a:cubicBezTo>
                    <a:pt x="10247" y="1849"/>
                    <a:pt x="9400" y="2685"/>
                    <a:pt x="8373" y="2685"/>
                  </a:cubicBezTo>
                  <a:cubicBezTo>
                    <a:pt x="7354" y="2685"/>
                    <a:pt x="6505" y="1856"/>
                    <a:pt x="6485" y="836"/>
                  </a:cubicBezTo>
                  <a:lnTo>
                    <a:pt x="6479" y="497"/>
                  </a:lnTo>
                  <a:cubicBezTo>
                    <a:pt x="6393" y="206"/>
                    <a:pt x="6123" y="1"/>
                    <a:pt x="5813" y="1"/>
                  </a:cubicBezTo>
                  <a:cubicBezTo>
                    <a:pt x="5505" y="1"/>
                    <a:pt x="5238" y="203"/>
                    <a:pt x="5149" y="491"/>
                  </a:cubicBezTo>
                  <a:lnTo>
                    <a:pt x="5148" y="801"/>
                  </a:lnTo>
                  <a:cubicBezTo>
                    <a:pt x="5146" y="1841"/>
                    <a:pt x="4300" y="2685"/>
                    <a:pt x="3260" y="2685"/>
                  </a:cubicBezTo>
                  <a:lnTo>
                    <a:pt x="3255" y="2685"/>
                  </a:lnTo>
                  <a:cubicBezTo>
                    <a:pt x="2234" y="2685"/>
                    <a:pt x="1387" y="1856"/>
                    <a:pt x="1366" y="836"/>
                  </a:cubicBezTo>
                  <a:lnTo>
                    <a:pt x="1360" y="498"/>
                  </a:lnTo>
                  <a:cubicBezTo>
                    <a:pt x="1274" y="206"/>
                    <a:pt x="1004" y="1"/>
                    <a:pt x="6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08"/>
            <p:cNvSpPr/>
            <p:nvPr/>
          </p:nvSpPr>
          <p:spPr>
            <a:xfrm>
              <a:off x="2329025" y="1763225"/>
              <a:ext cx="386250" cy="192525"/>
            </a:xfrm>
            <a:custGeom>
              <a:rect b="b" l="l" r="r" t="t"/>
              <a:pathLst>
                <a:path extrusionOk="0" h="7701" w="15450">
                  <a:moveTo>
                    <a:pt x="7725" y="956"/>
                  </a:moveTo>
                  <a:cubicBezTo>
                    <a:pt x="8514" y="956"/>
                    <a:pt x="9197" y="1518"/>
                    <a:pt x="9345" y="2289"/>
                  </a:cubicBezTo>
                  <a:lnTo>
                    <a:pt x="9354" y="2730"/>
                  </a:lnTo>
                  <a:cubicBezTo>
                    <a:pt x="9367" y="3237"/>
                    <a:pt x="9779" y="3643"/>
                    <a:pt x="10285" y="3643"/>
                  </a:cubicBezTo>
                  <a:cubicBezTo>
                    <a:pt x="10541" y="3643"/>
                    <a:pt x="10770" y="3541"/>
                    <a:pt x="10940" y="3372"/>
                  </a:cubicBezTo>
                  <a:cubicBezTo>
                    <a:pt x="11109" y="3206"/>
                    <a:pt x="11215" y="2976"/>
                    <a:pt x="11219" y="2721"/>
                  </a:cubicBezTo>
                  <a:lnTo>
                    <a:pt x="11221" y="2289"/>
                  </a:lnTo>
                  <a:cubicBezTo>
                    <a:pt x="11372" y="1517"/>
                    <a:pt x="12053" y="956"/>
                    <a:pt x="12840" y="956"/>
                  </a:cubicBezTo>
                  <a:cubicBezTo>
                    <a:pt x="12886" y="956"/>
                    <a:pt x="12933" y="958"/>
                    <a:pt x="12980" y="962"/>
                  </a:cubicBezTo>
                  <a:cubicBezTo>
                    <a:pt x="13841" y="1033"/>
                    <a:pt x="14492" y="1773"/>
                    <a:pt x="14492" y="2638"/>
                  </a:cubicBezTo>
                  <a:lnTo>
                    <a:pt x="14492" y="6745"/>
                  </a:lnTo>
                  <a:lnTo>
                    <a:pt x="956" y="6745"/>
                  </a:lnTo>
                  <a:lnTo>
                    <a:pt x="956" y="2638"/>
                  </a:lnTo>
                  <a:cubicBezTo>
                    <a:pt x="956" y="1773"/>
                    <a:pt x="1607" y="1033"/>
                    <a:pt x="2468" y="962"/>
                  </a:cubicBezTo>
                  <a:cubicBezTo>
                    <a:pt x="2515" y="958"/>
                    <a:pt x="2562" y="956"/>
                    <a:pt x="2608" y="956"/>
                  </a:cubicBezTo>
                  <a:cubicBezTo>
                    <a:pt x="3399" y="956"/>
                    <a:pt x="4077" y="1518"/>
                    <a:pt x="4227" y="2289"/>
                  </a:cubicBezTo>
                  <a:lnTo>
                    <a:pt x="4236" y="2726"/>
                  </a:lnTo>
                  <a:cubicBezTo>
                    <a:pt x="4244" y="3233"/>
                    <a:pt x="4660" y="3641"/>
                    <a:pt x="5167" y="3641"/>
                  </a:cubicBezTo>
                  <a:lnTo>
                    <a:pt x="5173" y="3641"/>
                  </a:lnTo>
                  <a:cubicBezTo>
                    <a:pt x="5687" y="3641"/>
                    <a:pt x="6105" y="3223"/>
                    <a:pt x="6105" y="2710"/>
                  </a:cubicBezTo>
                  <a:lnTo>
                    <a:pt x="6105" y="2289"/>
                  </a:lnTo>
                  <a:cubicBezTo>
                    <a:pt x="6255" y="1518"/>
                    <a:pt x="6933" y="956"/>
                    <a:pt x="7725" y="956"/>
                  </a:cubicBezTo>
                  <a:close/>
                  <a:moveTo>
                    <a:pt x="2606" y="0"/>
                  </a:moveTo>
                  <a:cubicBezTo>
                    <a:pt x="1886" y="0"/>
                    <a:pt x="1235" y="291"/>
                    <a:pt x="765" y="762"/>
                  </a:cubicBezTo>
                  <a:cubicBezTo>
                    <a:pt x="292" y="1236"/>
                    <a:pt x="1" y="1887"/>
                    <a:pt x="1" y="2607"/>
                  </a:cubicBezTo>
                  <a:lnTo>
                    <a:pt x="1" y="7700"/>
                  </a:lnTo>
                  <a:lnTo>
                    <a:pt x="15449" y="7700"/>
                  </a:lnTo>
                  <a:lnTo>
                    <a:pt x="15449" y="2607"/>
                  </a:lnTo>
                  <a:cubicBezTo>
                    <a:pt x="15449" y="1165"/>
                    <a:pt x="14284" y="0"/>
                    <a:pt x="12842" y="0"/>
                  </a:cubicBezTo>
                  <a:cubicBezTo>
                    <a:pt x="11573" y="0"/>
                    <a:pt x="10515" y="907"/>
                    <a:pt x="10285" y="2109"/>
                  </a:cubicBezTo>
                  <a:cubicBezTo>
                    <a:pt x="10052" y="907"/>
                    <a:pt x="8994" y="0"/>
                    <a:pt x="7725" y="0"/>
                  </a:cubicBezTo>
                  <a:cubicBezTo>
                    <a:pt x="7091" y="0"/>
                    <a:pt x="6507" y="227"/>
                    <a:pt x="6055" y="602"/>
                  </a:cubicBezTo>
                  <a:cubicBezTo>
                    <a:pt x="5604" y="981"/>
                    <a:pt x="5284" y="1507"/>
                    <a:pt x="5167" y="2109"/>
                  </a:cubicBezTo>
                  <a:cubicBezTo>
                    <a:pt x="4933" y="907"/>
                    <a:pt x="3876" y="0"/>
                    <a:pt x="26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108"/>
          <p:cNvGrpSpPr/>
          <p:nvPr/>
        </p:nvGrpSpPr>
        <p:grpSpPr>
          <a:xfrm>
            <a:off x="8197628" y="55745"/>
            <a:ext cx="311019" cy="311110"/>
            <a:chOff x="5038846" y="235350"/>
            <a:chExt cx="158691" cy="158738"/>
          </a:xfrm>
        </p:grpSpPr>
        <p:sp>
          <p:nvSpPr>
            <p:cNvPr id="8594" name="Google Shape;8594;p108"/>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08"/>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108"/>
          <p:cNvGrpSpPr/>
          <p:nvPr/>
        </p:nvGrpSpPr>
        <p:grpSpPr>
          <a:xfrm>
            <a:off x="-233915" y="779649"/>
            <a:ext cx="655196" cy="968064"/>
            <a:chOff x="3074375" y="2791788"/>
            <a:chExt cx="262425" cy="387738"/>
          </a:xfrm>
        </p:grpSpPr>
        <p:sp>
          <p:nvSpPr>
            <p:cNvPr id="8597" name="Google Shape;8597;p108"/>
            <p:cNvSpPr/>
            <p:nvPr/>
          </p:nvSpPr>
          <p:spPr>
            <a:xfrm>
              <a:off x="3074396" y="2791788"/>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8" name="Google Shape;8598;p108"/>
            <p:cNvGrpSpPr/>
            <p:nvPr/>
          </p:nvGrpSpPr>
          <p:grpSpPr>
            <a:xfrm>
              <a:off x="3074375" y="2791800"/>
              <a:ext cx="262425" cy="387725"/>
              <a:chOff x="3074375" y="2791800"/>
              <a:chExt cx="262425" cy="387725"/>
            </a:xfrm>
          </p:grpSpPr>
          <p:sp>
            <p:nvSpPr>
              <p:cNvPr id="8599" name="Google Shape;8599;p108"/>
              <p:cNvSpPr/>
              <p:nvPr/>
            </p:nvSpPr>
            <p:spPr>
              <a:xfrm>
                <a:off x="3074425" y="2791925"/>
                <a:ext cx="262375" cy="387600"/>
              </a:xfrm>
              <a:custGeom>
                <a:rect b="b" l="l" r="r" t="t"/>
                <a:pathLst>
                  <a:path extrusionOk="0" h="15504" w="10495">
                    <a:moveTo>
                      <a:pt x="0" y="1"/>
                    </a:moveTo>
                    <a:lnTo>
                      <a:pt x="0" y="10256"/>
                    </a:lnTo>
                    <a:cubicBezTo>
                      <a:pt x="0" y="10416"/>
                      <a:pt x="9" y="10575"/>
                      <a:pt x="22" y="10733"/>
                    </a:cubicBezTo>
                    <a:cubicBezTo>
                      <a:pt x="31" y="10834"/>
                      <a:pt x="44" y="10937"/>
                      <a:pt x="59" y="11038"/>
                    </a:cubicBezTo>
                    <a:cubicBezTo>
                      <a:pt x="62" y="11068"/>
                      <a:pt x="67" y="11099"/>
                      <a:pt x="73" y="11128"/>
                    </a:cubicBezTo>
                    <a:cubicBezTo>
                      <a:pt x="86" y="11208"/>
                      <a:pt x="102" y="11288"/>
                      <a:pt x="118" y="11367"/>
                    </a:cubicBezTo>
                    <a:cubicBezTo>
                      <a:pt x="180" y="11653"/>
                      <a:pt x="266" y="11930"/>
                      <a:pt x="371" y="12196"/>
                    </a:cubicBezTo>
                    <a:cubicBezTo>
                      <a:pt x="479" y="12468"/>
                      <a:pt x="609" y="12730"/>
                      <a:pt x="760" y="12977"/>
                    </a:cubicBezTo>
                    <a:cubicBezTo>
                      <a:pt x="865" y="13148"/>
                      <a:pt x="977" y="13311"/>
                      <a:pt x="1099" y="13468"/>
                    </a:cubicBezTo>
                    <a:cubicBezTo>
                      <a:pt x="1209" y="13609"/>
                      <a:pt x="1325" y="13744"/>
                      <a:pt x="1449" y="13873"/>
                    </a:cubicBezTo>
                    <a:cubicBezTo>
                      <a:pt x="1473" y="13898"/>
                      <a:pt x="1496" y="13923"/>
                      <a:pt x="1520" y="13947"/>
                    </a:cubicBezTo>
                    <a:lnTo>
                      <a:pt x="1538" y="13965"/>
                    </a:lnTo>
                    <a:cubicBezTo>
                      <a:pt x="1646" y="14074"/>
                      <a:pt x="1761" y="14177"/>
                      <a:pt x="1879" y="14278"/>
                    </a:cubicBezTo>
                    <a:cubicBezTo>
                      <a:pt x="1962" y="14348"/>
                      <a:pt x="2048" y="14415"/>
                      <a:pt x="2137" y="14481"/>
                    </a:cubicBezTo>
                    <a:cubicBezTo>
                      <a:pt x="2177" y="14511"/>
                      <a:pt x="2219" y="14542"/>
                      <a:pt x="2260" y="14570"/>
                    </a:cubicBezTo>
                    <a:cubicBezTo>
                      <a:pt x="2425" y="14683"/>
                      <a:pt x="2595" y="14789"/>
                      <a:pt x="2771" y="14883"/>
                    </a:cubicBezTo>
                    <a:cubicBezTo>
                      <a:pt x="2790" y="14894"/>
                      <a:pt x="2806" y="14903"/>
                      <a:pt x="2825" y="14912"/>
                    </a:cubicBezTo>
                    <a:cubicBezTo>
                      <a:pt x="2889" y="14945"/>
                      <a:pt x="2954" y="14977"/>
                      <a:pt x="3019" y="15008"/>
                    </a:cubicBezTo>
                    <a:cubicBezTo>
                      <a:pt x="3179" y="15084"/>
                      <a:pt x="3344" y="15151"/>
                      <a:pt x="3512" y="15209"/>
                    </a:cubicBezTo>
                    <a:cubicBezTo>
                      <a:pt x="3550" y="15223"/>
                      <a:pt x="3589" y="15235"/>
                      <a:pt x="3627" y="15249"/>
                    </a:cubicBezTo>
                    <a:cubicBezTo>
                      <a:pt x="3774" y="15296"/>
                      <a:pt x="3922" y="15337"/>
                      <a:pt x="4075" y="15372"/>
                    </a:cubicBezTo>
                    <a:cubicBezTo>
                      <a:pt x="4117" y="15382"/>
                      <a:pt x="4158" y="15392"/>
                      <a:pt x="4201" y="15399"/>
                    </a:cubicBezTo>
                    <a:cubicBezTo>
                      <a:pt x="4426" y="15446"/>
                      <a:pt x="4655" y="15477"/>
                      <a:pt x="4889" y="15492"/>
                    </a:cubicBezTo>
                    <a:cubicBezTo>
                      <a:pt x="5008" y="15500"/>
                      <a:pt x="5127" y="15504"/>
                      <a:pt x="5248" y="15504"/>
                    </a:cubicBezTo>
                    <a:cubicBezTo>
                      <a:pt x="5358" y="15504"/>
                      <a:pt x="5468" y="15500"/>
                      <a:pt x="5576" y="15493"/>
                    </a:cubicBezTo>
                    <a:cubicBezTo>
                      <a:pt x="5690" y="15486"/>
                      <a:pt x="5801" y="15476"/>
                      <a:pt x="5913" y="15461"/>
                    </a:cubicBezTo>
                    <a:cubicBezTo>
                      <a:pt x="5937" y="15457"/>
                      <a:pt x="5963" y="15455"/>
                      <a:pt x="5989" y="15451"/>
                    </a:cubicBezTo>
                    <a:cubicBezTo>
                      <a:pt x="6082" y="15439"/>
                      <a:pt x="6174" y="15423"/>
                      <a:pt x="6264" y="15404"/>
                    </a:cubicBezTo>
                    <a:cubicBezTo>
                      <a:pt x="6365" y="15384"/>
                      <a:pt x="6464" y="15362"/>
                      <a:pt x="6563" y="15336"/>
                    </a:cubicBezTo>
                    <a:cubicBezTo>
                      <a:pt x="6695" y="15302"/>
                      <a:pt x="6824" y="15264"/>
                      <a:pt x="6951" y="15220"/>
                    </a:cubicBezTo>
                    <a:cubicBezTo>
                      <a:pt x="7098" y="15170"/>
                      <a:pt x="7242" y="15113"/>
                      <a:pt x="7381" y="15052"/>
                    </a:cubicBezTo>
                    <a:cubicBezTo>
                      <a:pt x="7452" y="15019"/>
                      <a:pt x="7526" y="14985"/>
                      <a:pt x="7596" y="14949"/>
                    </a:cubicBezTo>
                    <a:cubicBezTo>
                      <a:pt x="7610" y="14941"/>
                      <a:pt x="7625" y="14935"/>
                      <a:pt x="7639" y="14928"/>
                    </a:cubicBezTo>
                    <a:cubicBezTo>
                      <a:pt x="7715" y="14887"/>
                      <a:pt x="7791" y="14847"/>
                      <a:pt x="7866" y="14804"/>
                    </a:cubicBezTo>
                    <a:cubicBezTo>
                      <a:pt x="8024" y="14712"/>
                      <a:pt x="8178" y="14611"/>
                      <a:pt x="8326" y="14505"/>
                    </a:cubicBezTo>
                    <a:cubicBezTo>
                      <a:pt x="8519" y="14365"/>
                      <a:pt x="8702" y="14213"/>
                      <a:pt x="8873" y="14048"/>
                    </a:cubicBezTo>
                    <a:cubicBezTo>
                      <a:pt x="8921" y="14002"/>
                      <a:pt x="8967" y="13956"/>
                      <a:pt x="9014" y="13908"/>
                    </a:cubicBezTo>
                    <a:cubicBezTo>
                      <a:pt x="9052" y="13868"/>
                      <a:pt x="9091" y="13827"/>
                      <a:pt x="9128" y="13785"/>
                    </a:cubicBezTo>
                    <a:cubicBezTo>
                      <a:pt x="9343" y="13551"/>
                      <a:pt x="9535" y="13298"/>
                      <a:pt x="9702" y="13029"/>
                    </a:cubicBezTo>
                    <a:cubicBezTo>
                      <a:pt x="9721" y="13000"/>
                      <a:pt x="9737" y="12973"/>
                      <a:pt x="9754" y="12944"/>
                    </a:cubicBezTo>
                    <a:cubicBezTo>
                      <a:pt x="9766" y="12924"/>
                      <a:pt x="9779" y="12903"/>
                      <a:pt x="9790" y="12882"/>
                    </a:cubicBezTo>
                    <a:cubicBezTo>
                      <a:pt x="9854" y="12773"/>
                      <a:pt x="9913" y="12662"/>
                      <a:pt x="9968" y="12549"/>
                    </a:cubicBezTo>
                    <a:cubicBezTo>
                      <a:pt x="10132" y="12210"/>
                      <a:pt x="10263" y="11853"/>
                      <a:pt x="10351" y="11479"/>
                    </a:cubicBezTo>
                    <a:cubicBezTo>
                      <a:pt x="10366" y="11421"/>
                      <a:pt x="10379" y="11362"/>
                      <a:pt x="10390" y="11302"/>
                    </a:cubicBezTo>
                    <a:cubicBezTo>
                      <a:pt x="10459" y="10964"/>
                      <a:pt x="10495" y="10613"/>
                      <a:pt x="10495" y="10253"/>
                    </a:cubicBezTo>
                    <a:lnTo>
                      <a:pt x="104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108"/>
              <p:cNvSpPr/>
              <p:nvPr/>
            </p:nvSpPr>
            <p:spPr>
              <a:xfrm>
                <a:off x="3074425" y="2912325"/>
                <a:ext cx="152250" cy="55200"/>
              </a:xfrm>
              <a:custGeom>
                <a:rect b="b" l="l" r="r" t="t"/>
                <a:pathLst>
                  <a:path extrusionOk="0" h="2208" w="6090">
                    <a:moveTo>
                      <a:pt x="0" y="0"/>
                    </a:moveTo>
                    <a:lnTo>
                      <a:pt x="0" y="1144"/>
                    </a:lnTo>
                    <a:cubicBezTo>
                      <a:pt x="1551" y="1827"/>
                      <a:pt x="3267" y="2208"/>
                      <a:pt x="5071" y="2208"/>
                    </a:cubicBezTo>
                    <a:cubicBezTo>
                      <a:pt x="5109" y="2208"/>
                      <a:pt x="5146" y="2208"/>
                      <a:pt x="5185" y="2204"/>
                    </a:cubicBezTo>
                    <a:cubicBezTo>
                      <a:pt x="5198" y="2205"/>
                      <a:pt x="5210" y="2206"/>
                      <a:pt x="5223" y="2206"/>
                    </a:cubicBezTo>
                    <a:cubicBezTo>
                      <a:pt x="5240" y="2206"/>
                      <a:pt x="5257" y="2204"/>
                      <a:pt x="5275" y="2200"/>
                    </a:cubicBezTo>
                    <a:cubicBezTo>
                      <a:pt x="5293" y="2201"/>
                      <a:pt x="5310" y="2202"/>
                      <a:pt x="5327" y="2202"/>
                    </a:cubicBezTo>
                    <a:cubicBezTo>
                      <a:pt x="5357" y="2202"/>
                      <a:pt x="5386" y="2200"/>
                      <a:pt x="5417" y="2196"/>
                    </a:cubicBezTo>
                    <a:cubicBezTo>
                      <a:pt x="5420" y="2198"/>
                      <a:pt x="5424" y="2199"/>
                      <a:pt x="5428" y="2199"/>
                    </a:cubicBezTo>
                    <a:cubicBezTo>
                      <a:pt x="5431" y="2199"/>
                      <a:pt x="5435" y="2198"/>
                      <a:pt x="5438" y="2196"/>
                    </a:cubicBezTo>
                    <a:cubicBezTo>
                      <a:pt x="5439" y="2197"/>
                      <a:pt x="5440" y="2198"/>
                      <a:pt x="5443" y="2198"/>
                    </a:cubicBezTo>
                    <a:cubicBezTo>
                      <a:pt x="5445" y="2198"/>
                      <a:pt x="5447" y="2197"/>
                      <a:pt x="5448" y="2196"/>
                    </a:cubicBezTo>
                    <a:cubicBezTo>
                      <a:pt x="5450" y="2198"/>
                      <a:pt x="5452" y="2199"/>
                      <a:pt x="5453" y="2199"/>
                    </a:cubicBezTo>
                    <a:cubicBezTo>
                      <a:pt x="5455" y="2199"/>
                      <a:pt x="5457" y="2198"/>
                      <a:pt x="5459" y="2196"/>
                    </a:cubicBezTo>
                    <a:cubicBezTo>
                      <a:pt x="5462" y="2198"/>
                      <a:pt x="5467" y="2199"/>
                      <a:pt x="5471" y="2199"/>
                    </a:cubicBezTo>
                    <a:cubicBezTo>
                      <a:pt x="5475" y="2199"/>
                      <a:pt x="5480" y="2198"/>
                      <a:pt x="5483" y="2196"/>
                    </a:cubicBezTo>
                    <a:cubicBezTo>
                      <a:pt x="5485" y="2198"/>
                      <a:pt x="5487" y="2199"/>
                      <a:pt x="5490" y="2199"/>
                    </a:cubicBezTo>
                    <a:cubicBezTo>
                      <a:pt x="5493" y="2199"/>
                      <a:pt x="5495" y="2198"/>
                      <a:pt x="5497" y="2196"/>
                    </a:cubicBezTo>
                    <a:cubicBezTo>
                      <a:pt x="5498" y="2198"/>
                      <a:pt x="5499" y="2198"/>
                      <a:pt x="5501" y="2198"/>
                    </a:cubicBezTo>
                    <a:cubicBezTo>
                      <a:pt x="5503" y="2198"/>
                      <a:pt x="5505" y="2196"/>
                      <a:pt x="5507" y="2196"/>
                    </a:cubicBezTo>
                    <a:lnTo>
                      <a:pt x="5514" y="2196"/>
                    </a:lnTo>
                    <a:cubicBezTo>
                      <a:pt x="5521" y="2196"/>
                      <a:pt x="5525" y="2196"/>
                      <a:pt x="5531" y="2192"/>
                    </a:cubicBezTo>
                    <a:cubicBezTo>
                      <a:pt x="5532" y="2194"/>
                      <a:pt x="5532" y="2195"/>
                      <a:pt x="5533" y="2195"/>
                    </a:cubicBezTo>
                    <a:cubicBezTo>
                      <a:pt x="5534" y="2195"/>
                      <a:pt x="5535" y="2194"/>
                      <a:pt x="5537" y="2192"/>
                    </a:cubicBezTo>
                    <a:cubicBezTo>
                      <a:pt x="5537" y="2192"/>
                      <a:pt x="5538" y="2194"/>
                      <a:pt x="5540" y="2194"/>
                    </a:cubicBezTo>
                    <a:cubicBezTo>
                      <a:pt x="5541" y="2194"/>
                      <a:pt x="5542" y="2194"/>
                      <a:pt x="5543" y="2192"/>
                    </a:cubicBezTo>
                    <a:cubicBezTo>
                      <a:pt x="5545" y="2194"/>
                      <a:pt x="5548" y="2195"/>
                      <a:pt x="5552" y="2195"/>
                    </a:cubicBezTo>
                    <a:cubicBezTo>
                      <a:pt x="5555" y="2195"/>
                      <a:pt x="5559" y="2194"/>
                      <a:pt x="5562" y="2192"/>
                    </a:cubicBezTo>
                    <a:cubicBezTo>
                      <a:pt x="5565" y="2194"/>
                      <a:pt x="5568" y="2195"/>
                      <a:pt x="5573" y="2195"/>
                    </a:cubicBezTo>
                    <a:cubicBezTo>
                      <a:pt x="5577" y="2195"/>
                      <a:pt x="5581" y="2194"/>
                      <a:pt x="5587" y="2192"/>
                    </a:cubicBezTo>
                    <a:lnTo>
                      <a:pt x="5603" y="2192"/>
                    </a:lnTo>
                    <a:cubicBezTo>
                      <a:pt x="5620" y="2192"/>
                      <a:pt x="5636" y="2192"/>
                      <a:pt x="5655" y="2188"/>
                    </a:cubicBezTo>
                    <a:lnTo>
                      <a:pt x="5659" y="2188"/>
                    </a:lnTo>
                    <a:cubicBezTo>
                      <a:pt x="5660" y="2187"/>
                      <a:pt x="5661" y="2187"/>
                      <a:pt x="5661" y="2187"/>
                    </a:cubicBezTo>
                    <a:cubicBezTo>
                      <a:pt x="5662" y="2187"/>
                      <a:pt x="5662" y="2188"/>
                      <a:pt x="5662" y="2188"/>
                    </a:cubicBezTo>
                    <a:cubicBezTo>
                      <a:pt x="5804" y="2181"/>
                      <a:pt x="5948" y="2170"/>
                      <a:pt x="6089" y="2160"/>
                    </a:cubicBezTo>
                    <a:cubicBezTo>
                      <a:pt x="6014" y="2154"/>
                      <a:pt x="5937" y="2146"/>
                      <a:pt x="5862" y="2145"/>
                    </a:cubicBezTo>
                    <a:cubicBezTo>
                      <a:pt x="5840" y="2142"/>
                      <a:pt x="5820" y="2142"/>
                      <a:pt x="5799" y="2138"/>
                    </a:cubicBezTo>
                    <a:cubicBezTo>
                      <a:pt x="5751" y="2135"/>
                      <a:pt x="5702" y="2128"/>
                      <a:pt x="5654" y="2121"/>
                    </a:cubicBezTo>
                    <a:lnTo>
                      <a:pt x="5650" y="2121"/>
                    </a:lnTo>
                    <a:cubicBezTo>
                      <a:pt x="5633" y="2121"/>
                      <a:pt x="5616" y="2118"/>
                      <a:pt x="5598" y="2118"/>
                    </a:cubicBezTo>
                    <a:cubicBezTo>
                      <a:pt x="5594" y="2118"/>
                      <a:pt x="5588" y="2114"/>
                      <a:pt x="5583" y="2114"/>
                    </a:cubicBezTo>
                    <a:lnTo>
                      <a:pt x="5571" y="2114"/>
                    </a:lnTo>
                    <a:cubicBezTo>
                      <a:pt x="5565" y="2114"/>
                      <a:pt x="5557" y="2110"/>
                      <a:pt x="5550" y="2110"/>
                    </a:cubicBezTo>
                    <a:lnTo>
                      <a:pt x="5546" y="2110"/>
                    </a:lnTo>
                    <a:cubicBezTo>
                      <a:pt x="5539" y="2110"/>
                      <a:pt x="5536" y="2110"/>
                      <a:pt x="5532" y="2105"/>
                    </a:cubicBezTo>
                    <a:lnTo>
                      <a:pt x="5515" y="2105"/>
                    </a:lnTo>
                    <a:cubicBezTo>
                      <a:pt x="5513" y="2105"/>
                      <a:pt x="5511" y="2104"/>
                      <a:pt x="5509" y="2104"/>
                    </a:cubicBezTo>
                    <a:cubicBezTo>
                      <a:pt x="5508" y="2104"/>
                      <a:pt x="5506" y="2104"/>
                      <a:pt x="5505" y="2105"/>
                    </a:cubicBezTo>
                    <a:cubicBezTo>
                      <a:pt x="5501" y="2102"/>
                      <a:pt x="5499" y="2102"/>
                      <a:pt x="5495" y="2102"/>
                    </a:cubicBezTo>
                    <a:lnTo>
                      <a:pt x="5491" y="2102"/>
                    </a:lnTo>
                    <a:cubicBezTo>
                      <a:pt x="5480" y="2102"/>
                      <a:pt x="5471" y="2098"/>
                      <a:pt x="5464" y="2098"/>
                    </a:cubicBezTo>
                    <a:cubicBezTo>
                      <a:pt x="5457" y="2098"/>
                      <a:pt x="5449" y="2094"/>
                      <a:pt x="5446" y="2094"/>
                    </a:cubicBezTo>
                    <a:cubicBezTo>
                      <a:pt x="5436" y="2094"/>
                      <a:pt x="5426" y="2090"/>
                      <a:pt x="5415" y="2090"/>
                    </a:cubicBezTo>
                    <a:lnTo>
                      <a:pt x="5411" y="2090"/>
                    </a:lnTo>
                    <a:cubicBezTo>
                      <a:pt x="5370" y="2084"/>
                      <a:pt x="5328" y="2080"/>
                      <a:pt x="5286" y="2073"/>
                    </a:cubicBezTo>
                    <a:cubicBezTo>
                      <a:pt x="5279" y="2069"/>
                      <a:pt x="5272" y="2069"/>
                      <a:pt x="5266" y="2069"/>
                    </a:cubicBezTo>
                    <a:cubicBezTo>
                      <a:pt x="3332" y="1783"/>
                      <a:pt x="1542" y="106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08"/>
              <p:cNvSpPr/>
              <p:nvPr/>
            </p:nvSpPr>
            <p:spPr>
              <a:xfrm>
                <a:off x="3198150" y="2965550"/>
                <a:ext cx="138650" cy="46475"/>
              </a:xfrm>
              <a:custGeom>
                <a:rect b="b" l="l" r="r" t="t"/>
                <a:pathLst>
                  <a:path extrusionOk="0" h="1859" w="5546">
                    <a:moveTo>
                      <a:pt x="1025" y="0"/>
                    </a:moveTo>
                    <a:cubicBezTo>
                      <a:pt x="985" y="0"/>
                      <a:pt x="948" y="0"/>
                      <a:pt x="909" y="3"/>
                    </a:cubicBezTo>
                    <a:cubicBezTo>
                      <a:pt x="899" y="3"/>
                      <a:pt x="889" y="2"/>
                      <a:pt x="879" y="2"/>
                    </a:cubicBezTo>
                    <a:cubicBezTo>
                      <a:pt x="861" y="2"/>
                      <a:pt x="844" y="4"/>
                      <a:pt x="825" y="7"/>
                    </a:cubicBezTo>
                    <a:cubicBezTo>
                      <a:pt x="808" y="7"/>
                      <a:pt x="789" y="6"/>
                      <a:pt x="771" y="6"/>
                    </a:cubicBezTo>
                    <a:cubicBezTo>
                      <a:pt x="739" y="6"/>
                      <a:pt x="707" y="8"/>
                      <a:pt x="676" y="12"/>
                    </a:cubicBezTo>
                    <a:cubicBezTo>
                      <a:pt x="672" y="9"/>
                      <a:pt x="668" y="8"/>
                      <a:pt x="663" y="8"/>
                    </a:cubicBezTo>
                    <a:cubicBezTo>
                      <a:pt x="659" y="8"/>
                      <a:pt x="655" y="9"/>
                      <a:pt x="651" y="12"/>
                    </a:cubicBezTo>
                    <a:cubicBezTo>
                      <a:pt x="650" y="11"/>
                      <a:pt x="648" y="8"/>
                      <a:pt x="646" y="8"/>
                    </a:cubicBezTo>
                    <a:cubicBezTo>
                      <a:pt x="644" y="8"/>
                      <a:pt x="643" y="11"/>
                      <a:pt x="641" y="12"/>
                    </a:cubicBezTo>
                    <a:cubicBezTo>
                      <a:pt x="640" y="9"/>
                      <a:pt x="639" y="8"/>
                      <a:pt x="638" y="8"/>
                    </a:cubicBezTo>
                    <a:cubicBezTo>
                      <a:pt x="638" y="8"/>
                      <a:pt x="637" y="9"/>
                      <a:pt x="634" y="12"/>
                    </a:cubicBezTo>
                    <a:cubicBezTo>
                      <a:pt x="631" y="9"/>
                      <a:pt x="627" y="8"/>
                      <a:pt x="622" y="8"/>
                    </a:cubicBezTo>
                    <a:cubicBezTo>
                      <a:pt x="618" y="8"/>
                      <a:pt x="613" y="9"/>
                      <a:pt x="610" y="12"/>
                    </a:cubicBezTo>
                    <a:cubicBezTo>
                      <a:pt x="606" y="9"/>
                      <a:pt x="603" y="8"/>
                      <a:pt x="601" y="8"/>
                    </a:cubicBezTo>
                    <a:cubicBezTo>
                      <a:pt x="598" y="8"/>
                      <a:pt x="595" y="9"/>
                      <a:pt x="592" y="12"/>
                    </a:cubicBezTo>
                    <a:lnTo>
                      <a:pt x="576" y="12"/>
                    </a:lnTo>
                    <a:cubicBezTo>
                      <a:pt x="568" y="12"/>
                      <a:pt x="565" y="12"/>
                      <a:pt x="558" y="16"/>
                    </a:cubicBezTo>
                    <a:lnTo>
                      <a:pt x="555" y="16"/>
                    </a:lnTo>
                    <a:cubicBezTo>
                      <a:pt x="553" y="14"/>
                      <a:pt x="551" y="13"/>
                      <a:pt x="549" y="13"/>
                    </a:cubicBezTo>
                    <a:cubicBezTo>
                      <a:pt x="548" y="13"/>
                      <a:pt x="546" y="14"/>
                      <a:pt x="545" y="16"/>
                    </a:cubicBezTo>
                    <a:cubicBezTo>
                      <a:pt x="543" y="14"/>
                      <a:pt x="540" y="13"/>
                      <a:pt x="536" y="13"/>
                    </a:cubicBezTo>
                    <a:cubicBezTo>
                      <a:pt x="533" y="13"/>
                      <a:pt x="529" y="14"/>
                      <a:pt x="526" y="16"/>
                    </a:cubicBezTo>
                    <a:cubicBezTo>
                      <a:pt x="523" y="14"/>
                      <a:pt x="519" y="13"/>
                      <a:pt x="515" y="13"/>
                    </a:cubicBezTo>
                    <a:cubicBezTo>
                      <a:pt x="511" y="13"/>
                      <a:pt x="506" y="14"/>
                      <a:pt x="501" y="16"/>
                    </a:cubicBezTo>
                    <a:lnTo>
                      <a:pt x="473" y="16"/>
                    </a:lnTo>
                    <a:cubicBezTo>
                      <a:pt x="462" y="17"/>
                      <a:pt x="449" y="17"/>
                      <a:pt x="436" y="19"/>
                    </a:cubicBezTo>
                    <a:lnTo>
                      <a:pt x="432" y="19"/>
                    </a:lnTo>
                    <a:cubicBezTo>
                      <a:pt x="290" y="27"/>
                      <a:pt x="143" y="37"/>
                      <a:pt x="1" y="48"/>
                    </a:cubicBezTo>
                    <a:cubicBezTo>
                      <a:pt x="77" y="54"/>
                      <a:pt x="155" y="62"/>
                      <a:pt x="231" y="68"/>
                    </a:cubicBezTo>
                    <a:cubicBezTo>
                      <a:pt x="256" y="70"/>
                      <a:pt x="276" y="70"/>
                      <a:pt x="300" y="75"/>
                    </a:cubicBezTo>
                    <a:cubicBezTo>
                      <a:pt x="345" y="79"/>
                      <a:pt x="395" y="86"/>
                      <a:pt x="439" y="93"/>
                    </a:cubicBezTo>
                    <a:lnTo>
                      <a:pt x="444" y="93"/>
                    </a:lnTo>
                    <a:cubicBezTo>
                      <a:pt x="462" y="93"/>
                      <a:pt x="476" y="96"/>
                      <a:pt x="493" y="96"/>
                    </a:cubicBezTo>
                    <a:cubicBezTo>
                      <a:pt x="500" y="96"/>
                      <a:pt x="504" y="100"/>
                      <a:pt x="511" y="100"/>
                    </a:cubicBezTo>
                    <a:lnTo>
                      <a:pt x="525" y="100"/>
                    </a:lnTo>
                    <a:cubicBezTo>
                      <a:pt x="531" y="100"/>
                      <a:pt x="535" y="104"/>
                      <a:pt x="542" y="104"/>
                    </a:cubicBezTo>
                    <a:lnTo>
                      <a:pt x="546" y="104"/>
                    </a:lnTo>
                    <a:cubicBezTo>
                      <a:pt x="552" y="104"/>
                      <a:pt x="558" y="104"/>
                      <a:pt x="562" y="109"/>
                    </a:cubicBezTo>
                    <a:lnTo>
                      <a:pt x="587" y="109"/>
                    </a:lnTo>
                    <a:cubicBezTo>
                      <a:pt x="591" y="113"/>
                      <a:pt x="593" y="113"/>
                      <a:pt x="597" y="113"/>
                    </a:cubicBezTo>
                    <a:lnTo>
                      <a:pt x="606" y="113"/>
                    </a:lnTo>
                    <a:cubicBezTo>
                      <a:pt x="616" y="113"/>
                      <a:pt x="623" y="116"/>
                      <a:pt x="629" y="116"/>
                    </a:cubicBezTo>
                    <a:cubicBezTo>
                      <a:pt x="637" y="116"/>
                      <a:pt x="640" y="116"/>
                      <a:pt x="647" y="120"/>
                    </a:cubicBezTo>
                    <a:cubicBezTo>
                      <a:pt x="657" y="120"/>
                      <a:pt x="671" y="124"/>
                      <a:pt x="681" y="124"/>
                    </a:cubicBezTo>
                    <a:cubicBezTo>
                      <a:pt x="722" y="131"/>
                      <a:pt x="761" y="135"/>
                      <a:pt x="803" y="142"/>
                    </a:cubicBezTo>
                    <a:cubicBezTo>
                      <a:pt x="810" y="142"/>
                      <a:pt x="820" y="146"/>
                      <a:pt x="826" y="146"/>
                    </a:cubicBezTo>
                    <a:cubicBezTo>
                      <a:pt x="2536" y="396"/>
                      <a:pt x="4133" y="992"/>
                      <a:pt x="5546" y="1859"/>
                    </a:cubicBezTo>
                    <a:lnTo>
                      <a:pt x="5546" y="845"/>
                    </a:lnTo>
                    <a:cubicBezTo>
                      <a:pt x="4143" y="305"/>
                      <a:pt x="2619" y="6"/>
                      <a:pt x="1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08"/>
              <p:cNvSpPr/>
              <p:nvPr/>
            </p:nvSpPr>
            <p:spPr>
              <a:xfrm>
                <a:off x="3211425" y="2791800"/>
                <a:ext cx="84900" cy="189025"/>
              </a:xfrm>
              <a:custGeom>
                <a:rect b="b" l="l" r="r" t="t"/>
                <a:pathLst>
                  <a:path extrusionOk="0" h="7561" w="3396">
                    <a:moveTo>
                      <a:pt x="1835" y="1"/>
                    </a:moveTo>
                    <a:cubicBezTo>
                      <a:pt x="671" y="1906"/>
                      <a:pt x="0" y="4144"/>
                      <a:pt x="0" y="6538"/>
                    </a:cubicBezTo>
                    <a:cubicBezTo>
                      <a:pt x="0" y="6580"/>
                      <a:pt x="0" y="6619"/>
                      <a:pt x="4" y="6660"/>
                    </a:cubicBezTo>
                    <a:cubicBezTo>
                      <a:pt x="0" y="6684"/>
                      <a:pt x="0" y="6705"/>
                      <a:pt x="4" y="6729"/>
                    </a:cubicBezTo>
                    <a:cubicBezTo>
                      <a:pt x="4" y="6782"/>
                      <a:pt x="4" y="6832"/>
                      <a:pt x="9" y="6883"/>
                    </a:cubicBezTo>
                    <a:lnTo>
                      <a:pt x="9" y="6949"/>
                    </a:lnTo>
                    <a:cubicBezTo>
                      <a:pt x="9" y="6955"/>
                      <a:pt x="9" y="6963"/>
                      <a:pt x="12" y="6970"/>
                    </a:cubicBezTo>
                    <a:lnTo>
                      <a:pt x="12" y="7055"/>
                    </a:lnTo>
                    <a:cubicBezTo>
                      <a:pt x="12" y="7055"/>
                      <a:pt x="16" y="7055"/>
                      <a:pt x="12" y="7060"/>
                    </a:cubicBezTo>
                    <a:cubicBezTo>
                      <a:pt x="16" y="7064"/>
                      <a:pt x="16" y="7068"/>
                      <a:pt x="12" y="7074"/>
                    </a:cubicBezTo>
                    <a:cubicBezTo>
                      <a:pt x="16" y="7078"/>
                      <a:pt x="16" y="7080"/>
                      <a:pt x="16" y="7084"/>
                    </a:cubicBezTo>
                    <a:lnTo>
                      <a:pt x="16" y="7115"/>
                    </a:lnTo>
                    <a:cubicBezTo>
                      <a:pt x="16" y="7119"/>
                      <a:pt x="20" y="7126"/>
                      <a:pt x="20" y="7130"/>
                    </a:cubicBezTo>
                    <a:cubicBezTo>
                      <a:pt x="26" y="7271"/>
                      <a:pt x="36" y="7419"/>
                      <a:pt x="47" y="7560"/>
                    </a:cubicBezTo>
                    <a:cubicBezTo>
                      <a:pt x="53" y="7481"/>
                      <a:pt x="61" y="7404"/>
                      <a:pt x="67" y="7324"/>
                    </a:cubicBezTo>
                    <a:cubicBezTo>
                      <a:pt x="70" y="7303"/>
                      <a:pt x="70" y="7283"/>
                      <a:pt x="74" y="7262"/>
                    </a:cubicBezTo>
                    <a:lnTo>
                      <a:pt x="74" y="7259"/>
                    </a:lnTo>
                    <a:cubicBezTo>
                      <a:pt x="78" y="7213"/>
                      <a:pt x="86" y="7168"/>
                      <a:pt x="92" y="7123"/>
                    </a:cubicBezTo>
                    <a:lnTo>
                      <a:pt x="92" y="7119"/>
                    </a:lnTo>
                    <a:cubicBezTo>
                      <a:pt x="92" y="7102"/>
                      <a:pt x="96" y="7085"/>
                      <a:pt x="96" y="7068"/>
                    </a:cubicBezTo>
                    <a:cubicBezTo>
                      <a:pt x="96" y="7060"/>
                      <a:pt x="99" y="7055"/>
                      <a:pt x="99" y="7049"/>
                    </a:cubicBezTo>
                    <a:cubicBezTo>
                      <a:pt x="103" y="7049"/>
                      <a:pt x="99" y="7045"/>
                      <a:pt x="99" y="7045"/>
                    </a:cubicBezTo>
                    <a:lnTo>
                      <a:pt x="99" y="7039"/>
                    </a:lnTo>
                    <a:cubicBezTo>
                      <a:pt x="99" y="7033"/>
                      <a:pt x="103" y="7025"/>
                      <a:pt x="103" y="7018"/>
                    </a:cubicBezTo>
                    <a:lnTo>
                      <a:pt x="103" y="7012"/>
                    </a:lnTo>
                    <a:cubicBezTo>
                      <a:pt x="103" y="7008"/>
                      <a:pt x="103" y="7006"/>
                      <a:pt x="108" y="7002"/>
                    </a:cubicBezTo>
                    <a:lnTo>
                      <a:pt x="108" y="6977"/>
                    </a:lnTo>
                    <a:lnTo>
                      <a:pt x="108" y="6973"/>
                    </a:lnTo>
                    <a:cubicBezTo>
                      <a:pt x="112" y="6971"/>
                      <a:pt x="112" y="6967"/>
                      <a:pt x="112" y="6967"/>
                    </a:cubicBezTo>
                    <a:lnTo>
                      <a:pt x="112" y="6961"/>
                    </a:lnTo>
                    <a:cubicBezTo>
                      <a:pt x="112" y="6950"/>
                      <a:pt x="115" y="6941"/>
                      <a:pt x="115" y="6934"/>
                    </a:cubicBezTo>
                    <a:cubicBezTo>
                      <a:pt x="115" y="6925"/>
                      <a:pt x="119" y="6921"/>
                      <a:pt x="119" y="6915"/>
                    </a:cubicBezTo>
                    <a:cubicBezTo>
                      <a:pt x="119" y="6905"/>
                      <a:pt x="123" y="6899"/>
                      <a:pt x="123" y="6888"/>
                    </a:cubicBezTo>
                    <a:lnTo>
                      <a:pt x="123" y="6884"/>
                    </a:lnTo>
                    <a:cubicBezTo>
                      <a:pt x="129" y="6842"/>
                      <a:pt x="133" y="6796"/>
                      <a:pt x="140" y="6755"/>
                    </a:cubicBezTo>
                    <a:cubicBezTo>
                      <a:pt x="140" y="6751"/>
                      <a:pt x="144" y="6745"/>
                      <a:pt x="144" y="6741"/>
                    </a:cubicBezTo>
                    <a:cubicBezTo>
                      <a:pt x="523" y="4152"/>
                      <a:pt x="1692" y="1822"/>
                      <a:pt x="3396" y="2"/>
                    </a:cubicBezTo>
                    <a:lnTo>
                      <a:pt x="33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08"/>
              <p:cNvSpPr/>
              <p:nvPr/>
            </p:nvSpPr>
            <p:spPr>
              <a:xfrm>
                <a:off x="3121350" y="2952350"/>
                <a:ext cx="92075" cy="214750"/>
              </a:xfrm>
              <a:custGeom>
                <a:rect b="b" l="l" r="r" t="t"/>
                <a:pathLst>
                  <a:path extrusionOk="0" h="8590" w="3683">
                    <a:moveTo>
                      <a:pt x="3636" y="1"/>
                    </a:moveTo>
                    <a:cubicBezTo>
                      <a:pt x="3629" y="80"/>
                      <a:pt x="3622" y="157"/>
                      <a:pt x="3615" y="236"/>
                    </a:cubicBezTo>
                    <a:cubicBezTo>
                      <a:pt x="3613" y="254"/>
                      <a:pt x="3613" y="270"/>
                      <a:pt x="3608" y="288"/>
                    </a:cubicBezTo>
                    <a:cubicBezTo>
                      <a:pt x="3606" y="337"/>
                      <a:pt x="3598" y="389"/>
                      <a:pt x="3592" y="437"/>
                    </a:cubicBezTo>
                    <a:cubicBezTo>
                      <a:pt x="3592" y="455"/>
                      <a:pt x="3592" y="472"/>
                      <a:pt x="3588" y="489"/>
                    </a:cubicBezTo>
                    <a:cubicBezTo>
                      <a:pt x="3588" y="497"/>
                      <a:pt x="3588" y="501"/>
                      <a:pt x="3584" y="508"/>
                    </a:cubicBezTo>
                    <a:lnTo>
                      <a:pt x="3584" y="522"/>
                    </a:lnTo>
                    <a:cubicBezTo>
                      <a:pt x="3584" y="528"/>
                      <a:pt x="3581" y="535"/>
                      <a:pt x="3581" y="543"/>
                    </a:cubicBezTo>
                    <a:lnTo>
                      <a:pt x="3581" y="546"/>
                    </a:lnTo>
                    <a:lnTo>
                      <a:pt x="3581" y="556"/>
                    </a:lnTo>
                    <a:cubicBezTo>
                      <a:pt x="3576" y="564"/>
                      <a:pt x="3576" y="568"/>
                      <a:pt x="3576" y="575"/>
                    </a:cubicBezTo>
                    <a:lnTo>
                      <a:pt x="3576" y="585"/>
                    </a:lnTo>
                    <a:cubicBezTo>
                      <a:pt x="3576" y="587"/>
                      <a:pt x="3572" y="589"/>
                      <a:pt x="3572" y="591"/>
                    </a:cubicBezTo>
                    <a:lnTo>
                      <a:pt x="3572" y="597"/>
                    </a:lnTo>
                    <a:lnTo>
                      <a:pt x="3572" y="601"/>
                    </a:lnTo>
                    <a:cubicBezTo>
                      <a:pt x="3572" y="610"/>
                      <a:pt x="3568" y="620"/>
                      <a:pt x="3568" y="626"/>
                    </a:cubicBezTo>
                    <a:cubicBezTo>
                      <a:pt x="3568" y="633"/>
                      <a:pt x="3568" y="638"/>
                      <a:pt x="3565" y="644"/>
                    </a:cubicBezTo>
                    <a:cubicBezTo>
                      <a:pt x="3565" y="654"/>
                      <a:pt x="3565" y="664"/>
                      <a:pt x="3561" y="675"/>
                    </a:cubicBezTo>
                    <a:lnTo>
                      <a:pt x="3561" y="679"/>
                    </a:lnTo>
                    <a:cubicBezTo>
                      <a:pt x="3555" y="721"/>
                      <a:pt x="3551" y="767"/>
                      <a:pt x="3544" y="808"/>
                    </a:cubicBezTo>
                    <a:cubicBezTo>
                      <a:pt x="3544" y="811"/>
                      <a:pt x="3544" y="818"/>
                      <a:pt x="3540" y="824"/>
                    </a:cubicBezTo>
                    <a:cubicBezTo>
                      <a:pt x="3139" y="3551"/>
                      <a:pt x="1860" y="5997"/>
                      <a:pt x="1" y="7857"/>
                    </a:cubicBezTo>
                    <a:cubicBezTo>
                      <a:pt x="84" y="7929"/>
                      <a:pt x="170" y="7996"/>
                      <a:pt x="259" y="8062"/>
                    </a:cubicBezTo>
                    <a:cubicBezTo>
                      <a:pt x="299" y="8092"/>
                      <a:pt x="341" y="8123"/>
                      <a:pt x="382" y="8151"/>
                    </a:cubicBezTo>
                    <a:cubicBezTo>
                      <a:pt x="546" y="8264"/>
                      <a:pt x="717" y="8370"/>
                      <a:pt x="893" y="8464"/>
                    </a:cubicBezTo>
                    <a:cubicBezTo>
                      <a:pt x="911" y="8475"/>
                      <a:pt x="928" y="8484"/>
                      <a:pt x="946" y="8492"/>
                    </a:cubicBezTo>
                    <a:cubicBezTo>
                      <a:pt x="1011" y="8526"/>
                      <a:pt x="1075" y="8558"/>
                      <a:pt x="1141" y="8589"/>
                    </a:cubicBezTo>
                    <a:cubicBezTo>
                      <a:pt x="2733" y="6483"/>
                      <a:pt x="3678" y="3863"/>
                      <a:pt x="3678" y="1020"/>
                    </a:cubicBezTo>
                    <a:cubicBezTo>
                      <a:pt x="3678" y="983"/>
                      <a:pt x="3678" y="941"/>
                      <a:pt x="3680" y="897"/>
                    </a:cubicBezTo>
                    <a:cubicBezTo>
                      <a:pt x="3683" y="871"/>
                      <a:pt x="3683" y="844"/>
                      <a:pt x="3680" y="818"/>
                    </a:cubicBezTo>
                    <a:lnTo>
                      <a:pt x="3680" y="814"/>
                    </a:lnTo>
                    <a:cubicBezTo>
                      <a:pt x="3680" y="767"/>
                      <a:pt x="3680" y="718"/>
                      <a:pt x="3675" y="673"/>
                    </a:cubicBezTo>
                    <a:lnTo>
                      <a:pt x="3675" y="652"/>
                    </a:lnTo>
                    <a:lnTo>
                      <a:pt x="3675" y="646"/>
                    </a:lnTo>
                    <a:lnTo>
                      <a:pt x="3675" y="639"/>
                    </a:lnTo>
                    <a:lnTo>
                      <a:pt x="3675" y="608"/>
                    </a:lnTo>
                    <a:cubicBezTo>
                      <a:pt x="3675" y="601"/>
                      <a:pt x="3675" y="594"/>
                      <a:pt x="3672" y="587"/>
                    </a:cubicBezTo>
                    <a:lnTo>
                      <a:pt x="3672" y="581"/>
                    </a:lnTo>
                    <a:lnTo>
                      <a:pt x="3672" y="575"/>
                    </a:lnTo>
                    <a:lnTo>
                      <a:pt x="3672" y="501"/>
                    </a:lnTo>
                    <a:cubicBezTo>
                      <a:pt x="3668" y="497"/>
                      <a:pt x="3672" y="497"/>
                      <a:pt x="3672" y="497"/>
                    </a:cubicBezTo>
                    <a:cubicBezTo>
                      <a:pt x="3668" y="489"/>
                      <a:pt x="3668" y="487"/>
                      <a:pt x="3672" y="483"/>
                    </a:cubicBezTo>
                    <a:cubicBezTo>
                      <a:pt x="3668" y="481"/>
                      <a:pt x="3668" y="477"/>
                      <a:pt x="3668" y="477"/>
                    </a:cubicBezTo>
                    <a:lnTo>
                      <a:pt x="3668" y="431"/>
                    </a:lnTo>
                    <a:lnTo>
                      <a:pt x="3664" y="431"/>
                    </a:lnTo>
                    <a:cubicBezTo>
                      <a:pt x="3657" y="286"/>
                      <a:pt x="3647" y="142"/>
                      <a:pt x="3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08"/>
              <p:cNvSpPr/>
              <p:nvPr/>
            </p:nvSpPr>
            <p:spPr>
              <a:xfrm>
                <a:off x="3074375" y="2959275"/>
                <a:ext cx="150200" cy="54575"/>
              </a:xfrm>
              <a:custGeom>
                <a:rect b="b" l="l" r="r" t="t"/>
                <a:pathLst>
                  <a:path extrusionOk="0" h="2183" w="6008">
                    <a:moveTo>
                      <a:pt x="6008" y="0"/>
                    </a:moveTo>
                    <a:cubicBezTo>
                      <a:pt x="5935" y="36"/>
                      <a:pt x="5859" y="71"/>
                      <a:pt x="5785" y="104"/>
                    </a:cubicBezTo>
                    <a:cubicBezTo>
                      <a:pt x="5768" y="110"/>
                      <a:pt x="5754" y="118"/>
                      <a:pt x="5739" y="124"/>
                    </a:cubicBezTo>
                    <a:cubicBezTo>
                      <a:pt x="5694" y="141"/>
                      <a:pt x="5649" y="162"/>
                      <a:pt x="5608" y="180"/>
                    </a:cubicBezTo>
                    <a:cubicBezTo>
                      <a:pt x="5608" y="184"/>
                      <a:pt x="5608" y="184"/>
                      <a:pt x="5604" y="184"/>
                    </a:cubicBezTo>
                    <a:cubicBezTo>
                      <a:pt x="5588" y="190"/>
                      <a:pt x="5573" y="197"/>
                      <a:pt x="5559" y="201"/>
                    </a:cubicBezTo>
                    <a:cubicBezTo>
                      <a:pt x="5551" y="204"/>
                      <a:pt x="5547" y="207"/>
                      <a:pt x="5544" y="207"/>
                    </a:cubicBezTo>
                    <a:cubicBezTo>
                      <a:pt x="5542" y="207"/>
                      <a:pt x="5538" y="211"/>
                      <a:pt x="5538" y="211"/>
                    </a:cubicBezTo>
                    <a:lnTo>
                      <a:pt x="5534" y="211"/>
                    </a:lnTo>
                    <a:lnTo>
                      <a:pt x="5534" y="215"/>
                    </a:lnTo>
                    <a:cubicBezTo>
                      <a:pt x="5528" y="215"/>
                      <a:pt x="5520" y="217"/>
                      <a:pt x="5513" y="221"/>
                    </a:cubicBezTo>
                    <a:cubicBezTo>
                      <a:pt x="5511" y="221"/>
                      <a:pt x="5507" y="225"/>
                      <a:pt x="5507" y="225"/>
                    </a:cubicBezTo>
                    <a:cubicBezTo>
                      <a:pt x="5500" y="225"/>
                      <a:pt x="5497" y="230"/>
                      <a:pt x="5493" y="230"/>
                    </a:cubicBezTo>
                    <a:cubicBezTo>
                      <a:pt x="5485" y="232"/>
                      <a:pt x="5482" y="236"/>
                      <a:pt x="5479" y="236"/>
                    </a:cubicBezTo>
                    <a:cubicBezTo>
                      <a:pt x="5479" y="240"/>
                      <a:pt x="5479" y="240"/>
                      <a:pt x="5475" y="240"/>
                    </a:cubicBezTo>
                    <a:lnTo>
                      <a:pt x="5471" y="240"/>
                    </a:lnTo>
                    <a:cubicBezTo>
                      <a:pt x="5468" y="240"/>
                      <a:pt x="5465" y="243"/>
                      <a:pt x="5465" y="243"/>
                    </a:cubicBezTo>
                    <a:cubicBezTo>
                      <a:pt x="5462" y="243"/>
                      <a:pt x="5457" y="243"/>
                      <a:pt x="5457" y="247"/>
                    </a:cubicBezTo>
                    <a:cubicBezTo>
                      <a:pt x="5448" y="251"/>
                      <a:pt x="5440" y="253"/>
                      <a:pt x="5434" y="257"/>
                    </a:cubicBezTo>
                    <a:cubicBezTo>
                      <a:pt x="5425" y="257"/>
                      <a:pt x="5423" y="260"/>
                      <a:pt x="5419" y="264"/>
                    </a:cubicBezTo>
                    <a:cubicBezTo>
                      <a:pt x="5409" y="268"/>
                      <a:pt x="5399" y="271"/>
                      <a:pt x="5388" y="274"/>
                    </a:cubicBezTo>
                    <a:lnTo>
                      <a:pt x="5384" y="274"/>
                    </a:lnTo>
                    <a:lnTo>
                      <a:pt x="5384" y="278"/>
                    </a:lnTo>
                    <a:cubicBezTo>
                      <a:pt x="5347" y="292"/>
                      <a:pt x="5308" y="305"/>
                      <a:pt x="5274" y="319"/>
                    </a:cubicBezTo>
                    <a:cubicBezTo>
                      <a:pt x="5267" y="323"/>
                      <a:pt x="5259" y="326"/>
                      <a:pt x="5253" y="330"/>
                    </a:cubicBezTo>
                    <a:cubicBezTo>
                      <a:pt x="3756" y="923"/>
                      <a:pt x="2195" y="1209"/>
                      <a:pt x="648" y="1209"/>
                    </a:cubicBezTo>
                    <a:cubicBezTo>
                      <a:pt x="432" y="1209"/>
                      <a:pt x="216" y="1204"/>
                      <a:pt x="0" y="1192"/>
                    </a:cubicBezTo>
                    <a:lnTo>
                      <a:pt x="0" y="2182"/>
                    </a:lnTo>
                    <a:cubicBezTo>
                      <a:pt x="1762" y="2025"/>
                      <a:pt x="3517" y="1490"/>
                      <a:pt x="5150" y="549"/>
                    </a:cubicBezTo>
                    <a:cubicBezTo>
                      <a:pt x="5188" y="525"/>
                      <a:pt x="5229" y="504"/>
                      <a:pt x="5269" y="475"/>
                    </a:cubicBezTo>
                    <a:cubicBezTo>
                      <a:pt x="5275" y="473"/>
                      <a:pt x="5281" y="470"/>
                      <a:pt x="5287" y="467"/>
                    </a:cubicBezTo>
                    <a:lnTo>
                      <a:pt x="5289" y="467"/>
                    </a:lnTo>
                    <a:cubicBezTo>
                      <a:pt x="5300" y="460"/>
                      <a:pt x="5310" y="453"/>
                      <a:pt x="5320" y="444"/>
                    </a:cubicBezTo>
                    <a:cubicBezTo>
                      <a:pt x="5362" y="424"/>
                      <a:pt x="5400" y="397"/>
                      <a:pt x="5441" y="369"/>
                    </a:cubicBezTo>
                    <a:cubicBezTo>
                      <a:pt x="5447" y="369"/>
                      <a:pt x="5455" y="365"/>
                      <a:pt x="5462" y="359"/>
                    </a:cubicBezTo>
                    <a:lnTo>
                      <a:pt x="5462" y="354"/>
                    </a:lnTo>
                    <a:lnTo>
                      <a:pt x="5466" y="354"/>
                    </a:lnTo>
                    <a:cubicBezTo>
                      <a:pt x="5468" y="354"/>
                      <a:pt x="5468" y="354"/>
                      <a:pt x="5472" y="350"/>
                    </a:cubicBezTo>
                    <a:cubicBezTo>
                      <a:pt x="5475" y="350"/>
                      <a:pt x="5475" y="350"/>
                      <a:pt x="5478" y="346"/>
                    </a:cubicBezTo>
                    <a:cubicBezTo>
                      <a:pt x="5486" y="343"/>
                      <a:pt x="5491" y="339"/>
                      <a:pt x="5497" y="333"/>
                    </a:cubicBezTo>
                    <a:cubicBezTo>
                      <a:pt x="5503" y="333"/>
                      <a:pt x="5507" y="329"/>
                      <a:pt x="5513" y="322"/>
                    </a:cubicBezTo>
                    <a:cubicBezTo>
                      <a:pt x="5517" y="322"/>
                      <a:pt x="5519" y="322"/>
                      <a:pt x="5524" y="318"/>
                    </a:cubicBezTo>
                    <a:cubicBezTo>
                      <a:pt x="5527" y="318"/>
                      <a:pt x="5527" y="315"/>
                      <a:pt x="5530" y="312"/>
                    </a:cubicBezTo>
                    <a:cubicBezTo>
                      <a:pt x="5534" y="312"/>
                      <a:pt x="5537" y="309"/>
                      <a:pt x="5540" y="305"/>
                    </a:cubicBezTo>
                    <a:lnTo>
                      <a:pt x="5544" y="305"/>
                    </a:lnTo>
                    <a:cubicBezTo>
                      <a:pt x="5547" y="305"/>
                      <a:pt x="5550" y="299"/>
                      <a:pt x="5550" y="299"/>
                    </a:cubicBezTo>
                    <a:cubicBezTo>
                      <a:pt x="5559" y="299"/>
                      <a:pt x="5565" y="292"/>
                      <a:pt x="5569" y="292"/>
                    </a:cubicBezTo>
                    <a:cubicBezTo>
                      <a:pt x="5575" y="284"/>
                      <a:pt x="5583" y="282"/>
                      <a:pt x="5590" y="278"/>
                    </a:cubicBezTo>
                    <a:lnTo>
                      <a:pt x="5590" y="274"/>
                    </a:lnTo>
                    <a:cubicBezTo>
                      <a:pt x="5597" y="274"/>
                      <a:pt x="5600" y="272"/>
                      <a:pt x="5604" y="268"/>
                    </a:cubicBezTo>
                    <a:cubicBezTo>
                      <a:pt x="5621" y="257"/>
                      <a:pt x="5635" y="251"/>
                      <a:pt x="5648" y="237"/>
                    </a:cubicBezTo>
                    <a:lnTo>
                      <a:pt x="5653" y="237"/>
                    </a:lnTo>
                    <a:cubicBezTo>
                      <a:pt x="5771" y="160"/>
                      <a:pt x="5889" y="81"/>
                      <a:pt x="6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08"/>
              <p:cNvSpPr/>
              <p:nvPr/>
            </p:nvSpPr>
            <p:spPr>
              <a:xfrm>
                <a:off x="3200150" y="2920825"/>
                <a:ext cx="136650" cy="53025"/>
              </a:xfrm>
              <a:custGeom>
                <a:rect b="b" l="l" r="r" t="t"/>
                <a:pathLst>
                  <a:path extrusionOk="0" h="2121" w="5466">
                    <a:moveTo>
                      <a:pt x="5466" y="1"/>
                    </a:moveTo>
                    <a:cubicBezTo>
                      <a:pt x="3891" y="212"/>
                      <a:pt x="2329" y="730"/>
                      <a:pt x="862" y="1569"/>
                    </a:cubicBezTo>
                    <a:cubicBezTo>
                      <a:pt x="824" y="1590"/>
                      <a:pt x="790" y="1615"/>
                      <a:pt x="751" y="1640"/>
                    </a:cubicBezTo>
                    <a:cubicBezTo>
                      <a:pt x="734" y="1646"/>
                      <a:pt x="712" y="1656"/>
                      <a:pt x="695" y="1675"/>
                    </a:cubicBezTo>
                    <a:cubicBezTo>
                      <a:pt x="652" y="1694"/>
                      <a:pt x="607" y="1723"/>
                      <a:pt x="566" y="1750"/>
                    </a:cubicBezTo>
                    <a:cubicBezTo>
                      <a:pt x="563" y="1750"/>
                      <a:pt x="555" y="1754"/>
                      <a:pt x="552" y="1760"/>
                    </a:cubicBezTo>
                    <a:cubicBezTo>
                      <a:pt x="551" y="1760"/>
                      <a:pt x="550" y="1760"/>
                      <a:pt x="549" y="1760"/>
                    </a:cubicBezTo>
                    <a:cubicBezTo>
                      <a:pt x="547" y="1760"/>
                      <a:pt x="544" y="1761"/>
                      <a:pt x="542" y="1764"/>
                    </a:cubicBezTo>
                    <a:lnTo>
                      <a:pt x="538" y="1769"/>
                    </a:lnTo>
                    <a:cubicBezTo>
                      <a:pt x="535" y="1769"/>
                      <a:pt x="535" y="1769"/>
                      <a:pt x="532" y="1773"/>
                    </a:cubicBezTo>
                    <a:cubicBezTo>
                      <a:pt x="525" y="1776"/>
                      <a:pt x="517" y="1780"/>
                      <a:pt x="511" y="1786"/>
                    </a:cubicBezTo>
                    <a:cubicBezTo>
                      <a:pt x="503" y="1786"/>
                      <a:pt x="499" y="1790"/>
                      <a:pt x="493" y="1796"/>
                    </a:cubicBezTo>
                    <a:cubicBezTo>
                      <a:pt x="490" y="1796"/>
                      <a:pt x="490" y="1796"/>
                      <a:pt x="486" y="1801"/>
                    </a:cubicBezTo>
                    <a:cubicBezTo>
                      <a:pt x="482" y="1801"/>
                      <a:pt x="480" y="1804"/>
                      <a:pt x="476" y="1807"/>
                    </a:cubicBezTo>
                    <a:lnTo>
                      <a:pt x="472" y="1807"/>
                    </a:lnTo>
                    <a:cubicBezTo>
                      <a:pt x="472" y="1807"/>
                      <a:pt x="468" y="1807"/>
                      <a:pt x="468" y="1811"/>
                    </a:cubicBezTo>
                    <a:cubicBezTo>
                      <a:pt x="466" y="1811"/>
                      <a:pt x="462" y="1817"/>
                      <a:pt x="462" y="1817"/>
                    </a:cubicBezTo>
                    <a:cubicBezTo>
                      <a:pt x="460" y="1817"/>
                      <a:pt x="455" y="1821"/>
                      <a:pt x="455" y="1821"/>
                    </a:cubicBezTo>
                    <a:cubicBezTo>
                      <a:pt x="447" y="1821"/>
                      <a:pt x="445" y="1824"/>
                      <a:pt x="441" y="1827"/>
                    </a:cubicBezTo>
                    <a:cubicBezTo>
                      <a:pt x="435" y="1832"/>
                      <a:pt x="426" y="1838"/>
                      <a:pt x="420" y="1842"/>
                    </a:cubicBezTo>
                    <a:cubicBezTo>
                      <a:pt x="416" y="1842"/>
                      <a:pt x="416" y="1846"/>
                      <a:pt x="416" y="1846"/>
                    </a:cubicBezTo>
                    <a:cubicBezTo>
                      <a:pt x="409" y="1846"/>
                      <a:pt x="406" y="1848"/>
                      <a:pt x="403" y="1852"/>
                    </a:cubicBezTo>
                    <a:cubicBezTo>
                      <a:pt x="389" y="1862"/>
                      <a:pt x="375" y="1871"/>
                      <a:pt x="361" y="1881"/>
                    </a:cubicBezTo>
                    <a:cubicBezTo>
                      <a:pt x="357" y="1881"/>
                      <a:pt x="357" y="1884"/>
                      <a:pt x="357" y="1884"/>
                    </a:cubicBezTo>
                    <a:cubicBezTo>
                      <a:pt x="236" y="1961"/>
                      <a:pt x="119" y="2041"/>
                      <a:pt x="0" y="2120"/>
                    </a:cubicBezTo>
                    <a:cubicBezTo>
                      <a:pt x="76" y="2083"/>
                      <a:pt x="156" y="2048"/>
                      <a:pt x="232" y="2013"/>
                    </a:cubicBezTo>
                    <a:cubicBezTo>
                      <a:pt x="239" y="2011"/>
                      <a:pt x="245" y="2007"/>
                      <a:pt x="251" y="2005"/>
                    </a:cubicBezTo>
                    <a:lnTo>
                      <a:pt x="253" y="2005"/>
                    </a:lnTo>
                    <a:cubicBezTo>
                      <a:pt x="259" y="2001"/>
                      <a:pt x="267" y="1998"/>
                      <a:pt x="274" y="1997"/>
                    </a:cubicBezTo>
                    <a:cubicBezTo>
                      <a:pt x="318" y="1976"/>
                      <a:pt x="361" y="1958"/>
                      <a:pt x="403" y="1941"/>
                    </a:cubicBezTo>
                    <a:lnTo>
                      <a:pt x="403" y="1938"/>
                    </a:lnTo>
                    <a:cubicBezTo>
                      <a:pt x="420" y="1931"/>
                      <a:pt x="437" y="1924"/>
                      <a:pt x="451" y="1920"/>
                    </a:cubicBezTo>
                    <a:cubicBezTo>
                      <a:pt x="455" y="1918"/>
                      <a:pt x="457" y="1918"/>
                      <a:pt x="462" y="1914"/>
                    </a:cubicBezTo>
                    <a:cubicBezTo>
                      <a:pt x="466" y="1914"/>
                      <a:pt x="468" y="1910"/>
                      <a:pt x="472" y="1910"/>
                    </a:cubicBezTo>
                    <a:cubicBezTo>
                      <a:pt x="474" y="1908"/>
                      <a:pt x="475" y="1908"/>
                      <a:pt x="476" y="1908"/>
                    </a:cubicBezTo>
                    <a:cubicBezTo>
                      <a:pt x="476" y="1908"/>
                      <a:pt x="476" y="1908"/>
                      <a:pt x="476" y="1910"/>
                    </a:cubicBezTo>
                    <a:cubicBezTo>
                      <a:pt x="482" y="1907"/>
                      <a:pt x="490" y="1904"/>
                      <a:pt x="497" y="1900"/>
                    </a:cubicBezTo>
                    <a:lnTo>
                      <a:pt x="504" y="1900"/>
                    </a:lnTo>
                    <a:cubicBezTo>
                      <a:pt x="508" y="1898"/>
                      <a:pt x="511" y="1893"/>
                      <a:pt x="514" y="1893"/>
                    </a:cubicBezTo>
                    <a:cubicBezTo>
                      <a:pt x="522" y="1891"/>
                      <a:pt x="529" y="1887"/>
                      <a:pt x="533" y="1887"/>
                    </a:cubicBezTo>
                    <a:cubicBezTo>
                      <a:pt x="533" y="1887"/>
                      <a:pt x="533" y="1883"/>
                      <a:pt x="537" y="1883"/>
                    </a:cubicBezTo>
                    <a:lnTo>
                      <a:pt x="547" y="1883"/>
                    </a:lnTo>
                    <a:lnTo>
                      <a:pt x="551" y="1879"/>
                    </a:lnTo>
                    <a:cubicBezTo>
                      <a:pt x="562" y="1873"/>
                      <a:pt x="573" y="1869"/>
                      <a:pt x="579" y="1869"/>
                    </a:cubicBezTo>
                    <a:cubicBezTo>
                      <a:pt x="587" y="1867"/>
                      <a:pt x="590" y="1862"/>
                      <a:pt x="594" y="1862"/>
                    </a:cubicBezTo>
                    <a:cubicBezTo>
                      <a:pt x="604" y="1855"/>
                      <a:pt x="614" y="1852"/>
                      <a:pt x="625" y="1848"/>
                    </a:cubicBezTo>
                    <a:lnTo>
                      <a:pt x="629" y="1848"/>
                    </a:lnTo>
                    <a:cubicBezTo>
                      <a:pt x="630" y="1847"/>
                      <a:pt x="630" y="1847"/>
                      <a:pt x="631" y="1847"/>
                    </a:cubicBezTo>
                    <a:cubicBezTo>
                      <a:pt x="632" y="1847"/>
                      <a:pt x="632" y="1848"/>
                      <a:pt x="632" y="1848"/>
                    </a:cubicBezTo>
                    <a:cubicBezTo>
                      <a:pt x="671" y="1832"/>
                      <a:pt x="708" y="1814"/>
                      <a:pt x="746" y="1804"/>
                    </a:cubicBezTo>
                    <a:cubicBezTo>
                      <a:pt x="754" y="1796"/>
                      <a:pt x="761" y="1793"/>
                      <a:pt x="768" y="1793"/>
                    </a:cubicBezTo>
                    <a:cubicBezTo>
                      <a:pt x="2265" y="1198"/>
                      <a:pt x="3829" y="913"/>
                      <a:pt x="5375" y="913"/>
                    </a:cubicBezTo>
                    <a:cubicBezTo>
                      <a:pt x="5405" y="913"/>
                      <a:pt x="5436" y="913"/>
                      <a:pt x="5466" y="913"/>
                    </a:cubicBezTo>
                    <a:lnTo>
                      <a:pt x="546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08"/>
              <p:cNvSpPr/>
              <p:nvPr/>
            </p:nvSpPr>
            <p:spPr>
              <a:xfrm>
                <a:off x="3162475" y="2791825"/>
                <a:ext cx="57350" cy="186975"/>
              </a:xfrm>
              <a:custGeom>
                <a:rect b="b" l="l" r="r" t="t"/>
                <a:pathLst>
                  <a:path extrusionOk="0" h="7479" w="2294">
                    <a:moveTo>
                      <a:pt x="65" y="1"/>
                    </a:moveTo>
                    <a:cubicBezTo>
                      <a:pt x="1" y="2243"/>
                      <a:pt x="538" y="4529"/>
                      <a:pt x="1743" y="6615"/>
                    </a:cubicBezTo>
                    <a:cubicBezTo>
                      <a:pt x="1760" y="6647"/>
                      <a:pt x="1778" y="6678"/>
                      <a:pt x="1798" y="6709"/>
                    </a:cubicBezTo>
                    <a:cubicBezTo>
                      <a:pt x="1813" y="6734"/>
                      <a:pt x="1827" y="6760"/>
                      <a:pt x="1848" y="6785"/>
                    </a:cubicBezTo>
                    <a:cubicBezTo>
                      <a:pt x="1870" y="6826"/>
                      <a:pt x="1892" y="6869"/>
                      <a:pt x="1921" y="6910"/>
                    </a:cubicBezTo>
                    <a:cubicBezTo>
                      <a:pt x="1925" y="6916"/>
                      <a:pt x="1928" y="6924"/>
                      <a:pt x="1936" y="6931"/>
                    </a:cubicBezTo>
                    <a:cubicBezTo>
                      <a:pt x="1936" y="6935"/>
                      <a:pt x="1936" y="6937"/>
                      <a:pt x="1942" y="6941"/>
                    </a:cubicBezTo>
                    <a:cubicBezTo>
                      <a:pt x="1939" y="6944"/>
                      <a:pt x="1942" y="6944"/>
                      <a:pt x="1946" y="6947"/>
                    </a:cubicBezTo>
                    <a:cubicBezTo>
                      <a:pt x="1949" y="6954"/>
                      <a:pt x="1952" y="6962"/>
                      <a:pt x="1956" y="6968"/>
                    </a:cubicBezTo>
                    <a:cubicBezTo>
                      <a:pt x="1959" y="6972"/>
                      <a:pt x="1962" y="6978"/>
                      <a:pt x="1967" y="6982"/>
                    </a:cubicBezTo>
                    <a:cubicBezTo>
                      <a:pt x="1967" y="6985"/>
                      <a:pt x="1967" y="6985"/>
                      <a:pt x="1970" y="6988"/>
                    </a:cubicBezTo>
                    <a:lnTo>
                      <a:pt x="1974" y="6993"/>
                    </a:lnTo>
                    <a:cubicBezTo>
                      <a:pt x="1974" y="6997"/>
                      <a:pt x="1977" y="7003"/>
                      <a:pt x="1980" y="7007"/>
                    </a:cubicBezTo>
                    <a:lnTo>
                      <a:pt x="1982" y="7008"/>
                    </a:lnTo>
                    <a:cubicBezTo>
                      <a:pt x="1984" y="7011"/>
                      <a:pt x="1984" y="7013"/>
                      <a:pt x="1984" y="7013"/>
                    </a:cubicBezTo>
                    <a:cubicBezTo>
                      <a:pt x="1987" y="7016"/>
                      <a:pt x="1987" y="7019"/>
                      <a:pt x="1990" y="7019"/>
                    </a:cubicBezTo>
                    <a:cubicBezTo>
                      <a:pt x="1994" y="7028"/>
                      <a:pt x="1997" y="7034"/>
                      <a:pt x="2001" y="7038"/>
                    </a:cubicBezTo>
                    <a:cubicBezTo>
                      <a:pt x="2005" y="7044"/>
                      <a:pt x="2008" y="7052"/>
                      <a:pt x="2011" y="7059"/>
                    </a:cubicBezTo>
                    <a:lnTo>
                      <a:pt x="2015" y="7059"/>
                    </a:lnTo>
                    <a:cubicBezTo>
                      <a:pt x="2018" y="7067"/>
                      <a:pt x="2018" y="7069"/>
                      <a:pt x="2021" y="7073"/>
                    </a:cubicBezTo>
                    <a:cubicBezTo>
                      <a:pt x="2021" y="7077"/>
                      <a:pt x="2025" y="7077"/>
                      <a:pt x="2025" y="7077"/>
                    </a:cubicBezTo>
                    <a:cubicBezTo>
                      <a:pt x="2036" y="7091"/>
                      <a:pt x="2044" y="7104"/>
                      <a:pt x="2054" y="7118"/>
                    </a:cubicBezTo>
                    <a:lnTo>
                      <a:pt x="2054" y="7122"/>
                    </a:lnTo>
                    <a:cubicBezTo>
                      <a:pt x="2133" y="7244"/>
                      <a:pt x="2213" y="7362"/>
                      <a:pt x="2294" y="7479"/>
                    </a:cubicBezTo>
                    <a:cubicBezTo>
                      <a:pt x="2262" y="7414"/>
                      <a:pt x="2231" y="7343"/>
                      <a:pt x="2200" y="7277"/>
                    </a:cubicBezTo>
                    <a:cubicBezTo>
                      <a:pt x="2189" y="7256"/>
                      <a:pt x="2181" y="7235"/>
                      <a:pt x="2171" y="7214"/>
                    </a:cubicBezTo>
                    <a:cubicBezTo>
                      <a:pt x="2149" y="7166"/>
                      <a:pt x="2129" y="7121"/>
                      <a:pt x="2108" y="7075"/>
                    </a:cubicBezTo>
                    <a:cubicBezTo>
                      <a:pt x="2102" y="7058"/>
                      <a:pt x="2093" y="7044"/>
                      <a:pt x="2087" y="7030"/>
                    </a:cubicBezTo>
                    <a:cubicBezTo>
                      <a:pt x="2087" y="7022"/>
                      <a:pt x="2085" y="7016"/>
                      <a:pt x="2081" y="7012"/>
                    </a:cubicBezTo>
                    <a:cubicBezTo>
                      <a:pt x="2081" y="7008"/>
                      <a:pt x="2081" y="7006"/>
                      <a:pt x="2077" y="7002"/>
                    </a:cubicBezTo>
                    <a:cubicBezTo>
                      <a:pt x="2073" y="6992"/>
                      <a:pt x="2071" y="6983"/>
                      <a:pt x="2067" y="6977"/>
                    </a:cubicBezTo>
                    <a:lnTo>
                      <a:pt x="2067" y="6973"/>
                    </a:lnTo>
                    <a:cubicBezTo>
                      <a:pt x="2062" y="6971"/>
                      <a:pt x="2062" y="6967"/>
                      <a:pt x="2062" y="6967"/>
                    </a:cubicBezTo>
                    <a:cubicBezTo>
                      <a:pt x="2060" y="6961"/>
                      <a:pt x="2056" y="6952"/>
                      <a:pt x="2056" y="6946"/>
                    </a:cubicBezTo>
                    <a:lnTo>
                      <a:pt x="2052" y="6946"/>
                    </a:lnTo>
                    <a:cubicBezTo>
                      <a:pt x="2052" y="6946"/>
                      <a:pt x="2051" y="6946"/>
                      <a:pt x="2051" y="6945"/>
                    </a:cubicBezTo>
                    <a:cubicBezTo>
                      <a:pt x="2051" y="6944"/>
                      <a:pt x="2051" y="6944"/>
                      <a:pt x="2052" y="6942"/>
                    </a:cubicBezTo>
                    <a:cubicBezTo>
                      <a:pt x="2052" y="6939"/>
                      <a:pt x="2049" y="6936"/>
                      <a:pt x="2049" y="6932"/>
                    </a:cubicBezTo>
                    <a:cubicBezTo>
                      <a:pt x="2049" y="6929"/>
                      <a:pt x="2045" y="6929"/>
                      <a:pt x="2045" y="6929"/>
                    </a:cubicBezTo>
                    <a:cubicBezTo>
                      <a:pt x="2041" y="6918"/>
                      <a:pt x="2039" y="6906"/>
                      <a:pt x="2035" y="6900"/>
                    </a:cubicBezTo>
                    <a:cubicBezTo>
                      <a:pt x="2032" y="6893"/>
                      <a:pt x="2032" y="6887"/>
                      <a:pt x="2028" y="6883"/>
                    </a:cubicBezTo>
                    <a:cubicBezTo>
                      <a:pt x="2024" y="6873"/>
                      <a:pt x="2021" y="6861"/>
                      <a:pt x="2018" y="6854"/>
                    </a:cubicBezTo>
                    <a:lnTo>
                      <a:pt x="2014" y="6854"/>
                    </a:lnTo>
                    <a:cubicBezTo>
                      <a:pt x="2000" y="6813"/>
                      <a:pt x="1983" y="6771"/>
                      <a:pt x="1964" y="6729"/>
                    </a:cubicBezTo>
                    <a:cubicBezTo>
                      <a:pt x="1962" y="6722"/>
                      <a:pt x="1962" y="6715"/>
                      <a:pt x="1958" y="6712"/>
                    </a:cubicBezTo>
                    <a:cubicBezTo>
                      <a:pt x="1094" y="4529"/>
                      <a:pt x="883" y="2209"/>
                      <a:pt x="12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08"/>
              <p:cNvSpPr/>
              <p:nvPr/>
            </p:nvSpPr>
            <p:spPr>
              <a:xfrm>
                <a:off x="3205100" y="2954350"/>
                <a:ext cx="61225" cy="224100"/>
              </a:xfrm>
              <a:custGeom>
                <a:rect b="b" l="l" r="r" t="t"/>
                <a:pathLst>
                  <a:path extrusionOk="0" h="8964" w="2449">
                    <a:moveTo>
                      <a:pt x="0" y="0"/>
                    </a:moveTo>
                    <a:lnTo>
                      <a:pt x="0" y="0"/>
                    </a:lnTo>
                    <a:cubicBezTo>
                      <a:pt x="31" y="69"/>
                      <a:pt x="67" y="136"/>
                      <a:pt x="94" y="206"/>
                    </a:cubicBezTo>
                    <a:cubicBezTo>
                      <a:pt x="105" y="227"/>
                      <a:pt x="115" y="248"/>
                      <a:pt x="125" y="269"/>
                    </a:cubicBezTo>
                    <a:cubicBezTo>
                      <a:pt x="144" y="314"/>
                      <a:pt x="165" y="358"/>
                      <a:pt x="185" y="404"/>
                    </a:cubicBezTo>
                    <a:cubicBezTo>
                      <a:pt x="191" y="422"/>
                      <a:pt x="200" y="439"/>
                      <a:pt x="206" y="453"/>
                    </a:cubicBezTo>
                    <a:cubicBezTo>
                      <a:pt x="206" y="461"/>
                      <a:pt x="210" y="464"/>
                      <a:pt x="210" y="467"/>
                    </a:cubicBezTo>
                    <a:lnTo>
                      <a:pt x="213" y="467"/>
                    </a:lnTo>
                    <a:lnTo>
                      <a:pt x="213" y="471"/>
                    </a:lnTo>
                    <a:cubicBezTo>
                      <a:pt x="213" y="474"/>
                      <a:pt x="217" y="478"/>
                      <a:pt x="217" y="478"/>
                    </a:cubicBezTo>
                    <a:cubicBezTo>
                      <a:pt x="220" y="485"/>
                      <a:pt x="220" y="492"/>
                      <a:pt x="223" y="496"/>
                    </a:cubicBezTo>
                    <a:cubicBezTo>
                      <a:pt x="223" y="498"/>
                      <a:pt x="227" y="502"/>
                      <a:pt x="227" y="502"/>
                    </a:cubicBezTo>
                    <a:cubicBezTo>
                      <a:pt x="227" y="506"/>
                      <a:pt x="232" y="508"/>
                      <a:pt x="232" y="512"/>
                    </a:cubicBezTo>
                    <a:cubicBezTo>
                      <a:pt x="236" y="523"/>
                      <a:pt x="238" y="531"/>
                      <a:pt x="242" y="537"/>
                    </a:cubicBezTo>
                    <a:cubicBezTo>
                      <a:pt x="242" y="541"/>
                      <a:pt x="246" y="543"/>
                      <a:pt x="246" y="547"/>
                    </a:cubicBezTo>
                    <a:cubicBezTo>
                      <a:pt x="246" y="551"/>
                      <a:pt x="250" y="551"/>
                      <a:pt x="250" y="551"/>
                    </a:cubicBezTo>
                    <a:cubicBezTo>
                      <a:pt x="253" y="562"/>
                      <a:pt x="257" y="572"/>
                      <a:pt x="260" y="579"/>
                    </a:cubicBezTo>
                    <a:cubicBezTo>
                      <a:pt x="263" y="588"/>
                      <a:pt x="263" y="590"/>
                      <a:pt x="267" y="594"/>
                    </a:cubicBezTo>
                    <a:cubicBezTo>
                      <a:pt x="269" y="600"/>
                      <a:pt x="269" y="608"/>
                      <a:pt x="273" y="614"/>
                    </a:cubicBezTo>
                    <a:cubicBezTo>
                      <a:pt x="276" y="618"/>
                      <a:pt x="276" y="621"/>
                      <a:pt x="279" y="625"/>
                    </a:cubicBezTo>
                    <a:cubicBezTo>
                      <a:pt x="294" y="664"/>
                      <a:pt x="307" y="701"/>
                      <a:pt x="324" y="739"/>
                    </a:cubicBezTo>
                    <a:lnTo>
                      <a:pt x="324" y="743"/>
                    </a:lnTo>
                    <a:cubicBezTo>
                      <a:pt x="325" y="749"/>
                      <a:pt x="329" y="754"/>
                      <a:pt x="331" y="757"/>
                    </a:cubicBezTo>
                    <a:lnTo>
                      <a:pt x="331" y="760"/>
                    </a:lnTo>
                    <a:cubicBezTo>
                      <a:pt x="1393" y="3440"/>
                      <a:pt x="1471" y="6327"/>
                      <a:pt x="685" y="8963"/>
                    </a:cubicBezTo>
                    <a:cubicBezTo>
                      <a:pt x="708" y="8959"/>
                      <a:pt x="734" y="8957"/>
                      <a:pt x="760" y="8953"/>
                    </a:cubicBezTo>
                    <a:cubicBezTo>
                      <a:pt x="853" y="8941"/>
                      <a:pt x="945" y="8925"/>
                      <a:pt x="1036" y="8906"/>
                    </a:cubicBezTo>
                    <a:cubicBezTo>
                      <a:pt x="1136" y="8886"/>
                      <a:pt x="1235" y="8864"/>
                      <a:pt x="1335" y="8838"/>
                    </a:cubicBezTo>
                    <a:cubicBezTo>
                      <a:pt x="1466" y="8804"/>
                      <a:pt x="1595" y="8766"/>
                      <a:pt x="1723" y="8722"/>
                    </a:cubicBezTo>
                    <a:cubicBezTo>
                      <a:pt x="1870" y="8672"/>
                      <a:pt x="2013" y="8615"/>
                      <a:pt x="2152" y="8554"/>
                    </a:cubicBezTo>
                    <a:cubicBezTo>
                      <a:pt x="2448" y="5975"/>
                      <a:pt x="1949" y="3282"/>
                      <a:pt x="550" y="861"/>
                    </a:cubicBezTo>
                    <a:cubicBezTo>
                      <a:pt x="534" y="830"/>
                      <a:pt x="515" y="799"/>
                      <a:pt x="495" y="770"/>
                    </a:cubicBezTo>
                    <a:cubicBezTo>
                      <a:pt x="480" y="743"/>
                      <a:pt x="467" y="719"/>
                      <a:pt x="446" y="695"/>
                    </a:cubicBezTo>
                    <a:cubicBezTo>
                      <a:pt x="426" y="652"/>
                      <a:pt x="401" y="607"/>
                      <a:pt x="370" y="566"/>
                    </a:cubicBezTo>
                    <a:cubicBezTo>
                      <a:pt x="370" y="559"/>
                      <a:pt x="366" y="551"/>
                      <a:pt x="360" y="545"/>
                    </a:cubicBezTo>
                    <a:lnTo>
                      <a:pt x="355" y="545"/>
                    </a:lnTo>
                    <a:cubicBezTo>
                      <a:pt x="360" y="545"/>
                      <a:pt x="355" y="541"/>
                      <a:pt x="355" y="541"/>
                    </a:cubicBezTo>
                    <a:cubicBezTo>
                      <a:pt x="355" y="541"/>
                      <a:pt x="359" y="540"/>
                      <a:pt x="355" y="538"/>
                    </a:cubicBezTo>
                    <a:lnTo>
                      <a:pt x="351" y="538"/>
                    </a:lnTo>
                    <a:cubicBezTo>
                      <a:pt x="354" y="536"/>
                      <a:pt x="351" y="536"/>
                      <a:pt x="348" y="532"/>
                    </a:cubicBezTo>
                    <a:cubicBezTo>
                      <a:pt x="348" y="526"/>
                      <a:pt x="340" y="514"/>
                      <a:pt x="334" y="507"/>
                    </a:cubicBezTo>
                    <a:cubicBezTo>
                      <a:pt x="334" y="504"/>
                      <a:pt x="330" y="497"/>
                      <a:pt x="323" y="494"/>
                    </a:cubicBezTo>
                    <a:cubicBezTo>
                      <a:pt x="325" y="491"/>
                      <a:pt x="323" y="491"/>
                      <a:pt x="319" y="486"/>
                    </a:cubicBezTo>
                    <a:lnTo>
                      <a:pt x="315" y="483"/>
                    </a:lnTo>
                    <a:cubicBezTo>
                      <a:pt x="315" y="479"/>
                      <a:pt x="313" y="473"/>
                      <a:pt x="309" y="469"/>
                    </a:cubicBezTo>
                    <a:cubicBezTo>
                      <a:pt x="309" y="466"/>
                      <a:pt x="309" y="463"/>
                      <a:pt x="305" y="463"/>
                    </a:cubicBezTo>
                    <a:cubicBezTo>
                      <a:pt x="305" y="460"/>
                      <a:pt x="299" y="455"/>
                      <a:pt x="299" y="455"/>
                    </a:cubicBezTo>
                    <a:cubicBezTo>
                      <a:pt x="299" y="449"/>
                      <a:pt x="296" y="443"/>
                      <a:pt x="292" y="439"/>
                    </a:cubicBezTo>
                    <a:cubicBezTo>
                      <a:pt x="288" y="432"/>
                      <a:pt x="284" y="424"/>
                      <a:pt x="278" y="421"/>
                    </a:cubicBezTo>
                    <a:cubicBezTo>
                      <a:pt x="278" y="417"/>
                      <a:pt x="274" y="417"/>
                      <a:pt x="274" y="417"/>
                    </a:cubicBezTo>
                    <a:cubicBezTo>
                      <a:pt x="274" y="413"/>
                      <a:pt x="274" y="411"/>
                      <a:pt x="270" y="407"/>
                    </a:cubicBezTo>
                    <a:cubicBezTo>
                      <a:pt x="270" y="404"/>
                      <a:pt x="264" y="401"/>
                      <a:pt x="264" y="401"/>
                    </a:cubicBezTo>
                    <a:cubicBezTo>
                      <a:pt x="257" y="387"/>
                      <a:pt x="247" y="373"/>
                      <a:pt x="237" y="359"/>
                    </a:cubicBezTo>
                    <a:lnTo>
                      <a:pt x="237" y="355"/>
                    </a:lnTo>
                    <a:cubicBezTo>
                      <a:pt x="160" y="233"/>
                      <a:pt x="81"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08"/>
              <p:cNvSpPr/>
              <p:nvPr/>
            </p:nvSpPr>
            <p:spPr>
              <a:xfrm>
                <a:off x="3075950" y="2954175"/>
                <a:ext cx="143450" cy="142575"/>
              </a:xfrm>
              <a:custGeom>
                <a:rect b="b" l="l" r="r" t="t"/>
                <a:pathLst>
                  <a:path extrusionOk="0" h="5703" w="5738">
                    <a:moveTo>
                      <a:pt x="5737" y="0"/>
                    </a:moveTo>
                    <a:cubicBezTo>
                      <a:pt x="5688" y="69"/>
                      <a:pt x="5639" y="139"/>
                      <a:pt x="5598" y="199"/>
                    </a:cubicBezTo>
                    <a:cubicBezTo>
                      <a:pt x="5587" y="213"/>
                      <a:pt x="5579" y="227"/>
                      <a:pt x="5569" y="241"/>
                    </a:cubicBezTo>
                    <a:cubicBezTo>
                      <a:pt x="5541" y="280"/>
                      <a:pt x="5514" y="317"/>
                      <a:pt x="5485" y="356"/>
                    </a:cubicBezTo>
                    <a:lnTo>
                      <a:pt x="5481" y="356"/>
                    </a:lnTo>
                    <a:cubicBezTo>
                      <a:pt x="5474" y="370"/>
                      <a:pt x="5464" y="380"/>
                      <a:pt x="5453" y="394"/>
                    </a:cubicBezTo>
                    <a:cubicBezTo>
                      <a:pt x="5449" y="401"/>
                      <a:pt x="5447" y="405"/>
                      <a:pt x="5443" y="411"/>
                    </a:cubicBezTo>
                    <a:lnTo>
                      <a:pt x="5437" y="415"/>
                    </a:lnTo>
                    <a:lnTo>
                      <a:pt x="5437" y="419"/>
                    </a:lnTo>
                    <a:lnTo>
                      <a:pt x="5433" y="419"/>
                    </a:lnTo>
                    <a:cubicBezTo>
                      <a:pt x="5433" y="426"/>
                      <a:pt x="5426" y="434"/>
                      <a:pt x="5422" y="437"/>
                    </a:cubicBezTo>
                    <a:cubicBezTo>
                      <a:pt x="5422" y="441"/>
                      <a:pt x="5422" y="441"/>
                      <a:pt x="5418" y="441"/>
                    </a:cubicBezTo>
                    <a:cubicBezTo>
                      <a:pt x="5418" y="445"/>
                      <a:pt x="5416" y="447"/>
                      <a:pt x="5412" y="451"/>
                    </a:cubicBezTo>
                    <a:cubicBezTo>
                      <a:pt x="5408" y="459"/>
                      <a:pt x="5404" y="466"/>
                      <a:pt x="5398" y="470"/>
                    </a:cubicBezTo>
                    <a:lnTo>
                      <a:pt x="5398" y="473"/>
                    </a:lnTo>
                    <a:lnTo>
                      <a:pt x="5393" y="473"/>
                    </a:lnTo>
                    <a:cubicBezTo>
                      <a:pt x="5393" y="476"/>
                      <a:pt x="5390" y="480"/>
                      <a:pt x="5390" y="480"/>
                    </a:cubicBezTo>
                    <a:cubicBezTo>
                      <a:pt x="5390" y="483"/>
                      <a:pt x="5386" y="483"/>
                      <a:pt x="5386" y="483"/>
                    </a:cubicBezTo>
                    <a:cubicBezTo>
                      <a:pt x="5379" y="493"/>
                      <a:pt x="5376" y="502"/>
                      <a:pt x="5366" y="508"/>
                    </a:cubicBezTo>
                    <a:cubicBezTo>
                      <a:pt x="5366" y="512"/>
                      <a:pt x="5362" y="514"/>
                      <a:pt x="5358" y="518"/>
                    </a:cubicBezTo>
                    <a:cubicBezTo>
                      <a:pt x="5352" y="528"/>
                      <a:pt x="5345" y="540"/>
                      <a:pt x="5338" y="547"/>
                    </a:cubicBezTo>
                    <a:lnTo>
                      <a:pt x="5338" y="550"/>
                    </a:lnTo>
                    <a:lnTo>
                      <a:pt x="5335" y="550"/>
                    </a:lnTo>
                    <a:cubicBezTo>
                      <a:pt x="5311" y="585"/>
                      <a:pt x="5286" y="616"/>
                      <a:pt x="5262" y="647"/>
                    </a:cubicBezTo>
                    <a:cubicBezTo>
                      <a:pt x="5258" y="651"/>
                      <a:pt x="5255" y="657"/>
                      <a:pt x="5252" y="662"/>
                    </a:cubicBezTo>
                    <a:cubicBezTo>
                      <a:pt x="3841" y="2441"/>
                      <a:pt x="2018" y="3757"/>
                      <a:pt x="0" y="4544"/>
                    </a:cubicBezTo>
                    <a:cubicBezTo>
                      <a:pt x="4" y="4574"/>
                      <a:pt x="10" y="4605"/>
                      <a:pt x="15" y="4635"/>
                    </a:cubicBezTo>
                    <a:cubicBezTo>
                      <a:pt x="27" y="4714"/>
                      <a:pt x="43" y="4795"/>
                      <a:pt x="59" y="4873"/>
                    </a:cubicBezTo>
                    <a:cubicBezTo>
                      <a:pt x="121" y="5160"/>
                      <a:pt x="207" y="5436"/>
                      <a:pt x="312" y="5703"/>
                    </a:cubicBezTo>
                    <a:cubicBezTo>
                      <a:pt x="2313" y="4637"/>
                      <a:pt x="4050" y="3015"/>
                      <a:pt x="5269" y="905"/>
                    </a:cubicBezTo>
                    <a:cubicBezTo>
                      <a:pt x="5289" y="868"/>
                      <a:pt x="5310" y="833"/>
                      <a:pt x="5331" y="795"/>
                    </a:cubicBezTo>
                    <a:cubicBezTo>
                      <a:pt x="5333" y="791"/>
                      <a:pt x="5336" y="786"/>
                      <a:pt x="5338" y="781"/>
                    </a:cubicBezTo>
                    <a:cubicBezTo>
                      <a:pt x="5346" y="767"/>
                      <a:pt x="5353" y="751"/>
                      <a:pt x="5361" y="736"/>
                    </a:cubicBezTo>
                    <a:cubicBezTo>
                      <a:pt x="5384" y="692"/>
                      <a:pt x="5409" y="646"/>
                      <a:pt x="5434" y="601"/>
                    </a:cubicBezTo>
                    <a:cubicBezTo>
                      <a:pt x="5436" y="597"/>
                      <a:pt x="5438" y="595"/>
                      <a:pt x="5440" y="590"/>
                    </a:cubicBezTo>
                    <a:cubicBezTo>
                      <a:pt x="5443" y="586"/>
                      <a:pt x="5443" y="583"/>
                      <a:pt x="5446" y="576"/>
                    </a:cubicBezTo>
                    <a:lnTo>
                      <a:pt x="5446" y="573"/>
                    </a:lnTo>
                    <a:lnTo>
                      <a:pt x="5453" y="566"/>
                    </a:lnTo>
                    <a:cubicBezTo>
                      <a:pt x="5456" y="559"/>
                      <a:pt x="5460" y="552"/>
                      <a:pt x="5464" y="545"/>
                    </a:cubicBezTo>
                    <a:cubicBezTo>
                      <a:pt x="5466" y="542"/>
                      <a:pt x="5470" y="534"/>
                      <a:pt x="5470" y="527"/>
                    </a:cubicBezTo>
                    <a:cubicBezTo>
                      <a:pt x="5472" y="523"/>
                      <a:pt x="5476" y="521"/>
                      <a:pt x="5476" y="517"/>
                    </a:cubicBezTo>
                    <a:cubicBezTo>
                      <a:pt x="5480" y="517"/>
                      <a:pt x="5480" y="514"/>
                      <a:pt x="5480" y="511"/>
                    </a:cubicBezTo>
                    <a:lnTo>
                      <a:pt x="5484" y="511"/>
                    </a:lnTo>
                    <a:lnTo>
                      <a:pt x="5484" y="504"/>
                    </a:lnTo>
                    <a:cubicBezTo>
                      <a:pt x="5487" y="504"/>
                      <a:pt x="5487" y="502"/>
                      <a:pt x="5487" y="498"/>
                    </a:cubicBezTo>
                    <a:cubicBezTo>
                      <a:pt x="5490" y="498"/>
                      <a:pt x="5490" y="495"/>
                      <a:pt x="5495" y="491"/>
                    </a:cubicBezTo>
                    <a:cubicBezTo>
                      <a:pt x="5495" y="487"/>
                      <a:pt x="5497" y="480"/>
                      <a:pt x="5501" y="473"/>
                    </a:cubicBezTo>
                    <a:cubicBezTo>
                      <a:pt x="5505" y="467"/>
                      <a:pt x="5508" y="459"/>
                      <a:pt x="5515" y="452"/>
                    </a:cubicBezTo>
                    <a:lnTo>
                      <a:pt x="5513" y="452"/>
                    </a:lnTo>
                    <a:lnTo>
                      <a:pt x="5513" y="451"/>
                    </a:lnTo>
                    <a:lnTo>
                      <a:pt x="5515" y="450"/>
                    </a:lnTo>
                    <a:cubicBezTo>
                      <a:pt x="5515" y="446"/>
                      <a:pt x="5517" y="442"/>
                      <a:pt x="5521" y="436"/>
                    </a:cubicBezTo>
                    <a:lnTo>
                      <a:pt x="5526" y="431"/>
                    </a:lnTo>
                    <a:cubicBezTo>
                      <a:pt x="5528" y="420"/>
                      <a:pt x="5536" y="408"/>
                      <a:pt x="5542" y="393"/>
                    </a:cubicBezTo>
                    <a:lnTo>
                      <a:pt x="5542" y="389"/>
                    </a:lnTo>
                    <a:cubicBezTo>
                      <a:pt x="5546" y="389"/>
                      <a:pt x="5546" y="389"/>
                      <a:pt x="5546" y="385"/>
                    </a:cubicBezTo>
                    <a:cubicBezTo>
                      <a:pt x="5612" y="256"/>
                      <a:pt x="5675" y="129"/>
                      <a:pt x="57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08"/>
              <p:cNvSpPr/>
              <p:nvPr/>
            </p:nvSpPr>
            <p:spPr>
              <a:xfrm>
                <a:off x="3205550" y="2838800"/>
                <a:ext cx="131250" cy="140225"/>
              </a:xfrm>
              <a:custGeom>
                <a:rect b="b" l="l" r="r" t="t"/>
                <a:pathLst>
                  <a:path extrusionOk="0" h="5609" w="5250">
                    <a:moveTo>
                      <a:pt x="5250" y="0"/>
                    </a:moveTo>
                    <a:cubicBezTo>
                      <a:pt x="3324" y="1067"/>
                      <a:pt x="1653" y="2654"/>
                      <a:pt x="474" y="4701"/>
                    </a:cubicBezTo>
                    <a:cubicBezTo>
                      <a:pt x="450" y="4740"/>
                      <a:pt x="429" y="4781"/>
                      <a:pt x="409" y="4819"/>
                    </a:cubicBezTo>
                    <a:cubicBezTo>
                      <a:pt x="398" y="4836"/>
                      <a:pt x="388" y="4855"/>
                      <a:pt x="378" y="4875"/>
                    </a:cubicBezTo>
                    <a:cubicBezTo>
                      <a:pt x="353" y="4917"/>
                      <a:pt x="328" y="4959"/>
                      <a:pt x="307" y="5004"/>
                    </a:cubicBezTo>
                    <a:cubicBezTo>
                      <a:pt x="303" y="5006"/>
                      <a:pt x="301" y="5014"/>
                      <a:pt x="297" y="5021"/>
                    </a:cubicBezTo>
                    <a:cubicBezTo>
                      <a:pt x="293" y="5025"/>
                      <a:pt x="293" y="5027"/>
                      <a:pt x="293" y="5031"/>
                    </a:cubicBezTo>
                    <a:cubicBezTo>
                      <a:pt x="293" y="5031"/>
                      <a:pt x="290" y="5031"/>
                      <a:pt x="290" y="5035"/>
                    </a:cubicBezTo>
                    <a:cubicBezTo>
                      <a:pt x="290" y="5035"/>
                      <a:pt x="286" y="5037"/>
                      <a:pt x="286" y="5041"/>
                    </a:cubicBezTo>
                    <a:cubicBezTo>
                      <a:pt x="282" y="5049"/>
                      <a:pt x="280" y="5056"/>
                      <a:pt x="276" y="5062"/>
                    </a:cubicBezTo>
                    <a:cubicBezTo>
                      <a:pt x="271" y="5065"/>
                      <a:pt x="269" y="5072"/>
                      <a:pt x="265" y="5079"/>
                    </a:cubicBezTo>
                    <a:cubicBezTo>
                      <a:pt x="261" y="5083"/>
                      <a:pt x="261" y="5086"/>
                      <a:pt x="261" y="5090"/>
                    </a:cubicBezTo>
                    <a:cubicBezTo>
                      <a:pt x="261" y="5090"/>
                      <a:pt x="257" y="5090"/>
                      <a:pt x="257" y="5093"/>
                    </a:cubicBezTo>
                    <a:cubicBezTo>
                      <a:pt x="255" y="5097"/>
                      <a:pt x="251" y="5105"/>
                      <a:pt x="251" y="5111"/>
                    </a:cubicBezTo>
                    <a:lnTo>
                      <a:pt x="247" y="5111"/>
                    </a:lnTo>
                    <a:cubicBezTo>
                      <a:pt x="247" y="5116"/>
                      <a:pt x="244" y="5118"/>
                      <a:pt x="244" y="5122"/>
                    </a:cubicBezTo>
                    <a:cubicBezTo>
                      <a:pt x="240" y="5126"/>
                      <a:pt x="236" y="5129"/>
                      <a:pt x="236" y="5136"/>
                    </a:cubicBezTo>
                    <a:cubicBezTo>
                      <a:pt x="229" y="5142"/>
                      <a:pt x="226" y="5150"/>
                      <a:pt x="223" y="5160"/>
                    </a:cubicBezTo>
                    <a:cubicBezTo>
                      <a:pt x="220" y="5164"/>
                      <a:pt x="220" y="5168"/>
                      <a:pt x="216" y="5174"/>
                    </a:cubicBezTo>
                    <a:lnTo>
                      <a:pt x="216" y="5179"/>
                    </a:lnTo>
                    <a:cubicBezTo>
                      <a:pt x="205" y="5191"/>
                      <a:pt x="198" y="5205"/>
                      <a:pt x="192" y="5220"/>
                    </a:cubicBezTo>
                    <a:lnTo>
                      <a:pt x="192" y="5224"/>
                    </a:lnTo>
                    <a:cubicBezTo>
                      <a:pt x="126" y="5353"/>
                      <a:pt x="63" y="5480"/>
                      <a:pt x="1" y="5609"/>
                    </a:cubicBezTo>
                    <a:cubicBezTo>
                      <a:pt x="45" y="5542"/>
                      <a:pt x="94" y="5477"/>
                      <a:pt x="142" y="5411"/>
                    </a:cubicBezTo>
                    <a:cubicBezTo>
                      <a:pt x="145" y="5407"/>
                      <a:pt x="148" y="5401"/>
                      <a:pt x="151" y="5397"/>
                    </a:cubicBezTo>
                    <a:cubicBezTo>
                      <a:pt x="156" y="5389"/>
                      <a:pt x="163" y="5379"/>
                      <a:pt x="169" y="5369"/>
                    </a:cubicBezTo>
                    <a:cubicBezTo>
                      <a:pt x="197" y="5330"/>
                      <a:pt x="225" y="5289"/>
                      <a:pt x="256" y="5251"/>
                    </a:cubicBezTo>
                    <a:lnTo>
                      <a:pt x="260" y="5247"/>
                    </a:lnTo>
                    <a:cubicBezTo>
                      <a:pt x="266" y="5232"/>
                      <a:pt x="277" y="5222"/>
                      <a:pt x="287" y="5208"/>
                    </a:cubicBezTo>
                    <a:cubicBezTo>
                      <a:pt x="291" y="5204"/>
                      <a:pt x="293" y="5198"/>
                      <a:pt x="297" y="5194"/>
                    </a:cubicBezTo>
                    <a:lnTo>
                      <a:pt x="301" y="5190"/>
                    </a:lnTo>
                    <a:cubicBezTo>
                      <a:pt x="301" y="5188"/>
                      <a:pt x="301" y="5188"/>
                      <a:pt x="305" y="5184"/>
                    </a:cubicBezTo>
                    <a:lnTo>
                      <a:pt x="309" y="5184"/>
                    </a:lnTo>
                    <a:cubicBezTo>
                      <a:pt x="309" y="5178"/>
                      <a:pt x="316" y="5173"/>
                      <a:pt x="319" y="5167"/>
                    </a:cubicBezTo>
                    <a:cubicBezTo>
                      <a:pt x="319" y="5167"/>
                      <a:pt x="319" y="5163"/>
                      <a:pt x="323" y="5163"/>
                    </a:cubicBezTo>
                    <a:cubicBezTo>
                      <a:pt x="323" y="5160"/>
                      <a:pt x="326" y="5160"/>
                      <a:pt x="329" y="5157"/>
                    </a:cubicBezTo>
                    <a:cubicBezTo>
                      <a:pt x="329" y="5149"/>
                      <a:pt x="336" y="5145"/>
                      <a:pt x="339" y="5138"/>
                    </a:cubicBezTo>
                    <a:cubicBezTo>
                      <a:pt x="339" y="5136"/>
                      <a:pt x="343" y="5136"/>
                      <a:pt x="347" y="5132"/>
                    </a:cubicBezTo>
                    <a:cubicBezTo>
                      <a:pt x="347" y="5129"/>
                      <a:pt x="347" y="5129"/>
                      <a:pt x="350" y="5126"/>
                    </a:cubicBezTo>
                    <a:cubicBezTo>
                      <a:pt x="350" y="5126"/>
                      <a:pt x="350" y="5122"/>
                      <a:pt x="354" y="5122"/>
                    </a:cubicBezTo>
                    <a:cubicBezTo>
                      <a:pt x="358" y="5116"/>
                      <a:pt x="365" y="5103"/>
                      <a:pt x="373" y="5097"/>
                    </a:cubicBezTo>
                    <a:lnTo>
                      <a:pt x="383" y="5087"/>
                    </a:lnTo>
                    <a:cubicBezTo>
                      <a:pt x="389" y="5076"/>
                      <a:pt x="397" y="5066"/>
                      <a:pt x="403" y="5056"/>
                    </a:cubicBezTo>
                    <a:lnTo>
                      <a:pt x="408" y="5056"/>
                    </a:lnTo>
                    <a:cubicBezTo>
                      <a:pt x="427" y="5025"/>
                      <a:pt x="455" y="4990"/>
                      <a:pt x="483" y="4959"/>
                    </a:cubicBezTo>
                    <a:cubicBezTo>
                      <a:pt x="483" y="4956"/>
                      <a:pt x="487" y="4948"/>
                      <a:pt x="493" y="4945"/>
                    </a:cubicBezTo>
                    <a:cubicBezTo>
                      <a:pt x="1783" y="3313"/>
                      <a:pt x="3427" y="2071"/>
                      <a:pt x="5250" y="1267"/>
                    </a:cubicBezTo>
                    <a:lnTo>
                      <a:pt x="525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108"/>
              <p:cNvSpPr/>
              <p:nvPr/>
            </p:nvSpPr>
            <p:spPr>
              <a:xfrm>
                <a:off x="3074400" y="2791850"/>
                <a:ext cx="150450" cy="181600"/>
              </a:xfrm>
              <a:custGeom>
                <a:rect b="b" l="l" r="r" t="t"/>
                <a:pathLst>
                  <a:path extrusionOk="0" h="7264" w="6018">
                    <a:moveTo>
                      <a:pt x="523" y="1"/>
                    </a:moveTo>
                    <a:cubicBezTo>
                      <a:pt x="343" y="129"/>
                      <a:pt x="170" y="264"/>
                      <a:pt x="0" y="406"/>
                    </a:cubicBezTo>
                    <a:lnTo>
                      <a:pt x="0" y="1203"/>
                    </a:lnTo>
                    <a:cubicBezTo>
                      <a:pt x="1049" y="3471"/>
                      <a:pt x="2786" y="5450"/>
                      <a:pt x="5115" y="6795"/>
                    </a:cubicBezTo>
                    <a:cubicBezTo>
                      <a:pt x="5147" y="6812"/>
                      <a:pt x="5178" y="6831"/>
                      <a:pt x="5209" y="6847"/>
                    </a:cubicBezTo>
                    <a:cubicBezTo>
                      <a:pt x="5216" y="6851"/>
                      <a:pt x="5222" y="6855"/>
                      <a:pt x="5227" y="6857"/>
                    </a:cubicBezTo>
                    <a:lnTo>
                      <a:pt x="5228" y="6857"/>
                    </a:lnTo>
                    <a:cubicBezTo>
                      <a:pt x="5247" y="6868"/>
                      <a:pt x="5266" y="6878"/>
                      <a:pt x="5286" y="6888"/>
                    </a:cubicBezTo>
                    <a:cubicBezTo>
                      <a:pt x="5332" y="6915"/>
                      <a:pt x="5377" y="6940"/>
                      <a:pt x="5422" y="6961"/>
                    </a:cubicBezTo>
                    <a:cubicBezTo>
                      <a:pt x="5423" y="6964"/>
                      <a:pt x="5426" y="6966"/>
                      <a:pt x="5429" y="6967"/>
                    </a:cubicBezTo>
                    <a:cubicBezTo>
                      <a:pt x="5430" y="6968"/>
                      <a:pt x="5431" y="6968"/>
                      <a:pt x="5433" y="6968"/>
                    </a:cubicBezTo>
                    <a:cubicBezTo>
                      <a:pt x="5435" y="6968"/>
                      <a:pt x="5437" y="6968"/>
                      <a:pt x="5439" y="6967"/>
                    </a:cubicBezTo>
                    <a:cubicBezTo>
                      <a:pt x="5439" y="6972"/>
                      <a:pt x="5439" y="6974"/>
                      <a:pt x="5440" y="6974"/>
                    </a:cubicBezTo>
                    <a:cubicBezTo>
                      <a:pt x="5440" y="6974"/>
                      <a:pt x="5441" y="6973"/>
                      <a:pt x="5443" y="6971"/>
                    </a:cubicBezTo>
                    <a:cubicBezTo>
                      <a:pt x="5443" y="6971"/>
                      <a:pt x="5444" y="6976"/>
                      <a:pt x="5447" y="6976"/>
                    </a:cubicBezTo>
                    <a:cubicBezTo>
                      <a:pt x="5448" y="6976"/>
                      <a:pt x="5448" y="6976"/>
                      <a:pt x="5449" y="6975"/>
                    </a:cubicBezTo>
                    <a:cubicBezTo>
                      <a:pt x="5449" y="6975"/>
                      <a:pt x="5451" y="6980"/>
                      <a:pt x="5453" y="6980"/>
                    </a:cubicBezTo>
                    <a:cubicBezTo>
                      <a:pt x="5454" y="6980"/>
                      <a:pt x="5455" y="6980"/>
                      <a:pt x="5455" y="6979"/>
                    </a:cubicBezTo>
                    <a:cubicBezTo>
                      <a:pt x="5462" y="6985"/>
                      <a:pt x="5470" y="6989"/>
                      <a:pt x="5476" y="6989"/>
                    </a:cubicBezTo>
                    <a:cubicBezTo>
                      <a:pt x="5480" y="6996"/>
                      <a:pt x="5484" y="7000"/>
                      <a:pt x="5491" y="7000"/>
                    </a:cubicBezTo>
                    <a:cubicBezTo>
                      <a:pt x="5491" y="7004"/>
                      <a:pt x="5493" y="7004"/>
                      <a:pt x="5497" y="7004"/>
                    </a:cubicBezTo>
                    <a:cubicBezTo>
                      <a:pt x="5497" y="7007"/>
                      <a:pt x="5500" y="7007"/>
                      <a:pt x="5504" y="7007"/>
                    </a:cubicBezTo>
                    <a:lnTo>
                      <a:pt x="5505" y="7009"/>
                    </a:lnTo>
                    <a:cubicBezTo>
                      <a:pt x="5507" y="7011"/>
                      <a:pt x="5511" y="7014"/>
                      <a:pt x="5514" y="7014"/>
                    </a:cubicBezTo>
                    <a:cubicBezTo>
                      <a:pt x="5517" y="7017"/>
                      <a:pt x="5520" y="7017"/>
                      <a:pt x="5525" y="7017"/>
                    </a:cubicBezTo>
                    <a:cubicBezTo>
                      <a:pt x="5525" y="7017"/>
                      <a:pt x="5527" y="7021"/>
                      <a:pt x="5531" y="7021"/>
                    </a:cubicBezTo>
                    <a:cubicBezTo>
                      <a:pt x="5534" y="7028"/>
                      <a:pt x="5542" y="7032"/>
                      <a:pt x="5548" y="7032"/>
                    </a:cubicBezTo>
                    <a:cubicBezTo>
                      <a:pt x="5556" y="7036"/>
                      <a:pt x="5563" y="7038"/>
                      <a:pt x="5569" y="7042"/>
                    </a:cubicBezTo>
                    <a:lnTo>
                      <a:pt x="5573" y="7042"/>
                    </a:lnTo>
                    <a:cubicBezTo>
                      <a:pt x="5577" y="7048"/>
                      <a:pt x="5579" y="7048"/>
                      <a:pt x="5583" y="7048"/>
                    </a:cubicBezTo>
                    <a:lnTo>
                      <a:pt x="5588" y="7048"/>
                    </a:lnTo>
                    <a:cubicBezTo>
                      <a:pt x="5602" y="7059"/>
                      <a:pt x="5615" y="7069"/>
                      <a:pt x="5633" y="7073"/>
                    </a:cubicBezTo>
                    <a:cubicBezTo>
                      <a:pt x="5762" y="7143"/>
                      <a:pt x="5889" y="7205"/>
                      <a:pt x="6018" y="7264"/>
                    </a:cubicBezTo>
                    <a:cubicBezTo>
                      <a:pt x="5955" y="7223"/>
                      <a:pt x="5896" y="7180"/>
                      <a:pt x="5839" y="7135"/>
                    </a:cubicBezTo>
                    <a:cubicBezTo>
                      <a:pt x="5819" y="7121"/>
                      <a:pt x="5800" y="7108"/>
                      <a:pt x="5780" y="7094"/>
                    </a:cubicBezTo>
                    <a:cubicBezTo>
                      <a:pt x="5742" y="7067"/>
                      <a:pt x="5701" y="7038"/>
                      <a:pt x="5662" y="7007"/>
                    </a:cubicBezTo>
                    <a:lnTo>
                      <a:pt x="5659" y="7007"/>
                    </a:lnTo>
                    <a:cubicBezTo>
                      <a:pt x="5644" y="6997"/>
                      <a:pt x="5634" y="6986"/>
                      <a:pt x="5620" y="6976"/>
                    </a:cubicBezTo>
                    <a:cubicBezTo>
                      <a:pt x="5615" y="6973"/>
                      <a:pt x="5609" y="6970"/>
                      <a:pt x="5605" y="6966"/>
                    </a:cubicBezTo>
                    <a:cubicBezTo>
                      <a:pt x="5604" y="6966"/>
                      <a:pt x="5602" y="6965"/>
                      <a:pt x="5600" y="6964"/>
                    </a:cubicBezTo>
                    <a:cubicBezTo>
                      <a:pt x="5598" y="6963"/>
                      <a:pt x="5597" y="6961"/>
                      <a:pt x="5595" y="6960"/>
                    </a:cubicBezTo>
                    <a:cubicBezTo>
                      <a:pt x="5592" y="6955"/>
                      <a:pt x="5584" y="6952"/>
                      <a:pt x="5581" y="6945"/>
                    </a:cubicBezTo>
                    <a:lnTo>
                      <a:pt x="5577" y="6945"/>
                    </a:lnTo>
                    <a:lnTo>
                      <a:pt x="5575" y="6944"/>
                    </a:lnTo>
                    <a:cubicBezTo>
                      <a:pt x="5573" y="6942"/>
                      <a:pt x="5569" y="6942"/>
                      <a:pt x="5567" y="6935"/>
                    </a:cubicBezTo>
                    <a:cubicBezTo>
                      <a:pt x="5559" y="6935"/>
                      <a:pt x="5556" y="6929"/>
                      <a:pt x="5548" y="6924"/>
                    </a:cubicBezTo>
                    <a:cubicBezTo>
                      <a:pt x="5548" y="6924"/>
                      <a:pt x="5544" y="6924"/>
                      <a:pt x="5544" y="6921"/>
                    </a:cubicBezTo>
                    <a:cubicBezTo>
                      <a:pt x="5541" y="6921"/>
                      <a:pt x="5538" y="6918"/>
                      <a:pt x="5534" y="6914"/>
                    </a:cubicBezTo>
                    <a:lnTo>
                      <a:pt x="5534" y="6911"/>
                    </a:lnTo>
                    <a:cubicBezTo>
                      <a:pt x="5527" y="6908"/>
                      <a:pt x="5516" y="6904"/>
                      <a:pt x="5510" y="6894"/>
                    </a:cubicBezTo>
                    <a:cubicBezTo>
                      <a:pt x="5504" y="6889"/>
                      <a:pt x="5500" y="6887"/>
                      <a:pt x="5493" y="6883"/>
                    </a:cubicBezTo>
                    <a:cubicBezTo>
                      <a:pt x="5482" y="6877"/>
                      <a:pt x="5476" y="6869"/>
                      <a:pt x="5466" y="6863"/>
                    </a:cubicBezTo>
                    <a:lnTo>
                      <a:pt x="5466" y="6858"/>
                    </a:lnTo>
                    <a:cubicBezTo>
                      <a:pt x="5434" y="6838"/>
                      <a:pt x="5403" y="6814"/>
                      <a:pt x="5372" y="6785"/>
                    </a:cubicBezTo>
                    <a:cubicBezTo>
                      <a:pt x="5366" y="6781"/>
                      <a:pt x="5362" y="6778"/>
                      <a:pt x="5355" y="6771"/>
                    </a:cubicBezTo>
                    <a:cubicBezTo>
                      <a:pt x="3140" y="5020"/>
                      <a:pt x="1640" y="2619"/>
                      <a:pt x="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108"/>
              <p:cNvSpPr/>
              <p:nvPr/>
            </p:nvSpPr>
            <p:spPr>
              <a:xfrm>
                <a:off x="3199975" y="2959675"/>
                <a:ext cx="133250" cy="155900"/>
              </a:xfrm>
              <a:custGeom>
                <a:rect b="b" l="l" r="r" t="t"/>
                <a:pathLst>
                  <a:path extrusionOk="0" h="6236" w="5330">
                    <a:moveTo>
                      <a:pt x="0" y="1"/>
                    </a:moveTo>
                    <a:lnTo>
                      <a:pt x="0" y="1"/>
                    </a:lnTo>
                    <a:cubicBezTo>
                      <a:pt x="64" y="42"/>
                      <a:pt x="126" y="88"/>
                      <a:pt x="185" y="133"/>
                    </a:cubicBezTo>
                    <a:cubicBezTo>
                      <a:pt x="190" y="135"/>
                      <a:pt x="197" y="138"/>
                      <a:pt x="201" y="142"/>
                    </a:cubicBezTo>
                    <a:cubicBezTo>
                      <a:pt x="201" y="143"/>
                      <a:pt x="203" y="143"/>
                      <a:pt x="203" y="143"/>
                    </a:cubicBezTo>
                    <a:cubicBezTo>
                      <a:pt x="216" y="153"/>
                      <a:pt x="229" y="161"/>
                      <a:pt x="241" y="171"/>
                    </a:cubicBezTo>
                    <a:cubicBezTo>
                      <a:pt x="282" y="199"/>
                      <a:pt x="320" y="231"/>
                      <a:pt x="361" y="258"/>
                    </a:cubicBezTo>
                    <a:lnTo>
                      <a:pt x="361" y="262"/>
                    </a:lnTo>
                    <a:cubicBezTo>
                      <a:pt x="376" y="269"/>
                      <a:pt x="386" y="280"/>
                      <a:pt x="400" y="290"/>
                    </a:cubicBezTo>
                    <a:cubicBezTo>
                      <a:pt x="405" y="294"/>
                      <a:pt x="411" y="297"/>
                      <a:pt x="415" y="300"/>
                    </a:cubicBezTo>
                    <a:cubicBezTo>
                      <a:pt x="416" y="300"/>
                      <a:pt x="417" y="302"/>
                      <a:pt x="420" y="303"/>
                    </a:cubicBezTo>
                    <a:cubicBezTo>
                      <a:pt x="422" y="304"/>
                      <a:pt x="423" y="305"/>
                      <a:pt x="425" y="307"/>
                    </a:cubicBezTo>
                    <a:lnTo>
                      <a:pt x="425" y="311"/>
                    </a:lnTo>
                    <a:cubicBezTo>
                      <a:pt x="431" y="311"/>
                      <a:pt x="439" y="319"/>
                      <a:pt x="446" y="325"/>
                    </a:cubicBezTo>
                    <a:cubicBezTo>
                      <a:pt x="449" y="325"/>
                      <a:pt x="452" y="328"/>
                      <a:pt x="456" y="331"/>
                    </a:cubicBezTo>
                    <a:cubicBezTo>
                      <a:pt x="463" y="335"/>
                      <a:pt x="467" y="338"/>
                      <a:pt x="470" y="342"/>
                    </a:cubicBezTo>
                    <a:cubicBezTo>
                      <a:pt x="474" y="342"/>
                      <a:pt x="474" y="342"/>
                      <a:pt x="474" y="346"/>
                    </a:cubicBezTo>
                    <a:cubicBezTo>
                      <a:pt x="478" y="346"/>
                      <a:pt x="481" y="349"/>
                      <a:pt x="484" y="352"/>
                    </a:cubicBezTo>
                    <a:lnTo>
                      <a:pt x="484" y="356"/>
                    </a:lnTo>
                    <a:cubicBezTo>
                      <a:pt x="486" y="354"/>
                      <a:pt x="487" y="353"/>
                      <a:pt x="488" y="353"/>
                    </a:cubicBezTo>
                    <a:cubicBezTo>
                      <a:pt x="488" y="353"/>
                      <a:pt x="488" y="354"/>
                      <a:pt x="488" y="356"/>
                    </a:cubicBezTo>
                    <a:cubicBezTo>
                      <a:pt x="499" y="360"/>
                      <a:pt x="507" y="367"/>
                      <a:pt x="513" y="375"/>
                    </a:cubicBezTo>
                    <a:cubicBezTo>
                      <a:pt x="520" y="378"/>
                      <a:pt x="523" y="381"/>
                      <a:pt x="527" y="385"/>
                    </a:cubicBezTo>
                    <a:cubicBezTo>
                      <a:pt x="538" y="391"/>
                      <a:pt x="549" y="398"/>
                      <a:pt x="555" y="405"/>
                    </a:cubicBezTo>
                    <a:lnTo>
                      <a:pt x="555" y="409"/>
                    </a:lnTo>
                    <a:cubicBezTo>
                      <a:pt x="589" y="429"/>
                      <a:pt x="621" y="457"/>
                      <a:pt x="652" y="485"/>
                    </a:cubicBezTo>
                    <a:cubicBezTo>
                      <a:pt x="658" y="489"/>
                      <a:pt x="667" y="493"/>
                      <a:pt x="673" y="499"/>
                    </a:cubicBezTo>
                    <a:cubicBezTo>
                      <a:pt x="2593" y="2017"/>
                      <a:pt x="3971" y="4025"/>
                      <a:pt x="4733" y="6235"/>
                    </a:cubicBezTo>
                    <a:cubicBezTo>
                      <a:pt x="4744" y="6214"/>
                      <a:pt x="4757" y="6194"/>
                      <a:pt x="4769" y="6173"/>
                    </a:cubicBezTo>
                    <a:cubicBezTo>
                      <a:pt x="4832" y="6063"/>
                      <a:pt x="4891" y="5952"/>
                      <a:pt x="4946" y="5839"/>
                    </a:cubicBezTo>
                    <a:cubicBezTo>
                      <a:pt x="5110" y="5500"/>
                      <a:pt x="5241" y="5143"/>
                      <a:pt x="5329" y="4770"/>
                    </a:cubicBezTo>
                    <a:cubicBezTo>
                      <a:pt x="4271" y="3048"/>
                      <a:pt x="2782" y="1557"/>
                      <a:pt x="906" y="473"/>
                    </a:cubicBezTo>
                    <a:cubicBezTo>
                      <a:pt x="874" y="455"/>
                      <a:pt x="843" y="437"/>
                      <a:pt x="812" y="421"/>
                    </a:cubicBezTo>
                    <a:cubicBezTo>
                      <a:pt x="783" y="402"/>
                      <a:pt x="755" y="390"/>
                      <a:pt x="729" y="376"/>
                    </a:cubicBezTo>
                    <a:cubicBezTo>
                      <a:pt x="685" y="347"/>
                      <a:pt x="644" y="327"/>
                      <a:pt x="600" y="305"/>
                    </a:cubicBezTo>
                    <a:cubicBezTo>
                      <a:pt x="592" y="299"/>
                      <a:pt x="585" y="295"/>
                      <a:pt x="579" y="295"/>
                    </a:cubicBezTo>
                    <a:cubicBezTo>
                      <a:pt x="579" y="295"/>
                      <a:pt x="576" y="289"/>
                      <a:pt x="572" y="289"/>
                    </a:cubicBezTo>
                    <a:cubicBezTo>
                      <a:pt x="572" y="289"/>
                      <a:pt x="570" y="285"/>
                      <a:pt x="566" y="285"/>
                    </a:cubicBezTo>
                    <a:cubicBezTo>
                      <a:pt x="559" y="282"/>
                      <a:pt x="551" y="279"/>
                      <a:pt x="545" y="274"/>
                    </a:cubicBezTo>
                    <a:cubicBezTo>
                      <a:pt x="541" y="272"/>
                      <a:pt x="538" y="268"/>
                      <a:pt x="530" y="268"/>
                    </a:cubicBezTo>
                    <a:cubicBezTo>
                      <a:pt x="527" y="266"/>
                      <a:pt x="524" y="262"/>
                      <a:pt x="520" y="262"/>
                    </a:cubicBezTo>
                    <a:cubicBezTo>
                      <a:pt x="520" y="262"/>
                      <a:pt x="518" y="258"/>
                      <a:pt x="514" y="258"/>
                    </a:cubicBezTo>
                    <a:cubicBezTo>
                      <a:pt x="510" y="256"/>
                      <a:pt x="508" y="256"/>
                      <a:pt x="504" y="252"/>
                    </a:cubicBezTo>
                    <a:cubicBezTo>
                      <a:pt x="504" y="252"/>
                      <a:pt x="502" y="252"/>
                      <a:pt x="497" y="248"/>
                    </a:cubicBezTo>
                    <a:cubicBezTo>
                      <a:pt x="493" y="248"/>
                      <a:pt x="491" y="243"/>
                      <a:pt x="487" y="243"/>
                    </a:cubicBezTo>
                    <a:cubicBezTo>
                      <a:pt x="484" y="240"/>
                      <a:pt x="477" y="237"/>
                      <a:pt x="470" y="233"/>
                    </a:cubicBezTo>
                    <a:cubicBezTo>
                      <a:pt x="468" y="230"/>
                      <a:pt x="459" y="227"/>
                      <a:pt x="453" y="223"/>
                    </a:cubicBezTo>
                    <a:lnTo>
                      <a:pt x="449" y="223"/>
                    </a:lnTo>
                    <a:cubicBezTo>
                      <a:pt x="446" y="221"/>
                      <a:pt x="442" y="221"/>
                      <a:pt x="436" y="217"/>
                    </a:cubicBezTo>
                    <a:cubicBezTo>
                      <a:pt x="421" y="210"/>
                      <a:pt x="407" y="199"/>
                      <a:pt x="390" y="192"/>
                    </a:cubicBezTo>
                    <a:lnTo>
                      <a:pt x="386" y="192"/>
                    </a:lnTo>
                    <a:cubicBezTo>
                      <a:pt x="257" y="127"/>
                      <a:pt x="129" y="65"/>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12" name="Google Shape;8612;p108"/>
          <p:cNvGrpSpPr/>
          <p:nvPr/>
        </p:nvGrpSpPr>
        <p:grpSpPr>
          <a:xfrm>
            <a:off x="8785555" y="4355353"/>
            <a:ext cx="215033" cy="215222"/>
            <a:chOff x="5062659" y="967188"/>
            <a:chExt cx="109716" cy="109813"/>
          </a:xfrm>
        </p:grpSpPr>
        <p:sp>
          <p:nvSpPr>
            <p:cNvPr id="8613" name="Google Shape;8613;p108"/>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108"/>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108"/>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108"/>
          <p:cNvGrpSpPr/>
          <p:nvPr/>
        </p:nvGrpSpPr>
        <p:grpSpPr>
          <a:xfrm>
            <a:off x="8508656" y="114934"/>
            <a:ext cx="587911" cy="563023"/>
            <a:chOff x="-2758050" y="2287950"/>
            <a:chExt cx="370875" cy="355175"/>
          </a:xfrm>
        </p:grpSpPr>
        <p:sp>
          <p:nvSpPr>
            <p:cNvPr id="8617" name="Google Shape;8617;p108"/>
            <p:cNvSpPr/>
            <p:nvPr/>
          </p:nvSpPr>
          <p:spPr>
            <a:xfrm>
              <a:off x="-2758050" y="2287950"/>
              <a:ext cx="370875" cy="355175"/>
            </a:xfrm>
            <a:custGeom>
              <a:rect b="b" l="l" r="r" t="t"/>
              <a:pathLst>
                <a:path extrusionOk="0" h="14207" w="14835">
                  <a:moveTo>
                    <a:pt x="7426" y="0"/>
                  </a:moveTo>
                  <a:cubicBezTo>
                    <a:pt x="5114" y="0"/>
                    <a:pt x="2833" y="1125"/>
                    <a:pt x="1456" y="3245"/>
                  </a:cubicBezTo>
                  <a:cubicBezTo>
                    <a:pt x="150" y="5257"/>
                    <a:pt x="1" y="7746"/>
                    <a:pt x="879" y="9854"/>
                  </a:cubicBezTo>
                  <a:cubicBezTo>
                    <a:pt x="881" y="9869"/>
                    <a:pt x="884" y="9880"/>
                    <a:pt x="889" y="9891"/>
                  </a:cubicBezTo>
                  <a:cubicBezTo>
                    <a:pt x="913" y="9946"/>
                    <a:pt x="936" y="9999"/>
                    <a:pt x="959" y="10051"/>
                  </a:cubicBezTo>
                  <a:cubicBezTo>
                    <a:pt x="961" y="10056"/>
                    <a:pt x="963" y="10061"/>
                    <a:pt x="966" y="10066"/>
                  </a:cubicBezTo>
                  <a:cubicBezTo>
                    <a:pt x="977" y="10092"/>
                    <a:pt x="990" y="10118"/>
                    <a:pt x="1002" y="10144"/>
                  </a:cubicBezTo>
                  <a:cubicBezTo>
                    <a:pt x="1008" y="10158"/>
                    <a:pt x="1013" y="10169"/>
                    <a:pt x="1019" y="10181"/>
                  </a:cubicBezTo>
                  <a:cubicBezTo>
                    <a:pt x="1042" y="10228"/>
                    <a:pt x="1065" y="10274"/>
                    <a:pt x="1088" y="10321"/>
                  </a:cubicBezTo>
                  <a:lnTo>
                    <a:pt x="1104" y="10352"/>
                  </a:lnTo>
                  <a:lnTo>
                    <a:pt x="1142" y="10426"/>
                  </a:lnTo>
                  <a:cubicBezTo>
                    <a:pt x="1150" y="10439"/>
                    <a:pt x="1157" y="10455"/>
                    <a:pt x="1166" y="10469"/>
                  </a:cubicBezTo>
                  <a:cubicBezTo>
                    <a:pt x="1186" y="10508"/>
                    <a:pt x="1207" y="10546"/>
                    <a:pt x="1229" y="10584"/>
                  </a:cubicBezTo>
                  <a:cubicBezTo>
                    <a:pt x="1238" y="10600"/>
                    <a:pt x="1246" y="10618"/>
                    <a:pt x="1256" y="10633"/>
                  </a:cubicBezTo>
                  <a:lnTo>
                    <a:pt x="1295" y="10698"/>
                  </a:lnTo>
                  <a:cubicBezTo>
                    <a:pt x="1305" y="10716"/>
                    <a:pt x="1315" y="10733"/>
                    <a:pt x="1326" y="10750"/>
                  </a:cubicBezTo>
                  <a:cubicBezTo>
                    <a:pt x="1343" y="10781"/>
                    <a:pt x="1362" y="10811"/>
                    <a:pt x="1380" y="10842"/>
                  </a:cubicBezTo>
                  <a:cubicBezTo>
                    <a:pt x="1395" y="10864"/>
                    <a:pt x="1408" y="10886"/>
                    <a:pt x="1422" y="10908"/>
                  </a:cubicBezTo>
                  <a:cubicBezTo>
                    <a:pt x="1435" y="10927"/>
                    <a:pt x="1446" y="10947"/>
                    <a:pt x="1460" y="10966"/>
                  </a:cubicBezTo>
                  <a:cubicBezTo>
                    <a:pt x="1472" y="10986"/>
                    <a:pt x="1487" y="11007"/>
                    <a:pt x="1499" y="11028"/>
                  </a:cubicBezTo>
                  <a:lnTo>
                    <a:pt x="1545" y="11098"/>
                  </a:lnTo>
                  <a:cubicBezTo>
                    <a:pt x="1564" y="11125"/>
                    <a:pt x="1583" y="11150"/>
                    <a:pt x="1600" y="11177"/>
                  </a:cubicBezTo>
                  <a:cubicBezTo>
                    <a:pt x="1612" y="11194"/>
                    <a:pt x="1623" y="11211"/>
                    <a:pt x="1636" y="11228"/>
                  </a:cubicBezTo>
                  <a:cubicBezTo>
                    <a:pt x="1653" y="11250"/>
                    <a:pt x="1670" y="11275"/>
                    <a:pt x="1687" y="11299"/>
                  </a:cubicBezTo>
                  <a:cubicBezTo>
                    <a:pt x="1698" y="11315"/>
                    <a:pt x="1711" y="11332"/>
                    <a:pt x="1724" y="11348"/>
                  </a:cubicBezTo>
                  <a:cubicBezTo>
                    <a:pt x="1746" y="11378"/>
                    <a:pt x="1769" y="11409"/>
                    <a:pt x="1792" y="11439"/>
                  </a:cubicBezTo>
                  <a:cubicBezTo>
                    <a:pt x="1803" y="11454"/>
                    <a:pt x="1814" y="11467"/>
                    <a:pt x="1826" y="11483"/>
                  </a:cubicBezTo>
                  <a:cubicBezTo>
                    <a:pt x="1847" y="11510"/>
                    <a:pt x="1867" y="11536"/>
                    <a:pt x="1889" y="11563"/>
                  </a:cubicBezTo>
                  <a:cubicBezTo>
                    <a:pt x="1898" y="11574"/>
                    <a:pt x="1907" y="11585"/>
                    <a:pt x="1916" y="11596"/>
                  </a:cubicBezTo>
                  <a:cubicBezTo>
                    <a:pt x="1944" y="11629"/>
                    <a:pt x="1971" y="11662"/>
                    <a:pt x="1998" y="11695"/>
                  </a:cubicBezTo>
                  <a:cubicBezTo>
                    <a:pt x="2008" y="11707"/>
                    <a:pt x="2018" y="11719"/>
                    <a:pt x="2028" y="11730"/>
                  </a:cubicBezTo>
                  <a:cubicBezTo>
                    <a:pt x="2053" y="11760"/>
                    <a:pt x="2079" y="11789"/>
                    <a:pt x="2105" y="11818"/>
                  </a:cubicBezTo>
                  <a:cubicBezTo>
                    <a:pt x="2110" y="11825"/>
                    <a:pt x="2116" y="11831"/>
                    <a:pt x="2121" y="11838"/>
                  </a:cubicBezTo>
                  <a:cubicBezTo>
                    <a:pt x="2152" y="11872"/>
                    <a:pt x="2182" y="11905"/>
                    <a:pt x="2214" y="11939"/>
                  </a:cubicBezTo>
                  <a:cubicBezTo>
                    <a:pt x="2225" y="11949"/>
                    <a:pt x="2234" y="11959"/>
                    <a:pt x="2244" y="11970"/>
                  </a:cubicBezTo>
                  <a:cubicBezTo>
                    <a:pt x="2273" y="12001"/>
                    <a:pt x="2302" y="12032"/>
                    <a:pt x="2332" y="12063"/>
                  </a:cubicBezTo>
                  <a:cubicBezTo>
                    <a:pt x="2335" y="12066"/>
                    <a:pt x="2339" y="12070"/>
                    <a:pt x="2342" y="12074"/>
                  </a:cubicBezTo>
                  <a:lnTo>
                    <a:pt x="2442" y="12174"/>
                  </a:lnTo>
                  <a:cubicBezTo>
                    <a:pt x="2452" y="12183"/>
                    <a:pt x="2461" y="12193"/>
                    <a:pt x="2471" y="12202"/>
                  </a:cubicBezTo>
                  <a:cubicBezTo>
                    <a:pt x="2504" y="12234"/>
                    <a:pt x="2538" y="12266"/>
                    <a:pt x="2571" y="12297"/>
                  </a:cubicBezTo>
                  <a:cubicBezTo>
                    <a:pt x="2573" y="12298"/>
                    <a:pt x="2575" y="12300"/>
                    <a:pt x="2576" y="12302"/>
                  </a:cubicBezTo>
                  <a:cubicBezTo>
                    <a:pt x="2612" y="12334"/>
                    <a:pt x="2648" y="12368"/>
                    <a:pt x="2684" y="12400"/>
                  </a:cubicBezTo>
                  <a:cubicBezTo>
                    <a:pt x="2693" y="12408"/>
                    <a:pt x="2701" y="12417"/>
                    <a:pt x="2712" y="12425"/>
                  </a:cubicBezTo>
                  <a:cubicBezTo>
                    <a:pt x="2748" y="12457"/>
                    <a:pt x="2786" y="12489"/>
                    <a:pt x="2822" y="12520"/>
                  </a:cubicBezTo>
                  <a:lnTo>
                    <a:pt x="2823" y="12522"/>
                  </a:lnTo>
                  <a:lnTo>
                    <a:pt x="2824" y="12522"/>
                  </a:lnTo>
                  <a:cubicBezTo>
                    <a:pt x="2870" y="12560"/>
                    <a:pt x="2916" y="12597"/>
                    <a:pt x="2961" y="12633"/>
                  </a:cubicBezTo>
                  <a:lnTo>
                    <a:pt x="3000" y="12664"/>
                  </a:lnTo>
                  <a:cubicBezTo>
                    <a:pt x="3038" y="12694"/>
                    <a:pt x="3076" y="12724"/>
                    <a:pt x="3113" y="12754"/>
                  </a:cubicBezTo>
                  <a:cubicBezTo>
                    <a:pt x="3123" y="12761"/>
                    <a:pt x="3133" y="12770"/>
                    <a:pt x="3143" y="12776"/>
                  </a:cubicBezTo>
                  <a:cubicBezTo>
                    <a:pt x="3189" y="12811"/>
                    <a:pt x="3236" y="12844"/>
                    <a:pt x="3282" y="12878"/>
                  </a:cubicBezTo>
                  <a:lnTo>
                    <a:pt x="3322" y="12905"/>
                  </a:lnTo>
                  <a:cubicBezTo>
                    <a:pt x="3358" y="12931"/>
                    <a:pt x="3394" y="12955"/>
                    <a:pt x="3430" y="12979"/>
                  </a:cubicBezTo>
                  <a:cubicBezTo>
                    <a:pt x="3443" y="12989"/>
                    <a:pt x="3458" y="12999"/>
                    <a:pt x="3472" y="13009"/>
                  </a:cubicBezTo>
                  <a:cubicBezTo>
                    <a:pt x="3519" y="13040"/>
                    <a:pt x="3565" y="13071"/>
                    <a:pt x="3612" y="13101"/>
                  </a:cubicBezTo>
                  <a:cubicBezTo>
                    <a:pt x="3623" y="13108"/>
                    <a:pt x="3634" y="13115"/>
                    <a:pt x="3647" y="13122"/>
                  </a:cubicBezTo>
                  <a:cubicBezTo>
                    <a:pt x="3683" y="13146"/>
                    <a:pt x="3720" y="13168"/>
                    <a:pt x="3757" y="13191"/>
                  </a:cubicBezTo>
                  <a:cubicBezTo>
                    <a:pt x="3776" y="13201"/>
                    <a:pt x="3793" y="13213"/>
                    <a:pt x="3810" y="13224"/>
                  </a:cubicBezTo>
                  <a:cubicBezTo>
                    <a:pt x="3846" y="13245"/>
                    <a:pt x="3884" y="13266"/>
                    <a:pt x="3920" y="13287"/>
                  </a:cubicBezTo>
                  <a:cubicBezTo>
                    <a:pt x="3937" y="13296"/>
                    <a:pt x="3952" y="13304"/>
                    <a:pt x="3969" y="13313"/>
                  </a:cubicBezTo>
                  <a:lnTo>
                    <a:pt x="4097" y="13384"/>
                  </a:lnTo>
                  <a:cubicBezTo>
                    <a:pt x="4117" y="13395"/>
                    <a:pt x="4138" y="13405"/>
                    <a:pt x="4160" y="13416"/>
                  </a:cubicBezTo>
                  <a:cubicBezTo>
                    <a:pt x="4189" y="13431"/>
                    <a:pt x="4219" y="13445"/>
                    <a:pt x="4248" y="13461"/>
                  </a:cubicBezTo>
                  <a:cubicBezTo>
                    <a:pt x="4271" y="13471"/>
                    <a:pt x="4292" y="13483"/>
                    <a:pt x="4313" y="13493"/>
                  </a:cubicBezTo>
                  <a:cubicBezTo>
                    <a:pt x="4357" y="13515"/>
                    <a:pt x="4401" y="13535"/>
                    <a:pt x="4444" y="13556"/>
                  </a:cubicBezTo>
                  <a:cubicBezTo>
                    <a:pt x="4469" y="13567"/>
                    <a:pt x="4494" y="13578"/>
                    <a:pt x="4519" y="13590"/>
                  </a:cubicBezTo>
                  <a:cubicBezTo>
                    <a:pt x="4542" y="13601"/>
                    <a:pt x="4568" y="13612"/>
                    <a:pt x="4593" y="13623"/>
                  </a:cubicBezTo>
                  <a:cubicBezTo>
                    <a:pt x="4620" y="13634"/>
                    <a:pt x="4646" y="13647"/>
                    <a:pt x="4673" y="13658"/>
                  </a:cubicBezTo>
                  <a:cubicBezTo>
                    <a:pt x="4697" y="13668"/>
                    <a:pt x="4721" y="13678"/>
                    <a:pt x="4746" y="13688"/>
                  </a:cubicBezTo>
                  <a:cubicBezTo>
                    <a:pt x="4793" y="13707"/>
                    <a:pt x="4841" y="13726"/>
                    <a:pt x="4890" y="13745"/>
                  </a:cubicBezTo>
                  <a:cubicBezTo>
                    <a:pt x="4909" y="13752"/>
                    <a:pt x="4928" y="13760"/>
                    <a:pt x="4948" y="13766"/>
                  </a:cubicBezTo>
                  <a:cubicBezTo>
                    <a:pt x="4979" y="13778"/>
                    <a:pt x="5010" y="13789"/>
                    <a:pt x="5042" y="13799"/>
                  </a:cubicBezTo>
                  <a:cubicBezTo>
                    <a:pt x="5058" y="13807"/>
                    <a:pt x="5076" y="13812"/>
                    <a:pt x="5092" y="13817"/>
                  </a:cubicBezTo>
                  <a:cubicBezTo>
                    <a:pt x="5162" y="13841"/>
                    <a:pt x="5233" y="13864"/>
                    <a:pt x="5304" y="13886"/>
                  </a:cubicBezTo>
                  <a:cubicBezTo>
                    <a:pt x="5306" y="13887"/>
                    <a:pt x="5308" y="13887"/>
                    <a:pt x="5310" y="13889"/>
                  </a:cubicBezTo>
                  <a:cubicBezTo>
                    <a:pt x="5346" y="13901"/>
                    <a:pt x="5382" y="13911"/>
                    <a:pt x="5419" y="13921"/>
                  </a:cubicBezTo>
                  <a:cubicBezTo>
                    <a:pt x="5430" y="13925"/>
                    <a:pt x="5441" y="13927"/>
                    <a:pt x="5454" y="13932"/>
                  </a:cubicBezTo>
                  <a:cubicBezTo>
                    <a:pt x="5569" y="13965"/>
                    <a:pt x="5687" y="13996"/>
                    <a:pt x="5806" y="14023"/>
                  </a:cubicBezTo>
                  <a:cubicBezTo>
                    <a:pt x="5812" y="14024"/>
                    <a:pt x="5817" y="14025"/>
                    <a:pt x="5823" y="14027"/>
                  </a:cubicBezTo>
                  <a:cubicBezTo>
                    <a:pt x="5991" y="14066"/>
                    <a:pt x="6161" y="14098"/>
                    <a:pt x="6331" y="14124"/>
                  </a:cubicBezTo>
                  <a:cubicBezTo>
                    <a:pt x="6691" y="14179"/>
                    <a:pt x="7054" y="14207"/>
                    <a:pt x="7417" y="14207"/>
                  </a:cubicBezTo>
                  <a:cubicBezTo>
                    <a:pt x="9727" y="14207"/>
                    <a:pt x="12007" y="13082"/>
                    <a:pt x="13385" y="10961"/>
                  </a:cubicBezTo>
                  <a:cubicBezTo>
                    <a:pt x="14666" y="8985"/>
                    <a:pt x="14834" y="6550"/>
                    <a:pt x="14006" y="4467"/>
                  </a:cubicBezTo>
                  <a:cubicBezTo>
                    <a:pt x="14006" y="4465"/>
                    <a:pt x="14005" y="4464"/>
                    <a:pt x="14005" y="4464"/>
                  </a:cubicBezTo>
                  <a:cubicBezTo>
                    <a:pt x="13947" y="4317"/>
                    <a:pt x="13883" y="4173"/>
                    <a:pt x="13815" y="4030"/>
                  </a:cubicBezTo>
                  <a:cubicBezTo>
                    <a:pt x="13814" y="4025"/>
                    <a:pt x="13811" y="4021"/>
                    <a:pt x="13810" y="4018"/>
                  </a:cubicBezTo>
                  <a:cubicBezTo>
                    <a:pt x="13794" y="3985"/>
                    <a:pt x="13778" y="3952"/>
                    <a:pt x="13762" y="3920"/>
                  </a:cubicBezTo>
                  <a:cubicBezTo>
                    <a:pt x="13758" y="3913"/>
                    <a:pt x="13756" y="3907"/>
                    <a:pt x="13752" y="3901"/>
                  </a:cubicBezTo>
                  <a:cubicBezTo>
                    <a:pt x="13702" y="3803"/>
                    <a:pt x="13651" y="3706"/>
                    <a:pt x="13597" y="3608"/>
                  </a:cubicBezTo>
                  <a:cubicBezTo>
                    <a:pt x="13593" y="3601"/>
                    <a:pt x="13588" y="3593"/>
                    <a:pt x="13584" y="3585"/>
                  </a:cubicBezTo>
                  <a:cubicBezTo>
                    <a:pt x="13568" y="3556"/>
                    <a:pt x="13552" y="3529"/>
                    <a:pt x="13536" y="3502"/>
                  </a:cubicBezTo>
                  <a:cubicBezTo>
                    <a:pt x="13529" y="3489"/>
                    <a:pt x="13522" y="3477"/>
                    <a:pt x="13515" y="3464"/>
                  </a:cubicBezTo>
                  <a:cubicBezTo>
                    <a:pt x="13499" y="3437"/>
                    <a:pt x="13483" y="3411"/>
                    <a:pt x="13467" y="3385"/>
                  </a:cubicBezTo>
                  <a:cubicBezTo>
                    <a:pt x="13461" y="3374"/>
                    <a:pt x="13454" y="3364"/>
                    <a:pt x="13447" y="3353"/>
                  </a:cubicBezTo>
                  <a:cubicBezTo>
                    <a:pt x="13418" y="3304"/>
                    <a:pt x="13388" y="3257"/>
                    <a:pt x="13358" y="3209"/>
                  </a:cubicBezTo>
                  <a:cubicBezTo>
                    <a:pt x="13348" y="3195"/>
                    <a:pt x="13338" y="3179"/>
                    <a:pt x="13329" y="3165"/>
                  </a:cubicBezTo>
                  <a:cubicBezTo>
                    <a:pt x="13313" y="3143"/>
                    <a:pt x="13299" y="3120"/>
                    <a:pt x="13283" y="3098"/>
                  </a:cubicBezTo>
                  <a:cubicBezTo>
                    <a:pt x="13272" y="3081"/>
                    <a:pt x="13261" y="3064"/>
                    <a:pt x="13249" y="3046"/>
                  </a:cubicBezTo>
                  <a:cubicBezTo>
                    <a:pt x="13235" y="3025"/>
                    <a:pt x="13219" y="3004"/>
                    <a:pt x="13205" y="2983"/>
                  </a:cubicBezTo>
                  <a:cubicBezTo>
                    <a:pt x="13191" y="2964"/>
                    <a:pt x="13177" y="2945"/>
                    <a:pt x="13163" y="2924"/>
                  </a:cubicBezTo>
                  <a:cubicBezTo>
                    <a:pt x="13144" y="2898"/>
                    <a:pt x="13127" y="2874"/>
                    <a:pt x="13107" y="2849"/>
                  </a:cubicBezTo>
                  <a:cubicBezTo>
                    <a:pt x="13086" y="2821"/>
                    <a:pt x="13066" y="2793"/>
                    <a:pt x="13044" y="2765"/>
                  </a:cubicBezTo>
                  <a:cubicBezTo>
                    <a:pt x="13031" y="2749"/>
                    <a:pt x="13018" y="2731"/>
                    <a:pt x="13004" y="2715"/>
                  </a:cubicBezTo>
                  <a:cubicBezTo>
                    <a:pt x="12987" y="2693"/>
                    <a:pt x="12971" y="2672"/>
                    <a:pt x="12952" y="2651"/>
                  </a:cubicBezTo>
                  <a:cubicBezTo>
                    <a:pt x="12940" y="2633"/>
                    <a:pt x="12925" y="2617"/>
                    <a:pt x="12912" y="2601"/>
                  </a:cubicBezTo>
                  <a:lnTo>
                    <a:pt x="12854" y="2532"/>
                  </a:lnTo>
                  <a:cubicBezTo>
                    <a:pt x="12843" y="2519"/>
                    <a:pt x="12832" y="2504"/>
                    <a:pt x="12820" y="2492"/>
                  </a:cubicBezTo>
                  <a:cubicBezTo>
                    <a:pt x="12791" y="2457"/>
                    <a:pt x="12760" y="2422"/>
                    <a:pt x="12729" y="2388"/>
                  </a:cubicBezTo>
                  <a:lnTo>
                    <a:pt x="12698" y="2353"/>
                  </a:lnTo>
                  <a:cubicBezTo>
                    <a:pt x="12677" y="2328"/>
                    <a:pt x="12653" y="2302"/>
                    <a:pt x="12629" y="2277"/>
                  </a:cubicBezTo>
                  <a:cubicBezTo>
                    <a:pt x="12617" y="2265"/>
                    <a:pt x="12605" y="2251"/>
                    <a:pt x="12592" y="2238"/>
                  </a:cubicBezTo>
                  <a:cubicBezTo>
                    <a:pt x="12569" y="2213"/>
                    <a:pt x="12546" y="2188"/>
                    <a:pt x="12522" y="2164"/>
                  </a:cubicBezTo>
                  <a:cubicBezTo>
                    <a:pt x="12510" y="2152"/>
                    <a:pt x="12500" y="2142"/>
                    <a:pt x="12489" y="2131"/>
                  </a:cubicBezTo>
                  <a:cubicBezTo>
                    <a:pt x="12456" y="2096"/>
                    <a:pt x="12421" y="2063"/>
                    <a:pt x="12386" y="2027"/>
                  </a:cubicBezTo>
                  <a:cubicBezTo>
                    <a:pt x="12379" y="2021"/>
                    <a:pt x="12373" y="2014"/>
                    <a:pt x="12367" y="2009"/>
                  </a:cubicBezTo>
                  <a:lnTo>
                    <a:pt x="12277" y="1924"/>
                  </a:lnTo>
                  <a:cubicBezTo>
                    <a:pt x="12266" y="1914"/>
                    <a:pt x="12254" y="1903"/>
                    <a:pt x="12243" y="1892"/>
                  </a:cubicBezTo>
                  <a:cubicBezTo>
                    <a:pt x="12215" y="1868"/>
                    <a:pt x="12189" y="1843"/>
                    <a:pt x="12163" y="1820"/>
                  </a:cubicBezTo>
                  <a:cubicBezTo>
                    <a:pt x="12151" y="1810"/>
                    <a:pt x="12141" y="1800"/>
                    <a:pt x="12130" y="1790"/>
                  </a:cubicBezTo>
                  <a:cubicBezTo>
                    <a:pt x="12091" y="1756"/>
                    <a:pt x="12054" y="1724"/>
                    <a:pt x="12016" y="1692"/>
                  </a:cubicBezTo>
                  <a:cubicBezTo>
                    <a:pt x="11969" y="1652"/>
                    <a:pt x="11921" y="1614"/>
                    <a:pt x="11874" y="1574"/>
                  </a:cubicBezTo>
                  <a:cubicBezTo>
                    <a:pt x="11858" y="1563"/>
                    <a:pt x="11844" y="1552"/>
                    <a:pt x="11828" y="1538"/>
                  </a:cubicBezTo>
                  <a:cubicBezTo>
                    <a:pt x="11795" y="1513"/>
                    <a:pt x="11761" y="1486"/>
                    <a:pt x="11728" y="1460"/>
                  </a:cubicBezTo>
                  <a:cubicBezTo>
                    <a:pt x="11711" y="1446"/>
                    <a:pt x="11693" y="1434"/>
                    <a:pt x="11677" y="1421"/>
                  </a:cubicBezTo>
                  <a:cubicBezTo>
                    <a:pt x="11643" y="1397"/>
                    <a:pt x="11611" y="1372"/>
                    <a:pt x="11577" y="1347"/>
                  </a:cubicBezTo>
                  <a:cubicBezTo>
                    <a:pt x="11560" y="1336"/>
                    <a:pt x="11544" y="1325"/>
                    <a:pt x="11528" y="1311"/>
                  </a:cubicBezTo>
                  <a:cubicBezTo>
                    <a:pt x="11487" y="1281"/>
                    <a:pt x="11445" y="1253"/>
                    <a:pt x="11403" y="1225"/>
                  </a:cubicBezTo>
                  <a:cubicBezTo>
                    <a:pt x="11395" y="1219"/>
                    <a:pt x="11388" y="1213"/>
                    <a:pt x="11379" y="1208"/>
                  </a:cubicBezTo>
                  <a:cubicBezTo>
                    <a:pt x="11331" y="1175"/>
                    <a:pt x="11281" y="1142"/>
                    <a:pt x="11232" y="1111"/>
                  </a:cubicBezTo>
                  <a:cubicBezTo>
                    <a:pt x="11214" y="1101"/>
                    <a:pt x="11199" y="1090"/>
                    <a:pt x="11182" y="1080"/>
                  </a:cubicBezTo>
                  <a:cubicBezTo>
                    <a:pt x="11147" y="1058"/>
                    <a:pt x="11114" y="1038"/>
                    <a:pt x="11079" y="1017"/>
                  </a:cubicBezTo>
                  <a:lnTo>
                    <a:pt x="11021" y="982"/>
                  </a:lnTo>
                  <a:cubicBezTo>
                    <a:pt x="10988" y="963"/>
                    <a:pt x="10956" y="945"/>
                    <a:pt x="10924" y="925"/>
                  </a:cubicBezTo>
                  <a:cubicBezTo>
                    <a:pt x="10905" y="914"/>
                    <a:pt x="10885" y="904"/>
                    <a:pt x="10864" y="892"/>
                  </a:cubicBezTo>
                  <a:cubicBezTo>
                    <a:pt x="10828" y="872"/>
                    <a:pt x="10792" y="852"/>
                    <a:pt x="10755" y="832"/>
                  </a:cubicBezTo>
                  <a:cubicBezTo>
                    <a:pt x="10740" y="825"/>
                    <a:pt x="10724" y="816"/>
                    <a:pt x="10709" y="809"/>
                  </a:cubicBezTo>
                  <a:cubicBezTo>
                    <a:pt x="10658" y="783"/>
                    <a:pt x="10608" y="757"/>
                    <a:pt x="10558" y="732"/>
                  </a:cubicBezTo>
                  <a:cubicBezTo>
                    <a:pt x="10538" y="723"/>
                    <a:pt x="10519" y="714"/>
                    <a:pt x="10500" y="703"/>
                  </a:cubicBezTo>
                  <a:cubicBezTo>
                    <a:pt x="10466" y="688"/>
                    <a:pt x="10434" y="671"/>
                    <a:pt x="10400" y="657"/>
                  </a:cubicBezTo>
                  <a:cubicBezTo>
                    <a:pt x="10377" y="647"/>
                    <a:pt x="10354" y="636"/>
                    <a:pt x="10332" y="626"/>
                  </a:cubicBezTo>
                  <a:cubicBezTo>
                    <a:pt x="10302" y="614"/>
                    <a:pt x="10271" y="599"/>
                    <a:pt x="10242" y="587"/>
                  </a:cubicBezTo>
                  <a:cubicBezTo>
                    <a:pt x="10218" y="576"/>
                    <a:pt x="10194" y="566"/>
                    <a:pt x="10171" y="556"/>
                  </a:cubicBezTo>
                  <a:lnTo>
                    <a:pt x="10078" y="517"/>
                  </a:lnTo>
                  <a:cubicBezTo>
                    <a:pt x="10054" y="507"/>
                    <a:pt x="10033" y="499"/>
                    <a:pt x="10010" y="490"/>
                  </a:cubicBezTo>
                  <a:cubicBezTo>
                    <a:pt x="9960" y="470"/>
                    <a:pt x="9910" y="451"/>
                    <a:pt x="9860" y="433"/>
                  </a:cubicBezTo>
                  <a:cubicBezTo>
                    <a:pt x="9835" y="424"/>
                    <a:pt x="9811" y="417"/>
                    <a:pt x="9786" y="407"/>
                  </a:cubicBezTo>
                  <a:cubicBezTo>
                    <a:pt x="9758" y="397"/>
                    <a:pt x="9728" y="387"/>
                    <a:pt x="9700" y="377"/>
                  </a:cubicBezTo>
                  <a:cubicBezTo>
                    <a:pt x="9672" y="368"/>
                    <a:pt x="9646" y="360"/>
                    <a:pt x="9618" y="350"/>
                  </a:cubicBezTo>
                  <a:cubicBezTo>
                    <a:pt x="9592" y="341"/>
                    <a:pt x="9564" y="334"/>
                    <a:pt x="9538" y="325"/>
                  </a:cubicBezTo>
                  <a:cubicBezTo>
                    <a:pt x="9510" y="315"/>
                    <a:pt x="9482" y="306"/>
                    <a:pt x="9454" y="299"/>
                  </a:cubicBezTo>
                  <a:cubicBezTo>
                    <a:pt x="9428" y="291"/>
                    <a:pt x="9402" y="283"/>
                    <a:pt x="9377" y="277"/>
                  </a:cubicBezTo>
                  <a:cubicBezTo>
                    <a:pt x="9347" y="269"/>
                    <a:pt x="9319" y="260"/>
                    <a:pt x="9290" y="252"/>
                  </a:cubicBezTo>
                  <a:cubicBezTo>
                    <a:pt x="9265" y="246"/>
                    <a:pt x="9242" y="239"/>
                    <a:pt x="9217" y="233"/>
                  </a:cubicBezTo>
                  <a:cubicBezTo>
                    <a:pt x="9161" y="218"/>
                    <a:pt x="9104" y="205"/>
                    <a:pt x="9048" y="191"/>
                  </a:cubicBezTo>
                  <a:cubicBezTo>
                    <a:pt x="9026" y="185"/>
                    <a:pt x="9005" y="180"/>
                    <a:pt x="8981" y="175"/>
                  </a:cubicBezTo>
                  <a:cubicBezTo>
                    <a:pt x="8949" y="167"/>
                    <a:pt x="8917" y="161"/>
                    <a:pt x="8885" y="154"/>
                  </a:cubicBezTo>
                  <a:cubicBezTo>
                    <a:pt x="8862" y="149"/>
                    <a:pt x="8841" y="145"/>
                    <a:pt x="8819" y="140"/>
                  </a:cubicBezTo>
                  <a:cubicBezTo>
                    <a:pt x="8787" y="134"/>
                    <a:pt x="8753" y="128"/>
                    <a:pt x="8721" y="120"/>
                  </a:cubicBezTo>
                  <a:cubicBezTo>
                    <a:pt x="8700" y="117"/>
                    <a:pt x="8680" y="113"/>
                    <a:pt x="8658" y="109"/>
                  </a:cubicBezTo>
                  <a:cubicBezTo>
                    <a:pt x="8624" y="103"/>
                    <a:pt x="8589" y="98"/>
                    <a:pt x="8556" y="91"/>
                  </a:cubicBezTo>
                  <a:cubicBezTo>
                    <a:pt x="8541" y="88"/>
                    <a:pt x="8527" y="87"/>
                    <a:pt x="8514" y="84"/>
                  </a:cubicBezTo>
                  <a:cubicBezTo>
                    <a:pt x="8438" y="73"/>
                    <a:pt x="8364" y="63"/>
                    <a:pt x="8289" y="53"/>
                  </a:cubicBezTo>
                  <a:cubicBezTo>
                    <a:pt x="8276" y="52"/>
                    <a:pt x="8263" y="50"/>
                    <a:pt x="8250" y="48"/>
                  </a:cubicBezTo>
                  <a:lnTo>
                    <a:pt x="8142" y="37"/>
                  </a:lnTo>
                  <a:cubicBezTo>
                    <a:pt x="8123" y="36"/>
                    <a:pt x="8106" y="33"/>
                    <a:pt x="8086" y="32"/>
                  </a:cubicBezTo>
                  <a:cubicBezTo>
                    <a:pt x="8050" y="27"/>
                    <a:pt x="8015" y="25"/>
                    <a:pt x="7979" y="22"/>
                  </a:cubicBezTo>
                  <a:lnTo>
                    <a:pt x="7925" y="19"/>
                  </a:lnTo>
                  <a:cubicBezTo>
                    <a:pt x="7887" y="16"/>
                    <a:pt x="7851" y="14"/>
                    <a:pt x="7814" y="11"/>
                  </a:cubicBezTo>
                  <a:cubicBezTo>
                    <a:pt x="7802" y="11"/>
                    <a:pt x="7791" y="10"/>
                    <a:pt x="7778" y="10"/>
                  </a:cubicBezTo>
                  <a:cubicBezTo>
                    <a:pt x="7689" y="6"/>
                    <a:pt x="7601" y="2"/>
                    <a:pt x="7512" y="1"/>
                  </a:cubicBezTo>
                  <a:lnTo>
                    <a:pt x="7510" y="1"/>
                  </a:lnTo>
                  <a:cubicBezTo>
                    <a:pt x="7482" y="0"/>
                    <a:pt x="7454" y="0"/>
                    <a:pt x="742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8" name="Google Shape;8618;p108"/>
            <p:cNvGrpSpPr/>
            <p:nvPr/>
          </p:nvGrpSpPr>
          <p:grpSpPr>
            <a:xfrm>
              <a:off x="-2755275" y="2288138"/>
              <a:ext cx="365275" cy="354875"/>
              <a:chOff x="-2755275" y="1020175"/>
              <a:chExt cx="365275" cy="354875"/>
            </a:xfrm>
          </p:grpSpPr>
          <p:sp>
            <p:nvSpPr>
              <p:cNvPr id="8619" name="Google Shape;8619;p108"/>
              <p:cNvSpPr/>
              <p:nvPr/>
            </p:nvSpPr>
            <p:spPr>
              <a:xfrm>
                <a:off x="-2755275" y="1020300"/>
                <a:ext cx="365275" cy="354750"/>
              </a:xfrm>
              <a:custGeom>
                <a:rect b="b" l="l" r="r" t="t"/>
                <a:pathLst>
                  <a:path extrusionOk="0" h="14190" w="14611">
                    <a:moveTo>
                      <a:pt x="7309" y="1"/>
                    </a:moveTo>
                    <a:cubicBezTo>
                      <a:pt x="6963" y="1"/>
                      <a:pt x="6616" y="26"/>
                      <a:pt x="6269" y="77"/>
                    </a:cubicBezTo>
                    <a:cubicBezTo>
                      <a:pt x="4405" y="353"/>
                      <a:pt x="2726" y="1356"/>
                      <a:pt x="1602" y="2867"/>
                    </a:cubicBezTo>
                    <a:cubicBezTo>
                      <a:pt x="477" y="4378"/>
                      <a:pt x="0" y="6273"/>
                      <a:pt x="275" y="8134"/>
                    </a:cubicBezTo>
                    <a:cubicBezTo>
                      <a:pt x="550" y="9995"/>
                      <a:pt x="1554" y="11671"/>
                      <a:pt x="3067" y="12792"/>
                    </a:cubicBezTo>
                    <a:cubicBezTo>
                      <a:pt x="4299" y="13705"/>
                      <a:pt x="5786" y="14190"/>
                      <a:pt x="7303" y="14190"/>
                    </a:cubicBezTo>
                    <a:cubicBezTo>
                      <a:pt x="7649" y="14190"/>
                      <a:pt x="7996" y="14165"/>
                      <a:pt x="8342" y="14114"/>
                    </a:cubicBezTo>
                    <a:cubicBezTo>
                      <a:pt x="10206" y="13838"/>
                      <a:pt x="11885" y="12834"/>
                      <a:pt x="13009" y="11323"/>
                    </a:cubicBezTo>
                    <a:cubicBezTo>
                      <a:pt x="14134" y="9813"/>
                      <a:pt x="14611" y="7919"/>
                      <a:pt x="14336" y="6057"/>
                    </a:cubicBezTo>
                    <a:cubicBezTo>
                      <a:pt x="14061" y="4196"/>
                      <a:pt x="13057" y="2520"/>
                      <a:pt x="11544" y="1399"/>
                    </a:cubicBezTo>
                    <a:cubicBezTo>
                      <a:pt x="10312" y="486"/>
                      <a:pt x="8826" y="1"/>
                      <a:pt x="7309" y="1"/>
                    </a:cubicBezTo>
                    <a:close/>
                  </a:path>
                </a:pathLst>
              </a:custGeom>
              <a:solidFill>
                <a:srgbClr val="020001">
                  <a:alpha val="8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108"/>
              <p:cNvSpPr/>
              <p:nvPr/>
            </p:nvSpPr>
            <p:spPr>
              <a:xfrm>
                <a:off x="-2737000" y="1020175"/>
                <a:ext cx="333050" cy="354175"/>
              </a:xfrm>
              <a:custGeom>
                <a:rect b="b" l="l" r="r" t="t"/>
                <a:pathLst>
                  <a:path extrusionOk="0" h="14167" w="13322">
                    <a:moveTo>
                      <a:pt x="6666" y="1"/>
                    </a:moveTo>
                    <a:cubicBezTo>
                      <a:pt x="7261" y="1957"/>
                      <a:pt x="9045" y="4031"/>
                      <a:pt x="8004" y="5732"/>
                    </a:cubicBezTo>
                    <a:cubicBezTo>
                      <a:pt x="7455" y="6679"/>
                      <a:pt x="5887" y="6312"/>
                      <a:pt x="4707" y="6870"/>
                    </a:cubicBezTo>
                    <a:cubicBezTo>
                      <a:pt x="3864" y="7282"/>
                      <a:pt x="2917" y="7215"/>
                      <a:pt x="1977" y="7552"/>
                    </a:cubicBezTo>
                    <a:cubicBezTo>
                      <a:pt x="1852" y="7618"/>
                      <a:pt x="1688" y="7736"/>
                      <a:pt x="1661" y="7875"/>
                    </a:cubicBezTo>
                    <a:cubicBezTo>
                      <a:pt x="1485" y="8790"/>
                      <a:pt x="998" y="9759"/>
                      <a:pt x="1" y="9771"/>
                    </a:cubicBezTo>
                    <a:cubicBezTo>
                      <a:pt x="418" y="10808"/>
                      <a:pt x="1082" y="11755"/>
                      <a:pt x="1978" y="12514"/>
                    </a:cubicBezTo>
                    <a:cubicBezTo>
                      <a:pt x="3132" y="13489"/>
                      <a:pt x="4491" y="14031"/>
                      <a:pt x="5871" y="14166"/>
                    </a:cubicBezTo>
                    <a:cubicBezTo>
                      <a:pt x="5795" y="13857"/>
                      <a:pt x="5741" y="13544"/>
                      <a:pt x="5707" y="13228"/>
                    </a:cubicBezTo>
                    <a:cubicBezTo>
                      <a:pt x="5686" y="13035"/>
                      <a:pt x="5674" y="12840"/>
                      <a:pt x="5666" y="12644"/>
                    </a:cubicBezTo>
                    <a:cubicBezTo>
                      <a:pt x="5454" y="11329"/>
                      <a:pt x="4520" y="10317"/>
                      <a:pt x="3963" y="9106"/>
                    </a:cubicBezTo>
                    <a:cubicBezTo>
                      <a:pt x="3466" y="8021"/>
                      <a:pt x="5191" y="7867"/>
                      <a:pt x="5960" y="7847"/>
                    </a:cubicBezTo>
                    <a:cubicBezTo>
                      <a:pt x="6062" y="7842"/>
                      <a:pt x="6159" y="7839"/>
                      <a:pt x="6250" y="7839"/>
                    </a:cubicBezTo>
                    <a:cubicBezTo>
                      <a:pt x="6432" y="7839"/>
                      <a:pt x="6594" y="7849"/>
                      <a:pt x="6737" y="7868"/>
                    </a:cubicBezTo>
                    <a:cubicBezTo>
                      <a:pt x="7110" y="8043"/>
                      <a:pt x="7463" y="8121"/>
                      <a:pt x="7797" y="8121"/>
                    </a:cubicBezTo>
                    <a:cubicBezTo>
                      <a:pt x="9183" y="8121"/>
                      <a:pt x="10232" y="6778"/>
                      <a:pt x="10965" y="5460"/>
                    </a:cubicBezTo>
                    <a:cubicBezTo>
                      <a:pt x="11079" y="5306"/>
                      <a:pt x="11280" y="5137"/>
                      <a:pt x="11530" y="5112"/>
                    </a:cubicBezTo>
                    <a:cubicBezTo>
                      <a:pt x="11739" y="5045"/>
                      <a:pt x="11958" y="5004"/>
                      <a:pt x="12180" y="4975"/>
                    </a:cubicBezTo>
                    <a:cubicBezTo>
                      <a:pt x="12499" y="4932"/>
                      <a:pt x="12819" y="4911"/>
                      <a:pt x="13140" y="4911"/>
                    </a:cubicBezTo>
                    <a:cubicBezTo>
                      <a:pt x="13200" y="4911"/>
                      <a:pt x="13261" y="4912"/>
                      <a:pt x="13322" y="4913"/>
                    </a:cubicBezTo>
                    <a:cubicBezTo>
                      <a:pt x="12928" y="3688"/>
                      <a:pt x="12203" y="2562"/>
                      <a:pt x="11170" y="1688"/>
                    </a:cubicBezTo>
                    <a:cubicBezTo>
                      <a:pt x="9846" y="569"/>
                      <a:pt x="8251" y="19"/>
                      <a:pt x="66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108"/>
              <p:cNvSpPr/>
              <p:nvPr/>
            </p:nvSpPr>
            <p:spPr>
              <a:xfrm>
                <a:off x="-2664450" y="1114125"/>
                <a:ext cx="175325" cy="167025"/>
              </a:xfrm>
              <a:custGeom>
                <a:rect b="b" l="l" r="r" t="t"/>
                <a:pathLst>
                  <a:path extrusionOk="0" h="6681" w="7013">
                    <a:moveTo>
                      <a:pt x="3684" y="0"/>
                    </a:moveTo>
                    <a:cubicBezTo>
                      <a:pt x="2827" y="0"/>
                      <a:pt x="1968" y="328"/>
                      <a:pt x="1312" y="984"/>
                    </a:cubicBezTo>
                    <a:cubicBezTo>
                      <a:pt x="5" y="2290"/>
                      <a:pt x="1" y="4406"/>
                      <a:pt x="1302" y="5707"/>
                    </a:cubicBezTo>
                    <a:cubicBezTo>
                      <a:pt x="1926" y="6331"/>
                      <a:pt x="2772" y="6681"/>
                      <a:pt x="3654" y="6681"/>
                    </a:cubicBezTo>
                    <a:cubicBezTo>
                      <a:pt x="3657" y="6681"/>
                      <a:pt x="3660" y="6681"/>
                      <a:pt x="3662" y="6681"/>
                    </a:cubicBezTo>
                    <a:cubicBezTo>
                      <a:pt x="4549" y="6679"/>
                      <a:pt x="5399" y="6326"/>
                      <a:pt x="6026" y="5697"/>
                    </a:cubicBezTo>
                    <a:cubicBezTo>
                      <a:pt x="6654" y="5070"/>
                      <a:pt x="7008" y="4219"/>
                      <a:pt x="7010" y="3334"/>
                    </a:cubicBezTo>
                    <a:cubicBezTo>
                      <a:pt x="7012" y="2447"/>
                      <a:pt x="6661" y="1599"/>
                      <a:pt x="6037" y="974"/>
                    </a:cubicBezTo>
                    <a:cubicBezTo>
                      <a:pt x="5388" y="324"/>
                      <a:pt x="4536" y="0"/>
                      <a:pt x="36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08"/>
              <p:cNvSpPr/>
              <p:nvPr/>
            </p:nvSpPr>
            <p:spPr>
              <a:xfrm>
                <a:off x="-2591150" y="1181150"/>
                <a:ext cx="36925" cy="32975"/>
              </a:xfrm>
              <a:custGeom>
                <a:rect b="b" l="l" r="r" t="t"/>
                <a:pathLst>
                  <a:path extrusionOk="0" h="1319" w="1477">
                    <a:moveTo>
                      <a:pt x="738" y="0"/>
                    </a:moveTo>
                    <a:cubicBezTo>
                      <a:pt x="326" y="0"/>
                      <a:pt x="1" y="381"/>
                      <a:pt x="96" y="810"/>
                    </a:cubicBezTo>
                    <a:cubicBezTo>
                      <a:pt x="150" y="1052"/>
                      <a:pt x="345" y="1247"/>
                      <a:pt x="588" y="1302"/>
                    </a:cubicBezTo>
                    <a:cubicBezTo>
                      <a:pt x="639" y="1313"/>
                      <a:pt x="689" y="1319"/>
                      <a:pt x="738" y="1319"/>
                    </a:cubicBezTo>
                    <a:cubicBezTo>
                      <a:pt x="1151" y="1319"/>
                      <a:pt x="1476" y="937"/>
                      <a:pt x="1380" y="508"/>
                    </a:cubicBezTo>
                    <a:cubicBezTo>
                      <a:pt x="1327" y="266"/>
                      <a:pt x="1132" y="71"/>
                      <a:pt x="889" y="17"/>
                    </a:cubicBezTo>
                    <a:cubicBezTo>
                      <a:pt x="838" y="6"/>
                      <a:pt x="787" y="0"/>
                      <a:pt x="7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23" name="Google Shape;8623;p108"/>
          <p:cNvGrpSpPr/>
          <p:nvPr/>
        </p:nvGrpSpPr>
        <p:grpSpPr>
          <a:xfrm rot="588872">
            <a:off x="75359" y="4494239"/>
            <a:ext cx="812858" cy="512799"/>
            <a:chOff x="-1963525" y="3710875"/>
            <a:chExt cx="260450" cy="164313"/>
          </a:xfrm>
        </p:grpSpPr>
        <p:sp>
          <p:nvSpPr>
            <p:cNvPr id="8624" name="Google Shape;8624;p108"/>
            <p:cNvSpPr/>
            <p:nvPr/>
          </p:nvSpPr>
          <p:spPr>
            <a:xfrm>
              <a:off x="-1963525" y="3710875"/>
              <a:ext cx="260450" cy="164225"/>
            </a:xfrm>
            <a:custGeom>
              <a:rect b="b" l="l" r="r" t="t"/>
              <a:pathLst>
                <a:path extrusionOk="0" h="6569" w="10418">
                  <a:moveTo>
                    <a:pt x="10075" y="0"/>
                  </a:moveTo>
                  <a:lnTo>
                    <a:pt x="365" y="1"/>
                  </a:lnTo>
                  <a:cubicBezTo>
                    <a:pt x="242" y="1"/>
                    <a:pt x="138" y="109"/>
                    <a:pt x="138" y="230"/>
                  </a:cubicBezTo>
                  <a:lnTo>
                    <a:pt x="138" y="739"/>
                  </a:lnTo>
                  <a:lnTo>
                    <a:pt x="138" y="3629"/>
                  </a:lnTo>
                  <a:lnTo>
                    <a:pt x="53" y="3629"/>
                  </a:lnTo>
                  <a:cubicBezTo>
                    <a:pt x="32" y="3656"/>
                    <a:pt x="28" y="3672"/>
                    <a:pt x="1" y="3695"/>
                  </a:cubicBezTo>
                  <a:lnTo>
                    <a:pt x="1" y="5827"/>
                  </a:lnTo>
                  <a:cubicBezTo>
                    <a:pt x="28" y="5849"/>
                    <a:pt x="33" y="5860"/>
                    <a:pt x="53" y="5883"/>
                  </a:cubicBezTo>
                  <a:lnTo>
                    <a:pt x="138" y="5883"/>
                  </a:lnTo>
                  <a:lnTo>
                    <a:pt x="138" y="6359"/>
                  </a:lnTo>
                  <a:cubicBezTo>
                    <a:pt x="138" y="6482"/>
                    <a:pt x="241" y="6569"/>
                    <a:pt x="365" y="6569"/>
                  </a:cubicBezTo>
                  <a:lnTo>
                    <a:pt x="10075" y="6567"/>
                  </a:lnTo>
                  <a:cubicBezTo>
                    <a:pt x="10197" y="6567"/>
                    <a:pt x="10282" y="6481"/>
                    <a:pt x="10282" y="6358"/>
                  </a:cubicBezTo>
                  <a:lnTo>
                    <a:pt x="10282" y="5881"/>
                  </a:lnTo>
                  <a:lnTo>
                    <a:pt x="10369" y="5881"/>
                  </a:lnTo>
                  <a:cubicBezTo>
                    <a:pt x="10391" y="5859"/>
                    <a:pt x="10391" y="5848"/>
                    <a:pt x="10418" y="5826"/>
                  </a:cubicBezTo>
                  <a:lnTo>
                    <a:pt x="10418" y="3693"/>
                  </a:lnTo>
                  <a:cubicBezTo>
                    <a:pt x="10391" y="3672"/>
                    <a:pt x="10391" y="3656"/>
                    <a:pt x="10369" y="3628"/>
                  </a:cubicBezTo>
                  <a:lnTo>
                    <a:pt x="10282" y="3628"/>
                  </a:lnTo>
                  <a:lnTo>
                    <a:pt x="10282" y="738"/>
                  </a:lnTo>
                  <a:lnTo>
                    <a:pt x="10282" y="229"/>
                  </a:lnTo>
                  <a:cubicBezTo>
                    <a:pt x="10282" y="107"/>
                    <a:pt x="10197" y="0"/>
                    <a:pt x="10075"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5" name="Google Shape;8625;p108"/>
            <p:cNvGrpSpPr/>
            <p:nvPr/>
          </p:nvGrpSpPr>
          <p:grpSpPr>
            <a:xfrm>
              <a:off x="-1963525" y="3710913"/>
              <a:ext cx="260450" cy="164275"/>
              <a:chOff x="-1963525" y="2442950"/>
              <a:chExt cx="260450" cy="164275"/>
            </a:xfrm>
          </p:grpSpPr>
          <p:sp>
            <p:nvSpPr>
              <p:cNvPr id="8626" name="Google Shape;8626;p108"/>
              <p:cNvSpPr/>
              <p:nvPr/>
            </p:nvSpPr>
            <p:spPr>
              <a:xfrm>
                <a:off x="-1963525" y="2533650"/>
                <a:ext cx="260450" cy="56425"/>
              </a:xfrm>
              <a:custGeom>
                <a:rect b="b" l="l" r="r" t="t"/>
                <a:pathLst>
                  <a:path extrusionOk="0" h="2257" w="10418">
                    <a:moveTo>
                      <a:pt x="10369" y="1"/>
                    </a:moveTo>
                    <a:lnTo>
                      <a:pt x="53" y="3"/>
                    </a:lnTo>
                    <a:cubicBezTo>
                      <a:pt x="33" y="31"/>
                      <a:pt x="28" y="47"/>
                      <a:pt x="1" y="69"/>
                    </a:cubicBezTo>
                    <a:lnTo>
                      <a:pt x="1" y="2202"/>
                    </a:lnTo>
                    <a:cubicBezTo>
                      <a:pt x="28" y="2224"/>
                      <a:pt x="32" y="2235"/>
                      <a:pt x="53" y="2257"/>
                    </a:cubicBezTo>
                    <a:lnTo>
                      <a:pt x="10369" y="2255"/>
                    </a:lnTo>
                    <a:cubicBezTo>
                      <a:pt x="10391" y="2233"/>
                      <a:pt x="10391" y="2221"/>
                      <a:pt x="10418" y="2199"/>
                    </a:cubicBezTo>
                    <a:lnTo>
                      <a:pt x="10418" y="67"/>
                    </a:lnTo>
                    <a:cubicBezTo>
                      <a:pt x="10391" y="44"/>
                      <a:pt x="10391" y="28"/>
                      <a:pt x="103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108"/>
              <p:cNvSpPr/>
              <p:nvPr/>
            </p:nvSpPr>
            <p:spPr>
              <a:xfrm>
                <a:off x="-1960125" y="2442950"/>
                <a:ext cx="253650" cy="164275"/>
              </a:xfrm>
              <a:custGeom>
                <a:rect b="b" l="l" r="r" t="t"/>
                <a:pathLst>
                  <a:path extrusionOk="0" h="6571" w="10146">
                    <a:moveTo>
                      <a:pt x="9937" y="0"/>
                    </a:moveTo>
                    <a:lnTo>
                      <a:pt x="227" y="1"/>
                    </a:lnTo>
                    <a:cubicBezTo>
                      <a:pt x="105" y="1"/>
                      <a:pt x="0" y="109"/>
                      <a:pt x="0" y="232"/>
                    </a:cubicBezTo>
                    <a:lnTo>
                      <a:pt x="0" y="739"/>
                    </a:lnTo>
                    <a:lnTo>
                      <a:pt x="2" y="6362"/>
                    </a:lnTo>
                    <a:cubicBezTo>
                      <a:pt x="2" y="6483"/>
                      <a:pt x="105" y="6570"/>
                      <a:pt x="229" y="6570"/>
                    </a:cubicBezTo>
                    <a:lnTo>
                      <a:pt x="9939" y="6569"/>
                    </a:lnTo>
                    <a:cubicBezTo>
                      <a:pt x="10061" y="6569"/>
                      <a:pt x="10146" y="6482"/>
                      <a:pt x="10146" y="6360"/>
                    </a:cubicBezTo>
                    <a:lnTo>
                      <a:pt x="10143" y="738"/>
                    </a:lnTo>
                    <a:lnTo>
                      <a:pt x="10143" y="230"/>
                    </a:lnTo>
                    <a:cubicBezTo>
                      <a:pt x="10143" y="108"/>
                      <a:pt x="10061" y="0"/>
                      <a:pt x="99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108"/>
              <p:cNvSpPr/>
              <p:nvPr/>
            </p:nvSpPr>
            <p:spPr>
              <a:xfrm>
                <a:off x="-1953625" y="2448675"/>
                <a:ext cx="11300" cy="11325"/>
              </a:xfrm>
              <a:custGeom>
                <a:rect b="b" l="l" r="r" t="t"/>
                <a:pathLst>
                  <a:path extrusionOk="0" h="453" w="452">
                    <a:moveTo>
                      <a:pt x="225" y="1"/>
                    </a:moveTo>
                    <a:cubicBezTo>
                      <a:pt x="100" y="1"/>
                      <a:pt x="0" y="102"/>
                      <a:pt x="0" y="227"/>
                    </a:cubicBezTo>
                    <a:cubicBezTo>
                      <a:pt x="0" y="351"/>
                      <a:pt x="100" y="453"/>
                      <a:pt x="225" y="453"/>
                    </a:cubicBezTo>
                    <a:cubicBezTo>
                      <a:pt x="351" y="453"/>
                      <a:pt x="451" y="351"/>
                      <a:pt x="451" y="227"/>
                    </a:cubicBezTo>
                    <a:cubicBezTo>
                      <a:pt x="451" y="102"/>
                      <a:pt x="350"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108"/>
              <p:cNvSpPr/>
              <p:nvPr/>
            </p:nvSpPr>
            <p:spPr>
              <a:xfrm>
                <a:off x="-1724150" y="2448650"/>
                <a:ext cx="11300" cy="11325"/>
              </a:xfrm>
              <a:custGeom>
                <a:rect b="b" l="l" r="r" t="t"/>
                <a:pathLst>
                  <a:path extrusionOk="0" h="453" w="452">
                    <a:moveTo>
                      <a:pt x="229" y="0"/>
                    </a:moveTo>
                    <a:cubicBezTo>
                      <a:pt x="228" y="0"/>
                      <a:pt x="227" y="0"/>
                      <a:pt x="227" y="0"/>
                    </a:cubicBezTo>
                    <a:cubicBezTo>
                      <a:pt x="101" y="0"/>
                      <a:pt x="1" y="102"/>
                      <a:pt x="1" y="226"/>
                    </a:cubicBezTo>
                    <a:cubicBezTo>
                      <a:pt x="1" y="351"/>
                      <a:pt x="101" y="452"/>
                      <a:pt x="227" y="452"/>
                    </a:cubicBezTo>
                    <a:cubicBezTo>
                      <a:pt x="352" y="452"/>
                      <a:pt x="452" y="351"/>
                      <a:pt x="452" y="226"/>
                    </a:cubicBezTo>
                    <a:cubicBezTo>
                      <a:pt x="452" y="102"/>
                      <a:pt x="353" y="0"/>
                      <a:pt x="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108"/>
              <p:cNvSpPr/>
              <p:nvPr/>
            </p:nvSpPr>
            <p:spPr>
              <a:xfrm>
                <a:off x="-1953600" y="2590250"/>
                <a:ext cx="11325" cy="11300"/>
              </a:xfrm>
              <a:custGeom>
                <a:rect b="b" l="l" r="r" t="t"/>
                <a:pathLst>
                  <a:path extrusionOk="0" h="452" w="453">
                    <a:moveTo>
                      <a:pt x="226" y="0"/>
                    </a:moveTo>
                    <a:cubicBezTo>
                      <a:pt x="100" y="0"/>
                      <a:pt x="0" y="100"/>
                      <a:pt x="0" y="225"/>
                    </a:cubicBezTo>
                    <a:cubicBezTo>
                      <a:pt x="0" y="351"/>
                      <a:pt x="100" y="451"/>
                      <a:pt x="226" y="451"/>
                    </a:cubicBezTo>
                    <a:cubicBezTo>
                      <a:pt x="351" y="451"/>
                      <a:pt x="452" y="351"/>
                      <a:pt x="452" y="225"/>
                    </a:cubicBezTo>
                    <a:cubicBezTo>
                      <a:pt x="452" y="100"/>
                      <a:pt x="350" y="0"/>
                      <a:pt x="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108"/>
              <p:cNvSpPr/>
              <p:nvPr/>
            </p:nvSpPr>
            <p:spPr>
              <a:xfrm>
                <a:off x="-1724125" y="2590175"/>
                <a:ext cx="11325" cy="11350"/>
              </a:xfrm>
              <a:custGeom>
                <a:rect b="b" l="l" r="r" t="t"/>
                <a:pathLst>
                  <a:path extrusionOk="0" h="454" w="453">
                    <a:moveTo>
                      <a:pt x="229" y="1"/>
                    </a:moveTo>
                    <a:cubicBezTo>
                      <a:pt x="228" y="1"/>
                      <a:pt x="227" y="1"/>
                      <a:pt x="227" y="1"/>
                    </a:cubicBezTo>
                    <a:cubicBezTo>
                      <a:pt x="101" y="1"/>
                      <a:pt x="1" y="102"/>
                      <a:pt x="1" y="227"/>
                    </a:cubicBezTo>
                    <a:cubicBezTo>
                      <a:pt x="1" y="352"/>
                      <a:pt x="101" y="453"/>
                      <a:pt x="227" y="453"/>
                    </a:cubicBezTo>
                    <a:cubicBezTo>
                      <a:pt x="352" y="453"/>
                      <a:pt x="453" y="352"/>
                      <a:pt x="453" y="227"/>
                    </a:cubicBezTo>
                    <a:cubicBezTo>
                      <a:pt x="453" y="103"/>
                      <a:pt x="352" y="1"/>
                      <a:pt x="2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108"/>
              <p:cNvSpPr/>
              <p:nvPr/>
            </p:nvSpPr>
            <p:spPr>
              <a:xfrm>
                <a:off x="-1942900" y="2460125"/>
                <a:ext cx="219250" cy="102425"/>
              </a:xfrm>
              <a:custGeom>
                <a:rect b="b" l="l" r="r" t="t"/>
                <a:pathLst>
                  <a:path extrusionOk="0" h="4097" w="8770">
                    <a:moveTo>
                      <a:pt x="8330" y="1"/>
                    </a:moveTo>
                    <a:lnTo>
                      <a:pt x="441" y="2"/>
                    </a:lnTo>
                    <a:cubicBezTo>
                      <a:pt x="270" y="174"/>
                      <a:pt x="166" y="270"/>
                      <a:pt x="0" y="442"/>
                    </a:cubicBezTo>
                    <a:lnTo>
                      <a:pt x="1" y="4018"/>
                    </a:lnTo>
                    <a:cubicBezTo>
                      <a:pt x="1" y="4062"/>
                      <a:pt x="39" y="4097"/>
                      <a:pt x="83" y="4097"/>
                    </a:cubicBezTo>
                    <a:lnTo>
                      <a:pt x="8692" y="4096"/>
                    </a:lnTo>
                    <a:cubicBezTo>
                      <a:pt x="8736" y="4096"/>
                      <a:pt x="8769" y="4061"/>
                      <a:pt x="8769" y="4016"/>
                    </a:cubicBezTo>
                    <a:lnTo>
                      <a:pt x="8768" y="440"/>
                    </a:lnTo>
                    <a:cubicBezTo>
                      <a:pt x="8603" y="269"/>
                      <a:pt x="8501" y="172"/>
                      <a:pt x="8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108"/>
              <p:cNvSpPr/>
              <p:nvPr/>
            </p:nvSpPr>
            <p:spPr>
              <a:xfrm>
                <a:off x="-1912775" y="2568700"/>
                <a:ext cx="159150" cy="38525"/>
              </a:xfrm>
              <a:custGeom>
                <a:rect b="b" l="l" r="r" t="t"/>
                <a:pathLst>
                  <a:path extrusionOk="0" h="1541" w="6366">
                    <a:moveTo>
                      <a:pt x="5940" y="0"/>
                    </a:moveTo>
                    <a:lnTo>
                      <a:pt x="425" y="1"/>
                    </a:lnTo>
                    <a:cubicBezTo>
                      <a:pt x="338" y="1"/>
                      <a:pt x="264" y="69"/>
                      <a:pt x="248" y="155"/>
                    </a:cubicBezTo>
                    <a:lnTo>
                      <a:pt x="1" y="1540"/>
                    </a:lnTo>
                    <a:lnTo>
                      <a:pt x="6365" y="1539"/>
                    </a:lnTo>
                    <a:lnTo>
                      <a:pt x="6116" y="153"/>
                    </a:lnTo>
                    <a:cubicBezTo>
                      <a:pt x="6101" y="68"/>
                      <a:pt x="6026" y="0"/>
                      <a:pt x="59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08"/>
              <p:cNvSpPr/>
              <p:nvPr/>
            </p:nvSpPr>
            <p:spPr>
              <a:xfrm>
                <a:off x="-1895300" y="2591325"/>
                <a:ext cx="12525" cy="12525"/>
              </a:xfrm>
              <a:custGeom>
                <a:rect b="b" l="l" r="r" t="t"/>
                <a:pathLst>
                  <a:path extrusionOk="0" h="501" w="501">
                    <a:moveTo>
                      <a:pt x="253" y="0"/>
                    </a:moveTo>
                    <a:cubicBezTo>
                      <a:pt x="252" y="0"/>
                      <a:pt x="252" y="0"/>
                      <a:pt x="251" y="0"/>
                    </a:cubicBezTo>
                    <a:cubicBezTo>
                      <a:pt x="113" y="0"/>
                      <a:pt x="0" y="113"/>
                      <a:pt x="0" y="251"/>
                    </a:cubicBezTo>
                    <a:cubicBezTo>
                      <a:pt x="0" y="388"/>
                      <a:pt x="113" y="501"/>
                      <a:pt x="251" y="501"/>
                    </a:cubicBezTo>
                    <a:cubicBezTo>
                      <a:pt x="388" y="501"/>
                      <a:pt x="501" y="388"/>
                      <a:pt x="501" y="251"/>
                    </a:cubicBezTo>
                    <a:cubicBezTo>
                      <a:pt x="501" y="113"/>
                      <a:pt x="389" y="0"/>
                      <a:pt x="2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108"/>
              <p:cNvSpPr/>
              <p:nvPr/>
            </p:nvSpPr>
            <p:spPr>
              <a:xfrm>
                <a:off x="-1783650" y="2591300"/>
                <a:ext cx="12550" cy="12525"/>
              </a:xfrm>
              <a:custGeom>
                <a:rect b="b" l="l" r="r" t="t"/>
                <a:pathLst>
                  <a:path extrusionOk="0" h="501" w="502">
                    <a:moveTo>
                      <a:pt x="251" y="0"/>
                    </a:moveTo>
                    <a:cubicBezTo>
                      <a:pt x="112" y="0"/>
                      <a:pt x="1" y="113"/>
                      <a:pt x="1" y="250"/>
                    </a:cubicBezTo>
                    <a:cubicBezTo>
                      <a:pt x="1" y="388"/>
                      <a:pt x="112" y="501"/>
                      <a:pt x="251" y="501"/>
                    </a:cubicBezTo>
                    <a:cubicBezTo>
                      <a:pt x="389" y="501"/>
                      <a:pt x="501" y="388"/>
                      <a:pt x="501" y="250"/>
                    </a:cubicBezTo>
                    <a:cubicBezTo>
                      <a:pt x="501" y="113"/>
                      <a:pt x="389" y="0"/>
                      <a:pt x="2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08"/>
              <p:cNvSpPr/>
              <p:nvPr/>
            </p:nvSpPr>
            <p:spPr>
              <a:xfrm>
                <a:off x="-1869350" y="2588650"/>
                <a:ext cx="9650" cy="9650"/>
              </a:xfrm>
              <a:custGeom>
                <a:rect b="b" l="l" r="r" t="t"/>
                <a:pathLst>
                  <a:path extrusionOk="0" h="386" w="386">
                    <a:moveTo>
                      <a:pt x="188" y="0"/>
                    </a:moveTo>
                    <a:cubicBezTo>
                      <a:pt x="85" y="0"/>
                      <a:pt x="1" y="85"/>
                      <a:pt x="1" y="188"/>
                    </a:cubicBezTo>
                    <a:lnTo>
                      <a:pt x="1" y="198"/>
                    </a:lnTo>
                    <a:cubicBezTo>
                      <a:pt x="1" y="301"/>
                      <a:pt x="85" y="385"/>
                      <a:pt x="188" y="385"/>
                    </a:cubicBezTo>
                    <a:lnTo>
                      <a:pt x="199" y="385"/>
                    </a:lnTo>
                    <a:cubicBezTo>
                      <a:pt x="302" y="385"/>
                      <a:pt x="386" y="301"/>
                      <a:pt x="386" y="198"/>
                    </a:cubicBezTo>
                    <a:lnTo>
                      <a:pt x="386" y="188"/>
                    </a:lnTo>
                    <a:cubicBezTo>
                      <a:pt x="386" y="85"/>
                      <a:pt x="302" y="0"/>
                      <a:pt x="1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08"/>
              <p:cNvSpPr/>
              <p:nvPr/>
            </p:nvSpPr>
            <p:spPr>
              <a:xfrm>
                <a:off x="-1806800" y="2588650"/>
                <a:ext cx="9650" cy="9650"/>
              </a:xfrm>
              <a:custGeom>
                <a:rect b="b" l="l" r="r" t="t"/>
                <a:pathLst>
                  <a:path extrusionOk="0" h="386" w="386">
                    <a:moveTo>
                      <a:pt x="187" y="0"/>
                    </a:moveTo>
                    <a:cubicBezTo>
                      <a:pt x="84" y="0"/>
                      <a:pt x="0" y="85"/>
                      <a:pt x="0" y="188"/>
                    </a:cubicBezTo>
                    <a:lnTo>
                      <a:pt x="0" y="198"/>
                    </a:lnTo>
                    <a:cubicBezTo>
                      <a:pt x="0" y="301"/>
                      <a:pt x="84" y="385"/>
                      <a:pt x="187" y="385"/>
                    </a:cubicBezTo>
                    <a:lnTo>
                      <a:pt x="197" y="385"/>
                    </a:lnTo>
                    <a:cubicBezTo>
                      <a:pt x="300" y="385"/>
                      <a:pt x="385" y="301"/>
                      <a:pt x="385" y="198"/>
                    </a:cubicBezTo>
                    <a:lnTo>
                      <a:pt x="385" y="188"/>
                    </a:lnTo>
                    <a:cubicBezTo>
                      <a:pt x="385" y="85"/>
                      <a:pt x="300" y="0"/>
                      <a:pt x="1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108"/>
              <p:cNvSpPr/>
              <p:nvPr/>
            </p:nvSpPr>
            <p:spPr>
              <a:xfrm>
                <a:off x="-1905125" y="2464250"/>
                <a:ext cx="144350" cy="22725"/>
              </a:xfrm>
              <a:custGeom>
                <a:rect b="b" l="l" r="r" t="t"/>
                <a:pathLst>
                  <a:path extrusionOk="0" h="909" w="5774">
                    <a:moveTo>
                      <a:pt x="5436" y="1"/>
                    </a:moveTo>
                    <a:lnTo>
                      <a:pt x="337" y="2"/>
                    </a:lnTo>
                    <a:cubicBezTo>
                      <a:pt x="151" y="2"/>
                      <a:pt x="0" y="154"/>
                      <a:pt x="0" y="339"/>
                    </a:cubicBezTo>
                    <a:lnTo>
                      <a:pt x="0" y="573"/>
                    </a:lnTo>
                    <a:cubicBezTo>
                      <a:pt x="0" y="758"/>
                      <a:pt x="151" y="909"/>
                      <a:pt x="337" y="909"/>
                    </a:cubicBezTo>
                    <a:lnTo>
                      <a:pt x="5436" y="908"/>
                    </a:lnTo>
                    <a:cubicBezTo>
                      <a:pt x="5622" y="908"/>
                      <a:pt x="5773" y="757"/>
                      <a:pt x="5773" y="572"/>
                    </a:cubicBezTo>
                    <a:lnTo>
                      <a:pt x="5773" y="337"/>
                    </a:lnTo>
                    <a:cubicBezTo>
                      <a:pt x="5773" y="151"/>
                      <a:pt x="5622" y="1"/>
                      <a:pt x="54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108"/>
              <p:cNvSpPr/>
              <p:nvPr/>
            </p:nvSpPr>
            <p:spPr>
              <a:xfrm>
                <a:off x="-1941500" y="2483875"/>
                <a:ext cx="218450" cy="77300"/>
              </a:xfrm>
              <a:custGeom>
                <a:rect b="b" l="l" r="r" t="t"/>
                <a:pathLst>
                  <a:path extrusionOk="0" h="3092" w="8738">
                    <a:moveTo>
                      <a:pt x="8737" y="0"/>
                    </a:moveTo>
                    <a:lnTo>
                      <a:pt x="0" y="2241"/>
                    </a:lnTo>
                    <a:lnTo>
                      <a:pt x="0" y="3092"/>
                    </a:lnTo>
                    <a:lnTo>
                      <a:pt x="8738" y="853"/>
                    </a:lnTo>
                    <a:lnTo>
                      <a:pt x="87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08"/>
              <p:cNvSpPr/>
              <p:nvPr/>
            </p:nvSpPr>
            <p:spPr>
              <a:xfrm>
                <a:off x="-1900975" y="2470700"/>
                <a:ext cx="135375" cy="1575"/>
              </a:xfrm>
              <a:custGeom>
                <a:rect b="b" l="l" r="r" t="t"/>
                <a:pathLst>
                  <a:path extrusionOk="0" h="63" w="5415">
                    <a:moveTo>
                      <a:pt x="0" y="1"/>
                    </a:moveTo>
                    <a:lnTo>
                      <a:pt x="0" y="63"/>
                    </a:lnTo>
                    <a:lnTo>
                      <a:pt x="5414" y="63"/>
                    </a:lnTo>
                    <a:lnTo>
                      <a:pt x="54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08"/>
              <p:cNvSpPr/>
              <p:nvPr/>
            </p:nvSpPr>
            <p:spPr>
              <a:xfrm>
                <a:off x="-1900975" y="2478975"/>
                <a:ext cx="135375" cy="1550"/>
              </a:xfrm>
              <a:custGeom>
                <a:rect b="b" l="l" r="r" t="t"/>
                <a:pathLst>
                  <a:path extrusionOk="0" h="62" w="5415">
                    <a:moveTo>
                      <a:pt x="0" y="0"/>
                    </a:moveTo>
                    <a:lnTo>
                      <a:pt x="0" y="62"/>
                    </a:lnTo>
                    <a:lnTo>
                      <a:pt x="5414" y="62"/>
                    </a:lnTo>
                    <a:lnTo>
                      <a:pt x="54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108"/>
              <p:cNvSpPr/>
              <p:nvPr/>
            </p:nvSpPr>
            <p:spPr>
              <a:xfrm>
                <a:off x="-1910875" y="2493450"/>
                <a:ext cx="155275" cy="44050"/>
              </a:xfrm>
              <a:custGeom>
                <a:rect b="b" l="l" r="r" t="t"/>
                <a:pathLst>
                  <a:path extrusionOk="0" h="1762" w="6211">
                    <a:moveTo>
                      <a:pt x="5330" y="0"/>
                    </a:moveTo>
                    <a:lnTo>
                      <a:pt x="880" y="2"/>
                    </a:lnTo>
                    <a:cubicBezTo>
                      <a:pt x="395" y="2"/>
                      <a:pt x="0" y="396"/>
                      <a:pt x="0" y="881"/>
                    </a:cubicBezTo>
                    <a:cubicBezTo>
                      <a:pt x="0" y="1366"/>
                      <a:pt x="395" y="1762"/>
                      <a:pt x="880" y="1762"/>
                    </a:cubicBezTo>
                    <a:lnTo>
                      <a:pt x="5330" y="1760"/>
                    </a:lnTo>
                    <a:cubicBezTo>
                      <a:pt x="5815" y="1760"/>
                      <a:pt x="6211" y="1365"/>
                      <a:pt x="6211" y="880"/>
                    </a:cubicBezTo>
                    <a:cubicBezTo>
                      <a:pt x="6211" y="395"/>
                      <a:pt x="5815" y="0"/>
                      <a:pt x="5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08"/>
              <p:cNvSpPr/>
              <p:nvPr/>
            </p:nvSpPr>
            <p:spPr>
              <a:xfrm>
                <a:off x="-1907850" y="2496900"/>
                <a:ext cx="148425" cy="37150"/>
              </a:xfrm>
              <a:custGeom>
                <a:rect b="b" l="l" r="r" t="t"/>
                <a:pathLst>
                  <a:path extrusionOk="0" h="1486" w="5937">
                    <a:moveTo>
                      <a:pt x="5196" y="0"/>
                    </a:moveTo>
                    <a:lnTo>
                      <a:pt x="742" y="1"/>
                    </a:lnTo>
                    <a:cubicBezTo>
                      <a:pt x="332" y="1"/>
                      <a:pt x="1" y="334"/>
                      <a:pt x="1" y="743"/>
                    </a:cubicBezTo>
                    <a:cubicBezTo>
                      <a:pt x="1" y="1154"/>
                      <a:pt x="332" y="1485"/>
                      <a:pt x="742" y="1485"/>
                    </a:cubicBezTo>
                    <a:lnTo>
                      <a:pt x="5196" y="1484"/>
                    </a:lnTo>
                    <a:cubicBezTo>
                      <a:pt x="5606" y="1484"/>
                      <a:pt x="5937" y="1152"/>
                      <a:pt x="5937" y="742"/>
                    </a:cubicBezTo>
                    <a:cubicBezTo>
                      <a:pt x="5937" y="334"/>
                      <a:pt x="5605" y="0"/>
                      <a:pt x="5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08"/>
              <p:cNvSpPr/>
              <p:nvPr/>
            </p:nvSpPr>
            <p:spPr>
              <a:xfrm>
                <a:off x="-179827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108"/>
              <p:cNvSpPr/>
              <p:nvPr/>
            </p:nvSpPr>
            <p:spPr>
              <a:xfrm>
                <a:off x="-179664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108"/>
              <p:cNvSpPr/>
              <p:nvPr/>
            </p:nvSpPr>
            <p:spPr>
              <a:xfrm>
                <a:off x="-178585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108"/>
              <p:cNvSpPr/>
              <p:nvPr/>
            </p:nvSpPr>
            <p:spPr>
              <a:xfrm>
                <a:off x="-191052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08"/>
              <p:cNvSpPr/>
              <p:nvPr/>
            </p:nvSpPr>
            <p:spPr>
              <a:xfrm>
                <a:off x="-190889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08"/>
              <p:cNvSpPr/>
              <p:nvPr/>
            </p:nvSpPr>
            <p:spPr>
              <a:xfrm>
                <a:off x="-189810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8650" name="Shape 8650"/>
        <p:cNvGrpSpPr/>
        <p:nvPr/>
      </p:nvGrpSpPr>
      <p:grpSpPr>
        <a:xfrm>
          <a:off x="0" y="0"/>
          <a:ext cx="0" cy="0"/>
          <a:chOff x="0" y="0"/>
          <a:chExt cx="0" cy="0"/>
        </a:xfrm>
      </p:grpSpPr>
      <p:sp>
        <p:nvSpPr>
          <p:cNvPr id="8651" name="Google Shape;8651;p109"/>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8652" name="Google Shape;8652;p109"/>
          <p:cNvSpPr txBox="1"/>
          <p:nvPr>
            <p:ph idx="1" type="subTitle"/>
          </p:nvPr>
        </p:nvSpPr>
        <p:spPr>
          <a:xfrm>
            <a:off x="1537000" y="1657350"/>
            <a:ext cx="6076800" cy="1828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accent3"/>
              </a:buClr>
              <a:buSzPts val="1600"/>
              <a:buFont typeface="Work Sans Light"/>
              <a:buChar char="●"/>
              <a:defRPr/>
            </a:lvl1pPr>
            <a:lvl2pPr lvl="1" algn="ctr">
              <a:lnSpc>
                <a:spcPct val="100000"/>
              </a:lnSpc>
              <a:spcBef>
                <a:spcPts val="0"/>
              </a:spcBef>
              <a:spcAft>
                <a:spcPts val="0"/>
              </a:spcAft>
              <a:buClr>
                <a:srgbClr val="E76A28"/>
              </a:buClr>
              <a:buSzPts val="1600"/>
              <a:buFont typeface="Nunito Light"/>
              <a:buChar char="○"/>
              <a:defRPr/>
            </a:lvl2pPr>
            <a:lvl3pPr lvl="2" algn="ctr">
              <a:lnSpc>
                <a:spcPct val="100000"/>
              </a:lnSpc>
              <a:spcBef>
                <a:spcPts val="0"/>
              </a:spcBef>
              <a:spcAft>
                <a:spcPts val="0"/>
              </a:spcAft>
              <a:buClr>
                <a:srgbClr val="E76A28"/>
              </a:buClr>
              <a:buSzPts val="1500"/>
              <a:buFont typeface="Nunito Light"/>
              <a:buChar char="■"/>
              <a:defRPr/>
            </a:lvl3pPr>
            <a:lvl4pPr lvl="3" algn="ctr">
              <a:lnSpc>
                <a:spcPct val="100000"/>
              </a:lnSpc>
              <a:spcBef>
                <a:spcPts val="0"/>
              </a:spcBef>
              <a:spcAft>
                <a:spcPts val="0"/>
              </a:spcAft>
              <a:buClr>
                <a:srgbClr val="E76A28"/>
              </a:buClr>
              <a:buSzPts val="1500"/>
              <a:buFont typeface="Nunito Light"/>
              <a:buChar char="●"/>
              <a:defRPr/>
            </a:lvl4pPr>
            <a:lvl5pPr lvl="4" algn="ctr">
              <a:lnSpc>
                <a:spcPct val="100000"/>
              </a:lnSpc>
              <a:spcBef>
                <a:spcPts val="0"/>
              </a:spcBef>
              <a:spcAft>
                <a:spcPts val="0"/>
              </a:spcAft>
              <a:buClr>
                <a:srgbClr val="E76A28"/>
              </a:buClr>
              <a:buSzPts val="1400"/>
              <a:buFont typeface="Nunito Light"/>
              <a:buChar char="○"/>
              <a:defRPr/>
            </a:lvl5pPr>
            <a:lvl6pPr lvl="5" algn="ctr">
              <a:lnSpc>
                <a:spcPct val="100000"/>
              </a:lnSpc>
              <a:spcBef>
                <a:spcPts val="0"/>
              </a:spcBef>
              <a:spcAft>
                <a:spcPts val="0"/>
              </a:spcAft>
              <a:buClr>
                <a:srgbClr val="999999"/>
              </a:buClr>
              <a:buSzPts val="1400"/>
              <a:buFont typeface="Nunito Light"/>
              <a:buChar char="■"/>
              <a:defRPr/>
            </a:lvl6pPr>
            <a:lvl7pPr lvl="6" algn="ctr">
              <a:lnSpc>
                <a:spcPct val="100000"/>
              </a:lnSpc>
              <a:spcBef>
                <a:spcPts val="0"/>
              </a:spcBef>
              <a:spcAft>
                <a:spcPts val="0"/>
              </a:spcAft>
              <a:buClr>
                <a:srgbClr val="999999"/>
              </a:buClr>
              <a:buSzPts val="1300"/>
              <a:buFont typeface="Nunito Light"/>
              <a:buChar char="●"/>
              <a:defRPr/>
            </a:lvl7pPr>
            <a:lvl8pPr lvl="7" algn="ctr">
              <a:lnSpc>
                <a:spcPct val="100000"/>
              </a:lnSpc>
              <a:spcBef>
                <a:spcPts val="0"/>
              </a:spcBef>
              <a:spcAft>
                <a:spcPts val="0"/>
              </a:spcAft>
              <a:buClr>
                <a:srgbClr val="999999"/>
              </a:buClr>
              <a:buSzPts val="1300"/>
              <a:buFont typeface="Nunito Light"/>
              <a:buChar char="○"/>
              <a:defRPr/>
            </a:lvl8pPr>
            <a:lvl9pPr lvl="8" algn="ctr">
              <a:lnSpc>
                <a:spcPct val="100000"/>
              </a:lnSpc>
              <a:spcBef>
                <a:spcPts val="0"/>
              </a:spcBef>
              <a:spcAft>
                <a:spcPts val="0"/>
              </a:spcAft>
              <a:buClr>
                <a:srgbClr val="999999"/>
              </a:buClr>
              <a:buSzPts val="1400"/>
              <a:buFont typeface="Nunito Light"/>
              <a:buChar char="■"/>
              <a:defRPr/>
            </a:lvl9pPr>
          </a:lstStyle>
          <a:p/>
        </p:txBody>
      </p:sp>
      <p:grpSp>
        <p:nvGrpSpPr>
          <p:cNvPr id="8653" name="Google Shape;8653;p109"/>
          <p:cNvGrpSpPr/>
          <p:nvPr/>
        </p:nvGrpSpPr>
        <p:grpSpPr>
          <a:xfrm>
            <a:off x="-465804" y="64026"/>
            <a:ext cx="9505177" cy="4919935"/>
            <a:chOff x="-465804" y="64026"/>
            <a:chExt cx="9505177" cy="4919935"/>
          </a:xfrm>
        </p:grpSpPr>
        <p:grpSp>
          <p:nvGrpSpPr>
            <p:cNvPr id="8654" name="Google Shape;8654;p109"/>
            <p:cNvGrpSpPr/>
            <p:nvPr/>
          </p:nvGrpSpPr>
          <p:grpSpPr>
            <a:xfrm>
              <a:off x="-465804" y="952935"/>
              <a:ext cx="927849" cy="523955"/>
              <a:chOff x="3701784" y="1690738"/>
              <a:chExt cx="473416" cy="267338"/>
            </a:xfrm>
          </p:grpSpPr>
          <p:sp>
            <p:nvSpPr>
              <p:cNvPr id="8655" name="Google Shape;8655;p109"/>
              <p:cNvSpPr/>
              <p:nvPr/>
            </p:nvSpPr>
            <p:spPr>
              <a:xfrm>
                <a:off x="3701784" y="1690738"/>
                <a:ext cx="472025" cy="265900"/>
              </a:xfrm>
              <a:custGeom>
                <a:rect b="b" l="l" r="r" t="t"/>
                <a:pathLst>
                  <a:path extrusionOk="0" h="10636" w="18881">
                    <a:moveTo>
                      <a:pt x="9441" y="0"/>
                    </a:moveTo>
                    <a:cubicBezTo>
                      <a:pt x="4235" y="0"/>
                      <a:pt x="0" y="4236"/>
                      <a:pt x="0" y="9440"/>
                    </a:cubicBezTo>
                    <a:cubicBezTo>
                      <a:pt x="0" y="10102"/>
                      <a:pt x="536" y="10635"/>
                      <a:pt x="1195" y="10635"/>
                    </a:cubicBezTo>
                    <a:cubicBezTo>
                      <a:pt x="1855" y="10635"/>
                      <a:pt x="2389" y="10100"/>
                      <a:pt x="2389" y="9440"/>
                    </a:cubicBezTo>
                    <a:cubicBezTo>
                      <a:pt x="2389" y="5553"/>
                      <a:pt x="5552" y="2390"/>
                      <a:pt x="9439" y="2390"/>
                    </a:cubicBezTo>
                    <a:cubicBezTo>
                      <a:pt x="13326" y="2390"/>
                      <a:pt x="16489" y="5554"/>
                      <a:pt x="16489" y="9440"/>
                    </a:cubicBezTo>
                    <a:cubicBezTo>
                      <a:pt x="16489" y="10102"/>
                      <a:pt x="17024" y="10635"/>
                      <a:pt x="17683" y="10635"/>
                    </a:cubicBezTo>
                    <a:cubicBezTo>
                      <a:pt x="18343" y="10635"/>
                      <a:pt x="18878" y="10100"/>
                      <a:pt x="18878" y="9440"/>
                    </a:cubicBezTo>
                    <a:cubicBezTo>
                      <a:pt x="18880" y="4236"/>
                      <a:pt x="14646" y="0"/>
                      <a:pt x="9441"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09"/>
              <p:cNvSpPr/>
              <p:nvPr/>
            </p:nvSpPr>
            <p:spPr>
              <a:xfrm>
                <a:off x="3703175" y="1692175"/>
                <a:ext cx="472025" cy="265900"/>
              </a:xfrm>
              <a:custGeom>
                <a:rect b="b" l="l" r="r" t="t"/>
                <a:pathLst>
                  <a:path extrusionOk="0" h="10636" w="18881">
                    <a:moveTo>
                      <a:pt x="9441" y="0"/>
                    </a:moveTo>
                    <a:cubicBezTo>
                      <a:pt x="4236" y="0"/>
                      <a:pt x="1" y="4236"/>
                      <a:pt x="1" y="9440"/>
                    </a:cubicBezTo>
                    <a:cubicBezTo>
                      <a:pt x="1" y="10099"/>
                      <a:pt x="535" y="10635"/>
                      <a:pt x="1196" y="10635"/>
                    </a:cubicBezTo>
                    <a:cubicBezTo>
                      <a:pt x="1855" y="10635"/>
                      <a:pt x="2390" y="10100"/>
                      <a:pt x="2390" y="9440"/>
                    </a:cubicBezTo>
                    <a:cubicBezTo>
                      <a:pt x="2390" y="5553"/>
                      <a:pt x="5552" y="2390"/>
                      <a:pt x="9440" y="2390"/>
                    </a:cubicBezTo>
                    <a:cubicBezTo>
                      <a:pt x="13327" y="2390"/>
                      <a:pt x="16490" y="5552"/>
                      <a:pt x="16490" y="9440"/>
                    </a:cubicBezTo>
                    <a:cubicBezTo>
                      <a:pt x="16490" y="10099"/>
                      <a:pt x="17023" y="10635"/>
                      <a:pt x="17684" y="10635"/>
                    </a:cubicBezTo>
                    <a:cubicBezTo>
                      <a:pt x="18344" y="10635"/>
                      <a:pt x="18879" y="10099"/>
                      <a:pt x="18881" y="9440"/>
                    </a:cubicBezTo>
                    <a:cubicBezTo>
                      <a:pt x="18881" y="4236"/>
                      <a:pt x="14646" y="0"/>
                      <a:pt x="9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109"/>
            <p:cNvGrpSpPr/>
            <p:nvPr/>
          </p:nvGrpSpPr>
          <p:grpSpPr>
            <a:xfrm>
              <a:off x="986990" y="138810"/>
              <a:ext cx="261189" cy="248344"/>
              <a:chOff x="5164484" y="526738"/>
              <a:chExt cx="133266" cy="126713"/>
            </a:xfrm>
          </p:grpSpPr>
          <p:sp>
            <p:nvSpPr>
              <p:cNvPr id="8658" name="Google Shape;8658;p109"/>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09"/>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109"/>
            <p:cNvGrpSpPr/>
            <p:nvPr/>
          </p:nvGrpSpPr>
          <p:grpSpPr>
            <a:xfrm>
              <a:off x="8728353" y="3552920"/>
              <a:ext cx="311019" cy="311110"/>
              <a:chOff x="5038846" y="235350"/>
              <a:chExt cx="158691" cy="158738"/>
            </a:xfrm>
          </p:grpSpPr>
          <p:sp>
            <p:nvSpPr>
              <p:cNvPr id="8661" name="Google Shape;8661;p109"/>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09"/>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3" name="Google Shape;8663;p109"/>
            <p:cNvGrpSpPr/>
            <p:nvPr/>
          </p:nvGrpSpPr>
          <p:grpSpPr>
            <a:xfrm>
              <a:off x="7570896" y="4546097"/>
              <a:ext cx="393923" cy="394209"/>
              <a:chOff x="4296334" y="1527938"/>
              <a:chExt cx="200991" cy="201138"/>
            </a:xfrm>
          </p:grpSpPr>
          <p:sp>
            <p:nvSpPr>
              <p:cNvPr id="8664" name="Google Shape;8664;p109"/>
              <p:cNvSpPr/>
              <p:nvPr/>
            </p:nvSpPr>
            <p:spPr>
              <a:xfrm>
                <a:off x="4296334" y="1527938"/>
                <a:ext cx="199650" cy="199675"/>
              </a:xfrm>
              <a:custGeom>
                <a:rect b="b" l="l" r="r" t="t"/>
                <a:pathLst>
                  <a:path extrusionOk="0" h="7987" w="7986">
                    <a:moveTo>
                      <a:pt x="3993" y="0"/>
                    </a:moveTo>
                    <a:cubicBezTo>
                      <a:pt x="1788" y="0"/>
                      <a:pt x="0" y="1789"/>
                      <a:pt x="0" y="3993"/>
                    </a:cubicBezTo>
                    <a:cubicBezTo>
                      <a:pt x="0" y="6199"/>
                      <a:pt x="1789" y="7986"/>
                      <a:pt x="3993" y="7986"/>
                    </a:cubicBezTo>
                    <a:lnTo>
                      <a:pt x="7986" y="7986"/>
                    </a:lnTo>
                    <a:lnTo>
                      <a:pt x="7986" y="3993"/>
                    </a:lnTo>
                    <a:cubicBezTo>
                      <a:pt x="7986" y="1789"/>
                      <a:pt x="6197" y="0"/>
                      <a:pt x="3993"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109"/>
              <p:cNvSpPr/>
              <p:nvPr/>
            </p:nvSpPr>
            <p:spPr>
              <a:xfrm>
                <a:off x="4297675" y="1529400"/>
                <a:ext cx="199650" cy="199675"/>
              </a:xfrm>
              <a:custGeom>
                <a:rect b="b" l="l" r="r" t="t"/>
                <a:pathLst>
                  <a:path extrusionOk="0" h="7987" w="7986">
                    <a:moveTo>
                      <a:pt x="3994" y="0"/>
                    </a:moveTo>
                    <a:cubicBezTo>
                      <a:pt x="3994" y="0"/>
                      <a:pt x="3993" y="0"/>
                      <a:pt x="3993" y="0"/>
                    </a:cubicBezTo>
                    <a:cubicBezTo>
                      <a:pt x="1788" y="0"/>
                      <a:pt x="1" y="1787"/>
                      <a:pt x="1" y="3993"/>
                    </a:cubicBezTo>
                    <a:cubicBezTo>
                      <a:pt x="1" y="6198"/>
                      <a:pt x="1787" y="7986"/>
                      <a:pt x="3993" y="7986"/>
                    </a:cubicBezTo>
                    <a:lnTo>
                      <a:pt x="7985" y="7986"/>
                    </a:lnTo>
                    <a:lnTo>
                      <a:pt x="7985" y="3991"/>
                    </a:lnTo>
                    <a:cubicBezTo>
                      <a:pt x="7985" y="1787"/>
                      <a:pt x="6200" y="0"/>
                      <a:pt x="3994" y="0"/>
                    </a:cubicBezTo>
                    <a:close/>
                  </a:path>
                </a:pathLst>
              </a:custGeom>
              <a:solidFill>
                <a:srgbClr val="242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09"/>
              <p:cNvSpPr/>
              <p:nvPr/>
            </p:nvSpPr>
            <p:spPr>
              <a:xfrm>
                <a:off x="4297675" y="1529400"/>
                <a:ext cx="199650" cy="199675"/>
              </a:xfrm>
              <a:custGeom>
                <a:rect b="b" l="l" r="r" t="t"/>
                <a:pathLst>
                  <a:path extrusionOk="0" h="7987" w="7986">
                    <a:moveTo>
                      <a:pt x="3994" y="0"/>
                    </a:moveTo>
                    <a:cubicBezTo>
                      <a:pt x="3994" y="0"/>
                      <a:pt x="3993" y="0"/>
                      <a:pt x="3993" y="0"/>
                    </a:cubicBezTo>
                    <a:cubicBezTo>
                      <a:pt x="1788" y="0"/>
                      <a:pt x="1" y="1787"/>
                      <a:pt x="1" y="3993"/>
                    </a:cubicBezTo>
                    <a:cubicBezTo>
                      <a:pt x="1" y="6198"/>
                      <a:pt x="1787" y="7986"/>
                      <a:pt x="3993" y="7986"/>
                    </a:cubicBezTo>
                    <a:lnTo>
                      <a:pt x="7985" y="7986"/>
                    </a:lnTo>
                    <a:lnTo>
                      <a:pt x="7985" y="3991"/>
                    </a:lnTo>
                    <a:cubicBezTo>
                      <a:pt x="7985" y="1787"/>
                      <a:pt x="6200" y="0"/>
                      <a:pt x="3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109"/>
              <p:cNvSpPr/>
              <p:nvPr/>
            </p:nvSpPr>
            <p:spPr>
              <a:xfrm>
                <a:off x="4320825" y="1552575"/>
                <a:ext cx="153350" cy="153325"/>
              </a:xfrm>
              <a:custGeom>
                <a:rect b="b" l="l" r="r" t="t"/>
                <a:pathLst>
                  <a:path extrusionOk="0" h="6133" w="6134">
                    <a:moveTo>
                      <a:pt x="3067" y="0"/>
                    </a:moveTo>
                    <a:cubicBezTo>
                      <a:pt x="1376" y="0"/>
                      <a:pt x="1" y="1375"/>
                      <a:pt x="1" y="3066"/>
                    </a:cubicBezTo>
                    <a:cubicBezTo>
                      <a:pt x="1" y="4757"/>
                      <a:pt x="1376" y="6132"/>
                      <a:pt x="3067" y="6132"/>
                    </a:cubicBezTo>
                    <a:lnTo>
                      <a:pt x="6134" y="6132"/>
                    </a:lnTo>
                    <a:lnTo>
                      <a:pt x="6134" y="3066"/>
                    </a:lnTo>
                    <a:cubicBezTo>
                      <a:pt x="6134" y="1375"/>
                      <a:pt x="4758" y="0"/>
                      <a:pt x="30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109"/>
              <p:cNvSpPr/>
              <p:nvPr/>
            </p:nvSpPr>
            <p:spPr>
              <a:xfrm>
                <a:off x="4341275" y="1573000"/>
                <a:ext cx="112450" cy="112450"/>
              </a:xfrm>
              <a:custGeom>
                <a:rect b="b" l="l" r="r" t="t"/>
                <a:pathLst>
                  <a:path extrusionOk="0" h="4498" w="4498">
                    <a:moveTo>
                      <a:pt x="2250" y="1"/>
                    </a:moveTo>
                    <a:cubicBezTo>
                      <a:pt x="1009" y="1"/>
                      <a:pt x="1" y="1009"/>
                      <a:pt x="1" y="2249"/>
                    </a:cubicBezTo>
                    <a:cubicBezTo>
                      <a:pt x="1" y="3489"/>
                      <a:pt x="1009" y="4498"/>
                      <a:pt x="2250" y="4498"/>
                    </a:cubicBezTo>
                    <a:lnTo>
                      <a:pt x="4497" y="4498"/>
                    </a:lnTo>
                    <a:lnTo>
                      <a:pt x="4497" y="2249"/>
                    </a:lnTo>
                    <a:cubicBezTo>
                      <a:pt x="4497" y="1009"/>
                      <a:pt x="3489" y="1"/>
                      <a:pt x="22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109"/>
              <p:cNvSpPr/>
              <p:nvPr/>
            </p:nvSpPr>
            <p:spPr>
              <a:xfrm>
                <a:off x="4367125" y="1598825"/>
                <a:ext cx="60750" cy="60725"/>
              </a:xfrm>
              <a:custGeom>
                <a:rect b="b" l="l" r="r" t="t"/>
                <a:pathLst>
                  <a:path extrusionOk="0" h="2429" w="2430">
                    <a:moveTo>
                      <a:pt x="1215" y="1"/>
                    </a:moveTo>
                    <a:cubicBezTo>
                      <a:pt x="546" y="1"/>
                      <a:pt x="1" y="545"/>
                      <a:pt x="1" y="1214"/>
                    </a:cubicBezTo>
                    <a:cubicBezTo>
                      <a:pt x="1" y="1884"/>
                      <a:pt x="546" y="2429"/>
                      <a:pt x="1215" y="2429"/>
                    </a:cubicBezTo>
                    <a:lnTo>
                      <a:pt x="2429" y="2429"/>
                    </a:lnTo>
                    <a:lnTo>
                      <a:pt x="2429" y="1214"/>
                    </a:lnTo>
                    <a:cubicBezTo>
                      <a:pt x="2429" y="545"/>
                      <a:pt x="1884"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109"/>
            <p:cNvGrpSpPr/>
            <p:nvPr/>
          </p:nvGrpSpPr>
          <p:grpSpPr>
            <a:xfrm>
              <a:off x="71341" y="64026"/>
              <a:ext cx="735612" cy="682607"/>
              <a:chOff x="-3345900" y="2555950"/>
              <a:chExt cx="464050" cy="430613"/>
            </a:xfrm>
          </p:grpSpPr>
          <p:sp>
            <p:nvSpPr>
              <p:cNvPr id="8671" name="Google Shape;8671;p109"/>
              <p:cNvSpPr/>
              <p:nvPr/>
            </p:nvSpPr>
            <p:spPr>
              <a:xfrm>
                <a:off x="-3345900" y="2555950"/>
                <a:ext cx="464050" cy="430575"/>
              </a:xfrm>
              <a:custGeom>
                <a:rect b="b" l="l" r="r" t="t"/>
                <a:pathLst>
                  <a:path extrusionOk="0" h="17223" w="18562">
                    <a:moveTo>
                      <a:pt x="9284" y="7756"/>
                    </a:moveTo>
                    <a:cubicBezTo>
                      <a:pt x="9503" y="7756"/>
                      <a:pt x="9723" y="7840"/>
                      <a:pt x="9889" y="8006"/>
                    </a:cubicBezTo>
                    <a:cubicBezTo>
                      <a:pt x="10224" y="8341"/>
                      <a:pt x="10224" y="8883"/>
                      <a:pt x="9889" y="9218"/>
                    </a:cubicBezTo>
                    <a:cubicBezTo>
                      <a:pt x="9723" y="9385"/>
                      <a:pt x="9504" y="9469"/>
                      <a:pt x="9285" y="9469"/>
                    </a:cubicBezTo>
                    <a:cubicBezTo>
                      <a:pt x="9066" y="9469"/>
                      <a:pt x="8846" y="9385"/>
                      <a:pt x="8679" y="9218"/>
                    </a:cubicBezTo>
                    <a:cubicBezTo>
                      <a:pt x="8344" y="8883"/>
                      <a:pt x="8344" y="8341"/>
                      <a:pt x="8679" y="8006"/>
                    </a:cubicBezTo>
                    <a:cubicBezTo>
                      <a:pt x="8845" y="7840"/>
                      <a:pt x="9065" y="7756"/>
                      <a:pt x="9284" y="7756"/>
                    </a:cubicBezTo>
                    <a:close/>
                    <a:moveTo>
                      <a:pt x="9286" y="0"/>
                    </a:moveTo>
                    <a:cubicBezTo>
                      <a:pt x="8069" y="0"/>
                      <a:pt x="6853" y="257"/>
                      <a:pt x="5724" y="769"/>
                    </a:cubicBezTo>
                    <a:cubicBezTo>
                      <a:pt x="4809" y="1184"/>
                      <a:pt x="3949" y="1768"/>
                      <a:pt x="3196" y="2521"/>
                    </a:cubicBezTo>
                    <a:cubicBezTo>
                      <a:pt x="2441" y="3275"/>
                      <a:pt x="1857" y="4134"/>
                      <a:pt x="1440" y="5052"/>
                    </a:cubicBezTo>
                    <a:cubicBezTo>
                      <a:pt x="1" y="8223"/>
                      <a:pt x="585" y="12091"/>
                      <a:pt x="3196" y="14701"/>
                    </a:cubicBezTo>
                    <a:cubicBezTo>
                      <a:pt x="4876" y="16382"/>
                      <a:pt x="7079" y="17223"/>
                      <a:pt x="9282" y="17223"/>
                    </a:cubicBezTo>
                    <a:cubicBezTo>
                      <a:pt x="10475" y="17223"/>
                      <a:pt x="11668" y="16976"/>
                      <a:pt x="12778" y="16483"/>
                    </a:cubicBezTo>
                    <a:cubicBezTo>
                      <a:pt x="13719" y="16068"/>
                      <a:pt x="14599" y="15473"/>
                      <a:pt x="15373" y="14701"/>
                    </a:cubicBezTo>
                    <a:cubicBezTo>
                      <a:pt x="16146" y="13928"/>
                      <a:pt x="16741" y="13045"/>
                      <a:pt x="17156" y="12106"/>
                    </a:cubicBezTo>
                    <a:cubicBezTo>
                      <a:pt x="18561" y="8945"/>
                      <a:pt x="17967" y="5115"/>
                      <a:pt x="15373" y="2521"/>
                    </a:cubicBezTo>
                    <a:cubicBezTo>
                      <a:pt x="13691" y="840"/>
                      <a:pt x="11488" y="0"/>
                      <a:pt x="928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2" name="Google Shape;8672;p109"/>
              <p:cNvGrpSpPr/>
              <p:nvPr/>
            </p:nvGrpSpPr>
            <p:grpSpPr>
              <a:xfrm>
                <a:off x="-3345900" y="2555988"/>
                <a:ext cx="464050" cy="430575"/>
                <a:chOff x="-3345900" y="1288025"/>
                <a:chExt cx="464050" cy="430575"/>
              </a:xfrm>
            </p:grpSpPr>
            <p:sp>
              <p:nvSpPr>
                <p:cNvPr id="8673" name="Google Shape;8673;p109"/>
                <p:cNvSpPr/>
                <p:nvPr/>
              </p:nvSpPr>
              <p:spPr>
                <a:xfrm>
                  <a:off x="-3345900" y="1288025"/>
                  <a:ext cx="464050" cy="430575"/>
                </a:xfrm>
                <a:custGeom>
                  <a:rect b="b" l="l" r="r" t="t"/>
                  <a:pathLst>
                    <a:path extrusionOk="0" h="17223" w="18562">
                      <a:moveTo>
                        <a:pt x="9284" y="7757"/>
                      </a:moveTo>
                      <a:cubicBezTo>
                        <a:pt x="9503" y="7757"/>
                        <a:pt x="9723" y="7840"/>
                        <a:pt x="9889" y="8007"/>
                      </a:cubicBezTo>
                      <a:cubicBezTo>
                        <a:pt x="10224" y="8341"/>
                        <a:pt x="10224" y="8885"/>
                        <a:pt x="9889" y="9218"/>
                      </a:cubicBezTo>
                      <a:cubicBezTo>
                        <a:pt x="9723" y="9385"/>
                        <a:pt x="9504" y="9469"/>
                        <a:pt x="9285" y="9469"/>
                      </a:cubicBezTo>
                      <a:cubicBezTo>
                        <a:pt x="9066" y="9469"/>
                        <a:pt x="8846" y="9385"/>
                        <a:pt x="8679" y="9218"/>
                      </a:cubicBezTo>
                      <a:cubicBezTo>
                        <a:pt x="8344" y="8885"/>
                        <a:pt x="8344" y="8341"/>
                        <a:pt x="8679" y="8007"/>
                      </a:cubicBezTo>
                      <a:cubicBezTo>
                        <a:pt x="8845" y="7840"/>
                        <a:pt x="9065" y="7757"/>
                        <a:pt x="9284" y="7757"/>
                      </a:cubicBezTo>
                      <a:close/>
                      <a:moveTo>
                        <a:pt x="9285" y="1"/>
                      </a:moveTo>
                      <a:cubicBezTo>
                        <a:pt x="8069" y="1"/>
                        <a:pt x="6853" y="257"/>
                        <a:pt x="5724" y="769"/>
                      </a:cubicBezTo>
                      <a:cubicBezTo>
                        <a:pt x="4809" y="1184"/>
                        <a:pt x="3949" y="1769"/>
                        <a:pt x="3196" y="2522"/>
                      </a:cubicBezTo>
                      <a:cubicBezTo>
                        <a:pt x="2441" y="3276"/>
                        <a:pt x="1857" y="4134"/>
                        <a:pt x="1440" y="5052"/>
                      </a:cubicBezTo>
                      <a:cubicBezTo>
                        <a:pt x="1" y="8224"/>
                        <a:pt x="585" y="12091"/>
                        <a:pt x="3196" y="14701"/>
                      </a:cubicBezTo>
                      <a:cubicBezTo>
                        <a:pt x="4876" y="16382"/>
                        <a:pt x="7079" y="17223"/>
                        <a:pt x="9282" y="17223"/>
                      </a:cubicBezTo>
                      <a:cubicBezTo>
                        <a:pt x="10475" y="17223"/>
                        <a:pt x="11668" y="16976"/>
                        <a:pt x="12778" y="16483"/>
                      </a:cubicBezTo>
                      <a:cubicBezTo>
                        <a:pt x="13719" y="16068"/>
                        <a:pt x="14599" y="15474"/>
                        <a:pt x="15373" y="14701"/>
                      </a:cubicBezTo>
                      <a:cubicBezTo>
                        <a:pt x="16146" y="13928"/>
                        <a:pt x="16741" y="13046"/>
                        <a:pt x="17156" y="12106"/>
                      </a:cubicBezTo>
                      <a:cubicBezTo>
                        <a:pt x="18561" y="8946"/>
                        <a:pt x="17967" y="5115"/>
                        <a:pt x="15373" y="2522"/>
                      </a:cubicBezTo>
                      <a:cubicBezTo>
                        <a:pt x="13691" y="841"/>
                        <a:pt x="11488" y="1"/>
                        <a:pt x="92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09"/>
                <p:cNvSpPr/>
                <p:nvPr/>
              </p:nvSpPr>
              <p:spPr>
                <a:xfrm>
                  <a:off x="-3215075" y="1411025"/>
                  <a:ext cx="202575" cy="184600"/>
                </a:xfrm>
                <a:custGeom>
                  <a:rect b="b" l="l" r="r" t="t"/>
                  <a:pathLst>
                    <a:path extrusionOk="0" h="7384" w="8103">
                      <a:moveTo>
                        <a:pt x="4052" y="2837"/>
                      </a:moveTo>
                      <a:cubicBezTo>
                        <a:pt x="4272" y="2837"/>
                        <a:pt x="4491" y="2920"/>
                        <a:pt x="4658" y="3087"/>
                      </a:cubicBezTo>
                      <a:cubicBezTo>
                        <a:pt x="4993" y="3421"/>
                        <a:pt x="4993" y="3965"/>
                        <a:pt x="4658" y="4298"/>
                      </a:cubicBezTo>
                      <a:cubicBezTo>
                        <a:pt x="4491" y="4465"/>
                        <a:pt x="4272" y="4549"/>
                        <a:pt x="4052" y="4549"/>
                      </a:cubicBezTo>
                      <a:cubicBezTo>
                        <a:pt x="3833" y="4549"/>
                        <a:pt x="3614" y="4465"/>
                        <a:pt x="3447" y="4298"/>
                      </a:cubicBezTo>
                      <a:cubicBezTo>
                        <a:pt x="3112" y="3965"/>
                        <a:pt x="3112" y="3421"/>
                        <a:pt x="3447" y="3087"/>
                      </a:cubicBezTo>
                      <a:cubicBezTo>
                        <a:pt x="3614" y="2920"/>
                        <a:pt x="3833" y="2837"/>
                        <a:pt x="4052" y="2837"/>
                      </a:cubicBezTo>
                      <a:close/>
                      <a:moveTo>
                        <a:pt x="4051" y="1"/>
                      </a:moveTo>
                      <a:cubicBezTo>
                        <a:pt x="3107" y="1"/>
                        <a:pt x="2162" y="361"/>
                        <a:pt x="1442" y="1082"/>
                      </a:cubicBezTo>
                      <a:cubicBezTo>
                        <a:pt x="1" y="2523"/>
                        <a:pt x="1" y="4860"/>
                        <a:pt x="1442" y="6302"/>
                      </a:cubicBezTo>
                      <a:cubicBezTo>
                        <a:pt x="2162" y="7023"/>
                        <a:pt x="3107" y="7383"/>
                        <a:pt x="4052" y="7383"/>
                      </a:cubicBezTo>
                      <a:cubicBezTo>
                        <a:pt x="4997" y="7383"/>
                        <a:pt x="5941" y="7023"/>
                        <a:pt x="6661" y="6302"/>
                      </a:cubicBezTo>
                      <a:cubicBezTo>
                        <a:pt x="8102" y="4860"/>
                        <a:pt x="8102" y="2523"/>
                        <a:pt x="6661" y="1082"/>
                      </a:cubicBezTo>
                      <a:cubicBezTo>
                        <a:pt x="5940" y="361"/>
                        <a:pt x="4995" y="1"/>
                        <a:pt x="40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109"/>
                <p:cNvSpPr/>
                <p:nvPr/>
              </p:nvSpPr>
              <p:spPr>
                <a:xfrm>
                  <a:off x="-3169450" y="1452600"/>
                  <a:ext cx="111350" cy="101450"/>
                </a:xfrm>
                <a:custGeom>
                  <a:rect b="b" l="l" r="r" t="t"/>
                  <a:pathLst>
                    <a:path extrusionOk="0" h="4058" w="4454">
                      <a:moveTo>
                        <a:pt x="2227" y="1174"/>
                      </a:moveTo>
                      <a:cubicBezTo>
                        <a:pt x="2447" y="1174"/>
                        <a:pt x="2666" y="1257"/>
                        <a:pt x="2833" y="1424"/>
                      </a:cubicBezTo>
                      <a:cubicBezTo>
                        <a:pt x="3168" y="1758"/>
                        <a:pt x="3168" y="2302"/>
                        <a:pt x="2833" y="2635"/>
                      </a:cubicBezTo>
                      <a:cubicBezTo>
                        <a:pt x="2666" y="2802"/>
                        <a:pt x="2447" y="2886"/>
                        <a:pt x="2227" y="2886"/>
                      </a:cubicBezTo>
                      <a:cubicBezTo>
                        <a:pt x="2008" y="2886"/>
                        <a:pt x="1789" y="2802"/>
                        <a:pt x="1622" y="2635"/>
                      </a:cubicBezTo>
                      <a:cubicBezTo>
                        <a:pt x="1287" y="2302"/>
                        <a:pt x="1287" y="1758"/>
                        <a:pt x="1622" y="1424"/>
                      </a:cubicBezTo>
                      <a:cubicBezTo>
                        <a:pt x="1789" y="1257"/>
                        <a:pt x="2008" y="1174"/>
                        <a:pt x="2227" y="1174"/>
                      </a:cubicBezTo>
                      <a:close/>
                      <a:moveTo>
                        <a:pt x="2227" y="0"/>
                      </a:moveTo>
                      <a:cubicBezTo>
                        <a:pt x="1708" y="0"/>
                        <a:pt x="1188" y="198"/>
                        <a:pt x="792" y="595"/>
                      </a:cubicBezTo>
                      <a:cubicBezTo>
                        <a:pt x="0" y="1386"/>
                        <a:pt x="0" y="2671"/>
                        <a:pt x="792" y="3464"/>
                      </a:cubicBezTo>
                      <a:cubicBezTo>
                        <a:pt x="1188" y="3859"/>
                        <a:pt x="1708" y="4057"/>
                        <a:pt x="2227" y="4057"/>
                      </a:cubicBezTo>
                      <a:cubicBezTo>
                        <a:pt x="2746" y="4057"/>
                        <a:pt x="3265" y="3859"/>
                        <a:pt x="3661" y="3464"/>
                      </a:cubicBezTo>
                      <a:cubicBezTo>
                        <a:pt x="4454" y="2671"/>
                        <a:pt x="4454" y="1386"/>
                        <a:pt x="3661" y="595"/>
                      </a:cubicBezTo>
                      <a:cubicBezTo>
                        <a:pt x="3265" y="198"/>
                        <a:pt x="2746" y="0"/>
                        <a:pt x="22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76" name="Google Shape;8676;p109"/>
            <p:cNvGrpSpPr/>
            <p:nvPr/>
          </p:nvGrpSpPr>
          <p:grpSpPr>
            <a:xfrm>
              <a:off x="8180165" y="4175695"/>
              <a:ext cx="835764" cy="808265"/>
              <a:chOff x="-4685648" y="4235468"/>
              <a:chExt cx="778251" cy="752644"/>
            </a:xfrm>
          </p:grpSpPr>
          <p:sp>
            <p:nvSpPr>
              <p:cNvPr id="8677" name="Google Shape;8677;p109"/>
              <p:cNvSpPr/>
              <p:nvPr/>
            </p:nvSpPr>
            <p:spPr>
              <a:xfrm>
                <a:off x="-4685648" y="4235519"/>
                <a:ext cx="772057" cy="752339"/>
              </a:xfrm>
              <a:custGeom>
                <a:rect b="b" l="l" r="r" t="t"/>
                <a:pathLst>
                  <a:path extrusionOk="0" h="7402" w="7596">
                    <a:moveTo>
                      <a:pt x="772" y="5598"/>
                    </a:moveTo>
                    <a:lnTo>
                      <a:pt x="772" y="5627"/>
                    </a:lnTo>
                    <a:lnTo>
                      <a:pt x="772" y="6804"/>
                    </a:lnTo>
                    <a:lnTo>
                      <a:pt x="772" y="6895"/>
                    </a:lnTo>
                    <a:cubicBezTo>
                      <a:pt x="414" y="6895"/>
                      <a:pt x="124" y="6604"/>
                      <a:pt x="124" y="6247"/>
                    </a:cubicBezTo>
                    <a:cubicBezTo>
                      <a:pt x="124" y="5890"/>
                      <a:pt x="414" y="5598"/>
                      <a:pt x="772" y="5598"/>
                    </a:cubicBezTo>
                    <a:close/>
                    <a:moveTo>
                      <a:pt x="1954" y="1"/>
                    </a:moveTo>
                    <a:cubicBezTo>
                      <a:pt x="1806" y="1"/>
                      <a:pt x="1682" y="98"/>
                      <a:pt x="1640" y="231"/>
                    </a:cubicBezTo>
                    <a:lnTo>
                      <a:pt x="1135" y="231"/>
                    </a:lnTo>
                    <a:cubicBezTo>
                      <a:pt x="934" y="231"/>
                      <a:pt x="772" y="393"/>
                      <a:pt x="772" y="594"/>
                    </a:cubicBezTo>
                    <a:lnTo>
                      <a:pt x="772" y="759"/>
                    </a:lnTo>
                    <a:lnTo>
                      <a:pt x="772" y="934"/>
                    </a:lnTo>
                    <a:lnTo>
                      <a:pt x="772" y="1274"/>
                    </a:lnTo>
                    <a:lnTo>
                      <a:pt x="772" y="2450"/>
                    </a:lnTo>
                    <a:lnTo>
                      <a:pt x="772" y="3698"/>
                    </a:lnTo>
                    <a:lnTo>
                      <a:pt x="772" y="4379"/>
                    </a:lnTo>
                    <a:lnTo>
                      <a:pt x="772" y="5478"/>
                    </a:lnTo>
                    <a:cubicBezTo>
                      <a:pt x="346" y="5478"/>
                      <a:pt x="0" y="5823"/>
                      <a:pt x="0" y="6248"/>
                    </a:cubicBezTo>
                    <a:cubicBezTo>
                      <a:pt x="0" y="6672"/>
                      <a:pt x="346" y="7017"/>
                      <a:pt x="772" y="7017"/>
                    </a:cubicBezTo>
                    <a:lnTo>
                      <a:pt x="772" y="7087"/>
                    </a:lnTo>
                    <a:cubicBezTo>
                      <a:pt x="772" y="7262"/>
                      <a:pt x="912" y="7401"/>
                      <a:pt x="1085" y="7401"/>
                    </a:cubicBezTo>
                    <a:lnTo>
                      <a:pt x="5435" y="7401"/>
                    </a:lnTo>
                    <a:cubicBezTo>
                      <a:pt x="5608" y="7401"/>
                      <a:pt x="5748" y="7260"/>
                      <a:pt x="5748" y="7087"/>
                    </a:cubicBezTo>
                    <a:lnTo>
                      <a:pt x="5748" y="5639"/>
                    </a:lnTo>
                    <a:lnTo>
                      <a:pt x="5748" y="5420"/>
                    </a:lnTo>
                    <a:cubicBezTo>
                      <a:pt x="5881" y="5378"/>
                      <a:pt x="5978" y="5253"/>
                      <a:pt x="5978" y="5106"/>
                    </a:cubicBezTo>
                    <a:lnTo>
                      <a:pt x="5978" y="4941"/>
                    </a:lnTo>
                    <a:cubicBezTo>
                      <a:pt x="5978" y="4793"/>
                      <a:pt x="5881" y="4669"/>
                      <a:pt x="5748" y="4627"/>
                    </a:cubicBezTo>
                    <a:lnTo>
                      <a:pt x="5748" y="4346"/>
                    </a:lnTo>
                    <a:cubicBezTo>
                      <a:pt x="5881" y="4305"/>
                      <a:pt x="5978" y="4179"/>
                      <a:pt x="5978" y="4033"/>
                    </a:cubicBezTo>
                    <a:lnTo>
                      <a:pt x="5978" y="3868"/>
                    </a:lnTo>
                    <a:cubicBezTo>
                      <a:pt x="5978" y="3720"/>
                      <a:pt x="5881" y="3596"/>
                      <a:pt x="5748" y="3554"/>
                    </a:cubicBezTo>
                    <a:lnTo>
                      <a:pt x="5748" y="3332"/>
                    </a:lnTo>
                    <a:lnTo>
                      <a:pt x="5748" y="3063"/>
                    </a:lnTo>
                    <a:lnTo>
                      <a:pt x="6329" y="2698"/>
                    </a:lnTo>
                    <a:cubicBezTo>
                      <a:pt x="6345" y="2728"/>
                      <a:pt x="6376" y="2744"/>
                      <a:pt x="6407" y="2744"/>
                    </a:cubicBezTo>
                    <a:cubicBezTo>
                      <a:pt x="6412" y="2744"/>
                      <a:pt x="6417" y="2744"/>
                      <a:pt x="6422" y="2743"/>
                    </a:cubicBezTo>
                    <a:cubicBezTo>
                      <a:pt x="6577" y="2717"/>
                      <a:pt x="7031" y="2623"/>
                      <a:pt x="7419" y="2335"/>
                    </a:cubicBezTo>
                    <a:cubicBezTo>
                      <a:pt x="7497" y="2277"/>
                      <a:pt x="7550" y="2198"/>
                      <a:pt x="7576" y="2112"/>
                    </a:cubicBezTo>
                    <a:lnTo>
                      <a:pt x="7576" y="2113"/>
                    </a:lnTo>
                    <a:cubicBezTo>
                      <a:pt x="7584" y="2089"/>
                      <a:pt x="7589" y="2067"/>
                      <a:pt x="7591" y="2042"/>
                    </a:cubicBezTo>
                    <a:lnTo>
                      <a:pt x="7591" y="2041"/>
                    </a:lnTo>
                    <a:lnTo>
                      <a:pt x="7596" y="2002"/>
                    </a:lnTo>
                    <a:lnTo>
                      <a:pt x="7596" y="1996"/>
                    </a:lnTo>
                    <a:lnTo>
                      <a:pt x="7596" y="1957"/>
                    </a:lnTo>
                    <a:lnTo>
                      <a:pt x="7596" y="1954"/>
                    </a:lnTo>
                    <a:lnTo>
                      <a:pt x="7591" y="1916"/>
                    </a:lnTo>
                    <a:lnTo>
                      <a:pt x="7591" y="1912"/>
                    </a:lnTo>
                    <a:lnTo>
                      <a:pt x="7584" y="1873"/>
                    </a:lnTo>
                    <a:cubicBezTo>
                      <a:pt x="7584" y="1872"/>
                      <a:pt x="7583" y="1871"/>
                      <a:pt x="7583" y="1868"/>
                    </a:cubicBezTo>
                    <a:cubicBezTo>
                      <a:pt x="7575" y="1841"/>
                      <a:pt x="7566" y="1815"/>
                      <a:pt x="7553" y="1790"/>
                    </a:cubicBezTo>
                    <a:cubicBezTo>
                      <a:pt x="7553" y="1789"/>
                      <a:pt x="7552" y="1788"/>
                      <a:pt x="7552" y="1788"/>
                    </a:cubicBezTo>
                    <a:cubicBezTo>
                      <a:pt x="7545" y="1775"/>
                      <a:pt x="7539" y="1763"/>
                      <a:pt x="7532" y="1752"/>
                    </a:cubicBezTo>
                    <a:cubicBezTo>
                      <a:pt x="7529" y="1751"/>
                      <a:pt x="7529" y="1749"/>
                      <a:pt x="7528" y="1748"/>
                    </a:cubicBezTo>
                    <a:cubicBezTo>
                      <a:pt x="7521" y="1737"/>
                      <a:pt x="7513" y="1723"/>
                      <a:pt x="7504" y="1713"/>
                    </a:cubicBezTo>
                    <a:cubicBezTo>
                      <a:pt x="7419" y="1605"/>
                      <a:pt x="7289" y="1547"/>
                      <a:pt x="7158" y="1547"/>
                    </a:cubicBezTo>
                    <a:cubicBezTo>
                      <a:pt x="7117" y="1547"/>
                      <a:pt x="7075" y="1553"/>
                      <a:pt x="7034" y="1565"/>
                    </a:cubicBezTo>
                    <a:cubicBezTo>
                      <a:pt x="6991" y="1578"/>
                      <a:pt x="6948" y="1597"/>
                      <a:pt x="6908" y="1624"/>
                    </a:cubicBezTo>
                    <a:cubicBezTo>
                      <a:pt x="6907" y="1625"/>
                      <a:pt x="6904" y="1627"/>
                      <a:pt x="6903" y="1628"/>
                    </a:cubicBezTo>
                    <a:cubicBezTo>
                      <a:pt x="6895" y="1633"/>
                      <a:pt x="6889" y="1638"/>
                      <a:pt x="6882" y="1645"/>
                    </a:cubicBezTo>
                    <a:cubicBezTo>
                      <a:pt x="6878" y="1648"/>
                      <a:pt x="6876" y="1650"/>
                      <a:pt x="6873" y="1653"/>
                    </a:cubicBezTo>
                    <a:cubicBezTo>
                      <a:pt x="6867" y="1658"/>
                      <a:pt x="6862" y="1663"/>
                      <a:pt x="6857" y="1668"/>
                    </a:cubicBezTo>
                    <a:lnTo>
                      <a:pt x="6848" y="1676"/>
                    </a:lnTo>
                    <a:cubicBezTo>
                      <a:pt x="6841" y="1684"/>
                      <a:pt x="6833" y="1691"/>
                      <a:pt x="6827" y="1699"/>
                    </a:cubicBezTo>
                    <a:cubicBezTo>
                      <a:pt x="6826" y="1700"/>
                      <a:pt x="6825" y="1702"/>
                      <a:pt x="6823" y="1705"/>
                    </a:cubicBezTo>
                    <a:cubicBezTo>
                      <a:pt x="6817" y="1711"/>
                      <a:pt x="6811" y="1718"/>
                      <a:pt x="6806" y="1725"/>
                    </a:cubicBezTo>
                    <a:cubicBezTo>
                      <a:pt x="6805" y="1727"/>
                      <a:pt x="6802" y="1730"/>
                      <a:pt x="6801" y="1732"/>
                    </a:cubicBezTo>
                    <a:lnTo>
                      <a:pt x="6785" y="1756"/>
                    </a:lnTo>
                    <a:cubicBezTo>
                      <a:pt x="6784" y="1757"/>
                      <a:pt x="6783" y="1758"/>
                      <a:pt x="6783" y="1761"/>
                    </a:cubicBezTo>
                    <a:cubicBezTo>
                      <a:pt x="6778" y="1770"/>
                      <a:pt x="6773" y="1780"/>
                      <a:pt x="6768" y="1789"/>
                    </a:cubicBezTo>
                    <a:lnTo>
                      <a:pt x="6764" y="1797"/>
                    </a:lnTo>
                    <a:cubicBezTo>
                      <a:pt x="6760" y="1804"/>
                      <a:pt x="6758" y="1811"/>
                      <a:pt x="6754" y="1819"/>
                    </a:cubicBezTo>
                    <a:cubicBezTo>
                      <a:pt x="6753" y="1823"/>
                      <a:pt x="6752" y="1825"/>
                      <a:pt x="6750" y="1829"/>
                    </a:cubicBezTo>
                    <a:lnTo>
                      <a:pt x="6743" y="1852"/>
                    </a:lnTo>
                    <a:lnTo>
                      <a:pt x="6739" y="1868"/>
                    </a:lnTo>
                    <a:cubicBezTo>
                      <a:pt x="6738" y="1875"/>
                      <a:pt x="6735" y="1880"/>
                      <a:pt x="6734" y="1886"/>
                    </a:cubicBezTo>
                    <a:cubicBezTo>
                      <a:pt x="6733" y="1891"/>
                      <a:pt x="6732" y="1898"/>
                      <a:pt x="6730" y="1903"/>
                    </a:cubicBezTo>
                    <a:cubicBezTo>
                      <a:pt x="6729" y="1907"/>
                      <a:pt x="6729" y="1911"/>
                      <a:pt x="6729" y="1914"/>
                    </a:cubicBezTo>
                    <a:cubicBezTo>
                      <a:pt x="6717" y="1989"/>
                      <a:pt x="6723" y="2068"/>
                      <a:pt x="6752" y="2141"/>
                    </a:cubicBezTo>
                    <a:cubicBezTo>
                      <a:pt x="6778" y="2208"/>
                      <a:pt x="6754" y="2285"/>
                      <a:pt x="6697" y="2329"/>
                    </a:cubicBezTo>
                    <a:lnTo>
                      <a:pt x="6361" y="2578"/>
                    </a:lnTo>
                    <a:cubicBezTo>
                      <a:pt x="6329" y="2602"/>
                      <a:pt x="6312" y="2645"/>
                      <a:pt x="6325" y="2682"/>
                    </a:cubicBezTo>
                    <a:cubicBezTo>
                      <a:pt x="6228" y="2718"/>
                      <a:pt x="6035" y="2806"/>
                      <a:pt x="5752" y="3007"/>
                    </a:cubicBezTo>
                    <a:lnTo>
                      <a:pt x="5752" y="2285"/>
                    </a:lnTo>
                    <a:cubicBezTo>
                      <a:pt x="6018" y="2123"/>
                      <a:pt x="6141" y="1955"/>
                      <a:pt x="6193" y="1867"/>
                    </a:cubicBezTo>
                    <a:cubicBezTo>
                      <a:pt x="6206" y="1872"/>
                      <a:pt x="6219" y="1875"/>
                      <a:pt x="6232" y="1875"/>
                    </a:cubicBezTo>
                    <a:cubicBezTo>
                      <a:pt x="6256" y="1875"/>
                      <a:pt x="6279" y="1866"/>
                      <a:pt x="6296" y="1849"/>
                    </a:cubicBezTo>
                    <a:cubicBezTo>
                      <a:pt x="6408" y="1738"/>
                      <a:pt x="6721" y="1396"/>
                      <a:pt x="6869" y="937"/>
                    </a:cubicBezTo>
                    <a:cubicBezTo>
                      <a:pt x="6899" y="844"/>
                      <a:pt x="6897" y="748"/>
                      <a:pt x="6867" y="663"/>
                    </a:cubicBezTo>
                    <a:lnTo>
                      <a:pt x="6867" y="663"/>
                    </a:lnTo>
                    <a:lnTo>
                      <a:pt x="6868" y="664"/>
                    </a:lnTo>
                    <a:cubicBezTo>
                      <a:pt x="6861" y="642"/>
                      <a:pt x="6851" y="619"/>
                      <a:pt x="6840" y="597"/>
                    </a:cubicBezTo>
                    <a:cubicBezTo>
                      <a:pt x="6840" y="597"/>
                      <a:pt x="6840" y="596"/>
                      <a:pt x="6838" y="596"/>
                    </a:cubicBezTo>
                    <a:cubicBezTo>
                      <a:pt x="6832" y="585"/>
                      <a:pt x="6826" y="572"/>
                      <a:pt x="6817" y="562"/>
                    </a:cubicBezTo>
                    <a:cubicBezTo>
                      <a:pt x="6816" y="561"/>
                      <a:pt x="6815" y="559"/>
                      <a:pt x="6814" y="557"/>
                    </a:cubicBezTo>
                    <a:cubicBezTo>
                      <a:pt x="6806" y="547"/>
                      <a:pt x="6799" y="535"/>
                      <a:pt x="6791" y="526"/>
                    </a:cubicBezTo>
                    <a:lnTo>
                      <a:pt x="6790" y="525"/>
                    </a:lnTo>
                    <a:cubicBezTo>
                      <a:pt x="6781" y="515"/>
                      <a:pt x="6773" y="505"/>
                      <a:pt x="6764" y="497"/>
                    </a:cubicBezTo>
                    <a:lnTo>
                      <a:pt x="6761" y="494"/>
                    </a:lnTo>
                    <a:cubicBezTo>
                      <a:pt x="6752" y="485"/>
                      <a:pt x="6742" y="476"/>
                      <a:pt x="6732" y="467"/>
                    </a:cubicBezTo>
                    <a:cubicBezTo>
                      <a:pt x="6730" y="466"/>
                      <a:pt x="6729" y="464"/>
                      <a:pt x="6728" y="464"/>
                    </a:cubicBezTo>
                    <a:cubicBezTo>
                      <a:pt x="6706" y="448"/>
                      <a:pt x="6683" y="431"/>
                      <a:pt x="6657" y="418"/>
                    </a:cubicBezTo>
                    <a:cubicBezTo>
                      <a:pt x="6656" y="418"/>
                      <a:pt x="6656" y="417"/>
                      <a:pt x="6655" y="417"/>
                    </a:cubicBezTo>
                    <a:cubicBezTo>
                      <a:pt x="6642" y="410"/>
                      <a:pt x="6631" y="404"/>
                      <a:pt x="6618" y="399"/>
                    </a:cubicBezTo>
                    <a:cubicBezTo>
                      <a:pt x="6616" y="399"/>
                      <a:pt x="6615" y="397"/>
                      <a:pt x="6614" y="397"/>
                    </a:cubicBezTo>
                    <a:cubicBezTo>
                      <a:pt x="6601" y="392"/>
                      <a:pt x="6587" y="387"/>
                      <a:pt x="6573" y="384"/>
                    </a:cubicBezTo>
                    <a:cubicBezTo>
                      <a:pt x="6533" y="372"/>
                      <a:pt x="6493" y="366"/>
                      <a:pt x="6454" y="366"/>
                    </a:cubicBezTo>
                    <a:cubicBezTo>
                      <a:pt x="6318" y="366"/>
                      <a:pt x="6187" y="431"/>
                      <a:pt x="6103" y="538"/>
                    </a:cubicBezTo>
                    <a:cubicBezTo>
                      <a:pt x="6074" y="573"/>
                      <a:pt x="6052" y="614"/>
                      <a:pt x="6036" y="659"/>
                    </a:cubicBezTo>
                    <a:cubicBezTo>
                      <a:pt x="6035" y="662"/>
                      <a:pt x="6035" y="663"/>
                      <a:pt x="6035" y="665"/>
                    </a:cubicBezTo>
                    <a:cubicBezTo>
                      <a:pt x="6032" y="675"/>
                      <a:pt x="6030" y="682"/>
                      <a:pt x="6027" y="691"/>
                    </a:cubicBezTo>
                    <a:cubicBezTo>
                      <a:pt x="6026" y="695"/>
                      <a:pt x="6025" y="699"/>
                      <a:pt x="6025" y="702"/>
                    </a:cubicBezTo>
                    <a:cubicBezTo>
                      <a:pt x="6023" y="711"/>
                      <a:pt x="6021" y="719"/>
                      <a:pt x="6020" y="726"/>
                    </a:cubicBezTo>
                    <a:cubicBezTo>
                      <a:pt x="6020" y="730"/>
                      <a:pt x="6018" y="732"/>
                      <a:pt x="6018" y="737"/>
                    </a:cubicBezTo>
                    <a:cubicBezTo>
                      <a:pt x="6017" y="747"/>
                      <a:pt x="6016" y="758"/>
                      <a:pt x="6014" y="769"/>
                    </a:cubicBezTo>
                    <a:lnTo>
                      <a:pt x="6014" y="775"/>
                    </a:lnTo>
                    <a:cubicBezTo>
                      <a:pt x="6014" y="784"/>
                      <a:pt x="6012" y="793"/>
                      <a:pt x="6012" y="803"/>
                    </a:cubicBezTo>
                    <a:lnTo>
                      <a:pt x="6012" y="811"/>
                    </a:lnTo>
                    <a:cubicBezTo>
                      <a:pt x="6012" y="820"/>
                      <a:pt x="6012" y="829"/>
                      <a:pt x="6014" y="839"/>
                    </a:cubicBezTo>
                    <a:lnTo>
                      <a:pt x="6014" y="844"/>
                    </a:lnTo>
                    <a:cubicBezTo>
                      <a:pt x="6016" y="854"/>
                      <a:pt x="6017" y="866"/>
                      <a:pt x="6018" y="876"/>
                    </a:cubicBezTo>
                    <a:cubicBezTo>
                      <a:pt x="6018" y="878"/>
                      <a:pt x="6020" y="882"/>
                      <a:pt x="6020" y="885"/>
                    </a:cubicBezTo>
                    <a:cubicBezTo>
                      <a:pt x="6021" y="892"/>
                      <a:pt x="6022" y="901"/>
                      <a:pt x="6025" y="908"/>
                    </a:cubicBezTo>
                    <a:cubicBezTo>
                      <a:pt x="6026" y="912"/>
                      <a:pt x="6026" y="916"/>
                      <a:pt x="6027" y="918"/>
                    </a:cubicBezTo>
                    <a:cubicBezTo>
                      <a:pt x="6030" y="926"/>
                      <a:pt x="6032" y="934"/>
                      <a:pt x="6035" y="943"/>
                    </a:cubicBezTo>
                    <a:cubicBezTo>
                      <a:pt x="6036" y="948"/>
                      <a:pt x="6038" y="953"/>
                      <a:pt x="6040" y="958"/>
                    </a:cubicBezTo>
                    <a:cubicBezTo>
                      <a:pt x="6042" y="965"/>
                      <a:pt x="6043" y="970"/>
                      <a:pt x="6046" y="976"/>
                    </a:cubicBezTo>
                    <a:lnTo>
                      <a:pt x="6054" y="991"/>
                    </a:lnTo>
                    <a:cubicBezTo>
                      <a:pt x="6056" y="996"/>
                      <a:pt x="6058" y="999"/>
                      <a:pt x="6059" y="1002"/>
                    </a:cubicBezTo>
                    <a:cubicBezTo>
                      <a:pt x="6093" y="1071"/>
                      <a:pt x="6145" y="1130"/>
                      <a:pt x="6211" y="1172"/>
                    </a:cubicBezTo>
                    <a:cubicBezTo>
                      <a:pt x="6270" y="1212"/>
                      <a:pt x="6295" y="1288"/>
                      <a:pt x="6274" y="1357"/>
                    </a:cubicBezTo>
                    <a:lnTo>
                      <a:pt x="6146" y="1754"/>
                    </a:lnTo>
                    <a:cubicBezTo>
                      <a:pt x="6135" y="1788"/>
                      <a:pt x="6141" y="1825"/>
                      <a:pt x="6166" y="1851"/>
                    </a:cubicBezTo>
                    <a:lnTo>
                      <a:pt x="5752" y="2178"/>
                    </a:lnTo>
                    <a:lnTo>
                      <a:pt x="5752" y="594"/>
                    </a:lnTo>
                    <a:cubicBezTo>
                      <a:pt x="5752" y="393"/>
                      <a:pt x="5589" y="231"/>
                      <a:pt x="5388" y="231"/>
                    </a:cubicBezTo>
                    <a:lnTo>
                      <a:pt x="3479" y="231"/>
                    </a:lnTo>
                    <a:cubicBezTo>
                      <a:pt x="3438" y="98"/>
                      <a:pt x="3313" y="1"/>
                      <a:pt x="3166" y="1"/>
                    </a:cubicBezTo>
                    <a:lnTo>
                      <a:pt x="3001" y="1"/>
                    </a:lnTo>
                    <a:cubicBezTo>
                      <a:pt x="2853" y="1"/>
                      <a:pt x="2730" y="98"/>
                      <a:pt x="2687" y="231"/>
                    </a:cubicBezTo>
                    <a:lnTo>
                      <a:pt x="2431" y="231"/>
                    </a:lnTo>
                    <a:cubicBezTo>
                      <a:pt x="2390" y="98"/>
                      <a:pt x="2265" y="1"/>
                      <a:pt x="2119"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109"/>
              <p:cNvSpPr/>
              <p:nvPr/>
            </p:nvSpPr>
            <p:spPr>
              <a:xfrm>
                <a:off x="-4138220" y="4418727"/>
                <a:ext cx="84971" cy="67387"/>
              </a:xfrm>
              <a:custGeom>
                <a:rect b="b" l="l" r="r" t="t"/>
                <a:pathLst>
                  <a:path extrusionOk="0" fill="none" h="663" w="836">
                    <a:moveTo>
                      <a:pt x="836" y="1"/>
                    </a:moveTo>
                    <a:cubicBezTo>
                      <a:pt x="836" y="1"/>
                      <a:pt x="705" y="389"/>
                      <a:pt x="0" y="662"/>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109"/>
              <p:cNvSpPr/>
              <p:nvPr/>
            </p:nvSpPr>
            <p:spPr>
              <a:xfrm>
                <a:off x="-4079473" y="4272771"/>
                <a:ext cx="99302" cy="153680"/>
              </a:xfrm>
              <a:custGeom>
                <a:rect b="b" l="l" r="r" t="t"/>
                <a:pathLst>
                  <a:path extrusionOk="0" h="1512" w="977">
                    <a:moveTo>
                      <a:pt x="486" y="0"/>
                    </a:moveTo>
                    <a:cubicBezTo>
                      <a:pt x="305" y="0"/>
                      <a:pt x="132" y="115"/>
                      <a:pt x="69" y="292"/>
                    </a:cubicBezTo>
                    <a:cubicBezTo>
                      <a:pt x="1" y="488"/>
                      <a:pt x="78" y="697"/>
                      <a:pt x="242" y="805"/>
                    </a:cubicBezTo>
                    <a:cubicBezTo>
                      <a:pt x="302" y="845"/>
                      <a:pt x="327" y="921"/>
                      <a:pt x="305" y="990"/>
                    </a:cubicBezTo>
                    <a:lnTo>
                      <a:pt x="177" y="1387"/>
                    </a:lnTo>
                    <a:cubicBezTo>
                      <a:pt x="165" y="1427"/>
                      <a:pt x="176" y="1473"/>
                      <a:pt x="211" y="1495"/>
                    </a:cubicBezTo>
                    <a:cubicBezTo>
                      <a:pt x="227" y="1506"/>
                      <a:pt x="245" y="1512"/>
                      <a:pt x="263" y="1512"/>
                    </a:cubicBezTo>
                    <a:cubicBezTo>
                      <a:pt x="287" y="1512"/>
                      <a:pt x="311" y="1502"/>
                      <a:pt x="327" y="1485"/>
                    </a:cubicBezTo>
                    <a:cubicBezTo>
                      <a:pt x="439" y="1375"/>
                      <a:pt x="751" y="1032"/>
                      <a:pt x="900" y="573"/>
                    </a:cubicBezTo>
                    <a:cubicBezTo>
                      <a:pt x="976" y="339"/>
                      <a:pt x="843" y="87"/>
                      <a:pt x="606" y="18"/>
                    </a:cubicBezTo>
                    <a:cubicBezTo>
                      <a:pt x="566" y="6"/>
                      <a:pt x="526" y="0"/>
                      <a:pt x="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109"/>
              <p:cNvSpPr/>
              <p:nvPr/>
            </p:nvSpPr>
            <p:spPr>
              <a:xfrm>
                <a:off x="-4077745" y="4272872"/>
                <a:ext cx="89646" cy="70741"/>
              </a:xfrm>
              <a:custGeom>
                <a:rect b="b" l="l" r="r" t="t"/>
                <a:pathLst>
                  <a:path extrusionOk="0" h="696" w="882">
                    <a:moveTo>
                      <a:pt x="467" y="0"/>
                    </a:moveTo>
                    <a:cubicBezTo>
                      <a:pt x="286" y="0"/>
                      <a:pt x="114" y="115"/>
                      <a:pt x="51" y="292"/>
                    </a:cubicBezTo>
                    <a:cubicBezTo>
                      <a:pt x="0" y="435"/>
                      <a:pt x="27" y="584"/>
                      <a:pt x="110" y="696"/>
                    </a:cubicBezTo>
                    <a:cubicBezTo>
                      <a:pt x="81" y="607"/>
                      <a:pt x="79" y="507"/>
                      <a:pt x="113" y="411"/>
                    </a:cubicBezTo>
                    <a:cubicBezTo>
                      <a:pt x="175" y="234"/>
                      <a:pt x="348" y="119"/>
                      <a:pt x="528" y="119"/>
                    </a:cubicBezTo>
                    <a:cubicBezTo>
                      <a:pt x="568" y="119"/>
                      <a:pt x="609" y="124"/>
                      <a:pt x="649" y="136"/>
                    </a:cubicBezTo>
                    <a:cubicBezTo>
                      <a:pt x="747" y="166"/>
                      <a:pt x="826" y="225"/>
                      <a:pt x="882" y="301"/>
                    </a:cubicBezTo>
                    <a:cubicBezTo>
                      <a:pt x="837" y="169"/>
                      <a:pt x="732" y="60"/>
                      <a:pt x="588" y="18"/>
                    </a:cubicBezTo>
                    <a:cubicBezTo>
                      <a:pt x="548" y="6"/>
                      <a:pt x="507" y="0"/>
                      <a:pt x="4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109"/>
              <p:cNvSpPr/>
              <p:nvPr/>
            </p:nvSpPr>
            <p:spPr>
              <a:xfrm>
                <a:off x="-4138220" y="4506139"/>
                <a:ext cx="102453" cy="64135"/>
              </a:xfrm>
              <a:custGeom>
                <a:rect b="b" l="l" r="r" t="t"/>
                <a:pathLst>
                  <a:path extrusionOk="0" fill="none" h="631" w="1008">
                    <a:moveTo>
                      <a:pt x="1007" y="0"/>
                    </a:moveTo>
                    <a:cubicBezTo>
                      <a:pt x="1007" y="0"/>
                      <a:pt x="656" y="74"/>
                      <a:pt x="0" y="631"/>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109"/>
              <p:cNvSpPr/>
              <p:nvPr/>
            </p:nvSpPr>
            <p:spPr>
              <a:xfrm>
                <a:off x="-4044712" y="4393012"/>
                <a:ext cx="137316" cy="121866"/>
              </a:xfrm>
              <a:custGeom>
                <a:rect b="b" l="l" r="r" t="t"/>
                <a:pathLst>
                  <a:path extrusionOk="0" h="1199" w="1351">
                    <a:moveTo>
                      <a:pt x="849" y="0"/>
                    </a:moveTo>
                    <a:cubicBezTo>
                      <a:pt x="763" y="0"/>
                      <a:pt x="675" y="26"/>
                      <a:pt x="601" y="78"/>
                    </a:cubicBezTo>
                    <a:cubicBezTo>
                      <a:pt x="430" y="197"/>
                      <a:pt x="371" y="412"/>
                      <a:pt x="442" y="595"/>
                    </a:cubicBezTo>
                    <a:cubicBezTo>
                      <a:pt x="468" y="662"/>
                      <a:pt x="444" y="739"/>
                      <a:pt x="387" y="782"/>
                    </a:cubicBezTo>
                    <a:lnTo>
                      <a:pt x="51" y="1031"/>
                    </a:lnTo>
                    <a:cubicBezTo>
                      <a:pt x="18" y="1055"/>
                      <a:pt x="1" y="1100"/>
                      <a:pt x="15" y="1138"/>
                    </a:cubicBezTo>
                    <a:cubicBezTo>
                      <a:pt x="29" y="1176"/>
                      <a:pt x="64" y="1199"/>
                      <a:pt x="102" y="1199"/>
                    </a:cubicBezTo>
                    <a:cubicBezTo>
                      <a:pt x="107" y="1199"/>
                      <a:pt x="112" y="1199"/>
                      <a:pt x="116" y="1198"/>
                    </a:cubicBezTo>
                    <a:cubicBezTo>
                      <a:pt x="271" y="1172"/>
                      <a:pt x="725" y="1077"/>
                      <a:pt x="1113" y="790"/>
                    </a:cubicBezTo>
                    <a:cubicBezTo>
                      <a:pt x="1311" y="644"/>
                      <a:pt x="1350" y="361"/>
                      <a:pt x="1197" y="167"/>
                    </a:cubicBezTo>
                    <a:cubicBezTo>
                      <a:pt x="1112" y="58"/>
                      <a:pt x="981" y="0"/>
                      <a:pt x="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109"/>
              <p:cNvSpPr/>
              <p:nvPr/>
            </p:nvSpPr>
            <p:spPr>
              <a:xfrm>
                <a:off x="-4002837" y="4393012"/>
                <a:ext cx="91476" cy="57935"/>
              </a:xfrm>
              <a:custGeom>
                <a:rect b="b" l="l" r="r" t="t"/>
                <a:pathLst>
                  <a:path extrusionOk="0" h="570" w="900">
                    <a:moveTo>
                      <a:pt x="437" y="0"/>
                    </a:moveTo>
                    <a:cubicBezTo>
                      <a:pt x="350" y="0"/>
                      <a:pt x="263" y="25"/>
                      <a:pt x="189" y="77"/>
                    </a:cubicBezTo>
                    <a:cubicBezTo>
                      <a:pt x="66" y="164"/>
                      <a:pt x="0" y="301"/>
                      <a:pt x="1" y="440"/>
                    </a:cubicBezTo>
                    <a:cubicBezTo>
                      <a:pt x="29" y="350"/>
                      <a:pt x="86" y="269"/>
                      <a:pt x="170" y="210"/>
                    </a:cubicBezTo>
                    <a:cubicBezTo>
                      <a:pt x="244" y="158"/>
                      <a:pt x="331" y="133"/>
                      <a:pt x="418" y="133"/>
                    </a:cubicBezTo>
                    <a:cubicBezTo>
                      <a:pt x="549" y="133"/>
                      <a:pt x="680" y="191"/>
                      <a:pt x="764" y="299"/>
                    </a:cubicBezTo>
                    <a:cubicBezTo>
                      <a:pt x="827" y="380"/>
                      <a:pt x="858" y="474"/>
                      <a:pt x="858" y="569"/>
                    </a:cubicBezTo>
                    <a:cubicBezTo>
                      <a:pt x="899" y="436"/>
                      <a:pt x="878" y="286"/>
                      <a:pt x="785" y="167"/>
                    </a:cubicBezTo>
                    <a:cubicBezTo>
                      <a:pt x="700" y="58"/>
                      <a:pt x="569" y="0"/>
                      <a:pt x="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109"/>
              <p:cNvSpPr/>
              <p:nvPr/>
            </p:nvSpPr>
            <p:spPr>
              <a:xfrm>
                <a:off x="-4124804" y="4595583"/>
                <a:ext cx="46856" cy="83650"/>
              </a:xfrm>
              <a:custGeom>
                <a:rect b="b" l="l" r="r" t="t"/>
                <a:pathLst>
                  <a:path extrusionOk="0" h="823" w="461">
                    <a:moveTo>
                      <a:pt x="0" y="1"/>
                    </a:moveTo>
                    <a:lnTo>
                      <a:pt x="0" y="822"/>
                    </a:lnTo>
                    <a:lnTo>
                      <a:pt x="132" y="822"/>
                    </a:lnTo>
                    <a:cubicBezTo>
                      <a:pt x="313" y="822"/>
                      <a:pt x="460" y="676"/>
                      <a:pt x="460" y="495"/>
                    </a:cubicBezTo>
                    <a:lnTo>
                      <a:pt x="460" y="329"/>
                    </a:lnTo>
                    <a:cubicBezTo>
                      <a:pt x="460" y="147"/>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109"/>
              <p:cNvSpPr/>
              <p:nvPr/>
            </p:nvSpPr>
            <p:spPr>
              <a:xfrm>
                <a:off x="-4520891" y="4235468"/>
                <a:ext cx="83650" cy="46754"/>
              </a:xfrm>
              <a:custGeom>
                <a:rect b="b" l="l" r="r" t="t"/>
                <a:pathLst>
                  <a:path extrusionOk="0" h="460" w="823">
                    <a:moveTo>
                      <a:pt x="328" y="1"/>
                    </a:moveTo>
                    <a:cubicBezTo>
                      <a:pt x="147" y="1"/>
                      <a:pt x="0" y="148"/>
                      <a:pt x="0" y="328"/>
                    </a:cubicBezTo>
                    <a:lnTo>
                      <a:pt x="0" y="460"/>
                    </a:lnTo>
                    <a:lnTo>
                      <a:pt x="823" y="460"/>
                    </a:lnTo>
                    <a:lnTo>
                      <a:pt x="823" y="329"/>
                    </a:lnTo>
                    <a:cubicBezTo>
                      <a:pt x="823" y="148"/>
                      <a:pt x="675" y="1"/>
                      <a:pt x="495" y="1"/>
                    </a:cubicBezTo>
                    <a:lnTo>
                      <a:pt x="330" y="1"/>
                    </a:lnTo>
                    <a:cubicBezTo>
                      <a:pt x="329" y="1"/>
                      <a:pt x="328"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109"/>
              <p:cNvSpPr/>
              <p:nvPr/>
            </p:nvSpPr>
            <p:spPr>
              <a:xfrm>
                <a:off x="-4414577" y="4235468"/>
                <a:ext cx="83650" cy="46754"/>
              </a:xfrm>
              <a:custGeom>
                <a:rect b="b" l="l" r="r" t="t"/>
                <a:pathLst>
                  <a:path extrusionOk="0" h="460" w="823">
                    <a:moveTo>
                      <a:pt x="328" y="1"/>
                    </a:moveTo>
                    <a:cubicBezTo>
                      <a:pt x="147" y="1"/>
                      <a:pt x="1" y="148"/>
                      <a:pt x="1" y="328"/>
                    </a:cubicBezTo>
                    <a:lnTo>
                      <a:pt x="1" y="460"/>
                    </a:lnTo>
                    <a:lnTo>
                      <a:pt x="822" y="460"/>
                    </a:lnTo>
                    <a:lnTo>
                      <a:pt x="822" y="329"/>
                    </a:lnTo>
                    <a:cubicBezTo>
                      <a:pt x="822" y="148"/>
                      <a:pt x="676" y="1"/>
                      <a:pt x="495" y="1"/>
                    </a:cubicBezTo>
                    <a:lnTo>
                      <a:pt x="330" y="1"/>
                    </a:lnTo>
                    <a:cubicBezTo>
                      <a:pt x="329" y="1"/>
                      <a:pt x="329"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109"/>
              <p:cNvSpPr/>
              <p:nvPr/>
            </p:nvSpPr>
            <p:spPr>
              <a:xfrm>
                <a:off x="-4124804" y="4704644"/>
                <a:ext cx="46856" cy="83650"/>
              </a:xfrm>
              <a:custGeom>
                <a:rect b="b" l="l" r="r" t="t"/>
                <a:pathLst>
                  <a:path extrusionOk="0" h="823" w="461">
                    <a:moveTo>
                      <a:pt x="0" y="1"/>
                    </a:moveTo>
                    <a:lnTo>
                      <a:pt x="0" y="822"/>
                    </a:lnTo>
                    <a:lnTo>
                      <a:pt x="132" y="822"/>
                    </a:lnTo>
                    <a:cubicBezTo>
                      <a:pt x="313" y="822"/>
                      <a:pt x="460" y="676"/>
                      <a:pt x="460" y="495"/>
                    </a:cubicBezTo>
                    <a:lnTo>
                      <a:pt x="460" y="330"/>
                    </a:lnTo>
                    <a:cubicBezTo>
                      <a:pt x="460" y="146"/>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109"/>
              <p:cNvSpPr/>
              <p:nvPr/>
            </p:nvSpPr>
            <p:spPr>
              <a:xfrm>
                <a:off x="-4685648" y="4792055"/>
                <a:ext cx="156831" cy="156932"/>
              </a:xfrm>
              <a:custGeom>
                <a:rect b="b" l="l" r="r" t="t"/>
                <a:pathLst>
                  <a:path extrusionOk="0" h="1544" w="1543">
                    <a:moveTo>
                      <a:pt x="772" y="124"/>
                    </a:moveTo>
                    <a:cubicBezTo>
                      <a:pt x="1129" y="124"/>
                      <a:pt x="1419" y="415"/>
                      <a:pt x="1419" y="772"/>
                    </a:cubicBezTo>
                    <a:cubicBezTo>
                      <a:pt x="1419" y="1130"/>
                      <a:pt x="1129" y="1420"/>
                      <a:pt x="772" y="1420"/>
                    </a:cubicBezTo>
                    <a:cubicBezTo>
                      <a:pt x="414" y="1420"/>
                      <a:pt x="124" y="1130"/>
                      <a:pt x="124" y="772"/>
                    </a:cubicBezTo>
                    <a:cubicBezTo>
                      <a:pt x="124" y="415"/>
                      <a:pt x="414" y="124"/>
                      <a:pt x="772" y="124"/>
                    </a:cubicBezTo>
                    <a:close/>
                    <a:moveTo>
                      <a:pt x="772" y="1"/>
                    </a:moveTo>
                    <a:cubicBezTo>
                      <a:pt x="346" y="1"/>
                      <a:pt x="0" y="346"/>
                      <a:pt x="0" y="772"/>
                    </a:cubicBezTo>
                    <a:cubicBezTo>
                      <a:pt x="0" y="1198"/>
                      <a:pt x="346" y="1543"/>
                      <a:pt x="772" y="1543"/>
                    </a:cubicBezTo>
                    <a:cubicBezTo>
                      <a:pt x="1196" y="1543"/>
                      <a:pt x="1543" y="1199"/>
                      <a:pt x="1543" y="772"/>
                    </a:cubicBezTo>
                    <a:cubicBezTo>
                      <a:pt x="1543" y="346"/>
                      <a:pt x="1197" y="1"/>
                      <a:pt x="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109"/>
              <p:cNvSpPr/>
              <p:nvPr/>
            </p:nvSpPr>
            <p:spPr>
              <a:xfrm>
                <a:off x="-4607284" y="4258846"/>
                <a:ext cx="505964" cy="729267"/>
              </a:xfrm>
              <a:custGeom>
                <a:rect b="b" l="l" r="r" t="t"/>
                <a:pathLst>
                  <a:path extrusionOk="0" h="7175" w="4978">
                    <a:moveTo>
                      <a:pt x="4616" y="1"/>
                    </a:moveTo>
                    <a:cubicBezTo>
                      <a:pt x="4615" y="1"/>
                      <a:pt x="4615" y="1"/>
                      <a:pt x="4614" y="1"/>
                    </a:cubicBezTo>
                    <a:lnTo>
                      <a:pt x="364" y="1"/>
                    </a:lnTo>
                    <a:cubicBezTo>
                      <a:pt x="163" y="1"/>
                      <a:pt x="1" y="163"/>
                      <a:pt x="1" y="364"/>
                    </a:cubicBezTo>
                    <a:lnTo>
                      <a:pt x="1" y="6861"/>
                    </a:lnTo>
                    <a:cubicBezTo>
                      <a:pt x="1" y="7034"/>
                      <a:pt x="141" y="7174"/>
                      <a:pt x="314" y="7174"/>
                    </a:cubicBezTo>
                    <a:lnTo>
                      <a:pt x="4664" y="7174"/>
                    </a:lnTo>
                    <a:cubicBezTo>
                      <a:pt x="4837" y="7174"/>
                      <a:pt x="4977" y="7034"/>
                      <a:pt x="4977" y="6861"/>
                    </a:cubicBezTo>
                    <a:lnTo>
                      <a:pt x="4977" y="363"/>
                    </a:lnTo>
                    <a:cubicBezTo>
                      <a:pt x="4977" y="164"/>
                      <a:pt x="4814" y="1"/>
                      <a:pt x="4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109"/>
              <p:cNvSpPr/>
              <p:nvPr/>
            </p:nvSpPr>
            <p:spPr>
              <a:xfrm>
                <a:off x="-4607386" y="4312614"/>
                <a:ext cx="506066" cy="17787"/>
              </a:xfrm>
              <a:custGeom>
                <a:rect b="b" l="l" r="r" t="t"/>
                <a:pathLst>
                  <a:path extrusionOk="0" h="175" w="4979">
                    <a:moveTo>
                      <a:pt x="1" y="0"/>
                    </a:moveTo>
                    <a:lnTo>
                      <a:pt x="1" y="175"/>
                    </a:lnTo>
                    <a:lnTo>
                      <a:pt x="4978" y="175"/>
                    </a:lnTo>
                    <a:lnTo>
                      <a:pt x="49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109"/>
              <p:cNvSpPr/>
              <p:nvPr/>
            </p:nvSpPr>
            <p:spPr>
              <a:xfrm>
                <a:off x="-4119823" y="4574645"/>
                <a:ext cx="18498" cy="234280"/>
              </a:xfrm>
              <a:custGeom>
                <a:rect b="b" l="l" r="r" t="t"/>
                <a:pathLst>
                  <a:path extrusionOk="0" h="2305" w="182">
                    <a:moveTo>
                      <a:pt x="181" y="0"/>
                    </a:moveTo>
                    <a:cubicBezTo>
                      <a:pt x="79" y="12"/>
                      <a:pt x="1" y="98"/>
                      <a:pt x="1" y="203"/>
                    </a:cubicBezTo>
                    <a:lnTo>
                      <a:pt x="1" y="2101"/>
                    </a:lnTo>
                    <a:cubicBezTo>
                      <a:pt x="1" y="2206"/>
                      <a:pt x="79" y="2293"/>
                      <a:pt x="181" y="2305"/>
                    </a:cubicBezTo>
                    <a:lnTo>
                      <a:pt x="1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109"/>
              <p:cNvSpPr/>
              <p:nvPr/>
            </p:nvSpPr>
            <p:spPr>
              <a:xfrm>
                <a:off x="-4607386" y="4364959"/>
                <a:ext cx="436239" cy="562171"/>
              </a:xfrm>
              <a:custGeom>
                <a:rect b="b" l="l" r="r" t="t"/>
                <a:pathLst>
                  <a:path extrusionOk="0" h="5531" w="4292">
                    <a:moveTo>
                      <a:pt x="1" y="0"/>
                    </a:moveTo>
                    <a:lnTo>
                      <a:pt x="1" y="5531"/>
                    </a:lnTo>
                    <a:lnTo>
                      <a:pt x="3911" y="5531"/>
                    </a:lnTo>
                    <a:cubicBezTo>
                      <a:pt x="4122" y="5531"/>
                      <a:pt x="4292" y="5360"/>
                      <a:pt x="4292" y="5150"/>
                    </a:cubicBezTo>
                    <a:lnTo>
                      <a:pt x="4292" y="381"/>
                    </a:lnTo>
                    <a:cubicBezTo>
                      <a:pt x="4292" y="170"/>
                      <a:pt x="4121" y="0"/>
                      <a:pt x="39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109"/>
              <p:cNvSpPr/>
              <p:nvPr/>
            </p:nvSpPr>
            <p:spPr>
              <a:xfrm>
                <a:off x="-4484199" y="4421573"/>
                <a:ext cx="189864" cy="449046"/>
              </a:xfrm>
              <a:custGeom>
                <a:rect b="b" l="l" r="r" t="t"/>
                <a:pathLst>
                  <a:path extrusionOk="0" h="4418" w="1868">
                    <a:moveTo>
                      <a:pt x="1571" y="0"/>
                    </a:moveTo>
                    <a:cubicBezTo>
                      <a:pt x="1570" y="0"/>
                      <a:pt x="1570" y="0"/>
                      <a:pt x="1569" y="0"/>
                    </a:cubicBezTo>
                    <a:lnTo>
                      <a:pt x="299" y="0"/>
                    </a:lnTo>
                    <a:cubicBezTo>
                      <a:pt x="134" y="0"/>
                      <a:pt x="0" y="134"/>
                      <a:pt x="0" y="299"/>
                    </a:cubicBezTo>
                    <a:lnTo>
                      <a:pt x="0" y="4119"/>
                    </a:lnTo>
                    <a:cubicBezTo>
                      <a:pt x="0" y="4283"/>
                      <a:pt x="134" y="4417"/>
                      <a:pt x="299" y="4417"/>
                    </a:cubicBezTo>
                    <a:lnTo>
                      <a:pt x="1569" y="4417"/>
                    </a:lnTo>
                    <a:cubicBezTo>
                      <a:pt x="1734" y="4417"/>
                      <a:pt x="1867" y="4284"/>
                      <a:pt x="1867" y="4119"/>
                    </a:cubicBezTo>
                    <a:lnTo>
                      <a:pt x="1867" y="299"/>
                    </a:lnTo>
                    <a:cubicBezTo>
                      <a:pt x="1867" y="134"/>
                      <a:pt x="1735" y="0"/>
                      <a:pt x="1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09"/>
              <p:cNvSpPr/>
              <p:nvPr/>
            </p:nvSpPr>
            <p:spPr>
              <a:xfrm>
                <a:off x="-4409800" y="4518132"/>
                <a:ext cx="41063" cy="255828"/>
              </a:xfrm>
              <a:custGeom>
                <a:rect b="b" l="l" r="r" t="t"/>
                <a:pathLst>
                  <a:path extrusionOk="0" h="2517" w="404">
                    <a:moveTo>
                      <a:pt x="0" y="1"/>
                    </a:moveTo>
                    <a:lnTo>
                      <a:pt x="0" y="2517"/>
                    </a:lnTo>
                    <a:lnTo>
                      <a:pt x="404" y="2517"/>
                    </a:lnTo>
                    <a:lnTo>
                      <a:pt x="40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109"/>
              <p:cNvSpPr/>
              <p:nvPr/>
            </p:nvSpPr>
            <p:spPr>
              <a:xfrm>
                <a:off x="-4484098" y="4421472"/>
                <a:ext cx="189762" cy="204296"/>
              </a:xfrm>
              <a:custGeom>
                <a:rect b="b" l="l" r="r" t="t"/>
                <a:pathLst>
                  <a:path extrusionOk="0" h="2010" w="1867">
                    <a:moveTo>
                      <a:pt x="472" y="0"/>
                    </a:moveTo>
                    <a:cubicBezTo>
                      <a:pt x="272" y="99"/>
                      <a:pt x="107" y="258"/>
                      <a:pt x="1" y="455"/>
                    </a:cubicBezTo>
                    <a:lnTo>
                      <a:pt x="1" y="1450"/>
                    </a:lnTo>
                    <a:cubicBezTo>
                      <a:pt x="178" y="1783"/>
                      <a:pt x="530" y="2010"/>
                      <a:pt x="933" y="2010"/>
                    </a:cubicBezTo>
                    <a:cubicBezTo>
                      <a:pt x="1338" y="2010"/>
                      <a:pt x="1689" y="1783"/>
                      <a:pt x="1866" y="1450"/>
                    </a:cubicBezTo>
                    <a:lnTo>
                      <a:pt x="1866" y="455"/>
                    </a:lnTo>
                    <a:cubicBezTo>
                      <a:pt x="1762" y="258"/>
                      <a:pt x="1596" y="99"/>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109"/>
              <p:cNvSpPr/>
              <p:nvPr/>
            </p:nvSpPr>
            <p:spPr>
              <a:xfrm>
                <a:off x="-4457773" y="4449626"/>
                <a:ext cx="137214" cy="137214"/>
              </a:xfrm>
              <a:custGeom>
                <a:rect b="b" l="l" r="r" t="t"/>
                <a:pathLst>
                  <a:path extrusionOk="0" h="1350" w="1350">
                    <a:moveTo>
                      <a:pt x="674" y="0"/>
                    </a:moveTo>
                    <a:cubicBezTo>
                      <a:pt x="302" y="0"/>
                      <a:pt x="1" y="302"/>
                      <a:pt x="1" y="675"/>
                    </a:cubicBezTo>
                    <a:cubicBezTo>
                      <a:pt x="1" y="1048"/>
                      <a:pt x="302" y="1350"/>
                      <a:pt x="674" y="1350"/>
                    </a:cubicBezTo>
                    <a:cubicBezTo>
                      <a:pt x="1047" y="1350"/>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109"/>
              <p:cNvSpPr/>
              <p:nvPr/>
            </p:nvSpPr>
            <p:spPr>
              <a:xfrm>
                <a:off x="-4484098" y="4666427"/>
                <a:ext cx="189762" cy="204296"/>
              </a:xfrm>
              <a:custGeom>
                <a:rect b="b" l="l" r="r" t="t"/>
                <a:pathLst>
                  <a:path extrusionOk="0" h="2010" w="1867">
                    <a:moveTo>
                      <a:pt x="933" y="0"/>
                    </a:moveTo>
                    <a:cubicBezTo>
                      <a:pt x="530" y="0"/>
                      <a:pt x="179" y="227"/>
                      <a:pt x="1" y="560"/>
                    </a:cubicBezTo>
                    <a:lnTo>
                      <a:pt x="1" y="1555"/>
                    </a:lnTo>
                    <a:cubicBezTo>
                      <a:pt x="106" y="1754"/>
                      <a:pt x="271" y="1911"/>
                      <a:pt x="472" y="2009"/>
                    </a:cubicBezTo>
                    <a:lnTo>
                      <a:pt x="1396" y="2009"/>
                    </a:lnTo>
                    <a:cubicBezTo>
                      <a:pt x="1596" y="1911"/>
                      <a:pt x="1760" y="1751"/>
                      <a:pt x="1866" y="1555"/>
                    </a:cubicBezTo>
                    <a:lnTo>
                      <a:pt x="1866" y="560"/>
                    </a:lnTo>
                    <a:cubicBezTo>
                      <a:pt x="1689" y="227"/>
                      <a:pt x="1338" y="0"/>
                      <a:pt x="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109"/>
              <p:cNvSpPr/>
              <p:nvPr/>
            </p:nvSpPr>
            <p:spPr>
              <a:xfrm>
                <a:off x="-4457773" y="4705355"/>
                <a:ext cx="137214" cy="137112"/>
              </a:xfrm>
              <a:custGeom>
                <a:rect b="b" l="l" r="r" t="t"/>
                <a:pathLst>
                  <a:path extrusionOk="0" h="1349" w="1350">
                    <a:moveTo>
                      <a:pt x="674" y="0"/>
                    </a:moveTo>
                    <a:cubicBezTo>
                      <a:pt x="302" y="0"/>
                      <a:pt x="1" y="302"/>
                      <a:pt x="1" y="675"/>
                    </a:cubicBezTo>
                    <a:cubicBezTo>
                      <a:pt x="1" y="1048"/>
                      <a:pt x="302" y="1349"/>
                      <a:pt x="674" y="1349"/>
                    </a:cubicBezTo>
                    <a:cubicBezTo>
                      <a:pt x="1047" y="1349"/>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109"/>
              <p:cNvSpPr/>
              <p:nvPr/>
            </p:nvSpPr>
            <p:spPr>
              <a:xfrm>
                <a:off x="-4607284" y="4484489"/>
                <a:ext cx="72571" cy="323215"/>
              </a:xfrm>
              <a:custGeom>
                <a:rect b="b" l="l" r="r" t="t"/>
                <a:pathLst>
                  <a:path extrusionOk="0" h="3180" w="714">
                    <a:moveTo>
                      <a:pt x="1" y="1"/>
                    </a:moveTo>
                    <a:lnTo>
                      <a:pt x="1" y="3179"/>
                    </a:lnTo>
                    <a:lnTo>
                      <a:pt x="342" y="3064"/>
                    </a:lnTo>
                    <a:cubicBezTo>
                      <a:pt x="563" y="2987"/>
                      <a:pt x="713" y="2780"/>
                      <a:pt x="713" y="2545"/>
                    </a:cubicBezTo>
                    <a:lnTo>
                      <a:pt x="713" y="635"/>
                    </a:lnTo>
                    <a:cubicBezTo>
                      <a:pt x="713" y="401"/>
                      <a:pt x="563" y="193"/>
                      <a:pt x="342" y="117"/>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109"/>
              <p:cNvSpPr/>
              <p:nvPr/>
            </p:nvSpPr>
            <p:spPr>
              <a:xfrm>
                <a:off x="-4607284" y="4611439"/>
                <a:ext cx="34863" cy="69318"/>
              </a:xfrm>
              <a:custGeom>
                <a:rect b="b" l="l" r="r" t="t"/>
                <a:pathLst>
                  <a:path extrusionOk="0" h="682" w="343">
                    <a:moveTo>
                      <a:pt x="1" y="0"/>
                    </a:moveTo>
                    <a:lnTo>
                      <a:pt x="1" y="682"/>
                    </a:lnTo>
                    <a:cubicBezTo>
                      <a:pt x="189" y="682"/>
                      <a:pt x="342" y="530"/>
                      <a:pt x="343" y="342"/>
                    </a:cubicBezTo>
                    <a:cubicBezTo>
                      <a:pt x="343" y="153"/>
                      <a:pt x="18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109"/>
              <p:cNvSpPr/>
              <p:nvPr/>
            </p:nvSpPr>
            <p:spPr>
              <a:xfrm>
                <a:off x="-4439986" y="4467413"/>
                <a:ext cx="101538" cy="101640"/>
              </a:xfrm>
              <a:custGeom>
                <a:rect b="b" l="l" r="r" t="t"/>
                <a:pathLst>
                  <a:path extrusionOk="0" h="1000" w="999">
                    <a:moveTo>
                      <a:pt x="499" y="0"/>
                    </a:moveTo>
                    <a:cubicBezTo>
                      <a:pt x="224" y="0"/>
                      <a:pt x="1" y="224"/>
                      <a:pt x="1" y="500"/>
                    </a:cubicBezTo>
                    <a:cubicBezTo>
                      <a:pt x="1" y="776"/>
                      <a:pt x="224" y="999"/>
                      <a:pt x="499" y="999"/>
                    </a:cubicBezTo>
                    <a:cubicBezTo>
                      <a:pt x="775" y="999"/>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109"/>
              <p:cNvSpPr/>
              <p:nvPr/>
            </p:nvSpPr>
            <p:spPr>
              <a:xfrm>
                <a:off x="-4439986" y="4723142"/>
                <a:ext cx="101538" cy="101538"/>
              </a:xfrm>
              <a:custGeom>
                <a:rect b="b" l="l" r="r" t="t"/>
                <a:pathLst>
                  <a:path extrusionOk="0" h="999" w="999">
                    <a:moveTo>
                      <a:pt x="499" y="0"/>
                    </a:moveTo>
                    <a:cubicBezTo>
                      <a:pt x="224" y="0"/>
                      <a:pt x="1" y="224"/>
                      <a:pt x="1" y="500"/>
                    </a:cubicBezTo>
                    <a:cubicBezTo>
                      <a:pt x="1" y="776"/>
                      <a:pt x="224" y="998"/>
                      <a:pt x="499" y="998"/>
                    </a:cubicBezTo>
                    <a:cubicBezTo>
                      <a:pt x="775" y="998"/>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109"/>
              <p:cNvSpPr/>
              <p:nvPr/>
            </p:nvSpPr>
            <p:spPr>
              <a:xfrm>
                <a:off x="-4266895" y="4421472"/>
                <a:ext cx="17076" cy="449046"/>
              </a:xfrm>
              <a:custGeom>
                <a:rect b="b" l="l" r="r" t="t"/>
                <a:pathLst>
                  <a:path extrusionOk="0" h="4418" w="168">
                    <a:moveTo>
                      <a:pt x="70" y="0"/>
                    </a:moveTo>
                    <a:cubicBezTo>
                      <a:pt x="31" y="0"/>
                      <a:pt x="1" y="31"/>
                      <a:pt x="1" y="70"/>
                    </a:cubicBezTo>
                    <a:lnTo>
                      <a:pt x="1" y="4347"/>
                    </a:lnTo>
                    <a:cubicBezTo>
                      <a:pt x="1" y="4386"/>
                      <a:pt x="31" y="4417"/>
                      <a:pt x="70" y="4417"/>
                    </a:cubicBezTo>
                    <a:lnTo>
                      <a:pt x="99" y="4417"/>
                    </a:lnTo>
                    <a:cubicBezTo>
                      <a:pt x="137" y="4417"/>
                      <a:pt x="168" y="4386"/>
                      <a:pt x="168" y="4347"/>
                    </a:cubicBezTo>
                    <a:lnTo>
                      <a:pt x="168" y="70"/>
                    </a:lnTo>
                    <a:cubicBezTo>
                      <a:pt x="168" y="32"/>
                      <a:pt x="137" y="0"/>
                      <a:pt x="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09"/>
              <p:cNvSpPr/>
              <p:nvPr/>
            </p:nvSpPr>
            <p:spPr>
              <a:xfrm>
                <a:off x="-4232643" y="4421472"/>
                <a:ext cx="17279" cy="449046"/>
              </a:xfrm>
              <a:custGeom>
                <a:rect b="b" l="l" r="r" t="t"/>
                <a:pathLst>
                  <a:path extrusionOk="0" h="4418" w="170">
                    <a:moveTo>
                      <a:pt x="69" y="0"/>
                    </a:moveTo>
                    <a:cubicBezTo>
                      <a:pt x="31" y="0"/>
                      <a:pt x="0" y="31"/>
                      <a:pt x="0" y="70"/>
                    </a:cubicBezTo>
                    <a:lnTo>
                      <a:pt x="0" y="4347"/>
                    </a:lnTo>
                    <a:cubicBezTo>
                      <a:pt x="0" y="4386"/>
                      <a:pt x="31" y="4417"/>
                      <a:pt x="69" y="4417"/>
                    </a:cubicBezTo>
                    <a:lnTo>
                      <a:pt x="98" y="4417"/>
                    </a:lnTo>
                    <a:cubicBezTo>
                      <a:pt x="136" y="4417"/>
                      <a:pt x="167" y="4386"/>
                      <a:pt x="167" y="4347"/>
                    </a:cubicBezTo>
                    <a:lnTo>
                      <a:pt x="167" y="70"/>
                    </a:lnTo>
                    <a:cubicBezTo>
                      <a:pt x="169" y="32"/>
                      <a:pt x="136" y="0"/>
                      <a:pt x="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8705" name="Shape 8705"/>
        <p:cNvGrpSpPr/>
        <p:nvPr/>
      </p:nvGrpSpPr>
      <p:grpSpPr>
        <a:xfrm>
          <a:off x="0" y="0"/>
          <a:ext cx="0" cy="0"/>
          <a:chOff x="0" y="0"/>
          <a:chExt cx="0" cy="0"/>
        </a:xfrm>
      </p:grpSpPr>
      <p:sp>
        <p:nvSpPr>
          <p:cNvPr id="8706" name="Google Shape;8706;p110"/>
          <p:cNvSpPr txBox="1"/>
          <p:nvPr>
            <p:ph type="title"/>
          </p:nvPr>
        </p:nvSpPr>
        <p:spPr>
          <a:xfrm rot="-161920">
            <a:off x="2383273" y="1776475"/>
            <a:ext cx="4377355" cy="1590569"/>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8707" name="Google Shape;8707;p110"/>
          <p:cNvGrpSpPr/>
          <p:nvPr/>
        </p:nvGrpSpPr>
        <p:grpSpPr>
          <a:xfrm>
            <a:off x="291567" y="-59920"/>
            <a:ext cx="8582062" cy="5087849"/>
            <a:chOff x="291567" y="-59920"/>
            <a:chExt cx="8582062" cy="5087849"/>
          </a:xfrm>
        </p:grpSpPr>
        <p:grpSp>
          <p:nvGrpSpPr>
            <p:cNvPr id="8708" name="Google Shape;8708;p110"/>
            <p:cNvGrpSpPr/>
            <p:nvPr/>
          </p:nvGrpSpPr>
          <p:grpSpPr>
            <a:xfrm rot="-2315132">
              <a:off x="7646002" y="138802"/>
              <a:ext cx="980410" cy="980298"/>
              <a:chOff x="223041" y="1065269"/>
              <a:chExt cx="980382" cy="980270"/>
            </a:xfrm>
          </p:grpSpPr>
          <p:sp>
            <p:nvSpPr>
              <p:cNvPr id="8709" name="Google Shape;8709;p110"/>
              <p:cNvSpPr/>
              <p:nvPr/>
            </p:nvSpPr>
            <p:spPr>
              <a:xfrm>
                <a:off x="223041" y="1065269"/>
                <a:ext cx="976822" cy="976272"/>
              </a:xfrm>
              <a:custGeom>
                <a:rect b="b" l="l" r="r" t="t"/>
                <a:pathLst>
                  <a:path extrusionOk="0" h="15262" w="15270">
                    <a:moveTo>
                      <a:pt x="5171" y="1"/>
                    </a:moveTo>
                    <a:cubicBezTo>
                      <a:pt x="2985" y="1"/>
                      <a:pt x="1116" y="1356"/>
                      <a:pt x="360" y="3270"/>
                    </a:cubicBezTo>
                    <a:lnTo>
                      <a:pt x="360" y="3273"/>
                    </a:lnTo>
                    <a:cubicBezTo>
                      <a:pt x="314" y="3387"/>
                      <a:pt x="271" y="3506"/>
                      <a:pt x="238" y="3626"/>
                    </a:cubicBezTo>
                    <a:cubicBezTo>
                      <a:pt x="106" y="4038"/>
                      <a:pt x="28" y="4477"/>
                      <a:pt x="6" y="4929"/>
                    </a:cubicBezTo>
                    <a:lnTo>
                      <a:pt x="0" y="4929"/>
                    </a:lnTo>
                    <a:lnTo>
                      <a:pt x="0" y="5197"/>
                    </a:lnTo>
                    <a:lnTo>
                      <a:pt x="0" y="5937"/>
                    </a:lnTo>
                    <a:lnTo>
                      <a:pt x="0" y="7415"/>
                    </a:lnTo>
                    <a:lnTo>
                      <a:pt x="0" y="8155"/>
                    </a:lnTo>
                    <a:lnTo>
                      <a:pt x="0" y="9636"/>
                    </a:lnTo>
                    <a:lnTo>
                      <a:pt x="0" y="10377"/>
                    </a:lnTo>
                    <a:lnTo>
                      <a:pt x="0" y="11855"/>
                    </a:lnTo>
                    <a:lnTo>
                      <a:pt x="0" y="12596"/>
                    </a:lnTo>
                    <a:lnTo>
                      <a:pt x="0" y="14076"/>
                    </a:lnTo>
                    <a:lnTo>
                      <a:pt x="0" y="14817"/>
                    </a:lnTo>
                    <a:lnTo>
                      <a:pt x="0" y="15262"/>
                    </a:lnTo>
                    <a:lnTo>
                      <a:pt x="10337" y="15262"/>
                    </a:lnTo>
                    <a:lnTo>
                      <a:pt x="10337" y="15256"/>
                    </a:lnTo>
                    <a:cubicBezTo>
                      <a:pt x="11011" y="15225"/>
                      <a:pt x="11648" y="15065"/>
                      <a:pt x="12230" y="14800"/>
                    </a:cubicBezTo>
                    <a:lnTo>
                      <a:pt x="12234" y="14800"/>
                    </a:lnTo>
                    <a:lnTo>
                      <a:pt x="12675" y="14575"/>
                    </a:lnTo>
                    <a:cubicBezTo>
                      <a:pt x="13102" y="14330"/>
                      <a:pt x="13494" y="14022"/>
                      <a:pt x="13831" y="13669"/>
                    </a:cubicBezTo>
                    <a:cubicBezTo>
                      <a:pt x="13865" y="13635"/>
                      <a:pt x="13898" y="13598"/>
                      <a:pt x="13929" y="13562"/>
                    </a:cubicBezTo>
                    <a:cubicBezTo>
                      <a:pt x="14092" y="13383"/>
                      <a:pt x="14241" y="13196"/>
                      <a:pt x="14372" y="12996"/>
                    </a:cubicBezTo>
                    <a:cubicBezTo>
                      <a:pt x="14940" y="12170"/>
                      <a:pt x="15270" y="11172"/>
                      <a:pt x="15270" y="10091"/>
                    </a:cubicBezTo>
                    <a:cubicBezTo>
                      <a:pt x="15270" y="8949"/>
                      <a:pt x="14901" y="7893"/>
                      <a:pt x="14272" y="7040"/>
                    </a:cubicBezTo>
                    <a:cubicBezTo>
                      <a:pt x="14149" y="6868"/>
                      <a:pt x="14014" y="6709"/>
                      <a:pt x="13869" y="6555"/>
                    </a:cubicBezTo>
                    <a:cubicBezTo>
                      <a:pt x="13525" y="6193"/>
                      <a:pt x="13131" y="5875"/>
                      <a:pt x="12695" y="5621"/>
                    </a:cubicBezTo>
                    <a:cubicBezTo>
                      <a:pt x="12493" y="5503"/>
                      <a:pt x="12280" y="5399"/>
                      <a:pt x="12061" y="5310"/>
                    </a:cubicBezTo>
                    <a:cubicBezTo>
                      <a:pt x="11524" y="5088"/>
                      <a:pt x="10944" y="4956"/>
                      <a:pt x="10332" y="4931"/>
                    </a:cubicBezTo>
                    <a:cubicBezTo>
                      <a:pt x="10327" y="4878"/>
                      <a:pt x="10325" y="4820"/>
                      <a:pt x="10319" y="4761"/>
                    </a:cubicBezTo>
                    <a:cubicBezTo>
                      <a:pt x="10304" y="4537"/>
                      <a:pt x="10270" y="4319"/>
                      <a:pt x="10223" y="4104"/>
                    </a:cubicBezTo>
                    <a:cubicBezTo>
                      <a:pt x="10008" y="3066"/>
                      <a:pt x="9479" y="2143"/>
                      <a:pt x="8745" y="1438"/>
                    </a:cubicBezTo>
                    <a:cubicBezTo>
                      <a:pt x="8683" y="1380"/>
                      <a:pt x="8625" y="1325"/>
                      <a:pt x="8561" y="1270"/>
                    </a:cubicBezTo>
                    <a:cubicBezTo>
                      <a:pt x="8382" y="1112"/>
                      <a:pt x="8191" y="968"/>
                      <a:pt x="7989" y="839"/>
                    </a:cubicBezTo>
                    <a:cubicBezTo>
                      <a:pt x="7988" y="837"/>
                      <a:pt x="7987" y="836"/>
                      <a:pt x="7987" y="836"/>
                    </a:cubicBezTo>
                    <a:cubicBezTo>
                      <a:pt x="7987" y="836"/>
                      <a:pt x="7987" y="837"/>
                      <a:pt x="7987" y="839"/>
                    </a:cubicBezTo>
                    <a:cubicBezTo>
                      <a:pt x="7178" y="307"/>
                      <a:pt x="6210" y="1"/>
                      <a:pt x="517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0" name="Google Shape;8710;p110"/>
              <p:cNvGrpSpPr/>
              <p:nvPr/>
            </p:nvGrpSpPr>
            <p:grpSpPr>
              <a:xfrm>
                <a:off x="226410" y="1069011"/>
                <a:ext cx="977014" cy="976528"/>
                <a:chOff x="226410" y="1069011"/>
                <a:chExt cx="977014" cy="976528"/>
              </a:xfrm>
            </p:grpSpPr>
            <p:grpSp>
              <p:nvGrpSpPr>
                <p:cNvPr id="8711" name="Google Shape;8711;p110"/>
                <p:cNvGrpSpPr/>
                <p:nvPr/>
              </p:nvGrpSpPr>
              <p:grpSpPr>
                <a:xfrm>
                  <a:off x="226410" y="1069011"/>
                  <a:ext cx="977014" cy="976528"/>
                  <a:chOff x="226410" y="1069011"/>
                  <a:chExt cx="977014" cy="976528"/>
                </a:xfrm>
              </p:grpSpPr>
              <p:sp>
                <p:nvSpPr>
                  <p:cNvPr id="8712" name="Google Shape;8712;p110"/>
                  <p:cNvSpPr/>
                  <p:nvPr/>
                </p:nvSpPr>
                <p:spPr>
                  <a:xfrm>
                    <a:off x="226474" y="1069011"/>
                    <a:ext cx="976950" cy="976528"/>
                  </a:xfrm>
                  <a:custGeom>
                    <a:rect b="b" l="l" r="r" t="t"/>
                    <a:pathLst>
                      <a:path extrusionOk="0" h="15266" w="15272">
                        <a:moveTo>
                          <a:pt x="5171" y="0"/>
                        </a:moveTo>
                        <a:cubicBezTo>
                          <a:pt x="2986" y="0"/>
                          <a:pt x="1117" y="1355"/>
                          <a:pt x="361" y="3270"/>
                        </a:cubicBezTo>
                        <a:lnTo>
                          <a:pt x="361" y="3273"/>
                        </a:lnTo>
                        <a:cubicBezTo>
                          <a:pt x="316" y="3386"/>
                          <a:pt x="272" y="3506"/>
                          <a:pt x="238" y="3626"/>
                        </a:cubicBezTo>
                        <a:cubicBezTo>
                          <a:pt x="106" y="4038"/>
                          <a:pt x="30" y="4477"/>
                          <a:pt x="8" y="4929"/>
                        </a:cubicBezTo>
                        <a:lnTo>
                          <a:pt x="1" y="4929"/>
                        </a:lnTo>
                        <a:lnTo>
                          <a:pt x="1" y="15266"/>
                        </a:lnTo>
                        <a:lnTo>
                          <a:pt x="10338" y="15266"/>
                        </a:lnTo>
                        <a:lnTo>
                          <a:pt x="10338" y="15260"/>
                        </a:lnTo>
                        <a:cubicBezTo>
                          <a:pt x="11011" y="15229"/>
                          <a:pt x="11651" y="15069"/>
                          <a:pt x="12232" y="14804"/>
                        </a:cubicBezTo>
                        <a:lnTo>
                          <a:pt x="12234" y="14804"/>
                        </a:lnTo>
                        <a:lnTo>
                          <a:pt x="12677" y="14579"/>
                        </a:lnTo>
                        <a:cubicBezTo>
                          <a:pt x="13104" y="14333"/>
                          <a:pt x="13495" y="14026"/>
                          <a:pt x="13833" y="13672"/>
                        </a:cubicBezTo>
                        <a:cubicBezTo>
                          <a:pt x="13867" y="13639"/>
                          <a:pt x="13900" y="13603"/>
                          <a:pt x="13931" y="13566"/>
                        </a:cubicBezTo>
                        <a:cubicBezTo>
                          <a:pt x="14094" y="13388"/>
                          <a:pt x="14241" y="13201"/>
                          <a:pt x="14373" y="13001"/>
                        </a:cubicBezTo>
                        <a:cubicBezTo>
                          <a:pt x="14942" y="12174"/>
                          <a:pt x="15271" y="11174"/>
                          <a:pt x="15271" y="10095"/>
                        </a:cubicBezTo>
                        <a:cubicBezTo>
                          <a:pt x="15271" y="8951"/>
                          <a:pt x="14902" y="7897"/>
                          <a:pt x="14272" y="7045"/>
                        </a:cubicBezTo>
                        <a:cubicBezTo>
                          <a:pt x="14149" y="6874"/>
                          <a:pt x="14014" y="6714"/>
                          <a:pt x="13870" y="6560"/>
                        </a:cubicBezTo>
                        <a:cubicBezTo>
                          <a:pt x="13525" y="6198"/>
                          <a:pt x="13132" y="5881"/>
                          <a:pt x="12696" y="5626"/>
                        </a:cubicBezTo>
                        <a:cubicBezTo>
                          <a:pt x="12493" y="5508"/>
                          <a:pt x="12280" y="5404"/>
                          <a:pt x="12063" y="5315"/>
                        </a:cubicBezTo>
                        <a:cubicBezTo>
                          <a:pt x="11525" y="5094"/>
                          <a:pt x="10944" y="4961"/>
                          <a:pt x="10333" y="4937"/>
                        </a:cubicBezTo>
                        <a:cubicBezTo>
                          <a:pt x="10329" y="4879"/>
                          <a:pt x="10326" y="4820"/>
                          <a:pt x="10320" y="4761"/>
                        </a:cubicBezTo>
                        <a:cubicBezTo>
                          <a:pt x="10304" y="4537"/>
                          <a:pt x="10271" y="4319"/>
                          <a:pt x="10225" y="4104"/>
                        </a:cubicBezTo>
                        <a:cubicBezTo>
                          <a:pt x="10009" y="3063"/>
                          <a:pt x="9480" y="2143"/>
                          <a:pt x="8746" y="1438"/>
                        </a:cubicBezTo>
                        <a:cubicBezTo>
                          <a:pt x="8684" y="1380"/>
                          <a:pt x="8626" y="1325"/>
                          <a:pt x="8561" y="1270"/>
                        </a:cubicBezTo>
                        <a:cubicBezTo>
                          <a:pt x="8384" y="1112"/>
                          <a:pt x="8193" y="967"/>
                          <a:pt x="7990" y="838"/>
                        </a:cubicBezTo>
                        <a:cubicBezTo>
                          <a:pt x="7989" y="837"/>
                          <a:pt x="7988" y="837"/>
                          <a:pt x="7988" y="837"/>
                        </a:cubicBezTo>
                        <a:cubicBezTo>
                          <a:pt x="7987" y="837"/>
                          <a:pt x="7987" y="837"/>
                          <a:pt x="7987" y="838"/>
                        </a:cubicBezTo>
                        <a:cubicBezTo>
                          <a:pt x="7178" y="307"/>
                          <a:pt x="6210" y="0"/>
                          <a:pt x="51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10"/>
                  <p:cNvSpPr/>
                  <p:nvPr/>
                </p:nvSpPr>
                <p:spPr>
                  <a:xfrm>
                    <a:off x="1112586" y="1488382"/>
                    <a:ext cx="26931" cy="31344"/>
                  </a:xfrm>
                  <a:custGeom>
                    <a:rect b="b" l="l" r="r" t="t"/>
                    <a:pathLst>
                      <a:path extrusionOk="0" h="490" w="421">
                        <a:moveTo>
                          <a:pt x="18" y="1"/>
                        </a:moveTo>
                        <a:cubicBezTo>
                          <a:pt x="6" y="39"/>
                          <a:pt x="0" y="78"/>
                          <a:pt x="0" y="118"/>
                        </a:cubicBezTo>
                        <a:cubicBezTo>
                          <a:pt x="0" y="324"/>
                          <a:pt x="165" y="490"/>
                          <a:pt x="372" y="490"/>
                        </a:cubicBezTo>
                        <a:cubicBezTo>
                          <a:pt x="389" y="490"/>
                          <a:pt x="405" y="490"/>
                          <a:pt x="420" y="488"/>
                        </a:cubicBezTo>
                        <a:cubicBezTo>
                          <a:pt x="296" y="314"/>
                          <a:pt x="161" y="155"/>
                          <a:pt x="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110"/>
                  <p:cNvSpPr/>
                  <p:nvPr/>
                </p:nvSpPr>
                <p:spPr>
                  <a:xfrm>
                    <a:off x="1112586" y="1614334"/>
                    <a:ext cx="47402" cy="47400"/>
                  </a:xfrm>
                  <a:custGeom>
                    <a:rect b="b" l="l" r="r" t="t"/>
                    <a:pathLst>
                      <a:path extrusionOk="0" h="741" w="741">
                        <a:moveTo>
                          <a:pt x="371" y="1"/>
                        </a:moveTo>
                        <a:cubicBezTo>
                          <a:pt x="165" y="1"/>
                          <a:pt x="0" y="166"/>
                          <a:pt x="0" y="371"/>
                        </a:cubicBezTo>
                        <a:cubicBezTo>
                          <a:pt x="0" y="576"/>
                          <a:pt x="165" y="741"/>
                          <a:pt x="371" y="741"/>
                        </a:cubicBezTo>
                        <a:cubicBezTo>
                          <a:pt x="575" y="741"/>
                          <a:pt x="740" y="576"/>
                          <a:pt x="740" y="371"/>
                        </a:cubicBezTo>
                        <a:cubicBezTo>
                          <a:pt x="740"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110"/>
                  <p:cNvSpPr/>
                  <p:nvPr/>
                </p:nvSpPr>
                <p:spPr>
                  <a:xfrm>
                    <a:off x="1112586" y="1756406"/>
                    <a:ext cx="47402" cy="47464"/>
                  </a:xfrm>
                  <a:custGeom>
                    <a:rect b="b" l="l" r="r" t="t"/>
                    <a:pathLst>
                      <a:path extrusionOk="0" h="742" w="741">
                        <a:moveTo>
                          <a:pt x="371" y="1"/>
                        </a:moveTo>
                        <a:cubicBezTo>
                          <a:pt x="165" y="1"/>
                          <a:pt x="0" y="167"/>
                          <a:pt x="0" y="371"/>
                        </a:cubicBezTo>
                        <a:cubicBezTo>
                          <a:pt x="0" y="575"/>
                          <a:pt x="165" y="742"/>
                          <a:pt x="371" y="742"/>
                        </a:cubicBezTo>
                        <a:cubicBezTo>
                          <a:pt x="575" y="742"/>
                          <a:pt x="740" y="575"/>
                          <a:pt x="740" y="371"/>
                        </a:cubicBezTo>
                        <a:cubicBezTo>
                          <a:pt x="740"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10"/>
                  <p:cNvSpPr/>
                  <p:nvPr/>
                </p:nvSpPr>
                <p:spPr>
                  <a:xfrm>
                    <a:off x="1112522" y="1898541"/>
                    <a:ext cx="33456" cy="38189"/>
                  </a:xfrm>
                  <a:custGeom>
                    <a:rect b="b" l="l" r="r" t="t"/>
                    <a:pathLst>
                      <a:path extrusionOk="0" h="597" w="523">
                        <a:moveTo>
                          <a:pt x="372" y="1"/>
                        </a:moveTo>
                        <a:cubicBezTo>
                          <a:pt x="166" y="1"/>
                          <a:pt x="0" y="167"/>
                          <a:pt x="0" y="369"/>
                        </a:cubicBezTo>
                        <a:cubicBezTo>
                          <a:pt x="0" y="455"/>
                          <a:pt x="27" y="534"/>
                          <a:pt x="80" y="596"/>
                        </a:cubicBezTo>
                        <a:cubicBezTo>
                          <a:pt x="243" y="419"/>
                          <a:pt x="390" y="232"/>
                          <a:pt x="522" y="32"/>
                        </a:cubicBezTo>
                        <a:cubicBezTo>
                          <a:pt x="476" y="13"/>
                          <a:pt x="424" y="2"/>
                          <a:pt x="3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10"/>
                  <p:cNvSpPr/>
                  <p:nvPr/>
                </p:nvSpPr>
                <p:spPr>
                  <a:xfrm>
                    <a:off x="849542" y="1330190"/>
                    <a:ext cx="37039" cy="47336"/>
                  </a:xfrm>
                  <a:custGeom>
                    <a:rect b="b" l="l" r="r" t="t"/>
                    <a:pathLst>
                      <a:path extrusionOk="0" h="740" w="579">
                        <a:moveTo>
                          <a:pt x="370" y="0"/>
                        </a:moveTo>
                        <a:cubicBezTo>
                          <a:pt x="167" y="0"/>
                          <a:pt x="1" y="165"/>
                          <a:pt x="1" y="372"/>
                        </a:cubicBezTo>
                        <a:cubicBezTo>
                          <a:pt x="1" y="574"/>
                          <a:pt x="167" y="740"/>
                          <a:pt x="370" y="740"/>
                        </a:cubicBezTo>
                        <a:cubicBezTo>
                          <a:pt x="448" y="740"/>
                          <a:pt x="517" y="716"/>
                          <a:pt x="579" y="676"/>
                        </a:cubicBezTo>
                        <a:cubicBezTo>
                          <a:pt x="563" y="451"/>
                          <a:pt x="530" y="233"/>
                          <a:pt x="484" y="18"/>
                        </a:cubicBezTo>
                        <a:cubicBezTo>
                          <a:pt x="448" y="6"/>
                          <a:pt x="409"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10"/>
                  <p:cNvSpPr/>
                  <p:nvPr/>
                </p:nvSpPr>
                <p:spPr>
                  <a:xfrm>
                    <a:off x="849542" y="1472262"/>
                    <a:ext cx="47402" cy="47464"/>
                  </a:xfrm>
                  <a:custGeom>
                    <a:rect b="b" l="l" r="r" t="t"/>
                    <a:pathLst>
                      <a:path extrusionOk="0" h="742" w="741">
                        <a:moveTo>
                          <a:pt x="371" y="1"/>
                        </a:moveTo>
                        <a:cubicBezTo>
                          <a:pt x="167" y="1"/>
                          <a:pt x="1" y="167"/>
                          <a:pt x="1" y="371"/>
                        </a:cubicBezTo>
                        <a:cubicBezTo>
                          <a:pt x="1" y="576"/>
                          <a:pt x="167" y="742"/>
                          <a:pt x="371" y="742"/>
                        </a:cubicBezTo>
                        <a:cubicBezTo>
                          <a:pt x="576" y="742"/>
                          <a:pt x="741" y="576"/>
                          <a:pt x="741" y="371"/>
                        </a:cubicBezTo>
                        <a:cubicBezTo>
                          <a:pt x="741"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10"/>
                  <p:cNvSpPr/>
                  <p:nvPr/>
                </p:nvSpPr>
                <p:spPr>
                  <a:xfrm>
                    <a:off x="849542" y="1614334"/>
                    <a:ext cx="47402" cy="47400"/>
                  </a:xfrm>
                  <a:custGeom>
                    <a:rect b="b" l="l" r="r" t="t"/>
                    <a:pathLst>
                      <a:path extrusionOk="0" h="741" w="741">
                        <a:moveTo>
                          <a:pt x="371" y="1"/>
                        </a:moveTo>
                        <a:cubicBezTo>
                          <a:pt x="167" y="1"/>
                          <a:pt x="1" y="166"/>
                          <a:pt x="1" y="371"/>
                        </a:cubicBezTo>
                        <a:cubicBezTo>
                          <a:pt x="1" y="576"/>
                          <a:pt x="167" y="741"/>
                          <a:pt x="371" y="741"/>
                        </a:cubicBezTo>
                        <a:cubicBezTo>
                          <a:pt x="576" y="741"/>
                          <a:pt x="741" y="576"/>
                          <a:pt x="741" y="371"/>
                        </a:cubicBezTo>
                        <a:cubicBezTo>
                          <a:pt x="741"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110"/>
                  <p:cNvSpPr/>
                  <p:nvPr/>
                </p:nvSpPr>
                <p:spPr>
                  <a:xfrm>
                    <a:off x="849542" y="1756406"/>
                    <a:ext cx="47402" cy="47464"/>
                  </a:xfrm>
                  <a:custGeom>
                    <a:rect b="b" l="l" r="r" t="t"/>
                    <a:pathLst>
                      <a:path extrusionOk="0" h="742" w="741">
                        <a:moveTo>
                          <a:pt x="371" y="1"/>
                        </a:moveTo>
                        <a:cubicBezTo>
                          <a:pt x="167" y="1"/>
                          <a:pt x="1" y="167"/>
                          <a:pt x="1" y="371"/>
                        </a:cubicBezTo>
                        <a:cubicBezTo>
                          <a:pt x="1" y="575"/>
                          <a:pt x="167" y="742"/>
                          <a:pt x="371" y="742"/>
                        </a:cubicBezTo>
                        <a:cubicBezTo>
                          <a:pt x="576" y="742"/>
                          <a:pt x="741" y="575"/>
                          <a:pt x="741" y="371"/>
                        </a:cubicBezTo>
                        <a:cubicBezTo>
                          <a:pt x="741"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110"/>
                  <p:cNvSpPr/>
                  <p:nvPr/>
                </p:nvSpPr>
                <p:spPr>
                  <a:xfrm>
                    <a:off x="849542" y="1898541"/>
                    <a:ext cx="47402" cy="47400"/>
                  </a:xfrm>
                  <a:custGeom>
                    <a:rect b="b" l="l" r="r" t="t"/>
                    <a:pathLst>
                      <a:path extrusionOk="0" h="741" w="741">
                        <a:moveTo>
                          <a:pt x="371" y="1"/>
                        </a:moveTo>
                        <a:cubicBezTo>
                          <a:pt x="167" y="1"/>
                          <a:pt x="1" y="166"/>
                          <a:pt x="1" y="370"/>
                        </a:cubicBezTo>
                        <a:cubicBezTo>
                          <a:pt x="1" y="575"/>
                          <a:pt x="167" y="740"/>
                          <a:pt x="371" y="740"/>
                        </a:cubicBezTo>
                        <a:cubicBezTo>
                          <a:pt x="576" y="740"/>
                          <a:pt x="741" y="575"/>
                          <a:pt x="741" y="370"/>
                        </a:cubicBezTo>
                        <a:cubicBezTo>
                          <a:pt x="741"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110"/>
                  <p:cNvSpPr/>
                  <p:nvPr/>
                </p:nvSpPr>
                <p:spPr>
                  <a:xfrm>
                    <a:off x="991555" y="1543394"/>
                    <a:ext cx="47466" cy="47400"/>
                  </a:xfrm>
                  <a:custGeom>
                    <a:rect b="b" l="l" r="r" t="t"/>
                    <a:pathLst>
                      <a:path extrusionOk="0" h="741" w="742">
                        <a:moveTo>
                          <a:pt x="371" y="0"/>
                        </a:moveTo>
                        <a:cubicBezTo>
                          <a:pt x="167" y="0"/>
                          <a:pt x="1" y="166"/>
                          <a:pt x="1" y="371"/>
                        </a:cubicBezTo>
                        <a:cubicBezTo>
                          <a:pt x="1" y="575"/>
                          <a:pt x="167" y="740"/>
                          <a:pt x="371" y="740"/>
                        </a:cubicBezTo>
                        <a:cubicBezTo>
                          <a:pt x="575" y="740"/>
                          <a:pt x="742" y="575"/>
                          <a:pt x="742" y="371"/>
                        </a:cubicBezTo>
                        <a:cubicBezTo>
                          <a:pt x="742"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10"/>
                  <p:cNvSpPr/>
                  <p:nvPr/>
                </p:nvSpPr>
                <p:spPr>
                  <a:xfrm>
                    <a:off x="991555" y="1685402"/>
                    <a:ext cx="47466" cy="47464"/>
                  </a:xfrm>
                  <a:custGeom>
                    <a:rect b="b" l="l" r="r" t="t"/>
                    <a:pathLst>
                      <a:path extrusionOk="0" h="742" w="742">
                        <a:moveTo>
                          <a:pt x="371" y="0"/>
                        </a:moveTo>
                        <a:cubicBezTo>
                          <a:pt x="167" y="0"/>
                          <a:pt x="1" y="166"/>
                          <a:pt x="1" y="371"/>
                        </a:cubicBezTo>
                        <a:cubicBezTo>
                          <a:pt x="1" y="575"/>
                          <a:pt x="167" y="741"/>
                          <a:pt x="371" y="741"/>
                        </a:cubicBezTo>
                        <a:cubicBezTo>
                          <a:pt x="575" y="741"/>
                          <a:pt x="742" y="575"/>
                          <a:pt x="742" y="371"/>
                        </a:cubicBezTo>
                        <a:cubicBezTo>
                          <a:pt x="742"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110"/>
                  <p:cNvSpPr/>
                  <p:nvPr/>
                </p:nvSpPr>
                <p:spPr>
                  <a:xfrm>
                    <a:off x="991555" y="1827537"/>
                    <a:ext cx="47466" cy="47400"/>
                  </a:xfrm>
                  <a:custGeom>
                    <a:rect b="b" l="l" r="r" t="t"/>
                    <a:pathLst>
                      <a:path extrusionOk="0" h="741" w="742">
                        <a:moveTo>
                          <a:pt x="371" y="0"/>
                        </a:moveTo>
                        <a:cubicBezTo>
                          <a:pt x="167" y="0"/>
                          <a:pt x="1" y="165"/>
                          <a:pt x="1" y="370"/>
                        </a:cubicBezTo>
                        <a:cubicBezTo>
                          <a:pt x="1" y="574"/>
                          <a:pt x="167" y="740"/>
                          <a:pt x="371" y="740"/>
                        </a:cubicBezTo>
                        <a:cubicBezTo>
                          <a:pt x="575" y="740"/>
                          <a:pt x="742" y="574"/>
                          <a:pt x="742" y="370"/>
                        </a:cubicBezTo>
                        <a:cubicBezTo>
                          <a:pt x="742" y="165"/>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110"/>
                  <p:cNvSpPr/>
                  <p:nvPr/>
                </p:nvSpPr>
                <p:spPr>
                  <a:xfrm>
                    <a:off x="991555" y="1969545"/>
                    <a:ext cx="47466" cy="46568"/>
                  </a:xfrm>
                  <a:custGeom>
                    <a:rect b="b" l="l" r="r" t="t"/>
                    <a:pathLst>
                      <a:path extrusionOk="0" h="728" w="742">
                        <a:moveTo>
                          <a:pt x="372" y="1"/>
                        </a:moveTo>
                        <a:cubicBezTo>
                          <a:pt x="168" y="1"/>
                          <a:pt x="1" y="167"/>
                          <a:pt x="1" y="370"/>
                        </a:cubicBezTo>
                        <a:cubicBezTo>
                          <a:pt x="1" y="542"/>
                          <a:pt x="114" y="683"/>
                          <a:pt x="272" y="726"/>
                        </a:cubicBezTo>
                        <a:cubicBezTo>
                          <a:pt x="272" y="727"/>
                          <a:pt x="272" y="727"/>
                          <a:pt x="272" y="727"/>
                        </a:cubicBezTo>
                        <a:cubicBezTo>
                          <a:pt x="273" y="727"/>
                          <a:pt x="274" y="726"/>
                          <a:pt x="274" y="726"/>
                        </a:cubicBezTo>
                        <a:lnTo>
                          <a:pt x="717" y="501"/>
                        </a:lnTo>
                        <a:cubicBezTo>
                          <a:pt x="732" y="461"/>
                          <a:pt x="742" y="417"/>
                          <a:pt x="742" y="370"/>
                        </a:cubicBezTo>
                        <a:cubicBezTo>
                          <a:pt x="742" y="167"/>
                          <a:pt x="575" y="1"/>
                          <a:pt x="3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110"/>
                  <p:cNvSpPr/>
                  <p:nvPr/>
                </p:nvSpPr>
                <p:spPr>
                  <a:xfrm>
                    <a:off x="586497" y="1188118"/>
                    <a:ext cx="47466" cy="47464"/>
                  </a:xfrm>
                  <a:custGeom>
                    <a:rect b="b" l="l" r="r" t="t"/>
                    <a:pathLst>
                      <a:path extrusionOk="0" h="742" w="742">
                        <a:moveTo>
                          <a:pt x="371" y="0"/>
                        </a:moveTo>
                        <a:cubicBezTo>
                          <a:pt x="166" y="0"/>
                          <a:pt x="0" y="166"/>
                          <a:pt x="0" y="371"/>
                        </a:cubicBezTo>
                        <a:cubicBezTo>
                          <a:pt x="0" y="575"/>
                          <a:pt x="166" y="741"/>
                          <a:pt x="371" y="741"/>
                        </a:cubicBezTo>
                        <a:cubicBezTo>
                          <a:pt x="575" y="741"/>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110"/>
                  <p:cNvSpPr/>
                  <p:nvPr/>
                </p:nvSpPr>
                <p:spPr>
                  <a:xfrm>
                    <a:off x="586497" y="1330254"/>
                    <a:ext cx="47466" cy="47400"/>
                  </a:xfrm>
                  <a:custGeom>
                    <a:rect b="b" l="l" r="r" t="t"/>
                    <a:pathLst>
                      <a:path extrusionOk="0" h="741" w="742">
                        <a:moveTo>
                          <a:pt x="371" y="0"/>
                        </a:moveTo>
                        <a:cubicBezTo>
                          <a:pt x="166" y="0"/>
                          <a:pt x="0" y="166"/>
                          <a:pt x="0" y="371"/>
                        </a:cubicBezTo>
                        <a:cubicBezTo>
                          <a:pt x="0" y="575"/>
                          <a:pt x="166" y="740"/>
                          <a:pt x="371" y="740"/>
                        </a:cubicBezTo>
                        <a:cubicBezTo>
                          <a:pt x="575" y="740"/>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110"/>
                  <p:cNvSpPr/>
                  <p:nvPr/>
                </p:nvSpPr>
                <p:spPr>
                  <a:xfrm>
                    <a:off x="728638" y="1259186"/>
                    <a:ext cx="47402" cy="47400"/>
                  </a:xfrm>
                  <a:custGeom>
                    <a:rect b="b" l="l" r="r" t="t"/>
                    <a:pathLst>
                      <a:path extrusionOk="0" h="741" w="741">
                        <a:moveTo>
                          <a:pt x="370" y="1"/>
                        </a:moveTo>
                        <a:cubicBezTo>
                          <a:pt x="165" y="1"/>
                          <a:pt x="0" y="166"/>
                          <a:pt x="0" y="371"/>
                        </a:cubicBezTo>
                        <a:cubicBezTo>
                          <a:pt x="0" y="575"/>
                          <a:pt x="165" y="741"/>
                          <a:pt x="370" y="741"/>
                        </a:cubicBezTo>
                        <a:cubicBezTo>
                          <a:pt x="574" y="741"/>
                          <a:pt x="740" y="575"/>
                          <a:pt x="740" y="371"/>
                        </a:cubicBezTo>
                        <a:cubicBezTo>
                          <a:pt x="740" y="166"/>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110"/>
                  <p:cNvSpPr/>
                  <p:nvPr/>
                </p:nvSpPr>
                <p:spPr>
                  <a:xfrm>
                    <a:off x="586497" y="1472262"/>
                    <a:ext cx="47466" cy="47464"/>
                  </a:xfrm>
                  <a:custGeom>
                    <a:rect b="b" l="l" r="r" t="t"/>
                    <a:pathLst>
                      <a:path extrusionOk="0" h="742" w="742">
                        <a:moveTo>
                          <a:pt x="371" y="1"/>
                        </a:moveTo>
                        <a:cubicBezTo>
                          <a:pt x="166" y="1"/>
                          <a:pt x="0" y="167"/>
                          <a:pt x="0" y="371"/>
                        </a:cubicBezTo>
                        <a:cubicBezTo>
                          <a:pt x="0"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10"/>
                  <p:cNvSpPr/>
                  <p:nvPr/>
                </p:nvSpPr>
                <p:spPr>
                  <a:xfrm>
                    <a:off x="586497" y="1614334"/>
                    <a:ext cx="47466" cy="47400"/>
                  </a:xfrm>
                  <a:custGeom>
                    <a:rect b="b" l="l" r="r" t="t"/>
                    <a:pathLst>
                      <a:path extrusionOk="0" h="741" w="742">
                        <a:moveTo>
                          <a:pt x="371" y="1"/>
                        </a:moveTo>
                        <a:cubicBezTo>
                          <a:pt x="166" y="1"/>
                          <a:pt x="0" y="166"/>
                          <a:pt x="0" y="371"/>
                        </a:cubicBezTo>
                        <a:cubicBezTo>
                          <a:pt x="0" y="576"/>
                          <a:pt x="166" y="741"/>
                          <a:pt x="371" y="741"/>
                        </a:cubicBezTo>
                        <a:cubicBezTo>
                          <a:pt x="575" y="741"/>
                          <a:pt x="741" y="576"/>
                          <a:pt x="741" y="371"/>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110"/>
                  <p:cNvSpPr/>
                  <p:nvPr/>
                </p:nvSpPr>
                <p:spPr>
                  <a:xfrm>
                    <a:off x="586497" y="1756406"/>
                    <a:ext cx="47466" cy="47464"/>
                  </a:xfrm>
                  <a:custGeom>
                    <a:rect b="b" l="l" r="r" t="t"/>
                    <a:pathLst>
                      <a:path extrusionOk="0" h="742" w="742">
                        <a:moveTo>
                          <a:pt x="371" y="1"/>
                        </a:moveTo>
                        <a:cubicBezTo>
                          <a:pt x="166" y="1"/>
                          <a:pt x="0" y="167"/>
                          <a:pt x="0" y="371"/>
                        </a:cubicBezTo>
                        <a:cubicBezTo>
                          <a:pt x="0" y="575"/>
                          <a:pt x="166" y="742"/>
                          <a:pt x="371" y="742"/>
                        </a:cubicBezTo>
                        <a:cubicBezTo>
                          <a:pt x="575" y="742"/>
                          <a:pt x="741" y="575"/>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110"/>
                  <p:cNvSpPr/>
                  <p:nvPr/>
                </p:nvSpPr>
                <p:spPr>
                  <a:xfrm>
                    <a:off x="586497" y="1898541"/>
                    <a:ext cx="47466" cy="47400"/>
                  </a:xfrm>
                  <a:custGeom>
                    <a:rect b="b" l="l" r="r" t="t"/>
                    <a:pathLst>
                      <a:path extrusionOk="0" h="741" w="742">
                        <a:moveTo>
                          <a:pt x="371" y="1"/>
                        </a:moveTo>
                        <a:cubicBezTo>
                          <a:pt x="166" y="1"/>
                          <a:pt x="0" y="166"/>
                          <a:pt x="0" y="370"/>
                        </a:cubicBezTo>
                        <a:cubicBezTo>
                          <a:pt x="0" y="575"/>
                          <a:pt x="166" y="740"/>
                          <a:pt x="371" y="740"/>
                        </a:cubicBezTo>
                        <a:cubicBezTo>
                          <a:pt x="575" y="740"/>
                          <a:pt x="741" y="575"/>
                          <a:pt x="741" y="370"/>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110"/>
                  <p:cNvSpPr/>
                  <p:nvPr/>
                </p:nvSpPr>
                <p:spPr>
                  <a:xfrm>
                    <a:off x="728638" y="1401258"/>
                    <a:ext cx="47402" cy="47464"/>
                  </a:xfrm>
                  <a:custGeom>
                    <a:rect b="b" l="l" r="r" t="t"/>
                    <a:pathLst>
                      <a:path extrusionOk="0" h="742" w="741">
                        <a:moveTo>
                          <a:pt x="370" y="1"/>
                        </a:moveTo>
                        <a:cubicBezTo>
                          <a:pt x="165" y="1"/>
                          <a:pt x="0" y="167"/>
                          <a:pt x="0" y="371"/>
                        </a:cubicBezTo>
                        <a:cubicBezTo>
                          <a:pt x="0" y="575"/>
                          <a:pt x="165" y="741"/>
                          <a:pt x="370" y="741"/>
                        </a:cubicBezTo>
                        <a:cubicBezTo>
                          <a:pt x="574" y="741"/>
                          <a:pt x="740" y="575"/>
                          <a:pt x="740" y="371"/>
                        </a:cubicBezTo>
                        <a:cubicBezTo>
                          <a:pt x="740" y="167"/>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10"/>
                  <p:cNvSpPr/>
                  <p:nvPr/>
                </p:nvSpPr>
                <p:spPr>
                  <a:xfrm>
                    <a:off x="728638" y="1543394"/>
                    <a:ext cx="47402" cy="47400"/>
                  </a:xfrm>
                  <a:custGeom>
                    <a:rect b="b" l="l" r="r" t="t"/>
                    <a:pathLst>
                      <a:path extrusionOk="0" h="741" w="741">
                        <a:moveTo>
                          <a:pt x="370" y="0"/>
                        </a:moveTo>
                        <a:cubicBezTo>
                          <a:pt x="165" y="0"/>
                          <a:pt x="0" y="166"/>
                          <a:pt x="0" y="371"/>
                        </a:cubicBezTo>
                        <a:cubicBezTo>
                          <a:pt x="0" y="575"/>
                          <a:pt x="165" y="740"/>
                          <a:pt x="370" y="740"/>
                        </a:cubicBezTo>
                        <a:cubicBezTo>
                          <a:pt x="574" y="740"/>
                          <a:pt x="740" y="575"/>
                          <a:pt x="740" y="371"/>
                        </a:cubicBezTo>
                        <a:cubicBezTo>
                          <a:pt x="740" y="166"/>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110"/>
                  <p:cNvSpPr/>
                  <p:nvPr/>
                </p:nvSpPr>
                <p:spPr>
                  <a:xfrm>
                    <a:off x="728638" y="1685402"/>
                    <a:ext cx="47402" cy="47464"/>
                  </a:xfrm>
                  <a:custGeom>
                    <a:rect b="b" l="l" r="r" t="t"/>
                    <a:pathLst>
                      <a:path extrusionOk="0" h="742" w="741">
                        <a:moveTo>
                          <a:pt x="370" y="0"/>
                        </a:moveTo>
                        <a:cubicBezTo>
                          <a:pt x="165" y="0"/>
                          <a:pt x="0" y="166"/>
                          <a:pt x="0" y="371"/>
                        </a:cubicBezTo>
                        <a:cubicBezTo>
                          <a:pt x="0" y="575"/>
                          <a:pt x="165" y="741"/>
                          <a:pt x="370" y="741"/>
                        </a:cubicBezTo>
                        <a:cubicBezTo>
                          <a:pt x="574" y="741"/>
                          <a:pt x="740" y="575"/>
                          <a:pt x="740" y="371"/>
                        </a:cubicBezTo>
                        <a:cubicBezTo>
                          <a:pt x="740" y="166"/>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110"/>
                  <p:cNvSpPr/>
                  <p:nvPr/>
                </p:nvSpPr>
                <p:spPr>
                  <a:xfrm>
                    <a:off x="728638" y="1827537"/>
                    <a:ext cx="47402" cy="47400"/>
                  </a:xfrm>
                  <a:custGeom>
                    <a:rect b="b" l="l" r="r" t="t"/>
                    <a:pathLst>
                      <a:path extrusionOk="0" h="741" w="741">
                        <a:moveTo>
                          <a:pt x="370" y="0"/>
                        </a:moveTo>
                        <a:cubicBezTo>
                          <a:pt x="165" y="0"/>
                          <a:pt x="0" y="165"/>
                          <a:pt x="0" y="370"/>
                        </a:cubicBezTo>
                        <a:cubicBezTo>
                          <a:pt x="0" y="574"/>
                          <a:pt x="165" y="740"/>
                          <a:pt x="370" y="740"/>
                        </a:cubicBezTo>
                        <a:cubicBezTo>
                          <a:pt x="574" y="740"/>
                          <a:pt x="740" y="574"/>
                          <a:pt x="740" y="370"/>
                        </a:cubicBezTo>
                        <a:cubicBezTo>
                          <a:pt x="740" y="165"/>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110"/>
                  <p:cNvSpPr/>
                  <p:nvPr/>
                </p:nvSpPr>
                <p:spPr>
                  <a:xfrm>
                    <a:off x="728638" y="1969545"/>
                    <a:ext cx="47402" cy="47464"/>
                  </a:xfrm>
                  <a:custGeom>
                    <a:rect b="b" l="l" r="r" t="t"/>
                    <a:pathLst>
                      <a:path extrusionOk="0" h="742" w="741">
                        <a:moveTo>
                          <a:pt x="370" y="1"/>
                        </a:moveTo>
                        <a:cubicBezTo>
                          <a:pt x="165" y="1"/>
                          <a:pt x="0" y="167"/>
                          <a:pt x="0" y="371"/>
                        </a:cubicBezTo>
                        <a:cubicBezTo>
                          <a:pt x="0" y="576"/>
                          <a:pt x="165" y="742"/>
                          <a:pt x="370" y="742"/>
                        </a:cubicBezTo>
                        <a:cubicBezTo>
                          <a:pt x="574" y="742"/>
                          <a:pt x="740" y="576"/>
                          <a:pt x="740" y="371"/>
                        </a:cubicBezTo>
                        <a:cubicBezTo>
                          <a:pt x="740" y="167"/>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110"/>
                  <p:cNvSpPr/>
                  <p:nvPr/>
                </p:nvSpPr>
                <p:spPr>
                  <a:xfrm>
                    <a:off x="728702" y="1122424"/>
                    <a:ext cx="45419" cy="42091"/>
                  </a:xfrm>
                  <a:custGeom>
                    <a:rect b="b" l="l" r="r" t="t"/>
                    <a:pathLst>
                      <a:path extrusionOk="0" h="658" w="710">
                        <a:moveTo>
                          <a:pt x="136" y="0"/>
                        </a:moveTo>
                        <a:cubicBezTo>
                          <a:pt x="135" y="0"/>
                          <a:pt x="135" y="1"/>
                          <a:pt x="135" y="2"/>
                        </a:cubicBezTo>
                        <a:cubicBezTo>
                          <a:pt x="53" y="71"/>
                          <a:pt x="0" y="172"/>
                          <a:pt x="0" y="288"/>
                        </a:cubicBezTo>
                        <a:cubicBezTo>
                          <a:pt x="0" y="491"/>
                          <a:pt x="166" y="658"/>
                          <a:pt x="369" y="658"/>
                        </a:cubicBezTo>
                        <a:cubicBezTo>
                          <a:pt x="522" y="658"/>
                          <a:pt x="654" y="565"/>
                          <a:pt x="709" y="433"/>
                        </a:cubicBezTo>
                        <a:cubicBezTo>
                          <a:pt x="532" y="276"/>
                          <a:pt x="342" y="131"/>
                          <a:pt x="138" y="2"/>
                        </a:cubicBezTo>
                        <a:cubicBezTo>
                          <a:pt x="137" y="1"/>
                          <a:pt x="136" y="0"/>
                          <a:pt x="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110"/>
                  <p:cNvSpPr/>
                  <p:nvPr/>
                </p:nvSpPr>
                <p:spPr>
                  <a:xfrm>
                    <a:off x="323452" y="1188118"/>
                    <a:ext cx="47466" cy="47464"/>
                  </a:xfrm>
                  <a:custGeom>
                    <a:rect b="b" l="l" r="r" t="t"/>
                    <a:pathLst>
                      <a:path extrusionOk="0" h="742" w="742">
                        <a:moveTo>
                          <a:pt x="371" y="0"/>
                        </a:moveTo>
                        <a:cubicBezTo>
                          <a:pt x="167" y="0"/>
                          <a:pt x="1" y="166"/>
                          <a:pt x="1" y="371"/>
                        </a:cubicBezTo>
                        <a:cubicBezTo>
                          <a:pt x="1" y="575"/>
                          <a:pt x="167" y="741"/>
                          <a:pt x="371" y="741"/>
                        </a:cubicBezTo>
                        <a:cubicBezTo>
                          <a:pt x="576" y="741"/>
                          <a:pt x="742" y="575"/>
                          <a:pt x="742" y="371"/>
                        </a:cubicBezTo>
                        <a:cubicBezTo>
                          <a:pt x="742" y="166"/>
                          <a:pt x="576"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10"/>
                  <p:cNvSpPr/>
                  <p:nvPr/>
                </p:nvSpPr>
                <p:spPr>
                  <a:xfrm>
                    <a:off x="323452" y="1330254"/>
                    <a:ext cx="47466" cy="47400"/>
                  </a:xfrm>
                  <a:custGeom>
                    <a:rect b="b" l="l" r="r" t="t"/>
                    <a:pathLst>
                      <a:path extrusionOk="0" h="741" w="742">
                        <a:moveTo>
                          <a:pt x="371" y="0"/>
                        </a:moveTo>
                        <a:cubicBezTo>
                          <a:pt x="167" y="0"/>
                          <a:pt x="1" y="166"/>
                          <a:pt x="1" y="371"/>
                        </a:cubicBezTo>
                        <a:cubicBezTo>
                          <a:pt x="1" y="575"/>
                          <a:pt x="167" y="740"/>
                          <a:pt x="371" y="740"/>
                        </a:cubicBezTo>
                        <a:cubicBezTo>
                          <a:pt x="576" y="740"/>
                          <a:pt x="742" y="575"/>
                          <a:pt x="742" y="371"/>
                        </a:cubicBezTo>
                        <a:cubicBezTo>
                          <a:pt x="742" y="166"/>
                          <a:pt x="576"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110"/>
                  <p:cNvSpPr/>
                  <p:nvPr/>
                </p:nvSpPr>
                <p:spPr>
                  <a:xfrm>
                    <a:off x="465594" y="1259186"/>
                    <a:ext cx="47402" cy="47400"/>
                  </a:xfrm>
                  <a:custGeom>
                    <a:rect b="b" l="l" r="r" t="t"/>
                    <a:pathLst>
                      <a:path extrusionOk="0" h="741" w="741">
                        <a:moveTo>
                          <a:pt x="371" y="1"/>
                        </a:moveTo>
                        <a:cubicBezTo>
                          <a:pt x="166" y="1"/>
                          <a:pt x="1" y="166"/>
                          <a:pt x="1" y="371"/>
                        </a:cubicBezTo>
                        <a:cubicBezTo>
                          <a:pt x="1" y="575"/>
                          <a:pt x="166" y="741"/>
                          <a:pt x="371" y="741"/>
                        </a:cubicBezTo>
                        <a:cubicBezTo>
                          <a:pt x="575" y="741"/>
                          <a:pt x="741" y="575"/>
                          <a:pt x="741" y="371"/>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110"/>
                  <p:cNvSpPr/>
                  <p:nvPr/>
                </p:nvSpPr>
                <p:spPr>
                  <a:xfrm>
                    <a:off x="323452" y="1472262"/>
                    <a:ext cx="47466" cy="47464"/>
                  </a:xfrm>
                  <a:custGeom>
                    <a:rect b="b" l="l" r="r" t="t"/>
                    <a:pathLst>
                      <a:path extrusionOk="0" h="742" w="742">
                        <a:moveTo>
                          <a:pt x="371" y="1"/>
                        </a:moveTo>
                        <a:cubicBezTo>
                          <a:pt x="167" y="1"/>
                          <a:pt x="1" y="167"/>
                          <a:pt x="1" y="371"/>
                        </a:cubicBezTo>
                        <a:cubicBezTo>
                          <a:pt x="1" y="576"/>
                          <a:pt x="167" y="742"/>
                          <a:pt x="371" y="742"/>
                        </a:cubicBezTo>
                        <a:cubicBezTo>
                          <a:pt x="576" y="742"/>
                          <a:pt x="742" y="576"/>
                          <a:pt x="742" y="371"/>
                        </a:cubicBezTo>
                        <a:cubicBezTo>
                          <a:pt x="742"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10"/>
                  <p:cNvSpPr/>
                  <p:nvPr/>
                </p:nvSpPr>
                <p:spPr>
                  <a:xfrm>
                    <a:off x="323452" y="1614334"/>
                    <a:ext cx="47466" cy="47400"/>
                  </a:xfrm>
                  <a:custGeom>
                    <a:rect b="b" l="l" r="r" t="t"/>
                    <a:pathLst>
                      <a:path extrusionOk="0" h="741" w="742">
                        <a:moveTo>
                          <a:pt x="371" y="1"/>
                        </a:moveTo>
                        <a:cubicBezTo>
                          <a:pt x="167" y="1"/>
                          <a:pt x="1" y="166"/>
                          <a:pt x="1" y="371"/>
                        </a:cubicBezTo>
                        <a:cubicBezTo>
                          <a:pt x="1" y="576"/>
                          <a:pt x="167" y="741"/>
                          <a:pt x="371" y="741"/>
                        </a:cubicBezTo>
                        <a:cubicBezTo>
                          <a:pt x="576" y="741"/>
                          <a:pt x="742" y="576"/>
                          <a:pt x="742" y="371"/>
                        </a:cubicBezTo>
                        <a:cubicBezTo>
                          <a:pt x="742"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110"/>
                  <p:cNvSpPr/>
                  <p:nvPr/>
                </p:nvSpPr>
                <p:spPr>
                  <a:xfrm>
                    <a:off x="323452" y="1756406"/>
                    <a:ext cx="47466" cy="47464"/>
                  </a:xfrm>
                  <a:custGeom>
                    <a:rect b="b" l="l" r="r" t="t"/>
                    <a:pathLst>
                      <a:path extrusionOk="0" h="742" w="742">
                        <a:moveTo>
                          <a:pt x="371" y="1"/>
                        </a:moveTo>
                        <a:cubicBezTo>
                          <a:pt x="167" y="1"/>
                          <a:pt x="1" y="167"/>
                          <a:pt x="1" y="371"/>
                        </a:cubicBezTo>
                        <a:cubicBezTo>
                          <a:pt x="1" y="575"/>
                          <a:pt x="167" y="742"/>
                          <a:pt x="371" y="742"/>
                        </a:cubicBezTo>
                        <a:cubicBezTo>
                          <a:pt x="576" y="742"/>
                          <a:pt x="742" y="575"/>
                          <a:pt x="742" y="371"/>
                        </a:cubicBezTo>
                        <a:cubicBezTo>
                          <a:pt x="742"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10"/>
                  <p:cNvSpPr/>
                  <p:nvPr/>
                </p:nvSpPr>
                <p:spPr>
                  <a:xfrm>
                    <a:off x="323452" y="1898541"/>
                    <a:ext cx="47466" cy="47400"/>
                  </a:xfrm>
                  <a:custGeom>
                    <a:rect b="b" l="l" r="r" t="t"/>
                    <a:pathLst>
                      <a:path extrusionOk="0" h="741" w="742">
                        <a:moveTo>
                          <a:pt x="371" y="1"/>
                        </a:moveTo>
                        <a:cubicBezTo>
                          <a:pt x="167" y="1"/>
                          <a:pt x="1" y="166"/>
                          <a:pt x="1" y="370"/>
                        </a:cubicBezTo>
                        <a:cubicBezTo>
                          <a:pt x="1" y="575"/>
                          <a:pt x="167" y="740"/>
                          <a:pt x="371" y="740"/>
                        </a:cubicBezTo>
                        <a:cubicBezTo>
                          <a:pt x="576" y="740"/>
                          <a:pt x="742" y="575"/>
                          <a:pt x="742" y="370"/>
                        </a:cubicBezTo>
                        <a:cubicBezTo>
                          <a:pt x="742"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10"/>
                  <p:cNvSpPr/>
                  <p:nvPr/>
                </p:nvSpPr>
                <p:spPr>
                  <a:xfrm>
                    <a:off x="465594" y="1401258"/>
                    <a:ext cx="47402" cy="47464"/>
                  </a:xfrm>
                  <a:custGeom>
                    <a:rect b="b" l="l" r="r" t="t"/>
                    <a:pathLst>
                      <a:path extrusionOk="0" h="742" w="741">
                        <a:moveTo>
                          <a:pt x="371" y="1"/>
                        </a:moveTo>
                        <a:cubicBezTo>
                          <a:pt x="166" y="1"/>
                          <a:pt x="1" y="167"/>
                          <a:pt x="1" y="371"/>
                        </a:cubicBezTo>
                        <a:cubicBezTo>
                          <a:pt x="1" y="575"/>
                          <a:pt x="166" y="741"/>
                          <a:pt x="371" y="741"/>
                        </a:cubicBezTo>
                        <a:cubicBezTo>
                          <a:pt x="575" y="741"/>
                          <a:pt x="741" y="575"/>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10"/>
                  <p:cNvSpPr/>
                  <p:nvPr/>
                </p:nvSpPr>
                <p:spPr>
                  <a:xfrm>
                    <a:off x="465594" y="1543394"/>
                    <a:ext cx="47402" cy="47400"/>
                  </a:xfrm>
                  <a:custGeom>
                    <a:rect b="b" l="l" r="r" t="t"/>
                    <a:pathLst>
                      <a:path extrusionOk="0" h="741" w="741">
                        <a:moveTo>
                          <a:pt x="371" y="0"/>
                        </a:moveTo>
                        <a:cubicBezTo>
                          <a:pt x="166" y="0"/>
                          <a:pt x="1" y="166"/>
                          <a:pt x="1" y="371"/>
                        </a:cubicBezTo>
                        <a:cubicBezTo>
                          <a:pt x="1" y="575"/>
                          <a:pt x="166" y="740"/>
                          <a:pt x="371" y="740"/>
                        </a:cubicBezTo>
                        <a:cubicBezTo>
                          <a:pt x="575" y="740"/>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110"/>
                  <p:cNvSpPr/>
                  <p:nvPr/>
                </p:nvSpPr>
                <p:spPr>
                  <a:xfrm>
                    <a:off x="465594" y="1685402"/>
                    <a:ext cx="47402" cy="47464"/>
                  </a:xfrm>
                  <a:custGeom>
                    <a:rect b="b" l="l" r="r" t="t"/>
                    <a:pathLst>
                      <a:path extrusionOk="0" h="742" w="741">
                        <a:moveTo>
                          <a:pt x="371" y="0"/>
                        </a:moveTo>
                        <a:cubicBezTo>
                          <a:pt x="166" y="0"/>
                          <a:pt x="1" y="166"/>
                          <a:pt x="1" y="371"/>
                        </a:cubicBezTo>
                        <a:cubicBezTo>
                          <a:pt x="1" y="575"/>
                          <a:pt x="166" y="741"/>
                          <a:pt x="371" y="741"/>
                        </a:cubicBezTo>
                        <a:cubicBezTo>
                          <a:pt x="575" y="741"/>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110"/>
                  <p:cNvSpPr/>
                  <p:nvPr/>
                </p:nvSpPr>
                <p:spPr>
                  <a:xfrm>
                    <a:off x="465594" y="1827537"/>
                    <a:ext cx="47402" cy="47400"/>
                  </a:xfrm>
                  <a:custGeom>
                    <a:rect b="b" l="l" r="r" t="t"/>
                    <a:pathLst>
                      <a:path extrusionOk="0" h="741" w="741">
                        <a:moveTo>
                          <a:pt x="371" y="0"/>
                        </a:moveTo>
                        <a:cubicBezTo>
                          <a:pt x="166" y="0"/>
                          <a:pt x="1" y="165"/>
                          <a:pt x="1" y="370"/>
                        </a:cubicBezTo>
                        <a:cubicBezTo>
                          <a:pt x="1" y="574"/>
                          <a:pt x="166" y="740"/>
                          <a:pt x="371" y="740"/>
                        </a:cubicBezTo>
                        <a:cubicBezTo>
                          <a:pt x="575" y="740"/>
                          <a:pt x="741" y="574"/>
                          <a:pt x="741" y="370"/>
                        </a:cubicBezTo>
                        <a:cubicBezTo>
                          <a:pt x="741" y="165"/>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10"/>
                  <p:cNvSpPr/>
                  <p:nvPr/>
                </p:nvSpPr>
                <p:spPr>
                  <a:xfrm>
                    <a:off x="465594" y="1969545"/>
                    <a:ext cx="47402" cy="47464"/>
                  </a:xfrm>
                  <a:custGeom>
                    <a:rect b="b" l="l" r="r" t="t"/>
                    <a:pathLst>
                      <a:path extrusionOk="0" h="742" w="741">
                        <a:moveTo>
                          <a:pt x="371" y="1"/>
                        </a:moveTo>
                        <a:cubicBezTo>
                          <a:pt x="166" y="1"/>
                          <a:pt x="1" y="167"/>
                          <a:pt x="1" y="371"/>
                        </a:cubicBezTo>
                        <a:cubicBezTo>
                          <a:pt x="1"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10"/>
                  <p:cNvSpPr/>
                  <p:nvPr/>
                </p:nvSpPr>
                <p:spPr>
                  <a:xfrm>
                    <a:off x="465594" y="1117050"/>
                    <a:ext cx="47402" cy="47464"/>
                  </a:xfrm>
                  <a:custGeom>
                    <a:rect b="b" l="l" r="r" t="t"/>
                    <a:pathLst>
                      <a:path extrusionOk="0" h="742" w="741">
                        <a:moveTo>
                          <a:pt x="371" y="1"/>
                        </a:moveTo>
                        <a:cubicBezTo>
                          <a:pt x="166" y="1"/>
                          <a:pt x="1" y="167"/>
                          <a:pt x="1" y="371"/>
                        </a:cubicBezTo>
                        <a:cubicBezTo>
                          <a:pt x="1"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110"/>
                  <p:cNvSpPr/>
                  <p:nvPr/>
                </p:nvSpPr>
                <p:spPr>
                  <a:xfrm>
                    <a:off x="241635" y="1278248"/>
                    <a:ext cx="8316" cy="22644"/>
                  </a:xfrm>
                  <a:custGeom>
                    <a:rect b="b" l="l" r="r" t="t"/>
                    <a:pathLst>
                      <a:path extrusionOk="0" h="354" w="130">
                        <a:moveTo>
                          <a:pt x="123" y="1"/>
                        </a:moveTo>
                        <a:cubicBezTo>
                          <a:pt x="77" y="114"/>
                          <a:pt x="34" y="234"/>
                          <a:pt x="0" y="354"/>
                        </a:cubicBezTo>
                        <a:cubicBezTo>
                          <a:pt x="81" y="287"/>
                          <a:pt x="129" y="185"/>
                          <a:pt x="129" y="71"/>
                        </a:cubicBezTo>
                        <a:cubicBezTo>
                          <a:pt x="129" y="47"/>
                          <a:pt x="127" y="23"/>
                          <a:pt x="1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10"/>
                  <p:cNvSpPr/>
                  <p:nvPr/>
                </p:nvSpPr>
                <p:spPr>
                  <a:xfrm>
                    <a:off x="226410" y="1401386"/>
                    <a:ext cx="23541" cy="47400"/>
                  </a:xfrm>
                  <a:custGeom>
                    <a:rect b="b" l="l" r="r" t="t"/>
                    <a:pathLst>
                      <a:path extrusionOk="0" h="741" w="368">
                        <a:moveTo>
                          <a:pt x="1" y="1"/>
                        </a:moveTo>
                        <a:lnTo>
                          <a:pt x="1" y="741"/>
                        </a:lnTo>
                        <a:cubicBezTo>
                          <a:pt x="205" y="738"/>
                          <a:pt x="367" y="575"/>
                          <a:pt x="367" y="369"/>
                        </a:cubicBezTo>
                        <a:cubicBezTo>
                          <a:pt x="367" y="166"/>
                          <a:pt x="205" y="3"/>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10"/>
                  <p:cNvSpPr/>
                  <p:nvPr/>
                </p:nvSpPr>
                <p:spPr>
                  <a:xfrm>
                    <a:off x="226410" y="1543330"/>
                    <a:ext cx="23541" cy="47400"/>
                  </a:xfrm>
                  <a:custGeom>
                    <a:rect b="b" l="l" r="r" t="t"/>
                    <a:pathLst>
                      <a:path extrusionOk="0" h="741" w="368">
                        <a:moveTo>
                          <a:pt x="1" y="0"/>
                        </a:moveTo>
                        <a:lnTo>
                          <a:pt x="1" y="740"/>
                        </a:lnTo>
                        <a:cubicBezTo>
                          <a:pt x="205" y="738"/>
                          <a:pt x="367" y="574"/>
                          <a:pt x="367" y="372"/>
                        </a:cubicBezTo>
                        <a:cubicBezTo>
                          <a:pt x="367" y="167"/>
                          <a:pt x="205" y="2"/>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110"/>
                  <p:cNvSpPr/>
                  <p:nvPr/>
                </p:nvSpPr>
                <p:spPr>
                  <a:xfrm>
                    <a:off x="226410" y="1685466"/>
                    <a:ext cx="23541" cy="47464"/>
                  </a:xfrm>
                  <a:custGeom>
                    <a:rect b="b" l="l" r="r" t="t"/>
                    <a:pathLst>
                      <a:path extrusionOk="0" h="742" w="368">
                        <a:moveTo>
                          <a:pt x="1" y="0"/>
                        </a:moveTo>
                        <a:lnTo>
                          <a:pt x="1" y="741"/>
                        </a:lnTo>
                        <a:cubicBezTo>
                          <a:pt x="205" y="738"/>
                          <a:pt x="367" y="576"/>
                          <a:pt x="367" y="370"/>
                        </a:cubicBezTo>
                        <a:cubicBezTo>
                          <a:pt x="367" y="165"/>
                          <a:pt x="205" y="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10"/>
                  <p:cNvSpPr/>
                  <p:nvPr/>
                </p:nvSpPr>
                <p:spPr>
                  <a:xfrm>
                    <a:off x="226410" y="1827409"/>
                    <a:ext cx="23541" cy="47464"/>
                  </a:xfrm>
                  <a:custGeom>
                    <a:rect b="b" l="l" r="r" t="t"/>
                    <a:pathLst>
                      <a:path extrusionOk="0" h="742" w="368">
                        <a:moveTo>
                          <a:pt x="1" y="0"/>
                        </a:moveTo>
                        <a:lnTo>
                          <a:pt x="1" y="741"/>
                        </a:lnTo>
                        <a:cubicBezTo>
                          <a:pt x="205" y="738"/>
                          <a:pt x="367" y="575"/>
                          <a:pt x="367" y="372"/>
                        </a:cubicBezTo>
                        <a:cubicBezTo>
                          <a:pt x="367" y="167"/>
                          <a:pt x="205" y="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10"/>
                  <p:cNvSpPr/>
                  <p:nvPr/>
                </p:nvSpPr>
                <p:spPr>
                  <a:xfrm>
                    <a:off x="226410" y="1969545"/>
                    <a:ext cx="23541" cy="47464"/>
                  </a:xfrm>
                  <a:custGeom>
                    <a:rect b="b" l="l" r="r" t="t"/>
                    <a:pathLst>
                      <a:path extrusionOk="0" h="742" w="368">
                        <a:moveTo>
                          <a:pt x="1" y="1"/>
                        </a:moveTo>
                        <a:lnTo>
                          <a:pt x="1" y="742"/>
                        </a:lnTo>
                        <a:cubicBezTo>
                          <a:pt x="205" y="739"/>
                          <a:pt x="367" y="577"/>
                          <a:pt x="367" y="370"/>
                        </a:cubicBezTo>
                        <a:cubicBezTo>
                          <a:pt x="367" y="166"/>
                          <a:pt x="205" y="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8" name="Google Shape;8758;p110"/>
                <p:cNvSpPr/>
                <p:nvPr/>
              </p:nvSpPr>
              <p:spPr>
                <a:xfrm>
                  <a:off x="991555" y="1408870"/>
                  <a:ext cx="47082" cy="39916"/>
                </a:xfrm>
                <a:custGeom>
                  <a:rect b="b" l="l" r="r" t="t"/>
                  <a:pathLst>
                    <a:path extrusionOk="0" h="624" w="736">
                      <a:moveTo>
                        <a:pt x="103" y="0"/>
                      </a:moveTo>
                      <a:cubicBezTo>
                        <a:pt x="39" y="67"/>
                        <a:pt x="1" y="154"/>
                        <a:pt x="1" y="252"/>
                      </a:cubicBezTo>
                      <a:cubicBezTo>
                        <a:pt x="1" y="457"/>
                        <a:pt x="166" y="624"/>
                        <a:pt x="372" y="624"/>
                      </a:cubicBezTo>
                      <a:cubicBezTo>
                        <a:pt x="553" y="624"/>
                        <a:pt x="707" y="488"/>
                        <a:pt x="735" y="310"/>
                      </a:cubicBezTo>
                      <a:cubicBezTo>
                        <a:pt x="532" y="193"/>
                        <a:pt x="320" y="88"/>
                        <a:pt x="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59" name="Google Shape;8759;p110"/>
            <p:cNvGrpSpPr/>
            <p:nvPr/>
          </p:nvGrpSpPr>
          <p:grpSpPr>
            <a:xfrm>
              <a:off x="440908" y="301411"/>
              <a:ext cx="712015" cy="872505"/>
              <a:chOff x="-476487" y="1228650"/>
              <a:chExt cx="263475" cy="322875"/>
            </a:xfrm>
          </p:grpSpPr>
          <p:sp>
            <p:nvSpPr>
              <p:cNvPr id="8760" name="Google Shape;8760;p110"/>
              <p:cNvSpPr/>
              <p:nvPr/>
            </p:nvSpPr>
            <p:spPr>
              <a:xfrm>
                <a:off x="-476487" y="1228650"/>
                <a:ext cx="263475" cy="322875"/>
              </a:xfrm>
              <a:custGeom>
                <a:rect b="b" l="l" r="r" t="t"/>
                <a:pathLst>
                  <a:path extrusionOk="0" h="12915" w="10539">
                    <a:moveTo>
                      <a:pt x="1124" y="0"/>
                    </a:moveTo>
                    <a:lnTo>
                      <a:pt x="1" y="12848"/>
                    </a:lnTo>
                    <a:lnTo>
                      <a:pt x="8339" y="12900"/>
                    </a:lnTo>
                    <a:lnTo>
                      <a:pt x="10538" y="12915"/>
                    </a:lnTo>
                    <a:lnTo>
                      <a:pt x="10124" y="222"/>
                    </a:lnTo>
                    <a:lnTo>
                      <a:pt x="8471" y="182"/>
                    </a:lnTo>
                    <a:lnTo>
                      <a:pt x="1124"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1" name="Google Shape;8761;p110"/>
              <p:cNvGrpSpPr/>
              <p:nvPr/>
            </p:nvGrpSpPr>
            <p:grpSpPr>
              <a:xfrm>
                <a:off x="-476487" y="1228650"/>
                <a:ext cx="263475" cy="322875"/>
                <a:chOff x="-4190125" y="677000"/>
                <a:chExt cx="263475" cy="322875"/>
              </a:xfrm>
            </p:grpSpPr>
            <p:sp>
              <p:nvSpPr>
                <p:cNvPr id="8762" name="Google Shape;8762;p110"/>
                <p:cNvSpPr/>
                <p:nvPr/>
              </p:nvSpPr>
              <p:spPr>
                <a:xfrm>
                  <a:off x="-4190125" y="677000"/>
                  <a:ext cx="263475" cy="322875"/>
                </a:xfrm>
                <a:custGeom>
                  <a:rect b="b" l="l" r="r" t="t"/>
                  <a:pathLst>
                    <a:path extrusionOk="0" h="12915" w="10539">
                      <a:moveTo>
                        <a:pt x="1124" y="0"/>
                      </a:moveTo>
                      <a:lnTo>
                        <a:pt x="1" y="12848"/>
                      </a:lnTo>
                      <a:lnTo>
                        <a:pt x="8339" y="12900"/>
                      </a:lnTo>
                      <a:lnTo>
                        <a:pt x="10538" y="12915"/>
                      </a:lnTo>
                      <a:lnTo>
                        <a:pt x="10124" y="222"/>
                      </a:lnTo>
                      <a:lnTo>
                        <a:pt x="8471" y="183"/>
                      </a:lnTo>
                      <a:lnTo>
                        <a:pt x="11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10"/>
                <p:cNvSpPr/>
                <p:nvPr/>
              </p:nvSpPr>
              <p:spPr>
                <a:xfrm>
                  <a:off x="-3981650" y="681550"/>
                  <a:ext cx="55000" cy="318325"/>
                </a:xfrm>
                <a:custGeom>
                  <a:rect b="b" l="l" r="r" t="t"/>
                  <a:pathLst>
                    <a:path extrusionOk="0" h="12733" w="2200">
                      <a:moveTo>
                        <a:pt x="132" y="1"/>
                      </a:moveTo>
                      <a:lnTo>
                        <a:pt x="0" y="12718"/>
                      </a:lnTo>
                      <a:lnTo>
                        <a:pt x="2199" y="12733"/>
                      </a:lnTo>
                      <a:lnTo>
                        <a:pt x="1785" y="40"/>
                      </a:lnTo>
                      <a:lnTo>
                        <a:pt x="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10"/>
                <p:cNvSpPr/>
                <p:nvPr/>
              </p:nvSpPr>
              <p:spPr>
                <a:xfrm>
                  <a:off x="-4130225" y="705650"/>
                  <a:ext cx="97075" cy="90600"/>
                </a:xfrm>
                <a:custGeom>
                  <a:rect b="b" l="l" r="r" t="t"/>
                  <a:pathLst>
                    <a:path extrusionOk="0" h="3624" w="3883">
                      <a:moveTo>
                        <a:pt x="1944" y="1"/>
                      </a:moveTo>
                      <a:cubicBezTo>
                        <a:pt x="1853" y="1"/>
                        <a:pt x="1761" y="7"/>
                        <a:pt x="1669" y="21"/>
                      </a:cubicBezTo>
                      <a:cubicBezTo>
                        <a:pt x="679" y="172"/>
                        <a:pt x="0" y="1096"/>
                        <a:pt x="151" y="2084"/>
                      </a:cubicBezTo>
                      <a:cubicBezTo>
                        <a:pt x="287" y="2982"/>
                        <a:pt x="1060" y="3623"/>
                        <a:pt x="1940" y="3623"/>
                      </a:cubicBezTo>
                      <a:cubicBezTo>
                        <a:pt x="2030" y="3623"/>
                        <a:pt x="2122" y="3617"/>
                        <a:pt x="2215" y="3603"/>
                      </a:cubicBezTo>
                      <a:cubicBezTo>
                        <a:pt x="3203" y="3452"/>
                        <a:pt x="3882" y="2527"/>
                        <a:pt x="3732" y="1539"/>
                      </a:cubicBezTo>
                      <a:cubicBezTo>
                        <a:pt x="3595" y="642"/>
                        <a:pt x="2823" y="1"/>
                        <a:pt x="1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10"/>
                <p:cNvSpPr/>
                <p:nvPr/>
              </p:nvSpPr>
              <p:spPr>
                <a:xfrm>
                  <a:off x="-4100850" y="732800"/>
                  <a:ext cx="38350" cy="36275"/>
                </a:xfrm>
                <a:custGeom>
                  <a:rect b="b" l="l" r="r" t="t"/>
                  <a:pathLst>
                    <a:path extrusionOk="0" h="1451" w="1534">
                      <a:moveTo>
                        <a:pt x="765" y="1"/>
                      </a:moveTo>
                      <a:cubicBezTo>
                        <a:pt x="402" y="1"/>
                        <a:pt x="90" y="272"/>
                        <a:pt x="47" y="641"/>
                      </a:cubicBezTo>
                      <a:cubicBezTo>
                        <a:pt x="1" y="1039"/>
                        <a:pt x="285" y="1399"/>
                        <a:pt x="683" y="1445"/>
                      </a:cubicBezTo>
                      <a:cubicBezTo>
                        <a:pt x="711" y="1449"/>
                        <a:pt x="740" y="1450"/>
                        <a:pt x="768" y="1450"/>
                      </a:cubicBezTo>
                      <a:cubicBezTo>
                        <a:pt x="1130" y="1450"/>
                        <a:pt x="1443" y="1178"/>
                        <a:pt x="1487" y="810"/>
                      </a:cubicBezTo>
                      <a:cubicBezTo>
                        <a:pt x="1533" y="412"/>
                        <a:pt x="1247" y="52"/>
                        <a:pt x="850" y="6"/>
                      </a:cubicBezTo>
                      <a:cubicBezTo>
                        <a:pt x="821" y="2"/>
                        <a:pt x="793"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10"/>
                <p:cNvSpPr/>
                <p:nvPr/>
              </p:nvSpPr>
              <p:spPr>
                <a:xfrm>
                  <a:off x="-4155525" y="827725"/>
                  <a:ext cx="133525" cy="126375"/>
                </a:xfrm>
                <a:custGeom>
                  <a:rect b="b" l="l" r="r" t="t"/>
                  <a:pathLst>
                    <a:path extrusionOk="0" h="5055" w="5341">
                      <a:moveTo>
                        <a:pt x="2668" y="1"/>
                      </a:moveTo>
                      <a:cubicBezTo>
                        <a:pt x="1402" y="1"/>
                        <a:pt x="309" y="950"/>
                        <a:pt x="161" y="2237"/>
                      </a:cubicBezTo>
                      <a:cubicBezTo>
                        <a:pt x="1" y="3623"/>
                        <a:pt x="993" y="4875"/>
                        <a:pt x="2379" y="5037"/>
                      </a:cubicBezTo>
                      <a:cubicBezTo>
                        <a:pt x="2478" y="5049"/>
                        <a:pt x="2575" y="5054"/>
                        <a:pt x="2672" y="5054"/>
                      </a:cubicBezTo>
                      <a:cubicBezTo>
                        <a:pt x="3937" y="5054"/>
                        <a:pt x="5030" y="4105"/>
                        <a:pt x="5179" y="2819"/>
                      </a:cubicBezTo>
                      <a:cubicBezTo>
                        <a:pt x="5340" y="1433"/>
                        <a:pt x="4346" y="179"/>
                        <a:pt x="2960" y="18"/>
                      </a:cubicBezTo>
                      <a:cubicBezTo>
                        <a:pt x="2862" y="6"/>
                        <a:pt x="2764" y="1"/>
                        <a:pt x="2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110"/>
                <p:cNvSpPr/>
                <p:nvPr/>
              </p:nvSpPr>
              <p:spPr>
                <a:xfrm>
                  <a:off x="-4116600" y="864625"/>
                  <a:ext cx="55600" cy="52625"/>
                </a:xfrm>
                <a:custGeom>
                  <a:rect b="b" l="l" r="r" t="t"/>
                  <a:pathLst>
                    <a:path extrusionOk="0" h="2105" w="2224">
                      <a:moveTo>
                        <a:pt x="1111" y="0"/>
                      </a:moveTo>
                      <a:cubicBezTo>
                        <a:pt x="584" y="0"/>
                        <a:pt x="130" y="394"/>
                        <a:pt x="68" y="931"/>
                      </a:cubicBezTo>
                      <a:cubicBezTo>
                        <a:pt x="1" y="1508"/>
                        <a:pt x="415" y="2030"/>
                        <a:pt x="991" y="2097"/>
                      </a:cubicBezTo>
                      <a:cubicBezTo>
                        <a:pt x="1032" y="2102"/>
                        <a:pt x="1073" y="2104"/>
                        <a:pt x="1113" y="2104"/>
                      </a:cubicBezTo>
                      <a:cubicBezTo>
                        <a:pt x="1640" y="2104"/>
                        <a:pt x="2095" y="1709"/>
                        <a:pt x="2158" y="1173"/>
                      </a:cubicBezTo>
                      <a:cubicBezTo>
                        <a:pt x="2224" y="596"/>
                        <a:pt x="1810" y="74"/>
                        <a:pt x="1234" y="7"/>
                      </a:cubicBezTo>
                      <a:cubicBezTo>
                        <a:pt x="1193" y="2"/>
                        <a:pt x="1152"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110"/>
                <p:cNvSpPr/>
                <p:nvPr/>
              </p:nvSpPr>
              <p:spPr>
                <a:xfrm>
                  <a:off x="-3999000" y="687450"/>
                  <a:ext cx="11200" cy="10600"/>
                </a:xfrm>
                <a:custGeom>
                  <a:rect b="b" l="l" r="r" t="t"/>
                  <a:pathLst>
                    <a:path extrusionOk="0" h="424" w="448">
                      <a:moveTo>
                        <a:pt x="224" y="1"/>
                      </a:moveTo>
                      <a:cubicBezTo>
                        <a:pt x="118" y="1"/>
                        <a:pt x="26" y="80"/>
                        <a:pt x="14" y="188"/>
                      </a:cubicBezTo>
                      <a:cubicBezTo>
                        <a:pt x="1" y="304"/>
                        <a:pt x="83" y="408"/>
                        <a:pt x="200" y="422"/>
                      </a:cubicBezTo>
                      <a:cubicBezTo>
                        <a:pt x="208" y="423"/>
                        <a:pt x="216" y="424"/>
                        <a:pt x="225" y="424"/>
                      </a:cubicBezTo>
                      <a:cubicBezTo>
                        <a:pt x="330" y="424"/>
                        <a:pt x="422" y="345"/>
                        <a:pt x="434" y="237"/>
                      </a:cubicBezTo>
                      <a:cubicBezTo>
                        <a:pt x="448" y="121"/>
                        <a:pt x="365" y="16"/>
                        <a:pt x="248" y="2"/>
                      </a:cubicBezTo>
                      <a:cubicBezTo>
                        <a:pt x="240" y="1"/>
                        <a:pt x="232"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110"/>
                <p:cNvSpPr/>
                <p:nvPr/>
              </p:nvSpPr>
              <p:spPr>
                <a:xfrm>
                  <a:off x="-4158425" y="683025"/>
                  <a:ext cx="11175" cy="10625"/>
                </a:xfrm>
                <a:custGeom>
                  <a:rect b="b" l="l" r="r" t="t"/>
                  <a:pathLst>
                    <a:path extrusionOk="0" h="425" w="447">
                      <a:moveTo>
                        <a:pt x="225" y="1"/>
                      </a:moveTo>
                      <a:cubicBezTo>
                        <a:pt x="119" y="1"/>
                        <a:pt x="27" y="80"/>
                        <a:pt x="14" y="188"/>
                      </a:cubicBezTo>
                      <a:cubicBezTo>
                        <a:pt x="0" y="304"/>
                        <a:pt x="83" y="408"/>
                        <a:pt x="199" y="423"/>
                      </a:cubicBezTo>
                      <a:cubicBezTo>
                        <a:pt x="207" y="424"/>
                        <a:pt x="215" y="424"/>
                        <a:pt x="222" y="424"/>
                      </a:cubicBezTo>
                      <a:cubicBezTo>
                        <a:pt x="328" y="424"/>
                        <a:pt x="421" y="345"/>
                        <a:pt x="434" y="237"/>
                      </a:cubicBezTo>
                      <a:cubicBezTo>
                        <a:pt x="447" y="120"/>
                        <a:pt x="364" y="16"/>
                        <a:pt x="248" y="2"/>
                      </a:cubicBezTo>
                      <a:cubicBezTo>
                        <a:pt x="240" y="1"/>
                        <a:pt x="232"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110"/>
                <p:cNvSpPr/>
                <p:nvPr/>
              </p:nvSpPr>
              <p:spPr>
                <a:xfrm>
                  <a:off x="-4183975" y="979075"/>
                  <a:ext cx="11200" cy="10625"/>
                </a:xfrm>
                <a:custGeom>
                  <a:rect b="b" l="l" r="r" t="t"/>
                  <a:pathLst>
                    <a:path extrusionOk="0" h="425" w="448">
                      <a:moveTo>
                        <a:pt x="225" y="1"/>
                      </a:moveTo>
                      <a:cubicBezTo>
                        <a:pt x="118" y="1"/>
                        <a:pt x="25" y="80"/>
                        <a:pt x="14" y="188"/>
                      </a:cubicBezTo>
                      <a:cubicBezTo>
                        <a:pt x="0" y="304"/>
                        <a:pt x="83" y="409"/>
                        <a:pt x="200" y="423"/>
                      </a:cubicBezTo>
                      <a:cubicBezTo>
                        <a:pt x="207" y="424"/>
                        <a:pt x="215" y="424"/>
                        <a:pt x="223" y="424"/>
                      </a:cubicBezTo>
                      <a:cubicBezTo>
                        <a:pt x="329" y="424"/>
                        <a:pt x="421" y="345"/>
                        <a:pt x="434" y="237"/>
                      </a:cubicBezTo>
                      <a:cubicBezTo>
                        <a:pt x="447" y="121"/>
                        <a:pt x="365" y="16"/>
                        <a:pt x="248" y="2"/>
                      </a:cubicBezTo>
                      <a:cubicBezTo>
                        <a:pt x="240" y="1"/>
                        <a:pt x="233"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10"/>
                <p:cNvSpPr/>
                <p:nvPr/>
              </p:nvSpPr>
              <p:spPr>
                <a:xfrm>
                  <a:off x="-4000300" y="980975"/>
                  <a:ext cx="11200" cy="10600"/>
                </a:xfrm>
                <a:custGeom>
                  <a:rect b="b" l="l" r="r" t="t"/>
                  <a:pathLst>
                    <a:path extrusionOk="0" h="424" w="448">
                      <a:moveTo>
                        <a:pt x="222" y="1"/>
                      </a:moveTo>
                      <a:cubicBezTo>
                        <a:pt x="115" y="1"/>
                        <a:pt x="25" y="81"/>
                        <a:pt x="14" y="188"/>
                      </a:cubicBezTo>
                      <a:cubicBezTo>
                        <a:pt x="0" y="305"/>
                        <a:pt x="83" y="409"/>
                        <a:pt x="199" y="422"/>
                      </a:cubicBezTo>
                      <a:cubicBezTo>
                        <a:pt x="208" y="423"/>
                        <a:pt x="216" y="424"/>
                        <a:pt x="224" y="424"/>
                      </a:cubicBezTo>
                      <a:cubicBezTo>
                        <a:pt x="329" y="424"/>
                        <a:pt x="420" y="345"/>
                        <a:pt x="434" y="237"/>
                      </a:cubicBezTo>
                      <a:cubicBezTo>
                        <a:pt x="447" y="121"/>
                        <a:pt x="363" y="17"/>
                        <a:pt x="248" y="2"/>
                      </a:cubicBezTo>
                      <a:cubicBezTo>
                        <a:pt x="239" y="1"/>
                        <a:pt x="230" y="1"/>
                        <a:pt x="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72" name="Google Shape;8772;p110"/>
            <p:cNvGrpSpPr/>
            <p:nvPr/>
          </p:nvGrpSpPr>
          <p:grpSpPr>
            <a:xfrm>
              <a:off x="1036125" y="239491"/>
              <a:ext cx="256221" cy="256445"/>
              <a:chOff x="5062659" y="967188"/>
              <a:chExt cx="109716" cy="109813"/>
            </a:xfrm>
          </p:grpSpPr>
          <p:sp>
            <p:nvSpPr>
              <p:cNvPr id="8773" name="Google Shape;8773;p110"/>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110"/>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110"/>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110"/>
            <p:cNvGrpSpPr/>
            <p:nvPr/>
          </p:nvGrpSpPr>
          <p:grpSpPr>
            <a:xfrm>
              <a:off x="440892" y="1880398"/>
              <a:ext cx="221270" cy="205069"/>
              <a:chOff x="3508459" y="336863"/>
              <a:chExt cx="94750" cy="87813"/>
            </a:xfrm>
          </p:grpSpPr>
          <p:sp>
            <p:nvSpPr>
              <p:cNvPr id="8777" name="Google Shape;8777;p110"/>
              <p:cNvSpPr/>
              <p:nvPr/>
            </p:nvSpPr>
            <p:spPr>
              <a:xfrm>
                <a:off x="3508459" y="336863"/>
                <a:ext cx="94750" cy="86125"/>
              </a:xfrm>
              <a:custGeom>
                <a:rect b="b" l="l" r="r" t="t"/>
                <a:pathLst>
                  <a:path extrusionOk="0" h="3445" w="3790">
                    <a:moveTo>
                      <a:pt x="1897" y="0"/>
                    </a:moveTo>
                    <a:cubicBezTo>
                      <a:pt x="1766" y="0"/>
                      <a:pt x="1633" y="15"/>
                      <a:pt x="1500" y="47"/>
                    </a:cubicBezTo>
                    <a:cubicBezTo>
                      <a:pt x="574" y="265"/>
                      <a:pt x="0" y="1192"/>
                      <a:pt x="219" y="2118"/>
                    </a:cubicBezTo>
                    <a:cubicBezTo>
                      <a:pt x="406" y="2911"/>
                      <a:pt x="1114" y="3445"/>
                      <a:pt x="1895" y="3445"/>
                    </a:cubicBezTo>
                    <a:cubicBezTo>
                      <a:pt x="2026" y="3445"/>
                      <a:pt x="2159" y="3430"/>
                      <a:pt x="2291" y="3399"/>
                    </a:cubicBezTo>
                    <a:cubicBezTo>
                      <a:pt x="3217" y="3180"/>
                      <a:pt x="3790" y="2252"/>
                      <a:pt x="3571" y="1326"/>
                    </a:cubicBezTo>
                    <a:cubicBezTo>
                      <a:pt x="3384" y="534"/>
                      <a:pt x="2678" y="0"/>
                      <a:pt x="1897"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10"/>
              <p:cNvSpPr/>
              <p:nvPr/>
            </p:nvSpPr>
            <p:spPr>
              <a:xfrm>
                <a:off x="3514125" y="338525"/>
                <a:ext cx="86100" cy="86150"/>
              </a:xfrm>
              <a:custGeom>
                <a:rect b="b" l="l" r="r" t="t"/>
                <a:pathLst>
                  <a:path extrusionOk="0" h="3446" w="3444">
                    <a:moveTo>
                      <a:pt x="1721" y="1"/>
                    </a:moveTo>
                    <a:cubicBezTo>
                      <a:pt x="771" y="1"/>
                      <a:pt x="0" y="772"/>
                      <a:pt x="0" y="1723"/>
                    </a:cubicBezTo>
                    <a:cubicBezTo>
                      <a:pt x="0" y="2674"/>
                      <a:pt x="771" y="3445"/>
                      <a:pt x="1721" y="3445"/>
                    </a:cubicBezTo>
                    <a:cubicBezTo>
                      <a:pt x="2673" y="3445"/>
                      <a:pt x="3444" y="2674"/>
                      <a:pt x="3444" y="1723"/>
                    </a:cubicBezTo>
                    <a:cubicBezTo>
                      <a:pt x="3444" y="772"/>
                      <a:pt x="2673" y="1"/>
                      <a:pt x="17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110"/>
              <p:cNvSpPr/>
              <p:nvPr/>
            </p:nvSpPr>
            <p:spPr>
              <a:xfrm>
                <a:off x="3514125" y="338525"/>
                <a:ext cx="86100" cy="43075"/>
              </a:xfrm>
              <a:custGeom>
                <a:rect b="b" l="l" r="r" t="t"/>
                <a:pathLst>
                  <a:path extrusionOk="0" h="1723" w="3444">
                    <a:moveTo>
                      <a:pt x="1721" y="1"/>
                    </a:moveTo>
                    <a:cubicBezTo>
                      <a:pt x="771" y="1"/>
                      <a:pt x="0" y="771"/>
                      <a:pt x="0" y="1723"/>
                    </a:cubicBezTo>
                    <a:lnTo>
                      <a:pt x="3444" y="1723"/>
                    </a:lnTo>
                    <a:cubicBezTo>
                      <a:pt x="3444" y="772"/>
                      <a:pt x="2674" y="1"/>
                      <a:pt x="17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110"/>
            <p:cNvGrpSpPr/>
            <p:nvPr/>
          </p:nvGrpSpPr>
          <p:grpSpPr>
            <a:xfrm>
              <a:off x="1677743" y="4604000"/>
              <a:ext cx="311217" cy="295912"/>
              <a:chOff x="5164484" y="526738"/>
              <a:chExt cx="133266" cy="126713"/>
            </a:xfrm>
          </p:grpSpPr>
          <p:sp>
            <p:nvSpPr>
              <p:cNvPr id="8781" name="Google Shape;8781;p110"/>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110"/>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110"/>
            <p:cNvGrpSpPr/>
            <p:nvPr/>
          </p:nvGrpSpPr>
          <p:grpSpPr>
            <a:xfrm>
              <a:off x="8394504" y="495922"/>
              <a:ext cx="370592" cy="370700"/>
              <a:chOff x="5038846" y="235350"/>
              <a:chExt cx="158691" cy="158738"/>
            </a:xfrm>
          </p:grpSpPr>
          <p:sp>
            <p:nvSpPr>
              <p:cNvPr id="8784" name="Google Shape;8784;p110"/>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110"/>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6" name="Google Shape;8786;p110"/>
            <p:cNvGrpSpPr/>
            <p:nvPr/>
          </p:nvGrpSpPr>
          <p:grpSpPr>
            <a:xfrm>
              <a:off x="8230628" y="3893463"/>
              <a:ext cx="616032" cy="908519"/>
              <a:chOff x="2960759" y="2145213"/>
              <a:chExt cx="263791" cy="389038"/>
            </a:xfrm>
          </p:grpSpPr>
          <p:sp>
            <p:nvSpPr>
              <p:cNvPr id="8787" name="Google Shape;8787;p110"/>
              <p:cNvSpPr/>
              <p:nvPr/>
            </p:nvSpPr>
            <p:spPr>
              <a:xfrm>
                <a:off x="2960759" y="2145213"/>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110"/>
              <p:cNvSpPr/>
              <p:nvPr/>
            </p:nvSpPr>
            <p:spPr>
              <a:xfrm>
                <a:off x="2962150" y="2146650"/>
                <a:ext cx="262400" cy="387600"/>
              </a:xfrm>
              <a:custGeom>
                <a:rect b="b" l="l" r="r" t="t"/>
                <a:pathLst>
                  <a:path extrusionOk="0" h="15504" w="10496">
                    <a:moveTo>
                      <a:pt x="1" y="1"/>
                    </a:moveTo>
                    <a:lnTo>
                      <a:pt x="1" y="10256"/>
                    </a:lnTo>
                    <a:cubicBezTo>
                      <a:pt x="1" y="13154"/>
                      <a:pt x="2349" y="15503"/>
                      <a:pt x="5248" y="15503"/>
                    </a:cubicBezTo>
                    <a:cubicBezTo>
                      <a:pt x="8145" y="15503"/>
                      <a:pt x="10496" y="13155"/>
                      <a:pt x="10496" y="10256"/>
                    </a:cubicBezTo>
                    <a:lnTo>
                      <a:pt x="104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110"/>
              <p:cNvSpPr/>
              <p:nvPr/>
            </p:nvSpPr>
            <p:spPr>
              <a:xfrm>
                <a:off x="3010300" y="2194800"/>
                <a:ext cx="166125" cy="291300"/>
              </a:xfrm>
              <a:custGeom>
                <a:rect b="b" l="l" r="r" t="t"/>
                <a:pathLst>
                  <a:path extrusionOk="0" h="11652" w="6645">
                    <a:moveTo>
                      <a:pt x="0" y="0"/>
                    </a:moveTo>
                    <a:lnTo>
                      <a:pt x="0" y="8330"/>
                    </a:lnTo>
                    <a:cubicBezTo>
                      <a:pt x="0" y="10162"/>
                      <a:pt x="1490" y="11652"/>
                      <a:pt x="3322" y="11652"/>
                    </a:cubicBezTo>
                    <a:cubicBezTo>
                      <a:pt x="5154" y="11652"/>
                      <a:pt x="6644" y="10162"/>
                      <a:pt x="6644" y="8330"/>
                    </a:cubicBezTo>
                    <a:lnTo>
                      <a:pt x="6644" y="0"/>
                    </a:lnTo>
                    <a:close/>
                  </a:path>
                </a:pathLst>
              </a:custGeom>
              <a:solidFill>
                <a:srgbClr val="4731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110"/>
              <p:cNvSpPr/>
              <p:nvPr/>
            </p:nvSpPr>
            <p:spPr>
              <a:xfrm>
                <a:off x="3010300" y="2194800"/>
                <a:ext cx="166125" cy="291300"/>
              </a:xfrm>
              <a:custGeom>
                <a:rect b="b" l="l" r="r" t="t"/>
                <a:pathLst>
                  <a:path extrusionOk="0" h="11652" w="6645">
                    <a:moveTo>
                      <a:pt x="0" y="0"/>
                    </a:moveTo>
                    <a:lnTo>
                      <a:pt x="0" y="8330"/>
                    </a:lnTo>
                    <a:cubicBezTo>
                      <a:pt x="0" y="10162"/>
                      <a:pt x="1490" y="11652"/>
                      <a:pt x="3322" y="11652"/>
                    </a:cubicBezTo>
                    <a:cubicBezTo>
                      <a:pt x="5154" y="11652"/>
                      <a:pt x="6644" y="10162"/>
                      <a:pt x="6644" y="8330"/>
                    </a:cubicBezTo>
                    <a:lnTo>
                      <a:pt x="66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110"/>
              <p:cNvSpPr/>
              <p:nvPr/>
            </p:nvSpPr>
            <p:spPr>
              <a:xfrm>
                <a:off x="3034325" y="2218900"/>
                <a:ext cx="118000" cy="243175"/>
              </a:xfrm>
              <a:custGeom>
                <a:rect b="b" l="l" r="r" t="t"/>
                <a:pathLst>
                  <a:path extrusionOk="0" h="9727" w="4720">
                    <a:moveTo>
                      <a:pt x="0" y="0"/>
                    </a:moveTo>
                    <a:lnTo>
                      <a:pt x="0" y="7367"/>
                    </a:lnTo>
                    <a:cubicBezTo>
                      <a:pt x="0" y="8669"/>
                      <a:pt x="1058" y="9727"/>
                      <a:pt x="2360" y="9727"/>
                    </a:cubicBezTo>
                    <a:cubicBezTo>
                      <a:pt x="3662" y="9727"/>
                      <a:pt x="4719" y="8667"/>
                      <a:pt x="4719" y="7367"/>
                    </a:cubicBezTo>
                    <a:lnTo>
                      <a:pt x="47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110"/>
              <p:cNvSpPr/>
              <p:nvPr/>
            </p:nvSpPr>
            <p:spPr>
              <a:xfrm>
                <a:off x="3058425" y="2242950"/>
                <a:ext cx="69825" cy="194975"/>
              </a:xfrm>
              <a:custGeom>
                <a:rect b="b" l="l" r="r" t="t"/>
                <a:pathLst>
                  <a:path extrusionOk="0" h="7799" w="2793">
                    <a:moveTo>
                      <a:pt x="1" y="0"/>
                    </a:moveTo>
                    <a:lnTo>
                      <a:pt x="1" y="6404"/>
                    </a:lnTo>
                    <a:cubicBezTo>
                      <a:pt x="1" y="7173"/>
                      <a:pt x="628" y="7799"/>
                      <a:pt x="1397" y="7799"/>
                    </a:cubicBezTo>
                    <a:cubicBezTo>
                      <a:pt x="2166" y="7799"/>
                      <a:pt x="2793" y="7174"/>
                      <a:pt x="2793" y="6404"/>
                    </a:cubicBezTo>
                    <a:lnTo>
                      <a:pt x="2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110"/>
              <p:cNvSpPr/>
              <p:nvPr/>
            </p:nvSpPr>
            <p:spPr>
              <a:xfrm>
                <a:off x="3082450" y="2267050"/>
                <a:ext cx="21725" cy="146875"/>
              </a:xfrm>
              <a:custGeom>
                <a:rect b="b" l="l" r="r" t="t"/>
                <a:pathLst>
                  <a:path extrusionOk="0" h="5875" w="869">
                    <a:moveTo>
                      <a:pt x="1" y="0"/>
                    </a:moveTo>
                    <a:lnTo>
                      <a:pt x="1" y="5441"/>
                    </a:lnTo>
                    <a:cubicBezTo>
                      <a:pt x="1" y="5680"/>
                      <a:pt x="196" y="5874"/>
                      <a:pt x="435" y="5874"/>
                    </a:cubicBezTo>
                    <a:cubicBezTo>
                      <a:pt x="674" y="5874"/>
                      <a:pt x="869" y="5680"/>
                      <a:pt x="869" y="5441"/>
                    </a:cubicBezTo>
                    <a:lnTo>
                      <a:pt x="8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110"/>
            <p:cNvGrpSpPr/>
            <p:nvPr/>
          </p:nvGrpSpPr>
          <p:grpSpPr>
            <a:xfrm>
              <a:off x="8009250" y="4027696"/>
              <a:ext cx="221386" cy="221386"/>
              <a:chOff x="5035425" y="2779450"/>
              <a:chExt cx="94800" cy="94800"/>
            </a:xfrm>
          </p:grpSpPr>
          <p:sp>
            <p:nvSpPr>
              <p:cNvPr id="8795" name="Google Shape;8795;p110"/>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110"/>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7" name="Google Shape;8797;p110"/>
            <p:cNvGrpSpPr/>
            <p:nvPr/>
          </p:nvGrpSpPr>
          <p:grpSpPr>
            <a:xfrm>
              <a:off x="440901" y="4269545"/>
              <a:ext cx="1033050" cy="758384"/>
              <a:chOff x="-3031700" y="3408550"/>
              <a:chExt cx="323475" cy="237463"/>
            </a:xfrm>
          </p:grpSpPr>
          <p:sp>
            <p:nvSpPr>
              <p:cNvPr id="8798" name="Google Shape;8798;p110"/>
              <p:cNvSpPr/>
              <p:nvPr/>
            </p:nvSpPr>
            <p:spPr>
              <a:xfrm>
                <a:off x="-3031700" y="3408550"/>
                <a:ext cx="323425" cy="236300"/>
              </a:xfrm>
              <a:custGeom>
                <a:rect b="b" l="l" r="r" t="t"/>
                <a:pathLst>
                  <a:path extrusionOk="0" h="9452" w="12937">
                    <a:moveTo>
                      <a:pt x="6968" y="1"/>
                    </a:moveTo>
                    <a:cubicBezTo>
                      <a:pt x="6829" y="1"/>
                      <a:pt x="6706" y="95"/>
                      <a:pt x="6686" y="228"/>
                    </a:cubicBezTo>
                    <a:lnTo>
                      <a:pt x="6684" y="228"/>
                    </a:lnTo>
                    <a:cubicBezTo>
                      <a:pt x="6683" y="239"/>
                      <a:pt x="6682" y="251"/>
                      <a:pt x="6682" y="263"/>
                    </a:cubicBezTo>
                    <a:lnTo>
                      <a:pt x="6682" y="289"/>
                    </a:lnTo>
                    <a:lnTo>
                      <a:pt x="792" y="289"/>
                    </a:lnTo>
                    <a:cubicBezTo>
                      <a:pt x="356" y="289"/>
                      <a:pt x="1" y="642"/>
                      <a:pt x="1" y="1079"/>
                    </a:cubicBezTo>
                    <a:lnTo>
                      <a:pt x="1" y="8660"/>
                    </a:lnTo>
                    <a:cubicBezTo>
                      <a:pt x="1" y="9097"/>
                      <a:pt x="355" y="9452"/>
                      <a:pt x="792" y="9452"/>
                    </a:cubicBezTo>
                    <a:lnTo>
                      <a:pt x="12146" y="9452"/>
                    </a:lnTo>
                    <a:cubicBezTo>
                      <a:pt x="12583" y="9452"/>
                      <a:pt x="12937" y="9098"/>
                      <a:pt x="12937" y="8660"/>
                    </a:cubicBezTo>
                    <a:lnTo>
                      <a:pt x="12937" y="1079"/>
                    </a:lnTo>
                    <a:cubicBezTo>
                      <a:pt x="12936" y="642"/>
                      <a:pt x="12583" y="289"/>
                      <a:pt x="12146" y="289"/>
                    </a:cubicBezTo>
                    <a:lnTo>
                      <a:pt x="11872" y="289"/>
                    </a:lnTo>
                    <a:lnTo>
                      <a:pt x="11872" y="263"/>
                    </a:lnTo>
                    <a:cubicBezTo>
                      <a:pt x="11872" y="251"/>
                      <a:pt x="11870" y="239"/>
                      <a:pt x="11869" y="228"/>
                    </a:cubicBezTo>
                    <a:lnTo>
                      <a:pt x="11868" y="228"/>
                    </a:lnTo>
                    <a:cubicBezTo>
                      <a:pt x="11851" y="95"/>
                      <a:pt x="11743" y="1"/>
                      <a:pt x="11604" y="1"/>
                    </a:cubicBezTo>
                    <a:lnTo>
                      <a:pt x="10284" y="1"/>
                    </a:lnTo>
                    <a:lnTo>
                      <a:pt x="10284" y="228"/>
                    </a:lnTo>
                    <a:lnTo>
                      <a:pt x="10284" y="288"/>
                    </a:lnTo>
                    <a:lnTo>
                      <a:pt x="10085" y="288"/>
                    </a:lnTo>
                    <a:lnTo>
                      <a:pt x="10085" y="228"/>
                    </a:lnTo>
                    <a:lnTo>
                      <a:pt x="10085" y="1"/>
                    </a:lnTo>
                    <a:lnTo>
                      <a:pt x="8497" y="1"/>
                    </a:lnTo>
                    <a:lnTo>
                      <a:pt x="8497" y="228"/>
                    </a:lnTo>
                    <a:lnTo>
                      <a:pt x="8497" y="288"/>
                    </a:lnTo>
                    <a:lnTo>
                      <a:pt x="8270" y="288"/>
                    </a:lnTo>
                    <a:lnTo>
                      <a:pt x="8270" y="228"/>
                    </a:lnTo>
                    <a:lnTo>
                      <a:pt x="8270" y="1"/>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9" name="Google Shape;8799;p110"/>
              <p:cNvGrpSpPr/>
              <p:nvPr/>
            </p:nvGrpSpPr>
            <p:grpSpPr>
              <a:xfrm>
                <a:off x="-3031650" y="3408613"/>
                <a:ext cx="323425" cy="237400"/>
                <a:chOff x="-2707800" y="2378775"/>
                <a:chExt cx="323425" cy="237400"/>
              </a:xfrm>
            </p:grpSpPr>
            <p:sp>
              <p:nvSpPr>
                <p:cNvPr id="8800" name="Google Shape;8800;p110"/>
                <p:cNvSpPr/>
                <p:nvPr/>
              </p:nvSpPr>
              <p:spPr>
                <a:xfrm>
                  <a:off x="-2540875" y="2378775"/>
                  <a:ext cx="39725" cy="29125"/>
                </a:xfrm>
                <a:custGeom>
                  <a:rect b="b" l="l" r="r" t="t"/>
                  <a:pathLst>
                    <a:path extrusionOk="0" h="1165" w="1589">
                      <a:moveTo>
                        <a:pt x="287" y="1"/>
                      </a:moveTo>
                      <a:cubicBezTo>
                        <a:pt x="147" y="2"/>
                        <a:pt x="24" y="96"/>
                        <a:pt x="4" y="229"/>
                      </a:cubicBezTo>
                      <a:cubicBezTo>
                        <a:pt x="2" y="240"/>
                        <a:pt x="1" y="252"/>
                        <a:pt x="1" y="263"/>
                      </a:cubicBezTo>
                      <a:lnTo>
                        <a:pt x="1" y="1165"/>
                      </a:lnTo>
                      <a:lnTo>
                        <a:pt x="1588" y="1165"/>
                      </a:lnTo>
                      <a:lnTo>
                        <a:pt x="1588" y="228"/>
                      </a:lnTo>
                      <a:lnTo>
                        <a:pt x="15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110"/>
                <p:cNvSpPr/>
                <p:nvPr/>
              </p:nvSpPr>
              <p:spPr>
                <a:xfrm>
                  <a:off x="-2495450" y="2378800"/>
                  <a:ext cx="39700" cy="29075"/>
                </a:xfrm>
                <a:custGeom>
                  <a:rect b="b" l="l" r="r" t="t"/>
                  <a:pathLst>
                    <a:path extrusionOk="0" h="1163" w="1588">
                      <a:moveTo>
                        <a:pt x="0" y="1"/>
                      </a:moveTo>
                      <a:lnTo>
                        <a:pt x="0" y="228"/>
                      </a:lnTo>
                      <a:lnTo>
                        <a:pt x="0" y="1163"/>
                      </a:lnTo>
                      <a:lnTo>
                        <a:pt x="1587" y="1163"/>
                      </a:lnTo>
                      <a:lnTo>
                        <a:pt x="1587" y="228"/>
                      </a:lnTo>
                      <a:lnTo>
                        <a:pt x="15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10"/>
                <p:cNvSpPr/>
                <p:nvPr/>
              </p:nvSpPr>
              <p:spPr>
                <a:xfrm>
                  <a:off x="-2450775" y="2378775"/>
                  <a:ext cx="39725" cy="29125"/>
                </a:xfrm>
                <a:custGeom>
                  <a:rect b="b" l="l" r="r" t="t"/>
                  <a:pathLst>
                    <a:path extrusionOk="0" h="1165" w="1589">
                      <a:moveTo>
                        <a:pt x="1" y="1"/>
                      </a:moveTo>
                      <a:lnTo>
                        <a:pt x="1" y="229"/>
                      </a:lnTo>
                      <a:lnTo>
                        <a:pt x="1" y="1165"/>
                      </a:lnTo>
                      <a:lnTo>
                        <a:pt x="1589" y="1165"/>
                      </a:lnTo>
                      <a:lnTo>
                        <a:pt x="1589" y="263"/>
                      </a:lnTo>
                      <a:cubicBezTo>
                        <a:pt x="1588" y="251"/>
                        <a:pt x="1588" y="240"/>
                        <a:pt x="1586" y="229"/>
                      </a:cubicBezTo>
                      <a:cubicBezTo>
                        <a:pt x="1568" y="96"/>
                        <a:pt x="1460" y="1"/>
                        <a:pt x="13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110"/>
                <p:cNvSpPr/>
                <p:nvPr/>
              </p:nvSpPr>
              <p:spPr>
                <a:xfrm>
                  <a:off x="-2707800" y="2387075"/>
                  <a:ext cx="323425" cy="229100"/>
                </a:xfrm>
                <a:custGeom>
                  <a:rect b="b" l="l" r="r" t="t"/>
                  <a:pathLst>
                    <a:path extrusionOk="0" h="9164" w="12937">
                      <a:moveTo>
                        <a:pt x="792" y="1"/>
                      </a:moveTo>
                      <a:cubicBezTo>
                        <a:pt x="355" y="1"/>
                        <a:pt x="1" y="356"/>
                        <a:pt x="1" y="791"/>
                      </a:cubicBezTo>
                      <a:lnTo>
                        <a:pt x="1" y="8373"/>
                      </a:lnTo>
                      <a:cubicBezTo>
                        <a:pt x="1" y="8810"/>
                        <a:pt x="356" y="9164"/>
                        <a:pt x="792" y="9164"/>
                      </a:cubicBezTo>
                      <a:lnTo>
                        <a:pt x="12146" y="9164"/>
                      </a:lnTo>
                      <a:cubicBezTo>
                        <a:pt x="12583" y="9164"/>
                        <a:pt x="12936" y="8809"/>
                        <a:pt x="12937" y="8373"/>
                      </a:cubicBezTo>
                      <a:lnTo>
                        <a:pt x="12937" y="791"/>
                      </a:lnTo>
                      <a:cubicBezTo>
                        <a:pt x="12937" y="355"/>
                        <a:pt x="12583" y="1"/>
                        <a:pt x="121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110"/>
                <p:cNvSpPr/>
                <p:nvPr/>
              </p:nvSpPr>
              <p:spPr>
                <a:xfrm>
                  <a:off x="-2645875" y="2538050"/>
                  <a:ext cx="224800" cy="29075"/>
                </a:xfrm>
                <a:custGeom>
                  <a:rect b="b" l="l" r="r" t="t"/>
                  <a:pathLst>
                    <a:path extrusionOk="0" h="1163" w="8992">
                      <a:moveTo>
                        <a:pt x="141" y="0"/>
                      </a:moveTo>
                      <a:cubicBezTo>
                        <a:pt x="64" y="0"/>
                        <a:pt x="1" y="63"/>
                        <a:pt x="1" y="141"/>
                      </a:cubicBezTo>
                      <a:lnTo>
                        <a:pt x="1" y="1022"/>
                      </a:lnTo>
                      <a:cubicBezTo>
                        <a:pt x="1" y="1099"/>
                        <a:pt x="64" y="1162"/>
                        <a:pt x="141" y="1162"/>
                      </a:cubicBezTo>
                      <a:lnTo>
                        <a:pt x="8851" y="1162"/>
                      </a:lnTo>
                      <a:cubicBezTo>
                        <a:pt x="8928" y="1162"/>
                        <a:pt x="8991" y="1099"/>
                        <a:pt x="8991" y="1022"/>
                      </a:cubicBezTo>
                      <a:lnTo>
                        <a:pt x="8991" y="141"/>
                      </a:lnTo>
                      <a:cubicBezTo>
                        <a:pt x="8991" y="63"/>
                        <a:pt x="8928" y="0"/>
                        <a:pt x="8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110"/>
                <p:cNvSpPr/>
                <p:nvPr/>
              </p:nvSpPr>
              <p:spPr>
                <a:xfrm>
                  <a:off x="-2700050" y="2444600"/>
                  <a:ext cx="307650" cy="165175"/>
                </a:xfrm>
                <a:custGeom>
                  <a:rect b="b" l="l" r="r" t="t"/>
                  <a:pathLst>
                    <a:path extrusionOk="0" h="6607" w="12306">
                      <a:moveTo>
                        <a:pt x="1508" y="0"/>
                      </a:moveTo>
                      <a:lnTo>
                        <a:pt x="1" y="604"/>
                      </a:lnTo>
                      <a:lnTo>
                        <a:pt x="1" y="6137"/>
                      </a:lnTo>
                      <a:cubicBezTo>
                        <a:pt x="1" y="6396"/>
                        <a:pt x="210" y="6606"/>
                        <a:pt x="470" y="6606"/>
                      </a:cubicBezTo>
                      <a:lnTo>
                        <a:pt x="11837" y="6606"/>
                      </a:lnTo>
                      <a:cubicBezTo>
                        <a:pt x="12097" y="6606"/>
                        <a:pt x="12306" y="6396"/>
                        <a:pt x="12306" y="6137"/>
                      </a:cubicBezTo>
                      <a:lnTo>
                        <a:pt x="12306" y="604"/>
                      </a:lnTo>
                      <a:lnTo>
                        <a:pt x="11702" y="0"/>
                      </a:lnTo>
                      <a:lnTo>
                        <a:pt x="11702" y="5772"/>
                      </a:lnTo>
                      <a:lnTo>
                        <a:pt x="11704" y="5772"/>
                      </a:lnTo>
                      <a:cubicBezTo>
                        <a:pt x="11704" y="5899"/>
                        <a:pt x="11601" y="6003"/>
                        <a:pt x="11474" y="6003"/>
                      </a:cubicBezTo>
                      <a:lnTo>
                        <a:pt x="1737" y="6003"/>
                      </a:lnTo>
                      <a:cubicBezTo>
                        <a:pt x="1611" y="6003"/>
                        <a:pt x="1508" y="5899"/>
                        <a:pt x="1508" y="5772"/>
                      </a:cubicBezTo>
                      <a:lnTo>
                        <a:pt x="150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110"/>
                <p:cNvSpPr/>
                <p:nvPr/>
              </p:nvSpPr>
              <p:spPr>
                <a:xfrm>
                  <a:off x="-2687925" y="2582975"/>
                  <a:ext cx="4275" cy="32075"/>
                </a:xfrm>
                <a:custGeom>
                  <a:rect b="b" l="l" r="r" t="t"/>
                  <a:pathLst>
                    <a:path extrusionOk="0" h="1283" w="171">
                      <a:moveTo>
                        <a:pt x="1" y="0"/>
                      </a:moveTo>
                      <a:lnTo>
                        <a:pt x="1" y="1283"/>
                      </a:lnTo>
                      <a:lnTo>
                        <a:pt x="171" y="1283"/>
                      </a:lnTo>
                      <a:lnTo>
                        <a:pt x="171" y="81"/>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110"/>
                <p:cNvSpPr/>
                <p:nvPr/>
              </p:nvSpPr>
              <p:spPr>
                <a:xfrm>
                  <a:off x="-2681550" y="2586050"/>
                  <a:ext cx="3575" cy="29000"/>
                </a:xfrm>
                <a:custGeom>
                  <a:rect b="b" l="l" r="r" t="t"/>
                  <a:pathLst>
                    <a:path extrusionOk="0" h="1160" w="143">
                      <a:moveTo>
                        <a:pt x="0" y="1"/>
                      </a:moveTo>
                      <a:lnTo>
                        <a:pt x="0" y="1160"/>
                      </a:lnTo>
                      <a:lnTo>
                        <a:pt x="143" y="1160"/>
                      </a:lnTo>
                      <a:lnTo>
                        <a:pt x="143" y="80"/>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110"/>
                <p:cNvSpPr/>
                <p:nvPr/>
              </p:nvSpPr>
              <p:spPr>
                <a:xfrm>
                  <a:off x="-2675875" y="2589125"/>
                  <a:ext cx="3575" cy="25925"/>
                </a:xfrm>
                <a:custGeom>
                  <a:rect b="b" l="l" r="r" t="t"/>
                  <a:pathLst>
                    <a:path extrusionOk="0" h="1037" w="143">
                      <a:moveTo>
                        <a:pt x="0" y="1"/>
                      </a:moveTo>
                      <a:lnTo>
                        <a:pt x="0" y="1037"/>
                      </a:lnTo>
                      <a:lnTo>
                        <a:pt x="143" y="1037"/>
                      </a:lnTo>
                      <a:lnTo>
                        <a:pt x="143" y="79"/>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110"/>
                <p:cNvSpPr/>
                <p:nvPr/>
              </p:nvSpPr>
              <p:spPr>
                <a:xfrm>
                  <a:off x="-2700000" y="2395100"/>
                  <a:ext cx="307825" cy="72175"/>
                </a:xfrm>
                <a:custGeom>
                  <a:rect b="b" l="l" r="r" t="t"/>
                  <a:pathLst>
                    <a:path extrusionOk="0" h="2887" w="12313">
                      <a:moveTo>
                        <a:pt x="468" y="0"/>
                      </a:moveTo>
                      <a:cubicBezTo>
                        <a:pt x="208" y="0"/>
                        <a:pt x="1" y="229"/>
                        <a:pt x="1" y="489"/>
                      </a:cubicBezTo>
                      <a:lnTo>
                        <a:pt x="1" y="2584"/>
                      </a:lnTo>
                      <a:lnTo>
                        <a:pt x="484" y="2390"/>
                      </a:lnTo>
                      <a:lnTo>
                        <a:pt x="484" y="2560"/>
                      </a:lnTo>
                      <a:lnTo>
                        <a:pt x="654" y="2639"/>
                      </a:lnTo>
                      <a:lnTo>
                        <a:pt x="654" y="2322"/>
                      </a:lnTo>
                      <a:lnTo>
                        <a:pt x="738" y="2288"/>
                      </a:lnTo>
                      <a:lnTo>
                        <a:pt x="738" y="2684"/>
                      </a:lnTo>
                      <a:lnTo>
                        <a:pt x="881" y="2763"/>
                      </a:lnTo>
                      <a:lnTo>
                        <a:pt x="881" y="2231"/>
                      </a:lnTo>
                      <a:lnTo>
                        <a:pt x="965" y="2198"/>
                      </a:lnTo>
                      <a:lnTo>
                        <a:pt x="965" y="2808"/>
                      </a:lnTo>
                      <a:lnTo>
                        <a:pt x="1108" y="2887"/>
                      </a:lnTo>
                      <a:lnTo>
                        <a:pt x="1108" y="2141"/>
                      </a:lnTo>
                      <a:lnTo>
                        <a:pt x="1505" y="1981"/>
                      </a:lnTo>
                      <a:lnTo>
                        <a:pt x="1505" y="1456"/>
                      </a:lnTo>
                      <a:cubicBezTo>
                        <a:pt x="1505" y="1330"/>
                        <a:pt x="1609" y="1222"/>
                        <a:pt x="1735" y="1222"/>
                      </a:cubicBezTo>
                      <a:lnTo>
                        <a:pt x="11472" y="1222"/>
                      </a:lnTo>
                      <a:cubicBezTo>
                        <a:pt x="11599" y="1222"/>
                        <a:pt x="11688" y="1330"/>
                        <a:pt x="11688" y="1456"/>
                      </a:cubicBezTo>
                      <a:lnTo>
                        <a:pt x="11688" y="1981"/>
                      </a:lnTo>
                      <a:lnTo>
                        <a:pt x="12312" y="2585"/>
                      </a:lnTo>
                      <a:lnTo>
                        <a:pt x="12312" y="490"/>
                      </a:lnTo>
                      <a:cubicBezTo>
                        <a:pt x="12312" y="229"/>
                        <a:pt x="12096" y="0"/>
                        <a:pt x="118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110"/>
                <p:cNvSpPr/>
                <p:nvPr/>
              </p:nvSpPr>
              <p:spPr>
                <a:xfrm>
                  <a:off x="-2667425" y="2422755"/>
                  <a:ext cx="265550" cy="169850"/>
                </a:xfrm>
                <a:custGeom>
                  <a:rect b="b" l="l" r="r" t="t"/>
                  <a:pathLst>
                    <a:path extrusionOk="0" h="6794" w="10622">
                      <a:moveTo>
                        <a:pt x="10163" y="337"/>
                      </a:moveTo>
                      <a:cubicBezTo>
                        <a:pt x="10244" y="337"/>
                        <a:pt x="10308" y="406"/>
                        <a:pt x="10308" y="493"/>
                      </a:cubicBezTo>
                      <a:lnTo>
                        <a:pt x="10308" y="6302"/>
                      </a:lnTo>
                      <a:cubicBezTo>
                        <a:pt x="10308" y="6388"/>
                        <a:pt x="10244" y="6457"/>
                        <a:pt x="10163" y="6457"/>
                      </a:cubicBezTo>
                      <a:lnTo>
                        <a:pt x="460" y="6457"/>
                      </a:lnTo>
                      <a:cubicBezTo>
                        <a:pt x="379" y="6457"/>
                        <a:pt x="315" y="6388"/>
                        <a:pt x="315" y="6302"/>
                      </a:cubicBezTo>
                      <a:lnTo>
                        <a:pt x="315" y="493"/>
                      </a:lnTo>
                      <a:cubicBezTo>
                        <a:pt x="315" y="406"/>
                        <a:pt x="379" y="337"/>
                        <a:pt x="460" y="337"/>
                      </a:cubicBezTo>
                      <a:close/>
                      <a:moveTo>
                        <a:pt x="458" y="0"/>
                      </a:moveTo>
                      <a:cubicBezTo>
                        <a:pt x="205" y="0"/>
                        <a:pt x="0" y="220"/>
                        <a:pt x="0" y="493"/>
                      </a:cubicBezTo>
                      <a:lnTo>
                        <a:pt x="0" y="6302"/>
                      </a:lnTo>
                      <a:cubicBezTo>
                        <a:pt x="0" y="6574"/>
                        <a:pt x="205" y="6794"/>
                        <a:pt x="458" y="6794"/>
                      </a:cubicBezTo>
                      <a:lnTo>
                        <a:pt x="10162" y="6794"/>
                      </a:lnTo>
                      <a:cubicBezTo>
                        <a:pt x="10415" y="6794"/>
                        <a:pt x="10622" y="6572"/>
                        <a:pt x="10621" y="6302"/>
                      </a:cubicBezTo>
                      <a:lnTo>
                        <a:pt x="10621" y="493"/>
                      </a:lnTo>
                      <a:cubicBezTo>
                        <a:pt x="10621" y="220"/>
                        <a:pt x="10415" y="0"/>
                        <a:pt x="10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1" name="Google Shape;8811;p110"/>
                <p:cNvGrpSpPr/>
                <p:nvPr/>
              </p:nvGrpSpPr>
              <p:grpSpPr>
                <a:xfrm rot="-30288">
                  <a:off x="-2658134" y="2392530"/>
                  <a:ext cx="249296" cy="188952"/>
                  <a:chOff x="-2273495" y="2002057"/>
                  <a:chExt cx="332782" cy="252263"/>
                </a:xfrm>
              </p:grpSpPr>
              <p:sp>
                <p:nvSpPr>
                  <p:cNvPr id="8812" name="Google Shape;8812;p110"/>
                  <p:cNvSpPr/>
                  <p:nvPr/>
                </p:nvSpPr>
                <p:spPr>
                  <a:xfrm rot="1176986">
                    <a:off x="-2254782" y="2046919"/>
                    <a:ext cx="295356" cy="162539"/>
                  </a:xfrm>
                  <a:custGeom>
                    <a:rect b="b" l="l" r="r" t="t"/>
                    <a:pathLst>
                      <a:path extrusionOk="0" h="6502" w="11815">
                        <a:moveTo>
                          <a:pt x="10085" y="0"/>
                        </a:moveTo>
                        <a:cubicBezTo>
                          <a:pt x="9955" y="0"/>
                          <a:pt x="9824" y="21"/>
                          <a:pt x="9694" y="66"/>
                        </a:cubicBezTo>
                        <a:lnTo>
                          <a:pt x="962" y="3066"/>
                        </a:lnTo>
                        <a:cubicBezTo>
                          <a:pt x="334" y="3281"/>
                          <a:pt x="1" y="3965"/>
                          <a:pt x="217" y="4593"/>
                        </a:cubicBezTo>
                        <a:lnTo>
                          <a:pt x="594" y="5690"/>
                        </a:lnTo>
                        <a:cubicBezTo>
                          <a:pt x="764" y="6188"/>
                          <a:pt x="1230" y="6501"/>
                          <a:pt x="1729" y="6501"/>
                        </a:cubicBezTo>
                        <a:cubicBezTo>
                          <a:pt x="1859" y="6501"/>
                          <a:pt x="1992" y="6480"/>
                          <a:pt x="2121" y="6435"/>
                        </a:cubicBezTo>
                        <a:lnTo>
                          <a:pt x="10853" y="3435"/>
                        </a:lnTo>
                        <a:cubicBezTo>
                          <a:pt x="11482" y="3220"/>
                          <a:pt x="11815" y="2535"/>
                          <a:pt x="11598" y="1908"/>
                        </a:cubicBezTo>
                        <a:lnTo>
                          <a:pt x="11222" y="811"/>
                        </a:lnTo>
                        <a:cubicBezTo>
                          <a:pt x="11051" y="313"/>
                          <a:pt x="10585" y="0"/>
                          <a:pt x="100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110"/>
                  <p:cNvSpPr/>
                  <p:nvPr/>
                </p:nvSpPr>
                <p:spPr>
                  <a:xfrm rot="1176986">
                    <a:off x="-2157279" y="2104752"/>
                    <a:ext cx="66346" cy="46472"/>
                  </a:xfrm>
                  <a:custGeom>
                    <a:rect b="b" l="l" r="r" t="t"/>
                    <a:pathLst>
                      <a:path extrusionOk="0" h="1859" w="2654">
                        <a:moveTo>
                          <a:pt x="1786" y="1"/>
                        </a:moveTo>
                        <a:cubicBezTo>
                          <a:pt x="1704" y="1"/>
                          <a:pt x="1619" y="14"/>
                          <a:pt x="1536" y="43"/>
                        </a:cubicBezTo>
                        <a:lnTo>
                          <a:pt x="617" y="359"/>
                        </a:lnTo>
                        <a:cubicBezTo>
                          <a:pt x="214" y="497"/>
                          <a:pt x="1" y="936"/>
                          <a:pt x="138" y="1338"/>
                        </a:cubicBezTo>
                        <a:cubicBezTo>
                          <a:pt x="248" y="1658"/>
                          <a:pt x="547" y="1858"/>
                          <a:pt x="868" y="1858"/>
                        </a:cubicBezTo>
                        <a:cubicBezTo>
                          <a:pt x="951" y="1858"/>
                          <a:pt x="1035" y="1845"/>
                          <a:pt x="1117" y="1817"/>
                        </a:cubicBezTo>
                        <a:lnTo>
                          <a:pt x="2037" y="1500"/>
                        </a:lnTo>
                        <a:cubicBezTo>
                          <a:pt x="2439" y="1363"/>
                          <a:pt x="2654" y="924"/>
                          <a:pt x="2516" y="522"/>
                        </a:cubicBezTo>
                        <a:cubicBezTo>
                          <a:pt x="2406" y="202"/>
                          <a:pt x="2107" y="1"/>
                          <a:pt x="1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110"/>
                  <p:cNvSpPr/>
                  <p:nvPr/>
                </p:nvSpPr>
                <p:spPr>
                  <a:xfrm rot="1176986">
                    <a:off x="-2079543" y="2109983"/>
                    <a:ext cx="25498" cy="37298"/>
                  </a:xfrm>
                  <a:custGeom>
                    <a:rect b="b" l="l" r="r" t="t"/>
                    <a:pathLst>
                      <a:path extrusionOk="0" h="1492" w="1020">
                        <a:moveTo>
                          <a:pt x="365" y="0"/>
                        </a:moveTo>
                        <a:cubicBezTo>
                          <a:pt x="330" y="0"/>
                          <a:pt x="294" y="6"/>
                          <a:pt x="259" y="18"/>
                        </a:cubicBezTo>
                        <a:cubicBezTo>
                          <a:pt x="91" y="75"/>
                          <a:pt x="0" y="260"/>
                          <a:pt x="58" y="429"/>
                        </a:cubicBezTo>
                        <a:lnTo>
                          <a:pt x="349" y="1273"/>
                        </a:lnTo>
                        <a:cubicBezTo>
                          <a:pt x="395" y="1407"/>
                          <a:pt x="521" y="1491"/>
                          <a:pt x="655" y="1491"/>
                        </a:cubicBezTo>
                        <a:cubicBezTo>
                          <a:pt x="690" y="1491"/>
                          <a:pt x="725" y="1486"/>
                          <a:pt x="760" y="1474"/>
                        </a:cubicBezTo>
                        <a:cubicBezTo>
                          <a:pt x="929" y="1416"/>
                          <a:pt x="1020" y="1231"/>
                          <a:pt x="961" y="1063"/>
                        </a:cubicBezTo>
                        <a:lnTo>
                          <a:pt x="671" y="219"/>
                        </a:lnTo>
                        <a:cubicBezTo>
                          <a:pt x="625" y="84"/>
                          <a:pt x="500"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110"/>
                  <p:cNvSpPr/>
                  <p:nvPr/>
                </p:nvSpPr>
                <p:spPr>
                  <a:xfrm rot="1176986">
                    <a:off x="-2240196" y="2097709"/>
                    <a:ext cx="63896" cy="58221"/>
                  </a:xfrm>
                  <a:custGeom>
                    <a:rect b="b" l="l" r="r" t="t"/>
                    <a:pathLst>
                      <a:path extrusionOk="0" h="2329" w="2556">
                        <a:moveTo>
                          <a:pt x="1278" y="1"/>
                        </a:moveTo>
                        <a:cubicBezTo>
                          <a:pt x="980" y="1"/>
                          <a:pt x="683" y="114"/>
                          <a:pt x="456" y="341"/>
                        </a:cubicBezTo>
                        <a:cubicBezTo>
                          <a:pt x="0" y="796"/>
                          <a:pt x="0" y="1532"/>
                          <a:pt x="456" y="1988"/>
                        </a:cubicBezTo>
                        <a:cubicBezTo>
                          <a:pt x="683" y="2215"/>
                          <a:pt x="980" y="2328"/>
                          <a:pt x="1278" y="2328"/>
                        </a:cubicBezTo>
                        <a:cubicBezTo>
                          <a:pt x="1576" y="2328"/>
                          <a:pt x="1874" y="2215"/>
                          <a:pt x="2101" y="1988"/>
                        </a:cubicBezTo>
                        <a:cubicBezTo>
                          <a:pt x="2556" y="1532"/>
                          <a:pt x="2556"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110"/>
                  <p:cNvSpPr/>
                  <p:nvPr/>
                </p:nvSpPr>
                <p:spPr>
                  <a:xfrm rot="1176986">
                    <a:off x="-2220723" y="2114887"/>
                    <a:ext cx="26098" cy="24223"/>
                  </a:xfrm>
                  <a:custGeom>
                    <a:rect b="b" l="l" r="r" t="t"/>
                    <a:pathLst>
                      <a:path extrusionOk="0" h="969" w="1044">
                        <a:moveTo>
                          <a:pt x="501" y="1"/>
                        </a:moveTo>
                        <a:cubicBezTo>
                          <a:pt x="449" y="1"/>
                          <a:pt x="395" y="10"/>
                          <a:pt x="343" y="29"/>
                        </a:cubicBezTo>
                        <a:cubicBezTo>
                          <a:pt x="221" y="71"/>
                          <a:pt x="123" y="158"/>
                          <a:pt x="67" y="273"/>
                        </a:cubicBezTo>
                        <a:cubicBezTo>
                          <a:pt x="10" y="390"/>
                          <a:pt x="1" y="520"/>
                          <a:pt x="43" y="643"/>
                        </a:cubicBezTo>
                        <a:cubicBezTo>
                          <a:pt x="110" y="837"/>
                          <a:pt x="294" y="969"/>
                          <a:pt x="500" y="969"/>
                        </a:cubicBezTo>
                        <a:cubicBezTo>
                          <a:pt x="553" y="969"/>
                          <a:pt x="605" y="960"/>
                          <a:pt x="657" y="942"/>
                        </a:cubicBezTo>
                        <a:cubicBezTo>
                          <a:pt x="910" y="855"/>
                          <a:pt x="1044" y="579"/>
                          <a:pt x="957" y="327"/>
                        </a:cubicBezTo>
                        <a:cubicBezTo>
                          <a:pt x="890" y="133"/>
                          <a:pt x="708" y="1"/>
                          <a:pt x="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110"/>
                  <p:cNvSpPr/>
                  <p:nvPr/>
                </p:nvSpPr>
                <p:spPr>
                  <a:xfrm rot="1176986">
                    <a:off x="-2038830" y="2100022"/>
                    <a:ext cx="63871" cy="58196"/>
                  </a:xfrm>
                  <a:custGeom>
                    <a:rect b="b" l="l" r="r" t="t"/>
                    <a:pathLst>
                      <a:path extrusionOk="0" h="2328" w="2555">
                        <a:moveTo>
                          <a:pt x="1278" y="1"/>
                        </a:moveTo>
                        <a:cubicBezTo>
                          <a:pt x="980" y="1"/>
                          <a:pt x="682" y="114"/>
                          <a:pt x="455" y="341"/>
                        </a:cubicBezTo>
                        <a:cubicBezTo>
                          <a:pt x="1" y="796"/>
                          <a:pt x="1" y="1533"/>
                          <a:pt x="455" y="1987"/>
                        </a:cubicBezTo>
                        <a:cubicBezTo>
                          <a:pt x="682" y="2214"/>
                          <a:pt x="980" y="2328"/>
                          <a:pt x="1278" y="2328"/>
                        </a:cubicBezTo>
                        <a:cubicBezTo>
                          <a:pt x="1576" y="2328"/>
                          <a:pt x="1874" y="2214"/>
                          <a:pt x="2101" y="1987"/>
                        </a:cubicBezTo>
                        <a:cubicBezTo>
                          <a:pt x="2555" y="1533"/>
                          <a:pt x="2555"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110"/>
                  <p:cNvSpPr/>
                  <p:nvPr/>
                </p:nvSpPr>
                <p:spPr>
                  <a:xfrm rot="1176986">
                    <a:off x="-2020432" y="2117028"/>
                    <a:ext cx="27248" cy="24223"/>
                  </a:xfrm>
                  <a:custGeom>
                    <a:rect b="b" l="l" r="r" t="t"/>
                    <a:pathLst>
                      <a:path extrusionOk="0" h="969" w="1090">
                        <a:moveTo>
                          <a:pt x="544" y="1"/>
                        </a:moveTo>
                        <a:cubicBezTo>
                          <a:pt x="492" y="1"/>
                          <a:pt x="439" y="10"/>
                          <a:pt x="387" y="28"/>
                        </a:cubicBezTo>
                        <a:cubicBezTo>
                          <a:pt x="135" y="114"/>
                          <a:pt x="0" y="391"/>
                          <a:pt x="86" y="642"/>
                        </a:cubicBezTo>
                        <a:cubicBezTo>
                          <a:pt x="153" y="837"/>
                          <a:pt x="337" y="969"/>
                          <a:pt x="543" y="969"/>
                        </a:cubicBezTo>
                        <a:cubicBezTo>
                          <a:pt x="597" y="969"/>
                          <a:pt x="651" y="960"/>
                          <a:pt x="702" y="941"/>
                        </a:cubicBezTo>
                        <a:cubicBezTo>
                          <a:pt x="955" y="854"/>
                          <a:pt x="1089" y="579"/>
                          <a:pt x="1002" y="327"/>
                        </a:cubicBezTo>
                        <a:cubicBezTo>
                          <a:pt x="935" y="132"/>
                          <a:pt x="751" y="1"/>
                          <a:pt x="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819" name="Google Shape;8819;p110"/>
            <p:cNvGrpSpPr/>
            <p:nvPr/>
          </p:nvGrpSpPr>
          <p:grpSpPr>
            <a:xfrm>
              <a:off x="291567" y="3656997"/>
              <a:ext cx="370592" cy="370700"/>
              <a:chOff x="5038846" y="235350"/>
              <a:chExt cx="158691" cy="158738"/>
            </a:xfrm>
          </p:grpSpPr>
          <p:sp>
            <p:nvSpPr>
              <p:cNvPr id="8820" name="Google Shape;8820;p110"/>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110"/>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2" name="Google Shape;8822;p110"/>
            <p:cNvGrpSpPr/>
            <p:nvPr/>
          </p:nvGrpSpPr>
          <p:grpSpPr>
            <a:xfrm>
              <a:off x="8612440" y="1858772"/>
              <a:ext cx="261189" cy="248344"/>
              <a:chOff x="5164484" y="526738"/>
              <a:chExt cx="133266" cy="126713"/>
            </a:xfrm>
          </p:grpSpPr>
          <p:sp>
            <p:nvSpPr>
              <p:cNvPr id="8823" name="Google Shape;8823;p110"/>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110"/>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8825" name="Shape 8825"/>
        <p:cNvGrpSpPr/>
        <p:nvPr/>
      </p:nvGrpSpPr>
      <p:grpSpPr>
        <a:xfrm>
          <a:off x="0" y="0"/>
          <a:ext cx="0" cy="0"/>
          <a:chOff x="0" y="0"/>
          <a:chExt cx="0" cy="0"/>
        </a:xfrm>
      </p:grpSpPr>
      <p:sp>
        <p:nvSpPr>
          <p:cNvPr id="8826" name="Google Shape;8826;p111"/>
          <p:cNvSpPr txBox="1"/>
          <p:nvPr>
            <p:ph type="title"/>
          </p:nvPr>
        </p:nvSpPr>
        <p:spPr>
          <a:xfrm>
            <a:off x="2135550" y="1769100"/>
            <a:ext cx="4872900" cy="14607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sz="96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p:txBody>
      </p:sp>
      <p:sp>
        <p:nvSpPr>
          <p:cNvPr id="8827" name="Google Shape;8827;p111"/>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8828" name="Google Shape;8828;p111"/>
          <p:cNvGrpSpPr/>
          <p:nvPr/>
        </p:nvGrpSpPr>
        <p:grpSpPr>
          <a:xfrm>
            <a:off x="172598" y="6"/>
            <a:ext cx="8926160" cy="5009413"/>
            <a:chOff x="172598" y="6"/>
            <a:chExt cx="8926160" cy="5009413"/>
          </a:xfrm>
        </p:grpSpPr>
        <p:grpSp>
          <p:nvGrpSpPr>
            <p:cNvPr id="8829" name="Google Shape;8829;p111"/>
            <p:cNvGrpSpPr/>
            <p:nvPr/>
          </p:nvGrpSpPr>
          <p:grpSpPr>
            <a:xfrm rot="-558244">
              <a:off x="7576704" y="106903"/>
              <a:ext cx="1427255" cy="1288870"/>
              <a:chOff x="1288334" y="649138"/>
              <a:chExt cx="511300" cy="461725"/>
            </a:xfrm>
          </p:grpSpPr>
          <p:sp>
            <p:nvSpPr>
              <p:cNvPr id="8830" name="Google Shape;8830;p111"/>
              <p:cNvSpPr/>
              <p:nvPr/>
            </p:nvSpPr>
            <p:spPr>
              <a:xfrm>
                <a:off x="1288334" y="649575"/>
                <a:ext cx="511300" cy="457500"/>
              </a:xfrm>
              <a:custGeom>
                <a:rect b="b" l="l" r="r" t="t"/>
                <a:pathLst>
                  <a:path extrusionOk="0" h="18300" w="20452">
                    <a:moveTo>
                      <a:pt x="10584" y="1"/>
                    </a:moveTo>
                    <a:cubicBezTo>
                      <a:pt x="8686" y="1"/>
                      <a:pt x="6787" y="1083"/>
                      <a:pt x="6305" y="3244"/>
                    </a:cubicBezTo>
                    <a:cubicBezTo>
                      <a:pt x="6179" y="3722"/>
                      <a:pt x="6156" y="4251"/>
                      <a:pt x="6167" y="4748"/>
                    </a:cubicBezTo>
                    <a:cubicBezTo>
                      <a:pt x="6042" y="4740"/>
                      <a:pt x="5919" y="4737"/>
                      <a:pt x="5800" y="4737"/>
                    </a:cubicBezTo>
                    <a:cubicBezTo>
                      <a:pt x="1" y="4737"/>
                      <a:pt x="2" y="13593"/>
                      <a:pt x="5801" y="13593"/>
                    </a:cubicBezTo>
                    <a:cubicBezTo>
                      <a:pt x="5920" y="13593"/>
                      <a:pt x="6042" y="13590"/>
                      <a:pt x="6167" y="13582"/>
                    </a:cubicBezTo>
                    <a:lnTo>
                      <a:pt x="6167" y="13582"/>
                    </a:lnTo>
                    <a:cubicBezTo>
                      <a:pt x="5974" y="16727"/>
                      <a:pt x="8278" y="18299"/>
                      <a:pt x="10583" y="18299"/>
                    </a:cubicBezTo>
                    <a:cubicBezTo>
                      <a:pt x="12887" y="18299"/>
                      <a:pt x="15191" y="16727"/>
                      <a:pt x="14998" y="13582"/>
                    </a:cubicBezTo>
                    <a:lnTo>
                      <a:pt x="14998" y="13582"/>
                    </a:lnTo>
                    <a:cubicBezTo>
                      <a:pt x="15072" y="13584"/>
                      <a:pt x="15146" y="13585"/>
                      <a:pt x="15220" y="13585"/>
                    </a:cubicBezTo>
                    <a:cubicBezTo>
                      <a:pt x="15650" y="13585"/>
                      <a:pt x="16093" y="13553"/>
                      <a:pt x="16502" y="13444"/>
                    </a:cubicBezTo>
                    <a:cubicBezTo>
                      <a:pt x="18936" y="12872"/>
                      <a:pt x="20451" y="10063"/>
                      <a:pt x="19570" y="7720"/>
                    </a:cubicBezTo>
                    <a:cubicBezTo>
                      <a:pt x="18978" y="5917"/>
                      <a:pt x="17197" y="4735"/>
                      <a:pt x="15332" y="4735"/>
                    </a:cubicBezTo>
                    <a:cubicBezTo>
                      <a:pt x="15221" y="4735"/>
                      <a:pt x="15109" y="4739"/>
                      <a:pt x="14997" y="4748"/>
                    </a:cubicBezTo>
                    <a:cubicBezTo>
                      <a:pt x="15006" y="4250"/>
                      <a:pt x="14987" y="3723"/>
                      <a:pt x="14859" y="3244"/>
                    </a:cubicBezTo>
                    <a:cubicBezTo>
                      <a:pt x="14377" y="1081"/>
                      <a:pt x="12481" y="1"/>
                      <a:pt x="10584"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111"/>
              <p:cNvSpPr/>
              <p:nvPr/>
            </p:nvSpPr>
            <p:spPr>
              <a:xfrm>
                <a:off x="1323400" y="649138"/>
                <a:ext cx="461700" cy="461725"/>
              </a:xfrm>
              <a:custGeom>
                <a:rect b="b" l="l" r="r" t="t"/>
                <a:pathLst>
                  <a:path extrusionOk="0" h="18469" w="18468">
                    <a:moveTo>
                      <a:pt x="9234" y="0"/>
                    </a:moveTo>
                    <a:cubicBezTo>
                      <a:pt x="8924" y="0"/>
                      <a:pt x="8620" y="33"/>
                      <a:pt x="8324" y="91"/>
                    </a:cubicBezTo>
                    <a:cubicBezTo>
                      <a:pt x="7469" y="274"/>
                      <a:pt x="6707" y="698"/>
                      <a:pt x="6110" y="1293"/>
                    </a:cubicBezTo>
                    <a:cubicBezTo>
                      <a:pt x="6002" y="1401"/>
                      <a:pt x="5902" y="1514"/>
                      <a:pt x="5806" y="1632"/>
                    </a:cubicBezTo>
                    <a:cubicBezTo>
                      <a:pt x="5552" y="1946"/>
                      <a:pt x="5339" y="2292"/>
                      <a:pt x="5176" y="2668"/>
                    </a:cubicBezTo>
                    <a:cubicBezTo>
                      <a:pt x="5130" y="2779"/>
                      <a:pt x="5087" y="2890"/>
                      <a:pt x="5050" y="3004"/>
                    </a:cubicBezTo>
                    <a:cubicBezTo>
                      <a:pt x="5013" y="3105"/>
                      <a:pt x="4982" y="3210"/>
                      <a:pt x="4954" y="3314"/>
                    </a:cubicBezTo>
                    <a:lnTo>
                      <a:pt x="4954" y="3316"/>
                    </a:lnTo>
                    <a:cubicBezTo>
                      <a:pt x="4896" y="3550"/>
                      <a:pt x="4853" y="3793"/>
                      <a:pt x="4834" y="4042"/>
                    </a:cubicBezTo>
                    <a:cubicBezTo>
                      <a:pt x="4823" y="4166"/>
                      <a:pt x="4817" y="4290"/>
                      <a:pt x="4817" y="4417"/>
                    </a:cubicBezTo>
                    <a:lnTo>
                      <a:pt x="4817" y="4817"/>
                    </a:lnTo>
                    <a:lnTo>
                      <a:pt x="4417" y="4817"/>
                    </a:lnTo>
                    <a:cubicBezTo>
                      <a:pt x="4188" y="4817"/>
                      <a:pt x="3961" y="4835"/>
                      <a:pt x="3744" y="4872"/>
                    </a:cubicBezTo>
                    <a:cubicBezTo>
                      <a:pt x="3596" y="4890"/>
                      <a:pt x="3452" y="4918"/>
                      <a:pt x="3310" y="4955"/>
                    </a:cubicBezTo>
                    <a:cubicBezTo>
                      <a:pt x="3305" y="4959"/>
                      <a:pt x="3298" y="4959"/>
                      <a:pt x="3292" y="4961"/>
                    </a:cubicBezTo>
                    <a:lnTo>
                      <a:pt x="3290" y="4961"/>
                    </a:lnTo>
                    <a:cubicBezTo>
                      <a:pt x="2853" y="5076"/>
                      <a:pt x="2444" y="5256"/>
                      <a:pt x="2069" y="5497"/>
                    </a:cubicBezTo>
                    <a:cubicBezTo>
                      <a:pt x="1984" y="5548"/>
                      <a:pt x="1897" y="5607"/>
                      <a:pt x="1817" y="5666"/>
                    </a:cubicBezTo>
                    <a:cubicBezTo>
                      <a:pt x="1753" y="5712"/>
                      <a:pt x="1692" y="5761"/>
                      <a:pt x="1630" y="5811"/>
                    </a:cubicBezTo>
                    <a:cubicBezTo>
                      <a:pt x="861" y="6437"/>
                      <a:pt x="305" y="7315"/>
                      <a:pt x="97" y="8324"/>
                    </a:cubicBezTo>
                    <a:cubicBezTo>
                      <a:pt x="35" y="8615"/>
                      <a:pt x="1" y="8923"/>
                      <a:pt x="1" y="9234"/>
                    </a:cubicBezTo>
                    <a:cubicBezTo>
                      <a:pt x="1" y="9543"/>
                      <a:pt x="35" y="9852"/>
                      <a:pt x="97" y="10143"/>
                    </a:cubicBezTo>
                    <a:cubicBezTo>
                      <a:pt x="274" y="10998"/>
                      <a:pt x="701" y="11763"/>
                      <a:pt x="1295" y="12356"/>
                    </a:cubicBezTo>
                    <a:cubicBezTo>
                      <a:pt x="1403" y="12465"/>
                      <a:pt x="1513" y="12563"/>
                      <a:pt x="1630" y="12659"/>
                    </a:cubicBezTo>
                    <a:cubicBezTo>
                      <a:pt x="1701" y="12717"/>
                      <a:pt x="1775" y="12772"/>
                      <a:pt x="1852" y="12828"/>
                    </a:cubicBezTo>
                    <a:cubicBezTo>
                      <a:pt x="1981" y="12921"/>
                      <a:pt x="2114" y="13006"/>
                      <a:pt x="2252" y="13083"/>
                    </a:cubicBezTo>
                    <a:cubicBezTo>
                      <a:pt x="2579" y="13268"/>
                      <a:pt x="2929" y="13412"/>
                      <a:pt x="3301" y="13510"/>
                    </a:cubicBezTo>
                    <a:cubicBezTo>
                      <a:pt x="3305" y="13510"/>
                      <a:pt x="3311" y="13512"/>
                      <a:pt x="3313" y="13512"/>
                    </a:cubicBezTo>
                    <a:lnTo>
                      <a:pt x="3316" y="13512"/>
                    </a:lnTo>
                    <a:cubicBezTo>
                      <a:pt x="3458" y="13551"/>
                      <a:pt x="3602" y="13577"/>
                      <a:pt x="3750" y="13599"/>
                    </a:cubicBezTo>
                    <a:cubicBezTo>
                      <a:pt x="3968" y="13634"/>
                      <a:pt x="4193" y="13652"/>
                      <a:pt x="4420" y="13652"/>
                    </a:cubicBezTo>
                    <a:lnTo>
                      <a:pt x="4819" y="13652"/>
                    </a:lnTo>
                    <a:lnTo>
                      <a:pt x="4819" y="14052"/>
                    </a:lnTo>
                    <a:cubicBezTo>
                      <a:pt x="4819" y="14105"/>
                      <a:pt x="4819" y="14154"/>
                      <a:pt x="4825" y="14203"/>
                    </a:cubicBezTo>
                    <a:cubicBezTo>
                      <a:pt x="4825" y="14336"/>
                      <a:pt x="4838" y="14465"/>
                      <a:pt x="4853" y="14594"/>
                    </a:cubicBezTo>
                    <a:cubicBezTo>
                      <a:pt x="4875" y="14785"/>
                      <a:pt x="4911" y="14972"/>
                      <a:pt x="4957" y="15156"/>
                    </a:cubicBezTo>
                    <a:cubicBezTo>
                      <a:pt x="5119" y="15780"/>
                      <a:pt x="5412" y="16352"/>
                      <a:pt x="5809" y="16837"/>
                    </a:cubicBezTo>
                    <a:cubicBezTo>
                      <a:pt x="6435" y="17608"/>
                      <a:pt x="7316" y="18166"/>
                      <a:pt x="8326" y="18377"/>
                    </a:cubicBezTo>
                    <a:cubicBezTo>
                      <a:pt x="8620" y="18435"/>
                      <a:pt x="8925" y="18469"/>
                      <a:pt x="9235" y="18469"/>
                    </a:cubicBezTo>
                    <a:cubicBezTo>
                      <a:pt x="9545" y="18469"/>
                      <a:pt x="9849" y="18435"/>
                      <a:pt x="10144" y="18377"/>
                    </a:cubicBezTo>
                    <a:cubicBezTo>
                      <a:pt x="10995" y="18196"/>
                      <a:pt x="11758" y="17771"/>
                      <a:pt x="12354" y="17175"/>
                    </a:cubicBezTo>
                    <a:cubicBezTo>
                      <a:pt x="12462" y="17068"/>
                      <a:pt x="12563" y="16954"/>
                      <a:pt x="12658" y="16837"/>
                    </a:cubicBezTo>
                    <a:cubicBezTo>
                      <a:pt x="13054" y="16352"/>
                      <a:pt x="13347" y="15781"/>
                      <a:pt x="13509" y="15156"/>
                    </a:cubicBezTo>
                    <a:cubicBezTo>
                      <a:pt x="13554" y="14981"/>
                      <a:pt x="13590" y="14800"/>
                      <a:pt x="13612" y="14619"/>
                    </a:cubicBezTo>
                    <a:cubicBezTo>
                      <a:pt x="13632" y="14461"/>
                      <a:pt x="13646" y="14305"/>
                      <a:pt x="13646" y="14145"/>
                    </a:cubicBezTo>
                    <a:cubicBezTo>
                      <a:pt x="13648" y="14115"/>
                      <a:pt x="13648" y="14084"/>
                      <a:pt x="13648" y="14053"/>
                    </a:cubicBezTo>
                    <a:lnTo>
                      <a:pt x="13648" y="13654"/>
                    </a:lnTo>
                    <a:lnTo>
                      <a:pt x="14050" y="13654"/>
                    </a:lnTo>
                    <a:cubicBezTo>
                      <a:pt x="14333" y="13654"/>
                      <a:pt x="14609" y="13626"/>
                      <a:pt x="14880" y="13573"/>
                    </a:cubicBezTo>
                    <a:cubicBezTo>
                      <a:pt x="14972" y="13558"/>
                      <a:pt x="15065" y="13537"/>
                      <a:pt x="15153" y="13515"/>
                    </a:cubicBezTo>
                    <a:cubicBezTo>
                      <a:pt x="15200" y="13502"/>
                      <a:pt x="15245" y="13491"/>
                      <a:pt x="15292" y="13475"/>
                    </a:cubicBezTo>
                    <a:cubicBezTo>
                      <a:pt x="15676" y="13365"/>
                      <a:pt x="16036" y="13202"/>
                      <a:pt x="16367" y="12995"/>
                    </a:cubicBezTo>
                    <a:cubicBezTo>
                      <a:pt x="16505" y="12913"/>
                      <a:pt x="16638" y="12820"/>
                      <a:pt x="16760" y="12722"/>
                    </a:cubicBezTo>
                    <a:cubicBezTo>
                      <a:pt x="16789" y="12704"/>
                      <a:pt x="16814" y="12686"/>
                      <a:pt x="16838" y="12664"/>
                    </a:cubicBezTo>
                    <a:cubicBezTo>
                      <a:pt x="17409" y="12194"/>
                      <a:pt x="17864" y="11589"/>
                      <a:pt x="18147" y="10894"/>
                    </a:cubicBezTo>
                    <a:lnTo>
                      <a:pt x="18147" y="10892"/>
                    </a:lnTo>
                    <a:lnTo>
                      <a:pt x="18249" y="10603"/>
                    </a:lnTo>
                    <a:lnTo>
                      <a:pt x="18249" y="10600"/>
                    </a:lnTo>
                    <a:cubicBezTo>
                      <a:pt x="18298" y="10453"/>
                      <a:pt x="18341" y="10302"/>
                      <a:pt x="18372" y="10149"/>
                    </a:cubicBezTo>
                    <a:cubicBezTo>
                      <a:pt x="18434" y="9857"/>
                      <a:pt x="18467" y="9550"/>
                      <a:pt x="18467" y="9239"/>
                    </a:cubicBezTo>
                    <a:cubicBezTo>
                      <a:pt x="18467" y="8928"/>
                      <a:pt x="18434" y="8622"/>
                      <a:pt x="18370" y="8321"/>
                    </a:cubicBezTo>
                    <a:cubicBezTo>
                      <a:pt x="18346" y="8211"/>
                      <a:pt x="18322" y="8100"/>
                      <a:pt x="18291" y="7993"/>
                    </a:cubicBezTo>
                    <a:lnTo>
                      <a:pt x="18291" y="7986"/>
                    </a:lnTo>
                    <a:lnTo>
                      <a:pt x="18224" y="7790"/>
                    </a:lnTo>
                    <a:cubicBezTo>
                      <a:pt x="18224" y="7788"/>
                      <a:pt x="18224" y="7788"/>
                      <a:pt x="18220" y="7788"/>
                    </a:cubicBezTo>
                    <a:cubicBezTo>
                      <a:pt x="18002" y="7148"/>
                      <a:pt x="17639" y="6576"/>
                      <a:pt x="17172" y="6110"/>
                    </a:cubicBezTo>
                    <a:cubicBezTo>
                      <a:pt x="17064" y="6001"/>
                      <a:pt x="16954" y="5903"/>
                      <a:pt x="16837" y="5805"/>
                    </a:cubicBezTo>
                    <a:cubicBezTo>
                      <a:pt x="16825" y="5796"/>
                      <a:pt x="16816" y="5787"/>
                      <a:pt x="16804" y="5781"/>
                    </a:cubicBezTo>
                    <a:cubicBezTo>
                      <a:pt x="16690" y="5689"/>
                      <a:pt x="16569" y="5602"/>
                      <a:pt x="16448" y="5523"/>
                    </a:cubicBezTo>
                    <a:cubicBezTo>
                      <a:pt x="16120" y="5313"/>
                      <a:pt x="15764" y="5145"/>
                      <a:pt x="15387" y="5022"/>
                    </a:cubicBezTo>
                    <a:cubicBezTo>
                      <a:pt x="15310" y="4997"/>
                      <a:pt x="15233" y="4977"/>
                      <a:pt x="15153" y="4955"/>
                    </a:cubicBezTo>
                    <a:cubicBezTo>
                      <a:pt x="15077" y="4935"/>
                      <a:pt x="14998" y="4918"/>
                      <a:pt x="14917" y="4902"/>
                    </a:cubicBezTo>
                    <a:cubicBezTo>
                      <a:pt x="14637" y="4847"/>
                      <a:pt x="14348" y="4816"/>
                      <a:pt x="14050" y="4816"/>
                    </a:cubicBezTo>
                    <a:lnTo>
                      <a:pt x="13648" y="4816"/>
                    </a:lnTo>
                    <a:lnTo>
                      <a:pt x="13648" y="4415"/>
                    </a:lnTo>
                    <a:cubicBezTo>
                      <a:pt x="13648" y="4280"/>
                      <a:pt x="13642" y="4145"/>
                      <a:pt x="13626" y="4013"/>
                    </a:cubicBezTo>
                    <a:cubicBezTo>
                      <a:pt x="13606" y="3773"/>
                      <a:pt x="13566" y="3540"/>
                      <a:pt x="13508" y="3315"/>
                    </a:cubicBezTo>
                    <a:lnTo>
                      <a:pt x="13508" y="3313"/>
                    </a:lnTo>
                    <a:cubicBezTo>
                      <a:pt x="13346" y="2690"/>
                      <a:pt x="13053" y="2117"/>
                      <a:pt x="12657" y="1632"/>
                    </a:cubicBezTo>
                    <a:cubicBezTo>
                      <a:pt x="12033" y="860"/>
                      <a:pt x="11151" y="303"/>
                      <a:pt x="10143" y="91"/>
                    </a:cubicBezTo>
                    <a:cubicBezTo>
                      <a:pt x="9849" y="33"/>
                      <a:pt x="9543" y="0"/>
                      <a:pt x="9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111"/>
              <p:cNvSpPr/>
              <p:nvPr/>
            </p:nvSpPr>
            <p:spPr>
              <a:xfrm>
                <a:off x="1731350" y="787313"/>
                <a:ext cx="12175" cy="11600"/>
              </a:xfrm>
              <a:custGeom>
                <a:rect b="b" l="l" r="r" t="t"/>
                <a:pathLst>
                  <a:path extrusionOk="0" h="464" w="487">
                    <a:moveTo>
                      <a:pt x="130" y="1"/>
                    </a:moveTo>
                    <a:cubicBezTo>
                      <a:pt x="53" y="41"/>
                      <a:pt x="1" y="125"/>
                      <a:pt x="1" y="216"/>
                    </a:cubicBezTo>
                    <a:cubicBezTo>
                      <a:pt x="1" y="352"/>
                      <a:pt x="111" y="463"/>
                      <a:pt x="246" y="463"/>
                    </a:cubicBezTo>
                    <a:cubicBezTo>
                      <a:pt x="369" y="463"/>
                      <a:pt x="468" y="373"/>
                      <a:pt x="487" y="260"/>
                    </a:cubicBezTo>
                    <a:cubicBezTo>
                      <a:pt x="373" y="169"/>
                      <a:pt x="253" y="82"/>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111"/>
              <p:cNvSpPr/>
              <p:nvPr/>
            </p:nvSpPr>
            <p:spPr>
              <a:xfrm>
                <a:off x="1731375" y="823613"/>
                <a:ext cx="12325" cy="12375"/>
              </a:xfrm>
              <a:custGeom>
                <a:rect b="b" l="l" r="r" t="t"/>
                <a:pathLst>
                  <a:path extrusionOk="0" h="495" w="493">
                    <a:moveTo>
                      <a:pt x="247" y="1"/>
                    </a:moveTo>
                    <a:cubicBezTo>
                      <a:pt x="111" y="1"/>
                      <a:pt x="1" y="111"/>
                      <a:pt x="1" y="247"/>
                    </a:cubicBezTo>
                    <a:cubicBezTo>
                      <a:pt x="1" y="384"/>
                      <a:pt x="111" y="494"/>
                      <a:pt x="247" y="494"/>
                    </a:cubicBezTo>
                    <a:cubicBezTo>
                      <a:pt x="382" y="494"/>
                      <a:pt x="493" y="384"/>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111"/>
              <p:cNvSpPr/>
              <p:nvPr/>
            </p:nvSpPr>
            <p:spPr>
              <a:xfrm>
                <a:off x="1731375" y="860688"/>
                <a:ext cx="12325" cy="12350"/>
              </a:xfrm>
              <a:custGeom>
                <a:rect b="b" l="l" r="r" t="t"/>
                <a:pathLst>
                  <a:path extrusionOk="0" h="494" w="493">
                    <a:moveTo>
                      <a:pt x="247" y="1"/>
                    </a:moveTo>
                    <a:cubicBezTo>
                      <a:pt x="111" y="1"/>
                      <a:pt x="1" y="111"/>
                      <a:pt x="1" y="247"/>
                    </a:cubicBezTo>
                    <a:cubicBezTo>
                      <a:pt x="1" y="383"/>
                      <a:pt x="111" y="493"/>
                      <a:pt x="247" y="493"/>
                    </a:cubicBezTo>
                    <a:cubicBezTo>
                      <a:pt x="382" y="493"/>
                      <a:pt x="493" y="383"/>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111"/>
              <p:cNvSpPr/>
              <p:nvPr/>
            </p:nvSpPr>
            <p:spPr>
              <a:xfrm>
                <a:off x="1768375" y="842138"/>
                <a:ext cx="12325" cy="12425"/>
              </a:xfrm>
              <a:custGeom>
                <a:rect b="b" l="l" r="r" t="t"/>
                <a:pathLst>
                  <a:path extrusionOk="0" h="497" w="493">
                    <a:moveTo>
                      <a:pt x="246" y="1"/>
                    </a:moveTo>
                    <a:cubicBezTo>
                      <a:pt x="111" y="1"/>
                      <a:pt x="0" y="112"/>
                      <a:pt x="0" y="247"/>
                    </a:cubicBezTo>
                    <a:cubicBezTo>
                      <a:pt x="0" y="386"/>
                      <a:pt x="111" y="496"/>
                      <a:pt x="246" y="496"/>
                    </a:cubicBezTo>
                    <a:cubicBezTo>
                      <a:pt x="373" y="496"/>
                      <a:pt x="477" y="403"/>
                      <a:pt x="493" y="280"/>
                    </a:cubicBezTo>
                    <a:lnTo>
                      <a:pt x="493" y="274"/>
                    </a:lnTo>
                    <a:lnTo>
                      <a:pt x="425" y="77"/>
                    </a:lnTo>
                    <a:cubicBezTo>
                      <a:pt x="425" y="74"/>
                      <a:pt x="425" y="74"/>
                      <a:pt x="421" y="74"/>
                    </a:cubicBezTo>
                    <a:cubicBezTo>
                      <a:pt x="378" y="28"/>
                      <a:pt x="317"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111"/>
              <p:cNvSpPr/>
              <p:nvPr/>
            </p:nvSpPr>
            <p:spPr>
              <a:xfrm>
                <a:off x="1768400" y="879188"/>
                <a:ext cx="12325" cy="12350"/>
              </a:xfrm>
              <a:custGeom>
                <a:rect b="b" l="l" r="r" t="t"/>
                <a:pathLst>
                  <a:path extrusionOk="0" h="494"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111"/>
              <p:cNvSpPr/>
              <p:nvPr/>
            </p:nvSpPr>
            <p:spPr>
              <a:xfrm>
                <a:off x="1658750" y="749638"/>
                <a:ext cx="5850" cy="12150"/>
              </a:xfrm>
              <a:custGeom>
                <a:rect b="b" l="l" r="r" t="t"/>
                <a:pathLst>
                  <a:path extrusionOk="0" h="486" w="234">
                    <a:moveTo>
                      <a:pt x="212" y="0"/>
                    </a:moveTo>
                    <a:cubicBezTo>
                      <a:pt x="92" y="18"/>
                      <a:pt x="0" y="120"/>
                      <a:pt x="0" y="243"/>
                    </a:cubicBezTo>
                    <a:cubicBezTo>
                      <a:pt x="0" y="372"/>
                      <a:pt x="103" y="479"/>
                      <a:pt x="234" y="485"/>
                    </a:cubicBezTo>
                    <a:lnTo>
                      <a:pt x="234" y="402"/>
                    </a:lnTo>
                    <a:cubicBezTo>
                      <a:pt x="234" y="268"/>
                      <a:pt x="228" y="133"/>
                      <a:pt x="2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11"/>
              <p:cNvSpPr/>
              <p:nvPr/>
            </p:nvSpPr>
            <p:spPr>
              <a:xfrm>
                <a:off x="16587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111"/>
              <p:cNvSpPr/>
              <p:nvPr/>
            </p:nvSpPr>
            <p:spPr>
              <a:xfrm>
                <a:off x="16587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111"/>
              <p:cNvSpPr/>
              <p:nvPr/>
            </p:nvSpPr>
            <p:spPr>
              <a:xfrm>
                <a:off x="1695875" y="771838"/>
                <a:ext cx="12225" cy="8575"/>
              </a:xfrm>
              <a:custGeom>
                <a:rect b="b" l="l" r="r" t="t"/>
                <a:pathLst>
                  <a:path extrusionOk="0" h="343" w="489">
                    <a:moveTo>
                      <a:pt x="18" y="1"/>
                    </a:moveTo>
                    <a:cubicBezTo>
                      <a:pt x="7" y="29"/>
                      <a:pt x="1" y="62"/>
                      <a:pt x="1" y="97"/>
                    </a:cubicBezTo>
                    <a:cubicBezTo>
                      <a:pt x="1" y="232"/>
                      <a:pt x="111" y="342"/>
                      <a:pt x="246" y="342"/>
                    </a:cubicBezTo>
                    <a:cubicBezTo>
                      <a:pt x="372" y="342"/>
                      <a:pt x="476" y="243"/>
                      <a:pt x="489" y="120"/>
                    </a:cubicBezTo>
                    <a:cubicBezTo>
                      <a:pt x="411" y="97"/>
                      <a:pt x="334" y="74"/>
                      <a:pt x="254" y="53"/>
                    </a:cubicBezTo>
                    <a:cubicBezTo>
                      <a:pt x="178" y="35"/>
                      <a:pt x="99" y="16"/>
                      <a:pt x="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111"/>
              <p:cNvSpPr/>
              <p:nvPr/>
            </p:nvSpPr>
            <p:spPr>
              <a:xfrm>
                <a:off x="1695825" y="805088"/>
                <a:ext cx="12350" cy="12350"/>
              </a:xfrm>
              <a:custGeom>
                <a:rect b="b" l="l" r="r" t="t"/>
                <a:pathLst>
                  <a:path extrusionOk="0" h="494" w="494">
                    <a:moveTo>
                      <a:pt x="247" y="1"/>
                    </a:moveTo>
                    <a:cubicBezTo>
                      <a:pt x="111" y="1"/>
                      <a:pt x="0" y="111"/>
                      <a:pt x="0" y="246"/>
                    </a:cubicBezTo>
                    <a:cubicBezTo>
                      <a:pt x="0"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111"/>
              <p:cNvSpPr/>
              <p:nvPr/>
            </p:nvSpPr>
            <p:spPr>
              <a:xfrm>
                <a:off x="1695825" y="842138"/>
                <a:ext cx="12350" cy="12375"/>
              </a:xfrm>
              <a:custGeom>
                <a:rect b="b" l="l" r="r" t="t"/>
                <a:pathLst>
                  <a:path extrusionOk="0" h="495"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111"/>
              <p:cNvSpPr/>
              <p:nvPr/>
            </p:nvSpPr>
            <p:spPr>
              <a:xfrm>
                <a:off x="1695825" y="879188"/>
                <a:ext cx="12350" cy="12350"/>
              </a:xfrm>
              <a:custGeom>
                <a:rect b="b" l="l" r="r" t="t"/>
                <a:pathLst>
                  <a:path extrusionOk="0" h="494"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111"/>
              <p:cNvSpPr/>
              <p:nvPr/>
            </p:nvSpPr>
            <p:spPr>
              <a:xfrm>
                <a:off x="158620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111"/>
              <p:cNvSpPr/>
              <p:nvPr/>
            </p:nvSpPr>
            <p:spPr>
              <a:xfrm>
                <a:off x="158620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111"/>
              <p:cNvSpPr/>
              <p:nvPr/>
            </p:nvSpPr>
            <p:spPr>
              <a:xfrm>
                <a:off x="1623275" y="69393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111"/>
              <p:cNvSpPr/>
              <p:nvPr/>
            </p:nvSpPr>
            <p:spPr>
              <a:xfrm>
                <a:off x="158620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111"/>
              <p:cNvSpPr/>
              <p:nvPr/>
            </p:nvSpPr>
            <p:spPr>
              <a:xfrm>
                <a:off x="158620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111"/>
              <p:cNvSpPr/>
              <p:nvPr/>
            </p:nvSpPr>
            <p:spPr>
              <a:xfrm>
                <a:off x="158620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111"/>
              <p:cNvSpPr/>
              <p:nvPr/>
            </p:nvSpPr>
            <p:spPr>
              <a:xfrm>
                <a:off x="1623275" y="73098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111"/>
              <p:cNvSpPr/>
              <p:nvPr/>
            </p:nvSpPr>
            <p:spPr>
              <a:xfrm>
                <a:off x="1623275" y="768063"/>
                <a:ext cx="12325" cy="12350"/>
              </a:xfrm>
              <a:custGeom>
                <a:rect b="b" l="l" r="r" t="t"/>
                <a:pathLst>
                  <a:path extrusionOk="0" h="494" w="493">
                    <a:moveTo>
                      <a:pt x="246" y="1"/>
                    </a:moveTo>
                    <a:cubicBezTo>
                      <a:pt x="111" y="1"/>
                      <a:pt x="0" y="111"/>
                      <a:pt x="0" y="248"/>
                    </a:cubicBezTo>
                    <a:cubicBezTo>
                      <a:pt x="0"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111"/>
              <p:cNvSpPr/>
              <p:nvPr/>
            </p:nvSpPr>
            <p:spPr>
              <a:xfrm>
                <a:off x="1623275" y="805088"/>
                <a:ext cx="12325" cy="12350"/>
              </a:xfrm>
              <a:custGeom>
                <a:rect b="b" l="l" r="r" t="t"/>
                <a:pathLst>
                  <a:path extrusionOk="0" h="494" w="493">
                    <a:moveTo>
                      <a:pt x="246" y="1"/>
                    </a:moveTo>
                    <a:cubicBezTo>
                      <a:pt x="111" y="1"/>
                      <a:pt x="0" y="111"/>
                      <a:pt x="0" y="246"/>
                    </a:cubicBezTo>
                    <a:cubicBezTo>
                      <a:pt x="0"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111"/>
              <p:cNvSpPr/>
              <p:nvPr/>
            </p:nvSpPr>
            <p:spPr>
              <a:xfrm>
                <a:off x="1623275" y="842138"/>
                <a:ext cx="12325" cy="12375"/>
              </a:xfrm>
              <a:custGeom>
                <a:rect b="b" l="l" r="r" t="t"/>
                <a:pathLst>
                  <a:path extrusionOk="0" h="495"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11"/>
              <p:cNvSpPr/>
              <p:nvPr/>
            </p:nvSpPr>
            <p:spPr>
              <a:xfrm>
                <a:off x="151365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111"/>
              <p:cNvSpPr/>
              <p:nvPr/>
            </p:nvSpPr>
            <p:spPr>
              <a:xfrm>
                <a:off x="151365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111"/>
              <p:cNvSpPr/>
              <p:nvPr/>
            </p:nvSpPr>
            <p:spPr>
              <a:xfrm>
                <a:off x="1550700" y="693938"/>
                <a:ext cx="12350" cy="12375"/>
              </a:xfrm>
              <a:custGeom>
                <a:rect b="b" l="l" r="r" t="t"/>
                <a:pathLst>
                  <a:path extrusionOk="0" h="495" w="494">
                    <a:moveTo>
                      <a:pt x="247" y="1"/>
                    </a:moveTo>
                    <a:cubicBezTo>
                      <a:pt x="111" y="1"/>
                      <a:pt x="0" y="111"/>
                      <a:pt x="0" y="248"/>
                    </a:cubicBezTo>
                    <a:cubicBezTo>
                      <a:pt x="0"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111"/>
              <p:cNvSpPr/>
              <p:nvPr/>
            </p:nvSpPr>
            <p:spPr>
              <a:xfrm>
                <a:off x="151365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111"/>
              <p:cNvSpPr/>
              <p:nvPr/>
            </p:nvSpPr>
            <p:spPr>
              <a:xfrm>
                <a:off x="151365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111"/>
              <p:cNvSpPr/>
              <p:nvPr/>
            </p:nvSpPr>
            <p:spPr>
              <a:xfrm>
                <a:off x="151365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111"/>
              <p:cNvSpPr/>
              <p:nvPr/>
            </p:nvSpPr>
            <p:spPr>
              <a:xfrm>
                <a:off x="1550700" y="656913"/>
                <a:ext cx="12350" cy="12325"/>
              </a:xfrm>
              <a:custGeom>
                <a:rect b="b" l="l" r="r" t="t"/>
                <a:pathLst>
                  <a:path extrusionOk="0" h="493" w="494">
                    <a:moveTo>
                      <a:pt x="247" y="0"/>
                    </a:moveTo>
                    <a:cubicBezTo>
                      <a:pt x="111" y="0"/>
                      <a:pt x="0" y="110"/>
                      <a:pt x="0" y="247"/>
                    </a:cubicBezTo>
                    <a:cubicBezTo>
                      <a:pt x="0" y="383"/>
                      <a:pt x="111" y="492"/>
                      <a:pt x="247" y="492"/>
                    </a:cubicBezTo>
                    <a:cubicBezTo>
                      <a:pt x="383" y="492"/>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111"/>
              <p:cNvSpPr/>
              <p:nvPr/>
            </p:nvSpPr>
            <p:spPr>
              <a:xfrm>
                <a:off x="1449650" y="715963"/>
                <a:ext cx="3775" cy="8400"/>
              </a:xfrm>
              <a:custGeom>
                <a:rect b="b" l="l" r="r" t="t"/>
                <a:pathLst>
                  <a:path extrusionOk="0" h="336" w="151">
                    <a:moveTo>
                      <a:pt x="126" y="0"/>
                    </a:moveTo>
                    <a:cubicBezTo>
                      <a:pt x="80" y="111"/>
                      <a:pt x="37" y="222"/>
                      <a:pt x="0" y="336"/>
                    </a:cubicBezTo>
                    <a:cubicBezTo>
                      <a:pt x="89" y="295"/>
                      <a:pt x="151" y="211"/>
                      <a:pt x="151" y="109"/>
                    </a:cubicBezTo>
                    <a:cubicBezTo>
                      <a:pt x="151" y="68"/>
                      <a:pt x="142" y="35"/>
                      <a:pt x="1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111"/>
              <p:cNvSpPr/>
              <p:nvPr/>
            </p:nvSpPr>
            <p:spPr>
              <a:xfrm>
                <a:off x="1478150" y="6939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111"/>
              <p:cNvSpPr/>
              <p:nvPr/>
            </p:nvSpPr>
            <p:spPr>
              <a:xfrm>
                <a:off x="1443800" y="749563"/>
                <a:ext cx="9625" cy="12350"/>
              </a:xfrm>
              <a:custGeom>
                <a:rect b="b" l="l" r="r" t="t"/>
                <a:pathLst>
                  <a:path extrusionOk="0" h="494" w="385">
                    <a:moveTo>
                      <a:pt x="140" y="1"/>
                    </a:moveTo>
                    <a:cubicBezTo>
                      <a:pt x="139" y="1"/>
                      <a:pt x="139" y="1"/>
                      <a:pt x="138" y="1"/>
                    </a:cubicBezTo>
                    <a:cubicBezTo>
                      <a:pt x="96" y="1"/>
                      <a:pt x="53" y="14"/>
                      <a:pt x="18" y="32"/>
                    </a:cubicBezTo>
                    <a:cubicBezTo>
                      <a:pt x="7" y="156"/>
                      <a:pt x="1" y="282"/>
                      <a:pt x="1" y="408"/>
                    </a:cubicBezTo>
                    <a:lnTo>
                      <a:pt x="1" y="450"/>
                    </a:lnTo>
                    <a:cubicBezTo>
                      <a:pt x="40" y="478"/>
                      <a:pt x="86" y="493"/>
                      <a:pt x="138" y="493"/>
                    </a:cubicBezTo>
                    <a:cubicBezTo>
                      <a:pt x="274" y="493"/>
                      <a:pt x="385" y="382"/>
                      <a:pt x="385" y="247"/>
                    </a:cubicBezTo>
                    <a:cubicBezTo>
                      <a:pt x="385" y="112"/>
                      <a:pt x="276" y="1"/>
                      <a:pt x="1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111"/>
              <p:cNvSpPr/>
              <p:nvPr/>
            </p:nvSpPr>
            <p:spPr>
              <a:xfrm>
                <a:off x="14410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111"/>
              <p:cNvSpPr/>
              <p:nvPr/>
            </p:nvSpPr>
            <p:spPr>
              <a:xfrm>
                <a:off x="14410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111"/>
              <p:cNvSpPr/>
              <p:nvPr/>
            </p:nvSpPr>
            <p:spPr>
              <a:xfrm>
                <a:off x="1478150" y="73098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111"/>
              <p:cNvSpPr/>
              <p:nvPr/>
            </p:nvSpPr>
            <p:spPr>
              <a:xfrm>
                <a:off x="1478150" y="76806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111"/>
              <p:cNvSpPr/>
              <p:nvPr/>
            </p:nvSpPr>
            <p:spPr>
              <a:xfrm>
                <a:off x="1478150" y="805088"/>
                <a:ext cx="12325" cy="12350"/>
              </a:xfrm>
              <a:custGeom>
                <a:rect b="b" l="l" r="r" t="t"/>
                <a:pathLst>
                  <a:path extrusionOk="0" h="494" w="493">
                    <a:moveTo>
                      <a:pt x="246" y="1"/>
                    </a:moveTo>
                    <a:cubicBezTo>
                      <a:pt x="111" y="1"/>
                      <a:pt x="1" y="111"/>
                      <a:pt x="1" y="246"/>
                    </a:cubicBezTo>
                    <a:cubicBezTo>
                      <a:pt x="1"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111"/>
              <p:cNvSpPr/>
              <p:nvPr/>
            </p:nvSpPr>
            <p:spPr>
              <a:xfrm>
                <a:off x="1478150"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111"/>
              <p:cNvSpPr/>
              <p:nvPr/>
            </p:nvSpPr>
            <p:spPr>
              <a:xfrm>
                <a:off x="1368500" y="786663"/>
                <a:ext cx="12400" cy="12275"/>
              </a:xfrm>
              <a:custGeom>
                <a:rect b="b" l="l" r="r" t="t"/>
                <a:pathLst>
                  <a:path extrusionOk="0" h="491" w="496">
                    <a:moveTo>
                      <a:pt x="265" y="1"/>
                    </a:moveTo>
                    <a:cubicBezTo>
                      <a:pt x="179" y="53"/>
                      <a:pt x="93" y="112"/>
                      <a:pt x="13" y="170"/>
                    </a:cubicBezTo>
                    <a:cubicBezTo>
                      <a:pt x="3" y="191"/>
                      <a:pt x="1" y="219"/>
                      <a:pt x="1" y="243"/>
                    </a:cubicBezTo>
                    <a:cubicBezTo>
                      <a:pt x="1" y="379"/>
                      <a:pt x="111" y="490"/>
                      <a:pt x="246" y="490"/>
                    </a:cubicBezTo>
                    <a:cubicBezTo>
                      <a:pt x="384" y="490"/>
                      <a:pt x="496" y="379"/>
                      <a:pt x="496" y="243"/>
                    </a:cubicBezTo>
                    <a:cubicBezTo>
                      <a:pt x="496" y="114"/>
                      <a:pt x="394" y="7"/>
                      <a:pt x="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111"/>
              <p:cNvSpPr/>
              <p:nvPr/>
            </p:nvSpPr>
            <p:spPr>
              <a:xfrm>
                <a:off x="136852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111"/>
              <p:cNvSpPr/>
              <p:nvPr/>
            </p:nvSpPr>
            <p:spPr>
              <a:xfrm>
                <a:off x="1368525" y="86068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111"/>
              <p:cNvSpPr/>
              <p:nvPr/>
            </p:nvSpPr>
            <p:spPr>
              <a:xfrm>
                <a:off x="1405525" y="771063"/>
                <a:ext cx="12400" cy="9350"/>
              </a:xfrm>
              <a:custGeom>
                <a:rect b="b" l="l" r="r" t="t"/>
                <a:pathLst>
                  <a:path extrusionOk="0" h="374" w="496">
                    <a:moveTo>
                      <a:pt x="457" y="1"/>
                    </a:moveTo>
                    <a:cubicBezTo>
                      <a:pt x="310" y="19"/>
                      <a:pt x="166" y="46"/>
                      <a:pt x="23" y="83"/>
                    </a:cubicBezTo>
                    <a:cubicBezTo>
                      <a:pt x="18" y="87"/>
                      <a:pt x="12" y="87"/>
                      <a:pt x="6" y="89"/>
                    </a:cubicBezTo>
                    <a:lnTo>
                      <a:pt x="3" y="89"/>
                    </a:lnTo>
                    <a:cubicBezTo>
                      <a:pt x="0" y="103"/>
                      <a:pt x="0" y="114"/>
                      <a:pt x="0" y="128"/>
                    </a:cubicBezTo>
                    <a:cubicBezTo>
                      <a:pt x="0" y="263"/>
                      <a:pt x="111" y="373"/>
                      <a:pt x="249" y="373"/>
                    </a:cubicBezTo>
                    <a:cubicBezTo>
                      <a:pt x="384" y="373"/>
                      <a:pt x="496" y="263"/>
                      <a:pt x="496" y="128"/>
                    </a:cubicBezTo>
                    <a:cubicBezTo>
                      <a:pt x="496" y="81"/>
                      <a:pt x="484" y="38"/>
                      <a:pt x="4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111"/>
              <p:cNvSpPr/>
              <p:nvPr/>
            </p:nvSpPr>
            <p:spPr>
              <a:xfrm>
                <a:off x="1405575" y="805088"/>
                <a:ext cx="12350" cy="12350"/>
              </a:xfrm>
              <a:custGeom>
                <a:rect b="b" l="l" r="r" t="t"/>
                <a:pathLst>
                  <a:path extrusionOk="0" h="494" w="494">
                    <a:moveTo>
                      <a:pt x="247" y="1"/>
                    </a:moveTo>
                    <a:cubicBezTo>
                      <a:pt x="111" y="1"/>
                      <a:pt x="1" y="111"/>
                      <a:pt x="1" y="246"/>
                    </a:cubicBezTo>
                    <a:cubicBezTo>
                      <a:pt x="1"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11"/>
              <p:cNvSpPr/>
              <p:nvPr/>
            </p:nvSpPr>
            <p:spPr>
              <a:xfrm>
                <a:off x="1405575" y="8421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111"/>
              <p:cNvSpPr/>
              <p:nvPr/>
            </p:nvSpPr>
            <p:spPr>
              <a:xfrm>
                <a:off x="1333025"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111"/>
              <p:cNvSpPr/>
              <p:nvPr/>
            </p:nvSpPr>
            <p:spPr>
              <a:xfrm>
                <a:off x="1333025" y="879188"/>
                <a:ext cx="12325" cy="12350"/>
              </a:xfrm>
              <a:custGeom>
                <a:rect b="b" l="l" r="r" t="t"/>
                <a:pathLst>
                  <a:path extrusionOk="0" h="494"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11"/>
              <p:cNvSpPr/>
              <p:nvPr/>
            </p:nvSpPr>
            <p:spPr>
              <a:xfrm>
                <a:off x="1767675" y="910013"/>
                <a:ext cx="11975" cy="12375"/>
              </a:xfrm>
              <a:custGeom>
                <a:rect b="b" l="l" r="r" t="t"/>
                <a:pathLst>
                  <a:path extrusionOk="0" h="495" w="479">
                    <a:moveTo>
                      <a:pt x="247" y="1"/>
                    </a:moveTo>
                    <a:cubicBezTo>
                      <a:pt x="112" y="1"/>
                      <a:pt x="1" y="112"/>
                      <a:pt x="1" y="248"/>
                    </a:cubicBezTo>
                    <a:cubicBezTo>
                      <a:pt x="1" y="387"/>
                      <a:pt x="112" y="494"/>
                      <a:pt x="247" y="494"/>
                    </a:cubicBezTo>
                    <a:cubicBezTo>
                      <a:pt x="294" y="494"/>
                      <a:pt x="339" y="482"/>
                      <a:pt x="376" y="460"/>
                    </a:cubicBezTo>
                    <a:lnTo>
                      <a:pt x="376" y="458"/>
                    </a:lnTo>
                    <a:lnTo>
                      <a:pt x="478" y="166"/>
                    </a:lnTo>
                    <a:lnTo>
                      <a:pt x="478" y="164"/>
                    </a:lnTo>
                    <a:cubicBezTo>
                      <a:pt x="443" y="68"/>
                      <a:pt x="351"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111"/>
              <p:cNvSpPr/>
              <p:nvPr/>
            </p:nvSpPr>
            <p:spPr>
              <a:xfrm>
                <a:off x="1695125" y="9100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111"/>
              <p:cNvSpPr/>
              <p:nvPr/>
            </p:nvSpPr>
            <p:spPr>
              <a:xfrm>
                <a:off x="1695125" y="94711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11"/>
              <p:cNvSpPr/>
              <p:nvPr/>
            </p:nvSpPr>
            <p:spPr>
              <a:xfrm>
                <a:off x="173217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111"/>
              <p:cNvSpPr/>
              <p:nvPr/>
            </p:nvSpPr>
            <p:spPr>
              <a:xfrm>
                <a:off x="1695400" y="984138"/>
                <a:ext cx="10325" cy="4425"/>
              </a:xfrm>
              <a:custGeom>
                <a:rect b="b" l="l" r="r" t="t"/>
                <a:pathLst>
                  <a:path extrusionOk="0" h="177" w="413">
                    <a:moveTo>
                      <a:pt x="237" y="1"/>
                    </a:moveTo>
                    <a:cubicBezTo>
                      <a:pt x="124" y="1"/>
                      <a:pt x="32" y="74"/>
                      <a:pt x="1" y="176"/>
                    </a:cubicBezTo>
                    <a:cubicBezTo>
                      <a:pt x="93" y="161"/>
                      <a:pt x="186" y="140"/>
                      <a:pt x="274" y="119"/>
                    </a:cubicBezTo>
                    <a:cubicBezTo>
                      <a:pt x="321" y="105"/>
                      <a:pt x="366" y="94"/>
                      <a:pt x="413" y="78"/>
                    </a:cubicBezTo>
                    <a:cubicBezTo>
                      <a:pt x="368" y="32"/>
                      <a:pt x="308" y="1"/>
                      <a:pt x="2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111"/>
              <p:cNvSpPr/>
              <p:nvPr/>
            </p:nvSpPr>
            <p:spPr>
              <a:xfrm>
                <a:off x="1732150" y="965613"/>
                <a:ext cx="10325" cy="8500"/>
              </a:xfrm>
              <a:custGeom>
                <a:rect b="b" l="l" r="r" t="t"/>
                <a:pathLst>
                  <a:path extrusionOk="0" h="340" w="413">
                    <a:moveTo>
                      <a:pt x="249" y="1"/>
                    </a:moveTo>
                    <a:cubicBezTo>
                      <a:pt x="111" y="1"/>
                      <a:pt x="1" y="112"/>
                      <a:pt x="1" y="248"/>
                    </a:cubicBezTo>
                    <a:cubicBezTo>
                      <a:pt x="1" y="282"/>
                      <a:pt x="6" y="313"/>
                      <a:pt x="18" y="339"/>
                    </a:cubicBezTo>
                    <a:cubicBezTo>
                      <a:pt x="156" y="257"/>
                      <a:pt x="289" y="164"/>
                      <a:pt x="412" y="66"/>
                    </a:cubicBezTo>
                    <a:cubicBezTo>
                      <a:pt x="368" y="26"/>
                      <a:pt x="310" y="1"/>
                      <a:pt x="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111"/>
              <p:cNvSpPr/>
              <p:nvPr/>
            </p:nvSpPr>
            <p:spPr>
              <a:xfrm>
                <a:off x="173217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111"/>
              <p:cNvSpPr/>
              <p:nvPr/>
            </p:nvSpPr>
            <p:spPr>
              <a:xfrm>
                <a:off x="1622550" y="91003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111"/>
              <p:cNvSpPr/>
              <p:nvPr/>
            </p:nvSpPr>
            <p:spPr>
              <a:xfrm>
                <a:off x="1622550" y="947113"/>
                <a:ext cx="12350" cy="12350"/>
              </a:xfrm>
              <a:custGeom>
                <a:rect b="b" l="l" r="r" t="t"/>
                <a:pathLst>
                  <a:path extrusionOk="0" h="494" w="494">
                    <a:moveTo>
                      <a:pt x="247" y="1"/>
                    </a:moveTo>
                    <a:cubicBezTo>
                      <a:pt x="111" y="1"/>
                      <a:pt x="1" y="111"/>
                      <a:pt x="1" y="248"/>
                    </a:cubicBezTo>
                    <a:cubicBezTo>
                      <a:pt x="1" y="383"/>
                      <a:pt x="111" y="493"/>
                      <a:pt x="247" y="493"/>
                    </a:cubicBezTo>
                    <a:cubicBezTo>
                      <a:pt x="383" y="493"/>
                      <a:pt x="494" y="383"/>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111"/>
              <p:cNvSpPr/>
              <p:nvPr/>
            </p:nvSpPr>
            <p:spPr>
              <a:xfrm>
                <a:off x="1659625"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11"/>
              <p:cNvSpPr/>
              <p:nvPr/>
            </p:nvSpPr>
            <p:spPr>
              <a:xfrm>
                <a:off x="1622550" y="984163"/>
                <a:ext cx="12350" cy="12350"/>
              </a:xfrm>
              <a:custGeom>
                <a:rect b="b" l="l" r="r" t="t"/>
                <a:pathLst>
                  <a:path extrusionOk="0" h="494" w="494">
                    <a:moveTo>
                      <a:pt x="247" y="1"/>
                    </a:moveTo>
                    <a:cubicBezTo>
                      <a:pt x="111" y="1"/>
                      <a:pt x="1" y="111"/>
                      <a:pt x="1" y="248"/>
                    </a:cubicBezTo>
                    <a:cubicBezTo>
                      <a:pt x="1" y="384"/>
                      <a:pt x="111" y="493"/>
                      <a:pt x="247" y="493"/>
                    </a:cubicBezTo>
                    <a:cubicBezTo>
                      <a:pt x="383" y="493"/>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111"/>
              <p:cNvSpPr/>
              <p:nvPr/>
            </p:nvSpPr>
            <p:spPr>
              <a:xfrm>
                <a:off x="1622550" y="10212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111"/>
              <p:cNvSpPr/>
              <p:nvPr/>
            </p:nvSpPr>
            <p:spPr>
              <a:xfrm>
                <a:off x="1622550" y="10582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111"/>
              <p:cNvSpPr/>
              <p:nvPr/>
            </p:nvSpPr>
            <p:spPr>
              <a:xfrm>
                <a:off x="1659625"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111"/>
              <p:cNvSpPr/>
              <p:nvPr/>
            </p:nvSpPr>
            <p:spPr>
              <a:xfrm>
                <a:off x="1659575" y="1002838"/>
                <a:ext cx="4975" cy="11825"/>
              </a:xfrm>
              <a:custGeom>
                <a:rect b="b" l="l" r="r" t="t"/>
                <a:pathLst>
                  <a:path extrusionOk="0" h="473" w="199">
                    <a:moveTo>
                      <a:pt x="199" y="0"/>
                    </a:moveTo>
                    <a:lnTo>
                      <a:pt x="199" y="0"/>
                    </a:lnTo>
                    <a:cubicBezTo>
                      <a:pt x="87" y="22"/>
                      <a:pt x="1" y="120"/>
                      <a:pt x="3" y="239"/>
                    </a:cubicBezTo>
                    <a:cubicBezTo>
                      <a:pt x="3" y="347"/>
                      <a:pt x="70" y="440"/>
                      <a:pt x="165" y="473"/>
                    </a:cubicBezTo>
                    <a:cubicBezTo>
                      <a:pt x="185" y="316"/>
                      <a:pt x="199" y="160"/>
                      <a:pt x="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111"/>
              <p:cNvSpPr/>
              <p:nvPr/>
            </p:nvSpPr>
            <p:spPr>
              <a:xfrm>
                <a:off x="1587050"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111"/>
              <p:cNvSpPr/>
              <p:nvPr/>
            </p:nvSpPr>
            <p:spPr>
              <a:xfrm>
                <a:off x="1550000" y="1021213"/>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11"/>
              <p:cNvSpPr/>
              <p:nvPr/>
            </p:nvSpPr>
            <p:spPr>
              <a:xfrm>
                <a:off x="1550000" y="10582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11"/>
              <p:cNvSpPr/>
              <p:nvPr/>
            </p:nvSpPr>
            <p:spPr>
              <a:xfrm>
                <a:off x="1550000" y="1095313"/>
                <a:ext cx="12325" cy="12325"/>
              </a:xfrm>
              <a:custGeom>
                <a:rect b="b" l="l" r="r" t="t"/>
                <a:pathLst>
                  <a:path extrusionOk="0" h="493" w="493">
                    <a:moveTo>
                      <a:pt x="246" y="1"/>
                    </a:moveTo>
                    <a:cubicBezTo>
                      <a:pt x="111" y="1"/>
                      <a:pt x="1" y="110"/>
                      <a:pt x="1" y="246"/>
                    </a:cubicBezTo>
                    <a:cubicBezTo>
                      <a:pt x="1" y="383"/>
                      <a:pt x="111"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11"/>
              <p:cNvSpPr/>
              <p:nvPr/>
            </p:nvSpPr>
            <p:spPr>
              <a:xfrm>
                <a:off x="1587050"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11"/>
              <p:cNvSpPr/>
              <p:nvPr/>
            </p:nvSpPr>
            <p:spPr>
              <a:xfrm>
                <a:off x="1587050" y="1002688"/>
                <a:ext cx="12350" cy="12350"/>
              </a:xfrm>
              <a:custGeom>
                <a:rect b="b" l="l" r="r" t="t"/>
                <a:pathLst>
                  <a:path extrusionOk="0" h="494" w="494">
                    <a:moveTo>
                      <a:pt x="247" y="1"/>
                    </a:moveTo>
                    <a:cubicBezTo>
                      <a:pt x="111" y="1"/>
                      <a:pt x="1" y="110"/>
                      <a:pt x="1" y="246"/>
                    </a:cubicBezTo>
                    <a:cubicBezTo>
                      <a:pt x="1" y="383"/>
                      <a:pt x="111" y="493"/>
                      <a:pt x="247" y="493"/>
                    </a:cubicBezTo>
                    <a:cubicBezTo>
                      <a:pt x="383" y="493"/>
                      <a:pt x="494" y="383"/>
                      <a:pt x="494" y="246"/>
                    </a:cubicBezTo>
                    <a:cubicBezTo>
                      <a:pt x="494" y="110"/>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111"/>
              <p:cNvSpPr/>
              <p:nvPr/>
            </p:nvSpPr>
            <p:spPr>
              <a:xfrm>
                <a:off x="1587050" y="103973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11"/>
              <p:cNvSpPr/>
              <p:nvPr/>
            </p:nvSpPr>
            <p:spPr>
              <a:xfrm>
                <a:off x="1587050" y="1076788"/>
                <a:ext cx="12350" cy="12350"/>
              </a:xfrm>
              <a:custGeom>
                <a:rect b="b" l="l" r="r" t="t"/>
                <a:pathLst>
                  <a:path extrusionOk="0" h="494" w="494">
                    <a:moveTo>
                      <a:pt x="247" y="1"/>
                    </a:moveTo>
                    <a:cubicBezTo>
                      <a:pt x="111" y="1"/>
                      <a:pt x="1" y="111"/>
                      <a:pt x="1" y="247"/>
                    </a:cubicBezTo>
                    <a:cubicBezTo>
                      <a:pt x="1" y="384"/>
                      <a:pt x="111" y="493"/>
                      <a:pt x="247" y="493"/>
                    </a:cubicBezTo>
                    <a:cubicBezTo>
                      <a:pt x="383" y="493"/>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111"/>
              <p:cNvSpPr/>
              <p:nvPr/>
            </p:nvSpPr>
            <p:spPr>
              <a:xfrm>
                <a:off x="1477425"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111"/>
              <p:cNvSpPr/>
              <p:nvPr/>
            </p:nvSpPr>
            <p:spPr>
              <a:xfrm>
                <a:off x="1477425" y="947113"/>
                <a:ext cx="12350" cy="12350"/>
              </a:xfrm>
              <a:custGeom>
                <a:rect b="b" l="l" r="r" t="t"/>
                <a:pathLst>
                  <a:path extrusionOk="0" h="494" w="494">
                    <a:moveTo>
                      <a:pt x="247" y="1"/>
                    </a:moveTo>
                    <a:cubicBezTo>
                      <a:pt x="111" y="1"/>
                      <a:pt x="1" y="111"/>
                      <a:pt x="1" y="248"/>
                    </a:cubicBezTo>
                    <a:cubicBezTo>
                      <a:pt x="1" y="383"/>
                      <a:pt x="111" y="493"/>
                      <a:pt x="247" y="493"/>
                    </a:cubicBezTo>
                    <a:cubicBezTo>
                      <a:pt x="384" y="493"/>
                      <a:pt x="494" y="383"/>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111"/>
              <p:cNvSpPr/>
              <p:nvPr/>
            </p:nvSpPr>
            <p:spPr>
              <a:xfrm>
                <a:off x="1514500"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111"/>
              <p:cNvSpPr/>
              <p:nvPr/>
            </p:nvSpPr>
            <p:spPr>
              <a:xfrm>
                <a:off x="1477425" y="984163"/>
                <a:ext cx="12350" cy="12350"/>
              </a:xfrm>
              <a:custGeom>
                <a:rect b="b" l="l" r="r" t="t"/>
                <a:pathLst>
                  <a:path extrusionOk="0" h="494" w="494">
                    <a:moveTo>
                      <a:pt x="247" y="1"/>
                    </a:moveTo>
                    <a:cubicBezTo>
                      <a:pt x="111" y="1"/>
                      <a:pt x="1" y="111"/>
                      <a:pt x="1" y="248"/>
                    </a:cubicBezTo>
                    <a:cubicBezTo>
                      <a:pt x="1" y="384"/>
                      <a:pt x="111" y="493"/>
                      <a:pt x="247" y="493"/>
                    </a:cubicBezTo>
                    <a:cubicBezTo>
                      <a:pt x="384" y="493"/>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111"/>
              <p:cNvSpPr/>
              <p:nvPr/>
            </p:nvSpPr>
            <p:spPr>
              <a:xfrm>
                <a:off x="1477425" y="1021213"/>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111"/>
              <p:cNvSpPr/>
              <p:nvPr/>
            </p:nvSpPr>
            <p:spPr>
              <a:xfrm>
                <a:off x="1477425" y="1058238"/>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11"/>
              <p:cNvSpPr/>
              <p:nvPr/>
            </p:nvSpPr>
            <p:spPr>
              <a:xfrm>
                <a:off x="1514500"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111"/>
              <p:cNvSpPr/>
              <p:nvPr/>
            </p:nvSpPr>
            <p:spPr>
              <a:xfrm>
                <a:off x="1514500" y="1002688"/>
                <a:ext cx="12325" cy="12350"/>
              </a:xfrm>
              <a:custGeom>
                <a:rect b="b" l="l" r="r" t="t"/>
                <a:pathLst>
                  <a:path extrusionOk="0" h="494" w="493">
                    <a:moveTo>
                      <a:pt x="246" y="1"/>
                    </a:moveTo>
                    <a:cubicBezTo>
                      <a:pt x="110" y="1"/>
                      <a:pt x="1" y="110"/>
                      <a:pt x="1" y="246"/>
                    </a:cubicBezTo>
                    <a:cubicBezTo>
                      <a:pt x="1" y="383"/>
                      <a:pt x="110"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111"/>
              <p:cNvSpPr/>
              <p:nvPr/>
            </p:nvSpPr>
            <p:spPr>
              <a:xfrm>
                <a:off x="1514500" y="1039738"/>
                <a:ext cx="12325" cy="12350"/>
              </a:xfrm>
              <a:custGeom>
                <a:rect b="b" l="l" r="r" t="t"/>
                <a:pathLst>
                  <a:path extrusionOk="0" h="494" w="493">
                    <a:moveTo>
                      <a:pt x="246" y="1"/>
                    </a:moveTo>
                    <a:cubicBezTo>
                      <a:pt x="110" y="1"/>
                      <a:pt x="1" y="111"/>
                      <a:pt x="1" y="247"/>
                    </a:cubicBezTo>
                    <a:cubicBezTo>
                      <a:pt x="1" y="383"/>
                      <a:pt x="110" y="493"/>
                      <a:pt x="246" y="493"/>
                    </a:cubicBezTo>
                    <a:cubicBezTo>
                      <a:pt x="382" y="493"/>
                      <a:pt x="493" y="383"/>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111"/>
              <p:cNvSpPr/>
              <p:nvPr/>
            </p:nvSpPr>
            <p:spPr>
              <a:xfrm>
                <a:off x="1514500" y="1076788"/>
                <a:ext cx="12325" cy="12350"/>
              </a:xfrm>
              <a:custGeom>
                <a:rect b="b" l="l" r="r" t="t"/>
                <a:pathLst>
                  <a:path extrusionOk="0" h="494" w="493">
                    <a:moveTo>
                      <a:pt x="246" y="1"/>
                    </a:moveTo>
                    <a:cubicBezTo>
                      <a:pt x="110" y="1"/>
                      <a:pt x="1" y="111"/>
                      <a:pt x="1" y="247"/>
                    </a:cubicBezTo>
                    <a:cubicBezTo>
                      <a:pt x="1" y="384"/>
                      <a:pt x="110" y="493"/>
                      <a:pt x="246" y="493"/>
                    </a:cubicBezTo>
                    <a:cubicBezTo>
                      <a:pt x="382" y="493"/>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111"/>
              <p:cNvSpPr/>
              <p:nvPr/>
            </p:nvSpPr>
            <p:spPr>
              <a:xfrm>
                <a:off x="1404875" y="910038"/>
                <a:ext cx="12325" cy="12375"/>
              </a:xfrm>
              <a:custGeom>
                <a:rect b="b" l="l" r="r" t="t"/>
                <a:pathLst>
                  <a:path extrusionOk="0" h="495" w="493">
                    <a:moveTo>
                      <a:pt x="246" y="1"/>
                    </a:moveTo>
                    <a:cubicBezTo>
                      <a:pt x="111" y="1"/>
                      <a:pt x="1" y="111"/>
                      <a:pt x="1" y="248"/>
                    </a:cubicBezTo>
                    <a:cubicBezTo>
                      <a:pt x="1" y="384"/>
                      <a:pt x="111" y="494"/>
                      <a:pt x="246" y="494"/>
                    </a:cubicBezTo>
                    <a:cubicBezTo>
                      <a:pt x="383" y="494"/>
                      <a:pt x="493" y="384"/>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11"/>
              <p:cNvSpPr/>
              <p:nvPr/>
            </p:nvSpPr>
            <p:spPr>
              <a:xfrm>
                <a:off x="1404875" y="947113"/>
                <a:ext cx="12325" cy="12350"/>
              </a:xfrm>
              <a:custGeom>
                <a:rect b="b" l="l" r="r" t="t"/>
                <a:pathLst>
                  <a:path extrusionOk="0" h="494" w="493">
                    <a:moveTo>
                      <a:pt x="246" y="1"/>
                    </a:moveTo>
                    <a:cubicBezTo>
                      <a:pt x="111" y="1"/>
                      <a:pt x="1" y="111"/>
                      <a:pt x="1" y="248"/>
                    </a:cubicBezTo>
                    <a:cubicBezTo>
                      <a:pt x="1" y="383"/>
                      <a:pt x="111" y="493"/>
                      <a:pt x="246" y="493"/>
                    </a:cubicBezTo>
                    <a:cubicBezTo>
                      <a:pt x="383" y="493"/>
                      <a:pt x="493" y="383"/>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11"/>
              <p:cNvSpPr/>
              <p:nvPr/>
            </p:nvSpPr>
            <p:spPr>
              <a:xfrm>
                <a:off x="14419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111"/>
              <p:cNvSpPr/>
              <p:nvPr/>
            </p:nvSpPr>
            <p:spPr>
              <a:xfrm>
                <a:off x="1405825" y="984163"/>
                <a:ext cx="11250" cy="5100"/>
              </a:xfrm>
              <a:custGeom>
                <a:rect b="b" l="l" r="r" t="t"/>
                <a:pathLst>
                  <a:path extrusionOk="0" h="204" w="450">
                    <a:moveTo>
                      <a:pt x="209" y="1"/>
                    </a:moveTo>
                    <a:cubicBezTo>
                      <a:pt x="209" y="1"/>
                      <a:pt x="208" y="1"/>
                      <a:pt x="207" y="1"/>
                    </a:cubicBezTo>
                    <a:cubicBezTo>
                      <a:pt x="122" y="1"/>
                      <a:pt x="44" y="47"/>
                      <a:pt x="1" y="114"/>
                    </a:cubicBezTo>
                    <a:cubicBezTo>
                      <a:pt x="5" y="114"/>
                      <a:pt x="11" y="118"/>
                      <a:pt x="14" y="118"/>
                    </a:cubicBezTo>
                    <a:lnTo>
                      <a:pt x="16" y="118"/>
                    </a:lnTo>
                    <a:cubicBezTo>
                      <a:pt x="159" y="155"/>
                      <a:pt x="303" y="181"/>
                      <a:pt x="450" y="203"/>
                    </a:cubicBezTo>
                    <a:cubicBezTo>
                      <a:pt x="432" y="89"/>
                      <a:pt x="331" y="1"/>
                      <a:pt x="2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111"/>
              <p:cNvSpPr/>
              <p:nvPr/>
            </p:nvSpPr>
            <p:spPr>
              <a:xfrm>
                <a:off x="1441925"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111"/>
              <p:cNvSpPr/>
              <p:nvPr/>
            </p:nvSpPr>
            <p:spPr>
              <a:xfrm>
                <a:off x="1443975" y="1002638"/>
                <a:ext cx="10275" cy="12425"/>
              </a:xfrm>
              <a:custGeom>
                <a:rect b="b" l="l" r="r" t="t"/>
                <a:pathLst>
                  <a:path extrusionOk="0" h="497" w="411">
                    <a:moveTo>
                      <a:pt x="162" y="1"/>
                    </a:moveTo>
                    <a:cubicBezTo>
                      <a:pt x="101" y="1"/>
                      <a:pt x="42" y="26"/>
                      <a:pt x="0" y="66"/>
                    </a:cubicBezTo>
                    <a:cubicBezTo>
                      <a:pt x="0" y="199"/>
                      <a:pt x="11" y="328"/>
                      <a:pt x="27" y="457"/>
                    </a:cubicBezTo>
                    <a:cubicBezTo>
                      <a:pt x="67" y="481"/>
                      <a:pt x="114" y="496"/>
                      <a:pt x="162" y="496"/>
                    </a:cubicBezTo>
                    <a:cubicBezTo>
                      <a:pt x="300" y="496"/>
                      <a:pt x="411" y="386"/>
                      <a:pt x="411" y="247"/>
                    </a:cubicBezTo>
                    <a:cubicBezTo>
                      <a:pt x="411" y="112"/>
                      <a:pt x="301" y="3"/>
                      <a:pt x="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111"/>
              <p:cNvSpPr/>
              <p:nvPr/>
            </p:nvSpPr>
            <p:spPr>
              <a:xfrm>
                <a:off x="1332300"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11"/>
              <p:cNvSpPr/>
              <p:nvPr/>
            </p:nvSpPr>
            <p:spPr>
              <a:xfrm>
                <a:off x="13693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111"/>
              <p:cNvSpPr/>
              <p:nvPr/>
            </p:nvSpPr>
            <p:spPr>
              <a:xfrm>
                <a:off x="1369650" y="965638"/>
                <a:ext cx="12025" cy="10725"/>
              </a:xfrm>
              <a:custGeom>
                <a:rect b="b" l="l" r="r" t="t"/>
                <a:pathLst>
                  <a:path extrusionOk="0" h="429" w="481">
                    <a:moveTo>
                      <a:pt x="236" y="1"/>
                    </a:moveTo>
                    <a:cubicBezTo>
                      <a:pt x="235" y="1"/>
                      <a:pt x="235" y="1"/>
                      <a:pt x="234" y="1"/>
                    </a:cubicBezTo>
                    <a:cubicBezTo>
                      <a:pt x="124" y="1"/>
                      <a:pt x="32" y="75"/>
                      <a:pt x="1" y="173"/>
                    </a:cubicBezTo>
                    <a:cubicBezTo>
                      <a:pt x="130" y="266"/>
                      <a:pt x="263" y="351"/>
                      <a:pt x="400" y="428"/>
                    </a:cubicBezTo>
                    <a:cubicBezTo>
                      <a:pt x="450" y="385"/>
                      <a:pt x="481" y="320"/>
                      <a:pt x="481" y="247"/>
                    </a:cubicBezTo>
                    <a:cubicBezTo>
                      <a:pt x="481" y="112"/>
                      <a:pt x="370" y="1"/>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11"/>
              <p:cNvSpPr/>
              <p:nvPr/>
            </p:nvSpPr>
            <p:spPr>
              <a:xfrm>
                <a:off x="136932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111"/>
              <p:cNvSpPr/>
              <p:nvPr/>
            </p:nvSpPr>
            <p:spPr>
              <a:xfrm>
                <a:off x="1404400" y="730388"/>
                <a:ext cx="299650" cy="299550"/>
              </a:xfrm>
              <a:custGeom>
                <a:rect b="b" l="l" r="r" t="t"/>
                <a:pathLst>
                  <a:path extrusionOk="0" h="11982" w="11986">
                    <a:moveTo>
                      <a:pt x="5994" y="0"/>
                    </a:moveTo>
                    <a:cubicBezTo>
                      <a:pt x="5346" y="0"/>
                      <a:pt x="4818" y="526"/>
                      <a:pt x="4818" y="1174"/>
                    </a:cubicBezTo>
                    <a:lnTo>
                      <a:pt x="4818" y="4816"/>
                    </a:lnTo>
                    <a:lnTo>
                      <a:pt x="1176" y="4816"/>
                    </a:lnTo>
                    <a:cubicBezTo>
                      <a:pt x="526" y="4816"/>
                      <a:pt x="0" y="5343"/>
                      <a:pt x="0" y="5991"/>
                    </a:cubicBezTo>
                    <a:cubicBezTo>
                      <a:pt x="0" y="6638"/>
                      <a:pt x="527" y="7164"/>
                      <a:pt x="1176" y="7164"/>
                    </a:cubicBezTo>
                    <a:lnTo>
                      <a:pt x="4818" y="7164"/>
                    </a:lnTo>
                    <a:lnTo>
                      <a:pt x="4818" y="10807"/>
                    </a:lnTo>
                    <a:cubicBezTo>
                      <a:pt x="4818" y="11455"/>
                      <a:pt x="5346" y="11982"/>
                      <a:pt x="5994" y="11982"/>
                    </a:cubicBezTo>
                    <a:cubicBezTo>
                      <a:pt x="6641" y="11982"/>
                      <a:pt x="7167" y="11453"/>
                      <a:pt x="7167" y="10807"/>
                    </a:cubicBezTo>
                    <a:lnTo>
                      <a:pt x="7167" y="7164"/>
                    </a:lnTo>
                    <a:lnTo>
                      <a:pt x="10810" y="7164"/>
                    </a:lnTo>
                    <a:cubicBezTo>
                      <a:pt x="11459" y="7164"/>
                      <a:pt x="11986" y="6638"/>
                      <a:pt x="11986" y="5991"/>
                    </a:cubicBezTo>
                    <a:cubicBezTo>
                      <a:pt x="11986" y="5343"/>
                      <a:pt x="11458" y="4816"/>
                      <a:pt x="10810" y="4816"/>
                    </a:cubicBezTo>
                    <a:lnTo>
                      <a:pt x="7167" y="4816"/>
                    </a:lnTo>
                    <a:lnTo>
                      <a:pt x="7167" y="1174"/>
                    </a:lnTo>
                    <a:cubicBezTo>
                      <a:pt x="7167" y="526"/>
                      <a:pt x="6641"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111"/>
            <p:cNvGrpSpPr/>
            <p:nvPr/>
          </p:nvGrpSpPr>
          <p:grpSpPr>
            <a:xfrm rot="-627215">
              <a:off x="7645430" y="3655323"/>
              <a:ext cx="1289802" cy="1247437"/>
              <a:chOff x="-4685648" y="4235468"/>
              <a:chExt cx="778251" cy="752644"/>
            </a:xfrm>
          </p:grpSpPr>
          <p:sp>
            <p:nvSpPr>
              <p:cNvPr id="8923" name="Google Shape;8923;p111"/>
              <p:cNvSpPr/>
              <p:nvPr/>
            </p:nvSpPr>
            <p:spPr>
              <a:xfrm>
                <a:off x="-4685648" y="4235519"/>
                <a:ext cx="772057" cy="752339"/>
              </a:xfrm>
              <a:custGeom>
                <a:rect b="b" l="l" r="r" t="t"/>
                <a:pathLst>
                  <a:path extrusionOk="0" h="7402" w="7596">
                    <a:moveTo>
                      <a:pt x="772" y="5598"/>
                    </a:moveTo>
                    <a:lnTo>
                      <a:pt x="772" y="5627"/>
                    </a:lnTo>
                    <a:lnTo>
                      <a:pt x="772" y="6804"/>
                    </a:lnTo>
                    <a:lnTo>
                      <a:pt x="772" y="6895"/>
                    </a:lnTo>
                    <a:cubicBezTo>
                      <a:pt x="414" y="6895"/>
                      <a:pt x="124" y="6604"/>
                      <a:pt x="124" y="6247"/>
                    </a:cubicBezTo>
                    <a:cubicBezTo>
                      <a:pt x="124" y="5890"/>
                      <a:pt x="414" y="5598"/>
                      <a:pt x="772" y="5598"/>
                    </a:cubicBezTo>
                    <a:close/>
                    <a:moveTo>
                      <a:pt x="1954" y="1"/>
                    </a:moveTo>
                    <a:cubicBezTo>
                      <a:pt x="1806" y="1"/>
                      <a:pt x="1682" y="98"/>
                      <a:pt x="1640" y="231"/>
                    </a:cubicBezTo>
                    <a:lnTo>
                      <a:pt x="1135" y="231"/>
                    </a:lnTo>
                    <a:cubicBezTo>
                      <a:pt x="934" y="231"/>
                      <a:pt x="772" y="393"/>
                      <a:pt x="772" y="594"/>
                    </a:cubicBezTo>
                    <a:lnTo>
                      <a:pt x="772" y="759"/>
                    </a:lnTo>
                    <a:lnTo>
                      <a:pt x="772" y="934"/>
                    </a:lnTo>
                    <a:lnTo>
                      <a:pt x="772" y="1274"/>
                    </a:lnTo>
                    <a:lnTo>
                      <a:pt x="772" y="2450"/>
                    </a:lnTo>
                    <a:lnTo>
                      <a:pt x="772" y="3698"/>
                    </a:lnTo>
                    <a:lnTo>
                      <a:pt x="772" y="4379"/>
                    </a:lnTo>
                    <a:lnTo>
                      <a:pt x="772" y="5478"/>
                    </a:lnTo>
                    <a:cubicBezTo>
                      <a:pt x="346" y="5478"/>
                      <a:pt x="0" y="5823"/>
                      <a:pt x="0" y="6248"/>
                    </a:cubicBezTo>
                    <a:cubicBezTo>
                      <a:pt x="0" y="6672"/>
                      <a:pt x="346" y="7017"/>
                      <a:pt x="772" y="7017"/>
                    </a:cubicBezTo>
                    <a:lnTo>
                      <a:pt x="772" y="7087"/>
                    </a:lnTo>
                    <a:cubicBezTo>
                      <a:pt x="772" y="7262"/>
                      <a:pt x="912" y="7401"/>
                      <a:pt x="1085" y="7401"/>
                    </a:cubicBezTo>
                    <a:lnTo>
                      <a:pt x="5435" y="7401"/>
                    </a:lnTo>
                    <a:cubicBezTo>
                      <a:pt x="5608" y="7401"/>
                      <a:pt x="5748" y="7260"/>
                      <a:pt x="5748" y="7087"/>
                    </a:cubicBezTo>
                    <a:lnTo>
                      <a:pt x="5748" y="5639"/>
                    </a:lnTo>
                    <a:lnTo>
                      <a:pt x="5748" y="5420"/>
                    </a:lnTo>
                    <a:cubicBezTo>
                      <a:pt x="5881" y="5378"/>
                      <a:pt x="5978" y="5253"/>
                      <a:pt x="5978" y="5106"/>
                    </a:cubicBezTo>
                    <a:lnTo>
                      <a:pt x="5978" y="4941"/>
                    </a:lnTo>
                    <a:cubicBezTo>
                      <a:pt x="5978" y="4793"/>
                      <a:pt x="5881" y="4669"/>
                      <a:pt x="5748" y="4627"/>
                    </a:cubicBezTo>
                    <a:lnTo>
                      <a:pt x="5748" y="4346"/>
                    </a:lnTo>
                    <a:cubicBezTo>
                      <a:pt x="5881" y="4305"/>
                      <a:pt x="5978" y="4179"/>
                      <a:pt x="5978" y="4033"/>
                    </a:cubicBezTo>
                    <a:lnTo>
                      <a:pt x="5978" y="3868"/>
                    </a:lnTo>
                    <a:cubicBezTo>
                      <a:pt x="5978" y="3720"/>
                      <a:pt x="5881" y="3596"/>
                      <a:pt x="5748" y="3554"/>
                    </a:cubicBezTo>
                    <a:lnTo>
                      <a:pt x="5748" y="3332"/>
                    </a:lnTo>
                    <a:lnTo>
                      <a:pt x="5748" y="3063"/>
                    </a:lnTo>
                    <a:lnTo>
                      <a:pt x="6329" y="2698"/>
                    </a:lnTo>
                    <a:cubicBezTo>
                      <a:pt x="6345" y="2728"/>
                      <a:pt x="6376" y="2744"/>
                      <a:pt x="6407" y="2744"/>
                    </a:cubicBezTo>
                    <a:cubicBezTo>
                      <a:pt x="6412" y="2744"/>
                      <a:pt x="6417" y="2744"/>
                      <a:pt x="6422" y="2743"/>
                    </a:cubicBezTo>
                    <a:cubicBezTo>
                      <a:pt x="6577" y="2717"/>
                      <a:pt x="7031" y="2623"/>
                      <a:pt x="7419" y="2335"/>
                    </a:cubicBezTo>
                    <a:cubicBezTo>
                      <a:pt x="7497" y="2277"/>
                      <a:pt x="7550" y="2198"/>
                      <a:pt x="7576" y="2112"/>
                    </a:cubicBezTo>
                    <a:lnTo>
                      <a:pt x="7576" y="2113"/>
                    </a:lnTo>
                    <a:cubicBezTo>
                      <a:pt x="7584" y="2089"/>
                      <a:pt x="7589" y="2067"/>
                      <a:pt x="7591" y="2042"/>
                    </a:cubicBezTo>
                    <a:lnTo>
                      <a:pt x="7591" y="2041"/>
                    </a:lnTo>
                    <a:lnTo>
                      <a:pt x="7596" y="2002"/>
                    </a:lnTo>
                    <a:lnTo>
                      <a:pt x="7596" y="1996"/>
                    </a:lnTo>
                    <a:lnTo>
                      <a:pt x="7596" y="1957"/>
                    </a:lnTo>
                    <a:lnTo>
                      <a:pt x="7596" y="1954"/>
                    </a:lnTo>
                    <a:lnTo>
                      <a:pt x="7591" y="1916"/>
                    </a:lnTo>
                    <a:lnTo>
                      <a:pt x="7591" y="1912"/>
                    </a:lnTo>
                    <a:lnTo>
                      <a:pt x="7584" y="1873"/>
                    </a:lnTo>
                    <a:cubicBezTo>
                      <a:pt x="7584" y="1872"/>
                      <a:pt x="7583" y="1871"/>
                      <a:pt x="7583" y="1868"/>
                    </a:cubicBezTo>
                    <a:cubicBezTo>
                      <a:pt x="7575" y="1841"/>
                      <a:pt x="7566" y="1815"/>
                      <a:pt x="7553" y="1790"/>
                    </a:cubicBezTo>
                    <a:cubicBezTo>
                      <a:pt x="7553" y="1789"/>
                      <a:pt x="7552" y="1788"/>
                      <a:pt x="7552" y="1788"/>
                    </a:cubicBezTo>
                    <a:cubicBezTo>
                      <a:pt x="7545" y="1775"/>
                      <a:pt x="7539" y="1763"/>
                      <a:pt x="7532" y="1752"/>
                    </a:cubicBezTo>
                    <a:cubicBezTo>
                      <a:pt x="7529" y="1751"/>
                      <a:pt x="7529" y="1749"/>
                      <a:pt x="7528" y="1748"/>
                    </a:cubicBezTo>
                    <a:cubicBezTo>
                      <a:pt x="7521" y="1737"/>
                      <a:pt x="7513" y="1723"/>
                      <a:pt x="7504" y="1713"/>
                    </a:cubicBezTo>
                    <a:cubicBezTo>
                      <a:pt x="7419" y="1605"/>
                      <a:pt x="7289" y="1547"/>
                      <a:pt x="7158" y="1547"/>
                    </a:cubicBezTo>
                    <a:cubicBezTo>
                      <a:pt x="7117" y="1547"/>
                      <a:pt x="7075" y="1553"/>
                      <a:pt x="7034" y="1565"/>
                    </a:cubicBezTo>
                    <a:cubicBezTo>
                      <a:pt x="6991" y="1578"/>
                      <a:pt x="6948" y="1597"/>
                      <a:pt x="6908" y="1624"/>
                    </a:cubicBezTo>
                    <a:cubicBezTo>
                      <a:pt x="6907" y="1625"/>
                      <a:pt x="6904" y="1627"/>
                      <a:pt x="6903" y="1628"/>
                    </a:cubicBezTo>
                    <a:cubicBezTo>
                      <a:pt x="6895" y="1633"/>
                      <a:pt x="6889" y="1638"/>
                      <a:pt x="6882" y="1645"/>
                    </a:cubicBezTo>
                    <a:cubicBezTo>
                      <a:pt x="6878" y="1648"/>
                      <a:pt x="6876" y="1650"/>
                      <a:pt x="6873" y="1653"/>
                    </a:cubicBezTo>
                    <a:cubicBezTo>
                      <a:pt x="6867" y="1658"/>
                      <a:pt x="6862" y="1663"/>
                      <a:pt x="6857" y="1668"/>
                    </a:cubicBezTo>
                    <a:lnTo>
                      <a:pt x="6848" y="1676"/>
                    </a:lnTo>
                    <a:cubicBezTo>
                      <a:pt x="6841" y="1684"/>
                      <a:pt x="6833" y="1691"/>
                      <a:pt x="6827" y="1699"/>
                    </a:cubicBezTo>
                    <a:cubicBezTo>
                      <a:pt x="6826" y="1700"/>
                      <a:pt x="6825" y="1702"/>
                      <a:pt x="6823" y="1705"/>
                    </a:cubicBezTo>
                    <a:cubicBezTo>
                      <a:pt x="6817" y="1711"/>
                      <a:pt x="6811" y="1718"/>
                      <a:pt x="6806" y="1725"/>
                    </a:cubicBezTo>
                    <a:cubicBezTo>
                      <a:pt x="6805" y="1727"/>
                      <a:pt x="6802" y="1730"/>
                      <a:pt x="6801" y="1732"/>
                    </a:cubicBezTo>
                    <a:lnTo>
                      <a:pt x="6785" y="1756"/>
                    </a:lnTo>
                    <a:cubicBezTo>
                      <a:pt x="6784" y="1757"/>
                      <a:pt x="6783" y="1758"/>
                      <a:pt x="6783" y="1761"/>
                    </a:cubicBezTo>
                    <a:cubicBezTo>
                      <a:pt x="6778" y="1770"/>
                      <a:pt x="6773" y="1780"/>
                      <a:pt x="6768" y="1789"/>
                    </a:cubicBezTo>
                    <a:lnTo>
                      <a:pt x="6764" y="1797"/>
                    </a:lnTo>
                    <a:cubicBezTo>
                      <a:pt x="6760" y="1804"/>
                      <a:pt x="6758" y="1811"/>
                      <a:pt x="6754" y="1819"/>
                    </a:cubicBezTo>
                    <a:cubicBezTo>
                      <a:pt x="6753" y="1823"/>
                      <a:pt x="6752" y="1825"/>
                      <a:pt x="6750" y="1829"/>
                    </a:cubicBezTo>
                    <a:lnTo>
                      <a:pt x="6743" y="1852"/>
                    </a:lnTo>
                    <a:lnTo>
                      <a:pt x="6739" y="1868"/>
                    </a:lnTo>
                    <a:cubicBezTo>
                      <a:pt x="6738" y="1875"/>
                      <a:pt x="6735" y="1880"/>
                      <a:pt x="6734" y="1886"/>
                    </a:cubicBezTo>
                    <a:cubicBezTo>
                      <a:pt x="6733" y="1891"/>
                      <a:pt x="6732" y="1898"/>
                      <a:pt x="6730" y="1903"/>
                    </a:cubicBezTo>
                    <a:cubicBezTo>
                      <a:pt x="6729" y="1907"/>
                      <a:pt x="6729" y="1911"/>
                      <a:pt x="6729" y="1914"/>
                    </a:cubicBezTo>
                    <a:cubicBezTo>
                      <a:pt x="6717" y="1989"/>
                      <a:pt x="6723" y="2068"/>
                      <a:pt x="6752" y="2141"/>
                    </a:cubicBezTo>
                    <a:cubicBezTo>
                      <a:pt x="6778" y="2208"/>
                      <a:pt x="6754" y="2285"/>
                      <a:pt x="6697" y="2329"/>
                    </a:cubicBezTo>
                    <a:lnTo>
                      <a:pt x="6361" y="2578"/>
                    </a:lnTo>
                    <a:cubicBezTo>
                      <a:pt x="6329" y="2602"/>
                      <a:pt x="6312" y="2645"/>
                      <a:pt x="6325" y="2682"/>
                    </a:cubicBezTo>
                    <a:cubicBezTo>
                      <a:pt x="6228" y="2718"/>
                      <a:pt x="6035" y="2806"/>
                      <a:pt x="5752" y="3007"/>
                    </a:cubicBezTo>
                    <a:lnTo>
                      <a:pt x="5752" y="2285"/>
                    </a:lnTo>
                    <a:cubicBezTo>
                      <a:pt x="6018" y="2123"/>
                      <a:pt x="6141" y="1955"/>
                      <a:pt x="6193" y="1867"/>
                    </a:cubicBezTo>
                    <a:cubicBezTo>
                      <a:pt x="6206" y="1872"/>
                      <a:pt x="6219" y="1875"/>
                      <a:pt x="6232" y="1875"/>
                    </a:cubicBezTo>
                    <a:cubicBezTo>
                      <a:pt x="6256" y="1875"/>
                      <a:pt x="6279" y="1866"/>
                      <a:pt x="6296" y="1849"/>
                    </a:cubicBezTo>
                    <a:cubicBezTo>
                      <a:pt x="6408" y="1738"/>
                      <a:pt x="6721" y="1396"/>
                      <a:pt x="6869" y="937"/>
                    </a:cubicBezTo>
                    <a:cubicBezTo>
                      <a:pt x="6899" y="844"/>
                      <a:pt x="6897" y="748"/>
                      <a:pt x="6867" y="663"/>
                    </a:cubicBezTo>
                    <a:lnTo>
                      <a:pt x="6867" y="663"/>
                    </a:lnTo>
                    <a:lnTo>
                      <a:pt x="6868" y="664"/>
                    </a:lnTo>
                    <a:cubicBezTo>
                      <a:pt x="6861" y="642"/>
                      <a:pt x="6851" y="619"/>
                      <a:pt x="6840" y="597"/>
                    </a:cubicBezTo>
                    <a:cubicBezTo>
                      <a:pt x="6840" y="597"/>
                      <a:pt x="6840" y="596"/>
                      <a:pt x="6838" y="596"/>
                    </a:cubicBezTo>
                    <a:cubicBezTo>
                      <a:pt x="6832" y="585"/>
                      <a:pt x="6826" y="572"/>
                      <a:pt x="6817" y="562"/>
                    </a:cubicBezTo>
                    <a:cubicBezTo>
                      <a:pt x="6816" y="561"/>
                      <a:pt x="6815" y="559"/>
                      <a:pt x="6814" y="557"/>
                    </a:cubicBezTo>
                    <a:cubicBezTo>
                      <a:pt x="6806" y="547"/>
                      <a:pt x="6799" y="535"/>
                      <a:pt x="6791" y="526"/>
                    </a:cubicBezTo>
                    <a:lnTo>
                      <a:pt x="6790" y="525"/>
                    </a:lnTo>
                    <a:cubicBezTo>
                      <a:pt x="6781" y="515"/>
                      <a:pt x="6773" y="505"/>
                      <a:pt x="6764" y="497"/>
                    </a:cubicBezTo>
                    <a:lnTo>
                      <a:pt x="6761" y="494"/>
                    </a:lnTo>
                    <a:cubicBezTo>
                      <a:pt x="6752" y="485"/>
                      <a:pt x="6742" y="476"/>
                      <a:pt x="6732" y="467"/>
                    </a:cubicBezTo>
                    <a:cubicBezTo>
                      <a:pt x="6730" y="466"/>
                      <a:pt x="6729" y="464"/>
                      <a:pt x="6728" y="464"/>
                    </a:cubicBezTo>
                    <a:cubicBezTo>
                      <a:pt x="6706" y="448"/>
                      <a:pt x="6683" y="431"/>
                      <a:pt x="6657" y="418"/>
                    </a:cubicBezTo>
                    <a:cubicBezTo>
                      <a:pt x="6656" y="418"/>
                      <a:pt x="6656" y="417"/>
                      <a:pt x="6655" y="417"/>
                    </a:cubicBezTo>
                    <a:cubicBezTo>
                      <a:pt x="6642" y="410"/>
                      <a:pt x="6631" y="404"/>
                      <a:pt x="6618" y="399"/>
                    </a:cubicBezTo>
                    <a:cubicBezTo>
                      <a:pt x="6616" y="399"/>
                      <a:pt x="6615" y="397"/>
                      <a:pt x="6614" y="397"/>
                    </a:cubicBezTo>
                    <a:cubicBezTo>
                      <a:pt x="6601" y="392"/>
                      <a:pt x="6587" y="387"/>
                      <a:pt x="6573" y="384"/>
                    </a:cubicBezTo>
                    <a:cubicBezTo>
                      <a:pt x="6533" y="372"/>
                      <a:pt x="6493" y="366"/>
                      <a:pt x="6454" y="366"/>
                    </a:cubicBezTo>
                    <a:cubicBezTo>
                      <a:pt x="6318" y="366"/>
                      <a:pt x="6187" y="431"/>
                      <a:pt x="6103" y="538"/>
                    </a:cubicBezTo>
                    <a:cubicBezTo>
                      <a:pt x="6074" y="573"/>
                      <a:pt x="6052" y="614"/>
                      <a:pt x="6036" y="659"/>
                    </a:cubicBezTo>
                    <a:cubicBezTo>
                      <a:pt x="6035" y="662"/>
                      <a:pt x="6035" y="663"/>
                      <a:pt x="6035" y="665"/>
                    </a:cubicBezTo>
                    <a:cubicBezTo>
                      <a:pt x="6032" y="675"/>
                      <a:pt x="6030" y="682"/>
                      <a:pt x="6027" y="691"/>
                    </a:cubicBezTo>
                    <a:cubicBezTo>
                      <a:pt x="6026" y="695"/>
                      <a:pt x="6025" y="699"/>
                      <a:pt x="6025" y="702"/>
                    </a:cubicBezTo>
                    <a:cubicBezTo>
                      <a:pt x="6023" y="711"/>
                      <a:pt x="6021" y="719"/>
                      <a:pt x="6020" y="726"/>
                    </a:cubicBezTo>
                    <a:cubicBezTo>
                      <a:pt x="6020" y="730"/>
                      <a:pt x="6018" y="732"/>
                      <a:pt x="6018" y="737"/>
                    </a:cubicBezTo>
                    <a:cubicBezTo>
                      <a:pt x="6017" y="747"/>
                      <a:pt x="6016" y="758"/>
                      <a:pt x="6014" y="769"/>
                    </a:cubicBezTo>
                    <a:lnTo>
                      <a:pt x="6014" y="775"/>
                    </a:lnTo>
                    <a:cubicBezTo>
                      <a:pt x="6014" y="784"/>
                      <a:pt x="6012" y="793"/>
                      <a:pt x="6012" y="803"/>
                    </a:cubicBezTo>
                    <a:lnTo>
                      <a:pt x="6012" y="811"/>
                    </a:lnTo>
                    <a:cubicBezTo>
                      <a:pt x="6012" y="820"/>
                      <a:pt x="6012" y="829"/>
                      <a:pt x="6014" y="839"/>
                    </a:cubicBezTo>
                    <a:lnTo>
                      <a:pt x="6014" y="844"/>
                    </a:lnTo>
                    <a:cubicBezTo>
                      <a:pt x="6016" y="854"/>
                      <a:pt x="6017" y="866"/>
                      <a:pt x="6018" y="876"/>
                    </a:cubicBezTo>
                    <a:cubicBezTo>
                      <a:pt x="6018" y="878"/>
                      <a:pt x="6020" y="882"/>
                      <a:pt x="6020" y="885"/>
                    </a:cubicBezTo>
                    <a:cubicBezTo>
                      <a:pt x="6021" y="892"/>
                      <a:pt x="6022" y="901"/>
                      <a:pt x="6025" y="908"/>
                    </a:cubicBezTo>
                    <a:cubicBezTo>
                      <a:pt x="6026" y="912"/>
                      <a:pt x="6026" y="916"/>
                      <a:pt x="6027" y="918"/>
                    </a:cubicBezTo>
                    <a:cubicBezTo>
                      <a:pt x="6030" y="926"/>
                      <a:pt x="6032" y="934"/>
                      <a:pt x="6035" y="943"/>
                    </a:cubicBezTo>
                    <a:cubicBezTo>
                      <a:pt x="6036" y="948"/>
                      <a:pt x="6038" y="953"/>
                      <a:pt x="6040" y="958"/>
                    </a:cubicBezTo>
                    <a:cubicBezTo>
                      <a:pt x="6042" y="965"/>
                      <a:pt x="6043" y="970"/>
                      <a:pt x="6046" y="976"/>
                    </a:cubicBezTo>
                    <a:lnTo>
                      <a:pt x="6054" y="991"/>
                    </a:lnTo>
                    <a:cubicBezTo>
                      <a:pt x="6056" y="996"/>
                      <a:pt x="6058" y="999"/>
                      <a:pt x="6059" y="1002"/>
                    </a:cubicBezTo>
                    <a:cubicBezTo>
                      <a:pt x="6093" y="1071"/>
                      <a:pt x="6145" y="1130"/>
                      <a:pt x="6211" y="1172"/>
                    </a:cubicBezTo>
                    <a:cubicBezTo>
                      <a:pt x="6270" y="1212"/>
                      <a:pt x="6295" y="1288"/>
                      <a:pt x="6274" y="1357"/>
                    </a:cubicBezTo>
                    <a:lnTo>
                      <a:pt x="6146" y="1754"/>
                    </a:lnTo>
                    <a:cubicBezTo>
                      <a:pt x="6135" y="1788"/>
                      <a:pt x="6141" y="1825"/>
                      <a:pt x="6166" y="1851"/>
                    </a:cubicBezTo>
                    <a:lnTo>
                      <a:pt x="5752" y="2178"/>
                    </a:lnTo>
                    <a:lnTo>
                      <a:pt x="5752" y="594"/>
                    </a:lnTo>
                    <a:cubicBezTo>
                      <a:pt x="5752" y="393"/>
                      <a:pt x="5589" y="231"/>
                      <a:pt x="5388" y="231"/>
                    </a:cubicBezTo>
                    <a:lnTo>
                      <a:pt x="3479" y="231"/>
                    </a:lnTo>
                    <a:cubicBezTo>
                      <a:pt x="3438" y="98"/>
                      <a:pt x="3313" y="1"/>
                      <a:pt x="3166" y="1"/>
                    </a:cubicBezTo>
                    <a:lnTo>
                      <a:pt x="3001" y="1"/>
                    </a:lnTo>
                    <a:cubicBezTo>
                      <a:pt x="2853" y="1"/>
                      <a:pt x="2730" y="98"/>
                      <a:pt x="2687" y="231"/>
                    </a:cubicBezTo>
                    <a:lnTo>
                      <a:pt x="2431" y="231"/>
                    </a:lnTo>
                    <a:cubicBezTo>
                      <a:pt x="2390" y="98"/>
                      <a:pt x="2265" y="1"/>
                      <a:pt x="2119"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111"/>
              <p:cNvSpPr/>
              <p:nvPr/>
            </p:nvSpPr>
            <p:spPr>
              <a:xfrm>
                <a:off x="-4138220" y="4418727"/>
                <a:ext cx="84971" cy="67387"/>
              </a:xfrm>
              <a:custGeom>
                <a:rect b="b" l="l" r="r" t="t"/>
                <a:pathLst>
                  <a:path extrusionOk="0" fill="none" h="663" w="836">
                    <a:moveTo>
                      <a:pt x="836" y="1"/>
                    </a:moveTo>
                    <a:cubicBezTo>
                      <a:pt x="836" y="1"/>
                      <a:pt x="705" y="389"/>
                      <a:pt x="0" y="662"/>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111"/>
              <p:cNvSpPr/>
              <p:nvPr/>
            </p:nvSpPr>
            <p:spPr>
              <a:xfrm>
                <a:off x="-4079473" y="4272771"/>
                <a:ext cx="99302" cy="153680"/>
              </a:xfrm>
              <a:custGeom>
                <a:rect b="b" l="l" r="r" t="t"/>
                <a:pathLst>
                  <a:path extrusionOk="0" h="1512" w="977">
                    <a:moveTo>
                      <a:pt x="486" y="0"/>
                    </a:moveTo>
                    <a:cubicBezTo>
                      <a:pt x="305" y="0"/>
                      <a:pt x="132" y="115"/>
                      <a:pt x="69" y="292"/>
                    </a:cubicBezTo>
                    <a:cubicBezTo>
                      <a:pt x="1" y="488"/>
                      <a:pt x="78" y="697"/>
                      <a:pt x="242" y="805"/>
                    </a:cubicBezTo>
                    <a:cubicBezTo>
                      <a:pt x="302" y="845"/>
                      <a:pt x="327" y="921"/>
                      <a:pt x="305" y="990"/>
                    </a:cubicBezTo>
                    <a:lnTo>
                      <a:pt x="177" y="1387"/>
                    </a:lnTo>
                    <a:cubicBezTo>
                      <a:pt x="165" y="1427"/>
                      <a:pt x="176" y="1473"/>
                      <a:pt x="211" y="1495"/>
                    </a:cubicBezTo>
                    <a:cubicBezTo>
                      <a:pt x="227" y="1506"/>
                      <a:pt x="245" y="1512"/>
                      <a:pt x="263" y="1512"/>
                    </a:cubicBezTo>
                    <a:cubicBezTo>
                      <a:pt x="287" y="1512"/>
                      <a:pt x="311" y="1502"/>
                      <a:pt x="327" y="1485"/>
                    </a:cubicBezTo>
                    <a:cubicBezTo>
                      <a:pt x="439" y="1375"/>
                      <a:pt x="751" y="1032"/>
                      <a:pt x="900" y="573"/>
                    </a:cubicBezTo>
                    <a:cubicBezTo>
                      <a:pt x="976" y="339"/>
                      <a:pt x="843" y="87"/>
                      <a:pt x="606" y="18"/>
                    </a:cubicBezTo>
                    <a:cubicBezTo>
                      <a:pt x="566" y="6"/>
                      <a:pt x="526" y="0"/>
                      <a:pt x="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111"/>
              <p:cNvSpPr/>
              <p:nvPr/>
            </p:nvSpPr>
            <p:spPr>
              <a:xfrm>
                <a:off x="-4077745" y="4272872"/>
                <a:ext cx="89646" cy="70741"/>
              </a:xfrm>
              <a:custGeom>
                <a:rect b="b" l="l" r="r" t="t"/>
                <a:pathLst>
                  <a:path extrusionOk="0" h="696" w="882">
                    <a:moveTo>
                      <a:pt x="467" y="0"/>
                    </a:moveTo>
                    <a:cubicBezTo>
                      <a:pt x="286" y="0"/>
                      <a:pt x="114" y="115"/>
                      <a:pt x="51" y="292"/>
                    </a:cubicBezTo>
                    <a:cubicBezTo>
                      <a:pt x="0" y="435"/>
                      <a:pt x="27" y="584"/>
                      <a:pt x="110" y="696"/>
                    </a:cubicBezTo>
                    <a:cubicBezTo>
                      <a:pt x="81" y="607"/>
                      <a:pt x="79" y="507"/>
                      <a:pt x="113" y="411"/>
                    </a:cubicBezTo>
                    <a:cubicBezTo>
                      <a:pt x="175" y="234"/>
                      <a:pt x="348" y="119"/>
                      <a:pt x="528" y="119"/>
                    </a:cubicBezTo>
                    <a:cubicBezTo>
                      <a:pt x="568" y="119"/>
                      <a:pt x="609" y="124"/>
                      <a:pt x="649" y="136"/>
                    </a:cubicBezTo>
                    <a:cubicBezTo>
                      <a:pt x="747" y="166"/>
                      <a:pt x="826" y="225"/>
                      <a:pt x="882" y="301"/>
                    </a:cubicBezTo>
                    <a:cubicBezTo>
                      <a:pt x="837" y="169"/>
                      <a:pt x="732" y="60"/>
                      <a:pt x="588" y="18"/>
                    </a:cubicBezTo>
                    <a:cubicBezTo>
                      <a:pt x="548" y="6"/>
                      <a:pt x="507" y="0"/>
                      <a:pt x="4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111"/>
              <p:cNvSpPr/>
              <p:nvPr/>
            </p:nvSpPr>
            <p:spPr>
              <a:xfrm>
                <a:off x="-4138220" y="4506139"/>
                <a:ext cx="102453" cy="64135"/>
              </a:xfrm>
              <a:custGeom>
                <a:rect b="b" l="l" r="r" t="t"/>
                <a:pathLst>
                  <a:path extrusionOk="0" fill="none" h="631" w="1008">
                    <a:moveTo>
                      <a:pt x="1007" y="0"/>
                    </a:moveTo>
                    <a:cubicBezTo>
                      <a:pt x="1007" y="0"/>
                      <a:pt x="656" y="74"/>
                      <a:pt x="0" y="631"/>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111"/>
              <p:cNvSpPr/>
              <p:nvPr/>
            </p:nvSpPr>
            <p:spPr>
              <a:xfrm>
                <a:off x="-4044712" y="4393012"/>
                <a:ext cx="137316" cy="121866"/>
              </a:xfrm>
              <a:custGeom>
                <a:rect b="b" l="l" r="r" t="t"/>
                <a:pathLst>
                  <a:path extrusionOk="0" h="1199" w="1351">
                    <a:moveTo>
                      <a:pt x="849" y="0"/>
                    </a:moveTo>
                    <a:cubicBezTo>
                      <a:pt x="763" y="0"/>
                      <a:pt x="675" y="26"/>
                      <a:pt x="601" y="78"/>
                    </a:cubicBezTo>
                    <a:cubicBezTo>
                      <a:pt x="430" y="197"/>
                      <a:pt x="371" y="412"/>
                      <a:pt x="442" y="595"/>
                    </a:cubicBezTo>
                    <a:cubicBezTo>
                      <a:pt x="468" y="662"/>
                      <a:pt x="444" y="739"/>
                      <a:pt x="387" y="782"/>
                    </a:cubicBezTo>
                    <a:lnTo>
                      <a:pt x="51" y="1031"/>
                    </a:lnTo>
                    <a:cubicBezTo>
                      <a:pt x="18" y="1055"/>
                      <a:pt x="1" y="1100"/>
                      <a:pt x="15" y="1138"/>
                    </a:cubicBezTo>
                    <a:cubicBezTo>
                      <a:pt x="29" y="1176"/>
                      <a:pt x="64" y="1199"/>
                      <a:pt x="102" y="1199"/>
                    </a:cubicBezTo>
                    <a:cubicBezTo>
                      <a:pt x="107" y="1199"/>
                      <a:pt x="112" y="1199"/>
                      <a:pt x="116" y="1198"/>
                    </a:cubicBezTo>
                    <a:cubicBezTo>
                      <a:pt x="271" y="1172"/>
                      <a:pt x="725" y="1077"/>
                      <a:pt x="1113" y="790"/>
                    </a:cubicBezTo>
                    <a:cubicBezTo>
                      <a:pt x="1311" y="644"/>
                      <a:pt x="1350" y="361"/>
                      <a:pt x="1197" y="167"/>
                    </a:cubicBezTo>
                    <a:cubicBezTo>
                      <a:pt x="1112" y="58"/>
                      <a:pt x="981" y="0"/>
                      <a:pt x="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111"/>
              <p:cNvSpPr/>
              <p:nvPr/>
            </p:nvSpPr>
            <p:spPr>
              <a:xfrm>
                <a:off x="-4002837" y="4393012"/>
                <a:ext cx="91476" cy="57935"/>
              </a:xfrm>
              <a:custGeom>
                <a:rect b="b" l="l" r="r" t="t"/>
                <a:pathLst>
                  <a:path extrusionOk="0" h="570" w="900">
                    <a:moveTo>
                      <a:pt x="437" y="0"/>
                    </a:moveTo>
                    <a:cubicBezTo>
                      <a:pt x="350" y="0"/>
                      <a:pt x="263" y="25"/>
                      <a:pt x="189" y="77"/>
                    </a:cubicBezTo>
                    <a:cubicBezTo>
                      <a:pt x="66" y="164"/>
                      <a:pt x="0" y="301"/>
                      <a:pt x="1" y="440"/>
                    </a:cubicBezTo>
                    <a:cubicBezTo>
                      <a:pt x="29" y="350"/>
                      <a:pt x="86" y="269"/>
                      <a:pt x="170" y="210"/>
                    </a:cubicBezTo>
                    <a:cubicBezTo>
                      <a:pt x="244" y="158"/>
                      <a:pt x="331" y="133"/>
                      <a:pt x="418" y="133"/>
                    </a:cubicBezTo>
                    <a:cubicBezTo>
                      <a:pt x="549" y="133"/>
                      <a:pt x="680" y="191"/>
                      <a:pt x="764" y="299"/>
                    </a:cubicBezTo>
                    <a:cubicBezTo>
                      <a:pt x="827" y="380"/>
                      <a:pt x="858" y="474"/>
                      <a:pt x="858" y="569"/>
                    </a:cubicBezTo>
                    <a:cubicBezTo>
                      <a:pt x="899" y="436"/>
                      <a:pt x="878" y="286"/>
                      <a:pt x="785" y="167"/>
                    </a:cubicBezTo>
                    <a:cubicBezTo>
                      <a:pt x="700" y="58"/>
                      <a:pt x="569" y="0"/>
                      <a:pt x="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111"/>
              <p:cNvSpPr/>
              <p:nvPr/>
            </p:nvSpPr>
            <p:spPr>
              <a:xfrm>
                <a:off x="-4124804" y="4595583"/>
                <a:ext cx="46856" cy="83650"/>
              </a:xfrm>
              <a:custGeom>
                <a:rect b="b" l="l" r="r" t="t"/>
                <a:pathLst>
                  <a:path extrusionOk="0" h="823" w="461">
                    <a:moveTo>
                      <a:pt x="0" y="1"/>
                    </a:moveTo>
                    <a:lnTo>
                      <a:pt x="0" y="822"/>
                    </a:lnTo>
                    <a:lnTo>
                      <a:pt x="132" y="822"/>
                    </a:lnTo>
                    <a:cubicBezTo>
                      <a:pt x="313" y="822"/>
                      <a:pt x="460" y="676"/>
                      <a:pt x="460" y="495"/>
                    </a:cubicBezTo>
                    <a:lnTo>
                      <a:pt x="460" y="329"/>
                    </a:lnTo>
                    <a:cubicBezTo>
                      <a:pt x="460" y="147"/>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111"/>
              <p:cNvSpPr/>
              <p:nvPr/>
            </p:nvSpPr>
            <p:spPr>
              <a:xfrm>
                <a:off x="-4520891" y="4235468"/>
                <a:ext cx="83650" cy="46754"/>
              </a:xfrm>
              <a:custGeom>
                <a:rect b="b" l="l" r="r" t="t"/>
                <a:pathLst>
                  <a:path extrusionOk="0" h="460" w="823">
                    <a:moveTo>
                      <a:pt x="328" y="1"/>
                    </a:moveTo>
                    <a:cubicBezTo>
                      <a:pt x="147" y="1"/>
                      <a:pt x="0" y="148"/>
                      <a:pt x="0" y="328"/>
                    </a:cubicBezTo>
                    <a:lnTo>
                      <a:pt x="0" y="460"/>
                    </a:lnTo>
                    <a:lnTo>
                      <a:pt x="823" y="460"/>
                    </a:lnTo>
                    <a:lnTo>
                      <a:pt x="823" y="329"/>
                    </a:lnTo>
                    <a:cubicBezTo>
                      <a:pt x="823" y="148"/>
                      <a:pt x="675" y="1"/>
                      <a:pt x="495" y="1"/>
                    </a:cubicBezTo>
                    <a:lnTo>
                      <a:pt x="330" y="1"/>
                    </a:lnTo>
                    <a:cubicBezTo>
                      <a:pt x="329" y="1"/>
                      <a:pt x="328"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111"/>
              <p:cNvSpPr/>
              <p:nvPr/>
            </p:nvSpPr>
            <p:spPr>
              <a:xfrm>
                <a:off x="-4414577" y="4235468"/>
                <a:ext cx="83650" cy="46754"/>
              </a:xfrm>
              <a:custGeom>
                <a:rect b="b" l="l" r="r" t="t"/>
                <a:pathLst>
                  <a:path extrusionOk="0" h="460" w="823">
                    <a:moveTo>
                      <a:pt x="328" y="1"/>
                    </a:moveTo>
                    <a:cubicBezTo>
                      <a:pt x="147" y="1"/>
                      <a:pt x="1" y="148"/>
                      <a:pt x="1" y="328"/>
                    </a:cubicBezTo>
                    <a:lnTo>
                      <a:pt x="1" y="460"/>
                    </a:lnTo>
                    <a:lnTo>
                      <a:pt x="822" y="460"/>
                    </a:lnTo>
                    <a:lnTo>
                      <a:pt x="822" y="329"/>
                    </a:lnTo>
                    <a:cubicBezTo>
                      <a:pt x="822" y="148"/>
                      <a:pt x="676" y="1"/>
                      <a:pt x="495" y="1"/>
                    </a:cubicBezTo>
                    <a:lnTo>
                      <a:pt x="330" y="1"/>
                    </a:lnTo>
                    <a:cubicBezTo>
                      <a:pt x="329" y="1"/>
                      <a:pt x="329"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111"/>
              <p:cNvSpPr/>
              <p:nvPr/>
            </p:nvSpPr>
            <p:spPr>
              <a:xfrm>
                <a:off x="-4124804" y="4704644"/>
                <a:ext cx="46856" cy="83650"/>
              </a:xfrm>
              <a:custGeom>
                <a:rect b="b" l="l" r="r" t="t"/>
                <a:pathLst>
                  <a:path extrusionOk="0" h="823" w="461">
                    <a:moveTo>
                      <a:pt x="0" y="1"/>
                    </a:moveTo>
                    <a:lnTo>
                      <a:pt x="0" y="822"/>
                    </a:lnTo>
                    <a:lnTo>
                      <a:pt x="132" y="822"/>
                    </a:lnTo>
                    <a:cubicBezTo>
                      <a:pt x="313" y="822"/>
                      <a:pt x="460" y="676"/>
                      <a:pt x="460" y="495"/>
                    </a:cubicBezTo>
                    <a:lnTo>
                      <a:pt x="460" y="330"/>
                    </a:lnTo>
                    <a:cubicBezTo>
                      <a:pt x="460" y="146"/>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111"/>
              <p:cNvSpPr/>
              <p:nvPr/>
            </p:nvSpPr>
            <p:spPr>
              <a:xfrm>
                <a:off x="-4685648" y="4792055"/>
                <a:ext cx="156831" cy="156932"/>
              </a:xfrm>
              <a:custGeom>
                <a:rect b="b" l="l" r="r" t="t"/>
                <a:pathLst>
                  <a:path extrusionOk="0" h="1544" w="1543">
                    <a:moveTo>
                      <a:pt x="772" y="124"/>
                    </a:moveTo>
                    <a:cubicBezTo>
                      <a:pt x="1129" y="124"/>
                      <a:pt x="1419" y="415"/>
                      <a:pt x="1419" y="772"/>
                    </a:cubicBezTo>
                    <a:cubicBezTo>
                      <a:pt x="1419" y="1130"/>
                      <a:pt x="1129" y="1420"/>
                      <a:pt x="772" y="1420"/>
                    </a:cubicBezTo>
                    <a:cubicBezTo>
                      <a:pt x="414" y="1420"/>
                      <a:pt x="124" y="1130"/>
                      <a:pt x="124" y="772"/>
                    </a:cubicBezTo>
                    <a:cubicBezTo>
                      <a:pt x="124" y="415"/>
                      <a:pt x="414" y="124"/>
                      <a:pt x="772" y="124"/>
                    </a:cubicBezTo>
                    <a:close/>
                    <a:moveTo>
                      <a:pt x="772" y="1"/>
                    </a:moveTo>
                    <a:cubicBezTo>
                      <a:pt x="346" y="1"/>
                      <a:pt x="0" y="346"/>
                      <a:pt x="0" y="772"/>
                    </a:cubicBezTo>
                    <a:cubicBezTo>
                      <a:pt x="0" y="1198"/>
                      <a:pt x="346" y="1543"/>
                      <a:pt x="772" y="1543"/>
                    </a:cubicBezTo>
                    <a:cubicBezTo>
                      <a:pt x="1196" y="1543"/>
                      <a:pt x="1543" y="1199"/>
                      <a:pt x="1543" y="772"/>
                    </a:cubicBezTo>
                    <a:cubicBezTo>
                      <a:pt x="1543" y="346"/>
                      <a:pt x="1197" y="1"/>
                      <a:pt x="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111"/>
              <p:cNvSpPr/>
              <p:nvPr/>
            </p:nvSpPr>
            <p:spPr>
              <a:xfrm>
                <a:off x="-4607284" y="4258846"/>
                <a:ext cx="505964" cy="729267"/>
              </a:xfrm>
              <a:custGeom>
                <a:rect b="b" l="l" r="r" t="t"/>
                <a:pathLst>
                  <a:path extrusionOk="0" h="7175" w="4978">
                    <a:moveTo>
                      <a:pt x="4616" y="1"/>
                    </a:moveTo>
                    <a:cubicBezTo>
                      <a:pt x="4615" y="1"/>
                      <a:pt x="4615" y="1"/>
                      <a:pt x="4614" y="1"/>
                    </a:cubicBezTo>
                    <a:lnTo>
                      <a:pt x="364" y="1"/>
                    </a:lnTo>
                    <a:cubicBezTo>
                      <a:pt x="163" y="1"/>
                      <a:pt x="1" y="163"/>
                      <a:pt x="1" y="364"/>
                    </a:cubicBezTo>
                    <a:lnTo>
                      <a:pt x="1" y="6861"/>
                    </a:lnTo>
                    <a:cubicBezTo>
                      <a:pt x="1" y="7034"/>
                      <a:pt x="141" y="7174"/>
                      <a:pt x="314" y="7174"/>
                    </a:cubicBezTo>
                    <a:lnTo>
                      <a:pt x="4664" y="7174"/>
                    </a:lnTo>
                    <a:cubicBezTo>
                      <a:pt x="4837" y="7174"/>
                      <a:pt x="4977" y="7034"/>
                      <a:pt x="4977" y="6861"/>
                    </a:cubicBezTo>
                    <a:lnTo>
                      <a:pt x="4977" y="363"/>
                    </a:lnTo>
                    <a:cubicBezTo>
                      <a:pt x="4977" y="164"/>
                      <a:pt x="4814" y="1"/>
                      <a:pt x="4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111"/>
              <p:cNvSpPr/>
              <p:nvPr/>
            </p:nvSpPr>
            <p:spPr>
              <a:xfrm>
                <a:off x="-4607386" y="4312614"/>
                <a:ext cx="506066" cy="17787"/>
              </a:xfrm>
              <a:custGeom>
                <a:rect b="b" l="l" r="r" t="t"/>
                <a:pathLst>
                  <a:path extrusionOk="0" h="175" w="4979">
                    <a:moveTo>
                      <a:pt x="1" y="0"/>
                    </a:moveTo>
                    <a:lnTo>
                      <a:pt x="1" y="175"/>
                    </a:lnTo>
                    <a:lnTo>
                      <a:pt x="4978" y="175"/>
                    </a:lnTo>
                    <a:lnTo>
                      <a:pt x="49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111"/>
              <p:cNvSpPr/>
              <p:nvPr/>
            </p:nvSpPr>
            <p:spPr>
              <a:xfrm>
                <a:off x="-4119823" y="4574645"/>
                <a:ext cx="18498" cy="234280"/>
              </a:xfrm>
              <a:custGeom>
                <a:rect b="b" l="l" r="r" t="t"/>
                <a:pathLst>
                  <a:path extrusionOk="0" h="2305" w="182">
                    <a:moveTo>
                      <a:pt x="181" y="0"/>
                    </a:moveTo>
                    <a:cubicBezTo>
                      <a:pt x="79" y="12"/>
                      <a:pt x="1" y="98"/>
                      <a:pt x="1" y="203"/>
                    </a:cubicBezTo>
                    <a:lnTo>
                      <a:pt x="1" y="2101"/>
                    </a:lnTo>
                    <a:cubicBezTo>
                      <a:pt x="1" y="2206"/>
                      <a:pt x="79" y="2293"/>
                      <a:pt x="181" y="2305"/>
                    </a:cubicBezTo>
                    <a:lnTo>
                      <a:pt x="1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111"/>
              <p:cNvSpPr/>
              <p:nvPr/>
            </p:nvSpPr>
            <p:spPr>
              <a:xfrm>
                <a:off x="-4607386" y="4364959"/>
                <a:ext cx="436239" cy="562171"/>
              </a:xfrm>
              <a:custGeom>
                <a:rect b="b" l="l" r="r" t="t"/>
                <a:pathLst>
                  <a:path extrusionOk="0" h="5531" w="4292">
                    <a:moveTo>
                      <a:pt x="1" y="0"/>
                    </a:moveTo>
                    <a:lnTo>
                      <a:pt x="1" y="5531"/>
                    </a:lnTo>
                    <a:lnTo>
                      <a:pt x="3911" y="5531"/>
                    </a:lnTo>
                    <a:cubicBezTo>
                      <a:pt x="4122" y="5531"/>
                      <a:pt x="4292" y="5360"/>
                      <a:pt x="4292" y="5150"/>
                    </a:cubicBezTo>
                    <a:lnTo>
                      <a:pt x="4292" y="381"/>
                    </a:lnTo>
                    <a:cubicBezTo>
                      <a:pt x="4292" y="170"/>
                      <a:pt x="4121" y="0"/>
                      <a:pt x="39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111"/>
              <p:cNvSpPr/>
              <p:nvPr/>
            </p:nvSpPr>
            <p:spPr>
              <a:xfrm>
                <a:off x="-4484199" y="4421573"/>
                <a:ext cx="189864" cy="449046"/>
              </a:xfrm>
              <a:custGeom>
                <a:rect b="b" l="l" r="r" t="t"/>
                <a:pathLst>
                  <a:path extrusionOk="0" h="4418" w="1868">
                    <a:moveTo>
                      <a:pt x="1571" y="0"/>
                    </a:moveTo>
                    <a:cubicBezTo>
                      <a:pt x="1570" y="0"/>
                      <a:pt x="1570" y="0"/>
                      <a:pt x="1569" y="0"/>
                    </a:cubicBezTo>
                    <a:lnTo>
                      <a:pt x="299" y="0"/>
                    </a:lnTo>
                    <a:cubicBezTo>
                      <a:pt x="134" y="0"/>
                      <a:pt x="0" y="134"/>
                      <a:pt x="0" y="299"/>
                    </a:cubicBezTo>
                    <a:lnTo>
                      <a:pt x="0" y="4119"/>
                    </a:lnTo>
                    <a:cubicBezTo>
                      <a:pt x="0" y="4283"/>
                      <a:pt x="134" y="4417"/>
                      <a:pt x="299" y="4417"/>
                    </a:cubicBezTo>
                    <a:lnTo>
                      <a:pt x="1569" y="4417"/>
                    </a:lnTo>
                    <a:cubicBezTo>
                      <a:pt x="1734" y="4417"/>
                      <a:pt x="1867" y="4284"/>
                      <a:pt x="1867" y="4119"/>
                    </a:cubicBezTo>
                    <a:lnTo>
                      <a:pt x="1867" y="299"/>
                    </a:lnTo>
                    <a:cubicBezTo>
                      <a:pt x="1867" y="134"/>
                      <a:pt x="1735" y="0"/>
                      <a:pt x="1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111"/>
              <p:cNvSpPr/>
              <p:nvPr/>
            </p:nvSpPr>
            <p:spPr>
              <a:xfrm>
                <a:off x="-4409800" y="4518132"/>
                <a:ext cx="41063" cy="255828"/>
              </a:xfrm>
              <a:custGeom>
                <a:rect b="b" l="l" r="r" t="t"/>
                <a:pathLst>
                  <a:path extrusionOk="0" h="2517" w="404">
                    <a:moveTo>
                      <a:pt x="0" y="1"/>
                    </a:moveTo>
                    <a:lnTo>
                      <a:pt x="0" y="2517"/>
                    </a:lnTo>
                    <a:lnTo>
                      <a:pt x="404" y="2517"/>
                    </a:lnTo>
                    <a:lnTo>
                      <a:pt x="40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111"/>
              <p:cNvSpPr/>
              <p:nvPr/>
            </p:nvSpPr>
            <p:spPr>
              <a:xfrm>
                <a:off x="-4484098" y="4421472"/>
                <a:ext cx="189762" cy="204296"/>
              </a:xfrm>
              <a:custGeom>
                <a:rect b="b" l="l" r="r" t="t"/>
                <a:pathLst>
                  <a:path extrusionOk="0" h="2010" w="1867">
                    <a:moveTo>
                      <a:pt x="472" y="0"/>
                    </a:moveTo>
                    <a:cubicBezTo>
                      <a:pt x="272" y="99"/>
                      <a:pt x="107" y="258"/>
                      <a:pt x="1" y="455"/>
                    </a:cubicBezTo>
                    <a:lnTo>
                      <a:pt x="1" y="1450"/>
                    </a:lnTo>
                    <a:cubicBezTo>
                      <a:pt x="178" y="1783"/>
                      <a:pt x="530" y="2010"/>
                      <a:pt x="933" y="2010"/>
                    </a:cubicBezTo>
                    <a:cubicBezTo>
                      <a:pt x="1338" y="2010"/>
                      <a:pt x="1689" y="1783"/>
                      <a:pt x="1866" y="1450"/>
                    </a:cubicBezTo>
                    <a:lnTo>
                      <a:pt x="1866" y="455"/>
                    </a:lnTo>
                    <a:cubicBezTo>
                      <a:pt x="1762" y="258"/>
                      <a:pt x="1596" y="99"/>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111"/>
              <p:cNvSpPr/>
              <p:nvPr/>
            </p:nvSpPr>
            <p:spPr>
              <a:xfrm>
                <a:off x="-4457773" y="4449626"/>
                <a:ext cx="137214" cy="137214"/>
              </a:xfrm>
              <a:custGeom>
                <a:rect b="b" l="l" r="r" t="t"/>
                <a:pathLst>
                  <a:path extrusionOk="0" h="1350" w="1350">
                    <a:moveTo>
                      <a:pt x="674" y="0"/>
                    </a:moveTo>
                    <a:cubicBezTo>
                      <a:pt x="302" y="0"/>
                      <a:pt x="1" y="302"/>
                      <a:pt x="1" y="675"/>
                    </a:cubicBezTo>
                    <a:cubicBezTo>
                      <a:pt x="1" y="1048"/>
                      <a:pt x="302" y="1350"/>
                      <a:pt x="674" y="1350"/>
                    </a:cubicBezTo>
                    <a:cubicBezTo>
                      <a:pt x="1047" y="1350"/>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111"/>
              <p:cNvSpPr/>
              <p:nvPr/>
            </p:nvSpPr>
            <p:spPr>
              <a:xfrm>
                <a:off x="-4484098" y="4666427"/>
                <a:ext cx="189762" cy="204296"/>
              </a:xfrm>
              <a:custGeom>
                <a:rect b="b" l="l" r="r" t="t"/>
                <a:pathLst>
                  <a:path extrusionOk="0" h="2010" w="1867">
                    <a:moveTo>
                      <a:pt x="933" y="0"/>
                    </a:moveTo>
                    <a:cubicBezTo>
                      <a:pt x="530" y="0"/>
                      <a:pt x="179" y="227"/>
                      <a:pt x="1" y="560"/>
                    </a:cubicBezTo>
                    <a:lnTo>
                      <a:pt x="1" y="1555"/>
                    </a:lnTo>
                    <a:cubicBezTo>
                      <a:pt x="106" y="1754"/>
                      <a:pt x="271" y="1911"/>
                      <a:pt x="472" y="2009"/>
                    </a:cubicBezTo>
                    <a:lnTo>
                      <a:pt x="1396" y="2009"/>
                    </a:lnTo>
                    <a:cubicBezTo>
                      <a:pt x="1596" y="1911"/>
                      <a:pt x="1760" y="1751"/>
                      <a:pt x="1866" y="1555"/>
                    </a:cubicBezTo>
                    <a:lnTo>
                      <a:pt x="1866" y="560"/>
                    </a:lnTo>
                    <a:cubicBezTo>
                      <a:pt x="1689" y="227"/>
                      <a:pt x="1338" y="0"/>
                      <a:pt x="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111"/>
              <p:cNvSpPr/>
              <p:nvPr/>
            </p:nvSpPr>
            <p:spPr>
              <a:xfrm>
                <a:off x="-4457773" y="4705355"/>
                <a:ext cx="137214" cy="137112"/>
              </a:xfrm>
              <a:custGeom>
                <a:rect b="b" l="l" r="r" t="t"/>
                <a:pathLst>
                  <a:path extrusionOk="0" h="1349" w="1350">
                    <a:moveTo>
                      <a:pt x="674" y="0"/>
                    </a:moveTo>
                    <a:cubicBezTo>
                      <a:pt x="302" y="0"/>
                      <a:pt x="1" y="302"/>
                      <a:pt x="1" y="675"/>
                    </a:cubicBezTo>
                    <a:cubicBezTo>
                      <a:pt x="1" y="1048"/>
                      <a:pt x="302" y="1349"/>
                      <a:pt x="674" y="1349"/>
                    </a:cubicBezTo>
                    <a:cubicBezTo>
                      <a:pt x="1047" y="1349"/>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111"/>
              <p:cNvSpPr/>
              <p:nvPr/>
            </p:nvSpPr>
            <p:spPr>
              <a:xfrm>
                <a:off x="-4607284" y="4484489"/>
                <a:ext cx="72571" cy="323215"/>
              </a:xfrm>
              <a:custGeom>
                <a:rect b="b" l="l" r="r" t="t"/>
                <a:pathLst>
                  <a:path extrusionOk="0" h="3180" w="714">
                    <a:moveTo>
                      <a:pt x="1" y="1"/>
                    </a:moveTo>
                    <a:lnTo>
                      <a:pt x="1" y="3179"/>
                    </a:lnTo>
                    <a:lnTo>
                      <a:pt x="342" y="3064"/>
                    </a:lnTo>
                    <a:cubicBezTo>
                      <a:pt x="563" y="2987"/>
                      <a:pt x="713" y="2780"/>
                      <a:pt x="713" y="2545"/>
                    </a:cubicBezTo>
                    <a:lnTo>
                      <a:pt x="713" y="635"/>
                    </a:lnTo>
                    <a:cubicBezTo>
                      <a:pt x="713" y="401"/>
                      <a:pt x="563" y="193"/>
                      <a:pt x="342" y="117"/>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111"/>
              <p:cNvSpPr/>
              <p:nvPr/>
            </p:nvSpPr>
            <p:spPr>
              <a:xfrm>
                <a:off x="-4607284" y="4611439"/>
                <a:ext cx="34863" cy="69318"/>
              </a:xfrm>
              <a:custGeom>
                <a:rect b="b" l="l" r="r" t="t"/>
                <a:pathLst>
                  <a:path extrusionOk="0" h="682" w="343">
                    <a:moveTo>
                      <a:pt x="1" y="0"/>
                    </a:moveTo>
                    <a:lnTo>
                      <a:pt x="1" y="682"/>
                    </a:lnTo>
                    <a:cubicBezTo>
                      <a:pt x="189" y="682"/>
                      <a:pt x="342" y="530"/>
                      <a:pt x="343" y="342"/>
                    </a:cubicBezTo>
                    <a:cubicBezTo>
                      <a:pt x="343" y="153"/>
                      <a:pt x="18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111"/>
              <p:cNvSpPr/>
              <p:nvPr/>
            </p:nvSpPr>
            <p:spPr>
              <a:xfrm>
                <a:off x="-4439986" y="4467413"/>
                <a:ext cx="101538" cy="101640"/>
              </a:xfrm>
              <a:custGeom>
                <a:rect b="b" l="l" r="r" t="t"/>
                <a:pathLst>
                  <a:path extrusionOk="0" h="1000" w="999">
                    <a:moveTo>
                      <a:pt x="499" y="0"/>
                    </a:moveTo>
                    <a:cubicBezTo>
                      <a:pt x="224" y="0"/>
                      <a:pt x="1" y="224"/>
                      <a:pt x="1" y="500"/>
                    </a:cubicBezTo>
                    <a:cubicBezTo>
                      <a:pt x="1" y="776"/>
                      <a:pt x="224" y="999"/>
                      <a:pt x="499" y="999"/>
                    </a:cubicBezTo>
                    <a:cubicBezTo>
                      <a:pt x="775" y="999"/>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111"/>
              <p:cNvSpPr/>
              <p:nvPr/>
            </p:nvSpPr>
            <p:spPr>
              <a:xfrm>
                <a:off x="-4439986" y="4723142"/>
                <a:ext cx="101538" cy="101538"/>
              </a:xfrm>
              <a:custGeom>
                <a:rect b="b" l="l" r="r" t="t"/>
                <a:pathLst>
                  <a:path extrusionOk="0" h="999" w="999">
                    <a:moveTo>
                      <a:pt x="499" y="0"/>
                    </a:moveTo>
                    <a:cubicBezTo>
                      <a:pt x="224" y="0"/>
                      <a:pt x="1" y="224"/>
                      <a:pt x="1" y="500"/>
                    </a:cubicBezTo>
                    <a:cubicBezTo>
                      <a:pt x="1" y="776"/>
                      <a:pt x="224" y="998"/>
                      <a:pt x="499" y="998"/>
                    </a:cubicBezTo>
                    <a:cubicBezTo>
                      <a:pt x="775" y="998"/>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111"/>
              <p:cNvSpPr/>
              <p:nvPr/>
            </p:nvSpPr>
            <p:spPr>
              <a:xfrm>
                <a:off x="-4266895" y="4421472"/>
                <a:ext cx="17076" cy="449046"/>
              </a:xfrm>
              <a:custGeom>
                <a:rect b="b" l="l" r="r" t="t"/>
                <a:pathLst>
                  <a:path extrusionOk="0" h="4418" w="168">
                    <a:moveTo>
                      <a:pt x="70" y="0"/>
                    </a:moveTo>
                    <a:cubicBezTo>
                      <a:pt x="31" y="0"/>
                      <a:pt x="1" y="31"/>
                      <a:pt x="1" y="70"/>
                    </a:cubicBezTo>
                    <a:lnTo>
                      <a:pt x="1" y="4347"/>
                    </a:lnTo>
                    <a:cubicBezTo>
                      <a:pt x="1" y="4386"/>
                      <a:pt x="31" y="4417"/>
                      <a:pt x="70" y="4417"/>
                    </a:cubicBezTo>
                    <a:lnTo>
                      <a:pt x="99" y="4417"/>
                    </a:lnTo>
                    <a:cubicBezTo>
                      <a:pt x="137" y="4417"/>
                      <a:pt x="168" y="4386"/>
                      <a:pt x="168" y="4347"/>
                    </a:cubicBezTo>
                    <a:lnTo>
                      <a:pt x="168" y="70"/>
                    </a:lnTo>
                    <a:cubicBezTo>
                      <a:pt x="168" y="32"/>
                      <a:pt x="137" y="0"/>
                      <a:pt x="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111"/>
              <p:cNvSpPr/>
              <p:nvPr/>
            </p:nvSpPr>
            <p:spPr>
              <a:xfrm>
                <a:off x="-4232643" y="4421472"/>
                <a:ext cx="17279" cy="449046"/>
              </a:xfrm>
              <a:custGeom>
                <a:rect b="b" l="l" r="r" t="t"/>
                <a:pathLst>
                  <a:path extrusionOk="0" h="4418" w="170">
                    <a:moveTo>
                      <a:pt x="69" y="0"/>
                    </a:moveTo>
                    <a:cubicBezTo>
                      <a:pt x="31" y="0"/>
                      <a:pt x="0" y="31"/>
                      <a:pt x="0" y="70"/>
                    </a:cubicBezTo>
                    <a:lnTo>
                      <a:pt x="0" y="4347"/>
                    </a:lnTo>
                    <a:cubicBezTo>
                      <a:pt x="0" y="4386"/>
                      <a:pt x="31" y="4417"/>
                      <a:pt x="69" y="4417"/>
                    </a:cubicBezTo>
                    <a:lnTo>
                      <a:pt x="98" y="4417"/>
                    </a:lnTo>
                    <a:cubicBezTo>
                      <a:pt x="136" y="4417"/>
                      <a:pt x="167" y="4386"/>
                      <a:pt x="167" y="4347"/>
                    </a:cubicBezTo>
                    <a:lnTo>
                      <a:pt x="167" y="70"/>
                    </a:lnTo>
                    <a:cubicBezTo>
                      <a:pt x="169" y="32"/>
                      <a:pt x="136" y="0"/>
                      <a:pt x="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111"/>
            <p:cNvGrpSpPr/>
            <p:nvPr/>
          </p:nvGrpSpPr>
          <p:grpSpPr>
            <a:xfrm rot="-205495">
              <a:off x="204734" y="3443482"/>
              <a:ext cx="337182" cy="1085935"/>
              <a:chOff x="-507662" y="283925"/>
              <a:chExt cx="249300" cy="802900"/>
            </a:xfrm>
          </p:grpSpPr>
          <p:sp>
            <p:nvSpPr>
              <p:cNvPr id="8952" name="Google Shape;8952;p111"/>
              <p:cNvSpPr/>
              <p:nvPr/>
            </p:nvSpPr>
            <p:spPr>
              <a:xfrm>
                <a:off x="-507662" y="283925"/>
                <a:ext cx="249300" cy="802900"/>
              </a:xfrm>
              <a:custGeom>
                <a:rect b="b" l="l" r="r" t="t"/>
                <a:pathLst>
                  <a:path extrusionOk="0" h="32116" w="9972">
                    <a:moveTo>
                      <a:pt x="4820" y="1"/>
                    </a:moveTo>
                    <a:cubicBezTo>
                      <a:pt x="1333" y="1"/>
                      <a:pt x="220" y="2879"/>
                      <a:pt x="127" y="5466"/>
                    </a:cubicBezTo>
                    <a:cubicBezTo>
                      <a:pt x="45" y="5448"/>
                      <a:pt x="1" y="5439"/>
                      <a:pt x="1" y="5439"/>
                    </a:cubicBezTo>
                    <a:lnTo>
                      <a:pt x="0" y="6146"/>
                    </a:lnTo>
                    <a:cubicBezTo>
                      <a:pt x="0" y="6146"/>
                      <a:pt x="45" y="6157"/>
                      <a:pt x="135" y="6178"/>
                    </a:cubicBezTo>
                    <a:cubicBezTo>
                      <a:pt x="212" y="7236"/>
                      <a:pt x="628" y="8201"/>
                      <a:pt x="1276" y="8965"/>
                    </a:cubicBezTo>
                    <a:cubicBezTo>
                      <a:pt x="1273" y="8964"/>
                      <a:pt x="1272" y="8964"/>
                      <a:pt x="1272" y="8964"/>
                    </a:cubicBezTo>
                    <a:lnTo>
                      <a:pt x="1272" y="8964"/>
                    </a:lnTo>
                    <a:lnTo>
                      <a:pt x="1972" y="9757"/>
                    </a:lnTo>
                    <a:cubicBezTo>
                      <a:pt x="1985" y="9759"/>
                      <a:pt x="1998" y="9763"/>
                      <a:pt x="2013" y="9765"/>
                    </a:cubicBezTo>
                    <a:lnTo>
                      <a:pt x="1987" y="9765"/>
                    </a:lnTo>
                    <a:lnTo>
                      <a:pt x="2989" y="31481"/>
                    </a:lnTo>
                    <a:cubicBezTo>
                      <a:pt x="2989" y="31481"/>
                      <a:pt x="3673" y="32115"/>
                      <a:pt x="5032" y="32116"/>
                    </a:cubicBezTo>
                    <a:cubicBezTo>
                      <a:pt x="5034" y="32116"/>
                      <a:pt x="5035" y="32116"/>
                      <a:pt x="5036" y="32116"/>
                    </a:cubicBezTo>
                    <a:cubicBezTo>
                      <a:pt x="6471" y="32116"/>
                      <a:pt x="7092" y="31486"/>
                      <a:pt x="7092" y="31486"/>
                    </a:cubicBezTo>
                    <a:lnTo>
                      <a:pt x="8145" y="9772"/>
                    </a:lnTo>
                    <a:lnTo>
                      <a:pt x="8084" y="9772"/>
                    </a:lnTo>
                    <a:cubicBezTo>
                      <a:pt x="8114" y="9762"/>
                      <a:pt x="8129" y="9755"/>
                      <a:pt x="8129" y="9755"/>
                    </a:cubicBezTo>
                    <a:lnTo>
                      <a:pt x="8643" y="9035"/>
                    </a:lnTo>
                    <a:cubicBezTo>
                      <a:pt x="9322" y="8263"/>
                      <a:pt x="9763" y="7276"/>
                      <a:pt x="9844" y="6187"/>
                    </a:cubicBezTo>
                    <a:cubicBezTo>
                      <a:pt x="9928" y="6168"/>
                      <a:pt x="9971" y="6157"/>
                      <a:pt x="9971" y="6157"/>
                    </a:cubicBezTo>
                    <a:lnTo>
                      <a:pt x="9972" y="5450"/>
                    </a:lnTo>
                    <a:lnTo>
                      <a:pt x="9972" y="5450"/>
                    </a:lnTo>
                    <a:cubicBezTo>
                      <a:pt x="9972" y="5450"/>
                      <a:pt x="9930" y="5461"/>
                      <a:pt x="9851" y="5480"/>
                    </a:cubicBezTo>
                    <a:cubicBezTo>
                      <a:pt x="9738" y="2878"/>
                      <a:pt x="8299" y="43"/>
                      <a:pt x="4902" y="1"/>
                    </a:cubicBezTo>
                    <a:cubicBezTo>
                      <a:pt x="4875" y="1"/>
                      <a:pt x="4848" y="1"/>
                      <a:pt x="482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3" name="Google Shape;8953;p111"/>
              <p:cNvGrpSpPr/>
              <p:nvPr/>
            </p:nvGrpSpPr>
            <p:grpSpPr>
              <a:xfrm>
                <a:off x="-507662" y="283950"/>
                <a:ext cx="249300" cy="802850"/>
                <a:chOff x="-4628300" y="394775"/>
                <a:chExt cx="249300" cy="802850"/>
              </a:xfrm>
            </p:grpSpPr>
            <p:sp>
              <p:nvSpPr>
                <p:cNvPr id="8954" name="Google Shape;8954;p111"/>
                <p:cNvSpPr/>
                <p:nvPr/>
              </p:nvSpPr>
              <p:spPr>
                <a:xfrm>
                  <a:off x="-4625325" y="394775"/>
                  <a:ext cx="243575" cy="267125"/>
                </a:xfrm>
                <a:custGeom>
                  <a:rect b="b" l="l" r="r" t="t"/>
                  <a:pathLst>
                    <a:path extrusionOk="0" h="10685" w="9743">
                      <a:moveTo>
                        <a:pt x="4703" y="1"/>
                      </a:moveTo>
                      <a:cubicBezTo>
                        <a:pt x="1059" y="1"/>
                        <a:pt x="5" y="3143"/>
                        <a:pt x="2" y="5811"/>
                      </a:cubicBezTo>
                      <a:cubicBezTo>
                        <a:pt x="0" y="8499"/>
                        <a:pt x="2178" y="10682"/>
                        <a:pt x="4866" y="10685"/>
                      </a:cubicBezTo>
                      <a:cubicBezTo>
                        <a:pt x="4868" y="10685"/>
                        <a:pt x="4870" y="10685"/>
                        <a:pt x="4872" y="10685"/>
                      </a:cubicBezTo>
                      <a:cubicBezTo>
                        <a:pt x="7557" y="10685"/>
                        <a:pt x="9737" y="8508"/>
                        <a:pt x="9739" y="5822"/>
                      </a:cubicBezTo>
                      <a:cubicBezTo>
                        <a:pt x="9742" y="3133"/>
                        <a:pt x="8329" y="45"/>
                        <a:pt x="4783" y="1"/>
                      </a:cubicBezTo>
                      <a:cubicBezTo>
                        <a:pt x="4757" y="1"/>
                        <a:pt x="4730" y="1"/>
                        <a:pt x="4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111"/>
                <p:cNvSpPr/>
                <p:nvPr/>
              </p:nvSpPr>
              <p:spPr>
                <a:xfrm>
                  <a:off x="-4578650" y="638800"/>
                  <a:ext cx="153925" cy="558825"/>
                </a:xfrm>
                <a:custGeom>
                  <a:rect b="b" l="l" r="r" t="t"/>
                  <a:pathLst>
                    <a:path extrusionOk="0" h="22353" w="6157">
                      <a:moveTo>
                        <a:pt x="0" y="1"/>
                      </a:moveTo>
                      <a:lnTo>
                        <a:pt x="1002" y="21718"/>
                      </a:lnTo>
                      <a:cubicBezTo>
                        <a:pt x="1002" y="21718"/>
                        <a:pt x="1685" y="22352"/>
                        <a:pt x="3045" y="22353"/>
                      </a:cubicBezTo>
                      <a:cubicBezTo>
                        <a:pt x="3049" y="22353"/>
                        <a:pt x="3052" y="22353"/>
                        <a:pt x="3056" y="22353"/>
                      </a:cubicBezTo>
                      <a:cubicBezTo>
                        <a:pt x="4485" y="22353"/>
                        <a:pt x="5105" y="21723"/>
                        <a:pt x="5105" y="21723"/>
                      </a:cubicBezTo>
                      <a:lnTo>
                        <a:pt x="6157" y="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111"/>
                <p:cNvSpPr/>
                <p:nvPr/>
              </p:nvSpPr>
              <p:spPr>
                <a:xfrm>
                  <a:off x="-4596525" y="618825"/>
                  <a:ext cx="184925" cy="29825"/>
                </a:xfrm>
                <a:custGeom>
                  <a:rect b="b" l="l" r="r" t="t"/>
                  <a:pathLst>
                    <a:path extrusionOk="0" h="1193" w="7397">
                      <a:moveTo>
                        <a:pt x="1" y="0"/>
                      </a:moveTo>
                      <a:lnTo>
                        <a:pt x="701" y="793"/>
                      </a:lnTo>
                      <a:cubicBezTo>
                        <a:pt x="1992" y="1092"/>
                        <a:pt x="3106" y="1192"/>
                        <a:pt x="4019" y="1192"/>
                      </a:cubicBezTo>
                      <a:cubicBezTo>
                        <a:pt x="5843" y="1192"/>
                        <a:pt x="6857" y="793"/>
                        <a:pt x="6857" y="793"/>
                      </a:cubicBezTo>
                      <a:lnTo>
                        <a:pt x="7396" y="38"/>
                      </a:lnTo>
                      <a:lnTo>
                        <a:pt x="7396" y="38"/>
                      </a:lnTo>
                      <a:cubicBezTo>
                        <a:pt x="5867" y="370"/>
                        <a:pt x="4550" y="482"/>
                        <a:pt x="3469" y="482"/>
                      </a:cubicBezTo>
                      <a:cubicBezTo>
                        <a:pt x="1227" y="482"/>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111"/>
                <p:cNvSpPr/>
                <p:nvPr/>
              </p:nvSpPr>
              <p:spPr>
                <a:xfrm>
                  <a:off x="-4628300" y="530675"/>
                  <a:ext cx="249300" cy="29925"/>
                </a:xfrm>
                <a:custGeom>
                  <a:rect b="b" l="l" r="r" t="t"/>
                  <a:pathLst>
                    <a:path extrusionOk="0" h="1197" w="9972">
                      <a:moveTo>
                        <a:pt x="1" y="1"/>
                      </a:moveTo>
                      <a:lnTo>
                        <a:pt x="0" y="708"/>
                      </a:lnTo>
                      <a:cubicBezTo>
                        <a:pt x="0" y="708"/>
                        <a:pt x="1837" y="1193"/>
                        <a:pt x="4994" y="1197"/>
                      </a:cubicBezTo>
                      <a:cubicBezTo>
                        <a:pt x="5001" y="1197"/>
                        <a:pt x="5007" y="1197"/>
                        <a:pt x="5014" y="1197"/>
                      </a:cubicBezTo>
                      <a:cubicBezTo>
                        <a:pt x="8066" y="1197"/>
                        <a:pt x="9971" y="719"/>
                        <a:pt x="9971" y="719"/>
                      </a:cubicBezTo>
                      <a:lnTo>
                        <a:pt x="9972" y="12"/>
                      </a:lnTo>
                      <a:lnTo>
                        <a:pt x="9972" y="12"/>
                      </a:lnTo>
                      <a:cubicBezTo>
                        <a:pt x="9971" y="12"/>
                        <a:pt x="8240" y="490"/>
                        <a:pt x="5054" y="490"/>
                      </a:cubicBezTo>
                      <a:cubicBezTo>
                        <a:pt x="5040" y="490"/>
                        <a:pt x="5027" y="490"/>
                        <a:pt x="5013" y="490"/>
                      </a:cubicBezTo>
                      <a:cubicBezTo>
                        <a:pt x="2056" y="48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111"/>
                <p:cNvSpPr/>
                <p:nvPr/>
              </p:nvSpPr>
              <p:spPr>
                <a:xfrm>
                  <a:off x="-4517700" y="824050"/>
                  <a:ext cx="33375" cy="120300"/>
                </a:xfrm>
                <a:custGeom>
                  <a:rect b="b" l="l" r="r" t="t"/>
                  <a:pathLst>
                    <a:path extrusionOk="0" h="4812" w="1335">
                      <a:moveTo>
                        <a:pt x="630" y="0"/>
                      </a:moveTo>
                      <a:cubicBezTo>
                        <a:pt x="283" y="0"/>
                        <a:pt x="1" y="285"/>
                        <a:pt x="8" y="632"/>
                      </a:cubicBezTo>
                      <a:lnTo>
                        <a:pt x="76" y="4201"/>
                      </a:lnTo>
                      <a:cubicBezTo>
                        <a:pt x="82" y="4515"/>
                        <a:pt x="321" y="4776"/>
                        <a:pt x="633" y="4808"/>
                      </a:cubicBezTo>
                      <a:cubicBezTo>
                        <a:pt x="655" y="4810"/>
                        <a:pt x="677" y="4811"/>
                        <a:pt x="699" y="4811"/>
                      </a:cubicBezTo>
                      <a:cubicBezTo>
                        <a:pt x="1037" y="4811"/>
                        <a:pt x="1319" y="4538"/>
                        <a:pt x="1319" y="4193"/>
                      </a:cubicBezTo>
                      <a:lnTo>
                        <a:pt x="1334" y="627"/>
                      </a:lnTo>
                      <a:cubicBezTo>
                        <a:pt x="1335" y="292"/>
                        <a:pt x="1069" y="15"/>
                        <a:pt x="733" y="4"/>
                      </a:cubicBezTo>
                      <a:lnTo>
                        <a:pt x="651" y="1"/>
                      </a:lnTo>
                      <a:cubicBezTo>
                        <a:pt x="644" y="0"/>
                        <a:pt x="637"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111"/>
                <p:cNvSpPr/>
                <p:nvPr/>
              </p:nvSpPr>
              <p:spPr>
                <a:xfrm>
                  <a:off x="-4512225" y="910675"/>
                  <a:ext cx="23325" cy="18250"/>
                </a:xfrm>
                <a:custGeom>
                  <a:rect b="b" l="l" r="r" t="t"/>
                  <a:pathLst>
                    <a:path extrusionOk="0" h="730" w="933">
                      <a:moveTo>
                        <a:pt x="0" y="0"/>
                      </a:moveTo>
                      <a:lnTo>
                        <a:pt x="28" y="693"/>
                      </a:lnTo>
                      <a:lnTo>
                        <a:pt x="922" y="730"/>
                      </a:lnTo>
                      <a:lnTo>
                        <a:pt x="932"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60" name="Google Shape;8960;p111"/>
            <p:cNvGrpSpPr/>
            <p:nvPr/>
          </p:nvGrpSpPr>
          <p:grpSpPr>
            <a:xfrm rot="756415">
              <a:off x="1637257" y="303057"/>
              <a:ext cx="500563" cy="472888"/>
              <a:chOff x="-1174275" y="581450"/>
              <a:chExt cx="370100" cy="349638"/>
            </a:xfrm>
          </p:grpSpPr>
          <p:sp>
            <p:nvSpPr>
              <p:cNvPr id="8961" name="Google Shape;8961;p111"/>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111"/>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3" name="Google Shape;8963;p111"/>
            <p:cNvGrpSpPr/>
            <p:nvPr/>
          </p:nvGrpSpPr>
          <p:grpSpPr>
            <a:xfrm>
              <a:off x="8430776" y="2740077"/>
              <a:ext cx="606934" cy="489723"/>
              <a:chOff x="-1636175" y="409550"/>
              <a:chExt cx="448750" cy="362088"/>
            </a:xfrm>
          </p:grpSpPr>
          <p:sp>
            <p:nvSpPr>
              <p:cNvPr id="8964" name="Google Shape;8964;p111"/>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111"/>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6" name="Google Shape;8966;p111"/>
            <p:cNvGrpSpPr/>
            <p:nvPr/>
          </p:nvGrpSpPr>
          <p:grpSpPr>
            <a:xfrm rot="-708909">
              <a:off x="6890566" y="4305167"/>
              <a:ext cx="597549" cy="597688"/>
              <a:chOff x="5038846" y="235350"/>
              <a:chExt cx="158691" cy="158738"/>
            </a:xfrm>
          </p:grpSpPr>
          <p:sp>
            <p:nvSpPr>
              <p:cNvPr id="8967" name="Google Shape;8967;p111"/>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111"/>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111"/>
            <p:cNvGrpSpPr/>
            <p:nvPr/>
          </p:nvGrpSpPr>
          <p:grpSpPr>
            <a:xfrm>
              <a:off x="259252" y="1807327"/>
              <a:ext cx="546006" cy="519192"/>
              <a:chOff x="5164484" y="526738"/>
              <a:chExt cx="133266" cy="126713"/>
            </a:xfrm>
          </p:grpSpPr>
          <p:sp>
            <p:nvSpPr>
              <p:cNvPr id="8970" name="Google Shape;8970;p111"/>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11"/>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111"/>
            <p:cNvGrpSpPr/>
            <p:nvPr/>
          </p:nvGrpSpPr>
          <p:grpSpPr>
            <a:xfrm>
              <a:off x="511417" y="4538516"/>
              <a:ext cx="215033" cy="215222"/>
              <a:chOff x="5062659" y="967188"/>
              <a:chExt cx="109716" cy="109813"/>
            </a:xfrm>
          </p:grpSpPr>
          <p:sp>
            <p:nvSpPr>
              <p:cNvPr id="8973" name="Google Shape;8973;p111"/>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11"/>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11"/>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111"/>
            <p:cNvGrpSpPr/>
            <p:nvPr/>
          </p:nvGrpSpPr>
          <p:grpSpPr>
            <a:xfrm>
              <a:off x="172606" y="147288"/>
              <a:ext cx="1226224" cy="1460677"/>
              <a:chOff x="-2294600" y="1951375"/>
              <a:chExt cx="438125" cy="521913"/>
            </a:xfrm>
          </p:grpSpPr>
          <p:sp>
            <p:nvSpPr>
              <p:cNvPr id="8977" name="Google Shape;8977;p111"/>
              <p:cNvSpPr/>
              <p:nvPr/>
            </p:nvSpPr>
            <p:spPr>
              <a:xfrm>
                <a:off x="-2294600" y="1951375"/>
                <a:ext cx="438100" cy="521900"/>
              </a:xfrm>
              <a:custGeom>
                <a:rect b="b" l="l" r="r" t="t"/>
                <a:pathLst>
                  <a:path extrusionOk="0" h="20876" w="17524">
                    <a:moveTo>
                      <a:pt x="5361" y="0"/>
                    </a:moveTo>
                    <a:lnTo>
                      <a:pt x="0" y="13683"/>
                    </a:lnTo>
                    <a:lnTo>
                      <a:pt x="965" y="16487"/>
                    </a:lnTo>
                    <a:lnTo>
                      <a:pt x="12161" y="20875"/>
                    </a:lnTo>
                    <a:lnTo>
                      <a:pt x="17524" y="7192"/>
                    </a:lnTo>
                    <a:lnTo>
                      <a:pt x="16559" y="4387"/>
                    </a:lnTo>
                    <a:lnTo>
                      <a:pt x="5361"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8" name="Google Shape;8978;p111"/>
              <p:cNvGrpSpPr/>
              <p:nvPr/>
            </p:nvGrpSpPr>
            <p:grpSpPr>
              <a:xfrm>
                <a:off x="-2294575" y="1951463"/>
                <a:ext cx="438100" cy="521825"/>
                <a:chOff x="-2294575" y="1951463"/>
                <a:chExt cx="438100" cy="521825"/>
              </a:xfrm>
            </p:grpSpPr>
            <p:sp>
              <p:nvSpPr>
                <p:cNvPr id="8979" name="Google Shape;8979;p111"/>
                <p:cNvSpPr/>
                <p:nvPr/>
              </p:nvSpPr>
              <p:spPr>
                <a:xfrm>
                  <a:off x="-2294550" y="1951463"/>
                  <a:ext cx="413950" cy="451750"/>
                </a:xfrm>
                <a:custGeom>
                  <a:rect b="b" l="l" r="r" t="t"/>
                  <a:pathLst>
                    <a:path extrusionOk="0" h="18070" w="16558">
                      <a:moveTo>
                        <a:pt x="5361" y="0"/>
                      </a:moveTo>
                      <a:lnTo>
                        <a:pt x="0" y="13684"/>
                      </a:lnTo>
                      <a:lnTo>
                        <a:pt x="11196" y="18070"/>
                      </a:lnTo>
                      <a:lnTo>
                        <a:pt x="16558" y="4387"/>
                      </a:lnTo>
                      <a:lnTo>
                        <a:pt x="53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11"/>
                <p:cNvSpPr/>
                <p:nvPr/>
              </p:nvSpPr>
              <p:spPr>
                <a:xfrm>
                  <a:off x="-1933525" y="2073913"/>
                  <a:ext cx="20450" cy="14275"/>
                </a:xfrm>
                <a:custGeom>
                  <a:rect b="b" l="l" r="r" t="t"/>
                  <a:pathLst>
                    <a:path extrusionOk="0" h="571" w="818">
                      <a:moveTo>
                        <a:pt x="0" y="0"/>
                      </a:moveTo>
                      <a:lnTo>
                        <a:pt x="0" y="159"/>
                      </a:lnTo>
                      <a:lnTo>
                        <a:pt x="2" y="159"/>
                      </a:lnTo>
                      <a:cubicBezTo>
                        <a:pt x="2" y="322"/>
                        <a:pt x="99" y="477"/>
                        <a:pt x="261" y="542"/>
                      </a:cubicBezTo>
                      <a:cubicBezTo>
                        <a:pt x="310" y="561"/>
                        <a:pt x="361" y="570"/>
                        <a:pt x="411" y="570"/>
                      </a:cubicBezTo>
                      <a:cubicBezTo>
                        <a:pt x="576" y="570"/>
                        <a:pt x="731" y="471"/>
                        <a:pt x="795" y="310"/>
                      </a:cubicBezTo>
                      <a:cubicBezTo>
                        <a:pt x="812" y="259"/>
                        <a:pt x="817" y="209"/>
                        <a:pt x="817" y="159"/>
                      </a:cubicBezTo>
                      <a:lnTo>
                        <a:pt x="817" y="0"/>
                      </a:lnTo>
                      <a:close/>
                    </a:path>
                  </a:pathLst>
                </a:custGeom>
                <a:solidFill>
                  <a:srgbClr val="11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111"/>
                <p:cNvSpPr/>
                <p:nvPr/>
              </p:nvSpPr>
              <p:spPr>
                <a:xfrm>
                  <a:off x="-1934925" y="2064938"/>
                  <a:ext cx="23300" cy="20575"/>
                </a:xfrm>
                <a:custGeom>
                  <a:rect b="b" l="l" r="r" t="t"/>
                  <a:pathLst>
                    <a:path extrusionOk="0" h="823" w="932">
                      <a:moveTo>
                        <a:pt x="466" y="0"/>
                      </a:moveTo>
                      <a:cubicBezTo>
                        <a:pt x="302" y="0"/>
                        <a:pt x="147" y="99"/>
                        <a:pt x="84" y="261"/>
                      </a:cubicBezTo>
                      <a:cubicBezTo>
                        <a:pt x="0" y="473"/>
                        <a:pt x="105" y="711"/>
                        <a:pt x="316" y="794"/>
                      </a:cubicBezTo>
                      <a:cubicBezTo>
                        <a:pt x="366" y="813"/>
                        <a:pt x="417" y="823"/>
                        <a:pt x="467" y="823"/>
                      </a:cubicBezTo>
                      <a:cubicBezTo>
                        <a:pt x="631" y="823"/>
                        <a:pt x="785" y="723"/>
                        <a:pt x="849" y="561"/>
                      </a:cubicBezTo>
                      <a:cubicBezTo>
                        <a:pt x="931" y="351"/>
                        <a:pt x="828" y="113"/>
                        <a:pt x="616" y="29"/>
                      </a:cubicBezTo>
                      <a:cubicBezTo>
                        <a:pt x="567" y="9"/>
                        <a:pt x="516" y="0"/>
                        <a:pt x="4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111"/>
                <p:cNvSpPr/>
                <p:nvPr/>
              </p:nvSpPr>
              <p:spPr>
                <a:xfrm>
                  <a:off x="-2100450" y="2284813"/>
                  <a:ext cx="39275" cy="38750"/>
                </a:xfrm>
                <a:custGeom>
                  <a:rect b="b" l="l" r="r" t="t"/>
                  <a:pathLst>
                    <a:path extrusionOk="0" h="1550" w="1571">
                      <a:moveTo>
                        <a:pt x="1488" y="944"/>
                      </a:moveTo>
                      <a:cubicBezTo>
                        <a:pt x="1482" y="967"/>
                        <a:pt x="1474" y="988"/>
                        <a:pt x="1465" y="1012"/>
                      </a:cubicBezTo>
                      <a:cubicBezTo>
                        <a:pt x="1474" y="988"/>
                        <a:pt x="1482" y="966"/>
                        <a:pt x="1488" y="944"/>
                      </a:cubicBezTo>
                      <a:close/>
                      <a:moveTo>
                        <a:pt x="379" y="1369"/>
                      </a:moveTo>
                      <a:cubicBezTo>
                        <a:pt x="383" y="1370"/>
                        <a:pt x="387" y="1373"/>
                        <a:pt x="390" y="1375"/>
                      </a:cubicBezTo>
                      <a:cubicBezTo>
                        <a:pt x="387" y="1373"/>
                        <a:pt x="383" y="1372"/>
                        <a:pt x="379" y="1369"/>
                      </a:cubicBezTo>
                      <a:close/>
                      <a:moveTo>
                        <a:pt x="439" y="1403"/>
                      </a:moveTo>
                      <a:cubicBezTo>
                        <a:pt x="459" y="1413"/>
                        <a:pt x="480" y="1422"/>
                        <a:pt x="502" y="1431"/>
                      </a:cubicBezTo>
                      <a:cubicBezTo>
                        <a:pt x="479" y="1422"/>
                        <a:pt x="459" y="1413"/>
                        <a:pt x="439" y="1403"/>
                      </a:cubicBezTo>
                      <a:close/>
                      <a:moveTo>
                        <a:pt x="775" y="1"/>
                      </a:moveTo>
                      <a:cubicBezTo>
                        <a:pt x="480" y="1"/>
                        <a:pt x="199" y="179"/>
                        <a:pt x="85" y="471"/>
                      </a:cubicBezTo>
                      <a:cubicBezTo>
                        <a:pt x="0" y="688"/>
                        <a:pt x="24" y="919"/>
                        <a:pt x="130" y="1107"/>
                      </a:cubicBezTo>
                      <a:cubicBezTo>
                        <a:pt x="206" y="1279"/>
                        <a:pt x="346" y="1424"/>
                        <a:pt x="534" y="1498"/>
                      </a:cubicBezTo>
                      <a:cubicBezTo>
                        <a:pt x="622" y="1533"/>
                        <a:pt x="714" y="1550"/>
                        <a:pt x="804" y="1550"/>
                      </a:cubicBezTo>
                      <a:cubicBezTo>
                        <a:pt x="1100" y="1550"/>
                        <a:pt x="1380" y="1371"/>
                        <a:pt x="1494" y="1079"/>
                      </a:cubicBezTo>
                      <a:cubicBezTo>
                        <a:pt x="1571" y="883"/>
                        <a:pt x="1555" y="677"/>
                        <a:pt x="1476" y="501"/>
                      </a:cubicBezTo>
                      <a:cubicBezTo>
                        <a:pt x="1407" y="302"/>
                        <a:pt x="1256" y="135"/>
                        <a:pt x="1045" y="52"/>
                      </a:cubicBezTo>
                      <a:cubicBezTo>
                        <a:pt x="957" y="17"/>
                        <a:pt x="865" y="1"/>
                        <a:pt x="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111"/>
                <p:cNvSpPr/>
                <p:nvPr/>
              </p:nvSpPr>
              <p:spPr>
                <a:xfrm>
                  <a:off x="-2193050" y="2258163"/>
                  <a:ext cx="13675" cy="12050"/>
                </a:xfrm>
                <a:custGeom>
                  <a:rect b="b" l="l" r="r" t="t"/>
                  <a:pathLst>
                    <a:path extrusionOk="0" h="482" w="547">
                      <a:moveTo>
                        <a:pt x="273" y="0"/>
                      </a:moveTo>
                      <a:cubicBezTo>
                        <a:pt x="177" y="0"/>
                        <a:pt x="86" y="58"/>
                        <a:pt x="48" y="153"/>
                      </a:cubicBezTo>
                      <a:cubicBezTo>
                        <a:pt x="0" y="277"/>
                        <a:pt x="61" y="417"/>
                        <a:pt x="185" y="465"/>
                      </a:cubicBezTo>
                      <a:cubicBezTo>
                        <a:pt x="214" y="476"/>
                        <a:pt x="243" y="482"/>
                        <a:pt x="272" y="482"/>
                      </a:cubicBezTo>
                      <a:cubicBezTo>
                        <a:pt x="368" y="482"/>
                        <a:pt x="459" y="424"/>
                        <a:pt x="497" y="329"/>
                      </a:cubicBezTo>
                      <a:cubicBezTo>
                        <a:pt x="546" y="205"/>
                        <a:pt x="485" y="66"/>
                        <a:pt x="359" y="16"/>
                      </a:cubicBezTo>
                      <a:cubicBezTo>
                        <a:pt x="331" y="5"/>
                        <a:pt x="302"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11"/>
                <p:cNvSpPr/>
                <p:nvPr/>
              </p:nvSpPr>
              <p:spPr>
                <a:xfrm>
                  <a:off x="-2031325" y="2321538"/>
                  <a:ext cx="13650" cy="12050"/>
                </a:xfrm>
                <a:custGeom>
                  <a:rect b="b" l="l" r="r" t="t"/>
                  <a:pathLst>
                    <a:path extrusionOk="0" h="482" w="546">
                      <a:moveTo>
                        <a:pt x="272" y="0"/>
                      </a:moveTo>
                      <a:cubicBezTo>
                        <a:pt x="176" y="0"/>
                        <a:pt x="85" y="58"/>
                        <a:pt x="48" y="153"/>
                      </a:cubicBezTo>
                      <a:cubicBezTo>
                        <a:pt x="1" y="277"/>
                        <a:pt x="61" y="416"/>
                        <a:pt x="184" y="466"/>
                      </a:cubicBezTo>
                      <a:cubicBezTo>
                        <a:pt x="213" y="477"/>
                        <a:pt x="242" y="482"/>
                        <a:pt x="271" y="482"/>
                      </a:cubicBezTo>
                      <a:cubicBezTo>
                        <a:pt x="368" y="482"/>
                        <a:pt x="459" y="424"/>
                        <a:pt x="497" y="328"/>
                      </a:cubicBezTo>
                      <a:cubicBezTo>
                        <a:pt x="546" y="205"/>
                        <a:pt x="486" y="65"/>
                        <a:pt x="360" y="17"/>
                      </a:cubicBezTo>
                      <a:cubicBezTo>
                        <a:pt x="331" y="6"/>
                        <a:pt x="301"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11"/>
                <p:cNvSpPr/>
                <p:nvPr/>
              </p:nvSpPr>
              <p:spPr>
                <a:xfrm>
                  <a:off x="-2294575" y="2061113"/>
                  <a:ext cx="438100" cy="412175"/>
                </a:xfrm>
                <a:custGeom>
                  <a:rect b="b" l="l" r="r" t="t"/>
                  <a:pathLst>
                    <a:path extrusionOk="0" h="16487" w="17524">
                      <a:moveTo>
                        <a:pt x="16558" y="0"/>
                      </a:moveTo>
                      <a:lnTo>
                        <a:pt x="11197" y="13682"/>
                      </a:lnTo>
                      <a:lnTo>
                        <a:pt x="0" y="9296"/>
                      </a:lnTo>
                      <a:lnTo>
                        <a:pt x="965" y="12098"/>
                      </a:lnTo>
                      <a:lnTo>
                        <a:pt x="12162" y="16486"/>
                      </a:lnTo>
                      <a:lnTo>
                        <a:pt x="17524" y="2803"/>
                      </a:lnTo>
                      <a:lnTo>
                        <a:pt x="165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111"/>
                <p:cNvSpPr/>
                <p:nvPr/>
              </p:nvSpPr>
              <p:spPr>
                <a:xfrm>
                  <a:off x="-2087625" y="2056038"/>
                  <a:ext cx="184150" cy="187625"/>
                </a:xfrm>
                <a:custGeom>
                  <a:rect b="b" l="l" r="r" t="t"/>
                  <a:pathLst>
                    <a:path extrusionOk="0" h="7505" w="7366">
                      <a:moveTo>
                        <a:pt x="6207" y="0"/>
                      </a:moveTo>
                      <a:lnTo>
                        <a:pt x="5783" y="1083"/>
                      </a:lnTo>
                      <a:lnTo>
                        <a:pt x="5783" y="1189"/>
                      </a:lnTo>
                      <a:lnTo>
                        <a:pt x="5979" y="1266"/>
                      </a:lnTo>
                      <a:lnTo>
                        <a:pt x="1434" y="6904"/>
                      </a:lnTo>
                      <a:lnTo>
                        <a:pt x="713" y="6108"/>
                      </a:lnTo>
                      <a:lnTo>
                        <a:pt x="29" y="6546"/>
                      </a:lnTo>
                      <a:lnTo>
                        <a:pt x="1" y="6634"/>
                      </a:lnTo>
                      <a:lnTo>
                        <a:pt x="1004" y="7439"/>
                      </a:lnTo>
                      <a:lnTo>
                        <a:pt x="1057" y="7373"/>
                      </a:lnTo>
                      <a:lnTo>
                        <a:pt x="1435" y="6906"/>
                      </a:lnTo>
                      <a:lnTo>
                        <a:pt x="1058" y="7374"/>
                      </a:lnTo>
                      <a:lnTo>
                        <a:pt x="1004" y="7441"/>
                      </a:lnTo>
                      <a:cubicBezTo>
                        <a:pt x="1012" y="7449"/>
                        <a:pt x="1023" y="7455"/>
                        <a:pt x="1032" y="7461"/>
                      </a:cubicBezTo>
                      <a:lnTo>
                        <a:pt x="1040" y="7466"/>
                      </a:lnTo>
                      <a:cubicBezTo>
                        <a:pt x="1048" y="7471"/>
                        <a:pt x="1057" y="7475"/>
                        <a:pt x="1066" y="7479"/>
                      </a:cubicBezTo>
                      <a:cubicBezTo>
                        <a:pt x="1067" y="7480"/>
                        <a:pt x="1069" y="7480"/>
                        <a:pt x="1071" y="7481"/>
                      </a:cubicBezTo>
                      <a:cubicBezTo>
                        <a:pt x="1107" y="7497"/>
                        <a:pt x="1145" y="7504"/>
                        <a:pt x="1183" y="7504"/>
                      </a:cubicBezTo>
                      <a:cubicBezTo>
                        <a:pt x="1266" y="7504"/>
                        <a:pt x="1348" y="7468"/>
                        <a:pt x="1404" y="7397"/>
                      </a:cubicBezTo>
                      <a:lnTo>
                        <a:pt x="6259" y="1375"/>
                      </a:lnTo>
                      <a:lnTo>
                        <a:pt x="6941" y="1641"/>
                      </a:lnTo>
                      <a:lnTo>
                        <a:pt x="7365" y="559"/>
                      </a:lnTo>
                      <a:lnTo>
                        <a:pt x="7365" y="453"/>
                      </a:lnTo>
                      <a:lnTo>
                        <a:pt x="62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11"/>
                <p:cNvSpPr/>
                <p:nvPr/>
              </p:nvSpPr>
              <p:spPr>
                <a:xfrm>
                  <a:off x="-2153650" y="2264638"/>
                  <a:ext cx="39300" cy="38750"/>
                </a:xfrm>
                <a:custGeom>
                  <a:rect b="b" l="l" r="r" t="t"/>
                  <a:pathLst>
                    <a:path extrusionOk="0" h="1550" w="1572">
                      <a:moveTo>
                        <a:pt x="1505" y="876"/>
                      </a:moveTo>
                      <a:lnTo>
                        <a:pt x="1505" y="876"/>
                      </a:lnTo>
                      <a:cubicBezTo>
                        <a:pt x="1504" y="880"/>
                        <a:pt x="1504" y="884"/>
                        <a:pt x="1502" y="887"/>
                      </a:cubicBezTo>
                      <a:cubicBezTo>
                        <a:pt x="1502" y="882"/>
                        <a:pt x="1504" y="880"/>
                        <a:pt x="1505" y="876"/>
                      </a:cubicBezTo>
                      <a:close/>
                      <a:moveTo>
                        <a:pt x="380" y="1370"/>
                      </a:moveTo>
                      <a:lnTo>
                        <a:pt x="380" y="1370"/>
                      </a:lnTo>
                      <a:cubicBezTo>
                        <a:pt x="384" y="1371"/>
                        <a:pt x="387" y="1374"/>
                        <a:pt x="391" y="1376"/>
                      </a:cubicBezTo>
                      <a:cubicBezTo>
                        <a:pt x="387" y="1374"/>
                        <a:pt x="383" y="1372"/>
                        <a:pt x="380" y="1370"/>
                      </a:cubicBezTo>
                      <a:close/>
                      <a:moveTo>
                        <a:pt x="777" y="0"/>
                      </a:moveTo>
                      <a:cubicBezTo>
                        <a:pt x="481" y="0"/>
                        <a:pt x="201" y="179"/>
                        <a:pt x="86" y="471"/>
                      </a:cubicBezTo>
                      <a:cubicBezTo>
                        <a:pt x="0" y="688"/>
                        <a:pt x="25" y="918"/>
                        <a:pt x="131" y="1107"/>
                      </a:cubicBezTo>
                      <a:cubicBezTo>
                        <a:pt x="206" y="1278"/>
                        <a:pt x="346" y="1423"/>
                        <a:pt x="535" y="1498"/>
                      </a:cubicBezTo>
                      <a:cubicBezTo>
                        <a:pt x="623" y="1533"/>
                        <a:pt x="715" y="1550"/>
                        <a:pt x="804" y="1550"/>
                      </a:cubicBezTo>
                      <a:cubicBezTo>
                        <a:pt x="1101" y="1550"/>
                        <a:pt x="1381" y="1370"/>
                        <a:pt x="1495" y="1078"/>
                      </a:cubicBezTo>
                      <a:cubicBezTo>
                        <a:pt x="1572" y="884"/>
                        <a:pt x="1556" y="678"/>
                        <a:pt x="1476" y="500"/>
                      </a:cubicBezTo>
                      <a:cubicBezTo>
                        <a:pt x="1408" y="302"/>
                        <a:pt x="1257" y="134"/>
                        <a:pt x="1046" y="51"/>
                      </a:cubicBezTo>
                      <a:cubicBezTo>
                        <a:pt x="958" y="17"/>
                        <a:pt x="86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11"/>
                <p:cNvSpPr/>
                <p:nvPr/>
              </p:nvSpPr>
              <p:spPr>
                <a:xfrm>
                  <a:off x="-2259050" y="2223338"/>
                  <a:ext cx="39325" cy="38775"/>
                </a:xfrm>
                <a:custGeom>
                  <a:rect b="b" l="l" r="r" t="t"/>
                  <a:pathLst>
                    <a:path extrusionOk="0" h="1551" w="1573">
                      <a:moveTo>
                        <a:pt x="1505" y="877"/>
                      </a:moveTo>
                      <a:cubicBezTo>
                        <a:pt x="1505" y="881"/>
                        <a:pt x="1503" y="885"/>
                        <a:pt x="1502" y="887"/>
                      </a:cubicBezTo>
                      <a:cubicBezTo>
                        <a:pt x="1504" y="883"/>
                        <a:pt x="1505" y="879"/>
                        <a:pt x="1505" y="877"/>
                      </a:cubicBezTo>
                      <a:close/>
                      <a:moveTo>
                        <a:pt x="439" y="1404"/>
                      </a:moveTo>
                      <a:cubicBezTo>
                        <a:pt x="460" y="1413"/>
                        <a:pt x="482" y="1424"/>
                        <a:pt x="504" y="1433"/>
                      </a:cubicBezTo>
                      <a:cubicBezTo>
                        <a:pt x="482" y="1424"/>
                        <a:pt x="460" y="1414"/>
                        <a:pt x="439" y="1404"/>
                      </a:cubicBezTo>
                      <a:close/>
                      <a:moveTo>
                        <a:pt x="777" y="1"/>
                      </a:moveTo>
                      <a:cubicBezTo>
                        <a:pt x="481" y="1"/>
                        <a:pt x="201" y="180"/>
                        <a:pt x="86" y="472"/>
                      </a:cubicBezTo>
                      <a:cubicBezTo>
                        <a:pt x="0" y="689"/>
                        <a:pt x="25" y="919"/>
                        <a:pt x="131" y="1108"/>
                      </a:cubicBezTo>
                      <a:cubicBezTo>
                        <a:pt x="207" y="1279"/>
                        <a:pt x="346" y="1424"/>
                        <a:pt x="535" y="1499"/>
                      </a:cubicBezTo>
                      <a:cubicBezTo>
                        <a:pt x="624" y="1534"/>
                        <a:pt x="715" y="1550"/>
                        <a:pt x="805" y="1550"/>
                      </a:cubicBezTo>
                      <a:cubicBezTo>
                        <a:pt x="1101" y="1550"/>
                        <a:pt x="1381" y="1371"/>
                        <a:pt x="1496" y="1079"/>
                      </a:cubicBezTo>
                      <a:cubicBezTo>
                        <a:pt x="1572" y="883"/>
                        <a:pt x="1558" y="679"/>
                        <a:pt x="1476" y="501"/>
                      </a:cubicBezTo>
                      <a:cubicBezTo>
                        <a:pt x="1408" y="303"/>
                        <a:pt x="1257" y="135"/>
                        <a:pt x="1047" y="52"/>
                      </a:cubicBezTo>
                      <a:cubicBezTo>
                        <a:pt x="958" y="17"/>
                        <a:pt x="867"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11"/>
                <p:cNvSpPr/>
                <p:nvPr/>
              </p:nvSpPr>
              <p:spPr>
                <a:xfrm>
                  <a:off x="-2252275" y="2229838"/>
                  <a:ext cx="24300" cy="23125"/>
                </a:xfrm>
                <a:custGeom>
                  <a:rect b="b" l="l" r="r" t="t"/>
                  <a:pathLst>
                    <a:path extrusionOk="0" h="925" w="972">
                      <a:moveTo>
                        <a:pt x="468" y="1"/>
                      </a:moveTo>
                      <a:cubicBezTo>
                        <a:pt x="236" y="1"/>
                        <a:pt x="40" y="178"/>
                        <a:pt x="18" y="414"/>
                      </a:cubicBezTo>
                      <a:cubicBezTo>
                        <a:pt x="1" y="611"/>
                        <a:pt x="111" y="788"/>
                        <a:pt x="279" y="866"/>
                      </a:cubicBezTo>
                      <a:lnTo>
                        <a:pt x="279" y="869"/>
                      </a:lnTo>
                      <a:cubicBezTo>
                        <a:pt x="333" y="896"/>
                        <a:pt x="393" y="916"/>
                        <a:pt x="456" y="922"/>
                      </a:cubicBezTo>
                      <a:cubicBezTo>
                        <a:pt x="473" y="924"/>
                        <a:pt x="490" y="925"/>
                        <a:pt x="506" y="925"/>
                      </a:cubicBezTo>
                      <a:cubicBezTo>
                        <a:pt x="743" y="925"/>
                        <a:pt x="941" y="751"/>
                        <a:pt x="957" y="516"/>
                      </a:cubicBezTo>
                      <a:cubicBezTo>
                        <a:pt x="972" y="329"/>
                        <a:pt x="870" y="158"/>
                        <a:pt x="714" y="71"/>
                      </a:cubicBezTo>
                      <a:cubicBezTo>
                        <a:pt x="655" y="34"/>
                        <a:pt x="586" y="9"/>
                        <a:pt x="512" y="3"/>
                      </a:cubicBezTo>
                      <a:cubicBezTo>
                        <a:pt x="497" y="1"/>
                        <a:pt x="483"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111"/>
                <p:cNvSpPr/>
                <p:nvPr/>
              </p:nvSpPr>
              <p:spPr>
                <a:xfrm>
                  <a:off x="-1975575" y="2193263"/>
                  <a:ext cx="23375" cy="52875"/>
                </a:xfrm>
                <a:custGeom>
                  <a:rect b="b" l="l" r="r" t="t"/>
                  <a:pathLst>
                    <a:path extrusionOk="0" h="2115" w="935">
                      <a:moveTo>
                        <a:pt x="683" y="0"/>
                      </a:moveTo>
                      <a:lnTo>
                        <a:pt x="1" y="1743"/>
                      </a:lnTo>
                      <a:lnTo>
                        <a:pt x="1" y="2022"/>
                      </a:lnTo>
                      <a:lnTo>
                        <a:pt x="251" y="2115"/>
                      </a:lnTo>
                      <a:lnTo>
                        <a:pt x="935" y="372"/>
                      </a:lnTo>
                      <a:lnTo>
                        <a:pt x="935" y="93"/>
                      </a:lnTo>
                      <a:lnTo>
                        <a:pt x="6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111"/>
                <p:cNvSpPr/>
                <p:nvPr/>
              </p:nvSpPr>
              <p:spPr>
                <a:xfrm>
                  <a:off x="-2167200" y="1989363"/>
                  <a:ext cx="134500" cy="203875"/>
                </a:xfrm>
                <a:custGeom>
                  <a:rect b="b" l="l" r="r" t="t"/>
                  <a:pathLst>
                    <a:path extrusionOk="0" h="8155" w="5380">
                      <a:moveTo>
                        <a:pt x="2881" y="0"/>
                      </a:moveTo>
                      <a:cubicBezTo>
                        <a:pt x="1808" y="0"/>
                        <a:pt x="775" y="428"/>
                        <a:pt x="15" y="1179"/>
                      </a:cubicBezTo>
                      <a:cubicBezTo>
                        <a:pt x="0" y="1485"/>
                        <a:pt x="155" y="1740"/>
                        <a:pt x="660" y="1803"/>
                      </a:cubicBezTo>
                      <a:cubicBezTo>
                        <a:pt x="2133" y="1988"/>
                        <a:pt x="3800" y="2316"/>
                        <a:pt x="2089" y="4028"/>
                      </a:cubicBezTo>
                      <a:cubicBezTo>
                        <a:pt x="595" y="5525"/>
                        <a:pt x="2520" y="5619"/>
                        <a:pt x="3030" y="5619"/>
                      </a:cubicBezTo>
                      <a:cubicBezTo>
                        <a:pt x="3104" y="5619"/>
                        <a:pt x="3148" y="5618"/>
                        <a:pt x="3148" y="5618"/>
                      </a:cubicBezTo>
                      <a:lnTo>
                        <a:pt x="3148" y="5618"/>
                      </a:lnTo>
                      <a:cubicBezTo>
                        <a:pt x="3148" y="5618"/>
                        <a:pt x="4018" y="6541"/>
                        <a:pt x="2706" y="6726"/>
                      </a:cubicBezTo>
                      <a:cubicBezTo>
                        <a:pt x="1948" y="6831"/>
                        <a:pt x="1688" y="7465"/>
                        <a:pt x="1857" y="8022"/>
                      </a:cubicBezTo>
                      <a:cubicBezTo>
                        <a:pt x="2198" y="8112"/>
                        <a:pt x="2542" y="8155"/>
                        <a:pt x="2883" y="8155"/>
                      </a:cubicBezTo>
                      <a:cubicBezTo>
                        <a:pt x="3587" y="8155"/>
                        <a:pt x="4275" y="7970"/>
                        <a:pt x="4881" y="7630"/>
                      </a:cubicBezTo>
                      <a:cubicBezTo>
                        <a:pt x="4438" y="7437"/>
                        <a:pt x="4058" y="7138"/>
                        <a:pt x="4365" y="6727"/>
                      </a:cubicBezTo>
                      <a:cubicBezTo>
                        <a:pt x="4934" y="5963"/>
                        <a:pt x="5380" y="4346"/>
                        <a:pt x="4348" y="4346"/>
                      </a:cubicBezTo>
                      <a:cubicBezTo>
                        <a:pt x="4298" y="4346"/>
                        <a:pt x="4244" y="4350"/>
                        <a:pt x="4187" y="4357"/>
                      </a:cubicBezTo>
                      <a:cubicBezTo>
                        <a:pt x="4143" y="4363"/>
                        <a:pt x="4102" y="4366"/>
                        <a:pt x="4064" y="4366"/>
                      </a:cubicBezTo>
                      <a:cubicBezTo>
                        <a:pt x="3007" y="4366"/>
                        <a:pt x="3753" y="2192"/>
                        <a:pt x="2957" y="1834"/>
                      </a:cubicBezTo>
                      <a:cubicBezTo>
                        <a:pt x="2333" y="1556"/>
                        <a:pt x="2444" y="467"/>
                        <a:pt x="3109" y="7"/>
                      </a:cubicBezTo>
                      <a:cubicBezTo>
                        <a:pt x="3033" y="2"/>
                        <a:pt x="2957" y="0"/>
                        <a:pt x="2881"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111"/>
                <p:cNvSpPr/>
                <p:nvPr/>
              </p:nvSpPr>
              <p:spPr>
                <a:xfrm>
                  <a:off x="-2197600" y="1989338"/>
                  <a:ext cx="205850" cy="207900"/>
                </a:xfrm>
                <a:custGeom>
                  <a:rect b="b" l="l" r="r" t="t"/>
                  <a:pathLst>
                    <a:path extrusionOk="0" h="8316" w="8234">
                      <a:moveTo>
                        <a:pt x="8150" y="4500"/>
                      </a:moveTo>
                      <a:cubicBezTo>
                        <a:pt x="8150" y="4505"/>
                        <a:pt x="8150" y="4512"/>
                        <a:pt x="8149" y="4517"/>
                      </a:cubicBezTo>
                      <a:cubicBezTo>
                        <a:pt x="8149" y="4511"/>
                        <a:pt x="8150" y="4505"/>
                        <a:pt x="8150" y="4500"/>
                      </a:cubicBezTo>
                      <a:close/>
                      <a:moveTo>
                        <a:pt x="8136" y="4636"/>
                      </a:moveTo>
                      <a:cubicBezTo>
                        <a:pt x="8136" y="4637"/>
                        <a:pt x="8135" y="4638"/>
                        <a:pt x="8135" y="4639"/>
                      </a:cubicBezTo>
                      <a:lnTo>
                        <a:pt x="8135" y="4639"/>
                      </a:lnTo>
                      <a:cubicBezTo>
                        <a:pt x="8135" y="4638"/>
                        <a:pt x="8136" y="4637"/>
                        <a:pt x="8136" y="4636"/>
                      </a:cubicBezTo>
                      <a:close/>
                      <a:moveTo>
                        <a:pt x="1080" y="6817"/>
                      </a:moveTo>
                      <a:lnTo>
                        <a:pt x="1080" y="6817"/>
                      </a:lnTo>
                      <a:cubicBezTo>
                        <a:pt x="1081" y="6819"/>
                        <a:pt x="1082" y="6820"/>
                        <a:pt x="1084" y="6822"/>
                      </a:cubicBezTo>
                      <a:cubicBezTo>
                        <a:pt x="1082" y="6821"/>
                        <a:pt x="1081" y="6820"/>
                        <a:pt x="1080" y="6817"/>
                      </a:cubicBezTo>
                      <a:close/>
                      <a:moveTo>
                        <a:pt x="1469" y="7194"/>
                      </a:moveTo>
                      <a:cubicBezTo>
                        <a:pt x="1490" y="7212"/>
                        <a:pt x="1510" y="7229"/>
                        <a:pt x="1531" y="7246"/>
                      </a:cubicBezTo>
                      <a:cubicBezTo>
                        <a:pt x="1509" y="7229"/>
                        <a:pt x="1489" y="7212"/>
                        <a:pt x="1469" y="7194"/>
                      </a:cubicBezTo>
                      <a:close/>
                      <a:moveTo>
                        <a:pt x="1595" y="7297"/>
                      </a:moveTo>
                      <a:lnTo>
                        <a:pt x="1595" y="7297"/>
                      </a:lnTo>
                      <a:cubicBezTo>
                        <a:pt x="1623" y="7318"/>
                        <a:pt x="1651" y="7340"/>
                        <a:pt x="1680" y="7362"/>
                      </a:cubicBezTo>
                      <a:cubicBezTo>
                        <a:pt x="1650" y="7341"/>
                        <a:pt x="1622" y="7319"/>
                        <a:pt x="1595" y="7297"/>
                      </a:cubicBezTo>
                      <a:close/>
                      <a:moveTo>
                        <a:pt x="5632" y="7855"/>
                      </a:moveTo>
                      <a:cubicBezTo>
                        <a:pt x="5566" y="7883"/>
                        <a:pt x="5501" y="7908"/>
                        <a:pt x="5435" y="7930"/>
                      </a:cubicBezTo>
                      <a:cubicBezTo>
                        <a:pt x="5501" y="7906"/>
                        <a:pt x="5566" y="7883"/>
                        <a:pt x="5632" y="7855"/>
                      </a:cubicBezTo>
                      <a:close/>
                      <a:moveTo>
                        <a:pt x="5233" y="7993"/>
                      </a:moveTo>
                      <a:cubicBezTo>
                        <a:pt x="5132" y="8024"/>
                        <a:pt x="5029" y="8049"/>
                        <a:pt x="4925" y="8071"/>
                      </a:cubicBezTo>
                      <a:cubicBezTo>
                        <a:pt x="5028" y="8049"/>
                        <a:pt x="5132" y="8023"/>
                        <a:pt x="5233" y="7993"/>
                      </a:cubicBezTo>
                      <a:close/>
                      <a:moveTo>
                        <a:pt x="4822" y="8091"/>
                      </a:moveTo>
                      <a:cubicBezTo>
                        <a:pt x="4753" y="8105"/>
                        <a:pt x="4683" y="8115"/>
                        <a:pt x="4612" y="8123"/>
                      </a:cubicBezTo>
                      <a:cubicBezTo>
                        <a:pt x="4682" y="8115"/>
                        <a:pt x="4752" y="8105"/>
                        <a:pt x="4822" y="8091"/>
                      </a:cubicBezTo>
                      <a:close/>
                      <a:moveTo>
                        <a:pt x="4097" y="1"/>
                      </a:moveTo>
                      <a:cubicBezTo>
                        <a:pt x="2386" y="1"/>
                        <a:pt x="774" y="1086"/>
                        <a:pt x="212" y="2841"/>
                      </a:cubicBezTo>
                      <a:cubicBezTo>
                        <a:pt x="71" y="3280"/>
                        <a:pt x="11" y="3729"/>
                        <a:pt x="22" y="4170"/>
                      </a:cubicBezTo>
                      <a:cubicBezTo>
                        <a:pt x="1" y="5736"/>
                        <a:pt x="890" y="7240"/>
                        <a:pt x="2366" y="7929"/>
                      </a:cubicBezTo>
                      <a:cubicBezTo>
                        <a:pt x="2930" y="8192"/>
                        <a:pt x="3518" y="8316"/>
                        <a:pt x="4096" y="8316"/>
                      </a:cubicBezTo>
                      <a:cubicBezTo>
                        <a:pt x="5807" y="8316"/>
                        <a:pt x="7419" y="7231"/>
                        <a:pt x="7981" y="5475"/>
                      </a:cubicBezTo>
                      <a:cubicBezTo>
                        <a:pt x="8110" y="5073"/>
                        <a:pt x="8169" y="4663"/>
                        <a:pt x="8169" y="4256"/>
                      </a:cubicBezTo>
                      <a:cubicBezTo>
                        <a:pt x="8234" y="2650"/>
                        <a:pt x="7336" y="1091"/>
                        <a:pt x="5827" y="387"/>
                      </a:cubicBezTo>
                      <a:cubicBezTo>
                        <a:pt x="5264" y="124"/>
                        <a:pt x="4675" y="1"/>
                        <a:pt x="4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111"/>
                <p:cNvSpPr/>
                <p:nvPr/>
              </p:nvSpPr>
              <p:spPr>
                <a:xfrm>
                  <a:off x="-2149900" y="2043388"/>
                  <a:ext cx="109250" cy="95825"/>
                </a:xfrm>
                <a:custGeom>
                  <a:rect b="b" l="l" r="r" t="t"/>
                  <a:pathLst>
                    <a:path extrusionOk="0" h="3833" w="4370">
                      <a:moveTo>
                        <a:pt x="2190" y="0"/>
                      </a:moveTo>
                      <a:cubicBezTo>
                        <a:pt x="1932" y="0"/>
                        <a:pt x="1670" y="52"/>
                        <a:pt x="1419" y="162"/>
                      </a:cubicBezTo>
                      <a:cubicBezTo>
                        <a:pt x="446" y="588"/>
                        <a:pt x="1" y="1718"/>
                        <a:pt x="424" y="2686"/>
                      </a:cubicBezTo>
                      <a:cubicBezTo>
                        <a:pt x="738" y="3404"/>
                        <a:pt x="1441" y="3832"/>
                        <a:pt x="2180" y="3832"/>
                      </a:cubicBezTo>
                      <a:cubicBezTo>
                        <a:pt x="2438" y="3832"/>
                        <a:pt x="2700" y="3780"/>
                        <a:pt x="2951" y="3670"/>
                      </a:cubicBezTo>
                      <a:cubicBezTo>
                        <a:pt x="3924" y="3245"/>
                        <a:pt x="4369" y="2116"/>
                        <a:pt x="3946" y="1147"/>
                      </a:cubicBezTo>
                      <a:cubicBezTo>
                        <a:pt x="3632" y="428"/>
                        <a:pt x="2929" y="0"/>
                        <a:pt x="2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11"/>
                <p:cNvSpPr/>
                <p:nvPr/>
              </p:nvSpPr>
              <p:spPr>
                <a:xfrm>
                  <a:off x="-2107125" y="2079913"/>
                  <a:ext cx="23875" cy="22775"/>
                </a:xfrm>
                <a:custGeom>
                  <a:rect b="b" l="l" r="r" t="t"/>
                  <a:pathLst>
                    <a:path extrusionOk="0" h="911" w="955">
                      <a:moveTo>
                        <a:pt x="478" y="1"/>
                      </a:moveTo>
                      <a:cubicBezTo>
                        <a:pt x="264" y="1"/>
                        <a:pt x="63" y="153"/>
                        <a:pt x="27" y="391"/>
                      </a:cubicBezTo>
                      <a:cubicBezTo>
                        <a:pt x="1" y="560"/>
                        <a:pt x="77" y="735"/>
                        <a:pt x="219" y="830"/>
                      </a:cubicBezTo>
                      <a:cubicBezTo>
                        <a:pt x="300" y="885"/>
                        <a:pt x="390" y="911"/>
                        <a:pt x="477" y="911"/>
                      </a:cubicBezTo>
                      <a:cubicBezTo>
                        <a:pt x="691" y="911"/>
                        <a:pt x="892" y="759"/>
                        <a:pt x="929" y="521"/>
                      </a:cubicBezTo>
                      <a:cubicBezTo>
                        <a:pt x="954" y="351"/>
                        <a:pt x="878" y="177"/>
                        <a:pt x="737" y="81"/>
                      </a:cubicBezTo>
                      <a:cubicBezTo>
                        <a:pt x="655" y="26"/>
                        <a:pt x="565" y="1"/>
                        <a:pt x="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111"/>
                <p:cNvSpPr/>
                <p:nvPr/>
              </p:nvSpPr>
              <p:spPr>
                <a:xfrm>
                  <a:off x="-2146875" y="2271113"/>
                  <a:ext cx="24300" cy="23125"/>
                </a:xfrm>
                <a:custGeom>
                  <a:rect b="b" l="l" r="r" t="t"/>
                  <a:pathLst>
                    <a:path extrusionOk="0" h="925" w="972">
                      <a:moveTo>
                        <a:pt x="468" y="1"/>
                      </a:moveTo>
                      <a:cubicBezTo>
                        <a:pt x="236" y="1"/>
                        <a:pt x="39" y="178"/>
                        <a:pt x="18" y="415"/>
                      </a:cubicBezTo>
                      <a:cubicBezTo>
                        <a:pt x="0" y="611"/>
                        <a:pt x="111" y="788"/>
                        <a:pt x="279" y="867"/>
                      </a:cubicBezTo>
                      <a:lnTo>
                        <a:pt x="279" y="869"/>
                      </a:lnTo>
                      <a:cubicBezTo>
                        <a:pt x="333" y="897"/>
                        <a:pt x="393" y="916"/>
                        <a:pt x="456" y="922"/>
                      </a:cubicBezTo>
                      <a:cubicBezTo>
                        <a:pt x="473" y="924"/>
                        <a:pt x="489" y="925"/>
                        <a:pt x="506" y="925"/>
                      </a:cubicBezTo>
                      <a:cubicBezTo>
                        <a:pt x="742" y="925"/>
                        <a:pt x="941" y="751"/>
                        <a:pt x="957" y="516"/>
                      </a:cubicBezTo>
                      <a:cubicBezTo>
                        <a:pt x="972" y="331"/>
                        <a:pt x="869" y="161"/>
                        <a:pt x="714" y="71"/>
                      </a:cubicBezTo>
                      <a:cubicBezTo>
                        <a:pt x="654" y="34"/>
                        <a:pt x="586" y="9"/>
                        <a:pt x="511" y="3"/>
                      </a:cubicBezTo>
                      <a:cubicBezTo>
                        <a:pt x="497" y="1"/>
                        <a:pt x="482"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11"/>
                <p:cNvSpPr/>
                <p:nvPr/>
              </p:nvSpPr>
              <p:spPr>
                <a:xfrm>
                  <a:off x="-2093700" y="2291263"/>
                  <a:ext cx="24300" cy="23150"/>
                </a:xfrm>
                <a:custGeom>
                  <a:rect b="b" l="l" r="r" t="t"/>
                  <a:pathLst>
                    <a:path extrusionOk="0" h="926" w="972">
                      <a:moveTo>
                        <a:pt x="469" y="1"/>
                      </a:moveTo>
                      <a:cubicBezTo>
                        <a:pt x="236" y="1"/>
                        <a:pt x="39" y="178"/>
                        <a:pt x="18" y="415"/>
                      </a:cubicBezTo>
                      <a:cubicBezTo>
                        <a:pt x="0" y="611"/>
                        <a:pt x="111" y="788"/>
                        <a:pt x="279" y="868"/>
                      </a:cubicBezTo>
                      <a:lnTo>
                        <a:pt x="279" y="869"/>
                      </a:lnTo>
                      <a:cubicBezTo>
                        <a:pt x="333" y="897"/>
                        <a:pt x="393" y="916"/>
                        <a:pt x="456" y="922"/>
                      </a:cubicBezTo>
                      <a:cubicBezTo>
                        <a:pt x="473" y="924"/>
                        <a:pt x="490" y="925"/>
                        <a:pt x="507" y="925"/>
                      </a:cubicBezTo>
                      <a:cubicBezTo>
                        <a:pt x="743" y="925"/>
                        <a:pt x="941" y="751"/>
                        <a:pt x="957" y="517"/>
                      </a:cubicBezTo>
                      <a:cubicBezTo>
                        <a:pt x="972" y="331"/>
                        <a:pt x="870" y="161"/>
                        <a:pt x="714" y="71"/>
                      </a:cubicBezTo>
                      <a:cubicBezTo>
                        <a:pt x="655" y="34"/>
                        <a:pt x="587" y="9"/>
                        <a:pt x="511" y="3"/>
                      </a:cubicBezTo>
                      <a:cubicBezTo>
                        <a:pt x="497" y="2"/>
                        <a:pt x="483"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11"/>
                <p:cNvSpPr/>
                <p:nvPr/>
              </p:nvSpPr>
              <p:spPr>
                <a:xfrm>
                  <a:off x="-2222725" y="2179463"/>
                  <a:ext cx="114350" cy="64025"/>
                </a:xfrm>
                <a:custGeom>
                  <a:rect b="b" l="l" r="r" t="t"/>
                  <a:pathLst>
                    <a:path extrusionOk="0" h="2561" w="4574">
                      <a:moveTo>
                        <a:pt x="355" y="0"/>
                      </a:moveTo>
                      <a:lnTo>
                        <a:pt x="0" y="908"/>
                      </a:lnTo>
                      <a:lnTo>
                        <a:pt x="3360" y="2224"/>
                      </a:lnTo>
                      <a:lnTo>
                        <a:pt x="4010" y="2479"/>
                      </a:lnTo>
                      <a:lnTo>
                        <a:pt x="4217" y="2560"/>
                      </a:lnTo>
                      <a:lnTo>
                        <a:pt x="4573" y="1652"/>
                      </a:lnTo>
                      <a:lnTo>
                        <a:pt x="3807" y="1352"/>
                      </a:lnTo>
                      <a:lnTo>
                        <a:pt x="3596" y="1269"/>
                      </a:lnTo>
                      <a:lnTo>
                        <a:pt x="1863" y="591"/>
                      </a:lnTo>
                      <a:lnTo>
                        <a:pt x="1545" y="466"/>
                      </a:lnTo>
                      <a:lnTo>
                        <a:pt x="3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1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8998" name="Shape 8998"/>
        <p:cNvGrpSpPr/>
        <p:nvPr/>
      </p:nvGrpSpPr>
      <p:grpSpPr>
        <a:xfrm>
          <a:off x="0" y="0"/>
          <a:ext cx="0" cy="0"/>
          <a:chOff x="0" y="0"/>
          <a:chExt cx="0" cy="0"/>
        </a:xfrm>
      </p:grpSpPr>
      <p:sp>
        <p:nvSpPr>
          <p:cNvPr id="8999" name="Google Shape;8999;p112"/>
          <p:cNvSpPr/>
          <p:nvPr>
            <p:ph idx="2" type="pic"/>
          </p:nvPr>
        </p:nvSpPr>
        <p:spPr>
          <a:xfrm>
            <a:off x="0" y="0"/>
            <a:ext cx="9149400" cy="5143500"/>
          </a:xfrm>
          <a:prstGeom prst="rect">
            <a:avLst/>
          </a:prstGeom>
          <a:noFill/>
          <a:ln>
            <a:noFill/>
          </a:ln>
        </p:spPr>
      </p:sp>
      <p:sp>
        <p:nvSpPr>
          <p:cNvPr id="9000" name="Google Shape;9000;p112"/>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algn="ctr">
              <a:spcBef>
                <a:spcPts val="0"/>
              </a:spcBef>
              <a:spcAft>
                <a:spcPts val="0"/>
              </a:spcAft>
              <a:buSzPts val="2200"/>
              <a:buNone/>
              <a:defRPr sz="2200">
                <a:solidFill>
                  <a:schemeClr val="lt1"/>
                </a:solidFill>
              </a:defRPr>
            </a:lvl1pPr>
            <a:lvl2pPr lvl="1" algn="ctr">
              <a:spcBef>
                <a:spcPts val="0"/>
              </a:spcBef>
              <a:spcAft>
                <a:spcPts val="0"/>
              </a:spcAft>
              <a:buSzPts val="2200"/>
              <a:buFont typeface="Coiny"/>
              <a:buNone/>
              <a:defRPr sz="2200">
                <a:latin typeface="Coiny"/>
                <a:ea typeface="Coiny"/>
                <a:cs typeface="Coiny"/>
                <a:sym typeface="Coiny"/>
              </a:defRPr>
            </a:lvl2pPr>
            <a:lvl3pPr lvl="2" algn="ctr">
              <a:spcBef>
                <a:spcPts val="0"/>
              </a:spcBef>
              <a:spcAft>
                <a:spcPts val="0"/>
              </a:spcAft>
              <a:buSzPts val="2200"/>
              <a:buFont typeface="Coiny"/>
              <a:buNone/>
              <a:defRPr sz="2200">
                <a:latin typeface="Coiny"/>
                <a:ea typeface="Coiny"/>
                <a:cs typeface="Coiny"/>
                <a:sym typeface="Coiny"/>
              </a:defRPr>
            </a:lvl3pPr>
            <a:lvl4pPr lvl="3" algn="ctr">
              <a:spcBef>
                <a:spcPts val="0"/>
              </a:spcBef>
              <a:spcAft>
                <a:spcPts val="0"/>
              </a:spcAft>
              <a:buSzPts val="2200"/>
              <a:buFont typeface="Coiny"/>
              <a:buNone/>
              <a:defRPr sz="2200">
                <a:latin typeface="Coiny"/>
                <a:ea typeface="Coiny"/>
                <a:cs typeface="Coiny"/>
                <a:sym typeface="Coiny"/>
              </a:defRPr>
            </a:lvl4pPr>
            <a:lvl5pPr lvl="4" algn="ctr">
              <a:spcBef>
                <a:spcPts val="0"/>
              </a:spcBef>
              <a:spcAft>
                <a:spcPts val="0"/>
              </a:spcAft>
              <a:buSzPts val="2200"/>
              <a:buFont typeface="Coiny"/>
              <a:buNone/>
              <a:defRPr sz="2200">
                <a:latin typeface="Coiny"/>
                <a:ea typeface="Coiny"/>
                <a:cs typeface="Coiny"/>
                <a:sym typeface="Coiny"/>
              </a:defRPr>
            </a:lvl5pPr>
            <a:lvl6pPr lvl="5" algn="ctr">
              <a:spcBef>
                <a:spcPts val="0"/>
              </a:spcBef>
              <a:spcAft>
                <a:spcPts val="0"/>
              </a:spcAft>
              <a:buSzPts val="2200"/>
              <a:buFont typeface="Coiny"/>
              <a:buNone/>
              <a:defRPr sz="2200">
                <a:latin typeface="Coiny"/>
                <a:ea typeface="Coiny"/>
                <a:cs typeface="Coiny"/>
                <a:sym typeface="Coiny"/>
              </a:defRPr>
            </a:lvl6pPr>
            <a:lvl7pPr lvl="6" algn="ctr">
              <a:spcBef>
                <a:spcPts val="0"/>
              </a:spcBef>
              <a:spcAft>
                <a:spcPts val="0"/>
              </a:spcAft>
              <a:buSzPts val="2200"/>
              <a:buFont typeface="Coiny"/>
              <a:buNone/>
              <a:defRPr sz="2200">
                <a:latin typeface="Coiny"/>
                <a:ea typeface="Coiny"/>
                <a:cs typeface="Coiny"/>
                <a:sym typeface="Coiny"/>
              </a:defRPr>
            </a:lvl7pPr>
            <a:lvl8pPr lvl="7" algn="ctr">
              <a:spcBef>
                <a:spcPts val="0"/>
              </a:spcBef>
              <a:spcAft>
                <a:spcPts val="0"/>
              </a:spcAft>
              <a:buSzPts val="2200"/>
              <a:buFont typeface="Coiny"/>
              <a:buNone/>
              <a:defRPr sz="2200">
                <a:latin typeface="Coiny"/>
                <a:ea typeface="Coiny"/>
                <a:cs typeface="Coiny"/>
                <a:sym typeface="Coiny"/>
              </a:defRPr>
            </a:lvl8pPr>
            <a:lvl9pPr lvl="8" algn="ctr">
              <a:spcBef>
                <a:spcPts val="0"/>
              </a:spcBef>
              <a:spcAft>
                <a:spcPts val="0"/>
              </a:spcAft>
              <a:buSzPts val="2200"/>
              <a:buFont typeface="Coiny"/>
              <a:buNone/>
              <a:defRPr sz="2200">
                <a:latin typeface="Coiny"/>
                <a:ea typeface="Coiny"/>
                <a:cs typeface="Coiny"/>
                <a:sym typeface="Coiny"/>
              </a:defRPr>
            </a:lvl9pPr>
          </a:lstStyle>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9001" name="Shape 9001"/>
        <p:cNvGrpSpPr/>
        <p:nvPr/>
      </p:nvGrpSpPr>
      <p:grpSpPr>
        <a:xfrm>
          <a:off x="0" y="0"/>
          <a:ext cx="0" cy="0"/>
          <a:chOff x="0" y="0"/>
          <a:chExt cx="0" cy="0"/>
        </a:xfrm>
      </p:grpSpPr>
      <p:sp>
        <p:nvSpPr>
          <p:cNvPr id="9002" name="Google Shape;9002;p113"/>
          <p:cNvSpPr txBox="1"/>
          <p:nvPr>
            <p:ph hasCustomPrompt="1" type="title"/>
          </p:nvPr>
        </p:nvSpPr>
        <p:spPr>
          <a:xfrm>
            <a:off x="1211539" y="1787300"/>
            <a:ext cx="6720900" cy="12216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7000">
                <a:solidFill>
                  <a:schemeClr val="accent3"/>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003" name="Google Shape;9003;p113"/>
          <p:cNvSpPr txBox="1"/>
          <p:nvPr>
            <p:ph idx="1" type="subTitle"/>
          </p:nvPr>
        </p:nvSpPr>
        <p:spPr>
          <a:xfrm>
            <a:off x="1211539" y="3008950"/>
            <a:ext cx="6720900" cy="497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grpSp>
        <p:nvGrpSpPr>
          <p:cNvPr id="9004" name="Google Shape;9004;p113"/>
          <p:cNvGrpSpPr/>
          <p:nvPr/>
        </p:nvGrpSpPr>
        <p:grpSpPr>
          <a:xfrm>
            <a:off x="213847" y="102639"/>
            <a:ext cx="8784101" cy="4871990"/>
            <a:chOff x="213847" y="102639"/>
            <a:chExt cx="8784101" cy="4871990"/>
          </a:xfrm>
        </p:grpSpPr>
        <p:grpSp>
          <p:nvGrpSpPr>
            <p:cNvPr id="9005" name="Google Shape;9005;p113"/>
            <p:cNvGrpSpPr/>
            <p:nvPr/>
          </p:nvGrpSpPr>
          <p:grpSpPr>
            <a:xfrm>
              <a:off x="7495905" y="189348"/>
              <a:ext cx="1274016" cy="1083408"/>
              <a:chOff x="2880571" y="194363"/>
              <a:chExt cx="650041" cy="552788"/>
            </a:xfrm>
          </p:grpSpPr>
          <p:sp>
            <p:nvSpPr>
              <p:cNvPr id="9006" name="Google Shape;9006;p113"/>
              <p:cNvSpPr/>
              <p:nvPr/>
            </p:nvSpPr>
            <p:spPr>
              <a:xfrm>
                <a:off x="2880571" y="194363"/>
                <a:ext cx="648725" cy="551800"/>
              </a:xfrm>
              <a:custGeom>
                <a:rect b="b" l="l" r="r" t="t"/>
                <a:pathLst>
                  <a:path extrusionOk="0" h="22072" w="25949">
                    <a:moveTo>
                      <a:pt x="14372" y="1"/>
                    </a:moveTo>
                    <a:cubicBezTo>
                      <a:pt x="11516" y="1"/>
                      <a:pt x="8653" y="1093"/>
                      <a:pt x="6502" y="3555"/>
                    </a:cubicBezTo>
                    <a:cubicBezTo>
                      <a:pt x="0" y="10327"/>
                      <a:pt x="5289" y="22072"/>
                      <a:pt x="14402" y="22072"/>
                    </a:cubicBezTo>
                    <a:cubicBezTo>
                      <a:pt x="14703" y="22072"/>
                      <a:pt x="15008" y="22059"/>
                      <a:pt x="15316" y="22033"/>
                    </a:cubicBezTo>
                    <a:cubicBezTo>
                      <a:pt x="20809" y="21806"/>
                      <a:pt x="25536" y="17001"/>
                      <a:pt x="25684" y="11509"/>
                    </a:cubicBezTo>
                    <a:cubicBezTo>
                      <a:pt x="25855" y="11340"/>
                      <a:pt x="25949" y="11241"/>
                      <a:pt x="25949" y="11241"/>
                    </a:cubicBezTo>
                    <a:cubicBezTo>
                      <a:pt x="25949" y="11241"/>
                      <a:pt x="25860" y="11147"/>
                      <a:pt x="25696" y="10985"/>
                    </a:cubicBezTo>
                    <a:cubicBezTo>
                      <a:pt x="25831" y="4414"/>
                      <a:pt x="20114" y="1"/>
                      <a:pt x="14372" y="1"/>
                    </a:cubicBezTo>
                    <a:close/>
                  </a:path>
                </a:pathLst>
              </a:custGeom>
              <a:solidFill>
                <a:schemeClr val="accent4"/>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13"/>
              <p:cNvSpPr/>
              <p:nvPr/>
            </p:nvSpPr>
            <p:spPr>
              <a:xfrm>
                <a:off x="2972013" y="194875"/>
                <a:ext cx="552275" cy="552275"/>
              </a:xfrm>
              <a:custGeom>
                <a:rect b="b" l="l" r="r" t="t"/>
                <a:pathLst>
                  <a:path extrusionOk="0" h="22091" w="22091">
                    <a:moveTo>
                      <a:pt x="11046" y="1"/>
                    </a:moveTo>
                    <a:cubicBezTo>
                      <a:pt x="8116" y="1"/>
                      <a:pt x="5307" y="1165"/>
                      <a:pt x="3236" y="3236"/>
                    </a:cubicBezTo>
                    <a:cubicBezTo>
                      <a:pt x="1165" y="5307"/>
                      <a:pt x="1" y="8116"/>
                      <a:pt x="1" y="11045"/>
                    </a:cubicBezTo>
                    <a:cubicBezTo>
                      <a:pt x="1" y="13975"/>
                      <a:pt x="1165" y="16784"/>
                      <a:pt x="3236" y="18855"/>
                    </a:cubicBezTo>
                    <a:cubicBezTo>
                      <a:pt x="5307" y="20926"/>
                      <a:pt x="8116" y="22090"/>
                      <a:pt x="11046" y="22090"/>
                    </a:cubicBezTo>
                    <a:cubicBezTo>
                      <a:pt x="13975" y="22090"/>
                      <a:pt x="16784" y="20926"/>
                      <a:pt x="18856" y="18855"/>
                    </a:cubicBezTo>
                    <a:cubicBezTo>
                      <a:pt x="20928" y="16784"/>
                      <a:pt x="22091" y="13975"/>
                      <a:pt x="22091" y="11045"/>
                    </a:cubicBezTo>
                    <a:cubicBezTo>
                      <a:pt x="22091" y="8116"/>
                      <a:pt x="20928" y="5307"/>
                      <a:pt x="18856" y="3236"/>
                    </a:cubicBezTo>
                    <a:cubicBezTo>
                      <a:pt x="16784" y="1165"/>
                      <a:pt x="13975" y="1"/>
                      <a:pt x="110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13"/>
              <p:cNvSpPr/>
              <p:nvPr/>
            </p:nvSpPr>
            <p:spPr>
              <a:xfrm>
                <a:off x="2985188" y="342975"/>
                <a:ext cx="281225" cy="129125"/>
              </a:xfrm>
              <a:custGeom>
                <a:rect b="b" l="l" r="r" t="t"/>
                <a:pathLst>
                  <a:path extrusionOk="0" h="5165" w="11249">
                    <a:moveTo>
                      <a:pt x="730" y="0"/>
                    </a:moveTo>
                    <a:cubicBezTo>
                      <a:pt x="437" y="553"/>
                      <a:pt x="191" y="1138"/>
                      <a:pt x="0" y="1743"/>
                    </a:cubicBezTo>
                    <a:cubicBezTo>
                      <a:pt x="2739" y="3889"/>
                      <a:pt x="6187" y="5164"/>
                      <a:pt x="9935" y="5164"/>
                    </a:cubicBezTo>
                    <a:cubicBezTo>
                      <a:pt x="9999" y="5164"/>
                      <a:pt x="10061" y="5164"/>
                      <a:pt x="10126" y="5161"/>
                    </a:cubicBezTo>
                    <a:lnTo>
                      <a:pt x="10179" y="5161"/>
                    </a:lnTo>
                    <a:cubicBezTo>
                      <a:pt x="10243" y="5161"/>
                      <a:pt x="10312" y="5159"/>
                      <a:pt x="10379" y="5159"/>
                    </a:cubicBezTo>
                    <a:cubicBezTo>
                      <a:pt x="10385" y="5156"/>
                      <a:pt x="10394" y="5156"/>
                      <a:pt x="10403" y="5156"/>
                    </a:cubicBezTo>
                    <a:lnTo>
                      <a:pt x="10464" y="5156"/>
                    </a:lnTo>
                    <a:cubicBezTo>
                      <a:pt x="10472" y="5154"/>
                      <a:pt x="10478" y="5154"/>
                      <a:pt x="10487" y="5154"/>
                    </a:cubicBezTo>
                    <a:lnTo>
                      <a:pt x="10540" y="5154"/>
                    </a:lnTo>
                    <a:cubicBezTo>
                      <a:pt x="10542" y="5152"/>
                      <a:pt x="10543" y="5152"/>
                      <a:pt x="10545" y="5152"/>
                    </a:cubicBezTo>
                    <a:cubicBezTo>
                      <a:pt x="10547" y="5152"/>
                      <a:pt x="10549" y="5152"/>
                      <a:pt x="10552" y="5154"/>
                    </a:cubicBezTo>
                    <a:cubicBezTo>
                      <a:pt x="10559" y="5151"/>
                      <a:pt x="10568" y="5151"/>
                      <a:pt x="10577" y="5151"/>
                    </a:cubicBezTo>
                    <a:lnTo>
                      <a:pt x="10604" y="5151"/>
                    </a:lnTo>
                    <a:cubicBezTo>
                      <a:pt x="10604" y="5150"/>
                      <a:pt x="10605" y="5149"/>
                      <a:pt x="10606" y="5149"/>
                    </a:cubicBezTo>
                    <a:cubicBezTo>
                      <a:pt x="10608" y="5149"/>
                      <a:pt x="10609" y="5150"/>
                      <a:pt x="10611" y="5151"/>
                    </a:cubicBezTo>
                    <a:cubicBezTo>
                      <a:pt x="10616" y="5149"/>
                      <a:pt x="10622" y="5149"/>
                      <a:pt x="10629" y="5149"/>
                    </a:cubicBezTo>
                    <a:lnTo>
                      <a:pt x="10644" y="5149"/>
                    </a:lnTo>
                    <a:cubicBezTo>
                      <a:pt x="10660" y="5149"/>
                      <a:pt x="10675" y="5146"/>
                      <a:pt x="10694" y="5146"/>
                    </a:cubicBezTo>
                    <a:lnTo>
                      <a:pt x="10702" y="5146"/>
                    </a:lnTo>
                    <a:cubicBezTo>
                      <a:pt x="10882" y="5135"/>
                      <a:pt x="11067" y="5124"/>
                      <a:pt x="11249" y="5109"/>
                    </a:cubicBezTo>
                    <a:cubicBezTo>
                      <a:pt x="11148" y="5099"/>
                      <a:pt x="11042" y="5091"/>
                      <a:pt x="10939" y="5071"/>
                    </a:cubicBezTo>
                    <a:cubicBezTo>
                      <a:pt x="10914" y="5071"/>
                      <a:pt x="10894" y="5067"/>
                      <a:pt x="10872" y="5065"/>
                    </a:cubicBezTo>
                    <a:cubicBezTo>
                      <a:pt x="10808" y="5062"/>
                      <a:pt x="10747" y="5053"/>
                      <a:pt x="10685" y="5047"/>
                    </a:cubicBezTo>
                    <a:lnTo>
                      <a:pt x="10682" y="5047"/>
                    </a:lnTo>
                    <a:cubicBezTo>
                      <a:pt x="10661" y="5045"/>
                      <a:pt x="10640" y="5040"/>
                      <a:pt x="10618" y="5037"/>
                    </a:cubicBezTo>
                    <a:cubicBezTo>
                      <a:pt x="10609" y="5037"/>
                      <a:pt x="10603" y="5037"/>
                      <a:pt x="10597" y="5035"/>
                    </a:cubicBezTo>
                    <a:lnTo>
                      <a:pt x="10581" y="5035"/>
                    </a:lnTo>
                    <a:cubicBezTo>
                      <a:pt x="10572" y="5035"/>
                      <a:pt x="10566" y="5032"/>
                      <a:pt x="10558" y="5032"/>
                    </a:cubicBezTo>
                    <a:lnTo>
                      <a:pt x="10546" y="5032"/>
                    </a:lnTo>
                    <a:cubicBezTo>
                      <a:pt x="10541" y="5030"/>
                      <a:pt x="10535" y="5030"/>
                      <a:pt x="10528" y="5030"/>
                    </a:cubicBezTo>
                    <a:cubicBezTo>
                      <a:pt x="10519" y="5027"/>
                      <a:pt x="10510" y="5027"/>
                      <a:pt x="10501" y="5027"/>
                    </a:cubicBezTo>
                    <a:lnTo>
                      <a:pt x="10499" y="5027"/>
                    </a:lnTo>
                    <a:cubicBezTo>
                      <a:pt x="10492" y="5025"/>
                      <a:pt x="10485" y="5025"/>
                      <a:pt x="10483" y="5025"/>
                    </a:cubicBezTo>
                    <a:lnTo>
                      <a:pt x="10477" y="5025"/>
                    </a:lnTo>
                    <a:cubicBezTo>
                      <a:pt x="10464" y="5021"/>
                      <a:pt x="10452" y="5021"/>
                      <a:pt x="10443" y="5019"/>
                    </a:cubicBezTo>
                    <a:cubicBezTo>
                      <a:pt x="10434" y="5019"/>
                      <a:pt x="10425" y="5019"/>
                      <a:pt x="10418" y="5016"/>
                    </a:cubicBezTo>
                    <a:cubicBezTo>
                      <a:pt x="10406" y="5016"/>
                      <a:pt x="10396" y="5014"/>
                      <a:pt x="10387" y="5014"/>
                    </a:cubicBezTo>
                    <a:cubicBezTo>
                      <a:pt x="10381" y="5014"/>
                      <a:pt x="10377" y="5011"/>
                      <a:pt x="10375" y="5011"/>
                    </a:cubicBezTo>
                    <a:cubicBezTo>
                      <a:pt x="10319" y="5004"/>
                      <a:pt x="10263" y="4995"/>
                      <a:pt x="10209" y="4986"/>
                    </a:cubicBezTo>
                    <a:lnTo>
                      <a:pt x="10190" y="4986"/>
                    </a:lnTo>
                    <a:cubicBezTo>
                      <a:pt x="6474" y="4439"/>
                      <a:pt x="3170" y="2628"/>
                      <a:pt x="7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113"/>
              <p:cNvSpPr/>
              <p:nvPr/>
            </p:nvSpPr>
            <p:spPr>
              <a:xfrm>
                <a:off x="3229863" y="470125"/>
                <a:ext cx="281325" cy="128825"/>
              </a:xfrm>
              <a:custGeom>
                <a:rect b="b" l="l" r="r" t="t"/>
                <a:pathLst>
                  <a:path extrusionOk="0" h="5153" w="11253">
                    <a:moveTo>
                      <a:pt x="1352" y="1"/>
                    </a:moveTo>
                    <a:cubicBezTo>
                      <a:pt x="1338" y="1"/>
                      <a:pt x="1325" y="1"/>
                      <a:pt x="1311" y="1"/>
                    </a:cubicBezTo>
                    <a:lnTo>
                      <a:pt x="1151" y="1"/>
                    </a:lnTo>
                    <a:cubicBezTo>
                      <a:pt x="1124" y="1"/>
                      <a:pt x="1095" y="3"/>
                      <a:pt x="1069" y="3"/>
                    </a:cubicBezTo>
                    <a:cubicBezTo>
                      <a:pt x="1003" y="3"/>
                      <a:pt x="939" y="6"/>
                      <a:pt x="871" y="6"/>
                    </a:cubicBezTo>
                    <a:cubicBezTo>
                      <a:pt x="862" y="6"/>
                      <a:pt x="853" y="6"/>
                      <a:pt x="845" y="8"/>
                    </a:cubicBezTo>
                    <a:lnTo>
                      <a:pt x="786" y="8"/>
                    </a:lnTo>
                    <a:cubicBezTo>
                      <a:pt x="780" y="8"/>
                      <a:pt x="770" y="8"/>
                      <a:pt x="762" y="11"/>
                    </a:cubicBezTo>
                    <a:cubicBezTo>
                      <a:pt x="761" y="10"/>
                      <a:pt x="760" y="10"/>
                      <a:pt x="758" y="10"/>
                    </a:cubicBezTo>
                    <a:cubicBezTo>
                      <a:pt x="755" y="10"/>
                      <a:pt x="751" y="11"/>
                      <a:pt x="747" y="11"/>
                    </a:cubicBezTo>
                    <a:cubicBezTo>
                      <a:pt x="745" y="12"/>
                      <a:pt x="744" y="12"/>
                      <a:pt x="743" y="12"/>
                    </a:cubicBezTo>
                    <a:cubicBezTo>
                      <a:pt x="741" y="12"/>
                      <a:pt x="739" y="11"/>
                      <a:pt x="739" y="11"/>
                    </a:cubicBezTo>
                    <a:lnTo>
                      <a:pt x="697" y="11"/>
                    </a:lnTo>
                    <a:cubicBezTo>
                      <a:pt x="691" y="11"/>
                      <a:pt x="682" y="11"/>
                      <a:pt x="672" y="13"/>
                    </a:cubicBezTo>
                    <a:lnTo>
                      <a:pt x="639" y="13"/>
                    </a:lnTo>
                    <a:cubicBezTo>
                      <a:pt x="634" y="13"/>
                      <a:pt x="628" y="13"/>
                      <a:pt x="621" y="16"/>
                    </a:cubicBezTo>
                    <a:cubicBezTo>
                      <a:pt x="621" y="16"/>
                      <a:pt x="619" y="15"/>
                      <a:pt x="618" y="15"/>
                    </a:cubicBezTo>
                    <a:cubicBezTo>
                      <a:pt x="617" y="15"/>
                      <a:pt x="616" y="15"/>
                      <a:pt x="615" y="16"/>
                    </a:cubicBezTo>
                    <a:cubicBezTo>
                      <a:pt x="597" y="16"/>
                      <a:pt x="578" y="16"/>
                      <a:pt x="557" y="18"/>
                    </a:cubicBezTo>
                    <a:lnTo>
                      <a:pt x="554" y="18"/>
                    </a:lnTo>
                    <a:cubicBezTo>
                      <a:pt x="370" y="25"/>
                      <a:pt x="185" y="37"/>
                      <a:pt x="0" y="52"/>
                    </a:cubicBezTo>
                    <a:cubicBezTo>
                      <a:pt x="114" y="61"/>
                      <a:pt x="228" y="70"/>
                      <a:pt x="339" y="83"/>
                    </a:cubicBezTo>
                    <a:cubicBezTo>
                      <a:pt x="354" y="87"/>
                      <a:pt x="368" y="87"/>
                      <a:pt x="381" y="90"/>
                    </a:cubicBezTo>
                    <a:cubicBezTo>
                      <a:pt x="443" y="95"/>
                      <a:pt x="504" y="101"/>
                      <a:pt x="566" y="107"/>
                    </a:cubicBezTo>
                    <a:lnTo>
                      <a:pt x="568" y="110"/>
                    </a:lnTo>
                    <a:cubicBezTo>
                      <a:pt x="590" y="110"/>
                      <a:pt x="610" y="114"/>
                      <a:pt x="633" y="116"/>
                    </a:cubicBezTo>
                    <a:cubicBezTo>
                      <a:pt x="639" y="116"/>
                      <a:pt x="649" y="116"/>
                      <a:pt x="655" y="120"/>
                    </a:cubicBezTo>
                    <a:lnTo>
                      <a:pt x="667" y="120"/>
                    </a:lnTo>
                    <a:cubicBezTo>
                      <a:pt x="674" y="120"/>
                      <a:pt x="683" y="122"/>
                      <a:pt x="692" y="122"/>
                    </a:cubicBezTo>
                    <a:lnTo>
                      <a:pt x="701" y="122"/>
                    </a:lnTo>
                    <a:cubicBezTo>
                      <a:pt x="707" y="125"/>
                      <a:pt x="714" y="125"/>
                      <a:pt x="723" y="125"/>
                    </a:cubicBezTo>
                    <a:cubicBezTo>
                      <a:pt x="729" y="127"/>
                      <a:pt x="738" y="127"/>
                      <a:pt x="748" y="127"/>
                    </a:cubicBezTo>
                    <a:lnTo>
                      <a:pt x="754" y="127"/>
                    </a:lnTo>
                    <a:cubicBezTo>
                      <a:pt x="758" y="130"/>
                      <a:pt x="760" y="130"/>
                      <a:pt x="767" y="130"/>
                    </a:cubicBezTo>
                    <a:lnTo>
                      <a:pt x="776" y="130"/>
                    </a:lnTo>
                    <a:cubicBezTo>
                      <a:pt x="785" y="133"/>
                      <a:pt x="796" y="133"/>
                      <a:pt x="810" y="136"/>
                    </a:cubicBezTo>
                    <a:cubicBezTo>
                      <a:pt x="816" y="136"/>
                      <a:pt x="822" y="136"/>
                      <a:pt x="831" y="139"/>
                    </a:cubicBezTo>
                    <a:cubicBezTo>
                      <a:pt x="841" y="139"/>
                      <a:pt x="852" y="141"/>
                      <a:pt x="865" y="141"/>
                    </a:cubicBezTo>
                    <a:cubicBezTo>
                      <a:pt x="867" y="144"/>
                      <a:pt x="871" y="144"/>
                      <a:pt x="874" y="144"/>
                    </a:cubicBezTo>
                    <a:cubicBezTo>
                      <a:pt x="929" y="151"/>
                      <a:pt x="987" y="160"/>
                      <a:pt x="1043" y="168"/>
                    </a:cubicBezTo>
                    <a:cubicBezTo>
                      <a:pt x="1049" y="168"/>
                      <a:pt x="1058" y="168"/>
                      <a:pt x="1064" y="171"/>
                    </a:cubicBezTo>
                    <a:cubicBezTo>
                      <a:pt x="4782" y="718"/>
                      <a:pt x="8085" y="2531"/>
                      <a:pt x="10523" y="5153"/>
                    </a:cubicBezTo>
                    <a:cubicBezTo>
                      <a:pt x="10812" y="4599"/>
                      <a:pt x="11058" y="4017"/>
                      <a:pt x="11252" y="3413"/>
                    </a:cubicBezTo>
                    <a:cubicBezTo>
                      <a:pt x="8519" y="1275"/>
                      <a:pt x="5086" y="1"/>
                      <a:pt x="13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13"/>
              <p:cNvSpPr/>
              <p:nvPr/>
            </p:nvSpPr>
            <p:spPr>
              <a:xfrm>
                <a:off x="3247238" y="208025"/>
                <a:ext cx="128900" cy="281250"/>
              </a:xfrm>
              <a:custGeom>
                <a:rect b="b" l="l" r="r" t="t"/>
                <a:pathLst>
                  <a:path extrusionOk="0" h="11250" w="5156">
                    <a:moveTo>
                      <a:pt x="3421" y="1"/>
                    </a:moveTo>
                    <a:cubicBezTo>
                      <a:pt x="1276" y="2742"/>
                      <a:pt x="0" y="6191"/>
                      <a:pt x="0" y="9938"/>
                    </a:cubicBezTo>
                    <a:cubicBezTo>
                      <a:pt x="0" y="10002"/>
                      <a:pt x="0" y="10064"/>
                      <a:pt x="2" y="10129"/>
                    </a:cubicBezTo>
                    <a:lnTo>
                      <a:pt x="2" y="10180"/>
                    </a:lnTo>
                    <a:cubicBezTo>
                      <a:pt x="2" y="10244"/>
                      <a:pt x="5" y="10309"/>
                      <a:pt x="5" y="10377"/>
                    </a:cubicBezTo>
                    <a:cubicBezTo>
                      <a:pt x="7" y="10386"/>
                      <a:pt x="7" y="10394"/>
                      <a:pt x="7" y="10403"/>
                    </a:cubicBezTo>
                    <a:lnTo>
                      <a:pt x="7" y="10419"/>
                    </a:lnTo>
                    <a:lnTo>
                      <a:pt x="7" y="10425"/>
                    </a:lnTo>
                    <a:lnTo>
                      <a:pt x="7" y="10463"/>
                    </a:lnTo>
                    <a:cubicBezTo>
                      <a:pt x="10" y="10469"/>
                      <a:pt x="10" y="10479"/>
                      <a:pt x="10" y="10487"/>
                    </a:cubicBezTo>
                    <a:lnTo>
                      <a:pt x="10" y="10536"/>
                    </a:lnTo>
                    <a:cubicBezTo>
                      <a:pt x="12" y="10539"/>
                      <a:pt x="12" y="10546"/>
                      <a:pt x="10" y="10552"/>
                    </a:cubicBezTo>
                    <a:cubicBezTo>
                      <a:pt x="12" y="10558"/>
                      <a:pt x="12" y="10567"/>
                      <a:pt x="12" y="10577"/>
                    </a:cubicBezTo>
                    <a:lnTo>
                      <a:pt x="12" y="10600"/>
                    </a:lnTo>
                    <a:lnTo>
                      <a:pt x="12" y="10608"/>
                    </a:lnTo>
                    <a:cubicBezTo>
                      <a:pt x="15" y="10614"/>
                      <a:pt x="15" y="10620"/>
                      <a:pt x="15" y="10629"/>
                    </a:cubicBezTo>
                    <a:lnTo>
                      <a:pt x="15" y="10642"/>
                    </a:lnTo>
                    <a:cubicBezTo>
                      <a:pt x="15" y="10657"/>
                      <a:pt x="18" y="10677"/>
                      <a:pt x="18" y="10695"/>
                    </a:cubicBezTo>
                    <a:lnTo>
                      <a:pt x="18" y="10697"/>
                    </a:lnTo>
                    <a:lnTo>
                      <a:pt x="18" y="10701"/>
                    </a:lnTo>
                    <a:cubicBezTo>
                      <a:pt x="28" y="10883"/>
                      <a:pt x="39" y="11065"/>
                      <a:pt x="55" y="11250"/>
                    </a:cubicBezTo>
                    <a:cubicBezTo>
                      <a:pt x="64" y="11145"/>
                      <a:pt x="73" y="11044"/>
                      <a:pt x="86" y="10943"/>
                    </a:cubicBezTo>
                    <a:cubicBezTo>
                      <a:pt x="86" y="10918"/>
                      <a:pt x="90" y="10898"/>
                      <a:pt x="93" y="10876"/>
                    </a:cubicBezTo>
                    <a:cubicBezTo>
                      <a:pt x="95" y="10811"/>
                      <a:pt x="104" y="10750"/>
                      <a:pt x="110" y="10688"/>
                    </a:cubicBezTo>
                    <a:lnTo>
                      <a:pt x="110" y="10686"/>
                    </a:lnTo>
                    <a:cubicBezTo>
                      <a:pt x="114" y="10665"/>
                      <a:pt x="117" y="10641"/>
                      <a:pt x="120" y="10619"/>
                    </a:cubicBezTo>
                    <a:cubicBezTo>
                      <a:pt x="120" y="10613"/>
                      <a:pt x="120" y="10604"/>
                      <a:pt x="122" y="10597"/>
                    </a:cubicBezTo>
                    <a:lnTo>
                      <a:pt x="122" y="10590"/>
                    </a:lnTo>
                    <a:lnTo>
                      <a:pt x="122" y="10584"/>
                    </a:lnTo>
                    <a:cubicBezTo>
                      <a:pt x="122" y="10578"/>
                      <a:pt x="125" y="10568"/>
                      <a:pt x="125" y="10559"/>
                    </a:cubicBezTo>
                    <a:lnTo>
                      <a:pt x="125" y="10551"/>
                    </a:lnTo>
                    <a:cubicBezTo>
                      <a:pt x="127" y="10544"/>
                      <a:pt x="127" y="10538"/>
                      <a:pt x="127" y="10528"/>
                    </a:cubicBezTo>
                    <a:cubicBezTo>
                      <a:pt x="130" y="10522"/>
                      <a:pt x="130" y="10513"/>
                      <a:pt x="130" y="10504"/>
                    </a:cubicBezTo>
                    <a:lnTo>
                      <a:pt x="130" y="10501"/>
                    </a:lnTo>
                    <a:cubicBezTo>
                      <a:pt x="132" y="10499"/>
                      <a:pt x="132" y="10492"/>
                      <a:pt x="132" y="10486"/>
                    </a:cubicBezTo>
                    <a:lnTo>
                      <a:pt x="132" y="10477"/>
                    </a:lnTo>
                    <a:cubicBezTo>
                      <a:pt x="136" y="10468"/>
                      <a:pt x="136" y="10456"/>
                      <a:pt x="139" y="10444"/>
                    </a:cubicBezTo>
                    <a:cubicBezTo>
                      <a:pt x="139" y="10438"/>
                      <a:pt x="139" y="10432"/>
                      <a:pt x="141" y="10425"/>
                    </a:cubicBezTo>
                    <a:cubicBezTo>
                      <a:pt x="141" y="10413"/>
                      <a:pt x="144" y="10401"/>
                      <a:pt x="144" y="10388"/>
                    </a:cubicBezTo>
                    <a:cubicBezTo>
                      <a:pt x="144" y="10386"/>
                      <a:pt x="147" y="10382"/>
                      <a:pt x="147" y="10379"/>
                    </a:cubicBezTo>
                    <a:cubicBezTo>
                      <a:pt x="153" y="10324"/>
                      <a:pt x="162" y="10265"/>
                      <a:pt x="171" y="10210"/>
                    </a:cubicBezTo>
                    <a:cubicBezTo>
                      <a:pt x="171" y="10203"/>
                      <a:pt x="171" y="10195"/>
                      <a:pt x="173" y="10188"/>
                    </a:cubicBezTo>
                    <a:cubicBezTo>
                      <a:pt x="720" y="6471"/>
                      <a:pt x="2530" y="3168"/>
                      <a:pt x="5156" y="729"/>
                    </a:cubicBezTo>
                    <a:cubicBezTo>
                      <a:pt x="4603" y="440"/>
                      <a:pt x="4018" y="195"/>
                      <a:pt x="34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13"/>
              <p:cNvSpPr/>
              <p:nvPr/>
            </p:nvSpPr>
            <p:spPr>
              <a:xfrm>
                <a:off x="3120213" y="452775"/>
                <a:ext cx="129050" cy="281225"/>
              </a:xfrm>
              <a:custGeom>
                <a:rect b="b" l="l" r="r" t="t"/>
                <a:pathLst>
                  <a:path extrusionOk="0" h="11249" w="5162">
                    <a:moveTo>
                      <a:pt x="5103" y="0"/>
                    </a:moveTo>
                    <a:cubicBezTo>
                      <a:pt x="5093" y="114"/>
                      <a:pt x="5084" y="227"/>
                      <a:pt x="5072" y="339"/>
                    </a:cubicBezTo>
                    <a:cubicBezTo>
                      <a:pt x="5068" y="354"/>
                      <a:pt x="5068" y="366"/>
                      <a:pt x="5065" y="381"/>
                    </a:cubicBezTo>
                    <a:cubicBezTo>
                      <a:pt x="5059" y="443"/>
                      <a:pt x="5053" y="505"/>
                      <a:pt x="5047" y="563"/>
                    </a:cubicBezTo>
                    <a:cubicBezTo>
                      <a:pt x="5047" y="566"/>
                      <a:pt x="5044" y="566"/>
                      <a:pt x="5044" y="566"/>
                    </a:cubicBezTo>
                    <a:cubicBezTo>
                      <a:pt x="5044" y="588"/>
                      <a:pt x="5041" y="608"/>
                      <a:pt x="5038" y="630"/>
                    </a:cubicBezTo>
                    <a:cubicBezTo>
                      <a:pt x="5038" y="639"/>
                      <a:pt x="5038" y="645"/>
                      <a:pt x="5036" y="652"/>
                    </a:cubicBezTo>
                    <a:lnTo>
                      <a:pt x="5036" y="665"/>
                    </a:lnTo>
                    <a:lnTo>
                      <a:pt x="5036" y="667"/>
                    </a:lnTo>
                    <a:cubicBezTo>
                      <a:pt x="5036" y="676"/>
                      <a:pt x="5033" y="683"/>
                      <a:pt x="5033" y="690"/>
                    </a:cubicBezTo>
                    <a:lnTo>
                      <a:pt x="5033" y="702"/>
                    </a:lnTo>
                    <a:cubicBezTo>
                      <a:pt x="5030" y="707"/>
                      <a:pt x="5030" y="713"/>
                      <a:pt x="5030" y="721"/>
                    </a:cubicBezTo>
                    <a:cubicBezTo>
                      <a:pt x="5027" y="729"/>
                      <a:pt x="5027" y="738"/>
                      <a:pt x="5027" y="748"/>
                    </a:cubicBezTo>
                    <a:lnTo>
                      <a:pt x="5027" y="750"/>
                    </a:lnTo>
                    <a:cubicBezTo>
                      <a:pt x="5025" y="757"/>
                      <a:pt x="5025" y="762"/>
                      <a:pt x="5025" y="765"/>
                    </a:cubicBezTo>
                    <a:lnTo>
                      <a:pt x="5025" y="772"/>
                    </a:lnTo>
                    <a:cubicBezTo>
                      <a:pt x="5021" y="784"/>
                      <a:pt x="5021" y="796"/>
                      <a:pt x="5018" y="805"/>
                    </a:cubicBezTo>
                    <a:cubicBezTo>
                      <a:pt x="5018" y="815"/>
                      <a:pt x="5016" y="824"/>
                      <a:pt x="5016" y="830"/>
                    </a:cubicBezTo>
                    <a:cubicBezTo>
                      <a:pt x="5016" y="842"/>
                      <a:pt x="5014" y="852"/>
                      <a:pt x="5014" y="861"/>
                    </a:cubicBezTo>
                    <a:cubicBezTo>
                      <a:pt x="5014" y="867"/>
                      <a:pt x="5011" y="871"/>
                      <a:pt x="5011" y="873"/>
                    </a:cubicBezTo>
                    <a:cubicBezTo>
                      <a:pt x="5005" y="929"/>
                      <a:pt x="4995" y="985"/>
                      <a:pt x="4986" y="1041"/>
                    </a:cubicBezTo>
                    <a:lnTo>
                      <a:pt x="4986" y="1058"/>
                    </a:lnTo>
                    <a:cubicBezTo>
                      <a:pt x="4439" y="4774"/>
                      <a:pt x="2626" y="8079"/>
                      <a:pt x="1" y="10519"/>
                    </a:cubicBezTo>
                    <a:cubicBezTo>
                      <a:pt x="554" y="10813"/>
                      <a:pt x="1136" y="11057"/>
                      <a:pt x="1740" y="11248"/>
                    </a:cubicBezTo>
                    <a:cubicBezTo>
                      <a:pt x="3886" y="8509"/>
                      <a:pt x="5162" y="5061"/>
                      <a:pt x="5162" y="1314"/>
                    </a:cubicBezTo>
                    <a:lnTo>
                      <a:pt x="5162" y="1154"/>
                    </a:lnTo>
                    <a:cubicBezTo>
                      <a:pt x="5162" y="1125"/>
                      <a:pt x="5159" y="1098"/>
                      <a:pt x="5151" y="1072"/>
                    </a:cubicBezTo>
                    <a:cubicBezTo>
                      <a:pt x="5151" y="1007"/>
                      <a:pt x="5149" y="938"/>
                      <a:pt x="5149" y="871"/>
                    </a:cubicBezTo>
                    <a:cubicBezTo>
                      <a:pt x="5149" y="865"/>
                      <a:pt x="5149" y="856"/>
                      <a:pt x="5146" y="847"/>
                    </a:cubicBezTo>
                    <a:lnTo>
                      <a:pt x="5146" y="785"/>
                    </a:lnTo>
                    <a:cubicBezTo>
                      <a:pt x="5146" y="778"/>
                      <a:pt x="5146" y="772"/>
                      <a:pt x="5144" y="763"/>
                    </a:cubicBezTo>
                    <a:cubicBezTo>
                      <a:pt x="5146" y="760"/>
                      <a:pt x="5144" y="754"/>
                      <a:pt x="5144" y="748"/>
                    </a:cubicBezTo>
                    <a:lnTo>
                      <a:pt x="5144" y="741"/>
                    </a:lnTo>
                    <a:lnTo>
                      <a:pt x="5144" y="698"/>
                    </a:lnTo>
                    <a:cubicBezTo>
                      <a:pt x="5144" y="692"/>
                      <a:pt x="5144" y="686"/>
                      <a:pt x="5141" y="676"/>
                    </a:cubicBezTo>
                    <a:lnTo>
                      <a:pt x="5141" y="636"/>
                    </a:lnTo>
                    <a:cubicBezTo>
                      <a:pt x="5141" y="634"/>
                      <a:pt x="5141" y="628"/>
                      <a:pt x="5139" y="621"/>
                    </a:cubicBezTo>
                    <a:cubicBezTo>
                      <a:pt x="5141" y="619"/>
                      <a:pt x="5141" y="614"/>
                      <a:pt x="5139" y="612"/>
                    </a:cubicBezTo>
                    <a:cubicBezTo>
                      <a:pt x="5139" y="594"/>
                      <a:pt x="5139" y="574"/>
                      <a:pt x="5136" y="557"/>
                    </a:cubicBezTo>
                    <a:lnTo>
                      <a:pt x="5136" y="554"/>
                    </a:lnTo>
                    <a:cubicBezTo>
                      <a:pt x="5130" y="370"/>
                      <a:pt x="5118" y="185"/>
                      <a:pt x="51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13"/>
              <p:cNvSpPr/>
              <p:nvPr/>
            </p:nvSpPr>
            <p:spPr>
              <a:xfrm>
                <a:off x="2972213" y="461625"/>
                <a:ext cx="291600" cy="71800"/>
              </a:xfrm>
              <a:custGeom>
                <a:rect b="b" l="l" r="r" t="t"/>
                <a:pathLst>
                  <a:path extrusionOk="0" h="2872" w="11664">
                    <a:moveTo>
                      <a:pt x="11664" y="0"/>
                    </a:moveTo>
                    <a:lnTo>
                      <a:pt x="11664" y="0"/>
                    </a:lnTo>
                    <a:cubicBezTo>
                      <a:pt x="11574" y="43"/>
                      <a:pt x="11484" y="83"/>
                      <a:pt x="11390" y="127"/>
                    </a:cubicBezTo>
                    <a:cubicBezTo>
                      <a:pt x="11368" y="140"/>
                      <a:pt x="11344" y="152"/>
                      <a:pt x="11319" y="161"/>
                    </a:cubicBezTo>
                    <a:cubicBezTo>
                      <a:pt x="11265" y="186"/>
                      <a:pt x="11205" y="213"/>
                      <a:pt x="11148" y="235"/>
                    </a:cubicBezTo>
                    <a:cubicBezTo>
                      <a:pt x="11148" y="235"/>
                      <a:pt x="11148" y="238"/>
                      <a:pt x="11145" y="238"/>
                    </a:cubicBezTo>
                    <a:cubicBezTo>
                      <a:pt x="11126" y="246"/>
                      <a:pt x="11105" y="255"/>
                      <a:pt x="11084" y="261"/>
                    </a:cubicBezTo>
                    <a:cubicBezTo>
                      <a:pt x="11076" y="269"/>
                      <a:pt x="11068" y="271"/>
                      <a:pt x="11061" y="271"/>
                    </a:cubicBezTo>
                    <a:cubicBezTo>
                      <a:pt x="11058" y="274"/>
                      <a:pt x="11058" y="274"/>
                      <a:pt x="11055" y="274"/>
                    </a:cubicBezTo>
                    <a:cubicBezTo>
                      <a:pt x="11055" y="274"/>
                      <a:pt x="11055" y="276"/>
                      <a:pt x="11053" y="276"/>
                    </a:cubicBezTo>
                    <a:lnTo>
                      <a:pt x="11050" y="276"/>
                    </a:lnTo>
                    <a:cubicBezTo>
                      <a:pt x="11040" y="283"/>
                      <a:pt x="11028" y="286"/>
                      <a:pt x="11019" y="289"/>
                    </a:cubicBezTo>
                    <a:lnTo>
                      <a:pt x="11016" y="289"/>
                    </a:lnTo>
                    <a:cubicBezTo>
                      <a:pt x="11009" y="295"/>
                      <a:pt x="11007" y="295"/>
                      <a:pt x="11001" y="299"/>
                    </a:cubicBezTo>
                    <a:cubicBezTo>
                      <a:pt x="10994" y="301"/>
                      <a:pt x="10986" y="305"/>
                      <a:pt x="10978" y="307"/>
                    </a:cubicBezTo>
                    <a:lnTo>
                      <a:pt x="10976" y="307"/>
                    </a:lnTo>
                    <a:cubicBezTo>
                      <a:pt x="10971" y="311"/>
                      <a:pt x="10965" y="314"/>
                      <a:pt x="10958" y="314"/>
                    </a:cubicBezTo>
                    <a:lnTo>
                      <a:pt x="10958" y="316"/>
                    </a:lnTo>
                    <a:cubicBezTo>
                      <a:pt x="10945" y="322"/>
                      <a:pt x="10931" y="330"/>
                      <a:pt x="10918" y="332"/>
                    </a:cubicBezTo>
                    <a:cubicBezTo>
                      <a:pt x="10913" y="335"/>
                      <a:pt x="10906" y="338"/>
                      <a:pt x="10900" y="341"/>
                    </a:cubicBezTo>
                    <a:cubicBezTo>
                      <a:pt x="10887" y="347"/>
                      <a:pt x="10875" y="350"/>
                      <a:pt x="10863" y="356"/>
                    </a:cubicBezTo>
                    <a:lnTo>
                      <a:pt x="10860" y="356"/>
                    </a:lnTo>
                    <a:cubicBezTo>
                      <a:pt x="10805" y="381"/>
                      <a:pt x="10750" y="403"/>
                      <a:pt x="10698" y="420"/>
                    </a:cubicBezTo>
                    <a:cubicBezTo>
                      <a:pt x="10695" y="424"/>
                      <a:pt x="10691" y="428"/>
                      <a:pt x="10688" y="428"/>
                    </a:cubicBezTo>
                    <a:cubicBezTo>
                      <a:pt x="8765" y="1190"/>
                      <a:pt x="6758" y="1558"/>
                      <a:pt x="4770" y="1558"/>
                    </a:cubicBezTo>
                    <a:cubicBezTo>
                      <a:pt x="3149" y="1558"/>
                      <a:pt x="1541" y="1314"/>
                      <a:pt x="1" y="838"/>
                    </a:cubicBezTo>
                    <a:lnTo>
                      <a:pt x="1" y="838"/>
                    </a:lnTo>
                    <a:cubicBezTo>
                      <a:pt x="29" y="1477"/>
                      <a:pt x="109" y="2105"/>
                      <a:pt x="240" y="2713"/>
                    </a:cubicBezTo>
                    <a:cubicBezTo>
                      <a:pt x="986" y="2818"/>
                      <a:pt x="1740" y="2872"/>
                      <a:pt x="2497" y="2872"/>
                    </a:cubicBezTo>
                    <a:cubicBezTo>
                      <a:pt x="5236" y="2872"/>
                      <a:pt x="8013" y="2174"/>
                      <a:pt x="10555" y="706"/>
                    </a:cubicBezTo>
                    <a:cubicBezTo>
                      <a:pt x="10599" y="681"/>
                      <a:pt x="10645" y="653"/>
                      <a:pt x="10687" y="629"/>
                    </a:cubicBezTo>
                    <a:cubicBezTo>
                      <a:pt x="10714" y="613"/>
                      <a:pt x="10740" y="598"/>
                      <a:pt x="10767" y="582"/>
                    </a:cubicBezTo>
                    <a:cubicBezTo>
                      <a:pt x="10822" y="548"/>
                      <a:pt x="10880" y="515"/>
                      <a:pt x="10936" y="477"/>
                    </a:cubicBezTo>
                    <a:cubicBezTo>
                      <a:pt x="10942" y="475"/>
                      <a:pt x="10945" y="471"/>
                      <a:pt x="10951" y="469"/>
                    </a:cubicBezTo>
                    <a:cubicBezTo>
                      <a:pt x="10961" y="465"/>
                      <a:pt x="10967" y="459"/>
                      <a:pt x="10973" y="455"/>
                    </a:cubicBezTo>
                    <a:cubicBezTo>
                      <a:pt x="10980" y="453"/>
                      <a:pt x="10983" y="449"/>
                      <a:pt x="10987" y="446"/>
                    </a:cubicBezTo>
                    <a:cubicBezTo>
                      <a:pt x="10996" y="443"/>
                      <a:pt x="11002" y="436"/>
                      <a:pt x="11008" y="434"/>
                    </a:cubicBezTo>
                    <a:cubicBezTo>
                      <a:pt x="11013" y="428"/>
                      <a:pt x="11020" y="423"/>
                      <a:pt x="11027" y="420"/>
                    </a:cubicBezTo>
                    <a:cubicBezTo>
                      <a:pt x="11033" y="418"/>
                      <a:pt x="11037" y="414"/>
                      <a:pt x="11039" y="412"/>
                    </a:cubicBezTo>
                    <a:cubicBezTo>
                      <a:pt x="11042" y="412"/>
                      <a:pt x="11045" y="409"/>
                      <a:pt x="11048" y="409"/>
                    </a:cubicBezTo>
                    <a:cubicBezTo>
                      <a:pt x="11055" y="403"/>
                      <a:pt x="11061" y="399"/>
                      <a:pt x="11064" y="397"/>
                    </a:cubicBezTo>
                    <a:cubicBezTo>
                      <a:pt x="11068" y="397"/>
                      <a:pt x="11070" y="397"/>
                      <a:pt x="11070" y="394"/>
                    </a:cubicBezTo>
                    <a:cubicBezTo>
                      <a:pt x="11076" y="389"/>
                      <a:pt x="11080" y="387"/>
                      <a:pt x="11084" y="387"/>
                    </a:cubicBezTo>
                    <a:cubicBezTo>
                      <a:pt x="11092" y="381"/>
                      <a:pt x="11099" y="378"/>
                      <a:pt x="11105" y="372"/>
                    </a:cubicBezTo>
                    <a:cubicBezTo>
                      <a:pt x="11115" y="366"/>
                      <a:pt x="11123" y="363"/>
                      <a:pt x="11130" y="356"/>
                    </a:cubicBezTo>
                    <a:cubicBezTo>
                      <a:pt x="11135" y="352"/>
                      <a:pt x="11141" y="346"/>
                      <a:pt x="11148" y="343"/>
                    </a:cubicBezTo>
                    <a:cubicBezTo>
                      <a:pt x="11152" y="343"/>
                      <a:pt x="11154" y="341"/>
                      <a:pt x="11154" y="341"/>
                    </a:cubicBezTo>
                    <a:cubicBezTo>
                      <a:pt x="11172" y="330"/>
                      <a:pt x="11188" y="320"/>
                      <a:pt x="11203" y="307"/>
                    </a:cubicBezTo>
                    <a:lnTo>
                      <a:pt x="11205" y="307"/>
                    </a:lnTo>
                    <a:cubicBezTo>
                      <a:pt x="11359" y="207"/>
                      <a:pt x="11513" y="105"/>
                      <a:pt x="116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113"/>
              <p:cNvSpPr/>
              <p:nvPr/>
            </p:nvSpPr>
            <p:spPr>
              <a:xfrm>
                <a:off x="3232513" y="408575"/>
                <a:ext cx="291575" cy="71875"/>
              </a:xfrm>
              <a:custGeom>
                <a:rect b="b" l="l" r="r" t="t"/>
                <a:pathLst>
                  <a:path extrusionOk="0" h="2875" w="11663">
                    <a:moveTo>
                      <a:pt x="9164" y="0"/>
                    </a:moveTo>
                    <a:cubicBezTo>
                      <a:pt x="6426" y="0"/>
                      <a:pt x="3649" y="697"/>
                      <a:pt x="1106" y="2166"/>
                    </a:cubicBezTo>
                    <a:cubicBezTo>
                      <a:pt x="1062" y="2191"/>
                      <a:pt x="1022" y="2216"/>
                      <a:pt x="979" y="2243"/>
                    </a:cubicBezTo>
                    <a:cubicBezTo>
                      <a:pt x="948" y="2259"/>
                      <a:pt x="921" y="2277"/>
                      <a:pt x="890" y="2299"/>
                    </a:cubicBezTo>
                    <a:cubicBezTo>
                      <a:pt x="835" y="2328"/>
                      <a:pt x="783" y="2361"/>
                      <a:pt x="728" y="2401"/>
                    </a:cubicBezTo>
                    <a:cubicBezTo>
                      <a:pt x="727" y="2400"/>
                      <a:pt x="725" y="2400"/>
                      <a:pt x="723" y="2400"/>
                    </a:cubicBezTo>
                    <a:cubicBezTo>
                      <a:pt x="717" y="2400"/>
                      <a:pt x="711" y="2405"/>
                      <a:pt x="706" y="2410"/>
                    </a:cubicBezTo>
                    <a:cubicBezTo>
                      <a:pt x="704" y="2410"/>
                      <a:pt x="699" y="2410"/>
                      <a:pt x="697" y="2416"/>
                    </a:cubicBezTo>
                    <a:cubicBezTo>
                      <a:pt x="696" y="2416"/>
                      <a:pt x="695" y="2415"/>
                      <a:pt x="695" y="2415"/>
                    </a:cubicBezTo>
                    <a:cubicBezTo>
                      <a:pt x="693" y="2415"/>
                      <a:pt x="692" y="2418"/>
                      <a:pt x="690" y="2423"/>
                    </a:cubicBezTo>
                    <a:cubicBezTo>
                      <a:pt x="690" y="2421"/>
                      <a:pt x="689" y="2421"/>
                      <a:pt x="688" y="2421"/>
                    </a:cubicBezTo>
                    <a:cubicBezTo>
                      <a:pt x="686" y="2421"/>
                      <a:pt x="683" y="2424"/>
                      <a:pt x="682" y="2426"/>
                    </a:cubicBezTo>
                    <a:cubicBezTo>
                      <a:pt x="673" y="2428"/>
                      <a:pt x="663" y="2434"/>
                      <a:pt x="654" y="2443"/>
                    </a:cubicBezTo>
                    <a:cubicBezTo>
                      <a:pt x="649" y="2443"/>
                      <a:pt x="643" y="2449"/>
                      <a:pt x="636" y="2457"/>
                    </a:cubicBezTo>
                    <a:cubicBezTo>
                      <a:pt x="636" y="2455"/>
                      <a:pt x="635" y="2455"/>
                      <a:pt x="634" y="2455"/>
                    </a:cubicBezTo>
                    <a:cubicBezTo>
                      <a:pt x="631" y="2455"/>
                      <a:pt x="629" y="2457"/>
                      <a:pt x="627" y="2459"/>
                    </a:cubicBezTo>
                    <a:cubicBezTo>
                      <a:pt x="625" y="2459"/>
                      <a:pt x="621" y="2463"/>
                      <a:pt x="618" y="2465"/>
                    </a:cubicBezTo>
                    <a:cubicBezTo>
                      <a:pt x="613" y="2469"/>
                      <a:pt x="607" y="2472"/>
                      <a:pt x="600" y="2478"/>
                    </a:cubicBezTo>
                    <a:cubicBezTo>
                      <a:pt x="596" y="2478"/>
                      <a:pt x="594" y="2478"/>
                      <a:pt x="594" y="2480"/>
                    </a:cubicBezTo>
                    <a:cubicBezTo>
                      <a:pt x="587" y="2480"/>
                      <a:pt x="584" y="2485"/>
                      <a:pt x="581" y="2488"/>
                    </a:cubicBezTo>
                    <a:cubicBezTo>
                      <a:pt x="576" y="2491"/>
                      <a:pt x="569" y="2498"/>
                      <a:pt x="563" y="2500"/>
                    </a:cubicBezTo>
                    <a:cubicBezTo>
                      <a:pt x="554" y="2506"/>
                      <a:pt x="548" y="2509"/>
                      <a:pt x="538" y="2516"/>
                    </a:cubicBezTo>
                    <a:lnTo>
                      <a:pt x="538" y="2519"/>
                    </a:lnTo>
                    <a:lnTo>
                      <a:pt x="535" y="2519"/>
                    </a:lnTo>
                    <a:cubicBezTo>
                      <a:pt x="529" y="2521"/>
                      <a:pt x="527" y="2525"/>
                      <a:pt x="520" y="2527"/>
                    </a:cubicBezTo>
                    <a:cubicBezTo>
                      <a:pt x="518" y="2527"/>
                      <a:pt x="514" y="2531"/>
                      <a:pt x="512" y="2534"/>
                    </a:cubicBezTo>
                    <a:cubicBezTo>
                      <a:pt x="496" y="2542"/>
                      <a:pt x="481" y="2552"/>
                      <a:pt x="465" y="2567"/>
                    </a:cubicBezTo>
                    <a:cubicBezTo>
                      <a:pt x="463" y="2566"/>
                      <a:pt x="461" y="2566"/>
                      <a:pt x="460" y="2566"/>
                    </a:cubicBezTo>
                    <a:cubicBezTo>
                      <a:pt x="459" y="2566"/>
                      <a:pt x="458" y="2566"/>
                      <a:pt x="458" y="2567"/>
                    </a:cubicBezTo>
                    <a:cubicBezTo>
                      <a:pt x="302" y="2668"/>
                      <a:pt x="151" y="2769"/>
                      <a:pt x="1" y="2875"/>
                    </a:cubicBezTo>
                    <a:cubicBezTo>
                      <a:pt x="92" y="2830"/>
                      <a:pt x="184" y="2788"/>
                      <a:pt x="276" y="2748"/>
                    </a:cubicBezTo>
                    <a:cubicBezTo>
                      <a:pt x="297" y="2735"/>
                      <a:pt x="319" y="2726"/>
                      <a:pt x="343" y="2717"/>
                    </a:cubicBezTo>
                    <a:cubicBezTo>
                      <a:pt x="398" y="2690"/>
                      <a:pt x="457" y="2665"/>
                      <a:pt x="515" y="2643"/>
                    </a:cubicBezTo>
                    <a:cubicBezTo>
                      <a:pt x="515" y="2643"/>
                      <a:pt x="515" y="2640"/>
                      <a:pt x="518" y="2640"/>
                    </a:cubicBezTo>
                    <a:cubicBezTo>
                      <a:pt x="535" y="2632"/>
                      <a:pt x="554" y="2623"/>
                      <a:pt x="576" y="2617"/>
                    </a:cubicBezTo>
                    <a:cubicBezTo>
                      <a:pt x="582" y="2609"/>
                      <a:pt x="591" y="2607"/>
                      <a:pt x="597" y="2607"/>
                    </a:cubicBezTo>
                    <a:cubicBezTo>
                      <a:pt x="601" y="2604"/>
                      <a:pt x="601" y="2604"/>
                      <a:pt x="604" y="2604"/>
                    </a:cubicBezTo>
                    <a:cubicBezTo>
                      <a:pt x="607" y="2602"/>
                      <a:pt x="611" y="2602"/>
                      <a:pt x="613" y="2602"/>
                    </a:cubicBezTo>
                    <a:cubicBezTo>
                      <a:pt x="622" y="2596"/>
                      <a:pt x="635" y="2589"/>
                      <a:pt x="644" y="2589"/>
                    </a:cubicBezTo>
                    <a:lnTo>
                      <a:pt x="647" y="2587"/>
                    </a:lnTo>
                    <a:cubicBezTo>
                      <a:pt x="651" y="2583"/>
                      <a:pt x="657" y="2581"/>
                      <a:pt x="659" y="2581"/>
                    </a:cubicBezTo>
                    <a:cubicBezTo>
                      <a:pt x="666" y="2577"/>
                      <a:pt x="675" y="2573"/>
                      <a:pt x="682" y="2571"/>
                    </a:cubicBezTo>
                    <a:cubicBezTo>
                      <a:pt x="684" y="2568"/>
                      <a:pt x="688" y="2568"/>
                      <a:pt x="690" y="2568"/>
                    </a:cubicBezTo>
                    <a:cubicBezTo>
                      <a:pt x="694" y="2565"/>
                      <a:pt x="700" y="2562"/>
                      <a:pt x="704" y="2562"/>
                    </a:cubicBezTo>
                    <a:lnTo>
                      <a:pt x="706" y="2562"/>
                    </a:lnTo>
                    <a:cubicBezTo>
                      <a:pt x="719" y="2556"/>
                      <a:pt x="730" y="2550"/>
                      <a:pt x="744" y="2546"/>
                    </a:cubicBezTo>
                    <a:cubicBezTo>
                      <a:pt x="752" y="2540"/>
                      <a:pt x="761" y="2536"/>
                      <a:pt x="768" y="2534"/>
                    </a:cubicBezTo>
                    <a:cubicBezTo>
                      <a:pt x="781" y="2530"/>
                      <a:pt x="790" y="2524"/>
                      <a:pt x="799" y="2521"/>
                    </a:cubicBezTo>
                    <a:cubicBezTo>
                      <a:pt x="803" y="2521"/>
                      <a:pt x="806" y="2519"/>
                      <a:pt x="806" y="2519"/>
                    </a:cubicBezTo>
                    <a:cubicBezTo>
                      <a:pt x="860" y="2496"/>
                      <a:pt x="912" y="2474"/>
                      <a:pt x="966" y="2457"/>
                    </a:cubicBezTo>
                    <a:cubicBezTo>
                      <a:pt x="972" y="2454"/>
                      <a:pt x="974" y="2449"/>
                      <a:pt x="981" y="2447"/>
                    </a:cubicBezTo>
                    <a:cubicBezTo>
                      <a:pt x="2904" y="1686"/>
                      <a:pt x="4911" y="1318"/>
                      <a:pt x="6898" y="1318"/>
                    </a:cubicBezTo>
                    <a:cubicBezTo>
                      <a:pt x="8518" y="1318"/>
                      <a:pt x="10125" y="1562"/>
                      <a:pt x="11662" y="2036"/>
                    </a:cubicBezTo>
                    <a:cubicBezTo>
                      <a:pt x="11633" y="1397"/>
                      <a:pt x="11554" y="770"/>
                      <a:pt x="11421" y="158"/>
                    </a:cubicBezTo>
                    <a:cubicBezTo>
                      <a:pt x="10675" y="53"/>
                      <a:pt x="9921" y="0"/>
                      <a:pt x="91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13"/>
              <p:cNvSpPr/>
              <p:nvPr/>
            </p:nvSpPr>
            <p:spPr>
              <a:xfrm>
                <a:off x="3177613" y="195250"/>
                <a:ext cx="79900" cy="291450"/>
              </a:xfrm>
              <a:custGeom>
                <a:rect b="b" l="l" r="r" t="t"/>
                <a:pathLst>
                  <a:path extrusionOk="0" h="11658" w="3196">
                    <a:moveTo>
                      <a:pt x="2358" y="1"/>
                    </a:moveTo>
                    <a:lnTo>
                      <a:pt x="2358" y="1"/>
                    </a:lnTo>
                    <a:cubicBezTo>
                      <a:pt x="1718" y="26"/>
                      <a:pt x="1095" y="105"/>
                      <a:pt x="486" y="237"/>
                    </a:cubicBezTo>
                    <a:cubicBezTo>
                      <a:pt x="1" y="3679"/>
                      <a:pt x="619" y="7306"/>
                      <a:pt x="2493" y="10552"/>
                    </a:cubicBezTo>
                    <a:cubicBezTo>
                      <a:pt x="2518" y="10595"/>
                      <a:pt x="2542" y="10638"/>
                      <a:pt x="2566" y="10678"/>
                    </a:cubicBezTo>
                    <a:cubicBezTo>
                      <a:pt x="2582" y="10707"/>
                      <a:pt x="2597" y="10734"/>
                      <a:pt x="2613" y="10759"/>
                    </a:cubicBezTo>
                    <a:cubicBezTo>
                      <a:pt x="2649" y="10816"/>
                      <a:pt x="2683" y="10874"/>
                      <a:pt x="2720" y="10930"/>
                    </a:cubicBezTo>
                    <a:cubicBezTo>
                      <a:pt x="2723" y="10936"/>
                      <a:pt x="2726" y="10942"/>
                      <a:pt x="2729" y="10945"/>
                    </a:cubicBezTo>
                    <a:cubicBezTo>
                      <a:pt x="2733" y="10955"/>
                      <a:pt x="2740" y="10961"/>
                      <a:pt x="2742" y="10967"/>
                    </a:cubicBezTo>
                    <a:lnTo>
                      <a:pt x="2742" y="10970"/>
                    </a:lnTo>
                    <a:cubicBezTo>
                      <a:pt x="2746" y="10972"/>
                      <a:pt x="2749" y="10976"/>
                      <a:pt x="2749" y="10978"/>
                    </a:cubicBezTo>
                    <a:cubicBezTo>
                      <a:pt x="2755" y="10988"/>
                      <a:pt x="2761" y="10997"/>
                      <a:pt x="2764" y="11003"/>
                    </a:cubicBezTo>
                    <a:cubicBezTo>
                      <a:pt x="2771" y="11008"/>
                      <a:pt x="2775" y="11014"/>
                      <a:pt x="2777" y="11022"/>
                    </a:cubicBezTo>
                    <a:cubicBezTo>
                      <a:pt x="2780" y="11028"/>
                      <a:pt x="2783" y="11032"/>
                      <a:pt x="2786" y="11034"/>
                    </a:cubicBezTo>
                    <a:cubicBezTo>
                      <a:pt x="2786" y="11038"/>
                      <a:pt x="2788" y="11040"/>
                      <a:pt x="2788" y="11040"/>
                    </a:cubicBezTo>
                    <a:cubicBezTo>
                      <a:pt x="2791" y="11047"/>
                      <a:pt x="2795" y="11054"/>
                      <a:pt x="2797" y="11056"/>
                    </a:cubicBezTo>
                    <a:cubicBezTo>
                      <a:pt x="2802" y="11059"/>
                      <a:pt x="2802" y="11063"/>
                      <a:pt x="2804" y="11065"/>
                    </a:cubicBezTo>
                    <a:cubicBezTo>
                      <a:pt x="2808" y="11069"/>
                      <a:pt x="2811" y="11075"/>
                      <a:pt x="2811" y="11078"/>
                    </a:cubicBezTo>
                    <a:cubicBezTo>
                      <a:pt x="2817" y="11084"/>
                      <a:pt x="2819" y="11090"/>
                      <a:pt x="2826" y="11096"/>
                    </a:cubicBezTo>
                    <a:cubicBezTo>
                      <a:pt x="2829" y="11105"/>
                      <a:pt x="2837" y="11111"/>
                      <a:pt x="2839" y="11121"/>
                    </a:cubicBezTo>
                    <a:cubicBezTo>
                      <a:pt x="2842" y="11121"/>
                      <a:pt x="2842" y="11124"/>
                      <a:pt x="2842" y="11124"/>
                    </a:cubicBezTo>
                    <a:cubicBezTo>
                      <a:pt x="2845" y="11129"/>
                      <a:pt x="2852" y="11135"/>
                      <a:pt x="2854" y="11141"/>
                    </a:cubicBezTo>
                    <a:cubicBezTo>
                      <a:pt x="2854" y="11146"/>
                      <a:pt x="2857" y="11146"/>
                      <a:pt x="2857" y="11148"/>
                    </a:cubicBezTo>
                    <a:cubicBezTo>
                      <a:pt x="2866" y="11163"/>
                      <a:pt x="2875" y="11178"/>
                      <a:pt x="2888" y="11191"/>
                    </a:cubicBezTo>
                    <a:cubicBezTo>
                      <a:pt x="2888" y="11194"/>
                      <a:pt x="2890" y="11197"/>
                      <a:pt x="2890" y="11197"/>
                    </a:cubicBezTo>
                    <a:lnTo>
                      <a:pt x="2890" y="11199"/>
                    </a:lnTo>
                    <a:cubicBezTo>
                      <a:pt x="2992" y="11356"/>
                      <a:pt x="3094" y="11507"/>
                      <a:pt x="3196" y="11657"/>
                    </a:cubicBezTo>
                    <a:cubicBezTo>
                      <a:pt x="3150" y="11561"/>
                      <a:pt x="3107" y="11466"/>
                      <a:pt x="3065" y="11368"/>
                    </a:cubicBezTo>
                    <a:cubicBezTo>
                      <a:pt x="3055" y="11350"/>
                      <a:pt x="3046" y="11332"/>
                      <a:pt x="3040" y="11311"/>
                    </a:cubicBezTo>
                    <a:cubicBezTo>
                      <a:pt x="3012" y="11255"/>
                      <a:pt x="2987" y="11199"/>
                      <a:pt x="2963" y="11141"/>
                    </a:cubicBezTo>
                    <a:lnTo>
                      <a:pt x="2963" y="11138"/>
                    </a:lnTo>
                    <a:cubicBezTo>
                      <a:pt x="2953" y="11121"/>
                      <a:pt x="2945" y="11102"/>
                      <a:pt x="2938" y="11081"/>
                    </a:cubicBezTo>
                    <a:cubicBezTo>
                      <a:pt x="2932" y="11074"/>
                      <a:pt x="2929" y="11065"/>
                      <a:pt x="2929" y="11059"/>
                    </a:cubicBezTo>
                    <a:cubicBezTo>
                      <a:pt x="2925" y="11056"/>
                      <a:pt x="2922" y="11053"/>
                      <a:pt x="2922" y="11050"/>
                    </a:cubicBezTo>
                    <a:lnTo>
                      <a:pt x="2922" y="11047"/>
                    </a:lnTo>
                    <a:cubicBezTo>
                      <a:pt x="2916" y="11038"/>
                      <a:pt x="2912" y="11025"/>
                      <a:pt x="2910" y="11017"/>
                    </a:cubicBezTo>
                    <a:lnTo>
                      <a:pt x="2910" y="11013"/>
                    </a:lnTo>
                    <a:cubicBezTo>
                      <a:pt x="2904" y="11007"/>
                      <a:pt x="2904" y="11004"/>
                      <a:pt x="2901" y="10998"/>
                    </a:cubicBezTo>
                    <a:cubicBezTo>
                      <a:pt x="2899" y="10989"/>
                      <a:pt x="2894" y="10982"/>
                      <a:pt x="2891" y="10973"/>
                    </a:cubicBezTo>
                    <a:cubicBezTo>
                      <a:pt x="2889" y="10973"/>
                      <a:pt x="2889" y="10973"/>
                      <a:pt x="2889" y="10971"/>
                    </a:cubicBezTo>
                    <a:cubicBezTo>
                      <a:pt x="2886" y="10967"/>
                      <a:pt x="2886" y="10961"/>
                      <a:pt x="2886" y="10958"/>
                    </a:cubicBezTo>
                    <a:cubicBezTo>
                      <a:pt x="2884" y="10955"/>
                      <a:pt x="2884" y="10955"/>
                      <a:pt x="2884" y="10952"/>
                    </a:cubicBezTo>
                    <a:cubicBezTo>
                      <a:pt x="2878" y="10939"/>
                      <a:pt x="2871" y="10927"/>
                      <a:pt x="2869" y="10914"/>
                    </a:cubicBezTo>
                    <a:cubicBezTo>
                      <a:pt x="2866" y="10905"/>
                      <a:pt x="2862" y="10899"/>
                      <a:pt x="2859" y="10893"/>
                    </a:cubicBezTo>
                    <a:cubicBezTo>
                      <a:pt x="2853" y="10880"/>
                      <a:pt x="2850" y="10868"/>
                      <a:pt x="2844" y="10859"/>
                    </a:cubicBezTo>
                    <a:lnTo>
                      <a:pt x="2844" y="10857"/>
                    </a:lnTo>
                    <a:cubicBezTo>
                      <a:pt x="2819" y="10801"/>
                      <a:pt x="2797" y="10746"/>
                      <a:pt x="2780" y="10694"/>
                    </a:cubicBezTo>
                    <a:cubicBezTo>
                      <a:pt x="2776" y="10691"/>
                      <a:pt x="2773" y="10687"/>
                      <a:pt x="2773" y="10684"/>
                    </a:cubicBezTo>
                    <a:cubicBezTo>
                      <a:pt x="1389" y="7194"/>
                      <a:pt x="1304" y="3424"/>
                      <a:pt x="2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13"/>
              <p:cNvSpPr/>
              <p:nvPr/>
            </p:nvSpPr>
            <p:spPr>
              <a:xfrm>
                <a:off x="3238738" y="455425"/>
                <a:ext cx="80000" cy="291550"/>
              </a:xfrm>
              <a:custGeom>
                <a:rect b="b" l="l" r="r" t="t"/>
                <a:pathLst>
                  <a:path extrusionOk="0" h="11662" w="3200">
                    <a:moveTo>
                      <a:pt x="0" y="1"/>
                    </a:moveTo>
                    <a:lnTo>
                      <a:pt x="0" y="1"/>
                    </a:lnTo>
                    <a:cubicBezTo>
                      <a:pt x="43" y="89"/>
                      <a:pt x="83" y="179"/>
                      <a:pt x="123" y="271"/>
                    </a:cubicBezTo>
                    <a:cubicBezTo>
                      <a:pt x="136" y="292"/>
                      <a:pt x="145" y="313"/>
                      <a:pt x="154" y="338"/>
                    </a:cubicBezTo>
                    <a:cubicBezTo>
                      <a:pt x="182" y="393"/>
                      <a:pt x="207" y="452"/>
                      <a:pt x="232" y="509"/>
                    </a:cubicBezTo>
                    <a:cubicBezTo>
                      <a:pt x="232" y="509"/>
                      <a:pt x="234" y="514"/>
                      <a:pt x="234" y="517"/>
                    </a:cubicBezTo>
                    <a:cubicBezTo>
                      <a:pt x="243" y="535"/>
                      <a:pt x="252" y="556"/>
                      <a:pt x="258" y="579"/>
                    </a:cubicBezTo>
                    <a:cubicBezTo>
                      <a:pt x="265" y="585"/>
                      <a:pt x="268" y="594"/>
                      <a:pt x="268" y="600"/>
                    </a:cubicBezTo>
                    <a:lnTo>
                      <a:pt x="270" y="602"/>
                    </a:lnTo>
                    <a:cubicBezTo>
                      <a:pt x="273" y="605"/>
                      <a:pt x="273" y="610"/>
                      <a:pt x="273" y="612"/>
                    </a:cubicBezTo>
                    <a:cubicBezTo>
                      <a:pt x="279" y="623"/>
                      <a:pt x="283" y="632"/>
                      <a:pt x="285" y="646"/>
                    </a:cubicBezTo>
                    <a:lnTo>
                      <a:pt x="288" y="646"/>
                    </a:lnTo>
                    <a:cubicBezTo>
                      <a:pt x="292" y="652"/>
                      <a:pt x="292" y="654"/>
                      <a:pt x="295" y="661"/>
                    </a:cubicBezTo>
                    <a:cubicBezTo>
                      <a:pt x="299" y="666"/>
                      <a:pt x="301" y="672"/>
                      <a:pt x="301" y="679"/>
                    </a:cubicBezTo>
                    <a:cubicBezTo>
                      <a:pt x="305" y="682"/>
                      <a:pt x="307" y="686"/>
                      <a:pt x="307" y="688"/>
                    </a:cubicBezTo>
                    <a:cubicBezTo>
                      <a:pt x="311" y="694"/>
                      <a:pt x="311" y="697"/>
                      <a:pt x="314" y="703"/>
                    </a:cubicBezTo>
                    <a:cubicBezTo>
                      <a:pt x="320" y="717"/>
                      <a:pt x="327" y="730"/>
                      <a:pt x="330" y="744"/>
                    </a:cubicBezTo>
                    <a:cubicBezTo>
                      <a:pt x="332" y="750"/>
                      <a:pt x="336" y="759"/>
                      <a:pt x="338" y="765"/>
                    </a:cubicBezTo>
                    <a:cubicBezTo>
                      <a:pt x="345" y="777"/>
                      <a:pt x="347" y="790"/>
                      <a:pt x="353" y="798"/>
                    </a:cubicBezTo>
                    <a:lnTo>
                      <a:pt x="353" y="801"/>
                    </a:lnTo>
                    <a:cubicBezTo>
                      <a:pt x="378" y="857"/>
                      <a:pt x="400" y="912"/>
                      <a:pt x="418" y="963"/>
                    </a:cubicBezTo>
                    <a:cubicBezTo>
                      <a:pt x="421" y="971"/>
                      <a:pt x="425" y="973"/>
                      <a:pt x="428" y="979"/>
                    </a:cubicBezTo>
                    <a:cubicBezTo>
                      <a:pt x="1810" y="4471"/>
                      <a:pt x="1894" y="8237"/>
                      <a:pt x="836" y="11661"/>
                    </a:cubicBezTo>
                    <a:cubicBezTo>
                      <a:pt x="1478" y="11632"/>
                      <a:pt x="2106" y="11553"/>
                      <a:pt x="2715" y="11421"/>
                    </a:cubicBezTo>
                    <a:cubicBezTo>
                      <a:pt x="3200" y="7979"/>
                      <a:pt x="2582" y="4352"/>
                      <a:pt x="709" y="1107"/>
                    </a:cubicBezTo>
                    <a:cubicBezTo>
                      <a:pt x="682" y="1058"/>
                      <a:pt x="655" y="1012"/>
                      <a:pt x="624" y="962"/>
                    </a:cubicBezTo>
                    <a:cubicBezTo>
                      <a:pt x="610" y="939"/>
                      <a:pt x="596" y="916"/>
                      <a:pt x="584" y="892"/>
                    </a:cubicBezTo>
                    <a:cubicBezTo>
                      <a:pt x="550" y="837"/>
                      <a:pt x="516" y="781"/>
                      <a:pt x="479" y="725"/>
                    </a:cubicBezTo>
                    <a:cubicBezTo>
                      <a:pt x="475" y="720"/>
                      <a:pt x="472" y="714"/>
                      <a:pt x="466" y="708"/>
                    </a:cubicBezTo>
                    <a:cubicBezTo>
                      <a:pt x="466" y="701"/>
                      <a:pt x="462" y="697"/>
                      <a:pt x="460" y="694"/>
                    </a:cubicBezTo>
                    <a:cubicBezTo>
                      <a:pt x="460" y="691"/>
                      <a:pt x="460" y="688"/>
                      <a:pt x="457" y="688"/>
                    </a:cubicBezTo>
                    <a:cubicBezTo>
                      <a:pt x="457" y="686"/>
                      <a:pt x="454" y="682"/>
                      <a:pt x="450" y="679"/>
                    </a:cubicBezTo>
                    <a:cubicBezTo>
                      <a:pt x="448" y="670"/>
                      <a:pt x="441" y="661"/>
                      <a:pt x="435" y="655"/>
                    </a:cubicBezTo>
                    <a:cubicBezTo>
                      <a:pt x="431" y="650"/>
                      <a:pt x="429" y="643"/>
                      <a:pt x="423" y="636"/>
                    </a:cubicBezTo>
                    <a:cubicBezTo>
                      <a:pt x="423" y="630"/>
                      <a:pt x="418" y="626"/>
                      <a:pt x="415" y="624"/>
                    </a:cubicBezTo>
                    <a:cubicBezTo>
                      <a:pt x="412" y="621"/>
                      <a:pt x="412" y="617"/>
                      <a:pt x="409" y="615"/>
                    </a:cubicBezTo>
                    <a:cubicBezTo>
                      <a:pt x="405" y="610"/>
                      <a:pt x="399" y="602"/>
                      <a:pt x="397" y="596"/>
                    </a:cubicBezTo>
                    <a:cubicBezTo>
                      <a:pt x="394" y="596"/>
                      <a:pt x="394" y="594"/>
                      <a:pt x="394" y="594"/>
                    </a:cubicBezTo>
                    <a:cubicBezTo>
                      <a:pt x="394" y="591"/>
                      <a:pt x="390" y="587"/>
                      <a:pt x="387" y="585"/>
                    </a:cubicBezTo>
                    <a:cubicBezTo>
                      <a:pt x="383" y="575"/>
                      <a:pt x="381" y="569"/>
                      <a:pt x="374" y="563"/>
                    </a:cubicBezTo>
                    <a:cubicBezTo>
                      <a:pt x="369" y="554"/>
                      <a:pt x="363" y="545"/>
                      <a:pt x="357" y="535"/>
                    </a:cubicBezTo>
                    <a:cubicBezTo>
                      <a:pt x="353" y="529"/>
                      <a:pt x="350" y="523"/>
                      <a:pt x="347" y="520"/>
                    </a:cubicBezTo>
                    <a:cubicBezTo>
                      <a:pt x="347" y="518"/>
                      <a:pt x="343" y="514"/>
                      <a:pt x="341" y="511"/>
                    </a:cubicBezTo>
                    <a:cubicBezTo>
                      <a:pt x="332" y="493"/>
                      <a:pt x="322" y="477"/>
                      <a:pt x="307" y="462"/>
                    </a:cubicBezTo>
                    <a:cubicBezTo>
                      <a:pt x="311" y="458"/>
                      <a:pt x="307" y="458"/>
                      <a:pt x="305" y="456"/>
                    </a:cubicBezTo>
                    <a:cubicBezTo>
                      <a:pt x="207" y="302"/>
                      <a:pt x="105" y="15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13"/>
              <p:cNvSpPr/>
              <p:nvPr/>
            </p:nvSpPr>
            <p:spPr>
              <a:xfrm>
                <a:off x="3014913" y="455025"/>
                <a:ext cx="242150" cy="201650"/>
              </a:xfrm>
              <a:custGeom>
                <a:rect b="b" l="l" r="r" t="t"/>
                <a:pathLst>
                  <a:path extrusionOk="0" h="8066" w="9686">
                    <a:moveTo>
                      <a:pt x="9685" y="0"/>
                    </a:moveTo>
                    <a:lnTo>
                      <a:pt x="9685" y="0"/>
                    </a:lnTo>
                    <a:cubicBezTo>
                      <a:pt x="9626" y="86"/>
                      <a:pt x="9568" y="168"/>
                      <a:pt x="9503" y="253"/>
                    </a:cubicBezTo>
                    <a:cubicBezTo>
                      <a:pt x="9492" y="271"/>
                      <a:pt x="9478" y="290"/>
                      <a:pt x="9465" y="308"/>
                    </a:cubicBezTo>
                    <a:cubicBezTo>
                      <a:pt x="9429" y="361"/>
                      <a:pt x="9389" y="414"/>
                      <a:pt x="9352" y="466"/>
                    </a:cubicBezTo>
                    <a:cubicBezTo>
                      <a:pt x="9338" y="481"/>
                      <a:pt x="9327" y="499"/>
                      <a:pt x="9315" y="514"/>
                    </a:cubicBezTo>
                    <a:cubicBezTo>
                      <a:pt x="9307" y="523"/>
                      <a:pt x="9301" y="530"/>
                      <a:pt x="9299" y="537"/>
                    </a:cubicBezTo>
                    <a:cubicBezTo>
                      <a:pt x="9295" y="540"/>
                      <a:pt x="9295" y="543"/>
                      <a:pt x="9292" y="543"/>
                    </a:cubicBezTo>
                    <a:cubicBezTo>
                      <a:pt x="9292" y="547"/>
                      <a:pt x="9286" y="549"/>
                      <a:pt x="9286" y="549"/>
                    </a:cubicBezTo>
                    <a:cubicBezTo>
                      <a:pt x="9284" y="558"/>
                      <a:pt x="9277" y="565"/>
                      <a:pt x="9270" y="571"/>
                    </a:cubicBezTo>
                    <a:lnTo>
                      <a:pt x="9268" y="571"/>
                    </a:lnTo>
                    <a:lnTo>
                      <a:pt x="9268" y="574"/>
                    </a:lnTo>
                    <a:cubicBezTo>
                      <a:pt x="9264" y="580"/>
                      <a:pt x="9261" y="586"/>
                      <a:pt x="9255" y="589"/>
                    </a:cubicBezTo>
                    <a:cubicBezTo>
                      <a:pt x="9255" y="596"/>
                      <a:pt x="9253" y="600"/>
                      <a:pt x="9246" y="602"/>
                    </a:cubicBezTo>
                    <a:cubicBezTo>
                      <a:pt x="9246" y="609"/>
                      <a:pt x="9243" y="612"/>
                      <a:pt x="9237" y="615"/>
                    </a:cubicBezTo>
                    <a:cubicBezTo>
                      <a:pt x="9237" y="621"/>
                      <a:pt x="9234" y="626"/>
                      <a:pt x="9228" y="628"/>
                    </a:cubicBezTo>
                    <a:cubicBezTo>
                      <a:pt x="9228" y="631"/>
                      <a:pt x="9226" y="631"/>
                      <a:pt x="9226" y="631"/>
                    </a:cubicBezTo>
                    <a:cubicBezTo>
                      <a:pt x="9219" y="640"/>
                      <a:pt x="9213" y="648"/>
                      <a:pt x="9203" y="658"/>
                    </a:cubicBezTo>
                    <a:cubicBezTo>
                      <a:pt x="9201" y="667"/>
                      <a:pt x="9195" y="676"/>
                      <a:pt x="9188" y="682"/>
                    </a:cubicBezTo>
                    <a:cubicBezTo>
                      <a:pt x="9179" y="692"/>
                      <a:pt x="9172" y="700"/>
                      <a:pt x="9164" y="709"/>
                    </a:cubicBezTo>
                    <a:cubicBezTo>
                      <a:pt x="9167" y="712"/>
                      <a:pt x="9161" y="712"/>
                      <a:pt x="9161" y="712"/>
                    </a:cubicBezTo>
                    <a:cubicBezTo>
                      <a:pt x="9130" y="759"/>
                      <a:pt x="9093" y="805"/>
                      <a:pt x="9059" y="847"/>
                    </a:cubicBezTo>
                    <a:cubicBezTo>
                      <a:pt x="9056" y="854"/>
                      <a:pt x="9048" y="857"/>
                      <a:pt x="9046" y="863"/>
                    </a:cubicBezTo>
                    <a:cubicBezTo>
                      <a:pt x="6716" y="3806"/>
                      <a:pt x="3495" y="5759"/>
                      <a:pt x="1" y="6558"/>
                    </a:cubicBezTo>
                    <a:cubicBezTo>
                      <a:pt x="338" y="7093"/>
                      <a:pt x="725" y="7598"/>
                      <a:pt x="1151" y="8065"/>
                    </a:cubicBezTo>
                    <a:cubicBezTo>
                      <a:pt x="4374" y="6762"/>
                      <a:pt x="7205" y="4413"/>
                      <a:pt x="9077" y="1167"/>
                    </a:cubicBezTo>
                    <a:cubicBezTo>
                      <a:pt x="9104" y="1121"/>
                      <a:pt x="9130" y="1075"/>
                      <a:pt x="9157" y="1029"/>
                    </a:cubicBezTo>
                    <a:cubicBezTo>
                      <a:pt x="9170" y="1003"/>
                      <a:pt x="9185" y="978"/>
                      <a:pt x="9197" y="952"/>
                    </a:cubicBezTo>
                    <a:cubicBezTo>
                      <a:pt x="9231" y="896"/>
                      <a:pt x="9262" y="841"/>
                      <a:pt x="9289" y="782"/>
                    </a:cubicBezTo>
                    <a:cubicBezTo>
                      <a:pt x="9293" y="777"/>
                      <a:pt x="9295" y="771"/>
                      <a:pt x="9301" y="765"/>
                    </a:cubicBezTo>
                    <a:cubicBezTo>
                      <a:pt x="9301" y="762"/>
                      <a:pt x="9305" y="756"/>
                      <a:pt x="9308" y="749"/>
                    </a:cubicBezTo>
                    <a:cubicBezTo>
                      <a:pt x="9312" y="749"/>
                      <a:pt x="9312" y="745"/>
                      <a:pt x="9315" y="743"/>
                    </a:cubicBezTo>
                    <a:cubicBezTo>
                      <a:pt x="9315" y="740"/>
                      <a:pt x="9319" y="734"/>
                      <a:pt x="9321" y="728"/>
                    </a:cubicBezTo>
                    <a:cubicBezTo>
                      <a:pt x="9325" y="720"/>
                      <a:pt x="9327" y="714"/>
                      <a:pt x="9334" y="705"/>
                    </a:cubicBezTo>
                    <a:cubicBezTo>
                      <a:pt x="9336" y="699"/>
                      <a:pt x="9340" y="693"/>
                      <a:pt x="9343" y="683"/>
                    </a:cubicBezTo>
                    <a:cubicBezTo>
                      <a:pt x="9347" y="681"/>
                      <a:pt x="9347" y="677"/>
                      <a:pt x="9350" y="674"/>
                    </a:cubicBezTo>
                    <a:cubicBezTo>
                      <a:pt x="9353" y="671"/>
                      <a:pt x="9353" y="668"/>
                      <a:pt x="9356" y="662"/>
                    </a:cubicBezTo>
                    <a:cubicBezTo>
                      <a:pt x="9360" y="659"/>
                      <a:pt x="9360" y="655"/>
                      <a:pt x="9362" y="652"/>
                    </a:cubicBezTo>
                    <a:cubicBezTo>
                      <a:pt x="9362" y="648"/>
                      <a:pt x="9366" y="642"/>
                      <a:pt x="9368" y="640"/>
                    </a:cubicBezTo>
                    <a:cubicBezTo>
                      <a:pt x="9368" y="636"/>
                      <a:pt x="9372" y="630"/>
                      <a:pt x="9376" y="627"/>
                    </a:cubicBezTo>
                    <a:cubicBezTo>
                      <a:pt x="9379" y="620"/>
                      <a:pt x="9382" y="611"/>
                      <a:pt x="9388" y="605"/>
                    </a:cubicBezTo>
                    <a:cubicBezTo>
                      <a:pt x="9392" y="596"/>
                      <a:pt x="9398" y="586"/>
                      <a:pt x="9401" y="578"/>
                    </a:cubicBezTo>
                    <a:cubicBezTo>
                      <a:pt x="9403" y="573"/>
                      <a:pt x="9408" y="566"/>
                      <a:pt x="9410" y="559"/>
                    </a:cubicBezTo>
                    <a:cubicBezTo>
                      <a:pt x="9413" y="555"/>
                      <a:pt x="9413" y="555"/>
                      <a:pt x="9413" y="553"/>
                    </a:cubicBezTo>
                    <a:cubicBezTo>
                      <a:pt x="9422" y="538"/>
                      <a:pt x="9428" y="522"/>
                      <a:pt x="9437" y="507"/>
                    </a:cubicBezTo>
                    <a:cubicBezTo>
                      <a:pt x="9437" y="504"/>
                      <a:pt x="9440" y="501"/>
                      <a:pt x="9440" y="498"/>
                    </a:cubicBezTo>
                    <a:cubicBezTo>
                      <a:pt x="9443" y="498"/>
                      <a:pt x="9443" y="495"/>
                      <a:pt x="9443" y="495"/>
                    </a:cubicBezTo>
                    <a:cubicBezTo>
                      <a:pt x="9525" y="331"/>
                      <a:pt x="9605" y="166"/>
                      <a:pt x="96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113"/>
              <p:cNvSpPr/>
              <p:nvPr/>
            </p:nvSpPr>
            <p:spPr>
              <a:xfrm>
                <a:off x="3239313" y="285400"/>
                <a:ext cx="242025" cy="201625"/>
              </a:xfrm>
              <a:custGeom>
                <a:rect b="b" l="l" r="r" t="t"/>
                <a:pathLst>
                  <a:path extrusionOk="0" h="8065" w="9681">
                    <a:moveTo>
                      <a:pt x="8535" y="1"/>
                    </a:moveTo>
                    <a:cubicBezTo>
                      <a:pt x="5311" y="1303"/>
                      <a:pt x="2480" y="3653"/>
                      <a:pt x="608" y="6899"/>
                    </a:cubicBezTo>
                    <a:cubicBezTo>
                      <a:pt x="579" y="6945"/>
                      <a:pt x="555" y="6989"/>
                      <a:pt x="528" y="7036"/>
                    </a:cubicBezTo>
                    <a:cubicBezTo>
                      <a:pt x="515" y="7061"/>
                      <a:pt x="501" y="7090"/>
                      <a:pt x="488" y="7113"/>
                    </a:cubicBezTo>
                    <a:cubicBezTo>
                      <a:pt x="454" y="7172"/>
                      <a:pt x="423" y="7227"/>
                      <a:pt x="392" y="7286"/>
                    </a:cubicBezTo>
                    <a:cubicBezTo>
                      <a:pt x="388" y="7292"/>
                      <a:pt x="382" y="7301"/>
                      <a:pt x="380" y="7307"/>
                    </a:cubicBezTo>
                    <a:cubicBezTo>
                      <a:pt x="376" y="7311"/>
                      <a:pt x="376" y="7318"/>
                      <a:pt x="373" y="7320"/>
                    </a:cubicBezTo>
                    <a:cubicBezTo>
                      <a:pt x="373" y="7320"/>
                      <a:pt x="373" y="7323"/>
                      <a:pt x="371" y="7323"/>
                    </a:cubicBezTo>
                    <a:cubicBezTo>
                      <a:pt x="371" y="7329"/>
                      <a:pt x="367" y="7332"/>
                      <a:pt x="364" y="7338"/>
                    </a:cubicBezTo>
                    <a:cubicBezTo>
                      <a:pt x="357" y="7348"/>
                      <a:pt x="354" y="7354"/>
                      <a:pt x="351" y="7363"/>
                    </a:cubicBezTo>
                    <a:cubicBezTo>
                      <a:pt x="345" y="7368"/>
                      <a:pt x="342" y="7374"/>
                      <a:pt x="342" y="7381"/>
                    </a:cubicBezTo>
                    <a:cubicBezTo>
                      <a:pt x="340" y="7387"/>
                      <a:pt x="336" y="7391"/>
                      <a:pt x="334" y="7394"/>
                    </a:cubicBezTo>
                    <a:cubicBezTo>
                      <a:pt x="329" y="7400"/>
                      <a:pt x="329" y="7404"/>
                      <a:pt x="327" y="7406"/>
                    </a:cubicBezTo>
                    <a:cubicBezTo>
                      <a:pt x="323" y="7413"/>
                      <a:pt x="323" y="7417"/>
                      <a:pt x="320" y="7420"/>
                    </a:cubicBezTo>
                    <a:cubicBezTo>
                      <a:pt x="318" y="7422"/>
                      <a:pt x="318" y="7426"/>
                      <a:pt x="318" y="7428"/>
                    </a:cubicBezTo>
                    <a:cubicBezTo>
                      <a:pt x="314" y="7431"/>
                      <a:pt x="312" y="7435"/>
                      <a:pt x="312" y="7437"/>
                    </a:cubicBezTo>
                    <a:cubicBezTo>
                      <a:pt x="305" y="7447"/>
                      <a:pt x="302" y="7456"/>
                      <a:pt x="298" y="7462"/>
                    </a:cubicBezTo>
                    <a:cubicBezTo>
                      <a:pt x="292" y="7471"/>
                      <a:pt x="288" y="7480"/>
                      <a:pt x="286" y="7487"/>
                    </a:cubicBezTo>
                    <a:lnTo>
                      <a:pt x="283" y="7489"/>
                    </a:lnTo>
                    <a:cubicBezTo>
                      <a:pt x="279" y="7495"/>
                      <a:pt x="277" y="7502"/>
                      <a:pt x="277" y="7504"/>
                    </a:cubicBezTo>
                    <a:cubicBezTo>
                      <a:pt x="274" y="7511"/>
                      <a:pt x="271" y="7515"/>
                      <a:pt x="267" y="7518"/>
                    </a:cubicBezTo>
                    <a:cubicBezTo>
                      <a:pt x="262" y="7533"/>
                      <a:pt x="256" y="7545"/>
                      <a:pt x="250" y="7557"/>
                    </a:cubicBezTo>
                    <a:cubicBezTo>
                      <a:pt x="246" y="7564"/>
                      <a:pt x="243" y="7570"/>
                      <a:pt x="243" y="7573"/>
                    </a:cubicBezTo>
                    <a:cubicBezTo>
                      <a:pt x="158" y="7736"/>
                      <a:pt x="78" y="7898"/>
                      <a:pt x="0" y="8065"/>
                    </a:cubicBezTo>
                    <a:cubicBezTo>
                      <a:pt x="60" y="7979"/>
                      <a:pt x="118" y="7896"/>
                      <a:pt x="183" y="7813"/>
                    </a:cubicBezTo>
                    <a:cubicBezTo>
                      <a:pt x="191" y="7792"/>
                      <a:pt x="207" y="7773"/>
                      <a:pt x="222" y="7755"/>
                    </a:cubicBezTo>
                    <a:cubicBezTo>
                      <a:pt x="256" y="7706"/>
                      <a:pt x="292" y="7657"/>
                      <a:pt x="329" y="7608"/>
                    </a:cubicBezTo>
                    <a:lnTo>
                      <a:pt x="329" y="7606"/>
                    </a:lnTo>
                    <a:cubicBezTo>
                      <a:pt x="345" y="7586"/>
                      <a:pt x="356" y="7570"/>
                      <a:pt x="370" y="7552"/>
                    </a:cubicBezTo>
                    <a:cubicBezTo>
                      <a:pt x="372" y="7546"/>
                      <a:pt x="379" y="7544"/>
                      <a:pt x="385" y="7536"/>
                    </a:cubicBezTo>
                    <a:cubicBezTo>
                      <a:pt x="385" y="7534"/>
                      <a:pt x="385" y="7530"/>
                      <a:pt x="387" y="7528"/>
                    </a:cubicBezTo>
                    <a:lnTo>
                      <a:pt x="396" y="7519"/>
                    </a:lnTo>
                    <a:cubicBezTo>
                      <a:pt x="401" y="7514"/>
                      <a:pt x="407" y="7508"/>
                      <a:pt x="410" y="7500"/>
                    </a:cubicBezTo>
                    <a:cubicBezTo>
                      <a:pt x="413" y="7497"/>
                      <a:pt x="413" y="7494"/>
                      <a:pt x="416" y="7494"/>
                    </a:cubicBezTo>
                    <a:cubicBezTo>
                      <a:pt x="418" y="7488"/>
                      <a:pt x="422" y="7484"/>
                      <a:pt x="425" y="7482"/>
                    </a:cubicBezTo>
                    <a:cubicBezTo>
                      <a:pt x="428" y="7475"/>
                      <a:pt x="432" y="7468"/>
                      <a:pt x="438" y="7466"/>
                    </a:cubicBezTo>
                    <a:cubicBezTo>
                      <a:pt x="438" y="7463"/>
                      <a:pt x="442" y="7459"/>
                      <a:pt x="444" y="7457"/>
                    </a:cubicBezTo>
                    <a:cubicBezTo>
                      <a:pt x="448" y="7451"/>
                      <a:pt x="451" y="7447"/>
                      <a:pt x="457" y="7444"/>
                    </a:cubicBezTo>
                    <a:lnTo>
                      <a:pt x="457" y="7441"/>
                    </a:lnTo>
                    <a:cubicBezTo>
                      <a:pt x="464" y="7428"/>
                      <a:pt x="473" y="7420"/>
                      <a:pt x="482" y="7411"/>
                    </a:cubicBezTo>
                    <a:cubicBezTo>
                      <a:pt x="484" y="7401"/>
                      <a:pt x="490" y="7395"/>
                      <a:pt x="498" y="7389"/>
                    </a:cubicBezTo>
                    <a:cubicBezTo>
                      <a:pt x="504" y="7375"/>
                      <a:pt x="513" y="7366"/>
                      <a:pt x="519" y="7358"/>
                    </a:cubicBezTo>
                    <a:lnTo>
                      <a:pt x="521" y="7358"/>
                    </a:lnTo>
                    <a:cubicBezTo>
                      <a:pt x="552" y="7315"/>
                      <a:pt x="586" y="7271"/>
                      <a:pt x="619" y="7229"/>
                    </a:cubicBezTo>
                    <a:cubicBezTo>
                      <a:pt x="625" y="7222"/>
                      <a:pt x="629" y="7213"/>
                      <a:pt x="638" y="7206"/>
                    </a:cubicBezTo>
                    <a:cubicBezTo>
                      <a:pt x="2967" y="4262"/>
                      <a:pt x="6189" y="2306"/>
                      <a:pt x="9680" y="1508"/>
                    </a:cubicBezTo>
                    <a:cubicBezTo>
                      <a:pt x="9343" y="972"/>
                      <a:pt x="8958" y="469"/>
                      <a:pt x="85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113"/>
              <p:cNvSpPr/>
              <p:nvPr/>
            </p:nvSpPr>
            <p:spPr>
              <a:xfrm>
                <a:off x="3062638" y="237825"/>
                <a:ext cx="201600" cy="242025"/>
              </a:xfrm>
              <a:custGeom>
                <a:rect b="b" l="l" r="r" t="t"/>
                <a:pathLst>
                  <a:path extrusionOk="0" h="9681" w="8064">
                    <a:moveTo>
                      <a:pt x="1507" y="1"/>
                    </a:moveTo>
                    <a:cubicBezTo>
                      <a:pt x="971" y="339"/>
                      <a:pt x="467" y="723"/>
                      <a:pt x="0" y="1147"/>
                    </a:cubicBezTo>
                    <a:cubicBezTo>
                      <a:pt x="1302" y="4372"/>
                      <a:pt x="3650" y="7203"/>
                      <a:pt x="6895" y="9072"/>
                    </a:cubicBezTo>
                    <a:cubicBezTo>
                      <a:pt x="6941" y="9100"/>
                      <a:pt x="6987" y="9125"/>
                      <a:pt x="7033" y="9152"/>
                    </a:cubicBezTo>
                    <a:cubicBezTo>
                      <a:pt x="7059" y="9165"/>
                      <a:pt x="7083" y="9179"/>
                      <a:pt x="7111" y="9192"/>
                    </a:cubicBezTo>
                    <a:cubicBezTo>
                      <a:pt x="7164" y="9226"/>
                      <a:pt x="7224" y="9257"/>
                      <a:pt x="7282" y="9288"/>
                    </a:cubicBezTo>
                    <a:cubicBezTo>
                      <a:pt x="7288" y="9291"/>
                      <a:pt x="7294" y="9298"/>
                      <a:pt x="7304" y="9300"/>
                    </a:cubicBezTo>
                    <a:cubicBezTo>
                      <a:pt x="7307" y="9300"/>
                      <a:pt x="7310" y="9303"/>
                      <a:pt x="7313" y="9303"/>
                    </a:cubicBezTo>
                    <a:cubicBezTo>
                      <a:pt x="7313" y="9306"/>
                      <a:pt x="7317" y="9306"/>
                      <a:pt x="7319" y="9309"/>
                    </a:cubicBezTo>
                    <a:cubicBezTo>
                      <a:pt x="7322" y="9309"/>
                      <a:pt x="7328" y="9314"/>
                      <a:pt x="7334" y="9316"/>
                    </a:cubicBezTo>
                    <a:cubicBezTo>
                      <a:pt x="7341" y="9320"/>
                      <a:pt x="7348" y="9326"/>
                      <a:pt x="7356" y="9329"/>
                    </a:cubicBezTo>
                    <a:cubicBezTo>
                      <a:pt x="7363" y="9331"/>
                      <a:pt x="7370" y="9335"/>
                      <a:pt x="7379" y="9337"/>
                    </a:cubicBezTo>
                    <a:cubicBezTo>
                      <a:pt x="7381" y="9341"/>
                      <a:pt x="7385" y="9344"/>
                      <a:pt x="7387" y="9344"/>
                    </a:cubicBezTo>
                    <a:cubicBezTo>
                      <a:pt x="7390" y="9348"/>
                      <a:pt x="7394" y="9348"/>
                      <a:pt x="7396" y="9351"/>
                    </a:cubicBezTo>
                    <a:cubicBezTo>
                      <a:pt x="7402" y="9353"/>
                      <a:pt x="7408" y="9357"/>
                      <a:pt x="7415" y="9360"/>
                    </a:cubicBezTo>
                    <a:cubicBezTo>
                      <a:pt x="7418" y="9360"/>
                      <a:pt x="7418" y="9362"/>
                      <a:pt x="7421" y="9362"/>
                    </a:cubicBezTo>
                    <a:cubicBezTo>
                      <a:pt x="7425" y="9366"/>
                      <a:pt x="7431" y="9366"/>
                      <a:pt x="7434" y="9368"/>
                    </a:cubicBezTo>
                    <a:cubicBezTo>
                      <a:pt x="7441" y="9372"/>
                      <a:pt x="7449" y="9379"/>
                      <a:pt x="7456" y="9382"/>
                    </a:cubicBezTo>
                    <a:cubicBezTo>
                      <a:pt x="7465" y="9386"/>
                      <a:pt x="7474" y="9392"/>
                      <a:pt x="7483" y="9394"/>
                    </a:cubicBezTo>
                    <a:lnTo>
                      <a:pt x="7485" y="9397"/>
                    </a:lnTo>
                    <a:cubicBezTo>
                      <a:pt x="7492" y="9401"/>
                      <a:pt x="7494" y="9403"/>
                      <a:pt x="7501" y="9403"/>
                    </a:cubicBezTo>
                    <a:lnTo>
                      <a:pt x="7508" y="9410"/>
                    </a:lnTo>
                    <a:cubicBezTo>
                      <a:pt x="7523" y="9417"/>
                      <a:pt x="7539" y="9425"/>
                      <a:pt x="7554" y="9432"/>
                    </a:cubicBezTo>
                    <a:cubicBezTo>
                      <a:pt x="7556" y="9434"/>
                      <a:pt x="7560" y="9434"/>
                      <a:pt x="7563" y="9434"/>
                    </a:cubicBezTo>
                    <a:lnTo>
                      <a:pt x="7563" y="9437"/>
                    </a:lnTo>
                    <a:cubicBezTo>
                      <a:pt x="7730" y="9521"/>
                      <a:pt x="7896" y="9604"/>
                      <a:pt x="8063" y="9681"/>
                    </a:cubicBezTo>
                    <a:cubicBezTo>
                      <a:pt x="7978" y="9622"/>
                      <a:pt x="7894" y="9563"/>
                      <a:pt x="7811" y="9499"/>
                    </a:cubicBezTo>
                    <a:cubicBezTo>
                      <a:pt x="7794" y="9489"/>
                      <a:pt x="7774" y="9475"/>
                      <a:pt x="7757" y="9462"/>
                    </a:cubicBezTo>
                    <a:cubicBezTo>
                      <a:pt x="7704" y="9424"/>
                      <a:pt x="7654" y="9388"/>
                      <a:pt x="7605" y="9351"/>
                    </a:cubicBezTo>
                    <a:lnTo>
                      <a:pt x="7603" y="9349"/>
                    </a:lnTo>
                    <a:cubicBezTo>
                      <a:pt x="7583" y="9335"/>
                      <a:pt x="7566" y="9324"/>
                      <a:pt x="7550" y="9310"/>
                    </a:cubicBezTo>
                    <a:cubicBezTo>
                      <a:pt x="7545" y="9304"/>
                      <a:pt x="7538" y="9302"/>
                      <a:pt x="7532" y="9295"/>
                    </a:cubicBezTo>
                    <a:cubicBezTo>
                      <a:pt x="7527" y="9295"/>
                      <a:pt x="7525" y="9293"/>
                      <a:pt x="7525" y="9293"/>
                    </a:cubicBezTo>
                    <a:lnTo>
                      <a:pt x="7516" y="9284"/>
                    </a:lnTo>
                    <a:cubicBezTo>
                      <a:pt x="7508" y="9282"/>
                      <a:pt x="7501" y="9274"/>
                      <a:pt x="7494" y="9268"/>
                    </a:cubicBezTo>
                    <a:cubicBezTo>
                      <a:pt x="7492" y="9268"/>
                      <a:pt x="7492" y="9268"/>
                      <a:pt x="7492" y="9266"/>
                    </a:cubicBezTo>
                    <a:cubicBezTo>
                      <a:pt x="7485" y="9263"/>
                      <a:pt x="7482" y="9259"/>
                      <a:pt x="7479" y="9257"/>
                    </a:cubicBezTo>
                    <a:cubicBezTo>
                      <a:pt x="7473" y="9253"/>
                      <a:pt x="7467" y="9251"/>
                      <a:pt x="7463" y="9243"/>
                    </a:cubicBezTo>
                    <a:cubicBezTo>
                      <a:pt x="7457" y="9243"/>
                      <a:pt x="7453" y="9241"/>
                      <a:pt x="7451" y="9235"/>
                    </a:cubicBezTo>
                    <a:cubicBezTo>
                      <a:pt x="7444" y="9235"/>
                      <a:pt x="7441" y="9232"/>
                      <a:pt x="7438" y="9226"/>
                    </a:cubicBezTo>
                    <a:lnTo>
                      <a:pt x="7436" y="9226"/>
                    </a:lnTo>
                    <a:cubicBezTo>
                      <a:pt x="7426" y="9217"/>
                      <a:pt x="7417" y="9210"/>
                      <a:pt x="7408" y="9201"/>
                    </a:cubicBezTo>
                    <a:cubicBezTo>
                      <a:pt x="7399" y="9199"/>
                      <a:pt x="7390" y="9192"/>
                      <a:pt x="7384" y="9186"/>
                    </a:cubicBezTo>
                    <a:cubicBezTo>
                      <a:pt x="7375" y="9176"/>
                      <a:pt x="7365" y="9170"/>
                      <a:pt x="7356" y="9161"/>
                    </a:cubicBezTo>
                    <a:cubicBezTo>
                      <a:pt x="7353" y="9161"/>
                      <a:pt x="7350" y="9161"/>
                      <a:pt x="7350" y="9159"/>
                    </a:cubicBezTo>
                    <a:cubicBezTo>
                      <a:pt x="7304" y="9125"/>
                      <a:pt x="7257" y="9092"/>
                      <a:pt x="7215" y="9054"/>
                    </a:cubicBezTo>
                    <a:cubicBezTo>
                      <a:pt x="7209" y="9050"/>
                      <a:pt x="7205" y="9044"/>
                      <a:pt x="7199" y="9041"/>
                    </a:cubicBezTo>
                    <a:cubicBezTo>
                      <a:pt x="4258" y="6712"/>
                      <a:pt x="2307" y="3493"/>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13"/>
              <p:cNvSpPr/>
              <p:nvPr/>
            </p:nvSpPr>
            <p:spPr>
              <a:xfrm>
                <a:off x="3232213" y="462000"/>
                <a:ext cx="201575" cy="242225"/>
              </a:xfrm>
              <a:custGeom>
                <a:rect b="b" l="l" r="r" t="t"/>
                <a:pathLst>
                  <a:path extrusionOk="0" h="9689" w="8063">
                    <a:moveTo>
                      <a:pt x="0" y="1"/>
                    </a:moveTo>
                    <a:lnTo>
                      <a:pt x="0" y="1"/>
                    </a:lnTo>
                    <a:cubicBezTo>
                      <a:pt x="86" y="60"/>
                      <a:pt x="170" y="117"/>
                      <a:pt x="252" y="182"/>
                    </a:cubicBezTo>
                    <a:cubicBezTo>
                      <a:pt x="273" y="192"/>
                      <a:pt x="292" y="207"/>
                      <a:pt x="310" y="223"/>
                    </a:cubicBezTo>
                    <a:cubicBezTo>
                      <a:pt x="364" y="256"/>
                      <a:pt x="412" y="293"/>
                      <a:pt x="462" y="333"/>
                    </a:cubicBezTo>
                    <a:lnTo>
                      <a:pt x="464" y="333"/>
                    </a:lnTo>
                    <a:cubicBezTo>
                      <a:pt x="479" y="347"/>
                      <a:pt x="498" y="358"/>
                      <a:pt x="513" y="370"/>
                    </a:cubicBezTo>
                    <a:cubicBezTo>
                      <a:pt x="518" y="377"/>
                      <a:pt x="525" y="380"/>
                      <a:pt x="531" y="386"/>
                    </a:cubicBezTo>
                    <a:cubicBezTo>
                      <a:pt x="534" y="386"/>
                      <a:pt x="537" y="390"/>
                      <a:pt x="540" y="393"/>
                    </a:cubicBezTo>
                    <a:cubicBezTo>
                      <a:pt x="544" y="393"/>
                      <a:pt x="546" y="399"/>
                      <a:pt x="546" y="399"/>
                    </a:cubicBezTo>
                    <a:cubicBezTo>
                      <a:pt x="553" y="403"/>
                      <a:pt x="560" y="405"/>
                      <a:pt x="562" y="412"/>
                    </a:cubicBezTo>
                    <a:cubicBezTo>
                      <a:pt x="565" y="412"/>
                      <a:pt x="568" y="416"/>
                      <a:pt x="571" y="419"/>
                    </a:cubicBezTo>
                    <a:cubicBezTo>
                      <a:pt x="577" y="421"/>
                      <a:pt x="583" y="425"/>
                      <a:pt x="587" y="427"/>
                    </a:cubicBezTo>
                    <a:cubicBezTo>
                      <a:pt x="593" y="431"/>
                      <a:pt x="597" y="434"/>
                      <a:pt x="599" y="440"/>
                    </a:cubicBezTo>
                    <a:cubicBezTo>
                      <a:pt x="602" y="440"/>
                      <a:pt x="606" y="445"/>
                      <a:pt x="608" y="447"/>
                    </a:cubicBezTo>
                    <a:cubicBezTo>
                      <a:pt x="614" y="451"/>
                      <a:pt x="622" y="453"/>
                      <a:pt x="624" y="460"/>
                    </a:cubicBezTo>
                    <a:cubicBezTo>
                      <a:pt x="626" y="460"/>
                      <a:pt x="626" y="462"/>
                      <a:pt x="626" y="462"/>
                    </a:cubicBezTo>
                    <a:cubicBezTo>
                      <a:pt x="635" y="468"/>
                      <a:pt x="644" y="476"/>
                      <a:pt x="654" y="484"/>
                    </a:cubicBezTo>
                    <a:cubicBezTo>
                      <a:pt x="663" y="487"/>
                      <a:pt x="669" y="493"/>
                      <a:pt x="675" y="499"/>
                    </a:cubicBezTo>
                    <a:cubicBezTo>
                      <a:pt x="685" y="504"/>
                      <a:pt x="694" y="512"/>
                      <a:pt x="702" y="518"/>
                    </a:cubicBezTo>
                    <a:cubicBezTo>
                      <a:pt x="702" y="522"/>
                      <a:pt x="705" y="524"/>
                      <a:pt x="705" y="524"/>
                    </a:cubicBezTo>
                    <a:cubicBezTo>
                      <a:pt x="752" y="555"/>
                      <a:pt x="794" y="593"/>
                      <a:pt x="840" y="626"/>
                    </a:cubicBezTo>
                    <a:cubicBezTo>
                      <a:pt x="847" y="632"/>
                      <a:pt x="850" y="637"/>
                      <a:pt x="856" y="639"/>
                    </a:cubicBezTo>
                    <a:cubicBezTo>
                      <a:pt x="3801" y="2973"/>
                      <a:pt x="5756" y="6194"/>
                      <a:pt x="6556" y="9688"/>
                    </a:cubicBezTo>
                    <a:cubicBezTo>
                      <a:pt x="7090" y="9351"/>
                      <a:pt x="7595" y="8964"/>
                      <a:pt x="8062" y="8540"/>
                    </a:cubicBezTo>
                    <a:cubicBezTo>
                      <a:pt x="6759" y="5316"/>
                      <a:pt x="4410" y="2484"/>
                      <a:pt x="1168" y="607"/>
                    </a:cubicBezTo>
                    <a:cubicBezTo>
                      <a:pt x="1122" y="580"/>
                      <a:pt x="1077" y="554"/>
                      <a:pt x="1030" y="527"/>
                    </a:cubicBezTo>
                    <a:cubicBezTo>
                      <a:pt x="1006" y="514"/>
                      <a:pt x="977" y="500"/>
                      <a:pt x="953" y="487"/>
                    </a:cubicBezTo>
                    <a:cubicBezTo>
                      <a:pt x="897" y="454"/>
                      <a:pt x="839" y="423"/>
                      <a:pt x="784" y="392"/>
                    </a:cubicBezTo>
                    <a:cubicBezTo>
                      <a:pt x="779" y="392"/>
                      <a:pt x="772" y="389"/>
                      <a:pt x="766" y="383"/>
                    </a:cubicBezTo>
                    <a:cubicBezTo>
                      <a:pt x="759" y="380"/>
                      <a:pt x="751" y="376"/>
                      <a:pt x="743" y="373"/>
                    </a:cubicBezTo>
                    <a:lnTo>
                      <a:pt x="743" y="371"/>
                    </a:lnTo>
                    <a:cubicBezTo>
                      <a:pt x="737" y="371"/>
                      <a:pt x="735" y="367"/>
                      <a:pt x="728" y="364"/>
                    </a:cubicBezTo>
                    <a:cubicBezTo>
                      <a:pt x="722" y="361"/>
                      <a:pt x="712" y="358"/>
                      <a:pt x="706" y="352"/>
                    </a:cubicBezTo>
                    <a:cubicBezTo>
                      <a:pt x="700" y="349"/>
                      <a:pt x="691" y="345"/>
                      <a:pt x="685" y="342"/>
                    </a:cubicBezTo>
                    <a:cubicBezTo>
                      <a:pt x="678" y="339"/>
                      <a:pt x="674" y="336"/>
                      <a:pt x="671" y="333"/>
                    </a:cubicBezTo>
                    <a:cubicBezTo>
                      <a:pt x="665" y="333"/>
                      <a:pt x="661" y="329"/>
                      <a:pt x="659" y="327"/>
                    </a:cubicBezTo>
                    <a:cubicBezTo>
                      <a:pt x="656" y="327"/>
                      <a:pt x="656" y="324"/>
                      <a:pt x="656" y="324"/>
                    </a:cubicBezTo>
                    <a:cubicBezTo>
                      <a:pt x="655" y="325"/>
                      <a:pt x="654" y="325"/>
                      <a:pt x="653" y="325"/>
                    </a:cubicBezTo>
                    <a:cubicBezTo>
                      <a:pt x="651" y="325"/>
                      <a:pt x="650" y="324"/>
                      <a:pt x="650" y="324"/>
                    </a:cubicBezTo>
                    <a:cubicBezTo>
                      <a:pt x="647" y="321"/>
                      <a:pt x="643" y="321"/>
                      <a:pt x="640" y="318"/>
                    </a:cubicBezTo>
                    <a:cubicBezTo>
                      <a:pt x="634" y="318"/>
                      <a:pt x="630" y="314"/>
                      <a:pt x="628" y="311"/>
                    </a:cubicBezTo>
                    <a:cubicBezTo>
                      <a:pt x="619" y="307"/>
                      <a:pt x="609" y="301"/>
                      <a:pt x="603" y="298"/>
                    </a:cubicBezTo>
                    <a:cubicBezTo>
                      <a:pt x="594" y="295"/>
                      <a:pt x="586" y="288"/>
                      <a:pt x="578" y="286"/>
                    </a:cubicBezTo>
                    <a:lnTo>
                      <a:pt x="578" y="283"/>
                    </a:lnTo>
                    <a:cubicBezTo>
                      <a:pt x="573" y="283"/>
                      <a:pt x="567" y="279"/>
                      <a:pt x="561" y="276"/>
                    </a:cubicBezTo>
                    <a:cubicBezTo>
                      <a:pt x="555" y="274"/>
                      <a:pt x="550" y="270"/>
                      <a:pt x="547" y="267"/>
                    </a:cubicBezTo>
                    <a:cubicBezTo>
                      <a:pt x="532" y="262"/>
                      <a:pt x="521" y="256"/>
                      <a:pt x="508" y="250"/>
                    </a:cubicBezTo>
                    <a:cubicBezTo>
                      <a:pt x="501" y="246"/>
                      <a:pt x="495" y="243"/>
                      <a:pt x="493" y="240"/>
                    </a:cubicBezTo>
                    <a:cubicBezTo>
                      <a:pt x="330" y="161"/>
                      <a:pt x="168" y="80"/>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13"/>
              <p:cNvSpPr/>
              <p:nvPr/>
            </p:nvSpPr>
            <p:spPr>
              <a:xfrm>
                <a:off x="2973913" y="343175"/>
                <a:ext cx="556700" cy="267225"/>
              </a:xfrm>
              <a:custGeom>
                <a:rect b="b" l="l" r="r" t="t"/>
                <a:pathLst>
                  <a:path extrusionOk="0" h="10689" w="22268">
                    <a:moveTo>
                      <a:pt x="11134" y="0"/>
                    </a:moveTo>
                    <a:cubicBezTo>
                      <a:pt x="4985" y="0"/>
                      <a:pt x="0" y="5344"/>
                      <a:pt x="0" y="5344"/>
                    </a:cubicBezTo>
                    <a:cubicBezTo>
                      <a:pt x="0" y="5344"/>
                      <a:pt x="4985" y="10689"/>
                      <a:pt x="11134" y="10689"/>
                    </a:cubicBezTo>
                    <a:cubicBezTo>
                      <a:pt x="17283" y="10689"/>
                      <a:pt x="22267" y="5344"/>
                      <a:pt x="22267" y="5344"/>
                    </a:cubicBezTo>
                    <a:cubicBezTo>
                      <a:pt x="22267" y="5344"/>
                      <a:pt x="17283" y="0"/>
                      <a:pt x="111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13"/>
              <p:cNvSpPr/>
              <p:nvPr/>
            </p:nvSpPr>
            <p:spPr>
              <a:xfrm>
                <a:off x="3135338" y="359875"/>
                <a:ext cx="233850" cy="233850"/>
              </a:xfrm>
              <a:custGeom>
                <a:rect b="b" l="l" r="r" t="t"/>
                <a:pathLst>
                  <a:path extrusionOk="0" h="9354" w="9354">
                    <a:moveTo>
                      <a:pt x="4677" y="0"/>
                    </a:moveTo>
                    <a:cubicBezTo>
                      <a:pt x="2094" y="0"/>
                      <a:pt x="0" y="2094"/>
                      <a:pt x="0" y="4676"/>
                    </a:cubicBezTo>
                    <a:cubicBezTo>
                      <a:pt x="0" y="7259"/>
                      <a:pt x="2094" y="9353"/>
                      <a:pt x="4677" y="9353"/>
                    </a:cubicBezTo>
                    <a:cubicBezTo>
                      <a:pt x="7259" y="9353"/>
                      <a:pt x="9353" y="7259"/>
                      <a:pt x="9353" y="4676"/>
                    </a:cubicBezTo>
                    <a:cubicBezTo>
                      <a:pt x="9353" y="2094"/>
                      <a:pt x="7259" y="0"/>
                      <a:pt x="4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13"/>
              <p:cNvSpPr/>
              <p:nvPr/>
            </p:nvSpPr>
            <p:spPr>
              <a:xfrm>
                <a:off x="3148238" y="377900"/>
                <a:ext cx="208075" cy="197850"/>
              </a:xfrm>
              <a:custGeom>
                <a:rect b="b" l="l" r="r" t="t"/>
                <a:pathLst>
                  <a:path extrusionOk="0" h="7914" w="8323">
                    <a:moveTo>
                      <a:pt x="5073" y="0"/>
                    </a:moveTo>
                    <a:cubicBezTo>
                      <a:pt x="4899" y="0"/>
                      <a:pt x="4724" y="84"/>
                      <a:pt x="4620" y="271"/>
                    </a:cubicBezTo>
                    <a:cubicBezTo>
                      <a:pt x="4520" y="451"/>
                      <a:pt x="4341" y="541"/>
                      <a:pt x="4161" y="541"/>
                    </a:cubicBezTo>
                    <a:cubicBezTo>
                      <a:pt x="3981" y="541"/>
                      <a:pt x="3802" y="451"/>
                      <a:pt x="3702" y="271"/>
                    </a:cubicBezTo>
                    <a:cubicBezTo>
                      <a:pt x="3598" y="84"/>
                      <a:pt x="3423" y="1"/>
                      <a:pt x="3249" y="1"/>
                    </a:cubicBezTo>
                    <a:cubicBezTo>
                      <a:pt x="2979" y="1"/>
                      <a:pt x="2711" y="203"/>
                      <a:pt x="2716" y="536"/>
                    </a:cubicBezTo>
                    <a:cubicBezTo>
                      <a:pt x="2721" y="846"/>
                      <a:pt x="2466" y="1071"/>
                      <a:pt x="2189" y="1071"/>
                    </a:cubicBezTo>
                    <a:cubicBezTo>
                      <a:pt x="2099" y="1071"/>
                      <a:pt x="2006" y="1047"/>
                      <a:pt x="1920" y="995"/>
                    </a:cubicBezTo>
                    <a:cubicBezTo>
                      <a:pt x="1829" y="941"/>
                      <a:pt x="1736" y="917"/>
                      <a:pt x="1647" y="917"/>
                    </a:cubicBezTo>
                    <a:cubicBezTo>
                      <a:pt x="1275" y="917"/>
                      <a:pt x="972" y="1337"/>
                      <a:pt x="1199" y="1716"/>
                    </a:cubicBezTo>
                    <a:cubicBezTo>
                      <a:pt x="1411" y="2067"/>
                      <a:pt x="1157" y="2512"/>
                      <a:pt x="749" y="2512"/>
                    </a:cubicBezTo>
                    <a:cubicBezTo>
                      <a:pt x="746" y="2512"/>
                      <a:pt x="743" y="2512"/>
                      <a:pt x="740" y="2512"/>
                    </a:cubicBezTo>
                    <a:cubicBezTo>
                      <a:pt x="737" y="2512"/>
                      <a:pt x="733" y="2512"/>
                      <a:pt x="730" y="2512"/>
                    </a:cubicBezTo>
                    <a:cubicBezTo>
                      <a:pt x="191" y="2512"/>
                      <a:pt x="0" y="3233"/>
                      <a:pt x="475" y="3498"/>
                    </a:cubicBezTo>
                    <a:cubicBezTo>
                      <a:pt x="835" y="3697"/>
                      <a:pt x="835" y="4216"/>
                      <a:pt x="475" y="4416"/>
                    </a:cubicBezTo>
                    <a:cubicBezTo>
                      <a:pt x="1" y="4680"/>
                      <a:pt x="191" y="5402"/>
                      <a:pt x="731" y="5402"/>
                    </a:cubicBezTo>
                    <a:cubicBezTo>
                      <a:pt x="734" y="5402"/>
                      <a:pt x="737" y="5402"/>
                      <a:pt x="740" y="5402"/>
                    </a:cubicBezTo>
                    <a:cubicBezTo>
                      <a:pt x="743" y="5402"/>
                      <a:pt x="747" y="5402"/>
                      <a:pt x="750" y="5402"/>
                    </a:cubicBezTo>
                    <a:cubicBezTo>
                      <a:pt x="1155" y="5402"/>
                      <a:pt x="1409" y="5846"/>
                      <a:pt x="1199" y="6198"/>
                    </a:cubicBezTo>
                    <a:cubicBezTo>
                      <a:pt x="972" y="6577"/>
                      <a:pt x="1275" y="6997"/>
                      <a:pt x="1648" y="6997"/>
                    </a:cubicBezTo>
                    <a:cubicBezTo>
                      <a:pt x="1737" y="6997"/>
                      <a:pt x="1829" y="6973"/>
                      <a:pt x="1920" y="6919"/>
                    </a:cubicBezTo>
                    <a:cubicBezTo>
                      <a:pt x="2007" y="6866"/>
                      <a:pt x="2100" y="6843"/>
                      <a:pt x="2190" y="6843"/>
                    </a:cubicBezTo>
                    <a:cubicBezTo>
                      <a:pt x="2467" y="6843"/>
                      <a:pt x="2721" y="7067"/>
                      <a:pt x="2716" y="7378"/>
                    </a:cubicBezTo>
                    <a:cubicBezTo>
                      <a:pt x="2711" y="7711"/>
                      <a:pt x="2978" y="7914"/>
                      <a:pt x="3249" y="7914"/>
                    </a:cubicBezTo>
                    <a:cubicBezTo>
                      <a:pt x="3423" y="7914"/>
                      <a:pt x="3598" y="7830"/>
                      <a:pt x="3702" y="7642"/>
                    </a:cubicBezTo>
                    <a:cubicBezTo>
                      <a:pt x="3802" y="7462"/>
                      <a:pt x="3981" y="7372"/>
                      <a:pt x="4161" y="7372"/>
                    </a:cubicBezTo>
                    <a:cubicBezTo>
                      <a:pt x="4341" y="7372"/>
                      <a:pt x="4520" y="7462"/>
                      <a:pt x="4620" y="7642"/>
                    </a:cubicBezTo>
                    <a:cubicBezTo>
                      <a:pt x="4724" y="7829"/>
                      <a:pt x="4899" y="7913"/>
                      <a:pt x="5073" y="7913"/>
                    </a:cubicBezTo>
                    <a:cubicBezTo>
                      <a:pt x="5343" y="7913"/>
                      <a:pt x="5611" y="7711"/>
                      <a:pt x="5606" y="7378"/>
                    </a:cubicBezTo>
                    <a:cubicBezTo>
                      <a:pt x="5601" y="7067"/>
                      <a:pt x="5855" y="6844"/>
                      <a:pt x="6132" y="6844"/>
                    </a:cubicBezTo>
                    <a:cubicBezTo>
                      <a:pt x="6223" y="6844"/>
                      <a:pt x="6315" y="6867"/>
                      <a:pt x="6402" y="6919"/>
                    </a:cubicBezTo>
                    <a:cubicBezTo>
                      <a:pt x="6492" y="6973"/>
                      <a:pt x="6585" y="6997"/>
                      <a:pt x="6674" y="6997"/>
                    </a:cubicBezTo>
                    <a:cubicBezTo>
                      <a:pt x="7046" y="6997"/>
                      <a:pt x="7350" y="6577"/>
                      <a:pt x="7122" y="6198"/>
                    </a:cubicBezTo>
                    <a:cubicBezTo>
                      <a:pt x="6911" y="5846"/>
                      <a:pt x="7165" y="5402"/>
                      <a:pt x="7572" y="5402"/>
                    </a:cubicBezTo>
                    <a:cubicBezTo>
                      <a:pt x="7576" y="5402"/>
                      <a:pt x="7579" y="5402"/>
                      <a:pt x="7582" y="5402"/>
                    </a:cubicBezTo>
                    <a:cubicBezTo>
                      <a:pt x="7585" y="5402"/>
                      <a:pt x="7588" y="5402"/>
                      <a:pt x="7592" y="5402"/>
                    </a:cubicBezTo>
                    <a:cubicBezTo>
                      <a:pt x="8130" y="5402"/>
                      <a:pt x="8323" y="4680"/>
                      <a:pt x="7847" y="4416"/>
                    </a:cubicBezTo>
                    <a:cubicBezTo>
                      <a:pt x="7486" y="4216"/>
                      <a:pt x="7486" y="3697"/>
                      <a:pt x="7847" y="3498"/>
                    </a:cubicBezTo>
                    <a:cubicBezTo>
                      <a:pt x="8320" y="3233"/>
                      <a:pt x="8131" y="2512"/>
                      <a:pt x="7593" y="2512"/>
                    </a:cubicBezTo>
                    <a:cubicBezTo>
                      <a:pt x="7589" y="2512"/>
                      <a:pt x="7586" y="2512"/>
                      <a:pt x="7582" y="2512"/>
                    </a:cubicBezTo>
                    <a:cubicBezTo>
                      <a:pt x="7580" y="2512"/>
                      <a:pt x="7577" y="2512"/>
                      <a:pt x="7574" y="2512"/>
                    </a:cubicBezTo>
                    <a:cubicBezTo>
                      <a:pt x="7167" y="2512"/>
                      <a:pt x="6913" y="2067"/>
                      <a:pt x="7122" y="1716"/>
                    </a:cubicBezTo>
                    <a:cubicBezTo>
                      <a:pt x="7349" y="1337"/>
                      <a:pt x="7047" y="917"/>
                      <a:pt x="6674" y="917"/>
                    </a:cubicBezTo>
                    <a:cubicBezTo>
                      <a:pt x="6585" y="917"/>
                      <a:pt x="6492" y="941"/>
                      <a:pt x="6402" y="995"/>
                    </a:cubicBezTo>
                    <a:cubicBezTo>
                      <a:pt x="6315" y="1048"/>
                      <a:pt x="6222" y="1071"/>
                      <a:pt x="6132" y="1071"/>
                    </a:cubicBezTo>
                    <a:cubicBezTo>
                      <a:pt x="5855" y="1071"/>
                      <a:pt x="5601" y="847"/>
                      <a:pt x="5606" y="536"/>
                    </a:cubicBezTo>
                    <a:cubicBezTo>
                      <a:pt x="5611" y="203"/>
                      <a:pt x="5343" y="0"/>
                      <a:pt x="50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13"/>
              <p:cNvSpPr/>
              <p:nvPr/>
            </p:nvSpPr>
            <p:spPr>
              <a:xfrm>
                <a:off x="3187513" y="412050"/>
                <a:ext cx="129475" cy="129475"/>
              </a:xfrm>
              <a:custGeom>
                <a:rect b="b" l="l" r="r" t="t"/>
                <a:pathLst>
                  <a:path extrusionOk="0" h="5179" w="5179">
                    <a:moveTo>
                      <a:pt x="2590" y="1"/>
                    </a:moveTo>
                    <a:cubicBezTo>
                      <a:pt x="1160" y="1"/>
                      <a:pt x="1" y="1160"/>
                      <a:pt x="1" y="2589"/>
                    </a:cubicBezTo>
                    <a:cubicBezTo>
                      <a:pt x="1" y="4019"/>
                      <a:pt x="1160" y="5178"/>
                      <a:pt x="2590" y="5178"/>
                    </a:cubicBezTo>
                    <a:cubicBezTo>
                      <a:pt x="4020" y="5178"/>
                      <a:pt x="5178" y="4019"/>
                      <a:pt x="5178" y="2589"/>
                    </a:cubicBezTo>
                    <a:cubicBezTo>
                      <a:pt x="5178" y="1160"/>
                      <a:pt x="4020" y="1"/>
                      <a:pt x="25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113"/>
              <p:cNvSpPr/>
              <p:nvPr/>
            </p:nvSpPr>
            <p:spPr>
              <a:xfrm>
                <a:off x="3217888" y="442425"/>
                <a:ext cx="68725" cy="68725"/>
              </a:xfrm>
              <a:custGeom>
                <a:rect b="b" l="l" r="r" t="t"/>
                <a:pathLst>
                  <a:path extrusionOk="0" h="2749" w="2749">
                    <a:moveTo>
                      <a:pt x="1375" y="1"/>
                    </a:moveTo>
                    <a:cubicBezTo>
                      <a:pt x="616" y="1"/>
                      <a:pt x="1" y="616"/>
                      <a:pt x="1" y="1374"/>
                    </a:cubicBezTo>
                    <a:cubicBezTo>
                      <a:pt x="1" y="2133"/>
                      <a:pt x="616" y="2749"/>
                      <a:pt x="1375" y="2749"/>
                    </a:cubicBezTo>
                    <a:cubicBezTo>
                      <a:pt x="2134" y="2749"/>
                      <a:pt x="2749" y="2133"/>
                      <a:pt x="2749" y="1374"/>
                    </a:cubicBezTo>
                    <a:cubicBezTo>
                      <a:pt x="2749" y="616"/>
                      <a:pt x="2134" y="1"/>
                      <a:pt x="13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113"/>
            <p:cNvGrpSpPr/>
            <p:nvPr/>
          </p:nvGrpSpPr>
          <p:grpSpPr>
            <a:xfrm>
              <a:off x="311200" y="506200"/>
              <a:ext cx="402025" cy="804000"/>
              <a:chOff x="2882200" y="374525"/>
              <a:chExt cx="402025" cy="804000"/>
            </a:xfrm>
          </p:grpSpPr>
          <p:sp>
            <p:nvSpPr>
              <p:cNvPr id="9026" name="Google Shape;9026;p113"/>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113"/>
              <p:cNvSpPr/>
              <p:nvPr/>
            </p:nvSpPr>
            <p:spPr>
              <a:xfrm>
                <a:off x="2882200" y="374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13"/>
              <p:cNvSpPr/>
              <p:nvPr/>
            </p:nvSpPr>
            <p:spPr>
              <a:xfrm>
                <a:off x="3083200" y="374525"/>
                <a:ext cx="201000" cy="201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13"/>
              <p:cNvSpPr/>
              <p:nvPr/>
            </p:nvSpPr>
            <p:spPr>
              <a:xfrm flipH="1">
                <a:off x="3083200" y="575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113"/>
              <p:cNvSpPr/>
              <p:nvPr/>
            </p:nvSpPr>
            <p:spPr>
              <a:xfrm flipH="1">
                <a:off x="2882200" y="575525"/>
                <a:ext cx="201000" cy="201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113"/>
              <p:cNvSpPr/>
              <p:nvPr/>
            </p:nvSpPr>
            <p:spPr>
              <a:xfrm>
                <a:off x="2882200" y="776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13"/>
              <p:cNvSpPr/>
              <p:nvPr/>
            </p:nvSpPr>
            <p:spPr>
              <a:xfrm>
                <a:off x="3083200" y="776525"/>
                <a:ext cx="201000" cy="201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13"/>
              <p:cNvSpPr/>
              <p:nvPr/>
            </p:nvSpPr>
            <p:spPr>
              <a:xfrm flipH="1">
                <a:off x="3083200" y="977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113"/>
              <p:cNvSpPr/>
              <p:nvPr/>
            </p:nvSpPr>
            <p:spPr>
              <a:xfrm flipH="1">
                <a:off x="2882200" y="977525"/>
                <a:ext cx="201000" cy="201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113"/>
            <p:cNvGrpSpPr/>
            <p:nvPr/>
          </p:nvGrpSpPr>
          <p:grpSpPr>
            <a:xfrm rot="-716816">
              <a:off x="551178" y="196556"/>
              <a:ext cx="1002072" cy="904912"/>
              <a:chOff x="1288334" y="649138"/>
              <a:chExt cx="511300" cy="461725"/>
            </a:xfrm>
          </p:grpSpPr>
          <p:sp>
            <p:nvSpPr>
              <p:cNvPr id="9036" name="Google Shape;9036;p113"/>
              <p:cNvSpPr/>
              <p:nvPr/>
            </p:nvSpPr>
            <p:spPr>
              <a:xfrm>
                <a:off x="1288334" y="649575"/>
                <a:ext cx="511300" cy="457500"/>
              </a:xfrm>
              <a:custGeom>
                <a:rect b="b" l="l" r="r" t="t"/>
                <a:pathLst>
                  <a:path extrusionOk="0" h="18300" w="20452">
                    <a:moveTo>
                      <a:pt x="10584" y="1"/>
                    </a:moveTo>
                    <a:cubicBezTo>
                      <a:pt x="8686" y="1"/>
                      <a:pt x="6787" y="1083"/>
                      <a:pt x="6305" y="3244"/>
                    </a:cubicBezTo>
                    <a:cubicBezTo>
                      <a:pt x="6179" y="3722"/>
                      <a:pt x="6156" y="4251"/>
                      <a:pt x="6167" y="4748"/>
                    </a:cubicBezTo>
                    <a:cubicBezTo>
                      <a:pt x="6042" y="4740"/>
                      <a:pt x="5919" y="4737"/>
                      <a:pt x="5800" y="4737"/>
                    </a:cubicBezTo>
                    <a:cubicBezTo>
                      <a:pt x="1" y="4737"/>
                      <a:pt x="2" y="13593"/>
                      <a:pt x="5801" y="13593"/>
                    </a:cubicBezTo>
                    <a:cubicBezTo>
                      <a:pt x="5920" y="13593"/>
                      <a:pt x="6042" y="13590"/>
                      <a:pt x="6167" y="13582"/>
                    </a:cubicBezTo>
                    <a:lnTo>
                      <a:pt x="6167" y="13582"/>
                    </a:lnTo>
                    <a:cubicBezTo>
                      <a:pt x="5974" y="16727"/>
                      <a:pt x="8278" y="18299"/>
                      <a:pt x="10583" y="18299"/>
                    </a:cubicBezTo>
                    <a:cubicBezTo>
                      <a:pt x="12887" y="18299"/>
                      <a:pt x="15191" y="16727"/>
                      <a:pt x="14998" y="13582"/>
                    </a:cubicBezTo>
                    <a:lnTo>
                      <a:pt x="14998" y="13582"/>
                    </a:lnTo>
                    <a:cubicBezTo>
                      <a:pt x="15072" y="13584"/>
                      <a:pt x="15146" y="13585"/>
                      <a:pt x="15220" y="13585"/>
                    </a:cubicBezTo>
                    <a:cubicBezTo>
                      <a:pt x="15650" y="13585"/>
                      <a:pt x="16093" y="13553"/>
                      <a:pt x="16502" y="13444"/>
                    </a:cubicBezTo>
                    <a:cubicBezTo>
                      <a:pt x="18936" y="12872"/>
                      <a:pt x="20451" y="10063"/>
                      <a:pt x="19570" y="7720"/>
                    </a:cubicBezTo>
                    <a:cubicBezTo>
                      <a:pt x="18978" y="5917"/>
                      <a:pt x="17197" y="4735"/>
                      <a:pt x="15332" y="4735"/>
                    </a:cubicBezTo>
                    <a:cubicBezTo>
                      <a:pt x="15221" y="4735"/>
                      <a:pt x="15109" y="4739"/>
                      <a:pt x="14997" y="4748"/>
                    </a:cubicBezTo>
                    <a:cubicBezTo>
                      <a:pt x="15006" y="4250"/>
                      <a:pt x="14987" y="3723"/>
                      <a:pt x="14859" y="3244"/>
                    </a:cubicBezTo>
                    <a:cubicBezTo>
                      <a:pt x="14377" y="1081"/>
                      <a:pt x="12481" y="1"/>
                      <a:pt x="10584"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13"/>
              <p:cNvSpPr/>
              <p:nvPr/>
            </p:nvSpPr>
            <p:spPr>
              <a:xfrm>
                <a:off x="1323400" y="649138"/>
                <a:ext cx="461700" cy="461725"/>
              </a:xfrm>
              <a:custGeom>
                <a:rect b="b" l="l" r="r" t="t"/>
                <a:pathLst>
                  <a:path extrusionOk="0" h="18469" w="18468">
                    <a:moveTo>
                      <a:pt x="9234" y="0"/>
                    </a:moveTo>
                    <a:cubicBezTo>
                      <a:pt x="8924" y="0"/>
                      <a:pt x="8620" y="33"/>
                      <a:pt x="8324" y="91"/>
                    </a:cubicBezTo>
                    <a:cubicBezTo>
                      <a:pt x="7469" y="274"/>
                      <a:pt x="6707" y="698"/>
                      <a:pt x="6110" y="1293"/>
                    </a:cubicBezTo>
                    <a:cubicBezTo>
                      <a:pt x="6002" y="1401"/>
                      <a:pt x="5902" y="1514"/>
                      <a:pt x="5806" y="1632"/>
                    </a:cubicBezTo>
                    <a:cubicBezTo>
                      <a:pt x="5552" y="1946"/>
                      <a:pt x="5339" y="2292"/>
                      <a:pt x="5176" y="2668"/>
                    </a:cubicBezTo>
                    <a:cubicBezTo>
                      <a:pt x="5130" y="2779"/>
                      <a:pt x="5087" y="2890"/>
                      <a:pt x="5050" y="3004"/>
                    </a:cubicBezTo>
                    <a:cubicBezTo>
                      <a:pt x="5013" y="3105"/>
                      <a:pt x="4982" y="3210"/>
                      <a:pt x="4954" y="3314"/>
                    </a:cubicBezTo>
                    <a:lnTo>
                      <a:pt x="4954" y="3316"/>
                    </a:lnTo>
                    <a:cubicBezTo>
                      <a:pt x="4896" y="3550"/>
                      <a:pt x="4853" y="3793"/>
                      <a:pt x="4834" y="4042"/>
                    </a:cubicBezTo>
                    <a:cubicBezTo>
                      <a:pt x="4823" y="4166"/>
                      <a:pt x="4817" y="4290"/>
                      <a:pt x="4817" y="4417"/>
                    </a:cubicBezTo>
                    <a:lnTo>
                      <a:pt x="4817" y="4817"/>
                    </a:lnTo>
                    <a:lnTo>
                      <a:pt x="4417" y="4817"/>
                    </a:lnTo>
                    <a:cubicBezTo>
                      <a:pt x="4188" y="4817"/>
                      <a:pt x="3961" y="4835"/>
                      <a:pt x="3744" y="4872"/>
                    </a:cubicBezTo>
                    <a:cubicBezTo>
                      <a:pt x="3596" y="4890"/>
                      <a:pt x="3452" y="4918"/>
                      <a:pt x="3310" y="4955"/>
                    </a:cubicBezTo>
                    <a:cubicBezTo>
                      <a:pt x="3305" y="4959"/>
                      <a:pt x="3298" y="4959"/>
                      <a:pt x="3292" y="4961"/>
                    </a:cubicBezTo>
                    <a:lnTo>
                      <a:pt x="3290" y="4961"/>
                    </a:lnTo>
                    <a:cubicBezTo>
                      <a:pt x="2853" y="5076"/>
                      <a:pt x="2444" y="5256"/>
                      <a:pt x="2069" y="5497"/>
                    </a:cubicBezTo>
                    <a:cubicBezTo>
                      <a:pt x="1984" y="5548"/>
                      <a:pt x="1897" y="5607"/>
                      <a:pt x="1817" y="5666"/>
                    </a:cubicBezTo>
                    <a:cubicBezTo>
                      <a:pt x="1753" y="5712"/>
                      <a:pt x="1692" y="5761"/>
                      <a:pt x="1630" y="5811"/>
                    </a:cubicBezTo>
                    <a:cubicBezTo>
                      <a:pt x="861" y="6437"/>
                      <a:pt x="305" y="7315"/>
                      <a:pt x="97" y="8324"/>
                    </a:cubicBezTo>
                    <a:cubicBezTo>
                      <a:pt x="35" y="8615"/>
                      <a:pt x="1" y="8923"/>
                      <a:pt x="1" y="9234"/>
                    </a:cubicBezTo>
                    <a:cubicBezTo>
                      <a:pt x="1" y="9543"/>
                      <a:pt x="35" y="9852"/>
                      <a:pt x="97" y="10143"/>
                    </a:cubicBezTo>
                    <a:cubicBezTo>
                      <a:pt x="274" y="10998"/>
                      <a:pt x="701" y="11763"/>
                      <a:pt x="1295" y="12356"/>
                    </a:cubicBezTo>
                    <a:cubicBezTo>
                      <a:pt x="1403" y="12465"/>
                      <a:pt x="1513" y="12563"/>
                      <a:pt x="1630" y="12659"/>
                    </a:cubicBezTo>
                    <a:cubicBezTo>
                      <a:pt x="1701" y="12717"/>
                      <a:pt x="1775" y="12772"/>
                      <a:pt x="1852" y="12828"/>
                    </a:cubicBezTo>
                    <a:cubicBezTo>
                      <a:pt x="1981" y="12921"/>
                      <a:pt x="2114" y="13006"/>
                      <a:pt x="2252" y="13083"/>
                    </a:cubicBezTo>
                    <a:cubicBezTo>
                      <a:pt x="2579" y="13268"/>
                      <a:pt x="2929" y="13412"/>
                      <a:pt x="3301" y="13510"/>
                    </a:cubicBezTo>
                    <a:cubicBezTo>
                      <a:pt x="3305" y="13510"/>
                      <a:pt x="3311" y="13512"/>
                      <a:pt x="3313" y="13512"/>
                    </a:cubicBezTo>
                    <a:lnTo>
                      <a:pt x="3316" y="13512"/>
                    </a:lnTo>
                    <a:cubicBezTo>
                      <a:pt x="3458" y="13551"/>
                      <a:pt x="3602" y="13577"/>
                      <a:pt x="3750" y="13599"/>
                    </a:cubicBezTo>
                    <a:cubicBezTo>
                      <a:pt x="3968" y="13634"/>
                      <a:pt x="4193" y="13652"/>
                      <a:pt x="4420" y="13652"/>
                    </a:cubicBezTo>
                    <a:lnTo>
                      <a:pt x="4819" y="13652"/>
                    </a:lnTo>
                    <a:lnTo>
                      <a:pt x="4819" y="14052"/>
                    </a:lnTo>
                    <a:cubicBezTo>
                      <a:pt x="4819" y="14105"/>
                      <a:pt x="4819" y="14154"/>
                      <a:pt x="4825" y="14203"/>
                    </a:cubicBezTo>
                    <a:cubicBezTo>
                      <a:pt x="4825" y="14336"/>
                      <a:pt x="4838" y="14465"/>
                      <a:pt x="4853" y="14594"/>
                    </a:cubicBezTo>
                    <a:cubicBezTo>
                      <a:pt x="4875" y="14785"/>
                      <a:pt x="4911" y="14972"/>
                      <a:pt x="4957" y="15156"/>
                    </a:cubicBezTo>
                    <a:cubicBezTo>
                      <a:pt x="5119" y="15780"/>
                      <a:pt x="5412" y="16352"/>
                      <a:pt x="5809" y="16837"/>
                    </a:cubicBezTo>
                    <a:cubicBezTo>
                      <a:pt x="6435" y="17608"/>
                      <a:pt x="7316" y="18166"/>
                      <a:pt x="8326" y="18377"/>
                    </a:cubicBezTo>
                    <a:cubicBezTo>
                      <a:pt x="8620" y="18435"/>
                      <a:pt x="8925" y="18469"/>
                      <a:pt x="9235" y="18469"/>
                    </a:cubicBezTo>
                    <a:cubicBezTo>
                      <a:pt x="9545" y="18469"/>
                      <a:pt x="9849" y="18435"/>
                      <a:pt x="10144" y="18377"/>
                    </a:cubicBezTo>
                    <a:cubicBezTo>
                      <a:pt x="10995" y="18196"/>
                      <a:pt x="11758" y="17771"/>
                      <a:pt x="12354" y="17175"/>
                    </a:cubicBezTo>
                    <a:cubicBezTo>
                      <a:pt x="12462" y="17068"/>
                      <a:pt x="12563" y="16954"/>
                      <a:pt x="12658" y="16837"/>
                    </a:cubicBezTo>
                    <a:cubicBezTo>
                      <a:pt x="13054" y="16352"/>
                      <a:pt x="13347" y="15781"/>
                      <a:pt x="13509" y="15156"/>
                    </a:cubicBezTo>
                    <a:cubicBezTo>
                      <a:pt x="13554" y="14981"/>
                      <a:pt x="13590" y="14800"/>
                      <a:pt x="13612" y="14619"/>
                    </a:cubicBezTo>
                    <a:cubicBezTo>
                      <a:pt x="13632" y="14461"/>
                      <a:pt x="13646" y="14305"/>
                      <a:pt x="13646" y="14145"/>
                    </a:cubicBezTo>
                    <a:cubicBezTo>
                      <a:pt x="13648" y="14115"/>
                      <a:pt x="13648" y="14084"/>
                      <a:pt x="13648" y="14053"/>
                    </a:cubicBezTo>
                    <a:lnTo>
                      <a:pt x="13648" y="13654"/>
                    </a:lnTo>
                    <a:lnTo>
                      <a:pt x="14050" y="13654"/>
                    </a:lnTo>
                    <a:cubicBezTo>
                      <a:pt x="14333" y="13654"/>
                      <a:pt x="14609" y="13626"/>
                      <a:pt x="14880" y="13573"/>
                    </a:cubicBezTo>
                    <a:cubicBezTo>
                      <a:pt x="14972" y="13558"/>
                      <a:pt x="15065" y="13537"/>
                      <a:pt x="15153" y="13515"/>
                    </a:cubicBezTo>
                    <a:cubicBezTo>
                      <a:pt x="15200" y="13502"/>
                      <a:pt x="15245" y="13491"/>
                      <a:pt x="15292" y="13475"/>
                    </a:cubicBezTo>
                    <a:cubicBezTo>
                      <a:pt x="15676" y="13365"/>
                      <a:pt x="16036" y="13202"/>
                      <a:pt x="16367" y="12995"/>
                    </a:cubicBezTo>
                    <a:cubicBezTo>
                      <a:pt x="16505" y="12913"/>
                      <a:pt x="16638" y="12820"/>
                      <a:pt x="16760" y="12722"/>
                    </a:cubicBezTo>
                    <a:cubicBezTo>
                      <a:pt x="16789" y="12704"/>
                      <a:pt x="16814" y="12686"/>
                      <a:pt x="16838" y="12664"/>
                    </a:cubicBezTo>
                    <a:cubicBezTo>
                      <a:pt x="17409" y="12194"/>
                      <a:pt x="17864" y="11589"/>
                      <a:pt x="18147" y="10894"/>
                    </a:cubicBezTo>
                    <a:lnTo>
                      <a:pt x="18147" y="10892"/>
                    </a:lnTo>
                    <a:lnTo>
                      <a:pt x="18249" y="10603"/>
                    </a:lnTo>
                    <a:lnTo>
                      <a:pt x="18249" y="10600"/>
                    </a:lnTo>
                    <a:cubicBezTo>
                      <a:pt x="18298" y="10453"/>
                      <a:pt x="18341" y="10302"/>
                      <a:pt x="18372" y="10149"/>
                    </a:cubicBezTo>
                    <a:cubicBezTo>
                      <a:pt x="18434" y="9857"/>
                      <a:pt x="18467" y="9550"/>
                      <a:pt x="18467" y="9239"/>
                    </a:cubicBezTo>
                    <a:cubicBezTo>
                      <a:pt x="18467" y="8928"/>
                      <a:pt x="18434" y="8622"/>
                      <a:pt x="18370" y="8321"/>
                    </a:cubicBezTo>
                    <a:cubicBezTo>
                      <a:pt x="18346" y="8211"/>
                      <a:pt x="18322" y="8100"/>
                      <a:pt x="18291" y="7993"/>
                    </a:cubicBezTo>
                    <a:lnTo>
                      <a:pt x="18291" y="7986"/>
                    </a:lnTo>
                    <a:lnTo>
                      <a:pt x="18224" y="7790"/>
                    </a:lnTo>
                    <a:cubicBezTo>
                      <a:pt x="18224" y="7788"/>
                      <a:pt x="18224" y="7788"/>
                      <a:pt x="18220" y="7788"/>
                    </a:cubicBezTo>
                    <a:cubicBezTo>
                      <a:pt x="18002" y="7148"/>
                      <a:pt x="17639" y="6576"/>
                      <a:pt x="17172" y="6110"/>
                    </a:cubicBezTo>
                    <a:cubicBezTo>
                      <a:pt x="17064" y="6001"/>
                      <a:pt x="16954" y="5903"/>
                      <a:pt x="16837" y="5805"/>
                    </a:cubicBezTo>
                    <a:cubicBezTo>
                      <a:pt x="16825" y="5796"/>
                      <a:pt x="16816" y="5787"/>
                      <a:pt x="16804" y="5781"/>
                    </a:cubicBezTo>
                    <a:cubicBezTo>
                      <a:pt x="16690" y="5689"/>
                      <a:pt x="16569" y="5602"/>
                      <a:pt x="16448" y="5523"/>
                    </a:cubicBezTo>
                    <a:cubicBezTo>
                      <a:pt x="16120" y="5313"/>
                      <a:pt x="15764" y="5145"/>
                      <a:pt x="15387" y="5022"/>
                    </a:cubicBezTo>
                    <a:cubicBezTo>
                      <a:pt x="15310" y="4997"/>
                      <a:pt x="15233" y="4977"/>
                      <a:pt x="15153" y="4955"/>
                    </a:cubicBezTo>
                    <a:cubicBezTo>
                      <a:pt x="15077" y="4935"/>
                      <a:pt x="14998" y="4918"/>
                      <a:pt x="14917" y="4902"/>
                    </a:cubicBezTo>
                    <a:cubicBezTo>
                      <a:pt x="14637" y="4847"/>
                      <a:pt x="14348" y="4816"/>
                      <a:pt x="14050" y="4816"/>
                    </a:cubicBezTo>
                    <a:lnTo>
                      <a:pt x="13648" y="4816"/>
                    </a:lnTo>
                    <a:lnTo>
                      <a:pt x="13648" y="4415"/>
                    </a:lnTo>
                    <a:cubicBezTo>
                      <a:pt x="13648" y="4280"/>
                      <a:pt x="13642" y="4145"/>
                      <a:pt x="13626" y="4013"/>
                    </a:cubicBezTo>
                    <a:cubicBezTo>
                      <a:pt x="13606" y="3773"/>
                      <a:pt x="13566" y="3540"/>
                      <a:pt x="13508" y="3315"/>
                    </a:cubicBezTo>
                    <a:lnTo>
                      <a:pt x="13508" y="3313"/>
                    </a:lnTo>
                    <a:cubicBezTo>
                      <a:pt x="13346" y="2690"/>
                      <a:pt x="13053" y="2117"/>
                      <a:pt x="12657" y="1632"/>
                    </a:cubicBezTo>
                    <a:cubicBezTo>
                      <a:pt x="12033" y="860"/>
                      <a:pt x="11151" y="303"/>
                      <a:pt x="10143" y="91"/>
                    </a:cubicBezTo>
                    <a:cubicBezTo>
                      <a:pt x="9849" y="33"/>
                      <a:pt x="9543" y="0"/>
                      <a:pt x="9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113"/>
              <p:cNvSpPr/>
              <p:nvPr/>
            </p:nvSpPr>
            <p:spPr>
              <a:xfrm>
                <a:off x="1731350" y="787313"/>
                <a:ext cx="12175" cy="11600"/>
              </a:xfrm>
              <a:custGeom>
                <a:rect b="b" l="l" r="r" t="t"/>
                <a:pathLst>
                  <a:path extrusionOk="0" h="464" w="487">
                    <a:moveTo>
                      <a:pt x="130" y="1"/>
                    </a:moveTo>
                    <a:cubicBezTo>
                      <a:pt x="53" y="41"/>
                      <a:pt x="1" y="125"/>
                      <a:pt x="1" y="216"/>
                    </a:cubicBezTo>
                    <a:cubicBezTo>
                      <a:pt x="1" y="352"/>
                      <a:pt x="111" y="463"/>
                      <a:pt x="246" y="463"/>
                    </a:cubicBezTo>
                    <a:cubicBezTo>
                      <a:pt x="369" y="463"/>
                      <a:pt x="468" y="373"/>
                      <a:pt x="487" y="260"/>
                    </a:cubicBezTo>
                    <a:cubicBezTo>
                      <a:pt x="373" y="169"/>
                      <a:pt x="253" y="82"/>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13"/>
              <p:cNvSpPr/>
              <p:nvPr/>
            </p:nvSpPr>
            <p:spPr>
              <a:xfrm>
                <a:off x="1731375" y="823613"/>
                <a:ext cx="12325" cy="12375"/>
              </a:xfrm>
              <a:custGeom>
                <a:rect b="b" l="l" r="r" t="t"/>
                <a:pathLst>
                  <a:path extrusionOk="0" h="495" w="493">
                    <a:moveTo>
                      <a:pt x="247" y="1"/>
                    </a:moveTo>
                    <a:cubicBezTo>
                      <a:pt x="111" y="1"/>
                      <a:pt x="1" y="111"/>
                      <a:pt x="1" y="247"/>
                    </a:cubicBezTo>
                    <a:cubicBezTo>
                      <a:pt x="1" y="384"/>
                      <a:pt x="111" y="494"/>
                      <a:pt x="247" y="494"/>
                    </a:cubicBezTo>
                    <a:cubicBezTo>
                      <a:pt x="382" y="494"/>
                      <a:pt x="493" y="384"/>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13"/>
              <p:cNvSpPr/>
              <p:nvPr/>
            </p:nvSpPr>
            <p:spPr>
              <a:xfrm>
                <a:off x="1731375" y="860688"/>
                <a:ext cx="12325" cy="12350"/>
              </a:xfrm>
              <a:custGeom>
                <a:rect b="b" l="l" r="r" t="t"/>
                <a:pathLst>
                  <a:path extrusionOk="0" h="494" w="493">
                    <a:moveTo>
                      <a:pt x="247" y="1"/>
                    </a:moveTo>
                    <a:cubicBezTo>
                      <a:pt x="111" y="1"/>
                      <a:pt x="1" y="111"/>
                      <a:pt x="1" y="247"/>
                    </a:cubicBezTo>
                    <a:cubicBezTo>
                      <a:pt x="1" y="383"/>
                      <a:pt x="111" y="493"/>
                      <a:pt x="247" y="493"/>
                    </a:cubicBezTo>
                    <a:cubicBezTo>
                      <a:pt x="382" y="493"/>
                      <a:pt x="493" y="383"/>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13"/>
              <p:cNvSpPr/>
              <p:nvPr/>
            </p:nvSpPr>
            <p:spPr>
              <a:xfrm>
                <a:off x="1768375" y="842138"/>
                <a:ext cx="12325" cy="12425"/>
              </a:xfrm>
              <a:custGeom>
                <a:rect b="b" l="l" r="r" t="t"/>
                <a:pathLst>
                  <a:path extrusionOk="0" h="497" w="493">
                    <a:moveTo>
                      <a:pt x="246" y="1"/>
                    </a:moveTo>
                    <a:cubicBezTo>
                      <a:pt x="111" y="1"/>
                      <a:pt x="0" y="112"/>
                      <a:pt x="0" y="247"/>
                    </a:cubicBezTo>
                    <a:cubicBezTo>
                      <a:pt x="0" y="386"/>
                      <a:pt x="111" y="496"/>
                      <a:pt x="246" y="496"/>
                    </a:cubicBezTo>
                    <a:cubicBezTo>
                      <a:pt x="373" y="496"/>
                      <a:pt x="477" y="403"/>
                      <a:pt x="493" y="280"/>
                    </a:cubicBezTo>
                    <a:lnTo>
                      <a:pt x="493" y="274"/>
                    </a:lnTo>
                    <a:lnTo>
                      <a:pt x="425" y="77"/>
                    </a:lnTo>
                    <a:cubicBezTo>
                      <a:pt x="425" y="74"/>
                      <a:pt x="425" y="74"/>
                      <a:pt x="421" y="74"/>
                    </a:cubicBezTo>
                    <a:cubicBezTo>
                      <a:pt x="378" y="28"/>
                      <a:pt x="317"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13"/>
              <p:cNvSpPr/>
              <p:nvPr/>
            </p:nvSpPr>
            <p:spPr>
              <a:xfrm>
                <a:off x="1768400" y="879188"/>
                <a:ext cx="12325" cy="12350"/>
              </a:xfrm>
              <a:custGeom>
                <a:rect b="b" l="l" r="r" t="t"/>
                <a:pathLst>
                  <a:path extrusionOk="0" h="494"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13"/>
              <p:cNvSpPr/>
              <p:nvPr/>
            </p:nvSpPr>
            <p:spPr>
              <a:xfrm>
                <a:off x="1658750" y="749638"/>
                <a:ext cx="5850" cy="12150"/>
              </a:xfrm>
              <a:custGeom>
                <a:rect b="b" l="l" r="r" t="t"/>
                <a:pathLst>
                  <a:path extrusionOk="0" h="486" w="234">
                    <a:moveTo>
                      <a:pt x="212" y="0"/>
                    </a:moveTo>
                    <a:cubicBezTo>
                      <a:pt x="92" y="18"/>
                      <a:pt x="0" y="120"/>
                      <a:pt x="0" y="243"/>
                    </a:cubicBezTo>
                    <a:cubicBezTo>
                      <a:pt x="0" y="372"/>
                      <a:pt x="103" y="479"/>
                      <a:pt x="234" y="485"/>
                    </a:cubicBezTo>
                    <a:lnTo>
                      <a:pt x="234" y="402"/>
                    </a:lnTo>
                    <a:cubicBezTo>
                      <a:pt x="234" y="268"/>
                      <a:pt x="228" y="133"/>
                      <a:pt x="2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113"/>
              <p:cNvSpPr/>
              <p:nvPr/>
            </p:nvSpPr>
            <p:spPr>
              <a:xfrm>
                <a:off x="16587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113"/>
              <p:cNvSpPr/>
              <p:nvPr/>
            </p:nvSpPr>
            <p:spPr>
              <a:xfrm>
                <a:off x="16587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13"/>
              <p:cNvSpPr/>
              <p:nvPr/>
            </p:nvSpPr>
            <p:spPr>
              <a:xfrm>
                <a:off x="1695875" y="771838"/>
                <a:ext cx="12225" cy="8575"/>
              </a:xfrm>
              <a:custGeom>
                <a:rect b="b" l="l" r="r" t="t"/>
                <a:pathLst>
                  <a:path extrusionOk="0" h="343" w="489">
                    <a:moveTo>
                      <a:pt x="18" y="1"/>
                    </a:moveTo>
                    <a:cubicBezTo>
                      <a:pt x="7" y="29"/>
                      <a:pt x="1" y="62"/>
                      <a:pt x="1" y="97"/>
                    </a:cubicBezTo>
                    <a:cubicBezTo>
                      <a:pt x="1" y="232"/>
                      <a:pt x="111" y="342"/>
                      <a:pt x="246" y="342"/>
                    </a:cubicBezTo>
                    <a:cubicBezTo>
                      <a:pt x="372" y="342"/>
                      <a:pt x="476" y="243"/>
                      <a:pt x="489" y="120"/>
                    </a:cubicBezTo>
                    <a:cubicBezTo>
                      <a:pt x="411" y="97"/>
                      <a:pt x="334" y="74"/>
                      <a:pt x="254" y="53"/>
                    </a:cubicBezTo>
                    <a:cubicBezTo>
                      <a:pt x="178" y="35"/>
                      <a:pt x="99" y="16"/>
                      <a:pt x="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13"/>
              <p:cNvSpPr/>
              <p:nvPr/>
            </p:nvSpPr>
            <p:spPr>
              <a:xfrm>
                <a:off x="1695825" y="805088"/>
                <a:ext cx="12350" cy="12350"/>
              </a:xfrm>
              <a:custGeom>
                <a:rect b="b" l="l" r="r" t="t"/>
                <a:pathLst>
                  <a:path extrusionOk="0" h="494" w="494">
                    <a:moveTo>
                      <a:pt x="247" y="1"/>
                    </a:moveTo>
                    <a:cubicBezTo>
                      <a:pt x="111" y="1"/>
                      <a:pt x="0" y="111"/>
                      <a:pt x="0" y="246"/>
                    </a:cubicBezTo>
                    <a:cubicBezTo>
                      <a:pt x="0"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13"/>
              <p:cNvSpPr/>
              <p:nvPr/>
            </p:nvSpPr>
            <p:spPr>
              <a:xfrm>
                <a:off x="1695825" y="842138"/>
                <a:ext cx="12350" cy="12375"/>
              </a:xfrm>
              <a:custGeom>
                <a:rect b="b" l="l" r="r" t="t"/>
                <a:pathLst>
                  <a:path extrusionOk="0" h="495"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113"/>
              <p:cNvSpPr/>
              <p:nvPr/>
            </p:nvSpPr>
            <p:spPr>
              <a:xfrm>
                <a:off x="1695825" y="879188"/>
                <a:ext cx="12350" cy="12350"/>
              </a:xfrm>
              <a:custGeom>
                <a:rect b="b" l="l" r="r" t="t"/>
                <a:pathLst>
                  <a:path extrusionOk="0" h="494"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13"/>
              <p:cNvSpPr/>
              <p:nvPr/>
            </p:nvSpPr>
            <p:spPr>
              <a:xfrm>
                <a:off x="158620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13"/>
              <p:cNvSpPr/>
              <p:nvPr/>
            </p:nvSpPr>
            <p:spPr>
              <a:xfrm>
                <a:off x="158620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113"/>
              <p:cNvSpPr/>
              <p:nvPr/>
            </p:nvSpPr>
            <p:spPr>
              <a:xfrm>
                <a:off x="1623275" y="69393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113"/>
              <p:cNvSpPr/>
              <p:nvPr/>
            </p:nvSpPr>
            <p:spPr>
              <a:xfrm>
                <a:off x="158620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13"/>
              <p:cNvSpPr/>
              <p:nvPr/>
            </p:nvSpPr>
            <p:spPr>
              <a:xfrm>
                <a:off x="158620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113"/>
              <p:cNvSpPr/>
              <p:nvPr/>
            </p:nvSpPr>
            <p:spPr>
              <a:xfrm>
                <a:off x="158620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13"/>
              <p:cNvSpPr/>
              <p:nvPr/>
            </p:nvSpPr>
            <p:spPr>
              <a:xfrm>
                <a:off x="1623275" y="73098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13"/>
              <p:cNvSpPr/>
              <p:nvPr/>
            </p:nvSpPr>
            <p:spPr>
              <a:xfrm>
                <a:off x="1623275" y="768063"/>
                <a:ext cx="12325" cy="12350"/>
              </a:xfrm>
              <a:custGeom>
                <a:rect b="b" l="l" r="r" t="t"/>
                <a:pathLst>
                  <a:path extrusionOk="0" h="494" w="493">
                    <a:moveTo>
                      <a:pt x="246" y="1"/>
                    </a:moveTo>
                    <a:cubicBezTo>
                      <a:pt x="111" y="1"/>
                      <a:pt x="0" y="111"/>
                      <a:pt x="0" y="248"/>
                    </a:cubicBezTo>
                    <a:cubicBezTo>
                      <a:pt x="0"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113"/>
              <p:cNvSpPr/>
              <p:nvPr/>
            </p:nvSpPr>
            <p:spPr>
              <a:xfrm>
                <a:off x="1623275" y="805088"/>
                <a:ext cx="12325" cy="12350"/>
              </a:xfrm>
              <a:custGeom>
                <a:rect b="b" l="l" r="r" t="t"/>
                <a:pathLst>
                  <a:path extrusionOk="0" h="494" w="493">
                    <a:moveTo>
                      <a:pt x="246" y="1"/>
                    </a:moveTo>
                    <a:cubicBezTo>
                      <a:pt x="111" y="1"/>
                      <a:pt x="0" y="111"/>
                      <a:pt x="0" y="246"/>
                    </a:cubicBezTo>
                    <a:cubicBezTo>
                      <a:pt x="0"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113"/>
              <p:cNvSpPr/>
              <p:nvPr/>
            </p:nvSpPr>
            <p:spPr>
              <a:xfrm>
                <a:off x="1623275" y="842138"/>
                <a:ext cx="12325" cy="12375"/>
              </a:xfrm>
              <a:custGeom>
                <a:rect b="b" l="l" r="r" t="t"/>
                <a:pathLst>
                  <a:path extrusionOk="0" h="495"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13"/>
              <p:cNvSpPr/>
              <p:nvPr/>
            </p:nvSpPr>
            <p:spPr>
              <a:xfrm>
                <a:off x="151365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13"/>
              <p:cNvSpPr/>
              <p:nvPr/>
            </p:nvSpPr>
            <p:spPr>
              <a:xfrm>
                <a:off x="151365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113"/>
              <p:cNvSpPr/>
              <p:nvPr/>
            </p:nvSpPr>
            <p:spPr>
              <a:xfrm>
                <a:off x="1550700" y="693938"/>
                <a:ext cx="12350" cy="12375"/>
              </a:xfrm>
              <a:custGeom>
                <a:rect b="b" l="l" r="r" t="t"/>
                <a:pathLst>
                  <a:path extrusionOk="0" h="495" w="494">
                    <a:moveTo>
                      <a:pt x="247" y="1"/>
                    </a:moveTo>
                    <a:cubicBezTo>
                      <a:pt x="111" y="1"/>
                      <a:pt x="0" y="111"/>
                      <a:pt x="0" y="248"/>
                    </a:cubicBezTo>
                    <a:cubicBezTo>
                      <a:pt x="0"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13"/>
              <p:cNvSpPr/>
              <p:nvPr/>
            </p:nvSpPr>
            <p:spPr>
              <a:xfrm>
                <a:off x="151365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13"/>
              <p:cNvSpPr/>
              <p:nvPr/>
            </p:nvSpPr>
            <p:spPr>
              <a:xfrm>
                <a:off x="151365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113"/>
              <p:cNvSpPr/>
              <p:nvPr/>
            </p:nvSpPr>
            <p:spPr>
              <a:xfrm>
                <a:off x="151365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113"/>
              <p:cNvSpPr/>
              <p:nvPr/>
            </p:nvSpPr>
            <p:spPr>
              <a:xfrm>
                <a:off x="1550700" y="656913"/>
                <a:ext cx="12350" cy="12325"/>
              </a:xfrm>
              <a:custGeom>
                <a:rect b="b" l="l" r="r" t="t"/>
                <a:pathLst>
                  <a:path extrusionOk="0" h="493" w="494">
                    <a:moveTo>
                      <a:pt x="247" y="0"/>
                    </a:moveTo>
                    <a:cubicBezTo>
                      <a:pt x="111" y="0"/>
                      <a:pt x="0" y="110"/>
                      <a:pt x="0" y="247"/>
                    </a:cubicBezTo>
                    <a:cubicBezTo>
                      <a:pt x="0" y="383"/>
                      <a:pt x="111" y="492"/>
                      <a:pt x="247" y="492"/>
                    </a:cubicBezTo>
                    <a:cubicBezTo>
                      <a:pt x="383" y="492"/>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13"/>
              <p:cNvSpPr/>
              <p:nvPr/>
            </p:nvSpPr>
            <p:spPr>
              <a:xfrm>
                <a:off x="1449650" y="715963"/>
                <a:ext cx="3775" cy="8400"/>
              </a:xfrm>
              <a:custGeom>
                <a:rect b="b" l="l" r="r" t="t"/>
                <a:pathLst>
                  <a:path extrusionOk="0" h="336" w="151">
                    <a:moveTo>
                      <a:pt x="126" y="0"/>
                    </a:moveTo>
                    <a:cubicBezTo>
                      <a:pt x="80" y="111"/>
                      <a:pt x="37" y="222"/>
                      <a:pt x="0" y="336"/>
                    </a:cubicBezTo>
                    <a:cubicBezTo>
                      <a:pt x="89" y="295"/>
                      <a:pt x="151" y="211"/>
                      <a:pt x="151" y="109"/>
                    </a:cubicBezTo>
                    <a:cubicBezTo>
                      <a:pt x="151" y="68"/>
                      <a:pt x="142" y="35"/>
                      <a:pt x="1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13"/>
              <p:cNvSpPr/>
              <p:nvPr/>
            </p:nvSpPr>
            <p:spPr>
              <a:xfrm>
                <a:off x="1478150" y="6939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13"/>
              <p:cNvSpPr/>
              <p:nvPr/>
            </p:nvSpPr>
            <p:spPr>
              <a:xfrm>
                <a:off x="1443800" y="749563"/>
                <a:ext cx="9625" cy="12350"/>
              </a:xfrm>
              <a:custGeom>
                <a:rect b="b" l="l" r="r" t="t"/>
                <a:pathLst>
                  <a:path extrusionOk="0" h="494" w="385">
                    <a:moveTo>
                      <a:pt x="140" y="1"/>
                    </a:moveTo>
                    <a:cubicBezTo>
                      <a:pt x="139" y="1"/>
                      <a:pt x="139" y="1"/>
                      <a:pt x="138" y="1"/>
                    </a:cubicBezTo>
                    <a:cubicBezTo>
                      <a:pt x="96" y="1"/>
                      <a:pt x="53" y="14"/>
                      <a:pt x="18" y="32"/>
                    </a:cubicBezTo>
                    <a:cubicBezTo>
                      <a:pt x="7" y="156"/>
                      <a:pt x="1" y="282"/>
                      <a:pt x="1" y="408"/>
                    </a:cubicBezTo>
                    <a:lnTo>
                      <a:pt x="1" y="450"/>
                    </a:lnTo>
                    <a:cubicBezTo>
                      <a:pt x="40" y="478"/>
                      <a:pt x="86" y="493"/>
                      <a:pt x="138" y="493"/>
                    </a:cubicBezTo>
                    <a:cubicBezTo>
                      <a:pt x="274" y="493"/>
                      <a:pt x="385" y="382"/>
                      <a:pt x="385" y="247"/>
                    </a:cubicBezTo>
                    <a:cubicBezTo>
                      <a:pt x="385" y="112"/>
                      <a:pt x="276" y="1"/>
                      <a:pt x="1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13"/>
              <p:cNvSpPr/>
              <p:nvPr/>
            </p:nvSpPr>
            <p:spPr>
              <a:xfrm>
                <a:off x="14410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113"/>
              <p:cNvSpPr/>
              <p:nvPr/>
            </p:nvSpPr>
            <p:spPr>
              <a:xfrm>
                <a:off x="14410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113"/>
              <p:cNvSpPr/>
              <p:nvPr/>
            </p:nvSpPr>
            <p:spPr>
              <a:xfrm>
                <a:off x="1478150" y="73098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13"/>
              <p:cNvSpPr/>
              <p:nvPr/>
            </p:nvSpPr>
            <p:spPr>
              <a:xfrm>
                <a:off x="1478150" y="76806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113"/>
              <p:cNvSpPr/>
              <p:nvPr/>
            </p:nvSpPr>
            <p:spPr>
              <a:xfrm>
                <a:off x="1478150" y="805088"/>
                <a:ext cx="12325" cy="12350"/>
              </a:xfrm>
              <a:custGeom>
                <a:rect b="b" l="l" r="r" t="t"/>
                <a:pathLst>
                  <a:path extrusionOk="0" h="494" w="493">
                    <a:moveTo>
                      <a:pt x="246" y="1"/>
                    </a:moveTo>
                    <a:cubicBezTo>
                      <a:pt x="111" y="1"/>
                      <a:pt x="1" y="111"/>
                      <a:pt x="1" y="246"/>
                    </a:cubicBezTo>
                    <a:cubicBezTo>
                      <a:pt x="1"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113"/>
              <p:cNvSpPr/>
              <p:nvPr/>
            </p:nvSpPr>
            <p:spPr>
              <a:xfrm>
                <a:off x="1478150"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113"/>
              <p:cNvSpPr/>
              <p:nvPr/>
            </p:nvSpPr>
            <p:spPr>
              <a:xfrm>
                <a:off x="1368500" y="786663"/>
                <a:ext cx="12400" cy="12275"/>
              </a:xfrm>
              <a:custGeom>
                <a:rect b="b" l="l" r="r" t="t"/>
                <a:pathLst>
                  <a:path extrusionOk="0" h="491" w="496">
                    <a:moveTo>
                      <a:pt x="265" y="1"/>
                    </a:moveTo>
                    <a:cubicBezTo>
                      <a:pt x="179" y="53"/>
                      <a:pt x="93" y="112"/>
                      <a:pt x="13" y="170"/>
                    </a:cubicBezTo>
                    <a:cubicBezTo>
                      <a:pt x="3" y="191"/>
                      <a:pt x="1" y="219"/>
                      <a:pt x="1" y="243"/>
                    </a:cubicBezTo>
                    <a:cubicBezTo>
                      <a:pt x="1" y="379"/>
                      <a:pt x="111" y="490"/>
                      <a:pt x="246" y="490"/>
                    </a:cubicBezTo>
                    <a:cubicBezTo>
                      <a:pt x="384" y="490"/>
                      <a:pt x="496" y="379"/>
                      <a:pt x="496" y="243"/>
                    </a:cubicBezTo>
                    <a:cubicBezTo>
                      <a:pt x="496" y="114"/>
                      <a:pt x="394" y="7"/>
                      <a:pt x="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13"/>
              <p:cNvSpPr/>
              <p:nvPr/>
            </p:nvSpPr>
            <p:spPr>
              <a:xfrm>
                <a:off x="136852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13"/>
              <p:cNvSpPr/>
              <p:nvPr/>
            </p:nvSpPr>
            <p:spPr>
              <a:xfrm>
                <a:off x="1368525" y="86068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13"/>
              <p:cNvSpPr/>
              <p:nvPr/>
            </p:nvSpPr>
            <p:spPr>
              <a:xfrm>
                <a:off x="1405525" y="771063"/>
                <a:ext cx="12400" cy="9350"/>
              </a:xfrm>
              <a:custGeom>
                <a:rect b="b" l="l" r="r" t="t"/>
                <a:pathLst>
                  <a:path extrusionOk="0" h="374" w="496">
                    <a:moveTo>
                      <a:pt x="457" y="1"/>
                    </a:moveTo>
                    <a:cubicBezTo>
                      <a:pt x="310" y="19"/>
                      <a:pt x="166" y="46"/>
                      <a:pt x="23" y="83"/>
                    </a:cubicBezTo>
                    <a:cubicBezTo>
                      <a:pt x="18" y="87"/>
                      <a:pt x="12" y="87"/>
                      <a:pt x="6" y="89"/>
                    </a:cubicBezTo>
                    <a:lnTo>
                      <a:pt x="3" y="89"/>
                    </a:lnTo>
                    <a:cubicBezTo>
                      <a:pt x="0" y="103"/>
                      <a:pt x="0" y="114"/>
                      <a:pt x="0" y="128"/>
                    </a:cubicBezTo>
                    <a:cubicBezTo>
                      <a:pt x="0" y="263"/>
                      <a:pt x="111" y="373"/>
                      <a:pt x="249" y="373"/>
                    </a:cubicBezTo>
                    <a:cubicBezTo>
                      <a:pt x="384" y="373"/>
                      <a:pt x="496" y="263"/>
                      <a:pt x="496" y="128"/>
                    </a:cubicBezTo>
                    <a:cubicBezTo>
                      <a:pt x="496" y="81"/>
                      <a:pt x="484" y="38"/>
                      <a:pt x="4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113"/>
              <p:cNvSpPr/>
              <p:nvPr/>
            </p:nvSpPr>
            <p:spPr>
              <a:xfrm>
                <a:off x="1405575" y="805088"/>
                <a:ext cx="12350" cy="12350"/>
              </a:xfrm>
              <a:custGeom>
                <a:rect b="b" l="l" r="r" t="t"/>
                <a:pathLst>
                  <a:path extrusionOk="0" h="494" w="494">
                    <a:moveTo>
                      <a:pt x="247" y="1"/>
                    </a:moveTo>
                    <a:cubicBezTo>
                      <a:pt x="111" y="1"/>
                      <a:pt x="1" y="111"/>
                      <a:pt x="1" y="246"/>
                    </a:cubicBezTo>
                    <a:cubicBezTo>
                      <a:pt x="1"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13"/>
              <p:cNvSpPr/>
              <p:nvPr/>
            </p:nvSpPr>
            <p:spPr>
              <a:xfrm>
                <a:off x="1405575" y="8421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113"/>
              <p:cNvSpPr/>
              <p:nvPr/>
            </p:nvSpPr>
            <p:spPr>
              <a:xfrm>
                <a:off x="1333025"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13"/>
              <p:cNvSpPr/>
              <p:nvPr/>
            </p:nvSpPr>
            <p:spPr>
              <a:xfrm>
                <a:off x="1333025" y="879188"/>
                <a:ext cx="12325" cy="12350"/>
              </a:xfrm>
              <a:custGeom>
                <a:rect b="b" l="l" r="r" t="t"/>
                <a:pathLst>
                  <a:path extrusionOk="0" h="494"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13"/>
              <p:cNvSpPr/>
              <p:nvPr/>
            </p:nvSpPr>
            <p:spPr>
              <a:xfrm>
                <a:off x="1767675" y="910013"/>
                <a:ext cx="11975" cy="12375"/>
              </a:xfrm>
              <a:custGeom>
                <a:rect b="b" l="l" r="r" t="t"/>
                <a:pathLst>
                  <a:path extrusionOk="0" h="495" w="479">
                    <a:moveTo>
                      <a:pt x="247" y="1"/>
                    </a:moveTo>
                    <a:cubicBezTo>
                      <a:pt x="112" y="1"/>
                      <a:pt x="1" y="112"/>
                      <a:pt x="1" y="248"/>
                    </a:cubicBezTo>
                    <a:cubicBezTo>
                      <a:pt x="1" y="387"/>
                      <a:pt x="112" y="494"/>
                      <a:pt x="247" y="494"/>
                    </a:cubicBezTo>
                    <a:cubicBezTo>
                      <a:pt x="294" y="494"/>
                      <a:pt x="339" y="482"/>
                      <a:pt x="376" y="460"/>
                    </a:cubicBezTo>
                    <a:lnTo>
                      <a:pt x="376" y="458"/>
                    </a:lnTo>
                    <a:lnTo>
                      <a:pt x="478" y="166"/>
                    </a:lnTo>
                    <a:lnTo>
                      <a:pt x="478" y="164"/>
                    </a:lnTo>
                    <a:cubicBezTo>
                      <a:pt x="443" y="68"/>
                      <a:pt x="351"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113"/>
              <p:cNvSpPr/>
              <p:nvPr/>
            </p:nvSpPr>
            <p:spPr>
              <a:xfrm>
                <a:off x="1695125" y="9100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113"/>
              <p:cNvSpPr/>
              <p:nvPr/>
            </p:nvSpPr>
            <p:spPr>
              <a:xfrm>
                <a:off x="1695125" y="94711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113"/>
              <p:cNvSpPr/>
              <p:nvPr/>
            </p:nvSpPr>
            <p:spPr>
              <a:xfrm>
                <a:off x="173217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13"/>
              <p:cNvSpPr/>
              <p:nvPr/>
            </p:nvSpPr>
            <p:spPr>
              <a:xfrm>
                <a:off x="1695400" y="984138"/>
                <a:ext cx="10325" cy="4425"/>
              </a:xfrm>
              <a:custGeom>
                <a:rect b="b" l="l" r="r" t="t"/>
                <a:pathLst>
                  <a:path extrusionOk="0" h="177" w="413">
                    <a:moveTo>
                      <a:pt x="237" y="1"/>
                    </a:moveTo>
                    <a:cubicBezTo>
                      <a:pt x="124" y="1"/>
                      <a:pt x="32" y="74"/>
                      <a:pt x="1" y="176"/>
                    </a:cubicBezTo>
                    <a:cubicBezTo>
                      <a:pt x="93" y="161"/>
                      <a:pt x="186" y="140"/>
                      <a:pt x="274" y="119"/>
                    </a:cubicBezTo>
                    <a:cubicBezTo>
                      <a:pt x="321" y="105"/>
                      <a:pt x="366" y="94"/>
                      <a:pt x="413" y="78"/>
                    </a:cubicBezTo>
                    <a:cubicBezTo>
                      <a:pt x="368" y="32"/>
                      <a:pt x="308" y="1"/>
                      <a:pt x="2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113"/>
              <p:cNvSpPr/>
              <p:nvPr/>
            </p:nvSpPr>
            <p:spPr>
              <a:xfrm>
                <a:off x="1732150" y="965613"/>
                <a:ext cx="10325" cy="8500"/>
              </a:xfrm>
              <a:custGeom>
                <a:rect b="b" l="l" r="r" t="t"/>
                <a:pathLst>
                  <a:path extrusionOk="0" h="340" w="413">
                    <a:moveTo>
                      <a:pt x="249" y="1"/>
                    </a:moveTo>
                    <a:cubicBezTo>
                      <a:pt x="111" y="1"/>
                      <a:pt x="1" y="112"/>
                      <a:pt x="1" y="248"/>
                    </a:cubicBezTo>
                    <a:cubicBezTo>
                      <a:pt x="1" y="282"/>
                      <a:pt x="6" y="313"/>
                      <a:pt x="18" y="339"/>
                    </a:cubicBezTo>
                    <a:cubicBezTo>
                      <a:pt x="156" y="257"/>
                      <a:pt x="289" y="164"/>
                      <a:pt x="412" y="66"/>
                    </a:cubicBezTo>
                    <a:cubicBezTo>
                      <a:pt x="368" y="26"/>
                      <a:pt x="310" y="1"/>
                      <a:pt x="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113"/>
              <p:cNvSpPr/>
              <p:nvPr/>
            </p:nvSpPr>
            <p:spPr>
              <a:xfrm>
                <a:off x="173217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13"/>
              <p:cNvSpPr/>
              <p:nvPr/>
            </p:nvSpPr>
            <p:spPr>
              <a:xfrm>
                <a:off x="1622550" y="91003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113"/>
              <p:cNvSpPr/>
              <p:nvPr/>
            </p:nvSpPr>
            <p:spPr>
              <a:xfrm>
                <a:off x="1622550" y="947113"/>
                <a:ext cx="12350" cy="12350"/>
              </a:xfrm>
              <a:custGeom>
                <a:rect b="b" l="l" r="r" t="t"/>
                <a:pathLst>
                  <a:path extrusionOk="0" h="494" w="494">
                    <a:moveTo>
                      <a:pt x="247" y="1"/>
                    </a:moveTo>
                    <a:cubicBezTo>
                      <a:pt x="111" y="1"/>
                      <a:pt x="1" y="111"/>
                      <a:pt x="1" y="248"/>
                    </a:cubicBezTo>
                    <a:cubicBezTo>
                      <a:pt x="1" y="383"/>
                      <a:pt x="111" y="493"/>
                      <a:pt x="247" y="493"/>
                    </a:cubicBezTo>
                    <a:cubicBezTo>
                      <a:pt x="383" y="493"/>
                      <a:pt x="494" y="383"/>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113"/>
              <p:cNvSpPr/>
              <p:nvPr/>
            </p:nvSpPr>
            <p:spPr>
              <a:xfrm>
                <a:off x="1659625"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113"/>
              <p:cNvSpPr/>
              <p:nvPr/>
            </p:nvSpPr>
            <p:spPr>
              <a:xfrm>
                <a:off x="1622550" y="984163"/>
                <a:ext cx="12350" cy="12350"/>
              </a:xfrm>
              <a:custGeom>
                <a:rect b="b" l="l" r="r" t="t"/>
                <a:pathLst>
                  <a:path extrusionOk="0" h="494" w="494">
                    <a:moveTo>
                      <a:pt x="247" y="1"/>
                    </a:moveTo>
                    <a:cubicBezTo>
                      <a:pt x="111" y="1"/>
                      <a:pt x="1" y="111"/>
                      <a:pt x="1" y="248"/>
                    </a:cubicBezTo>
                    <a:cubicBezTo>
                      <a:pt x="1" y="384"/>
                      <a:pt x="111" y="493"/>
                      <a:pt x="247" y="493"/>
                    </a:cubicBezTo>
                    <a:cubicBezTo>
                      <a:pt x="383" y="493"/>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113"/>
              <p:cNvSpPr/>
              <p:nvPr/>
            </p:nvSpPr>
            <p:spPr>
              <a:xfrm>
                <a:off x="1622550" y="10212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113"/>
              <p:cNvSpPr/>
              <p:nvPr/>
            </p:nvSpPr>
            <p:spPr>
              <a:xfrm>
                <a:off x="1622550" y="10582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113"/>
              <p:cNvSpPr/>
              <p:nvPr/>
            </p:nvSpPr>
            <p:spPr>
              <a:xfrm>
                <a:off x="1659625"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113"/>
              <p:cNvSpPr/>
              <p:nvPr/>
            </p:nvSpPr>
            <p:spPr>
              <a:xfrm>
                <a:off x="1659575" y="1002838"/>
                <a:ext cx="4975" cy="11825"/>
              </a:xfrm>
              <a:custGeom>
                <a:rect b="b" l="l" r="r" t="t"/>
                <a:pathLst>
                  <a:path extrusionOk="0" h="473" w="199">
                    <a:moveTo>
                      <a:pt x="199" y="0"/>
                    </a:moveTo>
                    <a:lnTo>
                      <a:pt x="199" y="0"/>
                    </a:lnTo>
                    <a:cubicBezTo>
                      <a:pt x="87" y="22"/>
                      <a:pt x="1" y="120"/>
                      <a:pt x="3" y="239"/>
                    </a:cubicBezTo>
                    <a:cubicBezTo>
                      <a:pt x="3" y="347"/>
                      <a:pt x="70" y="440"/>
                      <a:pt x="165" y="473"/>
                    </a:cubicBezTo>
                    <a:cubicBezTo>
                      <a:pt x="185" y="316"/>
                      <a:pt x="199" y="160"/>
                      <a:pt x="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113"/>
              <p:cNvSpPr/>
              <p:nvPr/>
            </p:nvSpPr>
            <p:spPr>
              <a:xfrm>
                <a:off x="1587050"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113"/>
              <p:cNvSpPr/>
              <p:nvPr/>
            </p:nvSpPr>
            <p:spPr>
              <a:xfrm>
                <a:off x="1550000" y="1021213"/>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113"/>
              <p:cNvSpPr/>
              <p:nvPr/>
            </p:nvSpPr>
            <p:spPr>
              <a:xfrm>
                <a:off x="1550000" y="10582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113"/>
              <p:cNvSpPr/>
              <p:nvPr/>
            </p:nvSpPr>
            <p:spPr>
              <a:xfrm>
                <a:off x="1550000" y="1095313"/>
                <a:ext cx="12325" cy="12325"/>
              </a:xfrm>
              <a:custGeom>
                <a:rect b="b" l="l" r="r" t="t"/>
                <a:pathLst>
                  <a:path extrusionOk="0" h="493" w="493">
                    <a:moveTo>
                      <a:pt x="246" y="1"/>
                    </a:moveTo>
                    <a:cubicBezTo>
                      <a:pt x="111" y="1"/>
                      <a:pt x="1" y="110"/>
                      <a:pt x="1" y="246"/>
                    </a:cubicBezTo>
                    <a:cubicBezTo>
                      <a:pt x="1" y="383"/>
                      <a:pt x="111"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113"/>
              <p:cNvSpPr/>
              <p:nvPr/>
            </p:nvSpPr>
            <p:spPr>
              <a:xfrm>
                <a:off x="1587050"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113"/>
              <p:cNvSpPr/>
              <p:nvPr/>
            </p:nvSpPr>
            <p:spPr>
              <a:xfrm>
                <a:off x="1587050" y="1002688"/>
                <a:ext cx="12350" cy="12350"/>
              </a:xfrm>
              <a:custGeom>
                <a:rect b="b" l="l" r="r" t="t"/>
                <a:pathLst>
                  <a:path extrusionOk="0" h="494" w="494">
                    <a:moveTo>
                      <a:pt x="247" y="1"/>
                    </a:moveTo>
                    <a:cubicBezTo>
                      <a:pt x="111" y="1"/>
                      <a:pt x="1" y="110"/>
                      <a:pt x="1" y="246"/>
                    </a:cubicBezTo>
                    <a:cubicBezTo>
                      <a:pt x="1" y="383"/>
                      <a:pt x="111" y="493"/>
                      <a:pt x="247" y="493"/>
                    </a:cubicBezTo>
                    <a:cubicBezTo>
                      <a:pt x="383" y="493"/>
                      <a:pt x="494" y="383"/>
                      <a:pt x="494" y="246"/>
                    </a:cubicBezTo>
                    <a:cubicBezTo>
                      <a:pt x="494" y="110"/>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113"/>
              <p:cNvSpPr/>
              <p:nvPr/>
            </p:nvSpPr>
            <p:spPr>
              <a:xfrm>
                <a:off x="1587050" y="103973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113"/>
              <p:cNvSpPr/>
              <p:nvPr/>
            </p:nvSpPr>
            <p:spPr>
              <a:xfrm>
                <a:off x="1587050" y="1076788"/>
                <a:ext cx="12350" cy="12350"/>
              </a:xfrm>
              <a:custGeom>
                <a:rect b="b" l="l" r="r" t="t"/>
                <a:pathLst>
                  <a:path extrusionOk="0" h="494" w="494">
                    <a:moveTo>
                      <a:pt x="247" y="1"/>
                    </a:moveTo>
                    <a:cubicBezTo>
                      <a:pt x="111" y="1"/>
                      <a:pt x="1" y="111"/>
                      <a:pt x="1" y="247"/>
                    </a:cubicBezTo>
                    <a:cubicBezTo>
                      <a:pt x="1" y="384"/>
                      <a:pt x="111" y="493"/>
                      <a:pt x="247" y="493"/>
                    </a:cubicBezTo>
                    <a:cubicBezTo>
                      <a:pt x="383" y="493"/>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13"/>
              <p:cNvSpPr/>
              <p:nvPr/>
            </p:nvSpPr>
            <p:spPr>
              <a:xfrm>
                <a:off x="1477425"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113"/>
              <p:cNvSpPr/>
              <p:nvPr/>
            </p:nvSpPr>
            <p:spPr>
              <a:xfrm>
                <a:off x="1477425" y="947113"/>
                <a:ext cx="12350" cy="12350"/>
              </a:xfrm>
              <a:custGeom>
                <a:rect b="b" l="l" r="r" t="t"/>
                <a:pathLst>
                  <a:path extrusionOk="0" h="494" w="494">
                    <a:moveTo>
                      <a:pt x="247" y="1"/>
                    </a:moveTo>
                    <a:cubicBezTo>
                      <a:pt x="111" y="1"/>
                      <a:pt x="1" y="111"/>
                      <a:pt x="1" y="248"/>
                    </a:cubicBezTo>
                    <a:cubicBezTo>
                      <a:pt x="1" y="383"/>
                      <a:pt x="111" y="493"/>
                      <a:pt x="247" y="493"/>
                    </a:cubicBezTo>
                    <a:cubicBezTo>
                      <a:pt x="384" y="493"/>
                      <a:pt x="494" y="383"/>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113"/>
              <p:cNvSpPr/>
              <p:nvPr/>
            </p:nvSpPr>
            <p:spPr>
              <a:xfrm>
                <a:off x="1514500"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113"/>
              <p:cNvSpPr/>
              <p:nvPr/>
            </p:nvSpPr>
            <p:spPr>
              <a:xfrm>
                <a:off x="1477425" y="984163"/>
                <a:ext cx="12350" cy="12350"/>
              </a:xfrm>
              <a:custGeom>
                <a:rect b="b" l="l" r="r" t="t"/>
                <a:pathLst>
                  <a:path extrusionOk="0" h="494" w="494">
                    <a:moveTo>
                      <a:pt x="247" y="1"/>
                    </a:moveTo>
                    <a:cubicBezTo>
                      <a:pt x="111" y="1"/>
                      <a:pt x="1" y="111"/>
                      <a:pt x="1" y="248"/>
                    </a:cubicBezTo>
                    <a:cubicBezTo>
                      <a:pt x="1" y="384"/>
                      <a:pt x="111" y="493"/>
                      <a:pt x="247" y="493"/>
                    </a:cubicBezTo>
                    <a:cubicBezTo>
                      <a:pt x="384" y="493"/>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113"/>
              <p:cNvSpPr/>
              <p:nvPr/>
            </p:nvSpPr>
            <p:spPr>
              <a:xfrm>
                <a:off x="1477425" y="1021213"/>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113"/>
              <p:cNvSpPr/>
              <p:nvPr/>
            </p:nvSpPr>
            <p:spPr>
              <a:xfrm>
                <a:off x="1477425" y="1058238"/>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113"/>
              <p:cNvSpPr/>
              <p:nvPr/>
            </p:nvSpPr>
            <p:spPr>
              <a:xfrm>
                <a:off x="1514500"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113"/>
              <p:cNvSpPr/>
              <p:nvPr/>
            </p:nvSpPr>
            <p:spPr>
              <a:xfrm>
                <a:off x="1514500" y="1002688"/>
                <a:ext cx="12325" cy="12350"/>
              </a:xfrm>
              <a:custGeom>
                <a:rect b="b" l="l" r="r" t="t"/>
                <a:pathLst>
                  <a:path extrusionOk="0" h="494" w="493">
                    <a:moveTo>
                      <a:pt x="246" y="1"/>
                    </a:moveTo>
                    <a:cubicBezTo>
                      <a:pt x="110" y="1"/>
                      <a:pt x="1" y="110"/>
                      <a:pt x="1" y="246"/>
                    </a:cubicBezTo>
                    <a:cubicBezTo>
                      <a:pt x="1" y="383"/>
                      <a:pt x="110"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113"/>
              <p:cNvSpPr/>
              <p:nvPr/>
            </p:nvSpPr>
            <p:spPr>
              <a:xfrm>
                <a:off x="1514500" y="1039738"/>
                <a:ext cx="12325" cy="12350"/>
              </a:xfrm>
              <a:custGeom>
                <a:rect b="b" l="l" r="r" t="t"/>
                <a:pathLst>
                  <a:path extrusionOk="0" h="494" w="493">
                    <a:moveTo>
                      <a:pt x="246" y="1"/>
                    </a:moveTo>
                    <a:cubicBezTo>
                      <a:pt x="110" y="1"/>
                      <a:pt x="1" y="111"/>
                      <a:pt x="1" y="247"/>
                    </a:cubicBezTo>
                    <a:cubicBezTo>
                      <a:pt x="1" y="383"/>
                      <a:pt x="110" y="493"/>
                      <a:pt x="246" y="493"/>
                    </a:cubicBezTo>
                    <a:cubicBezTo>
                      <a:pt x="382" y="493"/>
                      <a:pt x="493" y="383"/>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113"/>
              <p:cNvSpPr/>
              <p:nvPr/>
            </p:nvSpPr>
            <p:spPr>
              <a:xfrm>
                <a:off x="1514500" y="1076788"/>
                <a:ext cx="12325" cy="12350"/>
              </a:xfrm>
              <a:custGeom>
                <a:rect b="b" l="l" r="r" t="t"/>
                <a:pathLst>
                  <a:path extrusionOk="0" h="494" w="493">
                    <a:moveTo>
                      <a:pt x="246" y="1"/>
                    </a:moveTo>
                    <a:cubicBezTo>
                      <a:pt x="110" y="1"/>
                      <a:pt x="1" y="111"/>
                      <a:pt x="1" y="247"/>
                    </a:cubicBezTo>
                    <a:cubicBezTo>
                      <a:pt x="1" y="384"/>
                      <a:pt x="110" y="493"/>
                      <a:pt x="246" y="493"/>
                    </a:cubicBezTo>
                    <a:cubicBezTo>
                      <a:pt x="382" y="493"/>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113"/>
              <p:cNvSpPr/>
              <p:nvPr/>
            </p:nvSpPr>
            <p:spPr>
              <a:xfrm>
                <a:off x="1404875" y="910038"/>
                <a:ext cx="12325" cy="12375"/>
              </a:xfrm>
              <a:custGeom>
                <a:rect b="b" l="l" r="r" t="t"/>
                <a:pathLst>
                  <a:path extrusionOk="0" h="495" w="493">
                    <a:moveTo>
                      <a:pt x="246" y="1"/>
                    </a:moveTo>
                    <a:cubicBezTo>
                      <a:pt x="111" y="1"/>
                      <a:pt x="1" y="111"/>
                      <a:pt x="1" y="248"/>
                    </a:cubicBezTo>
                    <a:cubicBezTo>
                      <a:pt x="1" y="384"/>
                      <a:pt x="111" y="494"/>
                      <a:pt x="246" y="494"/>
                    </a:cubicBezTo>
                    <a:cubicBezTo>
                      <a:pt x="383" y="494"/>
                      <a:pt x="493" y="384"/>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113"/>
              <p:cNvSpPr/>
              <p:nvPr/>
            </p:nvSpPr>
            <p:spPr>
              <a:xfrm>
                <a:off x="1404875" y="947113"/>
                <a:ext cx="12325" cy="12350"/>
              </a:xfrm>
              <a:custGeom>
                <a:rect b="b" l="l" r="r" t="t"/>
                <a:pathLst>
                  <a:path extrusionOk="0" h="494" w="493">
                    <a:moveTo>
                      <a:pt x="246" y="1"/>
                    </a:moveTo>
                    <a:cubicBezTo>
                      <a:pt x="111" y="1"/>
                      <a:pt x="1" y="111"/>
                      <a:pt x="1" y="248"/>
                    </a:cubicBezTo>
                    <a:cubicBezTo>
                      <a:pt x="1" y="383"/>
                      <a:pt x="111" y="493"/>
                      <a:pt x="246" y="493"/>
                    </a:cubicBezTo>
                    <a:cubicBezTo>
                      <a:pt x="383" y="493"/>
                      <a:pt x="493" y="383"/>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113"/>
              <p:cNvSpPr/>
              <p:nvPr/>
            </p:nvSpPr>
            <p:spPr>
              <a:xfrm>
                <a:off x="14419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113"/>
              <p:cNvSpPr/>
              <p:nvPr/>
            </p:nvSpPr>
            <p:spPr>
              <a:xfrm>
                <a:off x="1405825" y="984163"/>
                <a:ext cx="11250" cy="5100"/>
              </a:xfrm>
              <a:custGeom>
                <a:rect b="b" l="l" r="r" t="t"/>
                <a:pathLst>
                  <a:path extrusionOk="0" h="204" w="450">
                    <a:moveTo>
                      <a:pt x="209" y="1"/>
                    </a:moveTo>
                    <a:cubicBezTo>
                      <a:pt x="209" y="1"/>
                      <a:pt x="208" y="1"/>
                      <a:pt x="207" y="1"/>
                    </a:cubicBezTo>
                    <a:cubicBezTo>
                      <a:pt x="122" y="1"/>
                      <a:pt x="44" y="47"/>
                      <a:pt x="1" y="114"/>
                    </a:cubicBezTo>
                    <a:cubicBezTo>
                      <a:pt x="5" y="114"/>
                      <a:pt x="11" y="118"/>
                      <a:pt x="14" y="118"/>
                    </a:cubicBezTo>
                    <a:lnTo>
                      <a:pt x="16" y="118"/>
                    </a:lnTo>
                    <a:cubicBezTo>
                      <a:pt x="159" y="155"/>
                      <a:pt x="303" y="181"/>
                      <a:pt x="450" y="203"/>
                    </a:cubicBezTo>
                    <a:cubicBezTo>
                      <a:pt x="432" y="89"/>
                      <a:pt x="331" y="1"/>
                      <a:pt x="2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113"/>
              <p:cNvSpPr/>
              <p:nvPr/>
            </p:nvSpPr>
            <p:spPr>
              <a:xfrm>
                <a:off x="1441925"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113"/>
              <p:cNvSpPr/>
              <p:nvPr/>
            </p:nvSpPr>
            <p:spPr>
              <a:xfrm>
                <a:off x="1443975" y="1002638"/>
                <a:ext cx="10275" cy="12425"/>
              </a:xfrm>
              <a:custGeom>
                <a:rect b="b" l="l" r="r" t="t"/>
                <a:pathLst>
                  <a:path extrusionOk="0" h="497" w="411">
                    <a:moveTo>
                      <a:pt x="162" y="1"/>
                    </a:moveTo>
                    <a:cubicBezTo>
                      <a:pt x="101" y="1"/>
                      <a:pt x="42" y="26"/>
                      <a:pt x="0" y="66"/>
                    </a:cubicBezTo>
                    <a:cubicBezTo>
                      <a:pt x="0" y="199"/>
                      <a:pt x="11" y="328"/>
                      <a:pt x="27" y="457"/>
                    </a:cubicBezTo>
                    <a:cubicBezTo>
                      <a:pt x="67" y="481"/>
                      <a:pt x="114" y="496"/>
                      <a:pt x="162" y="496"/>
                    </a:cubicBezTo>
                    <a:cubicBezTo>
                      <a:pt x="300" y="496"/>
                      <a:pt x="411" y="386"/>
                      <a:pt x="411" y="247"/>
                    </a:cubicBezTo>
                    <a:cubicBezTo>
                      <a:pt x="411" y="112"/>
                      <a:pt x="301" y="3"/>
                      <a:pt x="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113"/>
              <p:cNvSpPr/>
              <p:nvPr/>
            </p:nvSpPr>
            <p:spPr>
              <a:xfrm>
                <a:off x="1332300"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113"/>
              <p:cNvSpPr/>
              <p:nvPr/>
            </p:nvSpPr>
            <p:spPr>
              <a:xfrm>
                <a:off x="13693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113"/>
              <p:cNvSpPr/>
              <p:nvPr/>
            </p:nvSpPr>
            <p:spPr>
              <a:xfrm>
                <a:off x="1369650" y="965638"/>
                <a:ext cx="12025" cy="10725"/>
              </a:xfrm>
              <a:custGeom>
                <a:rect b="b" l="l" r="r" t="t"/>
                <a:pathLst>
                  <a:path extrusionOk="0" h="429" w="481">
                    <a:moveTo>
                      <a:pt x="236" y="1"/>
                    </a:moveTo>
                    <a:cubicBezTo>
                      <a:pt x="235" y="1"/>
                      <a:pt x="235" y="1"/>
                      <a:pt x="234" y="1"/>
                    </a:cubicBezTo>
                    <a:cubicBezTo>
                      <a:pt x="124" y="1"/>
                      <a:pt x="32" y="75"/>
                      <a:pt x="1" y="173"/>
                    </a:cubicBezTo>
                    <a:cubicBezTo>
                      <a:pt x="130" y="266"/>
                      <a:pt x="263" y="351"/>
                      <a:pt x="400" y="428"/>
                    </a:cubicBezTo>
                    <a:cubicBezTo>
                      <a:pt x="450" y="385"/>
                      <a:pt x="481" y="320"/>
                      <a:pt x="481" y="247"/>
                    </a:cubicBezTo>
                    <a:cubicBezTo>
                      <a:pt x="481" y="112"/>
                      <a:pt x="370" y="1"/>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113"/>
              <p:cNvSpPr/>
              <p:nvPr/>
            </p:nvSpPr>
            <p:spPr>
              <a:xfrm>
                <a:off x="136932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113"/>
              <p:cNvSpPr/>
              <p:nvPr/>
            </p:nvSpPr>
            <p:spPr>
              <a:xfrm>
                <a:off x="1404400" y="730388"/>
                <a:ext cx="299650" cy="299550"/>
              </a:xfrm>
              <a:custGeom>
                <a:rect b="b" l="l" r="r" t="t"/>
                <a:pathLst>
                  <a:path extrusionOk="0" h="11982" w="11986">
                    <a:moveTo>
                      <a:pt x="5994" y="0"/>
                    </a:moveTo>
                    <a:cubicBezTo>
                      <a:pt x="5346" y="0"/>
                      <a:pt x="4818" y="526"/>
                      <a:pt x="4818" y="1174"/>
                    </a:cubicBezTo>
                    <a:lnTo>
                      <a:pt x="4818" y="4816"/>
                    </a:lnTo>
                    <a:lnTo>
                      <a:pt x="1176" y="4816"/>
                    </a:lnTo>
                    <a:cubicBezTo>
                      <a:pt x="526" y="4816"/>
                      <a:pt x="0" y="5343"/>
                      <a:pt x="0" y="5991"/>
                    </a:cubicBezTo>
                    <a:cubicBezTo>
                      <a:pt x="0" y="6638"/>
                      <a:pt x="527" y="7164"/>
                      <a:pt x="1176" y="7164"/>
                    </a:cubicBezTo>
                    <a:lnTo>
                      <a:pt x="4818" y="7164"/>
                    </a:lnTo>
                    <a:lnTo>
                      <a:pt x="4818" y="10807"/>
                    </a:lnTo>
                    <a:cubicBezTo>
                      <a:pt x="4818" y="11455"/>
                      <a:pt x="5346" y="11982"/>
                      <a:pt x="5994" y="11982"/>
                    </a:cubicBezTo>
                    <a:cubicBezTo>
                      <a:pt x="6641" y="11982"/>
                      <a:pt x="7167" y="11453"/>
                      <a:pt x="7167" y="10807"/>
                    </a:cubicBezTo>
                    <a:lnTo>
                      <a:pt x="7167" y="7164"/>
                    </a:lnTo>
                    <a:lnTo>
                      <a:pt x="10810" y="7164"/>
                    </a:lnTo>
                    <a:cubicBezTo>
                      <a:pt x="11459" y="7164"/>
                      <a:pt x="11986" y="6638"/>
                      <a:pt x="11986" y="5991"/>
                    </a:cubicBezTo>
                    <a:cubicBezTo>
                      <a:pt x="11986" y="5343"/>
                      <a:pt x="11458" y="4816"/>
                      <a:pt x="10810" y="4816"/>
                    </a:cubicBezTo>
                    <a:lnTo>
                      <a:pt x="7167" y="4816"/>
                    </a:lnTo>
                    <a:lnTo>
                      <a:pt x="7167" y="1174"/>
                    </a:lnTo>
                    <a:cubicBezTo>
                      <a:pt x="7167" y="526"/>
                      <a:pt x="6641"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113"/>
            <p:cNvGrpSpPr/>
            <p:nvPr/>
          </p:nvGrpSpPr>
          <p:grpSpPr>
            <a:xfrm rot="-980920">
              <a:off x="8514758" y="1086406"/>
              <a:ext cx="337175" cy="1085911"/>
              <a:chOff x="-507662" y="283925"/>
              <a:chExt cx="249300" cy="802900"/>
            </a:xfrm>
          </p:grpSpPr>
          <p:sp>
            <p:nvSpPr>
              <p:cNvPr id="9129" name="Google Shape;9129;p113"/>
              <p:cNvSpPr/>
              <p:nvPr/>
            </p:nvSpPr>
            <p:spPr>
              <a:xfrm>
                <a:off x="-507662" y="283925"/>
                <a:ext cx="249300" cy="802900"/>
              </a:xfrm>
              <a:custGeom>
                <a:rect b="b" l="l" r="r" t="t"/>
                <a:pathLst>
                  <a:path extrusionOk="0" h="32116" w="9972">
                    <a:moveTo>
                      <a:pt x="4820" y="1"/>
                    </a:moveTo>
                    <a:cubicBezTo>
                      <a:pt x="1333" y="1"/>
                      <a:pt x="220" y="2879"/>
                      <a:pt x="127" y="5466"/>
                    </a:cubicBezTo>
                    <a:cubicBezTo>
                      <a:pt x="45" y="5448"/>
                      <a:pt x="1" y="5439"/>
                      <a:pt x="1" y="5439"/>
                    </a:cubicBezTo>
                    <a:lnTo>
                      <a:pt x="0" y="6146"/>
                    </a:lnTo>
                    <a:cubicBezTo>
                      <a:pt x="0" y="6146"/>
                      <a:pt x="45" y="6157"/>
                      <a:pt x="135" y="6178"/>
                    </a:cubicBezTo>
                    <a:cubicBezTo>
                      <a:pt x="212" y="7236"/>
                      <a:pt x="628" y="8201"/>
                      <a:pt x="1276" y="8965"/>
                    </a:cubicBezTo>
                    <a:cubicBezTo>
                      <a:pt x="1273" y="8964"/>
                      <a:pt x="1272" y="8964"/>
                      <a:pt x="1272" y="8964"/>
                    </a:cubicBezTo>
                    <a:lnTo>
                      <a:pt x="1272" y="8964"/>
                    </a:lnTo>
                    <a:lnTo>
                      <a:pt x="1972" y="9757"/>
                    </a:lnTo>
                    <a:cubicBezTo>
                      <a:pt x="1985" y="9759"/>
                      <a:pt x="1998" y="9763"/>
                      <a:pt x="2013" y="9765"/>
                    </a:cubicBezTo>
                    <a:lnTo>
                      <a:pt x="1987" y="9765"/>
                    </a:lnTo>
                    <a:lnTo>
                      <a:pt x="2989" y="31481"/>
                    </a:lnTo>
                    <a:cubicBezTo>
                      <a:pt x="2989" y="31481"/>
                      <a:pt x="3673" y="32115"/>
                      <a:pt x="5032" y="32116"/>
                    </a:cubicBezTo>
                    <a:cubicBezTo>
                      <a:pt x="5034" y="32116"/>
                      <a:pt x="5035" y="32116"/>
                      <a:pt x="5036" y="32116"/>
                    </a:cubicBezTo>
                    <a:cubicBezTo>
                      <a:pt x="6471" y="32116"/>
                      <a:pt x="7092" y="31486"/>
                      <a:pt x="7092" y="31486"/>
                    </a:cubicBezTo>
                    <a:lnTo>
                      <a:pt x="8145" y="9772"/>
                    </a:lnTo>
                    <a:lnTo>
                      <a:pt x="8084" y="9772"/>
                    </a:lnTo>
                    <a:cubicBezTo>
                      <a:pt x="8114" y="9762"/>
                      <a:pt x="8129" y="9755"/>
                      <a:pt x="8129" y="9755"/>
                    </a:cubicBezTo>
                    <a:lnTo>
                      <a:pt x="8643" y="9035"/>
                    </a:lnTo>
                    <a:cubicBezTo>
                      <a:pt x="9322" y="8263"/>
                      <a:pt x="9763" y="7276"/>
                      <a:pt x="9844" y="6187"/>
                    </a:cubicBezTo>
                    <a:cubicBezTo>
                      <a:pt x="9928" y="6168"/>
                      <a:pt x="9971" y="6157"/>
                      <a:pt x="9971" y="6157"/>
                    </a:cubicBezTo>
                    <a:lnTo>
                      <a:pt x="9972" y="5450"/>
                    </a:lnTo>
                    <a:lnTo>
                      <a:pt x="9972" y="5450"/>
                    </a:lnTo>
                    <a:cubicBezTo>
                      <a:pt x="9972" y="5450"/>
                      <a:pt x="9930" y="5461"/>
                      <a:pt x="9851" y="5480"/>
                    </a:cubicBezTo>
                    <a:cubicBezTo>
                      <a:pt x="9738" y="2878"/>
                      <a:pt x="8299" y="43"/>
                      <a:pt x="4902" y="1"/>
                    </a:cubicBezTo>
                    <a:cubicBezTo>
                      <a:pt x="4875" y="1"/>
                      <a:pt x="4848" y="1"/>
                      <a:pt x="482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0" name="Google Shape;9130;p113"/>
              <p:cNvGrpSpPr/>
              <p:nvPr/>
            </p:nvGrpSpPr>
            <p:grpSpPr>
              <a:xfrm>
                <a:off x="-507662" y="283950"/>
                <a:ext cx="249300" cy="802850"/>
                <a:chOff x="-4628300" y="394775"/>
                <a:chExt cx="249300" cy="802850"/>
              </a:xfrm>
            </p:grpSpPr>
            <p:sp>
              <p:nvSpPr>
                <p:cNvPr id="9131" name="Google Shape;9131;p113"/>
                <p:cNvSpPr/>
                <p:nvPr/>
              </p:nvSpPr>
              <p:spPr>
                <a:xfrm>
                  <a:off x="-4625325" y="394775"/>
                  <a:ext cx="243575" cy="267125"/>
                </a:xfrm>
                <a:custGeom>
                  <a:rect b="b" l="l" r="r" t="t"/>
                  <a:pathLst>
                    <a:path extrusionOk="0" h="10685" w="9743">
                      <a:moveTo>
                        <a:pt x="4703" y="1"/>
                      </a:moveTo>
                      <a:cubicBezTo>
                        <a:pt x="1059" y="1"/>
                        <a:pt x="5" y="3143"/>
                        <a:pt x="2" y="5811"/>
                      </a:cubicBezTo>
                      <a:cubicBezTo>
                        <a:pt x="0" y="8499"/>
                        <a:pt x="2178" y="10682"/>
                        <a:pt x="4866" y="10685"/>
                      </a:cubicBezTo>
                      <a:cubicBezTo>
                        <a:pt x="4868" y="10685"/>
                        <a:pt x="4870" y="10685"/>
                        <a:pt x="4872" y="10685"/>
                      </a:cubicBezTo>
                      <a:cubicBezTo>
                        <a:pt x="7557" y="10685"/>
                        <a:pt x="9737" y="8508"/>
                        <a:pt x="9739" y="5822"/>
                      </a:cubicBezTo>
                      <a:cubicBezTo>
                        <a:pt x="9742" y="3133"/>
                        <a:pt x="8329" y="45"/>
                        <a:pt x="4783" y="1"/>
                      </a:cubicBezTo>
                      <a:cubicBezTo>
                        <a:pt x="4757" y="1"/>
                        <a:pt x="4730" y="1"/>
                        <a:pt x="4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113"/>
                <p:cNvSpPr/>
                <p:nvPr/>
              </p:nvSpPr>
              <p:spPr>
                <a:xfrm>
                  <a:off x="-4578650" y="638800"/>
                  <a:ext cx="153925" cy="558825"/>
                </a:xfrm>
                <a:custGeom>
                  <a:rect b="b" l="l" r="r" t="t"/>
                  <a:pathLst>
                    <a:path extrusionOk="0" h="22353" w="6157">
                      <a:moveTo>
                        <a:pt x="0" y="1"/>
                      </a:moveTo>
                      <a:lnTo>
                        <a:pt x="1002" y="21718"/>
                      </a:lnTo>
                      <a:cubicBezTo>
                        <a:pt x="1002" y="21718"/>
                        <a:pt x="1685" y="22352"/>
                        <a:pt x="3045" y="22353"/>
                      </a:cubicBezTo>
                      <a:cubicBezTo>
                        <a:pt x="3049" y="22353"/>
                        <a:pt x="3052" y="22353"/>
                        <a:pt x="3056" y="22353"/>
                      </a:cubicBezTo>
                      <a:cubicBezTo>
                        <a:pt x="4485" y="22353"/>
                        <a:pt x="5105" y="21723"/>
                        <a:pt x="5105" y="21723"/>
                      </a:cubicBezTo>
                      <a:lnTo>
                        <a:pt x="6157" y="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113"/>
                <p:cNvSpPr/>
                <p:nvPr/>
              </p:nvSpPr>
              <p:spPr>
                <a:xfrm>
                  <a:off x="-4596525" y="618825"/>
                  <a:ext cx="184925" cy="29825"/>
                </a:xfrm>
                <a:custGeom>
                  <a:rect b="b" l="l" r="r" t="t"/>
                  <a:pathLst>
                    <a:path extrusionOk="0" h="1193" w="7397">
                      <a:moveTo>
                        <a:pt x="1" y="0"/>
                      </a:moveTo>
                      <a:lnTo>
                        <a:pt x="701" y="793"/>
                      </a:lnTo>
                      <a:cubicBezTo>
                        <a:pt x="1992" y="1092"/>
                        <a:pt x="3106" y="1192"/>
                        <a:pt x="4019" y="1192"/>
                      </a:cubicBezTo>
                      <a:cubicBezTo>
                        <a:pt x="5843" y="1192"/>
                        <a:pt x="6857" y="793"/>
                        <a:pt x="6857" y="793"/>
                      </a:cubicBezTo>
                      <a:lnTo>
                        <a:pt x="7396" y="38"/>
                      </a:lnTo>
                      <a:lnTo>
                        <a:pt x="7396" y="38"/>
                      </a:lnTo>
                      <a:cubicBezTo>
                        <a:pt x="5867" y="370"/>
                        <a:pt x="4550" y="482"/>
                        <a:pt x="3469" y="482"/>
                      </a:cubicBezTo>
                      <a:cubicBezTo>
                        <a:pt x="1227" y="482"/>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113"/>
                <p:cNvSpPr/>
                <p:nvPr/>
              </p:nvSpPr>
              <p:spPr>
                <a:xfrm>
                  <a:off x="-4628300" y="530675"/>
                  <a:ext cx="249300" cy="29925"/>
                </a:xfrm>
                <a:custGeom>
                  <a:rect b="b" l="l" r="r" t="t"/>
                  <a:pathLst>
                    <a:path extrusionOk="0" h="1197" w="9972">
                      <a:moveTo>
                        <a:pt x="1" y="1"/>
                      </a:moveTo>
                      <a:lnTo>
                        <a:pt x="0" y="708"/>
                      </a:lnTo>
                      <a:cubicBezTo>
                        <a:pt x="0" y="708"/>
                        <a:pt x="1837" y="1193"/>
                        <a:pt x="4994" y="1197"/>
                      </a:cubicBezTo>
                      <a:cubicBezTo>
                        <a:pt x="5001" y="1197"/>
                        <a:pt x="5007" y="1197"/>
                        <a:pt x="5014" y="1197"/>
                      </a:cubicBezTo>
                      <a:cubicBezTo>
                        <a:pt x="8066" y="1197"/>
                        <a:pt x="9971" y="719"/>
                        <a:pt x="9971" y="719"/>
                      </a:cubicBezTo>
                      <a:lnTo>
                        <a:pt x="9972" y="12"/>
                      </a:lnTo>
                      <a:lnTo>
                        <a:pt x="9972" y="12"/>
                      </a:lnTo>
                      <a:cubicBezTo>
                        <a:pt x="9971" y="12"/>
                        <a:pt x="8240" y="490"/>
                        <a:pt x="5054" y="490"/>
                      </a:cubicBezTo>
                      <a:cubicBezTo>
                        <a:pt x="5040" y="490"/>
                        <a:pt x="5027" y="490"/>
                        <a:pt x="5013" y="490"/>
                      </a:cubicBezTo>
                      <a:cubicBezTo>
                        <a:pt x="2056" y="48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13"/>
                <p:cNvSpPr/>
                <p:nvPr/>
              </p:nvSpPr>
              <p:spPr>
                <a:xfrm>
                  <a:off x="-4517700" y="824050"/>
                  <a:ext cx="33375" cy="120300"/>
                </a:xfrm>
                <a:custGeom>
                  <a:rect b="b" l="l" r="r" t="t"/>
                  <a:pathLst>
                    <a:path extrusionOk="0" h="4812" w="1335">
                      <a:moveTo>
                        <a:pt x="630" y="0"/>
                      </a:moveTo>
                      <a:cubicBezTo>
                        <a:pt x="283" y="0"/>
                        <a:pt x="1" y="285"/>
                        <a:pt x="8" y="632"/>
                      </a:cubicBezTo>
                      <a:lnTo>
                        <a:pt x="76" y="4201"/>
                      </a:lnTo>
                      <a:cubicBezTo>
                        <a:pt x="82" y="4515"/>
                        <a:pt x="321" y="4776"/>
                        <a:pt x="633" y="4808"/>
                      </a:cubicBezTo>
                      <a:cubicBezTo>
                        <a:pt x="655" y="4810"/>
                        <a:pt x="677" y="4811"/>
                        <a:pt x="699" y="4811"/>
                      </a:cubicBezTo>
                      <a:cubicBezTo>
                        <a:pt x="1037" y="4811"/>
                        <a:pt x="1319" y="4538"/>
                        <a:pt x="1319" y="4193"/>
                      </a:cubicBezTo>
                      <a:lnTo>
                        <a:pt x="1334" y="627"/>
                      </a:lnTo>
                      <a:cubicBezTo>
                        <a:pt x="1335" y="292"/>
                        <a:pt x="1069" y="15"/>
                        <a:pt x="733" y="4"/>
                      </a:cubicBezTo>
                      <a:lnTo>
                        <a:pt x="651" y="1"/>
                      </a:lnTo>
                      <a:cubicBezTo>
                        <a:pt x="644" y="0"/>
                        <a:pt x="637"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113"/>
                <p:cNvSpPr/>
                <p:nvPr/>
              </p:nvSpPr>
              <p:spPr>
                <a:xfrm>
                  <a:off x="-4512225" y="910675"/>
                  <a:ext cx="23325" cy="18250"/>
                </a:xfrm>
                <a:custGeom>
                  <a:rect b="b" l="l" r="r" t="t"/>
                  <a:pathLst>
                    <a:path extrusionOk="0" h="730" w="933">
                      <a:moveTo>
                        <a:pt x="0" y="0"/>
                      </a:moveTo>
                      <a:lnTo>
                        <a:pt x="28" y="693"/>
                      </a:lnTo>
                      <a:lnTo>
                        <a:pt x="922" y="730"/>
                      </a:lnTo>
                      <a:lnTo>
                        <a:pt x="932"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37" name="Google Shape;9137;p113"/>
            <p:cNvGrpSpPr/>
            <p:nvPr/>
          </p:nvGrpSpPr>
          <p:grpSpPr>
            <a:xfrm>
              <a:off x="213847" y="3456960"/>
              <a:ext cx="1274024" cy="1517669"/>
              <a:chOff x="-2294600" y="1951375"/>
              <a:chExt cx="438125" cy="521913"/>
            </a:xfrm>
          </p:grpSpPr>
          <p:sp>
            <p:nvSpPr>
              <p:cNvPr id="9138" name="Google Shape;9138;p113"/>
              <p:cNvSpPr/>
              <p:nvPr/>
            </p:nvSpPr>
            <p:spPr>
              <a:xfrm>
                <a:off x="-2294600" y="1951375"/>
                <a:ext cx="438100" cy="521900"/>
              </a:xfrm>
              <a:custGeom>
                <a:rect b="b" l="l" r="r" t="t"/>
                <a:pathLst>
                  <a:path extrusionOk="0" h="20876" w="17524">
                    <a:moveTo>
                      <a:pt x="5361" y="0"/>
                    </a:moveTo>
                    <a:lnTo>
                      <a:pt x="0" y="13683"/>
                    </a:lnTo>
                    <a:lnTo>
                      <a:pt x="965" y="16487"/>
                    </a:lnTo>
                    <a:lnTo>
                      <a:pt x="12161" y="20875"/>
                    </a:lnTo>
                    <a:lnTo>
                      <a:pt x="17524" y="7192"/>
                    </a:lnTo>
                    <a:lnTo>
                      <a:pt x="16559" y="4387"/>
                    </a:lnTo>
                    <a:lnTo>
                      <a:pt x="5361"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9" name="Google Shape;9139;p113"/>
              <p:cNvGrpSpPr/>
              <p:nvPr/>
            </p:nvGrpSpPr>
            <p:grpSpPr>
              <a:xfrm>
                <a:off x="-2294575" y="1951463"/>
                <a:ext cx="438100" cy="521825"/>
                <a:chOff x="-2294575" y="1951463"/>
                <a:chExt cx="438100" cy="521825"/>
              </a:xfrm>
            </p:grpSpPr>
            <p:sp>
              <p:nvSpPr>
                <p:cNvPr id="9140" name="Google Shape;9140;p113"/>
                <p:cNvSpPr/>
                <p:nvPr/>
              </p:nvSpPr>
              <p:spPr>
                <a:xfrm>
                  <a:off x="-2294550" y="1951463"/>
                  <a:ext cx="413950" cy="451750"/>
                </a:xfrm>
                <a:custGeom>
                  <a:rect b="b" l="l" r="r" t="t"/>
                  <a:pathLst>
                    <a:path extrusionOk="0" h="18070" w="16558">
                      <a:moveTo>
                        <a:pt x="5361" y="0"/>
                      </a:moveTo>
                      <a:lnTo>
                        <a:pt x="0" y="13684"/>
                      </a:lnTo>
                      <a:lnTo>
                        <a:pt x="11196" y="18070"/>
                      </a:lnTo>
                      <a:lnTo>
                        <a:pt x="16558" y="4387"/>
                      </a:lnTo>
                      <a:lnTo>
                        <a:pt x="53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113"/>
                <p:cNvSpPr/>
                <p:nvPr/>
              </p:nvSpPr>
              <p:spPr>
                <a:xfrm>
                  <a:off x="-1933525" y="2073913"/>
                  <a:ext cx="20450" cy="14275"/>
                </a:xfrm>
                <a:custGeom>
                  <a:rect b="b" l="l" r="r" t="t"/>
                  <a:pathLst>
                    <a:path extrusionOk="0" h="571" w="818">
                      <a:moveTo>
                        <a:pt x="0" y="0"/>
                      </a:moveTo>
                      <a:lnTo>
                        <a:pt x="0" y="159"/>
                      </a:lnTo>
                      <a:lnTo>
                        <a:pt x="2" y="159"/>
                      </a:lnTo>
                      <a:cubicBezTo>
                        <a:pt x="2" y="322"/>
                        <a:pt x="99" y="477"/>
                        <a:pt x="261" y="542"/>
                      </a:cubicBezTo>
                      <a:cubicBezTo>
                        <a:pt x="310" y="561"/>
                        <a:pt x="361" y="570"/>
                        <a:pt x="411" y="570"/>
                      </a:cubicBezTo>
                      <a:cubicBezTo>
                        <a:pt x="576" y="570"/>
                        <a:pt x="731" y="471"/>
                        <a:pt x="795" y="310"/>
                      </a:cubicBezTo>
                      <a:cubicBezTo>
                        <a:pt x="812" y="259"/>
                        <a:pt x="817" y="209"/>
                        <a:pt x="817" y="159"/>
                      </a:cubicBezTo>
                      <a:lnTo>
                        <a:pt x="817" y="0"/>
                      </a:lnTo>
                      <a:close/>
                    </a:path>
                  </a:pathLst>
                </a:custGeom>
                <a:solidFill>
                  <a:srgbClr val="11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13"/>
                <p:cNvSpPr/>
                <p:nvPr/>
              </p:nvSpPr>
              <p:spPr>
                <a:xfrm>
                  <a:off x="-1934925" y="2064938"/>
                  <a:ext cx="23300" cy="20575"/>
                </a:xfrm>
                <a:custGeom>
                  <a:rect b="b" l="l" r="r" t="t"/>
                  <a:pathLst>
                    <a:path extrusionOk="0" h="823" w="932">
                      <a:moveTo>
                        <a:pt x="466" y="0"/>
                      </a:moveTo>
                      <a:cubicBezTo>
                        <a:pt x="302" y="0"/>
                        <a:pt x="147" y="99"/>
                        <a:pt x="84" y="261"/>
                      </a:cubicBezTo>
                      <a:cubicBezTo>
                        <a:pt x="0" y="473"/>
                        <a:pt x="105" y="711"/>
                        <a:pt x="316" y="794"/>
                      </a:cubicBezTo>
                      <a:cubicBezTo>
                        <a:pt x="366" y="813"/>
                        <a:pt x="417" y="823"/>
                        <a:pt x="467" y="823"/>
                      </a:cubicBezTo>
                      <a:cubicBezTo>
                        <a:pt x="631" y="823"/>
                        <a:pt x="785" y="723"/>
                        <a:pt x="849" y="561"/>
                      </a:cubicBezTo>
                      <a:cubicBezTo>
                        <a:pt x="931" y="351"/>
                        <a:pt x="828" y="113"/>
                        <a:pt x="616" y="29"/>
                      </a:cubicBezTo>
                      <a:cubicBezTo>
                        <a:pt x="567" y="9"/>
                        <a:pt x="516" y="0"/>
                        <a:pt x="4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113"/>
                <p:cNvSpPr/>
                <p:nvPr/>
              </p:nvSpPr>
              <p:spPr>
                <a:xfrm>
                  <a:off x="-2100450" y="2284813"/>
                  <a:ext cx="39275" cy="38750"/>
                </a:xfrm>
                <a:custGeom>
                  <a:rect b="b" l="l" r="r" t="t"/>
                  <a:pathLst>
                    <a:path extrusionOk="0" h="1550" w="1571">
                      <a:moveTo>
                        <a:pt x="1488" y="944"/>
                      </a:moveTo>
                      <a:cubicBezTo>
                        <a:pt x="1482" y="967"/>
                        <a:pt x="1474" y="988"/>
                        <a:pt x="1465" y="1012"/>
                      </a:cubicBezTo>
                      <a:cubicBezTo>
                        <a:pt x="1474" y="988"/>
                        <a:pt x="1482" y="966"/>
                        <a:pt x="1488" y="944"/>
                      </a:cubicBezTo>
                      <a:close/>
                      <a:moveTo>
                        <a:pt x="379" y="1369"/>
                      </a:moveTo>
                      <a:cubicBezTo>
                        <a:pt x="383" y="1370"/>
                        <a:pt x="387" y="1373"/>
                        <a:pt x="390" y="1375"/>
                      </a:cubicBezTo>
                      <a:cubicBezTo>
                        <a:pt x="387" y="1373"/>
                        <a:pt x="383" y="1372"/>
                        <a:pt x="379" y="1369"/>
                      </a:cubicBezTo>
                      <a:close/>
                      <a:moveTo>
                        <a:pt x="439" y="1403"/>
                      </a:moveTo>
                      <a:cubicBezTo>
                        <a:pt x="459" y="1413"/>
                        <a:pt x="480" y="1422"/>
                        <a:pt x="502" y="1431"/>
                      </a:cubicBezTo>
                      <a:cubicBezTo>
                        <a:pt x="479" y="1422"/>
                        <a:pt x="459" y="1413"/>
                        <a:pt x="439" y="1403"/>
                      </a:cubicBezTo>
                      <a:close/>
                      <a:moveTo>
                        <a:pt x="775" y="1"/>
                      </a:moveTo>
                      <a:cubicBezTo>
                        <a:pt x="480" y="1"/>
                        <a:pt x="199" y="179"/>
                        <a:pt x="85" y="471"/>
                      </a:cubicBezTo>
                      <a:cubicBezTo>
                        <a:pt x="0" y="688"/>
                        <a:pt x="24" y="919"/>
                        <a:pt x="130" y="1107"/>
                      </a:cubicBezTo>
                      <a:cubicBezTo>
                        <a:pt x="206" y="1279"/>
                        <a:pt x="346" y="1424"/>
                        <a:pt x="534" y="1498"/>
                      </a:cubicBezTo>
                      <a:cubicBezTo>
                        <a:pt x="622" y="1533"/>
                        <a:pt x="714" y="1550"/>
                        <a:pt x="804" y="1550"/>
                      </a:cubicBezTo>
                      <a:cubicBezTo>
                        <a:pt x="1100" y="1550"/>
                        <a:pt x="1380" y="1371"/>
                        <a:pt x="1494" y="1079"/>
                      </a:cubicBezTo>
                      <a:cubicBezTo>
                        <a:pt x="1571" y="883"/>
                        <a:pt x="1555" y="677"/>
                        <a:pt x="1476" y="501"/>
                      </a:cubicBezTo>
                      <a:cubicBezTo>
                        <a:pt x="1407" y="302"/>
                        <a:pt x="1256" y="135"/>
                        <a:pt x="1045" y="52"/>
                      </a:cubicBezTo>
                      <a:cubicBezTo>
                        <a:pt x="957" y="17"/>
                        <a:pt x="865" y="1"/>
                        <a:pt x="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13"/>
                <p:cNvSpPr/>
                <p:nvPr/>
              </p:nvSpPr>
              <p:spPr>
                <a:xfrm>
                  <a:off x="-2193050" y="2258163"/>
                  <a:ext cx="13675" cy="12050"/>
                </a:xfrm>
                <a:custGeom>
                  <a:rect b="b" l="l" r="r" t="t"/>
                  <a:pathLst>
                    <a:path extrusionOk="0" h="482" w="547">
                      <a:moveTo>
                        <a:pt x="273" y="0"/>
                      </a:moveTo>
                      <a:cubicBezTo>
                        <a:pt x="177" y="0"/>
                        <a:pt x="86" y="58"/>
                        <a:pt x="48" y="153"/>
                      </a:cubicBezTo>
                      <a:cubicBezTo>
                        <a:pt x="0" y="277"/>
                        <a:pt x="61" y="417"/>
                        <a:pt x="185" y="465"/>
                      </a:cubicBezTo>
                      <a:cubicBezTo>
                        <a:pt x="214" y="476"/>
                        <a:pt x="243" y="482"/>
                        <a:pt x="272" y="482"/>
                      </a:cubicBezTo>
                      <a:cubicBezTo>
                        <a:pt x="368" y="482"/>
                        <a:pt x="459" y="424"/>
                        <a:pt x="497" y="329"/>
                      </a:cubicBezTo>
                      <a:cubicBezTo>
                        <a:pt x="546" y="205"/>
                        <a:pt x="485" y="66"/>
                        <a:pt x="359" y="16"/>
                      </a:cubicBezTo>
                      <a:cubicBezTo>
                        <a:pt x="331" y="5"/>
                        <a:pt x="302"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113"/>
                <p:cNvSpPr/>
                <p:nvPr/>
              </p:nvSpPr>
              <p:spPr>
                <a:xfrm>
                  <a:off x="-2031325" y="2321538"/>
                  <a:ext cx="13650" cy="12050"/>
                </a:xfrm>
                <a:custGeom>
                  <a:rect b="b" l="l" r="r" t="t"/>
                  <a:pathLst>
                    <a:path extrusionOk="0" h="482" w="546">
                      <a:moveTo>
                        <a:pt x="272" y="0"/>
                      </a:moveTo>
                      <a:cubicBezTo>
                        <a:pt x="176" y="0"/>
                        <a:pt x="85" y="58"/>
                        <a:pt x="48" y="153"/>
                      </a:cubicBezTo>
                      <a:cubicBezTo>
                        <a:pt x="1" y="277"/>
                        <a:pt x="61" y="416"/>
                        <a:pt x="184" y="466"/>
                      </a:cubicBezTo>
                      <a:cubicBezTo>
                        <a:pt x="213" y="477"/>
                        <a:pt x="242" y="482"/>
                        <a:pt x="271" y="482"/>
                      </a:cubicBezTo>
                      <a:cubicBezTo>
                        <a:pt x="368" y="482"/>
                        <a:pt x="459" y="424"/>
                        <a:pt x="497" y="328"/>
                      </a:cubicBezTo>
                      <a:cubicBezTo>
                        <a:pt x="546" y="205"/>
                        <a:pt x="486" y="65"/>
                        <a:pt x="360" y="17"/>
                      </a:cubicBezTo>
                      <a:cubicBezTo>
                        <a:pt x="331" y="6"/>
                        <a:pt x="301"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113"/>
                <p:cNvSpPr/>
                <p:nvPr/>
              </p:nvSpPr>
              <p:spPr>
                <a:xfrm>
                  <a:off x="-2294575" y="2061113"/>
                  <a:ext cx="438100" cy="412175"/>
                </a:xfrm>
                <a:custGeom>
                  <a:rect b="b" l="l" r="r" t="t"/>
                  <a:pathLst>
                    <a:path extrusionOk="0" h="16487" w="17524">
                      <a:moveTo>
                        <a:pt x="16558" y="0"/>
                      </a:moveTo>
                      <a:lnTo>
                        <a:pt x="11197" y="13682"/>
                      </a:lnTo>
                      <a:lnTo>
                        <a:pt x="0" y="9296"/>
                      </a:lnTo>
                      <a:lnTo>
                        <a:pt x="965" y="12098"/>
                      </a:lnTo>
                      <a:lnTo>
                        <a:pt x="12162" y="16486"/>
                      </a:lnTo>
                      <a:lnTo>
                        <a:pt x="17524" y="2803"/>
                      </a:lnTo>
                      <a:lnTo>
                        <a:pt x="165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113"/>
                <p:cNvSpPr/>
                <p:nvPr/>
              </p:nvSpPr>
              <p:spPr>
                <a:xfrm>
                  <a:off x="-2087625" y="2056038"/>
                  <a:ext cx="184150" cy="187625"/>
                </a:xfrm>
                <a:custGeom>
                  <a:rect b="b" l="l" r="r" t="t"/>
                  <a:pathLst>
                    <a:path extrusionOk="0" h="7505" w="7366">
                      <a:moveTo>
                        <a:pt x="6207" y="0"/>
                      </a:moveTo>
                      <a:lnTo>
                        <a:pt x="5783" y="1083"/>
                      </a:lnTo>
                      <a:lnTo>
                        <a:pt x="5783" y="1189"/>
                      </a:lnTo>
                      <a:lnTo>
                        <a:pt x="5979" y="1266"/>
                      </a:lnTo>
                      <a:lnTo>
                        <a:pt x="1434" y="6904"/>
                      </a:lnTo>
                      <a:lnTo>
                        <a:pt x="713" y="6108"/>
                      </a:lnTo>
                      <a:lnTo>
                        <a:pt x="29" y="6546"/>
                      </a:lnTo>
                      <a:lnTo>
                        <a:pt x="1" y="6634"/>
                      </a:lnTo>
                      <a:lnTo>
                        <a:pt x="1004" y="7439"/>
                      </a:lnTo>
                      <a:lnTo>
                        <a:pt x="1057" y="7373"/>
                      </a:lnTo>
                      <a:lnTo>
                        <a:pt x="1435" y="6906"/>
                      </a:lnTo>
                      <a:lnTo>
                        <a:pt x="1058" y="7374"/>
                      </a:lnTo>
                      <a:lnTo>
                        <a:pt x="1004" y="7441"/>
                      </a:lnTo>
                      <a:cubicBezTo>
                        <a:pt x="1012" y="7449"/>
                        <a:pt x="1023" y="7455"/>
                        <a:pt x="1032" y="7461"/>
                      </a:cubicBezTo>
                      <a:lnTo>
                        <a:pt x="1040" y="7466"/>
                      </a:lnTo>
                      <a:cubicBezTo>
                        <a:pt x="1048" y="7471"/>
                        <a:pt x="1057" y="7475"/>
                        <a:pt x="1066" y="7479"/>
                      </a:cubicBezTo>
                      <a:cubicBezTo>
                        <a:pt x="1067" y="7480"/>
                        <a:pt x="1069" y="7480"/>
                        <a:pt x="1071" y="7481"/>
                      </a:cubicBezTo>
                      <a:cubicBezTo>
                        <a:pt x="1107" y="7497"/>
                        <a:pt x="1145" y="7504"/>
                        <a:pt x="1183" y="7504"/>
                      </a:cubicBezTo>
                      <a:cubicBezTo>
                        <a:pt x="1266" y="7504"/>
                        <a:pt x="1348" y="7468"/>
                        <a:pt x="1404" y="7397"/>
                      </a:cubicBezTo>
                      <a:lnTo>
                        <a:pt x="6259" y="1375"/>
                      </a:lnTo>
                      <a:lnTo>
                        <a:pt x="6941" y="1641"/>
                      </a:lnTo>
                      <a:lnTo>
                        <a:pt x="7365" y="559"/>
                      </a:lnTo>
                      <a:lnTo>
                        <a:pt x="7365" y="453"/>
                      </a:lnTo>
                      <a:lnTo>
                        <a:pt x="62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13"/>
                <p:cNvSpPr/>
                <p:nvPr/>
              </p:nvSpPr>
              <p:spPr>
                <a:xfrm>
                  <a:off x="-2153650" y="2264638"/>
                  <a:ext cx="39300" cy="38750"/>
                </a:xfrm>
                <a:custGeom>
                  <a:rect b="b" l="l" r="r" t="t"/>
                  <a:pathLst>
                    <a:path extrusionOk="0" h="1550" w="1572">
                      <a:moveTo>
                        <a:pt x="1505" y="876"/>
                      </a:moveTo>
                      <a:lnTo>
                        <a:pt x="1505" y="876"/>
                      </a:lnTo>
                      <a:cubicBezTo>
                        <a:pt x="1504" y="880"/>
                        <a:pt x="1504" y="884"/>
                        <a:pt x="1502" y="887"/>
                      </a:cubicBezTo>
                      <a:cubicBezTo>
                        <a:pt x="1502" y="882"/>
                        <a:pt x="1504" y="880"/>
                        <a:pt x="1505" y="876"/>
                      </a:cubicBezTo>
                      <a:close/>
                      <a:moveTo>
                        <a:pt x="380" y="1370"/>
                      </a:moveTo>
                      <a:lnTo>
                        <a:pt x="380" y="1370"/>
                      </a:lnTo>
                      <a:cubicBezTo>
                        <a:pt x="384" y="1371"/>
                        <a:pt x="387" y="1374"/>
                        <a:pt x="391" y="1376"/>
                      </a:cubicBezTo>
                      <a:cubicBezTo>
                        <a:pt x="387" y="1374"/>
                        <a:pt x="383" y="1372"/>
                        <a:pt x="380" y="1370"/>
                      </a:cubicBezTo>
                      <a:close/>
                      <a:moveTo>
                        <a:pt x="777" y="0"/>
                      </a:moveTo>
                      <a:cubicBezTo>
                        <a:pt x="481" y="0"/>
                        <a:pt x="201" y="179"/>
                        <a:pt x="86" y="471"/>
                      </a:cubicBezTo>
                      <a:cubicBezTo>
                        <a:pt x="0" y="688"/>
                        <a:pt x="25" y="918"/>
                        <a:pt x="131" y="1107"/>
                      </a:cubicBezTo>
                      <a:cubicBezTo>
                        <a:pt x="206" y="1278"/>
                        <a:pt x="346" y="1423"/>
                        <a:pt x="535" y="1498"/>
                      </a:cubicBezTo>
                      <a:cubicBezTo>
                        <a:pt x="623" y="1533"/>
                        <a:pt x="715" y="1550"/>
                        <a:pt x="804" y="1550"/>
                      </a:cubicBezTo>
                      <a:cubicBezTo>
                        <a:pt x="1101" y="1550"/>
                        <a:pt x="1381" y="1370"/>
                        <a:pt x="1495" y="1078"/>
                      </a:cubicBezTo>
                      <a:cubicBezTo>
                        <a:pt x="1572" y="884"/>
                        <a:pt x="1556" y="678"/>
                        <a:pt x="1476" y="500"/>
                      </a:cubicBezTo>
                      <a:cubicBezTo>
                        <a:pt x="1408" y="302"/>
                        <a:pt x="1257" y="134"/>
                        <a:pt x="1046" y="51"/>
                      </a:cubicBezTo>
                      <a:cubicBezTo>
                        <a:pt x="958" y="17"/>
                        <a:pt x="86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13"/>
                <p:cNvSpPr/>
                <p:nvPr/>
              </p:nvSpPr>
              <p:spPr>
                <a:xfrm>
                  <a:off x="-2259050" y="2223338"/>
                  <a:ext cx="39325" cy="38775"/>
                </a:xfrm>
                <a:custGeom>
                  <a:rect b="b" l="l" r="r" t="t"/>
                  <a:pathLst>
                    <a:path extrusionOk="0" h="1551" w="1573">
                      <a:moveTo>
                        <a:pt x="1505" y="877"/>
                      </a:moveTo>
                      <a:cubicBezTo>
                        <a:pt x="1505" y="881"/>
                        <a:pt x="1503" y="885"/>
                        <a:pt x="1502" y="887"/>
                      </a:cubicBezTo>
                      <a:cubicBezTo>
                        <a:pt x="1504" y="883"/>
                        <a:pt x="1505" y="879"/>
                        <a:pt x="1505" y="877"/>
                      </a:cubicBezTo>
                      <a:close/>
                      <a:moveTo>
                        <a:pt x="439" y="1404"/>
                      </a:moveTo>
                      <a:cubicBezTo>
                        <a:pt x="460" y="1413"/>
                        <a:pt x="482" y="1424"/>
                        <a:pt x="504" y="1433"/>
                      </a:cubicBezTo>
                      <a:cubicBezTo>
                        <a:pt x="482" y="1424"/>
                        <a:pt x="460" y="1414"/>
                        <a:pt x="439" y="1404"/>
                      </a:cubicBezTo>
                      <a:close/>
                      <a:moveTo>
                        <a:pt x="777" y="1"/>
                      </a:moveTo>
                      <a:cubicBezTo>
                        <a:pt x="481" y="1"/>
                        <a:pt x="201" y="180"/>
                        <a:pt x="86" y="472"/>
                      </a:cubicBezTo>
                      <a:cubicBezTo>
                        <a:pt x="0" y="689"/>
                        <a:pt x="25" y="919"/>
                        <a:pt x="131" y="1108"/>
                      </a:cubicBezTo>
                      <a:cubicBezTo>
                        <a:pt x="207" y="1279"/>
                        <a:pt x="346" y="1424"/>
                        <a:pt x="535" y="1499"/>
                      </a:cubicBezTo>
                      <a:cubicBezTo>
                        <a:pt x="624" y="1534"/>
                        <a:pt x="715" y="1550"/>
                        <a:pt x="805" y="1550"/>
                      </a:cubicBezTo>
                      <a:cubicBezTo>
                        <a:pt x="1101" y="1550"/>
                        <a:pt x="1381" y="1371"/>
                        <a:pt x="1496" y="1079"/>
                      </a:cubicBezTo>
                      <a:cubicBezTo>
                        <a:pt x="1572" y="883"/>
                        <a:pt x="1558" y="679"/>
                        <a:pt x="1476" y="501"/>
                      </a:cubicBezTo>
                      <a:cubicBezTo>
                        <a:pt x="1408" y="303"/>
                        <a:pt x="1257" y="135"/>
                        <a:pt x="1047" y="52"/>
                      </a:cubicBezTo>
                      <a:cubicBezTo>
                        <a:pt x="958" y="17"/>
                        <a:pt x="867"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113"/>
                <p:cNvSpPr/>
                <p:nvPr/>
              </p:nvSpPr>
              <p:spPr>
                <a:xfrm>
                  <a:off x="-2252275" y="2229838"/>
                  <a:ext cx="24300" cy="23125"/>
                </a:xfrm>
                <a:custGeom>
                  <a:rect b="b" l="l" r="r" t="t"/>
                  <a:pathLst>
                    <a:path extrusionOk="0" h="925" w="972">
                      <a:moveTo>
                        <a:pt x="468" y="1"/>
                      </a:moveTo>
                      <a:cubicBezTo>
                        <a:pt x="236" y="1"/>
                        <a:pt x="40" y="178"/>
                        <a:pt x="18" y="414"/>
                      </a:cubicBezTo>
                      <a:cubicBezTo>
                        <a:pt x="1" y="611"/>
                        <a:pt x="111" y="788"/>
                        <a:pt x="279" y="866"/>
                      </a:cubicBezTo>
                      <a:lnTo>
                        <a:pt x="279" y="869"/>
                      </a:lnTo>
                      <a:cubicBezTo>
                        <a:pt x="333" y="896"/>
                        <a:pt x="393" y="916"/>
                        <a:pt x="456" y="922"/>
                      </a:cubicBezTo>
                      <a:cubicBezTo>
                        <a:pt x="473" y="924"/>
                        <a:pt x="490" y="925"/>
                        <a:pt x="506" y="925"/>
                      </a:cubicBezTo>
                      <a:cubicBezTo>
                        <a:pt x="743" y="925"/>
                        <a:pt x="941" y="751"/>
                        <a:pt x="957" y="516"/>
                      </a:cubicBezTo>
                      <a:cubicBezTo>
                        <a:pt x="972" y="329"/>
                        <a:pt x="870" y="158"/>
                        <a:pt x="714" y="71"/>
                      </a:cubicBezTo>
                      <a:cubicBezTo>
                        <a:pt x="655" y="34"/>
                        <a:pt x="586" y="9"/>
                        <a:pt x="512" y="3"/>
                      </a:cubicBezTo>
                      <a:cubicBezTo>
                        <a:pt x="497" y="1"/>
                        <a:pt x="483"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113"/>
                <p:cNvSpPr/>
                <p:nvPr/>
              </p:nvSpPr>
              <p:spPr>
                <a:xfrm>
                  <a:off x="-1975575" y="2193263"/>
                  <a:ext cx="23375" cy="52875"/>
                </a:xfrm>
                <a:custGeom>
                  <a:rect b="b" l="l" r="r" t="t"/>
                  <a:pathLst>
                    <a:path extrusionOk="0" h="2115" w="935">
                      <a:moveTo>
                        <a:pt x="683" y="0"/>
                      </a:moveTo>
                      <a:lnTo>
                        <a:pt x="1" y="1743"/>
                      </a:lnTo>
                      <a:lnTo>
                        <a:pt x="1" y="2022"/>
                      </a:lnTo>
                      <a:lnTo>
                        <a:pt x="251" y="2115"/>
                      </a:lnTo>
                      <a:lnTo>
                        <a:pt x="935" y="372"/>
                      </a:lnTo>
                      <a:lnTo>
                        <a:pt x="935" y="93"/>
                      </a:lnTo>
                      <a:lnTo>
                        <a:pt x="6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113"/>
                <p:cNvSpPr/>
                <p:nvPr/>
              </p:nvSpPr>
              <p:spPr>
                <a:xfrm>
                  <a:off x="-2167200" y="1989363"/>
                  <a:ext cx="134500" cy="203875"/>
                </a:xfrm>
                <a:custGeom>
                  <a:rect b="b" l="l" r="r" t="t"/>
                  <a:pathLst>
                    <a:path extrusionOk="0" h="8155" w="5380">
                      <a:moveTo>
                        <a:pt x="2881" y="0"/>
                      </a:moveTo>
                      <a:cubicBezTo>
                        <a:pt x="1808" y="0"/>
                        <a:pt x="775" y="428"/>
                        <a:pt x="15" y="1179"/>
                      </a:cubicBezTo>
                      <a:cubicBezTo>
                        <a:pt x="0" y="1485"/>
                        <a:pt x="155" y="1740"/>
                        <a:pt x="660" y="1803"/>
                      </a:cubicBezTo>
                      <a:cubicBezTo>
                        <a:pt x="2133" y="1988"/>
                        <a:pt x="3800" y="2316"/>
                        <a:pt x="2089" y="4028"/>
                      </a:cubicBezTo>
                      <a:cubicBezTo>
                        <a:pt x="595" y="5525"/>
                        <a:pt x="2520" y="5619"/>
                        <a:pt x="3030" y="5619"/>
                      </a:cubicBezTo>
                      <a:cubicBezTo>
                        <a:pt x="3104" y="5619"/>
                        <a:pt x="3148" y="5618"/>
                        <a:pt x="3148" y="5618"/>
                      </a:cubicBezTo>
                      <a:lnTo>
                        <a:pt x="3148" y="5618"/>
                      </a:lnTo>
                      <a:cubicBezTo>
                        <a:pt x="3148" y="5618"/>
                        <a:pt x="4018" y="6541"/>
                        <a:pt x="2706" y="6726"/>
                      </a:cubicBezTo>
                      <a:cubicBezTo>
                        <a:pt x="1948" y="6831"/>
                        <a:pt x="1688" y="7465"/>
                        <a:pt x="1857" y="8022"/>
                      </a:cubicBezTo>
                      <a:cubicBezTo>
                        <a:pt x="2198" y="8112"/>
                        <a:pt x="2542" y="8155"/>
                        <a:pt x="2883" y="8155"/>
                      </a:cubicBezTo>
                      <a:cubicBezTo>
                        <a:pt x="3587" y="8155"/>
                        <a:pt x="4275" y="7970"/>
                        <a:pt x="4881" y="7630"/>
                      </a:cubicBezTo>
                      <a:cubicBezTo>
                        <a:pt x="4438" y="7437"/>
                        <a:pt x="4058" y="7138"/>
                        <a:pt x="4365" y="6727"/>
                      </a:cubicBezTo>
                      <a:cubicBezTo>
                        <a:pt x="4934" y="5963"/>
                        <a:pt x="5380" y="4346"/>
                        <a:pt x="4348" y="4346"/>
                      </a:cubicBezTo>
                      <a:cubicBezTo>
                        <a:pt x="4298" y="4346"/>
                        <a:pt x="4244" y="4350"/>
                        <a:pt x="4187" y="4357"/>
                      </a:cubicBezTo>
                      <a:cubicBezTo>
                        <a:pt x="4143" y="4363"/>
                        <a:pt x="4102" y="4366"/>
                        <a:pt x="4064" y="4366"/>
                      </a:cubicBezTo>
                      <a:cubicBezTo>
                        <a:pt x="3007" y="4366"/>
                        <a:pt x="3753" y="2192"/>
                        <a:pt x="2957" y="1834"/>
                      </a:cubicBezTo>
                      <a:cubicBezTo>
                        <a:pt x="2333" y="1556"/>
                        <a:pt x="2444" y="467"/>
                        <a:pt x="3109" y="7"/>
                      </a:cubicBezTo>
                      <a:cubicBezTo>
                        <a:pt x="3033" y="2"/>
                        <a:pt x="2957" y="0"/>
                        <a:pt x="2881"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113"/>
                <p:cNvSpPr/>
                <p:nvPr/>
              </p:nvSpPr>
              <p:spPr>
                <a:xfrm>
                  <a:off x="-2197600" y="1989338"/>
                  <a:ext cx="205850" cy="207900"/>
                </a:xfrm>
                <a:custGeom>
                  <a:rect b="b" l="l" r="r" t="t"/>
                  <a:pathLst>
                    <a:path extrusionOk="0" h="8316" w="8234">
                      <a:moveTo>
                        <a:pt x="8150" y="4500"/>
                      </a:moveTo>
                      <a:cubicBezTo>
                        <a:pt x="8150" y="4505"/>
                        <a:pt x="8150" y="4512"/>
                        <a:pt x="8149" y="4517"/>
                      </a:cubicBezTo>
                      <a:cubicBezTo>
                        <a:pt x="8149" y="4511"/>
                        <a:pt x="8150" y="4505"/>
                        <a:pt x="8150" y="4500"/>
                      </a:cubicBezTo>
                      <a:close/>
                      <a:moveTo>
                        <a:pt x="8136" y="4636"/>
                      </a:moveTo>
                      <a:cubicBezTo>
                        <a:pt x="8136" y="4637"/>
                        <a:pt x="8135" y="4638"/>
                        <a:pt x="8135" y="4639"/>
                      </a:cubicBezTo>
                      <a:lnTo>
                        <a:pt x="8135" y="4639"/>
                      </a:lnTo>
                      <a:cubicBezTo>
                        <a:pt x="8135" y="4638"/>
                        <a:pt x="8136" y="4637"/>
                        <a:pt x="8136" y="4636"/>
                      </a:cubicBezTo>
                      <a:close/>
                      <a:moveTo>
                        <a:pt x="1080" y="6817"/>
                      </a:moveTo>
                      <a:lnTo>
                        <a:pt x="1080" y="6817"/>
                      </a:lnTo>
                      <a:cubicBezTo>
                        <a:pt x="1081" y="6819"/>
                        <a:pt x="1082" y="6820"/>
                        <a:pt x="1084" y="6822"/>
                      </a:cubicBezTo>
                      <a:cubicBezTo>
                        <a:pt x="1082" y="6821"/>
                        <a:pt x="1081" y="6820"/>
                        <a:pt x="1080" y="6817"/>
                      </a:cubicBezTo>
                      <a:close/>
                      <a:moveTo>
                        <a:pt x="1469" y="7194"/>
                      </a:moveTo>
                      <a:cubicBezTo>
                        <a:pt x="1490" y="7212"/>
                        <a:pt x="1510" y="7229"/>
                        <a:pt x="1531" y="7246"/>
                      </a:cubicBezTo>
                      <a:cubicBezTo>
                        <a:pt x="1509" y="7229"/>
                        <a:pt x="1489" y="7212"/>
                        <a:pt x="1469" y="7194"/>
                      </a:cubicBezTo>
                      <a:close/>
                      <a:moveTo>
                        <a:pt x="1595" y="7297"/>
                      </a:moveTo>
                      <a:lnTo>
                        <a:pt x="1595" y="7297"/>
                      </a:lnTo>
                      <a:cubicBezTo>
                        <a:pt x="1623" y="7318"/>
                        <a:pt x="1651" y="7340"/>
                        <a:pt x="1680" y="7362"/>
                      </a:cubicBezTo>
                      <a:cubicBezTo>
                        <a:pt x="1650" y="7341"/>
                        <a:pt x="1622" y="7319"/>
                        <a:pt x="1595" y="7297"/>
                      </a:cubicBezTo>
                      <a:close/>
                      <a:moveTo>
                        <a:pt x="5632" y="7855"/>
                      </a:moveTo>
                      <a:cubicBezTo>
                        <a:pt x="5566" y="7883"/>
                        <a:pt x="5501" y="7908"/>
                        <a:pt x="5435" y="7930"/>
                      </a:cubicBezTo>
                      <a:cubicBezTo>
                        <a:pt x="5501" y="7906"/>
                        <a:pt x="5566" y="7883"/>
                        <a:pt x="5632" y="7855"/>
                      </a:cubicBezTo>
                      <a:close/>
                      <a:moveTo>
                        <a:pt x="5233" y="7993"/>
                      </a:moveTo>
                      <a:cubicBezTo>
                        <a:pt x="5132" y="8024"/>
                        <a:pt x="5029" y="8049"/>
                        <a:pt x="4925" y="8071"/>
                      </a:cubicBezTo>
                      <a:cubicBezTo>
                        <a:pt x="5028" y="8049"/>
                        <a:pt x="5132" y="8023"/>
                        <a:pt x="5233" y="7993"/>
                      </a:cubicBezTo>
                      <a:close/>
                      <a:moveTo>
                        <a:pt x="4822" y="8091"/>
                      </a:moveTo>
                      <a:cubicBezTo>
                        <a:pt x="4753" y="8105"/>
                        <a:pt x="4683" y="8115"/>
                        <a:pt x="4612" y="8123"/>
                      </a:cubicBezTo>
                      <a:cubicBezTo>
                        <a:pt x="4682" y="8115"/>
                        <a:pt x="4752" y="8105"/>
                        <a:pt x="4822" y="8091"/>
                      </a:cubicBezTo>
                      <a:close/>
                      <a:moveTo>
                        <a:pt x="4097" y="1"/>
                      </a:moveTo>
                      <a:cubicBezTo>
                        <a:pt x="2386" y="1"/>
                        <a:pt x="774" y="1086"/>
                        <a:pt x="212" y="2841"/>
                      </a:cubicBezTo>
                      <a:cubicBezTo>
                        <a:pt x="71" y="3280"/>
                        <a:pt x="11" y="3729"/>
                        <a:pt x="22" y="4170"/>
                      </a:cubicBezTo>
                      <a:cubicBezTo>
                        <a:pt x="1" y="5736"/>
                        <a:pt x="890" y="7240"/>
                        <a:pt x="2366" y="7929"/>
                      </a:cubicBezTo>
                      <a:cubicBezTo>
                        <a:pt x="2930" y="8192"/>
                        <a:pt x="3518" y="8316"/>
                        <a:pt x="4096" y="8316"/>
                      </a:cubicBezTo>
                      <a:cubicBezTo>
                        <a:pt x="5807" y="8316"/>
                        <a:pt x="7419" y="7231"/>
                        <a:pt x="7981" y="5475"/>
                      </a:cubicBezTo>
                      <a:cubicBezTo>
                        <a:pt x="8110" y="5073"/>
                        <a:pt x="8169" y="4663"/>
                        <a:pt x="8169" y="4256"/>
                      </a:cubicBezTo>
                      <a:cubicBezTo>
                        <a:pt x="8234" y="2650"/>
                        <a:pt x="7336" y="1091"/>
                        <a:pt x="5827" y="387"/>
                      </a:cubicBezTo>
                      <a:cubicBezTo>
                        <a:pt x="5264" y="124"/>
                        <a:pt x="4675" y="1"/>
                        <a:pt x="4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113"/>
                <p:cNvSpPr/>
                <p:nvPr/>
              </p:nvSpPr>
              <p:spPr>
                <a:xfrm>
                  <a:off x="-2149900" y="2043388"/>
                  <a:ext cx="109250" cy="95825"/>
                </a:xfrm>
                <a:custGeom>
                  <a:rect b="b" l="l" r="r" t="t"/>
                  <a:pathLst>
                    <a:path extrusionOk="0" h="3833" w="4370">
                      <a:moveTo>
                        <a:pt x="2190" y="0"/>
                      </a:moveTo>
                      <a:cubicBezTo>
                        <a:pt x="1932" y="0"/>
                        <a:pt x="1670" y="52"/>
                        <a:pt x="1419" y="162"/>
                      </a:cubicBezTo>
                      <a:cubicBezTo>
                        <a:pt x="446" y="588"/>
                        <a:pt x="1" y="1718"/>
                        <a:pt x="424" y="2686"/>
                      </a:cubicBezTo>
                      <a:cubicBezTo>
                        <a:pt x="738" y="3404"/>
                        <a:pt x="1441" y="3832"/>
                        <a:pt x="2180" y="3832"/>
                      </a:cubicBezTo>
                      <a:cubicBezTo>
                        <a:pt x="2438" y="3832"/>
                        <a:pt x="2700" y="3780"/>
                        <a:pt x="2951" y="3670"/>
                      </a:cubicBezTo>
                      <a:cubicBezTo>
                        <a:pt x="3924" y="3245"/>
                        <a:pt x="4369" y="2116"/>
                        <a:pt x="3946" y="1147"/>
                      </a:cubicBezTo>
                      <a:cubicBezTo>
                        <a:pt x="3632" y="428"/>
                        <a:pt x="2929" y="0"/>
                        <a:pt x="2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13"/>
                <p:cNvSpPr/>
                <p:nvPr/>
              </p:nvSpPr>
              <p:spPr>
                <a:xfrm>
                  <a:off x="-2107125" y="2079913"/>
                  <a:ext cx="23875" cy="22775"/>
                </a:xfrm>
                <a:custGeom>
                  <a:rect b="b" l="l" r="r" t="t"/>
                  <a:pathLst>
                    <a:path extrusionOk="0" h="911" w="955">
                      <a:moveTo>
                        <a:pt x="478" y="1"/>
                      </a:moveTo>
                      <a:cubicBezTo>
                        <a:pt x="264" y="1"/>
                        <a:pt x="63" y="153"/>
                        <a:pt x="27" y="391"/>
                      </a:cubicBezTo>
                      <a:cubicBezTo>
                        <a:pt x="1" y="560"/>
                        <a:pt x="77" y="735"/>
                        <a:pt x="219" y="830"/>
                      </a:cubicBezTo>
                      <a:cubicBezTo>
                        <a:pt x="300" y="885"/>
                        <a:pt x="390" y="911"/>
                        <a:pt x="477" y="911"/>
                      </a:cubicBezTo>
                      <a:cubicBezTo>
                        <a:pt x="691" y="911"/>
                        <a:pt x="892" y="759"/>
                        <a:pt x="929" y="521"/>
                      </a:cubicBezTo>
                      <a:cubicBezTo>
                        <a:pt x="954" y="351"/>
                        <a:pt x="878" y="177"/>
                        <a:pt x="737" y="81"/>
                      </a:cubicBezTo>
                      <a:cubicBezTo>
                        <a:pt x="655" y="26"/>
                        <a:pt x="565" y="1"/>
                        <a:pt x="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13"/>
                <p:cNvSpPr/>
                <p:nvPr/>
              </p:nvSpPr>
              <p:spPr>
                <a:xfrm>
                  <a:off x="-2146875" y="2271113"/>
                  <a:ext cx="24300" cy="23125"/>
                </a:xfrm>
                <a:custGeom>
                  <a:rect b="b" l="l" r="r" t="t"/>
                  <a:pathLst>
                    <a:path extrusionOk="0" h="925" w="972">
                      <a:moveTo>
                        <a:pt x="468" y="1"/>
                      </a:moveTo>
                      <a:cubicBezTo>
                        <a:pt x="236" y="1"/>
                        <a:pt x="39" y="178"/>
                        <a:pt x="18" y="415"/>
                      </a:cubicBezTo>
                      <a:cubicBezTo>
                        <a:pt x="0" y="611"/>
                        <a:pt x="111" y="788"/>
                        <a:pt x="279" y="867"/>
                      </a:cubicBezTo>
                      <a:lnTo>
                        <a:pt x="279" y="869"/>
                      </a:lnTo>
                      <a:cubicBezTo>
                        <a:pt x="333" y="897"/>
                        <a:pt x="393" y="916"/>
                        <a:pt x="456" y="922"/>
                      </a:cubicBezTo>
                      <a:cubicBezTo>
                        <a:pt x="473" y="924"/>
                        <a:pt x="489" y="925"/>
                        <a:pt x="506" y="925"/>
                      </a:cubicBezTo>
                      <a:cubicBezTo>
                        <a:pt x="742" y="925"/>
                        <a:pt x="941" y="751"/>
                        <a:pt x="957" y="516"/>
                      </a:cubicBezTo>
                      <a:cubicBezTo>
                        <a:pt x="972" y="331"/>
                        <a:pt x="869" y="161"/>
                        <a:pt x="714" y="71"/>
                      </a:cubicBezTo>
                      <a:cubicBezTo>
                        <a:pt x="654" y="34"/>
                        <a:pt x="586" y="9"/>
                        <a:pt x="511" y="3"/>
                      </a:cubicBezTo>
                      <a:cubicBezTo>
                        <a:pt x="497" y="1"/>
                        <a:pt x="482"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13"/>
                <p:cNvSpPr/>
                <p:nvPr/>
              </p:nvSpPr>
              <p:spPr>
                <a:xfrm>
                  <a:off x="-2093700" y="2291263"/>
                  <a:ext cx="24300" cy="23150"/>
                </a:xfrm>
                <a:custGeom>
                  <a:rect b="b" l="l" r="r" t="t"/>
                  <a:pathLst>
                    <a:path extrusionOk="0" h="926" w="972">
                      <a:moveTo>
                        <a:pt x="469" y="1"/>
                      </a:moveTo>
                      <a:cubicBezTo>
                        <a:pt x="236" y="1"/>
                        <a:pt x="39" y="178"/>
                        <a:pt x="18" y="415"/>
                      </a:cubicBezTo>
                      <a:cubicBezTo>
                        <a:pt x="0" y="611"/>
                        <a:pt x="111" y="788"/>
                        <a:pt x="279" y="868"/>
                      </a:cubicBezTo>
                      <a:lnTo>
                        <a:pt x="279" y="869"/>
                      </a:lnTo>
                      <a:cubicBezTo>
                        <a:pt x="333" y="897"/>
                        <a:pt x="393" y="916"/>
                        <a:pt x="456" y="922"/>
                      </a:cubicBezTo>
                      <a:cubicBezTo>
                        <a:pt x="473" y="924"/>
                        <a:pt x="490" y="925"/>
                        <a:pt x="507" y="925"/>
                      </a:cubicBezTo>
                      <a:cubicBezTo>
                        <a:pt x="743" y="925"/>
                        <a:pt x="941" y="751"/>
                        <a:pt x="957" y="517"/>
                      </a:cubicBezTo>
                      <a:cubicBezTo>
                        <a:pt x="972" y="331"/>
                        <a:pt x="870" y="161"/>
                        <a:pt x="714" y="71"/>
                      </a:cubicBezTo>
                      <a:cubicBezTo>
                        <a:pt x="655" y="34"/>
                        <a:pt x="587" y="9"/>
                        <a:pt x="511" y="3"/>
                      </a:cubicBezTo>
                      <a:cubicBezTo>
                        <a:pt x="497" y="2"/>
                        <a:pt x="483"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113"/>
                <p:cNvSpPr/>
                <p:nvPr/>
              </p:nvSpPr>
              <p:spPr>
                <a:xfrm>
                  <a:off x="-2222725" y="2179463"/>
                  <a:ext cx="114350" cy="64025"/>
                </a:xfrm>
                <a:custGeom>
                  <a:rect b="b" l="l" r="r" t="t"/>
                  <a:pathLst>
                    <a:path extrusionOk="0" h="2561" w="4574">
                      <a:moveTo>
                        <a:pt x="355" y="0"/>
                      </a:moveTo>
                      <a:lnTo>
                        <a:pt x="0" y="908"/>
                      </a:lnTo>
                      <a:lnTo>
                        <a:pt x="3360" y="2224"/>
                      </a:lnTo>
                      <a:lnTo>
                        <a:pt x="4010" y="2479"/>
                      </a:lnTo>
                      <a:lnTo>
                        <a:pt x="4217" y="2560"/>
                      </a:lnTo>
                      <a:lnTo>
                        <a:pt x="4573" y="1652"/>
                      </a:lnTo>
                      <a:lnTo>
                        <a:pt x="3807" y="1352"/>
                      </a:lnTo>
                      <a:lnTo>
                        <a:pt x="3596" y="1269"/>
                      </a:lnTo>
                      <a:lnTo>
                        <a:pt x="1863" y="591"/>
                      </a:lnTo>
                      <a:lnTo>
                        <a:pt x="1545" y="466"/>
                      </a:lnTo>
                      <a:lnTo>
                        <a:pt x="3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59" name="Google Shape;9159;p113"/>
            <p:cNvGrpSpPr/>
            <p:nvPr/>
          </p:nvGrpSpPr>
          <p:grpSpPr>
            <a:xfrm>
              <a:off x="7080470" y="160872"/>
              <a:ext cx="500560" cy="472885"/>
              <a:chOff x="-1174275" y="581450"/>
              <a:chExt cx="370100" cy="349638"/>
            </a:xfrm>
          </p:grpSpPr>
          <p:sp>
            <p:nvSpPr>
              <p:cNvPr id="9160" name="Google Shape;9160;p113"/>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113"/>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113"/>
            <p:cNvGrpSpPr/>
            <p:nvPr/>
          </p:nvGrpSpPr>
          <p:grpSpPr>
            <a:xfrm>
              <a:off x="8482325" y="3813800"/>
              <a:ext cx="402025" cy="804000"/>
              <a:chOff x="2882200" y="374525"/>
              <a:chExt cx="402025" cy="804000"/>
            </a:xfrm>
          </p:grpSpPr>
          <p:sp>
            <p:nvSpPr>
              <p:cNvPr id="9163" name="Google Shape;9163;p113"/>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113"/>
              <p:cNvSpPr/>
              <p:nvPr/>
            </p:nvSpPr>
            <p:spPr>
              <a:xfrm>
                <a:off x="2882200" y="374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113"/>
              <p:cNvSpPr/>
              <p:nvPr/>
            </p:nvSpPr>
            <p:spPr>
              <a:xfrm>
                <a:off x="3083200" y="374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13"/>
              <p:cNvSpPr/>
              <p:nvPr/>
            </p:nvSpPr>
            <p:spPr>
              <a:xfrm flipH="1">
                <a:off x="3083200" y="575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13"/>
              <p:cNvSpPr/>
              <p:nvPr/>
            </p:nvSpPr>
            <p:spPr>
              <a:xfrm flipH="1">
                <a:off x="2882200" y="575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113"/>
              <p:cNvSpPr/>
              <p:nvPr/>
            </p:nvSpPr>
            <p:spPr>
              <a:xfrm>
                <a:off x="2882200" y="776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113"/>
              <p:cNvSpPr/>
              <p:nvPr/>
            </p:nvSpPr>
            <p:spPr>
              <a:xfrm>
                <a:off x="3083200" y="776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113"/>
              <p:cNvSpPr/>
              <p:nvPr/>
            </p:nvSpPr>
            <p:spPr>
              <a:xfrm flipH="1">
                <a:off x="3083200" y="977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113"/>
              <p:cNvSpPr/>
              <p:nvPr/>
            </p:nvSpPr>
            <p:spPr>
              <a:xfrm flipH="1">
                <a:off x="2882200" y="977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113"/>
            <p:cNvGrpSpPr/>
            <p:nvPr/>
          </p:nvGrpSpPr>
          <p:grpSpPr>
            <a:xfrm>
              <a:off x="1420895" y="4421322"/>
              <a:ext cx="500560" cy="472885"/>
              <a:chOff x="-1174275" y="581450"/>
              <a:chExt cx="370100" cy="349638"/>
            </a:xfrm>
          </p:grpSpPr>
          <p:sp>
            <p:nvSpPr>
              <p:cNvPr id="9173" name="Google Shape;9173;p113"/>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113"/>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113"/>
            <p:cNvGrpSpPr/>
            <p:nvPr/>
          </p:nvGrpSpPr>
          <p:grpSpPr>
            <a:xfrm>
              <a:off x="8686928" y="3679070"/>
              <a:ext cx="311019" cy="311110"/>
              <a:chOff x="5038846" y="235350"/>
              <a:chExt cx="158691" cy="158738"/>
            </a:xfrm>
          </p:grpSpPr>
          <p:sp>
            <p:nvSpPr>
              <p:cNvPr id="9176" name="Google Shape;9176;p113"/>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113"/>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8" name="Google Shape;9178;p113"/>
            <p:cNvGrpSpPr/>
            <p:nvPr/>
          </p:nvGrpSpPr>
          <p:grpSpPr>
            <a:xfrm>
              <a:off x="311203" y="3076995"/>
              <a:ext cx="311019" cy="311110"/>
              <a:chOff x="5038846" y="235350"/>
              <a:chExt cx="158691" cy="158738"/>
            </a:xfrm>
          </p:grpSpPr>
          <p:sp>
            <p:nvSpPr>
              <p:cNvPr id="9179" name="Google Shape;9179;p113"/>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113"/>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9181" name="Shape 9181"/>
        <p:cNvGrpSpPr/>
        <p:nvPr/>
      </p:nvGrpSpPr>
      <p:grpSpPr>
        <a:xfrm>
          <a:off x="0" y="0"/>
          <a:ext cx="0" cy="0"/>
          <a:chOff x="0" y="0"/>
          <a:chExt cx="0" cy="0"/>
        </a:xfrm>
      </p:grpSpPr>
    </p:spTree>
  </p:cSld>
  <p:clrMapOvr>
    <a:masterClrMapping/>
  </p:clrMapOvr>
</p:sldLayout>
</file>

<file path=ppt/slideLayouts/slideLayout1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9182" name="Shape 9182"/>
        <p:cNvGrpSpPr/>
        <p:nvPr/>
      </p:nvGrpSpPr>
      <p:grpSpPr>
        <a:xfrm>
          <a:off x="0" y="0"/>
          <a:ext cx="0" cy="0"/>
          <a:chOff x="0" y="0"/>
          <a:chExt cx="0" cy="0"/>
        </a:xfrm>
      </p:grpSpPr>
      <p:sp>
        <p:nvSpPr>
          <p:cNvPr id="9183" name="Google Shape;9183;p1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9184" name="Google Shape;9184;p115"/>
          <p:cNvSpPr txBox="1"/>
          <p:nvPr>
            <p:ph idx="1" type="subTitle"/>
          </p:nvPr>
        </p:nvSpPr>
        <p:spPr>
          <a:xfrm>
            <a:off x="3005088" y="1918974"/>
            <a:ext cx="4305300" cy="457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85" name="Google Shape;9185;p115"/>
          <p:cNvSpPr txBox="1"/>
          <p:nvPr>
            <p:ph idx="2" type="subTitle"/>
          </p:nvPr>
        </p:nvSpPr>
        <p:spPr>
          <a:xfrm>
            <a:off x="3005123" y="2866781"/>
            <a:ext cx="4305300" cy="457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86" name="Google Shape;9186;p115"/>
          <p:cNvSpPr txBox="1"/>
          <p:nvPr>
            <p:ph idx="3" type="subTitle"/>
          </p:nvPr>
        </p:nvSpPr>
        <p:spPr>
          <a:xfrm>
            <a:off x="3005125" y="3874125"/>
            <a:ext cx="4305300" cy="457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87" name="Google Shape;9187;p115"/>
          <p:cNvSpPr txBox="1"/>
          <p:nvPr>
            <p:ph hasCustomPrompt="1" idx="4" type="title"/>
          </p:nvPr>
        </p:nvSpPr>
        <p:spPr>
          <a:xfrm>
            <a:off x="1989700" y="1730875"/>
            <a:ext cx="731400" cy="4482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a:solidFill>
                  <a:schemeClr val="lt2"/>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188" name="Google Shape;9188;p115"/>
          <p:cNvSpPr txBox="1"/>
          <p:nvPr>
            <p:ph hasCustomPrompt="1" idx="5" type="title"/>
          </p:nvPr>
        </p:nvSpPr>
        <p:spPr>
          <a:xfrm>
            <a:off x="1988060" y="2719183"/>
            <a:ext cx="734700" cy="4476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3000">
                <a:solidFill>
                  <a:schemeClr val="accent4"/>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189" name="Google Shape;9189;p115"/>
          <p:cNvSpPr txBox="1"/>
          <p:nvPr>
            <p:ph hasCustomPrompt="1" idx="6" type="title"/>
          </p:nvPr>
        </p:nvSpPr>
        <p:spPr>
          <a:xfrm>
            <a:off x="1988060" y="3726533"/>
            <a:ext cx="734700" cy="4476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3000">
                <a:solidFill>
                  <a:schemeClr val="accent1"/>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190" name="Google Shape;9190;p115"/>
          <p:cNvSpPr txBox="1"/>
          <p:nvPr>
            <p:ph idx="7" type="subTitle"/>
          </p:nvPr>
        </p:nvSpPr>
        <p:spPr>
          <a:xfrm>
            <a:off x="3005088" y="1614175"/>
            <a:ext cx="4305300" cy="457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191" name="Google Shape;9191;p115"/>
          <p:cNvSpPr txBox="1"/>
          <p:nvPr>
            <p:ph idx="8" type="subTitle"/>
          </p:nvPr>
        </p:nvSpPr>
        <p:spPr>
          <a:xfrm>
            <a:off x="3005134" y="2561981"/>
            <a:ext cx="4305300" cy="457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192" name="Google Shape;9192;p115"/>
          <p:cNvSpPr txBox="1"/>
          <p:nvPr>
            <p:ph idx="9" type="subTitle"/>
          </p:nvPr>
        </p:nvSpPr>
        <p:spPr>
          <a:xfrm>
            <a:off x="3005134" y="3569326"/>
            <a:ext cx="4305300" cy="457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9193" name="Google Shape;9193;p115"/>
          <p:cNvGrpSpPr/>
          <p:nvPr/>
        </p:nvGrpSpPr>
        <p:grpSpPr>
          <a:xfrm>
            <a:off x="47035" y="160020"/>
            <a:ext cx="8865383" cy="4920073"/>
            <a:chOff x="47035" y="160020"/>
            <a:chExt cx="8865383" cy="4920073"/>
          </a:xfrm>
        </p:grpSpPr>
        <p:grpSp>
          <p:nvGrpSpPr>
            <p:cNvPr id="9194" name="Google Shape;9194;p115"/>
            <p:cNvGrpSpPr/>
            <p:nvPr/>
          </p:nvGrpSpPr>
          <p:grpSpPr>
            <a:xfrm>
              <a:off x="8304933" y="226208"/>
              <a:ext cx="554593" cy="1109118"/>
              <a:chOff x="2882200" y="374525"/>
              <a:chExt cx="402025" cy="804000"/>
            </a:xfrm>
          </p:grpSpPr>
          <p:sp>
            <p:nvSpPr>
              <p:cNvPr id="9195" name="Google Shape;9195;p115"/>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115"/>
              <p:cNvSpPr/>
              <p:nvPr/>
            </p:nvSpPr>
            <p:spPr>
              <a:xfrm>
                <a:off x="2882200" y="374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15"/>
              <p:cNvSpPr/>
              <p:nvPr/>
            </p:nvSpPr>
            <p:spPr>
              <a:xfrm>
                <a:off x="3083200" y="374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115"/>
              <p:cNvSpPr/>
              <p:nvPr/>
            </p:nvSpPr>
            <p:spPr>
              <a:xfrm flipH="1">
                <a:off x="3083200" y="575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115"/>
              <p:cNvSpPr/>
              <p:nvPr/>
            </p:nvSpPr>
            <p:spPr>
              <a:xfrm flipH="1">
                <a:off x="2882200" y="575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115"/>
              <p:cNvSpPr/>
              <p:nvPr/>
            </p:nvSpPr>
            <p:spPr>
              <a:xfrm>
                <a:off x="2882200" y="776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115"/>
              <p:cNvSpPr/>
              <p:nvPr/>
            </p:nvSpPr>
            <p:spPr>
              <a:xfrm>
                <a:off x="3083200" y="776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115"/>
              <p:cNvSpPr/>
              <p:nvPr/>
            </p:nvSpPr>
            <p:spPr>
              <a:xfrm flipH="1">
                <a:off x="3083200" y="977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115"/>
              <p:cNvSpPr/>
              <p:nvPr/>
            </p:nvSpPr>
            <p:spPr>
              <a:xfrm flipH="1">
                <a:off x="2882200" y="977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4" name="Google Shape;9204;p115"/>
            <p:cNvGrpSpPr/>
            <p:nvPr/>
          </p:nvGrpSpPr>
          <p:grpSpPr>
            <a:xfrm>
              <a:off x="7854428" y="201920"/>
              <a:ext cx="311019" cy="311110"/>
              <a:chOff x="5038846" y="235350"/>
              <a:chExt cx="158691" cy="158738"/>
            </a:xfrm>
          </p:grpSpPr>
          <p:sp>
            <p:nvSpPr>
              <p:cNvPr id="9205" name="Google Shape;9205;p115"/>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115"/>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115"/>
            <p:cNvGrpSpPr/>
            <p:nvPr/>
          </p:nvGrpSpPr>
          <p:grpSpPr>
            <a:xfrm>
              <a:off x="922878" y="4680195"/>
              <a:ext cx="311019" cy="311110"/>
              <a:chOff x="5038846" y="235350"/>
              <a:chExt cx="158691" cy="158738"/>
            </a:xfrm>
          </p:grpSpPr>
          <p:sp>
            <p:nvSpPr>
              <p:cNvPr id="9208" name="Google Shape;9208;p115"/>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115"/>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115"/>
            <p:cNvGrpSpPr/>
            <p:nvPr/>
          </p:nvGrpSpPr>
          <p:grpSpPr>
            <a:xfrm>
              <a:off x="1131728" y="160020"/>
              <a:ext cx="311019" cy="311110"/>
              <a:chOff x="5038846" y="235350"/>
              <a:chExt cx="158691" cy="158738"/>
            </a:xfrm>
          </p:grpSpPr>
          <p:sp>
            <p:nvSpPr>
              <p:cNvPr id="9211" name="Google Shape;9211;p115"/>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115"/>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3" name="Google Shape;9213;p115"/>
            <p:cNvGrpSpPr/>
            <p:nvPr/>
          </p:nvGrpSpPr>
          <p:grpSpPr>
            <a:xfrm>
              <a:off x="278642" y="1854331"/>
              <a:ext cx="8633777" cy="2207272"/>
              <a:chOff x="278642" y="1854331"/>
              <a:chExt cx="8633777" cy="2207272"/>
            </a:xfrm>
          </p:grpSpPr>
          <p:grpSp>
            <p:nvGrpSpPr>
              <p:cNvPr id="9214" name="Google Shape;9214;p115"/>
              <p:cNvGrpSpPr/>
              <p:nvPr/>
            </p:nvGrpSpPr>
            <p:grpSpPr>
              <a:xfrm>
                <a:off x="8471067" y="1854331"/>
                <a:ext cx="441352" cy="419672"/>
                <a:chOff x="5164484" y="526738"/>
                <a:chExt cx="133266" cy="126713"/>
              </a:xfrm>
            </p:grpSpPr>
            <p:sp>
              <p:nvSpPr>
                <p:cNvPr id="9215" name="Google Shape;9215;p115"/>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115"/>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7" name="Google Shape;9217;p115"/>
              <p:cNvGrpSpPr/>
              <p:nvPr/>
            </p:nvGrpSpPr>
            <p:grpSpPr>
              <a:xfrm>
                <a:off x="278642" y="3641931"/>
                <a:ext cx="441352" cy="419672"/>
                <a:chOff x="5164484" y="526738"/>
                <a:chExt cx="133266" cy="126713"/>
              </a:xfrm>
            </p:grpSpPr>
            <p:sp>
              <p:nvSpPr>
                <p:cNvPr id="9218" name="Google Shape;9218;p115"/>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115"/>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20" name="Google Shape;9220;p115"/>
            <p:cNvGrpSpPr/>
            <p:nvPr/>
          </p:nvGrpSpPr>
          <p:grpSpPr>
            <a:xfrm rot="-674593">
              <a:off x="110368" y="4308005"/>
              <a:ext cx="659930" cy="714610"/>
              <a:chOff x="-2686850" y="3696525"/>
              <a:chExt cx="332050" cy="359563"/>
            </a:xfrm>
          </p:grpSpPr>
          <p:sp>
            <p:nvSpPr>
              <p:cNvPr id="9221" name="Google Shape;9221;p115"/>
              <p:cNvSpPr/>
              <p:nvPr/>
            </p:nvSpPr>
            <p:spPr>
              <a:xfrm>
                <a:off x="-2686850" y="3696525"/>
                <a:ext cx="332050" cy="359525"/>
              </a:xfrm>
              <a:custGeom>
                <a:rect b="b" l="l" r="r" t="t"/>
                <a:pathLst>
                  <a:path extrusionOk="0" h="14381" w="13282">
                    <a:moveTo>
                      <a:pt x="12504" y="10802"/>
                    </a:moveTo>
                    <a:lnTo>
                      <a:pt x="12497" y="10829"/>
                    </a:lnTo>
                    <a:lnTo>
                      <a:pt x="12497" y="10806"/>
                    </a:lnTo>
                    <a:lnTo>
                      <a:pt x="12504" y="10802"/>
                    </a:lnTo>
                    <a:close/>
                    <a:moveTo>
                      <a:pt x="6678" y="1"/>
                    </a:moveTo>
                    <a:cubicBezTo>
                      <a:pt x="4442" y="1"/>
                      <a:pt x="2280" y="1136"/>
                      <a:pt x="1036" y="2962"/>
                    </a:cubicBezTo>
                    <a:cubicBezTo>
                      <a:pt x="902" y="3158"/>
                      <a:pt x="912" y="3410"/>
                      <a:pt x="1042" y="3594"/>
                    </a:cubicBezTo>
                    <a:cubicBezTo>
                      <a:pt x="505" y="4550"/>
                      <a:pt x="247" y="5625"/>
                      <a:pt x="300" y="6729"/>
                    </a:cubicBezTo>
                    <a:cubicBezTo>
                      <a:pt x="352" y="7770"/>
                      <a:pt x="675" y="10117"/>
                      <a:pt x="739" y="10573"/>
                    </a:cubicBezTo>
                    <a:lnTo>
                      <a:pt x="739" y="10663"/>
                    </a:lnTo>
                    <a:lnTo>
                      <a:pt x="256" y="8957"/>
                    </a:lnTo>
                    <a:cubicBezTo>
                      <a:pt x="241" y="8903"/>
                      <a:pt x="192" y="8868"/>
                      <a:pt x="138" y="8868"/>
                    </a:cubicBezTo>
                    <a:cubicBezTo>
                      <a:pt x="126" y="8868"/>
                      <a:pt x="115" y="8869"/>
                      <a:pt x="103" y="8873"/>
                    </a:cubicBezTo>
                    <a:cubicBezTo>
                      <a:pt x="37" y="8890"/>
                      <a:pt x="0" y="8958"/>
                      <a:pt x="19" y="9024"/>
                    </a:cubicBezTo>
                    <a:lnTo>
                      <a:pt x="738" y="11566"/>
                    </a:lnTo>
                    <a:lnTo>
                      <a:pt x="738" y="12528"/>
                    </a:lnTo>
                    <a:lnTo>
                      <a:pt x="738" y="13556"/>
                    </a:lnTo>
                    <a:lnTo>
                      <a:pt x="738" y="13808"/>
                    </a:lnTo>
                    <a:lnTo>
                      <a:pt x="1665" y="13808"/>
                    </a:lnTo>
                    <a:lnTo>
                      <a:pt x="1665" y="14373"/>
                    </a:lnTo>
                    <a:lnTo>
                      <a:pt x="1947" y="14373"/>
                    </a:lnTo>
                    <a:lnTo>
                      <a:pt x="1947" y="14380"/>
                    </a:lnTo>
                    <a:lnTo>
                      <a:pt x="2635" y="14380"/>
                    </a:lnTo>
                    <a:lnTo>
                      <a:pt x="2635" y="14369"/>
                    </a:lnTo>
                    <a:cubicBezTo>
                      <a:pt x="3018" y="14307"/>
                      <a:pt x="3314" y="13987"/>
                      <a:pt x="3411" y="13555"/>
                    </a:cubicBezTo>
                    <a:cubicBezTo>
                      <a:pt x="3433" y="13457"/>
                      <a:pt x="3446" y="13353"/>
                      <a:pt x="3446" y="13245"/>
                    </a:cubicBezTo>
                    <a:lnTo>
                      <a:pt x="3446" y="12527"/>
                    </a:lnTo>
                    <a:lnTo>
                      <a:pt x="3446" y="11097"/>
                    </a:lnTo>
                    <a:cubicBezTo>
                      <a:pt x="3446" y="10515"/>
                      <a:pt x="3105" y="10039"/>
                      <a:pt x="2635" y="9961"/>
                    </a:cubicBezTo>
                    <a:lnTo>
                      <a:pt x="2635" y="9948"/>
                    </a:lnTo>
                    <a:lnTo>
                      <a:pt x="1985" y="9948"/>
                    </a:lnTo>
                    <a:lnTo>
                      <a:pt x="1985" y="9942"/>
                    </a:lnTo>
                    <a:lnTo>
                      <a:pt x="1665" y="9942"/>
                    </a:lnTo>
                    <a:lnTo>
                      <a:pt x="1665" y="10506"/>
                    </a:lnTo>
                    <a:lnTo>
                      <a:pt x="1165" y="10506"/>
                    </a:lnTo>
                    <a:cubicBezTo>
                      <a:pt x="1100" y="10047"/>
                      <a:pt x="780" y="7711"/>
                      <a:pt x="731" y="6704"/>
                    </a:cubicBezTo>
                    <a:cubicBezTo>
                      <a:pt x="680" y="5690"/>
                      <a:pt x="918" y="4700"/>
                      <a:pt x="1409" y="3819"/>
                    </a:cubicBezTo>
                    <a:cubicBezTo>
                      <a:pt x="1438" y="3823"/>
                      <a:pt x="1466" y="3825"/>
                      <a:pt x="1494" y="3825"/>
                    </a:cubicBezTo>
                    <a:cubicBezTo>
                      <a:pt x="1671" y="3825"/>
                      <a:pt x="1845" y="3741"/>
                      <a:pt x="1952" y="3583"/>
                    </a:cubicBezTo>
                    <a:cubicBezTo>
                      <a:pt x="2992" y="2056"/>
                      <a:pt x="4803" y="1106"/>
                      <a:pt x="6678" y="1106"/>
                    </a:cubicBezTo>
                    <a:cubicBezTo>
                      <a:pt x="8431" y="1106"/>
                      <a:pt x="10117" y="1922"/>
                      <a:pt x="11187" y="3286"/>
                    </a:cubicBezTo>
                    <a:cubicBezTo>
                      <a:pt x="11297" y="3426"/>
                      <a:pt x="11458" y="3497"/>
                      <a:pt x="11621" y="3497"/>
                    </a:cubicBezTo>
                    <a:cubicBezTo>
                      <a:pt x="11663" y="3497"/>
                      <a:pt x="11704" y="3493"/>
                      <a:pt x="11744" y="3484"/>
                    </a:cubicBezTo>
                    <a:cubicBezTo>
                      <a:pt x="12373" y="4446"/>
                      <a:pt x="12682" y="5559"/>
                      <a:pt x="12626" y="6704"/>
                    </a:cubicBezTo>
                    <a:cubicBezTo>
                      <a:pt x="12576" y="7711"/>
                      <a:pt x="12255" y="10047"/>
                      <a:pt x="12191" y="10506"/>
                    </a:cubicBezTo>
                    <a:lnTo>
                      <a:pt x="11569" y="10506"/>
                    </a:lnTo>
                    <a:lnTo>
                      <a:pt x="11569" y="9942"/>
                    </a:lnTo>
                    <a:lnTo>
                      <a:pt x="11249" y="9942"/>
                    </a:lnTo>
                    <a:lnTo>
                      <a:pt x="11249" y="9948"/>
                    </a:lnTo>
                    <a:lnTo>
                      <a:pt x="10602" y="9948"/>
                    </a:lnTo>
                    <a:lnTo>
                      <a:pt x="10602" y="9961"/>
                    </a:lnTo>
                    <a:cubicBezTo>
                      <a:pt x="10130" y="10039"/>
                      <a:pt x="9790" y="10515"/>
                      <a:pt x="9790" y="11097"/>
                    </a:cubicBezTo>
                    <a:lnTo>
                      <a:pt x="9790" y="12526"/>
                    </a:lnTo>
                    <a:lnTo>
                      <a:pt x="9790" y="13244"/>
                    </a:lnTo>
                    <a:cubicBezTo>
                      <a:pt x="9790" y="13353"/>
                      <a:pt x="9803" y="13456"/>
                      <a:pt x="9825" y="13554"/>
                    </a:cubicBezTo>
                    <a:cubicBezTo>
                      <a:pt x="9922" y="13984"/>
                      <a:pt x="10218" y="14306"/>
                      <a:pt x="10602" y="14368"/>
                    </a:cubicBezTo>
                    <a:lnTo>
                      <a:pt x="10602" y="14379"/>
                    </a:lnTo>
                    <a:lnTo>
                      <a:pt x="11289" y="14379"/>
                    </a:lnTo>
                    <a:lnTo>
                      <a:pt x="11289" y="14371"/>
                    </a:lnTo>
                    <a:lnTo>
                      <a:pt x="11572" y="14371"/>
                    </a:lnTo>
                    <a:lnTo>
                      <a:pt x="11572" y="13807"/>
                    </a:lnTo>
                    <a:lnTo>
                      <a:pt x="12498" y="13807"/>
                    </a:lnTo>
                    <a:lnTo>
                      <a:pt x="12498" y="13555"/>
                    </a:lnTo>
                    <a:lnTo>
                      <a:pt x="12498" y="12527"/>
                    </a:lnTo>
                    <a:lnTo>
                      <a:pt x="12498" y="11733"/>
                    </a:lnTo>
                    <a:lnTo>
                      <a:pt x="13265" y="9024"/>
                    </a:lnTo>
                    <a:cubicBezTo>
                      <a:pt x="13282" y="8957"/>
                      <a:pt x="13245" y="8889"/>
                      <a:pt x="13179" y="8871"/>
                    </a:cubicBezTo>
                    <a:cubicBezTo>
                      <a:pt x="13168" y="8868"/>
                      <a:pt x="13157" y="8866"/>
                      <a:pt x="13146" y="8866"/>
                    </a:cubicBezTo>
                    <a:cubicBezTo>
                      <a:pt x="13092" y="8866"/>
                      <a:pt x="13042" y="8901"/>
                      <a:pt x="13027" y="8956"/>
                    </a:cubicBezTo>
                    <a:lnTo>
                      <a:pt x="12664" y="10236"/>
                    </a:lnTo>
                    <a:cubicBezTo>
                      <a:pt x="12775" y="9420"/>
                      <a:pt x="13013" y="7608"/>
                      <a:pt x="13056" y="6728"/>
                    </a:cubicBezTo>
                    <a:cubicBezTo>
                      <a:pt x="13118" y="5484"/>
                      <a:pt x="12780" y="4275"/>
                      <a:pt x="12095" y="3234"/>
                    </a:cubicBezTo>
                    <a:cubicBezTo>
                      <a:pt x="12211" y="3042"/>
                      <a:pt x="12205" y="2791"/>
                      <a:pt x="12058" y="2604"/>
                    </a:cubicBezTo>
                    <a:cubicBezTo>
                      <a:pt x="10778" y="974"/>
                      <a:pt x="8767" y="1"/>
                      <a:pt x="6678"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2" name="Google Shape;9222;p115"/>
              <p:cNvGrpSpPr/>
              <p:nvPr/>
            </p:nvGrpSpPr>
            <p:grpSpPr>
              <a:xfrm>
                <a:off x="-2686850" y="3696563"/>
                <a:ext cx="332050" cy="359525"/>
                <a:chOff x="-2348725" y="2237525"/>
                <a:chExt cx="332050" cy="359525"/>
              </a:xfrm>
            </p:grpSpPr>
            <p:sp>
              <p:nvSpPr>
                <p:cNvPr id="9223" name="Google Shape;9223;p115"/>
                <p:cNvSpPr/>
                <p:nvPr/>
              </p:nvSpPr>
              <p:spPr>
                <a:xfrm>
                  <a:off x="-2343200" y="2245975"/>
                  <a:ext cx="322925" cy="262375"/>
                </a:xfrm>
                <a:custGeom>
                  <a:rect b="b" l="l" r="r" t="t"/>
                  <a:pathLst>
                    <a:path extrusionOk="0" h="10495" w="12917">
                      <a:moveTo>
                        <a:pt x="6459" y="0"/>
                      </a:moveTo>
                      <a:cubicBezTo>
                        <a:pt x="4680" y="0"/>
                        <a:pt x="2959" y="736"/>
                        <a:pt x="1736" y="2022"/>
                      </a:cubicBezTo>
                      <a:cubicBezTo>
                        <a:pt x="588" y="3226"/>
                        <a:pt x="0" y="4778"/>
                        <a:pt x="79" y="6389"/>
                      </a:cubicBezTo>
                      <a:cubicBezTo>
                        <a:pt x="135" y="7520"/>
                        <a:pt x="513" y="10195"/>
                        <a:pt x="528" y="10309"/>
                      </a:cubicBezTo>
                      <a:cubicBezTo>
                        <a:pt x="544" y="10417"/>
                        <a:pt x="636" y="10494"/>
                        <a:pt x="742" y="10494"/>
                      </a:cubicBezTo>
                      <a:cubicBezTo>
                        <a:pt x="752" y="10494"/>
                        <a:pt x="761" y="10494"/>
                        <a:pt x="773" y="10491"/>
                      </a:cubicBezTo>
                      <a:cubicBezTo>
                        <a:pt x="890" y="10475"/>
                        <a:pt x="972" y="10365"/>
                        <a:pt x="956" y="10248"/>
                      </a:cubicBezTo>
                      <a:cubicBezTo>
                        <a:pt x="952" y="10221"/>
                        <a:pt x="567" y="7479"/>
                        <a:pt x="511" y="6368"/>
                      </a:cubicBezTo>
                      <a:cubicBezTo>
                        <a:pt x="438" y="4875"/>
                        <a:pt x="982" y="3437"/>
                        <a:pt x="2049" y="2318"/>
                      </a:cubicBezTo>
                      <a:cubicBezTo>
                        <a:pt x="3190" y="1119"/>
                        <a:pt x="4798" y="430"/>
                        <a:pt x="6459" y="430"/>
                      </a:cubicBezTo>
                      <a:cubicBezTo>
                        <a:pt x="8120" y="430"/>
                        <a:pt x="9728" y="1119"/>
                        <a:pt x="10869" y="2318"/>
                      </a:cubicBezTo>
                      <a:cubicBezTo>
                        <a:pt x="11935" y="3437"/>
                        <a:pt x="12481" y="4875"/>
                        <a:pt x="12407" y="6368"/>
                      </a:cubicBezTo>
                      <a:cubicBezTo>
                        <a:pt x="12353" y="7479"/>
                        <a:pt x="11966" y="10221"/>
                        <a:pt x="11962" y="10248"/>
                      </a:cubicBezTo>
                      <a:cubicBezTo>
                        <a:pt x="11945" y="10367"/>
                        <a:pt x="12028" y="10475"/>
                        <a:pt x="12146" y="10491"/>
                      </a:cubicBezTo>
                      <a:cubicBezTo>
                        <a:pt x="12156" y="10493"/>
                        <a:pt x="12166" y="10493"/>
                        <a:pt x="12176" y="10493"/>
                      </a:cubicBezTo>
                      <a:cubicBezTo>
                        <a:pt x="12282" y="10493"/>
                        <a:pt x="12374" y="10415"/>
                        <a:pt x="12389" y="10309"/>
                      </a:cubicBezTo>
                      <a:cubicBezTo>
                        <a:pt x="12405" y="10195"/>
                        <a:pt x="12782" y="7520"/>
                        <a:pt x="12838" y="6389"/>
                      </a:cubicBezTo>
                      <a:cubicBezTo>
                        <a:pt x="12916" y="4778"/>
                        <a:pt x="12328" y="3226"/>
                        <a:pt x="11182" y="2022"/>
                      </a:cubicBezTo>
                      <a:cubicBezTo>
                        <a:pt x="9959" y="737"/>
                        <a:pt x="8237"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115"/>
                <p:cNvSpPr/>
                <p:nvPr/>
              </p:nvSpPr>
              <p:spPr>
                <a:xfrm>
                  <a:off x="-2327125" y="2237525"/>
                  <a:ext cx="284600" cy="95700"/>
                </a:xfrm>
                <a:custGeom>
                  <a:rect b="b" l="l" r="r" t="t"/>
                  <a:pathLst>
                    <a:path extrusionOk="0" h="3828" w="11384">
                      <a:moveTo>
                        <a:pt x="5815" y="1"/>
                      </a:moveTo>
                      <a:cubicBezTo>
                        <a:pt x="3578" y="1"/>
                        <a:pt x="1417" y="1136"/>
                        <a:pt x="173" y="2964"/>
                      </a:cubicBezTo>
                      <a:cubicBezTo>
                        <a:pt x="1" y="3216"/>
                        <a:pt x="66" y="3560"/>
                        <a:pt x="319" y="3732"/>
                      </a:cubicBezTo>
                      <a:cubicBezTo>
                        <a:pt x="415" y="3796"/>
                        <a:pt x="523" y="3827"/>
                        <a:pt x="630" y="3827"/>
                      </a:cubicBezTo>
                      <a:cubicBezTo>
                        <a:pt x="807" y="3827"/>
                        <a:pt x="981" y="3743"/>
                        <a:pt x="1088" y="3585"/>
                      </a:cubicBezTo>
                      <a:cubicBezTo>
                        <a:pt x="2128" y="2057"/>
                        <a:pt x="3939" y="1108"/>
                        <a:pt x="5814" y="1108"/>
                      </a:cubicBezTo>
                      <a:cubicBezTo>
                        <a:pt x="7567" y="1108"/>
                        <a:pt x="9251" y="1923"/>
                        <a:pt x="10323" y="3289"/>
                      </a:cubicBezTo>
                      <a:cubicBezTo>
                        <a:pt x="10433" y="3428"/>
                        <a:pt x="10595" y="3500"/>
                        <a:pt x="10760" y="3500"/>
                      </a:cubicBezTo>
                      <a:cubicBezTo>
                        <a:pt x="10879" y="3500"/>
                        <a:pt x="11000" y="3462"/>
                        <a:pt x="11101" y="3382"/>
                      </a:cubicBezTo>
                      <a:cubicBezTo>
                        <a:pt x="11343" y="3193"/>
                        <a:pt x="11384" y="2845"/>
                        <a:pt x="11195" y="2604"/>
                      </a:cubicBezTo>
                      <a:cubicBezTo>
                        <a:pt x="9915" y="974"/>
                        <a:pt x="7904" y="1"/>
                        <a:pt x="58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115"/>
                <p:cNvSpPr/>
                <p:nvPr/>
              </p:nvSpPr>
              <p:spPr>
                <a:xfrm>
                  <a:off x="-2083125" y="2486225"/>
                  <a:ext cx="4050" cy="450"/>
                </a:xfrm>
                <a:custGeom>
                  <a:rect b="b" l="l" r="r" t="t"/>
                  <a:pathLst>
                    <a:path extrusionOk="0" h="18" w="162">
                      <a:moveTo>
                        <a:pt x="1" y="0"/>
                      </a:moveTo>
                      <a:lnTo>
                        <a:pt x="1" y="18"/>
                      </a:lnTo>
                      <a:cubicBezTo>
                        <a:pt x="53" y="7"/>
                        <a:pt x="107" y="0"/>
                        <a:pt x="162" y="0"/>
                      </a:cubicBezTo>
                      <a:close/>
                    </a:path>
                  </a:pathLst>
                </a:custGeom>
                <a:solidFill>
                  <a:srgbClr val="E61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115"/>
                <p:cNvSpPr/>
                <p:nvPr/>
              </p:nvSpPr>
              <p:spPr>
                <a:xfrm>
                  <a:off x="-2330250" y="2550650"/>
                  <a:ext cx="23150" cy="32050"/>
                </a:xfrm>
                <a:custGeom>
                  <a:rect b="b" l="l" r="r" t="t"/>
                  <a:pathLst>
                    <a:path extrusionOk="0" h="1282" w="926">
                      <a:moveTo>
                        <a:pt x="0" y="1"/>
                      </a:moveTo>
                      <a:lnTo>
                        <a:pt x="0" y="1030"/>
                      </a:lnTo>
                      <a:lnTo>
                        <a:pt x="0"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115"/>
                <p:cNvSpPr/>
                <p:nvPr/>
              </p:nvSpPr>
              <p:spPr>
                <a:xfrm>
                  <a:off x="-2307125" y="2550650"/>
                  <a:ext cx="7075" cy="46200"/>
                </a:xfrm>
                <a:custGeom>
                  <a:rect b="b" l="l" r="r" t="t"/>
                  <a:pathLst>
                    <a:path extrusionOk="0" h="1848" w="283">
                      <a:moveTo>
                        <a:pt x="1" y="1"/>
                      </a:moveTo>
                      <a:lnTo>
                        <a:pt x="1" y="1030"/>
                      </a:lnTo>
                      <a:lnTo>
                        <a:pt x="1" y="1282"/>
                      </a:lnTo>
                      <a:lnTo>
                        <a:pt x="1" y="1847"/>
                      </a:lnTo>
                      <a:lnTo>
                        <a:pt x="283" y="1847"/>
                      </a:lnTo>
                      <a:lnTo>
                        <a:pt x="283" y="1030"/>
                      </a:lnTo>
                      <a:lnTo>
                        <a:pt x="283" y="1"/>
                      </a:lnTo>
                      <a:close/>
                    </a:path>
                  </a:pathLst>
                </a:custGeom>
                <a:solidFill>
                  <a:srgbClr val="B20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115"/>
                <p:cNvSpPr/>
                <p:nvPr/>
              </p:nvSpPr>
              <p:spPr>
                <a:xfrm>
                  <a:off x="-2282875" y="2486550"/>
                  <a:ext cx="20300" cy="110225"/>
                </a:xfrm>
                <a:custGeom>
                  <a:rect b="b" l="l" r="r" t="t"/>
                  <a:pathLst>
                    <a:path extrusionOk="0" h="4409" w="812">
                      <a:moveTo>
                        <a:pt x="1" y="0"/>
                      </a:moveTo>
                      <a:lnTo>
                        <a:pt x="1" y="2566"/>
                      </a:lnTo>
                      <a:lnTo>
                        <a:pt x="1" y="3594"/>
                      </a:lnTo>
                      <a:lnTo>
                        <a:pt x="1" y="4408"/>
                      </a:lnTo>
                      <a:cubicBezTo>
                        <a:pt x="384" y="4346"/>
                        <a:pt x="680" y="4026"/>
                        <a:pt x="777" y="3594"/>
                      </a:cubicBezTo>
                      <a:cubicBezTo>
                        <a:pt x="799" y="3496"/>
                        <a:pt x="812" y="3392"/>
                        <a:pt x="812" y="3284"/>
                      </a:cubicBezTo>
                      <a:lnTo>
                        <a:pt x="812" y="2566"/>
                      </a:lnTo>
                      <a:lnTo>
                        <a:pt x="812" y="1137"/>
                      </a:lnTo>
                      <a:cubicBezTo>
                        <a:pt x="812" y="554"/>
                        <a:pt x="471" y="7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115"/>
                <p:cNvSpPr/>
                <p:nvPr/>
              </p:nvSpPr>
              <p:spPr>
                <a:xfrm>
                  <a:off x="-2330250" y="2500225"/>
                  <a:ext cx="23150" cy="82475"/>
                </a:xfrm>
                <a:custGeom>
                  <a:rect b="b" l="l" r="r" t="t"/>
                  <a:pathLst>
                    <a:path extrusionOk="0" h="3299" w="926">
                      <a:moveTo>
                        <a:pt x="0" y="0"/>
                      </a:moveTo>
                      <a:lnTo>
                        <a:pt x="0" y="2018"/>
                      </a:lnTo>
                      <a:lnTo>
                        <a:pt x="0" y="3047"/>
                      </a:lnTo>
                      <a:lnTo>
                        <a:pt x="0"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15"/>
                <p:cNvSpPr/>
                <p:nvPr/>
              </p:nvSpPr>
              <p:spPr>
                <a:xfrm>
                  <a:off x="-2307125" y="2486050"/>
                  <a:ext cx="8025" cy="110800"/>
                </a:xfrm>
                <a:custGeom>
                  <a:rect b="b" l="l" r="r" t="t"/>
                  <a:pathLst>
                    <a:path extrusionOk="0" h="4432" w="321">
                      <a:moveTo>
                        <a:pt x="1" y="1"/>
                      </a:moveTo>
                      <a:lnTo>
                        <a:pt x="1" y="567"/>
                      </a:lnTo>
                      <a:lnTo>
                        <a:pt x="1" y="2585"/>
                      </a:lnTo>
                      <a:lnTo>
                        <a:pt x="1" y="3614"/>
                      </a:lnTo>
                      <a:lnTo>
                        <a:pt x="1" y="3866"/>
                      </a:lnTo>
                      <a:lnTo>
                        <a:pt x="1" y="4431"/>
                      </a:lnTo>
                      <a:lnTo>
                        <a:pt x="283" y="4431"/>
                      </a:lnTo>
                      <a:lnTo>
                        <a:pt x="283" y="3614"/>
                      </a:lnTo>
                      <a:lnTo>
                        <a:pt x="283" y="2585"/>
                      </a:lnTo>
                      <a:lnTo>
                        <a:pt x="283" y="7"/>
                      </a:lnTo>
                      <a:lnTo>
                        <a:pt x="321" y="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115"/>
                <p:cNvSpPr/>
                <p:nvPr/>
              </p:nvSpPr>
              <p:spPr>
                <a:xfrm>
                  <a:off x="-2300075" y="2486225"/>
                  <a:ext cx="17225" cy="110825"/>
                </a:xfrm>
                <a:custGeom>
                  <a:rect b="b" l="l" r="r" t="t"/>
                  <a:pathLst>
                    <a:path extrusionOk="0" h="4433" w="689">
                      <a:moveTo>
                        <a:pt x="1" y="0"/>
                      </a:moveTo>
                      <a:lnTo>
                        <a:pt x="1" y="2578"/>
                      </a:lnTo>
                      <a:lnTo>
                        <a:pt x="1" y="3607"/>
                      </a:lnTo>
                      <a:lnTo>
                        <a:pt x="1" y="4424"/>
                      </a:lnTo>
                      <a:lnTo>
                        <a:pt x="1" y="4432"/>
                      </a:lnTo>
                      <a:lnTo>
                        <a:pt x="689" y="4432"/>
                      </a:lnTo>
                      <a:lnTo>
                        <a:pt x="689" y="4420"/>
                      </a:lnTo>
                      <a:lnTo>
                        <a:pt x="689" y="3607"/>
                      </a:lnTo>
                      <a:lnTo>
                        <a:pt x="689" y="2578"/>
                      </a:lnTo>
                      <a:lnTo>
                        <a:pt x="689" y="13"/>
                      </a:lnTo>
                      <a:lnTo>
                        <a:pt x="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115"/>
                <p:cNvSpPr/>
                <p:nvPr/>
              </p:nvSpPr>
              <p:spPr>
                <a:xfrm>
                  <a:off x="-2059450" y="2550650"/>
                  <a:ext cx="23150" cy="32050"/>
                </a:xfrm>
                <a:custGeom>
                  <a:rect b="b" l="l" r="r" t="t"/>
                  <a:pathLst>
                    <a:path extrusionOk="0" h="1282" w="926">
                      <a:moveTo>
                        <a:pt x="1" y="1"/>
                      </a:moveTo>
                      <a:lnTo>
                        <a:pt x="1" y="1030"/>
                      </a:lnTo>
                      <a:lnTo>
                        <a:pt x="1"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115"/>
                <p:cNvSpPr/>
                <p:nvPr/>
              </p:nvSpPr>
              <p:spPr>
                <a:xfrm>
                  <a:off x="-2104000" y="2486525"/>
                  <a:ext cx="20325" cy="110225"/>
                </a:xfrm>
                <a:custGeom>
                  <a:rect b="b" l="l" r="r" t="t"/>
                  <a:pathLst>
                    <a:path extrusionOk="0" h="4409" w="813">
                      <a:moveTo>
                        <a:pt x="813" y="0"/>
                      </a:moveTo>
                      <a:cubicBezTo>
                        <a:pt x="341" y="79"/>
                        <a:pt x="1" y="555"/>
                        <a:pt x="1" y="1137"/>
                      </a:cubicBezTo>
                      <a:lnTo>
                        <a:pt x="1" y="2566"/>
                      </a:lnTo>
                      <a:lnTo>
                        <a:pt x="1" y="3284"/>
                      </a:lnTo>
                      <a:cubicBezTo>
                        <a:pt x="1" y="3393"/>
                        <a:pt x="14" y="3496"/>
                        <a:pt x="36" y="3594"/>
                      </a:cubicBezTo>
                      <a:cubicBezTo>
                        <a:pt x="133" y="4024"/>
                        <a:pt x="429" y="4346"/>
                        <a:pt x="813" y="4408"/>
                      </a:cubicBezTo>
                      <a:lnTo>
                        <a:pt x="813" y="3594"/>
                      </a:lnTo>
                      <a:lnTo>
                        <a:pt x="813" y="2566"/>
                      </a:lnTo>
                      <a:lnTo>
                        <a:pt x="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115"/>
                <p:cNvSpPr/>
                <p:nvPr/>
              </p:nvSpPr>
              <p:spPr>
                <a:xfrm>
                  <a:off x="-2059450" y="2500225"/>
                  <a:ext cx="23150" cy="82475"/>
                </a:xfrm>
                <a:custGeom>
                  <a:rect b="b" l="l" r="r" t="t"/>
                  <a:pathLst>
                    <a:path extrusionOk="0" h="3299" w="926">
                      <a:moveTo>
                        <a:pt x="1" y="0"/>
                      </a:moveTo>
                      <a:lnTo>
                        <a:pt x="1" y="2018"/>
                      </a:lnTo>
                      <a:lnTo>
                        <a:pt x="1" y="3047"/>
                      </a:lnTo>
                      <a:lnTo>
                        <a:pt x="1"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115"/>
                <p:cNvSpPr/>
                <p:nvPr/>
              </p:nvSpPr>
              <p:spPr>
                <a:xfrm>
                  <a:off x="-2067450" y="2486050"/>
                  <a:ext cx="8025" cy="110800"/>
                </a:xfrm>
                <a:custGeom>
                  <a:rect b="b" l="l" r="r" t="t"/>
                  <a:pathLst>
                    <a:path extrusionOk="0" h="4432" w="321">
                      <a:moveTo>
                        <a:pt x="1" y="1"/>
                      </a:moveTo>
                      <a:lnTo>
                        <a:pt x="1" y="7"/>
                      </a:lnTo>
                      <a:lnTo>
                        <a:pt x="37" y="7"/>
                      </a:lnTo>
                      <a:lnTo>
                        <a:pt x="37" y="2585"/>
                      </a:lnTo>
                      <a:lnTo>
                        <a:pt x="37" y="3614"/>
                      </a:lnTo>
                      <a:lnTo>
                        <a:pt x="37" y="4431"/>
                      </a:lnTo>
                      <a:lnTo>
                        <a:pt x="321" y="4431"/>
                      </a:lnTo>
                      <a:lnTo>
                        <a:pt x="321" y="3866"/>
                      </a:lnTo>
                      <a:lnTo>
                        <a:pt x="321" y="3614"/>
                      </a:lnTo>
                      <a:lnTo>
                        <a:pt x="321" y="2585"/>
                      </a:lnTo>
                      <a:lnTo>
                        <a:pt x="321" y="56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115"/>
                <p:cNvSpPr/>
                <p:nvPr/>
              </p:nvSpPr>
              <p:spPr>
                <a:xfrm>
                  <a:off x="-2083700" y="2486225"/>
                  <a:ext cx="17200" cy="110825"/>
                </a:xfrm>
                <a:custGeom>
                  <a:rect b="b" l="l" r="r" t="t"/>
                  <a:pathLst>
                    <a:path extrusionOk="0" h="4433" w="688">
                      <a:moveTo>
                        <a:pt x="1" y="0"/>
                      </a:moveTo>
                      <a:lnTo>
                        <a:pt x="1" y="13"/>
                      </a:lnTo>
                      <a:lnTo>
                        <a:pt x="1" y="2578"/>
                      </a:lnTo>
                      <a:lnTo>
                        <a:pt x="1" y="3607"/>
                      </a:lnTo>
                      <a:lnTo>
                        <a:pt x="1" y="4420"/>
                      </a:lnTo>
                      <a:lnTo>
                        <a:pt x="1" y="4432"/>
                      </a:lnTo>
                      <a:lnTo>
                        <a:pt x="687" y="4432"/>
                      </a:lnTo>
                      <a:lnTo>
                        <a:pt x="687" y="4424"/>
                      </a:lnTo>
                      <a:lnTo>
                        <a:pt x="687" y="3607"/>
                      </a:lnTo>
                      <a:lnTo>
                        <a:pt x="687" y="2578"/>
                      </a:lnTo>
                      <a:lnTo>
                        <a:pt x="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115"/>
                <p:cNvSpPr/>
                <p:nvPr/>
              </p:nvSpPr>
              <p:spPr>
                <a:xfrm>
                  <a:off x="-2047700" y="2459150"/>
                  <a:ext cx="31025" cy="91650"/>
                </a:xfrm>
                <a:custGeom>
                  <a:rect b="b" l="l" r="r" t="t"/>
                  <a:pathLst>
                    <a:path extrusionOk="0" h="3666" w="1241">
                      <a:moveTo>
                        <a:pt x="1105" y="0"/>
                      </a:moveTo>
                      <a:cubicBezTo>
                        <a:pt x="1050" y="0"/>
                        <a:pt x="1001" y="35"/>
                        <a:pt x="986" y="90"/>
                      </a:cubicBezTo>
                      <a:lnTo>
                        <a:pt x="18" y="3507"/>
                      </a:lnTo>
                      <a:cubicBezTo>
                        <a:pt x="0" y="3573"/>
                        <a:pt x="38" y="3641"/>
                        <a:pt x="104" y="3660"/>
                      </a:cubicBezTo>
                      <a:cubicBezTo>
                        <a:pt x="115" y="3663"/>
                        <a:pt x="125" y="3665"/>
                        <a:pt x="137" y="3665"/>
                      </a:cubicBezTo>
                      <a:cubicBezTo>
                        <a:pt x="191" y="3665"/>
                        <a:pt x="240" y="3629"/>
                        <a:pt x="255" y="3574"/>
                      </a:cubicBezTo>
                      <a:lnTo>
                        <a:pt x="1223" y="157"/>
                      </a:lnTo>
                      <a:cubicBezTo>
                        <a:pt x="1241" y="91"/>
                        <a:pt x="1204" y="23"/>
                        <a:pt x="1138" y="5"/>
                      </a:cubicBezTo>
                      <a:cubicBezTo>
                        <a:pt x="1127" y="2"/>
                        <a:pt x="1116" y="0"/>
                        <a:pt x="1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115"/>
                <p:cNvSpPr/>
                <p:nvPr/>
              </p:nvSpPr>
              <p:spPr>
                <a:xfrm>
                  <a:off x="-2348725" y="2459175"/>
                  <a:ext cx="31050" cy="91625"/>
                </a:xfrm>
                <a:custGeom>
                  <a:rect b="b" l="l" r="r" t="t"/>
                  <a:pathLst>
                    <a:path extrusionOk="0" h="3665" w="1242">
                      <a:moveTo>
                        <a:pt x="138" y="1"/>
                      </a:moveTo>
                      <a:cubicBezTo>
                        <a:pt x="126" y="1"/>
                        <a:pt x="115" y="2"/>
                        <a:pt x="103" y="6"/>
                      </a:cubicBezTo>
                      <a:cubicBezTo>
                        <a:pt x="37" y="24"/>
                        <a:pt x="0" y="91"/>
                        <a:pt x="19" y="157"/>
                      </a:cubicBezTo>
                      <a:lnTo>
                        <a:pt x="986" y="3574"/>
                      </a:lnTo>
                      <a:cubicBezTo>
                        <a:pt x="1001" y="3629"/>
                        <a:pt x="1051" y="3664"/>
                        <a:pt x="1104" y="3664"/>
                      </a:cubicBezTo>
                      <a:cubicBezTo>
                        <a:pt x="1116" y="3664"/>
                        <a:pt x="1128" y="3661"/>
                        <a:pt x="1138" y="3660"/>
                      </a:cubicBezTo>
                      <a:cubicBezTo>
                        <a:pt x="1203" y="3640"/>
                        <a:pt x="1242" y="3573"/>
                        <a:pt x="1223" y="3507"/>
                      </a:cubicBezTo>
                      <a:lnTo>
                        <a:pt x="256" y="90"/>
                      </a:lnTo>
                      <a:cubicBezTo>
                        <a:pt x="240" y="36"/>
                        <a:pt x="191" y="1"/>
                        <a:pt x="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1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9239" name="Shape 9239"/>
        <p:cNvGrpSpPr/>
        <p:nvPr/>
      </p:nvGrpSpPr>
      <p:grpSpPr>
        <a:xfrm>
          <a:off x="0" y="0"/>
          <a:ext cx="0" cy="0"/>
          <a:chOff x="0" y="0"/>
          <a:chExt cx="0" cy="0"/>
        </a:xfrm>
      </p:grpSpPr>
      <p:sp>
        <p:nvSpPr>
          <p:cNvPr id="9240" name="Google Shape;9240;p116"/>
          <p:cNvSpPr txBox="1"/>
          <p:nvPr>
            <p:ph type="title"/>
          </p:nvPr>
        </p:nvSpPr>
        <p:spPr>
          <a:xfrm>
            <a:off x="2132100" y="3045000"/>
            <a:ext cx="4879800" cy="5319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sz="2400"/>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9241" name="Google Shape;9241;p116"/>
          <p:cNvSpPr txBox="1"/>
          <p:nvPr>
            <p:ph idx="1" type="subTitle"/>
          </p:nvPr>
        </p:nvSpPr>
        <p:spPr>
          <a:xfrm>
            <a:off x="914400" y="1566600"/>
            <a:ext cx="7315200" cy="147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3000"/>
              <a:buNone/>
              <a:defRPr sz="2400"/>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grpSp>
        <p:nvGrpSpPr>
          <p:cNvPr id="9242" name="Google Shape;9242;p116"/>
          <p:cNvGrpSpPr/>
          <p:nvPr/>
        </p:nvGrpSpPr>
        <p:grpSpPr>
          <a:xfrm rot="635817">
            <a:off x="7679450" y="3881664"/>
            <a:ext cx="1232366" cy="1066715"/>
            <a:chOff x="3725309" y="381575"/>
            <a:chExt cx="533375" cy="461700"/>
          </a:xfrm>
        </p:grpSpPr>
        <p:sp>
          <p:nvSpPr>
            <p:cNvPr id="9243" name="Google Shape;9243;p116"/>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116"/>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116"/>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116"/>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116"/>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16"/>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16"/>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116"/>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116"/>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116"/>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116"/>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16"/>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16"/>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16"/>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116"/>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8" name="Google Shape;9258;p116"/>
          <p:cNvGrpSpPr/>
          <p:nvPr/>
        </p:nvGrpSpPr>
        <p:grpSpPr>
          <a:xfrm>
            <a:off x="4212491" y="361790"/>
            <a:ext cx="719021" cy="355403"/>
            <a:chOff x="3442209" y="513788"/>
            <a:chExt cx="366866" cy="181338"/>
          </a:xfrm>
        </p:grpSpPr>
        <p:sp>
          <p:nvSpPr>
            <p:cNvPr id="9259" name="Google Shape;9259;p116"/>
            <p:cNvSpPr/>
            <p:nvPr/>
          </p:nvSpPr>
          <p:spPr>
            <a:xfrm>
              <a:off x="3442209" y="513788"/>
              <a:ext cx="365475" cy="179900"/>
            </a:xfrm>
            <a:custGeom>
              <a:rect b="b" l="l" r="r" t="t"/>
              <a:pathLst>
                <a:path extrusionOk="0" h="7196" w="14619">
                  <a:moveTo>
                    <a:pt x="7310" y="1"/>
                  </a:moveTo>
                  <a:cubicBezTo>
                    <a:pt x="3273" y="2"/>
                    <a:pt x="1" y="3510"/>
                    <a:pt x="1" y="3510"/>
                  </a:cubicBezTo>
                  <a:cubicBezTo>
                    <a:pt x="82" y="3487"/>
                    <a:pt x="164" y="3466"/>
                    <a:pt x="244" y="3443"/>
                  </a:cubicBezTo>
                  <a:lnTo>
                    <a:pt x="244" y="3443"/>
                  </a:lnTo>
                  <a:cubicBezTo>
                    <a:pt x="85" y="3595"/>
                    <a:pt x="1" y="3687"/>
                    <a:pt x="1" y="3687"/>
                  </a:cubicBezTo>
                  <a:cubicBezTo>
                    <a:pt x="1" y="3687"/>
                    <a:pt x="3273" y="7196"/>
                    <a:pt x="7310" y="7196"/>
                  </a:cubicBezTo>
                  <a:cubicBezTo>
                    <a:pt x="11346" y="7196"/>
                    <a:pt x="14619" y="3687"/>
                    <a:pt x="14619" y="3687"/>
                  </a:cubicBezTo>
                  <a:cubicBezTo>
                    <a:pt x="14619" y="3687"/>
                    <a:pt x="14532" y="3594"/>
                    <a:pt x="14371" y="3440"/>
                  </a:cubicBezTo>
                  <a:lnTo>
                    <a:pt x="14371" y="3440"/>
                  </a:lnTo>
                  <a:cubicBezTo>
                    <a:pt x="14454" y="3463"/>
                    <a:pt x="14536" y="3486"/>
                    <a:pt x="14619" y="3509"/>
                  </a:cubicBezTo>
                  <a:cubicBezTo>
                    <a:pt x="14619" y="3509"/>
                    <a:pt x="11346" y="1"/>
                    <a:pt x="731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116"/>
            <p:cNvSpPr/>
            <p:nvPr/>
          </p:nvSpPr>
          <p:spPr>
            <a:xfrm>
              <a:off x="3443600" y="519675"/>
              <a:ext cx="365475" cy="175450"/>
            </a:xfrm>
            <a:custGeom>
              <a:rect b="b" l="l" r="r" t="t"/>
              <a:pathLst>
                <a:path extrusionOk="0" h="7018" w="14619">
                  <a:moveTo>
                    <a:pt x="7309" y="0"/>
                  </a:moveTo>
                  <a:cubicBezTo>
                    <a:pt x="3273" y="0"/>
                    <a:pt x="0" y="3509"/>
                    <a:pt x="0" y="3509"/>
                  </a:cubicBezTo>
                  <a:cubicBezTo>
                    <a:pt x="0" y="3509"/>
                    <a:pt x="3273" y="7018"/>
                    <a:pt x="7309" y="7018"/>
                  </a:cubicBezTo>
                  <a:cubicBezTo>
                    <a:pt x="11346" y="7018"/>
                    <a:pt x="14618" y="3509"/>
                    <a:pt x="14618" y="3509"/>
                  </a:cubicBezTo>
                  <a:cubicBezTo>
                    <a:pt x="14618" y="3509"/>
                    <a:pt x="11346"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116"/>
            <p:cNvSpPr/>
            <p:nvPr/>
          </p:nvSpPr>
          <p:spPr>
            <a:xfrm>
              <a:off x="3549550" y="530625"/>
              <a:ext cx="153525" cy="153550"/>
            </a:xfrm>
            <a:custGeom>
              <a:rect b="b" l="l" r="r" t="t"/>
              <a:pathLst>
                <a:path extrusionOk="0" h="6142" w="6141">
                  <a:moveTo>
                    <a:pt x="3071" y="1"/>
                  </a:moveTo>
                  <a:cubicBezTo>
                    <a:pt x="1375" y="1"/>
                    <a:pt x="1" y="1374"/>
                    <a:pt x="1" y="3071"/>
                  </a:cubicBezTo>
                  <a:cubicBezTo>
                    <a:pt x="1" y="4766"/>
                    <a:pt x="1375" y="6141"/>
                    <a:pt x="3071" y="6141"/>
                  </a:cubicBezTo>
                  <a:cubicBezTo>
                    <a:pt x="4766" y="6141"/>
                    <a:pt x="6141" y="4766"/>
                    <a:pt x="6141" y="3071"/>
                  </a:cubicBezTo>
                  <a:cubicBezTo>
                    <a:pt x="6141" y="1374"/>
                    <a:pt x="4766"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116"/>
            <p:cNvSpPr/>
            <p:nvPr/>
          </p:nvSpPr>
          <p:spPr>
            <a:xfrm>
              <a:off x="3562700" y="547025"/>
              <a:ext cx="127200" cy="120775"/>
            </a:xfrm>
            <a:custGeom>
              <a:rect b="b" l="l" r="r" t="t"/>
              <a:pathLst>
                <a:path extrusionOk="0" h="4831" w="5088">
                  <a:moveTo>
                    <a:pt x="2545" y="1"/>
                  </a:moveTo>
                  <a:cubicBezTo>
                    <a:pt x="2345" y="1"/>
                    <a:pt x="2144" y="128"/>
                    <a:pt x="2113" y="383"/>
                  </a:cubicBezTo>
                  <a:cubicBezTo>
                    <a:pt x="2085" y="616"/>
                    <a:pt x="1887" y="766"/>
                    <a:pt x="1680" y="766"/>
                  </a:cubicBezTo>
                  <a:cubicBezTo>
                    <a:pt x="1588" y="766"/>
                    <a:pt x="1494" y="737"/>
                    <a:pt x="1413" y="673"/>
                  </a:cubicBezTo>
                  <a:cubicBezTo>
                    <a:pt x="1326" y="604"/>
                    <a:pt x="1233" y="575"/>
                    <a:pt x="1145" y="575"/>
                  </a:cubicBezTo>
                  <a:cubicBezTo>
                    <a:pt x="822" y="575"/>
                    <a:pt x="553" y="966"/>
                    <a:pt x="803" y="1283"/>
                  </a:cubicBezTo>
                  <a:cubicBezTo>
                    <a:pt x="1011" y="1550"/>
                    <a:pt x="849" y="1943"/>
                    <a:pt x="512" y="1983"/>
                  </a:cubicBezTo>
                  <a:cubicBezTo>
                    <a:pt x="1" y="2045"/>
                    <a:pt x="1" y="2786"/>
                    <a:pt x="512" y="2846"/>
                  </a:cubicBezTo>
                  <a:cubicBezTo>
                    <a:pt x="849" y="2888"/>
                    <a:pt x="1011" y="3280"/>
                    <a:pt x="803" y="3547"/>
                  </a:cubicBezTo>
                  <a:cubicBezTo>
                    <a:pt x="553" y="3864"/>
                    <a:pt x="822" y="4255"/>
                    <a:pt x="1145" y="4255"/>
                  </a:cubicBezTo>
                  <a:cubicBezTo>
                    <a:pt x="1233" y="4255"/>
                    <a:pt x="1326" y="4225"/>
                    <a:pt x="1413" y="4157"/>
                  </a:cubicBezTo>
                  <a:cubicBezTo>
                    <a:pt x="1494" y="4093"/>
                    <a:pt x="1588" y="4064"/>
                    <a:pt x="1680" y="4064"/>
                  </a:cubicBezTo>
                  <a:cubicBezTo>
                    <a:pt x="1887" y="4064"/>
                    <a:pt x="2085" y="4214"/>
                    <a:pt x="2113" y="4448"/>
                  </a:cubicBezTo>
                  <a:cubicBezTo>
                    <a:pt x="2144" y="4703"/>
                    <a:pt x="2344" y="4830"/>
                    <a:pt x="2545" y="4830"/>
                  </a:cubicBezTo>
                  <a:cubicBezTo>
                    <a:pt x="2745" y="4830"/>
                    <a:pt x="2946" y="4703"/>
                    <a:pt x="2976" y="4448"/>
                  </a:cubicBezTo>
                  <a:cubicBezTo>
                    <a:pt x="3005" y="4214"/>
                    <a:pt x="3202" y="4064"/>
                    <a:pt x="3410" y="4064"/>
                  </a:cubicBezTo>
                  <a:cubicBezTo>
                    <a:pt x="3502" y="4064"/>
                    <a:pt x="3595" y="4093"/>
                    <a:pt x="3677" y="4157"/>
                  </a:cubicBezTo>
                  <a:cubicBezTo>
                    <a:pt x="3764" y="4225"/>
                    <a:pt x="3856" y="4255"/>
                    <a:pt x="3944" y="4255"/>
                  </a:cubicBezTo>
                  <a:cubicBezTo>
                    <a:pt x="4267" y="4255"/>
                    <a:pt x="4535" y="3864"/>
                    <a:pt x="4287" y="3547"/>
                  </a:cubicBezTo>
                  <a:cubicBezTo>
                    <a:pt x="4077" y="3280"/>
                    <a:pt x="4240" y="2886"/>
                    <a:pt x="4577" y="2846"/>
                  </a:cubicBezTo>
                  <a:cubicBezTo>
                    <a:pt x="5088" y="2784"/>
                    <a:pt x="5088" y="2044"/>
                    <a:pt x="4577" y="1983"/>
                  </a:cubicBezTo>
                  <a:cubicBezTo>
                    <a:pt x="4240" y="1942"/>
                    <a:pt x="4077" y="1550"/>
                    <a:pt x="4287" y="1283"/>
                  </a:cubicBezTo>
                  <a:cubicBezTo>
                    <a:pt x="4535" y="966"/>
                    <a:pt x="4266" y="575"/>
                    <a:pt x="3944" y="575"/>
                  </a:cubicBezTo>
                  <a:cubicBezTo>
                    <a:pt x="3856" y="575"/>
                    <a:pt x="3764" y="605"/>
                    <a:pt x="3677" y="673"/>
                  </a:cubicBezTo>
                  <a:cubicBezTo>
                    <a:pt x="3595" y="737"/>
                    <a:pt x="3501" y="766"/>
                    <a:pt x="3410" y="766"/>
                  </a:cubicBezTo>
                  <a:cubicBezTo>
                    <a:pt x="3202" y="766"/>
                    <a:pt x="3004" y="616"/>
                    <a:pt x="2976" y="383"/>
                  </a:cubicBezTo>
                  <a:cubicBezTo>
                    <a:pt x="2946" y="128"/>
                    <a:pt x="2745" y="1"/>
                    <a:pt x="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116"/>
            <p:cNvSpPr/>
            <p:nvPr/>
          </p:nvSpPr>
          <p:spPr>
            <a:xfrm>
              <a:off x="3600975" y="582025"/>
              <a:ext cx="50725" cy="50725"/>
            </a:xfrm>
            <a:custGeom>
              <a:rect b="b" l="l" r="r" t="t"/>
              <a:pathLst>
                <a:path extrusionOk="0" h="2029" w="2029">
                  <a:moveTo>
                    <a:pt x="1014" y="0"/>
                  </a:moveTo>
                  <a:cubicBezTo>
                    <a:pt x="454" y="0"/>
                    <a:pt x="0" y="454"/>
                    <a:pt x="0" y="1015"/>
                  </a:cubicBezTo>
                  <a:cubicBezTo>
                    <a:pt x="0" y="1574"/>
                    <a:pt x="454" y="2028"/>
                    <a:pt x="1014" y="2028"/>
                  </a:cubicBezTo>
                  <a:cubicBezTo>
                    <a:pt x="1574" y="2028"/>
                    <a:pt x="2028" y="1574"/>
                    <a:pt x="2028" y="1015"/>
                  </a:cubicBezTo>
                  <a:cubicBezTo>
                    <a:pt x="2028" y="454"/>
                    <a:pt x="1574" y="0"/>
                    <a:pt x="1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116"/>
            <p:cNvSpPr/>
            <p:nvPr/>
          </p:nvSpPr>
          <p:spPr>
            <a:xfrm>
              <a:off x="3443600" y="515225"/>
              <a:ext cx="365475" cy="87750"/>
            </a:xfrm>
            <a:custGeom>
              <a:rect b="b" l="l" r="r" t="t"/>
              <a:pathLst>
                <a:path extrusionOk="0" h="3510" w="14619">
                  <a:moveTo>
                    <a:pt x="7309" y="1"/>
                  </a:moveTo>
                  <a:cubicBezTo>
                    <a:pt x="3273" y="1"/>
                    <a:pt x="0" y="3509"/>
                    <a:pt x="0" y="3509"/>
                  </a:cubicBezTo>
                  <a:cubicBezTo>
                    <a:pt x="2504" y="2781"/>
                    <a:pt x="4955" y="2431"/>
                    <a:pt x="7357" y="2431"/>
                  </a:cubicBezTo>
                  <a:cubicBezTo>
                    <a:pt x="9828" y="2431"/>
                    <a:pt x="12247" y="2801"/>
                    <a:pt x="14618" y="3509"/>
                  </a:cubicBezTo>
                  <a:cubicBezTo>
                    <a:pt x="14618" y="3509"/>
                    <a:pt x="11346" y="1"/>
                    <a:pt x="7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116"/>
          <p:cNvGrpSpPr/>
          <p:nvPr/>
        </p:nvGrpSpPr>
        <p:grpSpPr>
          <a:xfrm>
            <a:off x="151400" y="3899596"/>
            <a:ext cx="1371801" cy="1105170"/>
            <a:chOff x="-1208112" y="2710525"/>
            <a:chExt cx="531150" cy="427913"/>
          </a:xfrm>
        </p:grpSpPr>
        <p:sp>
          <p:nvSpPr>
            <p:cNvPr id="9266" name="Google Shape;9266;p116"/>
            <p:cNvSpPr/>
            <p:nvPr/>
          </p:nvSpPr>
          <p:spPr>
            <a:xfrm>
              <a:off x="-1208087" y="2710525"/>
              <a:ext cx="531125" cy="427850"/>
            </a:xfrm>
            <a:custGeom>
              <a:rect b="b" l="l" r="r" t="t"/>
              <a:pathLst>
                <a:path extrusionOk="0" h="17114" w="21245">
                  <a:moveTo>
                    <a:pt x="16464" y="1"/>
                  </a:moveTo>
                  <a:cubicBezTo>
                    <a:pt x="16305" y="1"/>
                    <a:pt x="16145" y="26"/>
                    <a:pt x="15987" y="80"/>
                  </a:cubicBezTo>
                  <a:lnTo>
                    <a:pt x="1181" y="5168"/>
                  </a:lnTo>
                  <a:cubicBezTo>
                    <a:pt x="412" y="5433"/>
                    <a:pt x="0" y="6277"/>
                    <a:pt x="264" y="7043"/>
                  </a:cubicBezTo>
                  <a:lnTo>
                    <a:pt x="3381" y="16117"/>
                  </a:lnTo>
                  <a:cubicBezTo>
                    <a:pt x="3592" y="16728"/>
                    <a:pt x="4168" y="17114"/>
                    <a:pt x="4782" y="17114"/>
                  </a:cubicBezTo>
                  <a:cubicBezTo>
                    <a:pt x="4940" y="17114"/>
                    <a:pt x="5101" y="17088"/>
                    <a:pt x="5258" y="17034"/>
                  </a:cubicBezTo>
                  <a:lnTo>
                    <a:pt x="7426" y="16290"/>
                  </a:lnTo>
                  <a:lnTo>
                    <a:pt x="16069" y="13320"/>
                  </a:lnTo>
                  <a:lnTo>
                    <a:pt x="16622" y="13130"/>
                  </a:lnTo>
                  <a:lnTo>
                    <a:pt x="17896" y="12692"/>
                  </a:lnTo>
                  <a:lnTo>
                    <a:pt x="20065" y="11947"/>
                  </a:lnTo>
                  <a:cubicBezTo>
                    <a:pt x="20832" y="11682"/>
                    <a:pt x="21245" y="10837"/>
                    <a:pt x="20981" y="10069"/>
                  </a:cubicBezTo>
                  <a:lnTo>
                    <a:pt x="17863" y="996"/>
                  </a:lnTo>
                  <a:cubicBezTo>
                    <a:pt x="17654" y="386"/>
                    <a:pt x="17077" y="1"/>
                    <a:pt x="16464"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7" name="Google Shape;9267;p116"/>
            <p:cNvGrpSpPr/>
            <p:nvPr/>
          </p:nvGrpSpPr>
          <p:grpSpPr>
            <a:xfrm>
              <a:off x="-1208112" y="2710563"/>
              <a:ext cx="531150" cy="427875"/>
              <a:chOff x="-1651000" y="1758875"/>
              <a:chExt cx="531150" cy="427875"/>
            </a:xfrm>
          </p:grpSpPr>
          <p:sp>
            <p:nvSpPr>
              <p:cNvPr id="9268" name="Google Shape;9268;p116"/>
              <p:cNvSpPr/>
              <p:nvPr/>
            </p:nvSpPr>
            <p:spPr>
              <a:xfrm>
                <a:off x="-1651000" y="1758875"/>
                <a:ext cx="531150" cy="427875"/>
              </a:xfrm>
              <a:custGeom>
                <a:rect b="b" l="l" r="r" t="t"/>
                <a:pathLst>
                  <a:path extrusionOk="0" h="17115" w="21246">
                    <a:moveTo>
                      <a:pt x="16465" y="1"/>
                    </a:moveTo>
                    <a:cubicBezTo>
                      <a:pt x="16306" y="1"/>
                      <a:pt x="16145" y="26"/>
                      <a:pt x="15987" y="81"/>
                    </a:cubicBezTo>
                    <a:lnTo>
                      <a:pt x="1181" y="5168"/>
                    </a:lnTo>
                    <a:cubicBezTo>
                      <a:pt x="413" y="5433"/>
                      <a:pt x="0" y="6277"/>
                      <a:pt x="264" y="7043"/>
                    </a:cubicBezTo>
                    <a:lnTo>
                      <a:pt x="3381" y="16117"/>
                    </a:lnTo>
                    <a:cubicBezTo>
                      <a:pt x="3591" y="16728"/>
                      <a:pt x="4168" y="17114"/>
                      <a:pt x="4781" y="17114"/>
                    </a:cubicBezTo>
                    <a:cubicBezTo>
                      <a:pt x="4940" y="17114"/>
                      <a:pt x="5101" y="17088"/>
                      <a:pt x="5258" y="17034"/>
                    </a:cubicBezTo>
                    <a:lnTo>
                      <a:pt x="20064" y="11946"/>
                    </a:lnTo>
                    <a:cubicBezTo>
                      <a:pt x="20833" y="11682"/>
                      <a:pt x="21246" y="10838"/>
                      <a:pt x="20982" y="10069"/>
                    </a:cubicBezTo>
                    <a:lnTo>
                      <a:pt x="17864" y="996"/>
                    </a:lnTo>
                    <a:cubicBezTo>
                      <a:pt x="17655" y="386"/>
                      <a:pt x="17079" y="1"/>
                      <a:pt x="16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116"/>
              <p:cNvSpPr/>
              <p:nvPr/>
            </p:nvSpPr>
            <p:spPr>
              <a:xfrm>
                <a:off x="-1627375" y="1911950"/>
                <a:ext cx="20650" cy="19975"/>
              </a:xfrm>
              <a:custGeom>
                <a:rect b="b" l="l" r="r" t="t"/>
                <a:pathLst>
                  <a:path extrusionOk="0" h="799" w="826">
                    <a:moveTo>
                      <a:pt x="413" y="1"/>
                    </a:moveTo>
                    <a:cubicBezTo>
                      <a:pt x="370" y="1"/>
                      <a:pt x="326" y="8"/>
                      <a:pt x="283" y="23"/>
                    </a:cubicBezTo>
                    <a:cubicBezTo>
                      <a:pt x="182" y="58"/>
                      <a:pt x="101" y="130"/>
                      <a:pt x="54" y="225"/>
                    </a:cubicBezTo>
                    <a:cubicBezTo>
                      <a:pt x="7" y="321"/>
                      <a:pt x="1" y="429"/>
                      <a:pt x="36" y="529"/>
                    </a:cubicBezTo>
                    <a:cubicBezTo>
                      <a:pt x="91" y="690"/>
                      <a:pt x="242" y="799"/>
                      <a:pt x="412" y="799"/>
                    </a:cubicBezTo>
                    <a:cubicBezTo>
                      <a:pt x="456" y="799"/>
                      <a:pt x="500" y="791"/>
                      <a:pt x="542" y="777"/>
                    </a:cubicBezTo>
                    <a:cubicBezTo>
                      <a:pt x="644" y="742"/>
                      <a:pt x="724" y="670"/>
                      <a:pt x="771" y="575"/>
                    </a:cubicBezTo>
                    <a:cubicBezTo>
                      <a:pt x="819" y="479"/>
                      <a:pt x="825" y="370"/>
                      <a:pt x="790" y="270"/>
                    </a:cubicBezTo>
                    <a:cubicBezTo>
                      <a:pt x="734" y="109"/>
                      <a:pt x="584"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116"/>
              <p:cNvSpPr/>
              <p:nvPr/>
            </p:nvSpPr>
            <p:spPr>
              <a:xfrm>
                <a:off x="-1243900" y="1780175"/>
                <a:ext cx="21500" cy="20000"/>
              </a:xfrm>
              <a:custGeom>
                <a:rect b="b" l="l" r="r" t="t"/>
                <a:pathLst>
                  <a:path extrusionOk="0" h="800" w="860">
                    <a:moveTo>
                      <a:pt x="413" y="0"/>
                    </a:moveTo>
                    <a:cubicBezTo>
                      <a:pt x="369" y="0"/>
                      <a:pt x="325" y="9"/>
                      <a:pt x="282" y="22"/>
                    </a:cubicBezTo>
                    <a:cubicBezTo>
                      <a:pt x="182" y="57"/>
                      <a:pt x="100" y="129"/>
                      <a:pt x="54" y="225"/>
                    </a:cubicBezTo>
                    <a:cubicBezTo>
                      <a:pt x="6" y="320"/>
                      <a:pt x="0" y="429"/>
                      <a:pt x="34" y="530"/>
                    </a:cubicBezTo>
                    <a:cubicBezTo>
                      <a:pt x="90" y="691"/>
                      <a:pt x="243" y="799"/>
                      <a:pt x="413" y="799"/>
                    </a:cubicBezTo>
                    <a:cubicBezTo>
                      <a:pt x="456" y="799"/>
                      <a:pt x="501" y="791"/>
                      <a:pt x="542" y="778"/>
                    </a:cubicBezTo>
                    <a:cubicBezTo>
                      <a:pt x="749" y="706"/>
                      <a:pt x="860" y="478"/>
                      <a:pt x="790" y="270"/>
                    </a:cubicBezTo>
                    <a:cubicBezTo>
                      <a:pt x="735" y="109"/>
                      <a:pt x="583" y="0"/>
                      <a:pt x="4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116"/>
              <p:cNvSpPr/>
              <p:nvPr/>
            </p:nvSpPr>
            <p:spPr>
              <a:xfrm>
                <a:off x="-1547425" y="2147300"/>
                <a:ext cx="22450" cy="20000"/>
              </a:xfrm>
              <a:custGeom>
                <a:rect b="b" l="l" r="r" t="t"/>
                <a:pathLst>
                  <a:path extrusionOk="0" h="800" w="898">
                    <a:moveTo>
                      <a:pt x="450" y="1"/>
                    </a:moveTo>
                    <a:cubicBezTo>
                      <a:pt x="405" y="1"/>
                      <a:pt x="362" y="9"/>
                      <a:pt x="320" y="22"/>
                    </a:cubicBezTo>
                    <a:cubicBezTo>
                      <a:pt x="111" y="94"/>
                      <a:pt x="1" y="322"/>
                      <a:pt x="72" y="530"/>
                    </a:cubicBezTo>
                    <a:cubicBezTo>
                      <a:pt x="127" y="691"/>
                      <a:pt x="279" y="800"/>
                      <a:pt x="450" y="800"/>
                    </a:cubicBezTo>
                    <a:cubicBezTo>
                      <a:pt x="493" y="800"/>
                      <a:pt x="537" y="791"/>
                      <a:pt x="579" y="778"/>
                    </a:cubicBezTo>
                    <a:cubicBezTo>
                      <a:pt x="786" y="707"/>
                      <a:pt x="898" y="479"/>
                      <a:pt x="826" y="270"/>
                    </a:cubicBezTo>
                    <a:cubicBezTo>
                      <a:pt x="772" y="109"/>
                      <a:pt x="620" y="1"/>
                      <a:pt x="4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116"/>
              <p:cNvSpPr/>
              <p:nvPr/>
            </p:nvSpPr>
            <p:spPr>
              <a:xfrm>
                <a:off x="-1163000" y="2015550"/>
                <a:ext cx="21550" cy="19975"/>
              </a:xfrm>
              <a:custGeom>
                <a:rect b="b" l="l" r="r" t="t"/>
                <a:pathLst>
                  <a:path extrusionOk="0" h="799" w="862">
                    <a:moveTo>
                      <a:pt x="413" y="0"/>
                    </a:moveTo>
                    <a:cubicBezTo>
                      <a:pt x="369" y="0"/>
                      <a:pt x="326" y="8"/>
                      <a:pt x="283" y="22"/>
                    </a:cubicBezTo>
                    <a:cubicBezTo>
                      <a:pt x="182" y="57"/>
                      <a:pt x="101" y="129"/>
                      <a:pt x="54" y="224"/>
                    </a:cubicBezTo>
                    <a:cubicBezTo>
                      <a:pt x="7" y="320"/>
                      <a:pt x="0" y="429"/>
                      <a:pt x="35" y="529"/>
                    </a:cubicBezTo>
                    <a:cubicBezTo>
                      <a:pt x="89" y="690"/>
                      <a:pt x="241" y="798"/>
                      <a:pt x="412" y="798"/>
                    </a:cubicBezTo>
                    <a:cubicBezTo>
                      <a:pt x="456" y="798"/>
                      <a:pt x="500" y="791"/>
                      <a:pt x="542" y="776"/>
                    </a:cubicBezTo>
                    <a:cubicBezTo>
                      <a:pt x="750" y="705"/>
                      <a:pt x="861" y="477"/>
                      <a:pt x="790" y="270"/>
                    </a:cubicBezTo>
                    <a:cubicBezTo>
                      <a:pt x="735" y="109"/>
                      <a:pt x="584" y="0"/>
                      <a:pt x="4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116"/>
              <p:cNvSpPr/>
              <p:nvPr/>
            </p:nvSpPr>
            <p:spPr>
              <a:xfrm>
                <a:off x="-1550125" y="1984975"/>
                <a:ext cx="386425" cy="140200"/>
              </a:xfrm>
              <a:custGeom>
                <a:rect b="b" l="l" r="r" t="t"/>
                <a:pathLst>
                  <a:path extrusionOk="0" h="5608" w="15457">
                    <a:moveTo>
                      <a:pt x="15341" y="0"/>
                    </a:moveTo>
                    <a:lnTo>
                      <a:pt x="0" y="5273"/>
                    </a:lnTo>
                    <a:lnTo>
                      <a:pt x="115" y="5607"/>
                    </a:lnTo>
                    <a:lnTo>
                      <a:pt x="15457" y="335"/>
                    </a:lnTo>
                    <a:lnTo>
                      <a:pt x="153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116"/>
              <p:cNvSpPr/>
              <p:nvPr/>
            </p:nvSpPr>
            <p:spPr>
              <a:xfrm>
                <a:off x="-1604400" y="1802800"/>
                <a:ext cx="437850" cy="314175"/>
              </a:xfrm>
              <a:custGeom>
                <a:rect b="b" l="l" r="r" t="t"/>
                <a:pathLst>
                  <a:path extrusionOk="0" h="12567" w="17514">
                    <a:moveTo>
                      <a:pt x="13353" y="1"/>
                    </a:moveTo>
                    <a:lnTo>
                      <a:pt x="8687" y="1604"/>
                    </a:lnTo>
                    <a:lnTo>
                      <a:pt x="8187" y="1776"/>
                    </a:lnTo>
                    <a:lnTo>
                      <a:pt x="7581" y="1984"/>
                    </a:lnTo>
                    <a:lnTo>
                      <a:pt x="6742" y="2273"/>
                    </a:lnTo>
                    <a:lnTo>
                      <a:pt x="6136" y="2480"/>
                    </a:lnTo>
                    <a:lnTo>
                      <a:pt x="5636" y="2652"/>
                    </a:lnTo>
                    <a:lnTo>
                      <a:pt x="969" y="4255"/>
                    </a:lnTo>
                    <a:cubicBezTo>
                      <a:pt x="1250" y="5072"/>
                      <a:pt x="814" y="5963"/>
                      <a:pt x="1" y="6242"/>
                    </a:cubicBezTo>
                    <a:lnTo>
                      <a:pt x="0" y="6243"/>
                    </a:lnTo>
                    <a:lnTo>
                      <a:pt x="2171" y="12566"/>
                    </a:lnTo>
                    <a:lnTo>
                      <a:pt x="8317" y="10454"/>
                    </a:lnTo>
                    <a:lnTo>
                      <a:pt x="8817" y="10282"/>
                    </a:lnTo>
                    <a:lnTo>
                      <a:pt x="9422" y="10075"/>
                    </a:lnTo>
                    <a:lnTo>
                      <a:pt x="10262" y="9786"/>
                    </a:lnTo>
                    <a:lnTo>
                      <a:pt x="10867" y="9578"/>
                    </a:lnTo>
                    <a:lnTo>
                      <a:pt x="11368" y="9406"/>
                    </a:lnTo>
                    <a:lnTo>
                      <a:pt x="17513" y="7295"/>
                    </a:lnTo>
                    <a:lnTo>
                      <a:pt x="15340" y="973"/>
                    </a:lnTo>
                    <a:cubicBezTo>
                      <a:pt x="15173" y="1030"/>
                      <a:pt x="15003" y="1057"/>
                      <a:pt x="14835" y="1057"/>
                    </a:cubicBezTo>
                    <a:cubicBezTo>
                      <a:pt x="14185" y="1057"/>
                      <a:pt x="13576" y="648"/>
                      <a:pt x="133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116"/>
              <p:cNvSpPr/>
              <p:nvPr/>
            </p:nvSpPr>
            <p:spPr>
              <a:xfrm>
                <a:off x="-1463475" y="1842900"/>
                <a:ext cx="143275" cy="221250"/>
              </a:xfrm>
              <a:custGeom>
                <a:rect b="b" l="l" r="r" t="t"/>
                <a:pathLst>
                  <a:path extrusionOk="0" h="8850" w="5731">
                    <a:moveTo>
                      <a:pt x="3051" y="0"/>
                    </a:moveTo>
                    <a:lnTo>
                      <a:pt x="2551" y="174"/>
                    </a:lnTo>
                    <a:lnTo>
                      <a:pt x="1946" y="380"/>
                    </a:lnTo>
                    <a:lnTo>
                      <a:pt x="1106" y="669"/>
                    </a:lnTo>
                    <a:lnTo>
                      <a:pt x="501" y="876"/>
                    </a:lnTo>
                    <a:lnTo>
                      <a:pt x="1" y="1048"/>
                    </a:lnTo>
                    <a:lnTo>
                      <a:pt x="2681" y="8850"/>
                    </a:lnTo>
                    <a:lnTo>
                      <a:pt x="3180" y="8678"/>
                    </a:lnTo>
                    <a:lnTo>
                      <a:pt x="3785" y="8471"/>
                    </a:lnTo>
                    <a:lnTo>
                      <a:pt x="4626" y="8182"/>
                    </a:lnTo>
                    <a:lnTo>
                      <a:pt x="5231" y="7974"/>
                    </a:lnTo>
                    <a:lnTo>
                      <a:pt x="5731" y="7802"/>
                    </a:lnTo>
                    <a:lnTo>
                      <a:pt x="30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16"/>
              <p:cNvSpPr/>
              <p:nvPr/>
            </p:nvSpPr>
            <p:spPr>
              <a:xfrm>
                <a:off x="-1450950" y="1847225"/>
                <a:ext cx="118275" cy="212650"/>
              </a:xfrm>
              <a:custGeom>
                <a:rect b="b" l="l" r="r" t="t"/>
                <a:pathLst>
                  <a:path extrusionOk="0" h="8506" w="4731">
                    <a:moveTo>
                      <a:pt x="2050" y="1"/>
                    </a:moveTo>
                    <a:lnTo>
                      <a:pt x="1445" y="207"/>
                    </a:lnTo>
                    <a:lnTo>
                      <a:pt x="605" y="496"/>
                    </a:lnTo>
                    <a:lnTo>
                      <a:pt x="0" y="703"/>
                    </a:lnTo>
                    <a:lnTo>
                      <a:pt x="2679" y="8505"/>
                    </a:lnTo>
                    <a:lnTo>
                      <a:pt x="3284" y="8298"/>
                    </a:lnTo>
                    <a:lnTo>
                      <a:pt x="4125" y="8009"/>
                    </a:lnTo>
                    <a:lnTo>
                      <a:pt x="4730" y="7801"/>
                    </a:lnTo>
                    <a:lnTo>
                      <a:pt x="20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116"/>
              <p:cNvSpPr/>
              <p:nvPr/>
            </p:nvSpPr>
            <p:spPr>
              <a:xfrm>
                <a:off x="-1435800" y="1852475"/>
                <a:ext cx="88125" cy="202250"/>
              </a:xfrm>
              <a:custGeom>
                <a:rect b="b" l="l" r="r" t="t"/>
                <a:pathLst>
                  <a:path extrusionOk="0" h="8090" w="3525">
                    <a:moveTo>
                      <a:pt x="840" y="0"/>
                    </a:moveTo>
                    <a:lnTo>
                      <a:pt x="0" y="289"/>
                    </a:lnTo>
                    <a:lnTo>
                      <a:pt x="2684" y="8090"/>
                    </a:lnTo>
                    <a:lnTo>
                      <a:pt x="3524" y="7801"/>
                    </a:lnTo>
                    <a:lnTo>
                      <a:pt x="84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116"/>
              <p:cNvSpPr/>
              <p:nvPr/>
            </p:nvSpPr>
            <p:spPr>
              <a:xfrm>
                <a:off x="-1465375" y="2039125"/>
                <a:ext cx="261800" cy="127000"/>
              </a:xfrm>
              <a:custGeom>
                <a:rect b="b" l="l" r="r" t="t"/>
                <a:pathLst>
                  <a:path extrusionOk="0" h="5080" w="10472">
                    <a:moveTo>
                      <a:pt x="8573" y="1"/>
                    </a:moveTo>
                    <a:cubicBezTo>
                      <a:pt x="8454" y="1"/>
                      <a:pt x="8334" y="20"/>
                      <a:pt x="8217" y="60"/>
                    </a:cubicBezTo>
                    <a:lnTo>
                      <a:pt x="905" y="2573"/>
                    </a:lnTo>
                    <a:cubicBezTo>
                      <a:pt x="502" y="2712"/>
                      <a:pt x="218" y="3068"/>
                      <a:pt x="172" y="3491"/>
                    </a:cubicBezTo>
                    <a:lnTo>
                      <a:pt x="1" y="5079"/>
                    </a:lnTo>
                    <a:lnTo>
                      <a:pt x="1" y="5079"/>
                    </a:lnTo>
                    <a:lnTo>
                      <a:pt x="10471" y="1480"/>
                    </a:lnTo>
                    <a:lnTo>
                      <a:pt x="9358" y="334"/>
                    </a:lnTo>
                    <a:cubicBezTo>
                      <a:pt x="9149" y="117"/>
                      <a:pt x="8864" y="1"/>
                      <a:pt x="8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116"/>
              <p:cNvSpPr/>
              <p:nvPr/>
            </p:nvSpPr>
            <p:spPr>
              <a:xfrm>
                <a:off x="-1437200" y="2136150"/>
                <a:ext cx="19575" cy="18825"/>
              </a:xfrm>
              <a:custGeom>
                <a:rect b="b" l="l" r="r" t="t"/>
                <a:pathLst>
                  <a:path extrusionOk="0" h="753" w="783">
                    <a:moveTo>
                      <a:pt x="365" y="1"/>
                    </a:moveTo>
                    <a:cubicBezTo>
                      <a:pt x="330" y="1"/>
                      <a:pt x="295" y="7"/>
                      <a:pt x="261" y="18"/>
                    </a:cubicBezTo>
                    <a:cubicBezTo>
                      <a:pt x="91" y="76"/>
                      <a:pt x="0" y="261"/>
                      <a:pt x="59" y="430"/>
                    </a:cubicBezTo>
                    <a:lnTo>
                      <a:pt x="170" y="752"/>
                    </a:lnTo>
                    <a:lnTo>
                      <a:pt x="783" y="543"/>
                    </a:lnTo>
                    <a:lnTo>
                      <a:pt x="671" y="220"/>
                    </a:lnTo>
                    <a:cubicBezTo>
                      <a:pt x="625" y="85"/>
                      <a:pt x="499" y="1"/>
                      <a:pt x="3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116"/>
              <p:cNvSpPr/>
              <p:nvPr/>
            </p:nvSpPr>
            <p:spPr>
              <a:xfrm>
                <a:off x="-1254975" y="2073575"/>
                <a:ext cx="19550" cy="18800"/>
              </a:xfrm>
              <a:custGeom>
                <a:rect b="b" l="l" r="r" t="t"/>
                <a:pathLst>
                  <a:path extrusionOk="0" h="752" w="782">
                    <a:moveTo>
                      <a:pt x="365" y="0"/>
                    </a:moveTo>
                    <a:cubicBezTo>
                      <a:pt x="330" y="0"/>
                      <a:pt x="294" y="6"/>
                      <a:pt x="259" y="18"/>
                    </a:cubicBezTo>
                    <a:cubicBezTo>
                      <a:pt x="90" y="76"/>
                      <a:pt x="0" y="260"/>
                      <a:pt x="58" y="430"/>
                    </a:cubicBezTo>
                    <a:lnTo>
                      <a:pt x="170" y="752"/>
                    </a:lnTo>
                    <a:lnTo>
                      <a:pt x="782" y="541"/>
                    </a:lnTo>
                    <a:lnTo>
                      <a:pt x="671" y="219"/>
                    </a:lnTo>
                    <a:cubicBezTo>
                      <a:pt x="625" y="85"/>
                      <a:pt x="499" y="0"/>
                      <a:pt x="3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116"/>
              <p:cNvSpPr/>
              <p:nvPr/>
            </p:nvSpPr>
            <p:spPr>
              <a:xfrm>
                <a:off x="-1538675" y="1874725"/>
                <a:ext cx="295375" cy="162550"/>
              </a:xfrm>
              <a:custGeom>
                <a:rect b="b" l="l" r="r" t="t"/>
                <a:pathLst>
                  <a:path extrusionOk="0" h="6502" w="11815">
                    <a:moveTo>
                      <a:pt x="10085" y="0"/>
                    </a:moveTo>
                    <a:cubicBezTo>
                      <a:pt x="9955" y="0"/>
                      <a:pt x="9824" y="21"/>
                      <a:pt x="9694" y="66"/>
                    </a:cubicBezTo>
                    <a:lnTo>
                      <a:pt x="962" y="3066"/>
                    </a:lnTo>
                    <a:cubicBezTo>
                      <a:pt x="334" y="3281"/>
                      <a:pt x="1" y="3965"/>
                      <a:pt x="217" y="4593"/>
                    </a:cubicBezTo>
                    <a:lnTo>
                      <a:pt x="594" y="5690"/>
                    </a:lnTo>
                    <a:cubicBezTo>
                      <a:pt x="764" y="6188"/>
                      <a:pt x="1230" y="6501"/>
                      <a:pt x="1729" y="6501"/>
                    </a:cubicBezTo>
                    <a:cubicBezTo>
                      <a:pt x="1859" y="6501"/>
                      <a:pt x="1992" y="6480"/>
                      <a:pt x="2121" y="6435"/>
                    </a:cubicBezTo>
                    <a:lnTo>
                      <a:pt x="10853" y="3435"/>
                    </a:lnTo>
                    <a:cubicBezTo>
                      <a:pt x="11482" y="3220"/>
                      <a:pt x="11815" y="2535"/>
                      <a:pt x="11598" y="1908"/>
                    </a:cubicBezTo>
                    <a:lnTo>
                      <a:pt x="11222" y="811"/>
                    </a:lnTo>
                    <a:cubicBezTo>
                      <a:pt x="11051" y="313"/>
                      <a:pt x="10585" y="0"/>
                      <a:pt x="100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116"/>
              <p:cNvSpPr/>
              <p:nvPr/>
            </p:nvSpPr>
            <p:spPr>
              <a:xfrm>
                <a:off x="-1440250" y="1938275"/>
                <a:ext cx="66350" cy="46475"/>
              </a:xfrm>
              <a:custGeom>
                <a:rect b="b" l="l" r="r" t="t"/>
                <a:pathLst>
                  <a:path extrusionOk="0" h="1859" w="2654">
                    <a:moveTo>
                      <a:pt x="1786" y="1"/>
                    </a:moveTo>
                    <a:cubicBezTo>
                      <a:pt x="1704" y="1"/>
                      <a:pt x="1619" y="14"/>
                      <a:pt x="1536" y="43"/>
                    </a:cubicBezTo>
                    <a:lnTo>
                      <a:pt x="617" y="359"/>
                    </a:lnTo>
                    <a:cubicBezTo>
                      <a:pt x="214" y="497"/>
                      <a:pt x="1" y="936"/>
                      <a:pt x="138" y="1338"/>
                    </a:cubicBezTo>
                    <a:cubicBezTo>
                      <a:pt x="248" y="1658"/>
                      <a:pt x="547" y="1858"/>
                      <a:pt x="868" y="1858"/>
                    </a:cubicBezTo>
                    <a:cubicBezTo>
                      <a:pt x="951" y="1858"/>
                      <a:pt x="1035" y="1845"/>
                      <a:pt x="1117" y="1817"/>
                    </a:cubicBezTo>
                    <a:lnTo>
                      <a:pt x="2037" y="1500"/>
                    </a:lnTo>
                    <a:cubicBezTo>
                      <a:pt x="2439" y="1363"/>
                      <a:pt x="2654" y="924"/>
                      <a:pt x="2516" y="522"/>
                    </a:cubicBezTo>
                    <a:cubicBezTo>
                      <a:pt x="2406" y="202"/>
                      <a:pt x="2107" y="1"/>
                      <a:pt x="1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116"/>
              <p:cNvSpPr/>
              <p:nvPr/>
            </p:nvSpPr>
            <p:spPr>
              <a:xfrm>
                <a:off x="-1365625" y="1924225"/>
                <a:ext cx="25500" cy="37300"/>
              </a:xfrm>
              <a:custGeom>
                <a:rect b="b" l="l" r="r" t="t"/>
                <a:pathLst>
                  <a:path extrusionOk="0" h="1492" w="1020">
                    <a:moveTo>
                      <a:pt x="365" y="0"/>
                    </a:moveTo>
                    <a:cubicBezTo>
                      <a:pt x="330" y="0"/>
                      <a:pt x="294" y="6"/>
                      <a:pt x="259" y="18"/>
                    </a:cubicBezTo>
                    <a:cubicBezTo>
                      <a:pt x="91" y="75"/>
                      <a:pt x="0" y="260"/>
                      <a:pt x="58" y="429"/>
                    </a:cubicBezTo>
                    <a:lnTo>
                      <a:pt x="349" y="1273"/>
                    </a:lnTo>
                    <a:cubicBezTo>
                      <a:pt x="395" y="1407"/>
                      <a:pt x="521" y="1491"/>
                      <a:pt x="655" y="1491"/>
                    </a:cubicBezTo>
                    <a:cubicBezTo>
                      <a:pt x="690" y="1491"/>
                      <a:pt x="725" y="1486"/>
                      <a:pt x="760" y="1474"/>
                    </a:cubicBezTo>
                    <a:cubicBezTo>
                      <a:pt x="929" y="1416"/>
                      <a:pt x="1020" y="1231"/>
                      <a:pt x="961" y="1063"/>
                    </a:cubicBezTo>
                    <a:lnTo>
                      <a:pt x="671" y="219"/>
                    </a:lnTo>
                    <a:cubicBezTo>
                      <a:pt x="625" y="84"/>
                      <a:pt x="500"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116"/>
              <p:cNvSpPr/>
              <p:nvPr/>
            </p:nvSpPr>
            <p:spPr>
              <a:xfrm>
                <a:off x="-1523650" y="1955000"/>
                <a:ext cx="73850" cy="67300"/>
              </a:xfrm>
              <a:custGeom>
                <a:rect b="b" l="l" r="r" t="t"/>
                <a:pathLst>
                  <a:path extrusionOk="0" h="2692" w="2954">
                    <a:moveTo>
                      <a:pt x="1477" y="1"/>
                    </a:moveTo>
                    <a:cubicBezTo>
                      <a:pt x="1133" y="1"/>
                      <a:pt x="788" y="132"/>
                      <a:pt x="526" y="394"/>
                    </a:cubicBezTo>
                    <a:cubicBezTo>
                      <a:pt x="0" y="921"/>
                      <a:pt x="0" y="1772"/>
                      <a:pt x="526" y="2297"/>
                    </a:cubicBezTo>
                    <a:cubicBezTo>
                      <a:pt x="788" y="2560"/>
                      <a:pt x="1133" y="2691"/>
                      <a:pt x="1477" y="2691"/>
                    </a:cubicBezTo>
                    <a:cubicBezTo>
                      <a:pt x="1821" y="2691"/>
                      <a:pt x="2166" y="2560"/>
                      <a:pt x="2429" y="2297"/>
                    </a:cubicBezTo>
                    <a:cubicBezTo>
                      <a:pt x="2954" y="1772"/>
                      <a:pt x="2954" y="921"/>
                      <a:pt x="2429" y="394"/>
                    </a:cubicBezTo>
                    <a:cubicBezTo>
                      <a:pt x="2166" y="132"/>
                      <a:pt x="1821" y="1"/>
                      <a:pt x="1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116"/>
              <p:cNvSpPr/>
              <p:nvPr/>
            </p:nvSpPr>
            <p:spPr>
              <a:xfrm>
                <a:off x="-1518675" y="1959550"/>
                <a:ext cx="63900" cy="58225"/>
              </a:xfrm>
              <a:custGeom>
                <a:rect b="b" l="l" r="r" t="t"/>
                <a:pathLst>
                  <a:path extrusionOk="0" h="2329" w="2556">
                    <a:moveTo>
                      <a:pt x="1278" y="1"/>
                    </a:moveTo>
                    <a:cubicBezTo>
                      <a:pt x="980" y="1"/>
                      <a:pt x="683" y="114"/>
                      <a:pt x="456" y="341"/>
                    </a:cubicBezTo>
                    <a:cubicBezTo>
                      <a:pt x="0" y="796"/>
                      <a:pt x="0" y="1532"/>
                      <a:pt x="456" y="1988"/>
                    </a:cubicBezTo>
                    <a:cubicBezTo>
                      <a:pt x="683" y="2215"/>
                      <a:pt x="980" y="2328"/>
                      <a:pt x="1278" y="2328"/>
                    </a:cubicBezTo>
                    <a:cubicBezTo>
                      <a:pt x="1576" y="2328"/>
                      <a:pt x="1874" y="2215"/>
                      <a:pt x="2101" y="1988"/>
                    </a:cubicBezTo>
                    <a:cubicBezTo>
                      <a:pt x="2556" y="1532"/>
                      <a:pt x="2556"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116"/>
              <p:cNvSpPr/>
              <p:nvPr/>
            </p:nvSpPr>
            <p:spPr>
              <a:xfrm>
                <a:off x="-1499175" y="1976525"/>
                <a:ext cx="26100" cy="24225"/>
              </a:xfrm>
              <a:custGeom>
                <a:rect b="b" l="l" r="r" t="t"/>
                <a:pathLst>
                  <a:path extrusionOk="0" h="969" w="1044">
                    <a:moveTo>
                      <a:pt x="501" y="1"/>
                    </a:moveTo>
                    <a:cubicBezTo>
                      <a:pt x="449" y="1"/>
                      <a:pt x="395" y="10"/>
                      <a:pt x="343" y="29"/>
                    </a:cubicBezTo>
                    <a:cubicBezTo>
                      <a:pt x="221" y="71"/>
                      <a:pt x="123" y="158"/>
                      <a:pt x="67" y="273"/>
                    </a:cubicBezTo>
                    <a:cubicBezTo>
                      <a:pt x="10" y="390"/>
                      <a:pt x="1" y="520"/>
                      <a:pt x="43" y="643"/>
                    </a:cubicBezTo>
                    <a:cubicBezTo>
                      <a:pt x="110" y="837"/>
                      <a:pt x="294" y="969"/>
                      <a:pt x="500" y="969"/>
                    </a:cubicBezTo>
                    <a:cubicBezTo>
                      <a:pt x="553" y="969"/>
                      <a:pt x="605" y="960"/>
                      <a:pt x="657" y="942"/>
                    </a:cubicBezTo>
                    <a:cubicBezTo>
                      <a:pt x="910" y="855"/>
                      <a:pt x="1044" y="579"/>
                      <a:pt x="957" y="327"/>
                    </a:cubicBezTo>
                    <a:cubicBezTo>
                      <a:pt x="890" y="133"/>
                      <a:pt x="708" y="1"/>
                      <a:pt x="5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116"/>
              <p:cNvSpPr/>
              <p:nvPr/>
            </p:nvSpPr>
            <p:spPr>
              <a:xfrm>
                <a:off x="-1333200" y="1889600"/>
                <a:ext cx="73850" cy="67300"/>
              </a:xfrm>
              <a:custGeom>
                <a:rect b="b" l="l" r="r" t="t"/>
                <a:pathLst>
                  <a:path extrusionOk="0" h="2692" w="2954">
                    <a:moveTo>
                      <a:pt x="1477" y="0"/>
                    </a:moveTo>
                    <a:cubicBezTo>
                      <a:pt x="1133" y="0"/>
                      <a:pt x="788" y="132"/>
                      <a:pt x="526" y="394"/>
                    </a:cubicBezTo>
                    <a:cubicBezTo>
                      <a:pt x="0" y="920"/>
                      <a:pt x="0" y="1771"/>
                      <a:pt x="526" y="2296"/>
                    </a:cubicBezTo>
                    <a:cubicBezTo>
                      <a:pt x="788" y="2559"/>
                      <a:pt x="1133" y="2691"/>
                      <a:pt x="1477" y="2691"/>
                    </a:cubicBezTo>
                    <a:cubicBezTo>
                      <a:pt x="1821" y="2691"/>
                      <a:pt x="2166" y="2559"/>
                      <a:pt x="2429" y="2296"/>
                    </a:cubicBezTo>
                    <a:cubicBezTo>
                      <a:pt x="2954" y="1771"/>
                      <a:pt x="2954" y="920"/>
                      <a:pt x="2429" y="394"/>
                    </a:cubicBezTo>
                    <a:cubicBezTo>
                      <a:pt x="2166" y="132"/>
                      <a:pt x="1821" y="0"/>
                      <a:pt x="14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116"/>
              <p:cNvSpPr/>
              <p:nvPr/>
            </p:nvSpPr>
            <p:spPr>
              <a:xfrm>
                <a:off x="-1328225" y="1894125"/>
                <a:ext cx="63875" cy="58200"/>
              </a:xfrm>
              <a:custGeom>
                <a:rect b="b" l="l" r="r" t="t"/>
                <a:pathLst>
                  <a:path extrusionOk="0" h="2328" w="2555">
                    <a:moveTo>
                      <a:pt x="1278" y="1"/>
                    </a:moveTo>
                    <a:cubicBezTo>
                      <a:pt x="980" y="1"/>
                      <a:pt x="682" y="114"/>
                      <a:pt x="455" y="341"/>
                    </a:cubicBezTo>
                    <a:cubicBezTo>
                      <a:pt x="1" y="796"/>
                      <a:pt x="1" y="1533"/>
                      <a:pt x="455" y="1987"/>
                    </a:cubicBezTo>
                    <a:cubicBezTo>
                      <a:pt x="682" y="2214"/>
                      <a:pt x="980" y="2328"/>
                      <a:pt x="1278" y="2328"/>
                    </a:cubicBezTo>
                    <a:cubicBezTo>
                      <a:pt x="1576" y="2328"/>
                      <a:pt x="1874" y="2214"/>
                      <a:pt x="2101" y="1987"/>
                    </a:cubicBezTo>
                    <a:cubicBezTo>
                      <a:pt x="2555" y="1533"/>
                      <a:pt x="2555"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116"/>
              <p:cNvSpPr/>
              <p:nvPr/>
            </p:nvSpPr>
            <p:spPr>
              <a:xfrm>
                <a:off x="-1309825" y="1911100"/>
                <a:ext cx="27250" cy="24225"/>
              </a:xfrm>
              <a:custGeom>
                <a:rect b="b" l="l" r="r" t="t"/>
                <a:pathLst>
                  <a:path extrusionOk="0" h="969" w="1090">
                    <a:moveTo>
                      <a:pt x="544" y="1"/>
                    </a:moveTo>
                    <a:cubicBezTo>
                      <a:pt x="492" y="1"/>
                      <a:pt x="439" y="10"/>
                      <a:pt x="387" y="28"/>
                    </a:cubicBezTo>
                    <a:cubicBezTo>
                      <a:pt x="135" y="114"/>
                      <a:pt x="0" y="391"/>
                      <a:pt x="86" y="642"/>
                    </a:cubicBezTo>
                    <a:cubicBezTo>
                      <a:pt x="153" y="837"/>
                      <a:pt x="337" y="969"/>
                      <a:pt x="543" y="969"/>
                    </a:cubicBezTo>
                    <a:cubicBezTo>
                      <a:pt x="597" y="969"/>
                      <a:pt x="651" y="960"/>
                      <a:pt x="702" y="941"/>
                    </a:cubicBezTo>
                    <a:cubicBezTo>
                      <a:pt x="955" y="854"/>
                      <a:pt x="1089" y="579"/>
                      <a:pt x="1002" y="327"/>
                    </a:cubicBezTo>
                    <a:cubicBezTo>
                      <a:pt x="935" y="132"/>
                      <a:pt x="751" y="1"/>
                      <a:pt x="5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116"/>
              <p:cNvSpPr/>
              <p:nvPr/>
            </p:nvSpPr>
            <p:spPr>
              <a:xfrm>
                <a:off x="-1508450" y="1967225"/>
                <a:ext cx="275125" cy="94550"/>
              </a:xfrm>
              <a:custGeom>
                <a:rect b="b" l="l" r="r" t="t"/>
                <a:pathLst>
                  <a:path extrusionOk="0" fill="none" h="3782" w="11005">
                    <a:moveTo>
                      <a:pt x="0" y="3782"/>
                    </a:moveTo>
                    <a:lnTo>
                      <a:pt x="11004" y="0"/>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116"/>
              <p:cNvSpPr/>
              <p:nvPr/>
            </p:nvSpPr>
            <p:spPr>
              <a:xfrm>
                <a:off x="-1504425" y="1979000"/>
                <a:ext cx="275175" cy="94550"/>
              </a:xfrm>
              <a:custGeom>
                <a:rect b="b" l="l" r="r" t="t"/>
                <a:pathLst>
                  <a:path extrusionOk="0" fill="none" h="3782" w="11007">
                    <a:moveTo>
                      <a:pt x="0" y="3781"/>
                    </a:moveTo>
                    <a:lnTo>
                      <a:pt x="11006" y="0"/>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116"/>
              <p:cNvSpPr/>
              <p:nvPr/>
            </p:nvSpPr>
            <p:spPr>
              <a:xfrm>
                <a:off x="-1500375" y="1990775"/>
                <a:ext cx="275200" cy="94550"/>
              </a:xfrm>
              <a:custGeom>
                <a:rect b="b" l="l" r="r" t="t"/>
                <a:pathLst>
                  <a:path extrusionOk="0" fill="none" h="3782" w="11008">
                    <a:moveTo>
                      <a:pt x="0" y="3782"/>
                    </a:moveTo>
                    <a:lnTo>
                      <a:pt x="11007" y="1"/>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93" name="Google Shape;9293;p116"/>
          <p:cNvGrpSpPr/>
          <p:nvPr/>
        </p:nvGrpSpPr>
        <p:grpSpPr>
          <a:xfrm>
            <a:off x="263399" y="361811"/>
            <a:ext cx="807432" cy="773251"/>
            <a:chOff x="-2758050" y="2287950"/>
            <a:chExt cx="370875" cy="355175"/>
          </a:xfrm>
        </p:grpSpPr>
        <p:sp>
          <p:nvSpPr>
            <p:cNvPr id="9294" name="Google Shape;9294;p116"/>
            <p:cNvSpPr/>
            <p:nvPr/>
          </p:nvSpPr>
          <p:spPr>
            <a:xfrm>
              <a:off x="-2758050" y="2287950"/>
              <a:ext cx="370875" cy="355175"/>
            </a:xfrm>
            <a:custGeom>
              <a:rect b="b" l="l" r="r" t="t"/>
              <a:pathLst>
                <a:path extrusionOk="0" h="14207" w="14835">
                  <a:moveTo>
                    <a:pt x="7426" y="0"/>
                  </a:moveTo>
                  <a:cubicBezTo>
                    <a:pt x="5114" y="0"/>
                    <a:pt x="2833" y="1125"/>
                    <a:pt x="1456" y="3245"/>
                  </a:cubicBezTo>
                  <a:cubicBezTo>
                    <a:pt x="150" y="5257"/>
                    <a:pt x="1" y="7746"/>
                    <a:pt x="879" y="9854"/>
                  </a:cubicBezTo>
                  <a:cubicBezTo>
                    <a:pt x="881" y="9869"/>
                    <a:pt x="884" y="9880"/>
                    <a:pt x="889" y="9891"/>
                  </a:cubicBezTo>
                  <a:cubicBezTo>
                    <a:pt x="913" y="9946"/>
                    <a:pt x="936" y="9999"/>
                    <a:pt x="959" y="10051"/>
                  </a:cubicBezTo>
                  <a:cubicBezTo>
                    <a:pt x="961" y="10056"/>
                    <a:pt x="963" y="10061"/>
                    <a:pt x="966" y="10066"/>
                  </a:cubicBezTo>
                  <a:cubicBezTo>
                    <a:pt x="977" y="10092"/>
                    <a:pt x="990" y="10118"/>
                    <a:pt x="1002" y="10144"/>
                  </a:cubicBezTo>
                  <a:cubicBezTo>
                    <a:pt x="1008" y="10158"/>
                    <a:pt x="1013" y="10169"/>
                    <a:pt x="1019" y="10181"/>
                  </a:cubicBezTo>
                  <a:cubicBezTo>
                    <a:pt x="1042" y="10228"/>
                    <a:pt x="1065" y="10274"/>
                    <a:pt x="1088" y="10321"/>
                  </a:cubicBezTo>
                  <a:lnTo>
                    <a:pt x="1104" y="10352"/>
                  </a:lnTo>
                  <a:lnTo>
                    <a:pt x="1142" y="10426"/>
                  </a:lnTo>
                  <a:cubicBezTo>
                    <a:pt x="1150" y="10439"/>
                    <a:pt x="1157" y="10455"/>
                    <a:pt x="1166" y="10469"/>
                  </a:cubicBezTo>
                  <a:cubicBezTo>
                    <a:pt x="1186" y="10508"/>
                    <a:pt x="1207" y="10546"/>
                    <a:pt x="1229" y="10584"/>
                  </a:cubicBezTo>
                  <a:cubicBezTo>
                    <a:pt x="1238" y="10600"/>
                    <a:pt x="1246" y="10618"/>
                    <a:pt x="1256" y="10633"/>
                  </a:cubicBezTo>
                  <a:lnTo>
                    <a:pt x="1295" y="10698"/>
                  </a:lnTo>
                  <a:cubicBezTo>
                    <a:pt x="1305" y="10716"/>
                    <a:pt x="1315" y="10733"/>
                    <a:pt x="1326" y="10750"/>
                  </a:cubicBezTo>
                  <a:cubicBezTo>
                    <a:pt x="1343" y="10781"/>
                    <a:pt x="1362" y="10811"/>
                    <a:pt x="1380" y="10842"/>
                  </a:cubicBezTo>
                  <a:cubicBezTo>
                    <a:pt x="1395" y="10864"/>
                    <a:pt x="1408" y="10886"/>
                    <a:pt x="1422" y="10908"/>
                  </a:cubicBezTo>
                  <a:cubicBezTo>
                    <a:pt x="1435" y="10927"/>
                    <a:pt x="1446" y="10947"/>
                    <a:pt x="1460" y="10966"/>
                  </a:cubicBezTo>
                  <a:cubicBezTo>
                    <a:pt x="1472" y="10986"/>
                    <a:pt x="1487" y="11007"/>
                    <a:pt x="1499" y="11028"/>
                  </a:cubicBezTo>
                  <a:lnTo>
                    <a:pt x="1545" y="11098"/>
                  </a:lnTo>
                  <a:cubicBezTo>
                    <a:pt x="1564" y="11125"/>
                    <a:pt x="1583" y="11150"/>
                    <a:pt x="1600" y="11177"/>
                  </a:cubicBezTo>
                  <a:cubicBezTo>
                    <a:pt x="1612" y="11194"/>
                    <a:pt x="1623" y="11211"/>
                    <a:pt x="1636" y="11228"/>
                  </a:cubicBezTo>
                  <a:cubicBezTo>
                    <a:pt x="1653" y="11250"/>
                    <a:pt x="1670" y="11275"/>
                    <a:pt x="1687" y="11299"/>
                  </a:cubicBezTo>
                  <a:cubicBezTo>
                    <a:pt x="1698" y="11315"/>
                    <a:pt x="1711" y="11332"/>
                    <a:pt x="1724" y="11348"/>
                  </a:cubicBezTo>
                  <a:cubicBezTo>
                    <a:pt x="1746" y="11378"/>
                    <a:pt x="1769" y="11409"/>
                    <a:pt x="1792" y="11439"/>
                  </a:cubicBezTo>
                  <a:cubicBezTo>
                    <a:pt x="1803" y="11454"/>
                    <a:pt x="1814" y="11467"/>
                    <a:pt x="1826" y="11483"/>
                  </a:cubicBezTo>
                  <a:cubicBezTo>
                    <a:pt x="1847" y="11510"/>
                    <a:pt x="1867" y="11536"/>
                    <a:pt x="1889" y="11563"/>
                  </a:cubicBezTo>
                  <a:cubicBezTo>
                    <a:pt x="1898" y="11574"/>
                    <a:pt x="1907" y="11585"/>
                    <a:pt x="1916" y="11596"/>
                  </a:cubicBezTo>
                  <a:cubicBezTo>
                    <a:pt x="1944" y="11629"/>
                    <a:pt x="1971" y="11662"/>
                    <a:pt x="1998" y="11695"/>
                  </a:cubicBezTo>
                  <a:cubicBezTo>
                    <a:pt x="2008" y="11707"/>
                    <a:pt x="2018" y="11719"/>
                    <a:pt x="2028" y="11730"/>
                  </a:cubicBezTo>
                  <a:cubicBezTo>
                    <a:pt x="2053" y="11760"/>
                    <a:pt x="2079" y="11789"/>
                    <a:pt x="2105" y="11818"/>
                  </a:cubicBezTo>
                  <a:cubicBezTo>
                    <a:pt x="2110" y="11825"/>
                    <a:pt x="2116" y="11831"/>
                    <a:pt x="2121" y="11838"/>
                  </a:cubicBezTo>
                  <a:cubicBezTo>
                    <a:pt x="2152" y="11872"/>
                    <a:pt x="2182" y="11905"/>
                    <a:pt x="2214" y="11939"/>
                  </a:cubicBezTo>
                  <a:cubicBezTo>
                    <a:pt x="2225" y="11949"/>
                    <a:pt x="2234" y="11959"/>
                    <a:pt x="2244" y="11970"/>
                  </a:cubicBezTo>
                  <a:cubicBezTo>
                    <a:pt x="2273" y="12001"/>
                    <a:pt x="2302" y="12032"/>
                    <a:pt x="2332" y="12063"/>
                  </a:cubicBezTo>
                  <a:cubicBezTo>
                    <a:pt x="2335" y="12066"/>
                    <a:pt x="2339" y="12070"/>
                    <a:pt x="2342" y="12074"/>
                  </a:cubicBezTo>
                  <a:lnTo>
                    <a:pt x="2442" y="12174"/>
                  </a:lnTo>
                  <a:cubicBezTo>
                    <a:pt x="2452" y="12183"/>
                    <a:pt x="2461" y="12193"/>
                    <a:pt x="2471" y="12202"/>
                  </a:cubicBezTo>
                  <a:cubicBezTo>
                    <a:pt x="2504" y="12234"/>
                    <a:pt x="2538" y="12266"/>
                    <a:pt x="2571" y="12297"/>
                  </a:cubicBezTo>
                  <a:cubicBezTo>
                    <a:pt x="2573" y="12298"/>
                    <a:pt x="2575" y="12300"/>
                    <a:pt x="2576" y="12302"/>
                  </a:cubicBezTo>
                  <a:cubicBezTo>
                    <a:pt x="2612" y="12334"/>
                    <a:pt x="2648" y="12368"/>
                    <a:pt x="2684" y="12400"/>
                  </a:cubicBezTo>
                  <a:cubicBezTo>
                    <a:pt x="2693" y="12408"/>
                    <a:pt x="2701" y="12417"/>
                    <a:pt x="2712" y="12425"/>
                  </a:cubicBezTo>
                  <a:cubicBezTo>
                    <a:pt x="2748" y="12457"/>
                    <a:pt x="2786" y="12489"/>
                    <a:pt x="2822" y="12520"/>
                  </a:cubicBezTo>
                  <a:lnTo>
                    <a:pt x="2823" y="12522"/>
                  </a:lnTo>
                  <a:lnTo>
                    <a:pt x="2824" y="12522"/>
                  </a:lnTo>
                  <a:cubicBezTo>
                    <a:pt x="2870" y="12560"/>
                    <a:pt x="2916" y="12597"/>
                    <a:pt x="2961" y="12633"/>
                  </a:cubicBezTo>
                  <a:lnTo>
                    <a:pt x="3000" y="12664"/>
                  </a:lnTo>
                  <a:cubicBezTo>
                    <a:pt x="3038" y="12694"/>
                    <a:pt x="3076" y="12724"/>
                    <a:pt x="3113" y="12754"/>
                  </a:cubicBezTo>
                  <a:cubicBezTo>
                    <a:pt x="3123" y="12761"/>
                    <a:pt x="3133" y="12770"/>
                    <a:pt x="3143" y="12776"/>
                  </a:cubicBezTo>
                  <a:cubicBezTo>
                    <a:pt x="3189" y="12811"/>
                    <a:pt x="3236" y="12844"/>
                    <a:pt x="3282" y="12878"/>
                  </a:cubicBezTo>
                  <a:lnTo>
                    <a:pt x="3322" y="12905"/>
                  </a:lnTo>
                  <a:cubicBezTo>
                    <a:pt x="3358" y="12931"/>
                    <a:pt x="3394" y="12955"/>
                    <a:pt x="3430" y="12979"/>
                  </a:cubicBezTo>
                  <a:cubicBezTo>
                    <a:pt x="3443" y="12989"/>
                    <a:pt x="3458" y="12999"/>
                    <a:pt x="3472" y="13009"/>
                  </a:cubicBezTo>
                  <a:cubicBezTo>
                    <a:pt x="3519" y="13040"/>
                    <a:pt x="3565" y="13071"/>
                    <a:pt x="3612" y="13101"/>
                  </a:cubicBezTo>
                  <a:cubicBezTo>
                    <a:pt x="3623" y="13108"/>
                    <a:pt x="3634" y="13115"/>
                    <a:pt x="3647" y="13122"/>
                  </a:cubicBezTo>
                  <a:cubicBezTo>
                    <a:pt x="3683" y="13146"/>
                    <a:pt x="3720" y="13168"/>
                    <a:pt x="3757" y="13191"/>
                  </a:cubicBezTo>
                  <a:cubicBezTo>
                    <a:pt x="3776" y="13201"/>
                    <a:pt x="3793" y="13213"/>
                    <a:pt x="3810" y="13224"/>
                  </a:cubicBezTo>
                  <a:cubicBezTo>
                    <a:pt x="3846" y="13245"/>
                    <a:pt x="3884" y="13266"/>
                    <a:pt x="3920" y="13287"/>
                  </a:cubicBezTo>
                  <a:cubicBezTo>
                    <a:pt x="3937" y="13296"/>
                    <a:pt x="3952" y="13304"/>
                    <a:pt x="3969" y="13313"/>
                  </a:cubicBezTo>
                  <a:lnTo>
                    <a:pt x="4097" y="13384"/>
                  </a:lnTo>
                  <a:cubicBezTo>
                    <a:pt x="4117" y="13395"/>
                    <a:pt x="4138" y="13405"/>
                    <a:pt x="4160" y="13416"/>
                  </a:cubicBezTo>
                  <a:cubicBezTo>
                    <a:pt x="4189" y="13431"/>
                    <a:pt x="4219" y="13445"/>
                    <a:pt x="4248" y="13461"/>
                  </a:cubicBezTo>
                  <a:cubicBezTo>
                    <a:pt x="4271" y="13471"/>
                    <a:pt x="4292" y="13483"/>
                    <a:pt x="4313" y="13493"/>
                  </a:cubicBezTo>
                  <a:cubicBezTo>
                    <a:pt x="4357" y="13515"/>
                    <a:pt x="4401" y="13535"/>
                    <a:pt x="4444" y="13556"/>
                  </a:cubicBezTo>
                  <a:cubicBezTo>
                    <a:pt x="4469" y="13567"/>
                    <a:pt x="4494" y="13578"/>
                    <a:pt x="4519" y="13590"/>
                  </a:cubicBezTo>
                  <a:cubicBezTo>
                    <a:pt x="4542" y="13601"/>
                    <a:pt x="4568" y="13612"/>
                    <a:pt x="4593" y="13623"/>
                  </a:cubicBezTo>
                  <a:cubicBezTo>
                    <a:pt x="4620" y="13634"/>
                    <a:pt x="4646" y="13647"/>
                    <a:pt x="4673" y="13658"/>
                  </a:cubicBezTo>
                  <a:cubicBezTo>
                    <a:pt x="4697" y="13668"/>
                    <a:pt x="4721" y="13678"/>
                    <a:pt x="4746" y="13688"/>
                  </a:cubicBezTo>
                  <a:cubicBezTo>
                    <a:pt x="4793" y="13707"/>
                    <a:pt x="4841" y="13726"/>
                    <a:pt x="4890" y="13745"/>
                  </a:cubicBezTo>
                  <a:cubicBezTo>
                    <a:pt x="4909" y="13752"/>
                    <a:pt x="4928" y="13760"/>
                    <a:pt x="4948" y="13766"/>
                  </a:cubicBezTo>
                  <a:cubicBezTo>
                    <a:pt x="4979" y="13778"/>
                    <a:pt x="5010" y="13789"/>
                    <a:pt x="5042" y="13799"/>
                  </a:cubicBezTo>
                  <a:cubicBezTo>
                    <a:pt x="5058" y="13807"/>
                    <a:pt x="5076" y="13812"/>
                    <a:pt x="5092" y="13817"/>
                  </a:cubicBezTo>
                  <a:cubicBezTo>
                    <a:pt x="5162" y="13841"/>
                    <a:pt x="5233" y="13864"/>
                    <a:pt x="5304" y="13886"/>
                  </a:cubicBezTo>
                  <a:cubicBezTo>
                    <a:pt x="5306" y="13887"/>
                    <a:pt x="5308" y="13887"/>
                    <a:pt x="5310" y="13889"/>
                  </a:cubicBezTo>
                  <a:cubicBezTo>
                    <a:pt x="5346" y="13901"/>
                    <a:pt x="5382" y="13911"/>
                    <a:pt x="5419" y="13921"/>
                  </a:cubicBezTo>
                  <a:cubicBezTo>
                    <a:pt x="5430" y="13925"/>
                    <a:pt x="5441" y="13927"/>
                    <a:pt x="5454" y="13932"/>
                  </a:cubicBezTo>
                  <a:cubicBezTo>
                    <a:pt x="5569" y="13965"/>
                    <a:pt x="5687" y="13996"/>
                    <a:pt x="5806" y="14023"/>
                  </a:cubicBezTo>
                  <a:cubicBezTo>
                    <a:pt x="5812" y="14024"/>
                    <a:pt x="5817" y="14025"/>
                    <a:pt x="5823" y="14027"/>
                  </a:cubicBezTo>
                  <a:cubicBezTo>
                    <a:pt x="5991" y="14066"/>
                    <a:pt x="6161" y="14098"/>
                    <a:pt x="6331" y="14124"/>
                  </a:cubicBezTo>
                  <a:cubicBezTo>
                    <a:pt x="6691" y="14179"/>
                    <a:pt x="7054" y="14207"/>
                    <a:pt x="7417" y="14207"/>
                  </a:cubicBezTo>
                  <a:cubicBezTo>
                    <a:pt x="9727" y="14207"/>
                    <a:pt x="12007" y="13082"/>
                    <a:pt x="13385" y="10961"/>
                  </a:cubicBezTo>
                  <a:cubicBezTo>
                    <a:pt x="14666" y="8985"/>
                    <a:pt x="14834" y="6550"/>
                    <a:pt x="14006" y="4467"/>
                  </a:cubicBezTo>
                  <a:cubicBezTo>
                    <a:pt x="14006" y="4465"/>
                    <a:pt x="14005" y="4464"/>
                    <a:pt x="14005" y="4464"/>
                  </a:cubicBezTo>
                  <a:cubicBezTo>
                    <a:pt x="13947" y="4317"/>
                    <a:pt x="13883" y="4173"/>
                    <a:pt x="13815" y="4030"/>
                  </a:cubicBezTo>
                  <a:cubicBezTo>
                    <a:pt x="13814" y="4025"/>
                    <a:pt x="13811" y="4021"/>
                    <a:pt x="13810" y="4018"/>
                  </a:cubicBezTo>
                  <a:cubicBezTo>
                    <a:pt x="13794" y="3985"/>
                    <a:pt x="13778" y="3952"/>
                    <a:pt x="13762" y="3920"/>
                  </a:cubicBezTo>
                  <a:cubicBezTo>
                    <a:pt x="13758" y="3913"/>
                    <a:pt x="13756" y="3907"/>
                    <a:pt x="13752" y="3901"/>
                  </a:cubicBezTo>
                  <a:cubicBezTo>
                    <a:pt x="13702" y="3803"/>
                    <a:pt x="13651" y="3706"/>
                    <a:pt x="13597" y="3608"/>
                  </a:cubicBezTo>
                  <a:cubicBezTo>
                    <a:pt x="13593" y="3601"/>
                    <a:pt x="13588" y="3593"/>
                    <a:pt x="13584" y="3585"/>
                  </a:cubicBezTo>
                  <a:cubicBezTo>
                    <a:pt x="13568" y="3556"/>
                    <a:pt x="13552" y="3529"/>
                    <a:pt x="13536" y="3502"/>
                  </a:cubicBezTo>
                  <a:cubicBezTo>
                    <a:pt x="13529" y="3489"/>
                    <a:pt x="13522" y="3477"/>
                    <a:pt x="13515" y="3464"/>
                  </a:cubicBezTo>
                  <a:cubicBezTo>
                    <a:pt x="13499" y="3437"/>
                    <a:pt x="13483" y="3411"/>
                    <a:pt x="13467" y="3385"/>
                  </a:cubicBezTo>
                  <a:cubicBezTo>
                    <a:pt x="13461" y="3374"/>
                    <a:pt x="13454" y="3364"/>
                    <a:pt x="13447" y="3353"/>
                  </a:cubicBezTo>
                  <a:cubicBezTo>
                    <a:pt x="13418" y="3304"/>
                    <a:pt x="13388" y="3257"/>
                    <a:pt x="13358" y="3209"/>
                  </a:cubicBezTo>
                  <a:cubicBezTo>
                    <a:pt x="13348" y="3195"/>
                    <a:pt x="13338" y="3179"/>
                    <a:pt x="13329" y="3165"/>
                  </a:cubicBezTo>
                  <a:cubicBezTo>
                    <a:pt x="13313" y="3143"/>
                    <a:pt x="13299" y="3120"/>
                    <a:pt x="13283" y="3098"/>
                  </a:cubicBezTo>
                  <a:cubicBezTo>
                    <a:pt x="13272" y="3081"/>
                    <a:pt x="13261" y="3064"/>
                    <a:pt x="13249" y="3046"/>
                  </a:cubicBezTo>
                  <a:cubicBezTo>
                    <a:pt x="13235" y="3025"/>
                    <a:pt x="13219" y="3004"/>
                    <a:pt x="13205" y="2983"/>
                  </a:cubicBezTo>
                  <a:cubicBezTo>
                    <a:pt x="13191" y="2964"/>
                    <a:pt x="13177" y="2945"/>
                    <a:pt x="13163" y="2924"/>
                  </a:cubicBezTo>
                  <a:cubicBezTo>
                    <a:pt x="13144" y="2898"/>
                    <a:pt x="13127" y="2874"/>
                    <a:pt x="13107" y="2849"/>
                  </a:cubicBezTo>
                  <a:cubicBezTo>
                    <a:pt x="13086" y="2821"/>
                    <a:pt x="13066" y="2793"/>
                    <a:pt x="13044" y="2765"/>
                  </a:cubicBezTo>
                  <a:cubicBezTo>
                    <a:pt x="13031" y="2749"/>
                    <a:pt x="13018" y="2731"/>
                    <a:pt x="13004" y="2715"/>
                  </a:cubicBezTo>
                  <a:cubicBezTo>
                    <a:pt x="12987" y="2693"/>
                    <a:pt x="12971" y="2672"/>
                    <a:pt x="12952" y="2651"/>
                  </a:cubicBezTo>
                  <a:cubicBezTo>
                    <a:pt x="12940" y="2633"/>
                    <a:pt x="12925" y="2617"/>
                    <a:pt x="12912" y="2601"/>
                  </a:cubicBezTo>
                  <a:lnTo>
                    <a:pt x="12854" y="2532"/>
                  </a:lnTo>
                  <a:cubicBezTo>
                    <a:pt x="12843" y="2519"/>
                    <a:pt x="12832" y="2504"/>
                    <a:pt x="12820" y="2492"/>
                  </a:cubicBezTo>
                  <a:cubicBezTo>
                    <a:pt x="12791" y="2457"/>
                    <a:pt x="12760" y="2422"/>
                    <a:pt x="12729" y="2388"/>
                  </a:cubicBezTo>
                  <a:lnTo>
                    <a:pt x="12698" y="2353"/>
                  </a:lnTo>
                  <a:cubicBezTo>
                    <a:pt x="12677" y="2328"/>
                    <a:pt x="12653" y="2302"/>
                    <a:pt x="12629" y="2277"/>
                  </a:cubicBezTo>
                  <a:cubicBezTo>
                    <a:pt x="12617" y="2265"/>
                    <a:pt x="12605" y="2251"/>
                    <a:pt x="12592" y="2238"/>
                  </a:cubicBezTo>
                  <a:cubicBezTo>
                    <a:pt x="12569" y="2213"/>
                    <a:pt x="12546" y="2188"/>
                    <a:pt x="12522" y="2164"/>
                  </a:cubicBezTo>
                  <a:cubicBezTo>
                    <a:pt x="12510" y="2152"/>
                    <a:pt x="12500" y="2142"/>
                    <a:pt x="12489" y="2131"/>
                  </a:cubicBezTo>
                  <a:cubicBezTo>
                    <a:pt x="12456" y="2096"/>
                    <a:pt x="12421" y="2063"/>
                    <a:pt x="12386" y="2027"/>
                  </a:cubicBezTo>
                  <a:cubicBezTo>
                    <a:pt x="12379" y="2021"/>
                    <a:pt x="12373" y="2014"/>
                    <a:pt x="12367" y="2009"/>
                  </a:cubicBezTo>
                  <a:lnTo>
                    <a:pt x="12277" y="1924"/>
                  </a:lnTo>
                  <a:cubicBezTo>
                    <a:pt x="12266" y="1914"/>
                    <a:pt x="12254" y="1903"/>
                    <a:pt x="12243" y="1892"/>
                  </a:cubicBezTo>
                  <a:cubicBezTo>
                    <a:pt x="12215" y="1868"/>
                    <a:pt x="12189" y="1843"/>
                    <a:pt x="12163" y="1820"/>
                  </a:cubicBezTo>
                  <a:cubicBezTo>
                    <a:pt x="12151" y="1810"/>
                    <a:pt x="12141" y="1800"/>
                    <a:pt x="12130" y="1790"/>
                  </a:cubicBezTo>
                  <a:cubicBezTo>
                    <a:pt x="12091" y="1756"/>
                    <a:pt x="12054" y="1724"/>
                    <a:pt x="12016" y="1692"/>
                  </a:cubicBezTo>
                  <a:cubicBezTo>
                    <a:pt x="11969" y="1652"/>
                    <a:pt x="11921" y="1614"/>
                    <a:pt x="11874" y="1574"/>
                  </a:cubicBezTo>
                  <a:cubicBezTo>
                    <a:pt x="11858" y="1563"/>
                    <a:pt x="11844" y="1552"/>
                    <a:pt x="11828" y="1538"/>
                  </a:cubicBezTo>
                  <a:cubicBezTo>
                    <a:pt x="11795" y="1513"/>
                    <a:pt x="11761" y="1486"/>
                    <a:pt x="11728" y="1460"/>
                  </a:cubicBezTo>
                  <a:cubicBezTo>
                    <a:pt x="11711" y="1446"/>
                    <a:pt x="11693" y="1434"/>
                    <a:pt x="11677" y="1421"/>
                  </a:cubicBezTo>
                  <a:cubicBezTo>
                    <a:pt x="11643" y="1397"/>
                    <a:pt x="11611" y="1372"/>
                    <a:pt x="11577" y="1347"/>
                  </a:cubicBezTo>
                  <a:cubicBezTo>
                    <a:pt x="11560" y="1336"/>
                    <a:pt x="11544" y="1325"/>
                    <a:pt x="11528" y="1311"/>
                  </a:cubicBezTo>
                  <a:cubicBezTo>
                    <a:pt x="11487" y="1281"/>
                    <a:pt x="11445" y="1253"/>
                    <a:pt x="11403" y="1225"/>
                  </a:cubicBezTo>
                  <a:cubicBezTo>
                    <a:pt x="11395" y="1219"/>
                    <a:pt x="11388" y="1213"/>
                    <a:pt x="11379" y="1208"/>
                  </a:cubicBezTo>
                  <a:cubicBezTo>
                    <a:pt x="11331" y="1175"/>
                    <a:pt x="11281" y="1142"/>
                    <a:pt x="11232" y="1111"/>
                  </a:cubicBezTo>
                  <a:cubicBezTo>
                    <a:pt x="11214" y="1101"/>
                    <a:pt x="11199" y="1090"/>
                    <a:pt x="11182" y="1080"/>
                  </a:cubicBezTo>
                  <a:cubicBezTo>
                    <a:pt x="11147" y="1058"/>
                    <a:pt x="11114" y="1038"/>
                    <a:pt x="11079" y="1017"/>
                  </a:cubicBezTo>
                  <a:lnTo>
                    <a:pt x="11021" y="982"/>
                  </a:lnTo>
                  <a:cubicBezTo>
                    <a:pt x="10988" y="963"/>
                    <a:pt x="10956" y="945"/>
                    <a:pt x="10924" y="925"/>
                  </a:cubicBezTo>
                  <a:cubicBezTo>
                    <a:pt x="10905" y="914"/>
                    <a:pt x="10885" y="904"/>
                    <a:pt x="10864" y="892"/>
                  </a:cubicBezTo>
                  <a:cubicBezTo>
                    <a:pt x="10828" y="872"/>
                    <a:pt x="10792" y="852"/>
                    <a:pt x="10755" y="832"/>
                  </a:cubicBezTo>
                  <a:cubicBezTo>
                    <a:pt x="10740" y="825"/>
                    <a:pt x="10724" y="816"/>
                    <a:pt x="10709" y="809"/>
                  </a:cubicBezTo>
                  <a:cubicBezTo>
                    <a:pt x="10658" y="783"/>
                    <a:pt x="10608" y="757"/>
                    <a:pt x="10558" y="732"/>
                  </a:cubicBezTo>
                  <a:cubicBezTo>
                    <a:pt x="10538" y="723"/>
                    <a:pt x="10519" y="714"/>
                    <a:pt x="10500" y="703"/>
                  </a:cubicBezTo>
                  <a:cubicBezTo>
                    <a:pt x="10466" y="688"/>
                    <a:pt x="10434" y="671"/>
                    <a:pt x="10400" y="657"/>
                  </a:cubicBezTo>
                  <a:cubicBezTo>
                    <a:pt x="10377" y="647"/>
                    <a:pt x="10354" y="636"/>
                    <a:pt x="10332" y="626"/>
                  </a:cubicBezTo>
                  <a:cubicBezTo>
                    <a:pt x="10302" y="614"/>
                    <a:pt x="10271" y="599"/>
                    <a:pt x="10242" y="587"/>
                  </a:cubicBezTo>
                  <a:cubicBezTo>
                    <a:pt x="10218" y="576"/>
                    <a:pt x="10194" y="566"/>
                    <a:pt x="10171" y="556"/>
                  </a:cubicBezTo>
                  <a:lnTo>
                    <a:pt x="10078" y="517"/>
                  </a:lnTo>
                  <a:cubicBezTo>
                    <a:pt x="10054" y="507"/>
                    <a:pt x="10033" y="499"/>
                    <a:pt x="10010" y="490"/>
                  </a:cubicBezTo>
                  <a:cubicBezTo>
                    <a:pt x="9960" y="470"/>
                    <a:pt x="9910" y="451"/>
                    <a:pt x="9860" y="433"/>
                  </a:cubicBezTo>
                  <a:cubicBezTo>
                    <a:pt x="9835" y="424"/>
                    <a:pt x="9811" y="417"/>
                    <a:pt x="9786" y="407"/>
                  </a:cubicBezTo>
                  <a:cubicBezTo>
                    <a:pt x="9758" y="397"/>
                    <a:pt x="9728" y="387"/>
                    <a:pt x="9700" y="377"/>
                  </a:cubicBezTo>
                  <a:cubicBezTo>
                    <a:pt x="9672" y="368"/>
                    <a:pt x="9646" y="360"/>
                    <a:pt x="9618" y="350"/>
                  </a:cubicBezTo>
                  <a:cubicBezTo>
                    <a:pt x="9592" y="341"/>
                    <a:pt x="9564" y="334"/>
                    <a:pt x="9538" y="325"/>
                  </a:cubicBezTo>
                  <a:cubicBezTo>
                    <a:pt x="9510" y="315"/>
                    <a:pt x="9482" y="306"/>
                    <a:pt x="9454" y="299"/>
                  </a:cubicBezTo>
                  <a:cubicBezTo>
                    <a:pt x="9428" y="291"/>
                    <a:pt x="9402" y="283"/>
                    <a:pt x="9377" y="277"/>
                  </a:cubicBezTo>
                  <a:cubicBezTo>
                    <a:pt x="9347" y="269"/>
                    <a:pt x="9319" y="260"/>
                    <a:pt x="9290" y="252"/>
                  </a:cubicBezTo>
                  <a:cubicBezTo>
                    <a:pt x="9265" y="246"/>
                    <a:pt x="9242" y="239"/>
                    <a:pt x="9217" y="233"/>
                  </a:cubicBezTo>
                  <a:cubicBezTo>
                    <a:pt x="9161" y="218"/>
                    <a:pt x="9104" y="205"/>
                    <a:pt x="9048" y="191"/>
                  </a:cubicBezTo>
                  <a:cubicBezTo>
                    <a:pt x="9026" y="185"/>
                    <a:pt x="9005" y="180"/>
                    <a:pt x="8981" y="175"/>
                  </a:cubicBezTo>
                  <a:cubicBezTo>
                    <a:pt x="8949" y="167"/>
                    <a:pt x="8917" y="161"/>
                    <a:pt x="8885" y="154"/>
                  </a:cubicBezTo>
                  <a:cubicBezTo>
                    <a:pt x="8862" y="149"/>
                    <a:pt x="8841" y="145"/>
                    <a:pt x="8819" y="140"/>
                  </a:cubicBezTo>
                  <a:cubicBezTo>
                    <a:pt x="8787" y="134"/>
                    <a:pt x="8753" y="128"/>
                    <a:pt x="8721" y="120"/>
                  </a:cubicBezTo>
                  <a:cubicBezTo>
                    <a:pt x="8700" y="117"/>
                    <a:pt x="8680" y="113"/>
                    <a:pt x="8658" y="109"/>
                  </a:cubicBezTo>
                  <a:cubicBezTo>
                    <a:pt x="8624" y="103"/>
                    <a:pt x="8589" y="98"/>
                    <a:pt x="8556" y="91"/>
                  </a:cubicBezTo>
                  <a:cubicBezTo>
                    <a:pt x="8541" y="88"/>
                    <a:pt x="8527" y="87"/>
                    <a:pt x="8514" y="84"/>
                  </a:cubicBezTo>
                  <a:cubicBezTo>
                    <a:pt x="8438" y="73"/>
                    <a:pt x="8364" y="63"/>
                    <a:pt x="8289" y="53"/>
                  </a:cubicBezTo>
                  <a:cubicBezTo>
                    <a:pt x="8276" y="52"/>
                    <a:pt x="8263" y="50"/>
                    <a:pt x="8250" y="48"/>
                  </a:cubicBezTo>
                  <a:lnTo>
                    <a:pt x="8142" y="37"/>
                  </a:lnTo>
                  <a:cubicBezTo>
                    <a:pt x="8123" y="36"/>
                    <a:pt x="8106" y="33"/>
                    <a:pt x="8086" y="32"/>
                  </a:cubicBezTo>
                  <a:cubicBezTo>
                    <a:pt x="8050" y="27"/>
                    <a:pt x="8015" y="25"/>
                    <a:pt x="7979" y="22"/>
                  </a:cubicBezTo>
                  <a:lnTo>
                    <a:pt x="7925" y="19"/>
                  </a:lnTo>
                  <a:cubicBezTo>
                    <a:pt x="7887" y="16"/>
                    <a:pt x="7851" y="14"/>
                    <a:pt x="7814" y="11"/>
                  </a:cubicBezTo>
                  <a:cubicBezTo>
                    <a:pt x="7802" y="11"/>
                    <a:pt x="7791" y="10"/>
                    <a:pt x="7778" y="10"/>
                  </a:cubicBezTo>
                  <a:cubicBezTo>
                    <a:pt x="7689" y="6"/>
                    <a:pt x="7601" y="2"/>
                    <a:pt x="7512" y="1"/>
                  </a:cubicBezTo>
                  <a:lnTo>
                    <a:pt x="7510" y="1"/>
                  </a:lnTo>
                  <a:cubicBezTo>
                    <a:pt x="7482" y="0"/>
                    <a:pt x="7454" y="0"/>
                    <a:pt x="742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5" name="Google Shape;9295;p116"/>
            <p:cNvGrpSpPr/>
            <p:nvPr/>
          </p:nvGrpSpPr>
          <p:grpSpPr>
            <a:xfrm>
              <a:off x="-2755275" y="2288138"/>
              <a:ext cx="365275" cy="354875"/>
              <a:chOff x="-2755275" y="1020175"/>
              <a:chExt cx="365275" cy="354875"/>
            </a:xfrm>
          </p:grpSpPr>
          <p:sp>
            <p:nvSpPr>
              <p:cNvPr id="9296" name="Google Shape;9296;p116"/>
              <p:cNvSpPr/>
              <p:nvPr/>
            </p:nvSpPr>
            <p:spPr>
              <a:xfrm>
                <a:off x="-2755275" y="1020300"/>
                <a:ext cx="365275" cy="354750"/>
              </a:xfrm>
              <a:custGeom>
                <a:rect b="b" l="l" r="r" t="t"/>
                <a:pathLst>
                  <a:path extrusionOk="0" h="14190" w="14611">
                    <a:moveTo>
                      <a:pt x="7309" y="1"/>
                    </a:moveTo>
                    <a:cubicBezTo>
                      <a:pt x="6963" y="1"/>
                      <a:pt x="6616" y="26"/>
                      <a:pt x="6269" y="77"/>
                    </a:cubicBezTo>
                    <a:cubicBezTo>
                      <a:pt x="4405" y="353"/>
                      <a:pt x="2726" y="1356"/>
                      <a:pt x="1602" y="2867"/>
                    </a:cubicBezTo>
                    <a:cubicBezTo>
                      <a:pt x="477" y="4378"/>
                      <a:pt x="0" y="6273"/>
                      <a:pt x="275" y="8134"/>
                    </a:cubicBezTo>
                    <a:cubicBezTo>
                      <a:pt x="550" y="9995"/>
                      <a:pt x="1554" y="11671"/>
                      <a:pt x="3067" y="12792"/>
                    </a:cubicBezTo>
                    <a:cubicBezTo>
                      <a:pt x="4299" y="13705"/>
                      <a:pt x="5786" y="14190"/>
                      <a:pt x="7303" y="14190"/>
                    </a:cubicBezTo>
                    <a:cubicBezTo>
                      <a:pt x="7649" y="14190"/>
                      <a:pt x="7996" y="14165"/>
                      <a:pt x="8342" y="14114"/>
                    </a:cubicBezTo>
                    <a:cubicBezTo>
                      <a:pt x="10206" y="13838"/>
                      <a:pt x="11885" y="12834"/>
                      <a:pt x="13009" y="11323"/>
                    </a:cubicBezTo>
                    <a:cubicBezTo>
                      <a:pt x="14134" y="9813"/>
                      <a:pt x="14611" y="7919"/>
                      <a:pt x="14336" y="6057"/>
                    </a:cubicBezTo>
                    <a:cubicBezTo>
                      <a:pt x="14061" y="4196"/>
                      <a:pt x="13057" y="2520"/>
                      <a:pt x="11544" y="1399"/>
                    </a:cubicBezTo>
                    <a:cubicBezTo>
                      <a:pt x="10312" y="486"/>
                      <a:pt x="8826" y="1"/>
                      <a:pt x="7309" y="1"/>
                    </a:cubicBezTo>
                    <a:close/>
                  </a:path>
                </a:pathLst>
              </a:custGeom>
              <a:solidFill>
                <a:srgbClr val="020001">
                  <a:alpha val="8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16"/>
              <p:cNvSpPr/>
              <p:nvPr/>
            </p:nvSpPr>
            <p:spPr>
              <a:xfrm>
                <a:off x="-2737000" y="1020175"/>
                <a:ext cx="333050" cy="354175"/>
              </a:xfrm>
              <a:custGeom>
                <a:rect b="b" l="l" r="r" t="t"/>
                <a:pathLst>
                  <a:path extrusionOk="0" h="14167" w="13322">
                    <a:moveTo>
                      <a:pt x="6666" y="1"/>
                    </a:moveTo>
                    <a:cubicBezTo>
                      <a:pt x="7261" y="1957"/>
                      <a:pt x="9045" y="4031"/>
                      <a:pt x="8004" y="5732"/>
                    </a:cubicBezTo>
                    <a:cubicBezTo>
                      <a:pt x="7455" y="6679"/>
                      <a:pt x="5887" y="6312"/>
                      <a:pt x="4707" y="6870"/>
                    </a:cubicBezTo>
                    <a:cubicBezTo>
                      <a:pt x="3864" y="7282"/>
                      <a:pt x="2917" y="7215"/>
                      <a:pt x="1977" y="7552"/>
                    </a:cubicBezTo>
                    <a:cubicBezTo>
                      <a:pt x="1852" y="7618"/>
                      <a:pt x="1688" y="7736"/>
                      <a:pt x="1661" y="7875"/>
                    </a:cubicBezTo>
                    <a:cubicBezTo>
                      <a:pt x="1485" y="8790"/>
                      <a:pt x="998" y="9759"/>
                      <a:pt x="1" y="9771"/>
                    </a:cubicBezTo>
                    <a:cubicBezTo>
                      <a:pt x="418" y="10808"/>
                      <a:pt x="1082" y="11755"/>
                      <a:pt x="1978" y="12514"/>
                    </a:cubicBezTo>
                    <a:cubicBezTo>
                      <a:pt x="3132" y="13489"/>
                      <a:pt x="4491" y="14031"/>
                      <a:pt x="5871" y="14166"/>
                    </a:cubicBezTo>
                    <a:cubicBezTo>
                      <a:pt x="5795" y="13857"/>
                      <a:pt x="5741" y="13544"/>
                      <a:pt x="5707" y="13228"/>
                    </a:cubicBezTo>
                    <a:cubicBezTo>
                      <a:pt x="5686" y="13035"/>
                      <a:pt x="5674" y="12840"/>
                      <a:pt x="5666" y="12644"/>
                    </a:cubicBezTo>
                    <a:cubicBezTo>
                      <a:pt x="5454" y="11329"/>
                      <a:pt x="4520" y="10317"/>
                      <a:pt x="3963" y="9106"/>
                    </a:cubicBezTo>
                    <a:cubicBezTo>
                      <a:pt x="3466" y="8021"/>
                      <a:pt x="5191" y="7867"/>
                      <a:pt x="5960" y="7847"/>
                    </a:cubicBezTo>
                    <a:cubicBezTo>
                      <a:pt x="6062" y="7842"/>
                      <a:pt x="6159" y="7839"/>
                      <a:pt x="6250" y="7839"/>
                    </a:cubicBezTo>
                    <a:cubicBezTo>
                      <a:pt x="6432" y="7839"/>
                      <a:pt x="6594" y="7849"/>
                      <a:pt x="6737" y="7868"/>
                    </a:cubicBezTo>
                    <a:cubicBezTo>
                      <a:pt x="7110" y="8043"/>
                      <a:pt x="7463" y="8121"/>
                      <a:pt x="7797" y="8121"/>
                    </a:cubicBezTo>
                    <a:cubicBezTo>
                      <a:pt x="9183" y="8121"/>
                      <a:pt x="10232" y="6778"/>
                      <a:pt x="10965" y="5460"/>
                    </a:cubicBezTo>
                    <a:cubicBezTo>
                      <a:pt x="11079" y="5306"/>
                      <a:pt x="11280" y="5137"/>
                      <a:pt x="11530" y="5112"/>
                    </a:cubicBezTo>
                    <a:cubicBezTo>
                      <a:pt x="11739" y="5045"/>
                      <a:pt x="11958" y="5004"/>
                      <a:pt x="12180" y="4975"/>
                    </a:cubicBezTo>
                    <a:cubicBezTo>
                      <a:pt x="12499" y="4932"/>
                      <a:pt x="12819" y="4911"/>
                      <a:pt x="13140" y="4911"/>
                    </a:cubicBezTo>
                    <a:cubicBezTo>
                      <a:pt x="13200" y="4911"/>
                      <a:pt x="13261" y="4912"/>
                      <a:pt x="13322" y="4913"/>
                    </a:cubicBezTo>
                    <a:cubicBezTo>
                      <a:pt x="12928" y="3688"/>
                      <a:pt x="12203" y="2562"/>
                      <a:pt x="11170" y="1688"/>
                    </a:cubicBezTo>
                    <a:cubicBezTo>
                      <a:pt x="9846" y="569"/>
                      <a:pt x="8251" y="19"/>
                      <a:pt x="66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116"/>
              <p:cNvSpPr/>
              <p:nvPr/>
            </p:nvSpPr>
            <p:spPr>
              <a:xfrm>
                <a:off x="-2664450" y="1114125"/>
                <a:ext cx="175325" cy="167025"/>
              </a:xfrm>
              <a:custGeom>
                <a:rect b="b" l="l" r="r" t="t"/>
                <a:pathLst>
                  <a:path extrusionOk="0" h="6681" w="7013">
                    <a:moveTo>
                      <a:pt x="3684" y="0"/>
                    </a:moveTo>
                    <a:cubicBezTo>
                      <a:pt x="2827" y="0"/>
                      <a:pt x="1968" y="328"/>
                      <a:pt x="1312" y="984"/>
                    </a:cubicBezTo>
                    <a:cubicBezTo>
                      <a:pt x="5" y="2290"/>
                      <a:pt x="1" y="4406"/>
                      <a:pt x="1302" y="5707"/>
                    </a:cubicBezTo>
                    <a:cubicBezTo>
                      <a:pt x="1926" y="6331"/>
                      <a:pt x="2772" y="6681"/>
                      <a:pt x="3654" y="6681"/>
                    </a:cubicBezTo>
                    <a:cubicBezTo>
                      <a:pt x="3657" y="6681"/>
                      <a:pt x="3660" y="6681"/>
                      <a:pt x="3662" y="6681"/>
                    </a:cubicBezTo>
                    <a:cubicBezTo>
                      <a:pt x="4549" y="6679"/>
                      <a:pt x="5399" y="6326"/>
                      <a:pt x="6026" y="5697"/>
                    </a:cubicBezTo>
                    <a:cubicBezTo>
                      <a:pt x="6654" y="5070"/>
                      <a:pt x="7008" y="4219"/>
                      <a:pt x="7010" y="3334"/>
                    </a:cubicBezTo>
                    <a:cubicBezTo>
                      <a:pt x="7012" y="2447"/>
                      <a:pt x="6661" y="1599"/>
                      <a:pt x="6037" y="974"/>
                    </a:cubicBezTo>
                    <a:cubicBezTo>
                      <a:pt x="5388" y="324"/>
                      <a:pt x="4536" y="0"/>
                      <a:pt x="36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116"/>
              <p:cNvSpPr/>
              <p:nvPr/>
            </p:nvSpPr>
            <p:spPr>
              <a:xfrm>
                <a:off x="-2591150" y="1181150"/>
                <a:ext cx="36925" cy="32975"/>
              </a:xfrm>
              <a:custGeom>
                <a:rect b="b" l="l" r="r" t="t"/>
                <a:pathLst>
                  <a:path extrusionOk="0" h="1319" w="1477">
                    <a:moveTo>
                      <a:pt x="738" y="0"/>
                    </a:moveTo>
                    <a:cubicBezTo>
                      <a:pt x="326" y="0"/>
                      <a:pt x="1" y="381"/>
                      <a:pt x="96" y="810"/>
                    </a:cubicBezTo>
                    <a:cubicBezTo>
                      <a:pt x="150" y="1052"/>
                      <a:pt x="345" y="1247"/>
                      <a:pt x="588" y="1302"/>
                    </a:cubicBezTo>
                    <a:cubicBezTo>
                      <a:pt x="639" y="1313"/>
                      <a:pt x="689" y="1319"/>
                      <a:pt x="738" y="1319"/>
                    </a:cubicBezTo>
                    <a:cubicBezTo>
                      <a:pt x="1151" y="1319"/>
                      <a:pt x="1476" y="937"/>
                      <a:pt x="1380" y="508"/>
                    </a:cubicBezTo>
                    <a:cubicBezTo>
                      <a:pt x="1327" y="266"/>
                      <a:pt x="1132" y="71"/>
                      <a:pt x="889" y="17"/>
                    </a:cubicBezTo>
                    <a:cubicBezTo>
                      <a:pt x="838" y="6"/>
                      <a:pt x="787" y="0"/>
                      <a:pt x="7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00" name="Google Shape;9300;p116"/>
          <p:cNvGrpSpPr/>
          <p:nvPr/>
        </p:nvGrpSpPr>
        <p:grpSpPr>
          <a:xfrm rot="462642">
            <a:off x="7356193" y="232561"/>
            <a:ext cx="1264572" cy="903121"/>
            <a:chOff x="-3697515" y="4955078"/>
            <a:chExt cx="799195" cy="570763"/>
          </a:xfrm>
        </p:grpSpPr>
        <p:sp>
          <p:nvSpPr>
            <p:cNvPr id="9301" name="Google Shape;9301;p116"/>
            <p:cNvSpPr/>
            <p:nvPr/>
          </p:nvSpPr>
          <p:spPr>
            <a:xfrm>
              <a:off x="-3697312" y="4955078"/>
              <a:ext cx="798992" cy="570607"/>
            </a:xfrm>
            <a:custGeom>
              <a:rect b="b" l="l" r="r" t="t"/>
              <a:pathLst>
                <a:path extrusionOk="0" h="5614" w="7861">
                  <a:moveTo>
                    <a:pt x="1176" y="0"/>
                  </a:moveTo>
                  <a:cubicBezTo>
                    <a:pt x="1091" y="0"/>
                    <a:pt x="1022" y="70"/>
                    <a:pt x="1022" y="155"/>
                  </a:cubicBezTo>
                  <a:lnTo>
                    <a:pt x="1022" y="268"/>
                  </a:lnTo>
                  <a:lnTo>
                    <a:pt x="325" y="268"/>
                  </a:lnTo>
                  <a:cubicBezTo>
                    <a:pt x="145" y="268"/>
                    <a:pt x="1" y="413"/>
                    <a:pt x="1" y="593"/>
                  </a:cubicBezTo>
                  <a:lnTo>
                    <a:pt x="1" y="2816"/>
                  </a:lnTo>
                  <a:lnTo>
                    <a:pt x="1" y="5289"/>
                  </a:lnTo>
                  <a:cubicBezTo>
                    <a:pt x="1" y="5469"/>
                    <a:pt x="146" y="5613"/>
                    <a:pt x="325" y="5613"/>
                  </a:cubicBezTo>
                  <a:lnTo>
                    <a:pt x="7537" y="5613"/>
                  </a:lnTo>
                  <a:cubicBezTo>
                    <a:pt x="7716" y="5613"/>
                    <a:pt x="7861" y="5469"/>
                    <a:pt x="7861" y="5289"/>
                  </a:cubicBezTo>
                  <a:lnTo>
                    <a:pt x="7861" y="2816"/>
                  </a:lnTo>
                  <a:lnTo>
                    <a:pt x="7861" y="593"/>
                  </a:lnTo>
                  <a:cubicBezTo>
                    <a:pt x="7860" y="414"/>
                    <a:pt x="7715" y="268"/>
                    <a:pt x="7536" y="268"/>
                  </a:cubicBezTo>
                  <a:lnTo>
                    <a:pt x="6870" y="268"/>
                  </a:lnTo>
                  <a:lnTo>
                    <a:pt x="6870" y="155"/>
                  </a:lnTo>
                  <a:cubicBezTo>
                    <a:pt x="6870" y="70"/>
                    <a:pt x="6801" y="0"/>
                    <a:pt x="6715" y="0"/>
                  </a:cubicBezTo>
                  <a:lnTo>
                    <a:pt x="6355" y="0"/>
                  </a:lnTo>
                  <a:cubicBezTo>
                    <a:pt x="6270" y="0"/>
                    <a:pt x="6200" y="70"/>
                    <a:pt x="6200" y="155"/>
                  </a:cubicBezTo>
                  <a:lnTo>
                    <a:pt x="6200" y="268"/>
                  </a:lnTo>
                  <a:lnTo>
                    <a:pt x="1690" y="268"/>
                  </a:lnTo>
                  <a:lnTo>
                    <a:pt x="1690" y="155"/>
                  </a:lnTo>
                  <a:cubicBezTo>
                    <a:pt x="1690" y="70"/>
                    <a:pt x="1621" y="0"/>
                    <a:pt x="153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116"/>
            <p:cNvSpPr/>
            <p:nvPr/>
          </p:nvSpPr>
          <p:spPr>
            <a:xfrm>
              <a:off x="-3697515" y="4982572"/>
              <a:ext cx="799094" cy="543266"/>
            </a:xfrm>
            <a:custGeom>
              <a:rect b="b" l="l" r="r" t="t"/>
              <a:pathLst>
                <a:path extrusionOk="0" h="5345" w="7862">
                  <a:moveTo>
                    <a:pt x="7539" y="1"/>
                  </a:moveTo>
                  <a:cubicBezTo>
                    <a:pt x="7539" y="1"/>
                    <a:pt x="7538" y="1"/>
                    <a:pt x="7538" y="1"/>
                  </a:cubicBezTo>
                  <a:lnTo>
                    <a:pt x="325" y="1"/>
                  </a:lnTo>
                  <a:cubicBezTo>
                    <a:pt x="147" y="1"/>
                    <a:pt x="1" y="146"/>
                    <a:pt x="1" y="325"/>
                  </a:cubicBezTo>
                  <a:lnTo>
                    <a:pt x="1" y="5020"/>
                  </a:lnTo>
                  <a:cubicBezTo>
                    <a:pt x="1" y="5200"/>
                    <a:pt x="146" y="5344"/>
                    <a:pt x="325" y="5344"/>
                  </a:cubicBezTo>
                  <a:lnTo>
                    <a:pt x="7538" y="5344"/>
                  </a:lnTo>
                  <a:cubicBezTo>
                    <a:pt x="7716" y="5344"/>
                    <a:pt x="7862" y="5200"/>
                    <a:pt x="7862" y="5020"/>
                  </a:cubicBezTo>
                  <a:lnTo>
                    <a:pt x="7862" y="325"/>
                  </a:lnTo>
                  <a:cubicBezTo>
                    <a:pt x="7862" y="147"/>
                    <a:pt x="7718" y="1"/>
                    <a:pt x="75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116"/>
            <p:cNvSpPr/>
            <p:nvPr/>
          </p:nvSpPr>
          <p:spPr>
            <a:xfrm>
              <a:off x="-3697515" y="5241452"/>
              <a:ext cx="799094" cy="284389"/>
            </a:xfrm>
            <a:custGeom>
              <a:rect b="b" l="l" r="r" t="t"/>
              <a:pathLst>
                <a:path extrusionOk="0" h="2798" w="7862">
                  <a:moveTo>
                    <a:pt x="1" y="1"/>
                  </a:moveTo>
                  <a:lnTo>
                    <a:pt x="1" y="2473"/>
                  </a:lnTo>
                  <a:cubicBezTo>
                    <a:pt x="1" y="2653"/>
                    <a:pt x="146" y="2797"/>
                    <a:pt x="325" y="2797"/>
                  </a:cubicBezTo>
                  <a:lnTo>
                    <a:pt x="7538" y="2797"/>
                  </a:lnTo>
                  <a:cubicBezTo>
                    <a:pt x="7716" y="2797"/>
                    <a:pt x="7862" y="2653"/>
                    <a:pt x="7862" y="2473"/>
                  </a:cubicBezTo>
                  <a:lnTo>
                    <a:pt x="786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116"/>
            <p:cNvSpPr/>
            <p:nvPr/>
          </p:nvSpPr>
          <p:spPr>
            <a:xfrm>
              <a:off x="-3097235" y="5017028"/>
              <a:ext cx="128168" cy="128066"/>
            </a:xfrm>
            <a:custGeom>
              <a:rect b="b" l="l" r="r" t="t"/>
              <a:pathLst>
                <a:path extrusionOk="0" h="1260" w="1261">
                  <a:moveTo>
                    <a:pt x="631" y="0"/>
                  </a:moveTo>
                  <a:cubicBezTo>
                    <a:pt x="283" y="0"/>
                    <a:pt x="1" y="282"/>
                    <a:pt x="1" y="630"/>
                  </a:cubicBezTo>
                  <a:cubicBezTo>
                    <a:pt x="1" y="977"/>
                    <a:pt x="283" y="1259"/>
                    <a:pt x="631" y="1259"/>
                  </a:cubicBezTo>
                  <a:cubicBezTo>
                    <a:pt x="978" y="1259"/>
                    <a:pt x="1260" y="977"/>
                    <a:pt x="1260" y="630"/>
                  </a:cubicBezTo>
                  <a:cubicBezTo>
                    <a:pt x="1260" y="282"/>
                    <a:pt x="978"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116"/>
            <p:cNvSpPr/>
            <p:nvPr/>
          </p:nvSpPr>
          <p:spPr>
            <a:xfrm>
              <a:off x="-3079753" y="5034409"/>
              <a:ext cx="93204" cy="93204"/>
            </a:xfrm>
            <a:custGeom>
              <a:rect b="b" l="l" r="r" t="t"/>
              <a:pathLst>
                <a:path extrusionOk="0" h="917" w="917">
                  <a:moveTo>
                    <a:pt x="459" y="0"/>
                  </a:moveTo>
                  <a:cubicBezTo>
                    <a:pt x="206" y="0"/>
                    <a:pt x="0" y="206"/>
                    <a:pt x="0" y="459"/>
                  </a:cubicBezTo>
                  <a:cubicBezTo>
                    <a:pt x="0" y="711"/>
                    <a:pt x="206" y="917"/>
                    <a:pt x="459" y="917"/>
                  </a:cubicBezTo>
                  <a:cubicBezTo>
                    <a:pt x="711" y="917"/>
                    <a:pt x="917" y="711"/>
                    <a:pt x="917" y="459"/>
                  </a:cubicBezTo>
                  <a:cubicBezTo>
                    <a:pt x="917" y="206"/>
                    <a:pt x="711" y="0"/>
                    <a:pt x="4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116"/>
            <p:cNvSpPr/>
            <p:nvPr/>
          </p:nvSpPr>
          <p:spPr>
            <a:xfrm>
              <a:off x="-3045704" y="4982470"/>
              <a:ext cx="25207" cy="419468"/>
            </a:xfrm>
            <a:custGeom>
              <a:rect b="b" l="l" r="r" t="t"/>
              <a:pathLst>
                <a:path extrusionOk="0" h="4127" w="248">
                  <a:moveTo>
                    <a:pt x="1" y="1"/>
                  </a:moveTo>
                  <a:lnTo>
                    <a:pt x="1" y="4127"/>
                  </a:lnTo>
                  <a:lnTo>
                    <a:pt x="247" y="4127"/>
                  </a:lnTo>
                  <a:lnTo>
                    <a:pt x="2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116"/>
            <p:cNvSpPr/>
            <p:nvPr/>
          </p:nvSpPr>
          <p:spPr>
            <a:xfrm>
              <a:off x="-3067252" y="5057888"/>
              <a:ext cx="68200" cy="46449"/>
            </a:xfrm>
            <a:custGeom>
              <a:rect b="b" l="l" r="r" t="t"/>
              <a:pathLst>
                <a:path extrusionOk="0" h="457" w="671">
                  <a:moveTo>
                    <a:pt x="190" y="1"/>
                  </a:moveTo>
                  <a:cubicBezTo>
                    <a:pt x="86" y="1"/>
                    <a:pt x="0" y="86"/>
                    <a:pt x="0" y="190"/>
                  </a:cubicBezTo>
                  <a:lnTo>
                    <a:pt x="0" y="268"/>
                  </a:lnTo>
                  <a:cubicBezTo>
                    <a:pt x="0" y="372"/>
                    <a:pt x="86" y="457"/>
                    <a:pt x="190" y="457"/>
                  </a:cubicBezTo>
                  <a:lnTo>
                    <a:pt x="481" y="457"/>
                  </a:lnTo>
                  <a:cubicBezTo>
                    <a:pt x="586" y="457"/>
                    <a:pt x="671" y="372"/>
                    <a:pt x="671" y="268"/>
                  </a:cubicBezTo>
                  <a:lnTo>
                    <a:pt x="671" y="190"/>
                  </a:lnTo>
                  <a:cubicBezTo>
                    <a:pt x="671" y="84"/>
                    <a:pt x="586" y="1"/>
                    <a:pt x="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116"/>
            <p:cNvSpPr/>
            <p:nvPr/>
          </p:nvSpPr>
          <p:spPr>
            <a:xfrm>
              <a:off x="-3067150" y="4955434"/>
              <a:ext cx="68099" cy="27341"/>
            </a:xfrm>
            <a:custGeom>
              <a:rect b="b" l="l" r="r" t="t"/>
              <a:pathLst>
                <a:path extrusionOk="0" h="269" w="670">
                  <a:moveTo>
                    <a:pt x="519" y="0"/>
                  </a:moveTo>
                  <a:cubicBezTo>
                    <a:pt x="518" y="0"/>
                    <a:pt x="516" y="0"/>
                    <a:pt x="515" y="0"/>
                  </a:cubicBezTo>
                  <a:lnTo>
                    <a:pt x="155" y="0"/>
                  </a:lnTo>
                  <a:cubicBezTo>
                    <a:pt x="70" y="0"/>
                    <a:pt x="0" y="69"/>
                    <a:pt x="0" y="155"/>
                  </a:cubicBezTo>
                  <a:lnTo>
                    <a:pt x="0" y="269"/>
                  </a:lnTo>
                  <a:lnTo>
                    <a:pt x="670" y="269"/>
                  </a:lnTo>
                  <a:lnTo>
                    <a:pt x="670" y="155"/>
                  </a:lnTo>
                  <a:cubicBezTo>
                    <a:pt x="670" y="70"/>
                    <a:pt x="603" y="0"/>
                    <a:pt x="5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116"/>
            <p:cNvSpPr/>
            <p:nvPr/>
          </p:nvSpPr>
          <p:spPr>
            <a:xfrm>
              <a:off x="-3593742" y="4955434"/>
              <a:ext cx="68200" cy="27341"/>
            </a:xfrm>
            <a:custGeom>
              <a:rect b="b" l="l" r="r" t="t"/>
              <a:pathLst>
                <a:path extrusionOk="0" h="269" w="671">
                  <a:moveTo>
                    <a:pt x="152" y="0"/>
                  </a:moveTo>
                  <a:cubicBezTo>
                    <a:pt x="68" y="0"/>
                    <a:pt x="1" y="70"/>
                    <a:pt x="1" y="155"/>
                  </a:cubicBezTo>
                  <a:lnTo>
                    <a:pt x="1" y="269"/>
                  </a:lnTo>
                  <a:lnTo>
                    <a:pt x="670" y="269"/>
                  </a:lnTo>
                  <a:lnTo>
                    <a:pt x="670" y="155"/>
                  </a:lnTo>
                  <a:cubicBezTo>
                    <a:pt x="670" y="69"/>
                    <a:pt x="601" y="0"/>
                    <a:pt x="516" y="0"/>
                  </a:cubicBezTo>
                  <a:lnTo>
                    <a:pt x="155" y="0"/>
                  </a:lnTo>
                  <a:cubicBezTo>
                    <a:pt x="154" y="0"/>
                    <a:pt x="153" y="0"/>
                    <a:pt x="1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116"/>
            <p:cNvSpPr/>
            <p:nvPr/>
          </p:nvSpPr>
          <p:spPr>
            <a:xfrm>
              <a:off x="-3053225" y="4962447"/>
              <a:ext cx="40148" cy="40249"/>
            </a:xfrm>
            <a:custGeom>
              <a:rect b="b" l="l" r="r" t="t"/>
              <a:pathLst>
                <a:path extrusionOk="0" h="396" w="395">
                  <a:moveTo>
                    <a:pt x="198" y="0"/>
                  </a:moveTo>
                  <a:cubicBezTo>
                    <a:pt x="88" y="0"/>
                    <a:pt x="0" y="89"/>
                    <a:pt x="0" y="198"/>
                  </a:cubicBezTo>
                  <a:cubicBezTo>
                    <a:pt x="0" y="307"/>
                    <a:pt x="88" y="396"/>
                    <a:pt x="198" y="396"/>
                  </a:cubicBezTo>
                  <a:cubicBezTo>
                    <a:pt x="307" y="396"/>
                    <a:pt x="395" y="307"/>
                    <a:pt x="395" y="198"/>
                  </a:cubicBezTo>
                  <a:cubicBezTo>
                    <a:pt x="395" y="89"/>
                    <a:pt x="307" y="0"/>
                    <a:pt x="1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116"/>
            <p:cNvSpPr/>
            <p:nvPr/>
          </p:nvSpPr>
          <p:spPr>
            <a:xfrm>
              <a:off x="-3044078" y="4971595"/>
              <a:ext cx="21853" cy="21853"/>
            </a:xfrm>
            <a:custGeom>
              <a:rect b="b" l="l" r="r" t="t"/>
              <a:pathLst>
                <a:path extrusionOk="0" h="215" w="215">
                  <a:moveTo>
                    <a:pt x="108" y="0"/>
                  </a:moveTo>
                  <a:cubicBezTo>
                    <a:pt x="49" y="0"/>
                    <a:pt x="0" y="49"/>
                    <a:pt x="0" y="108"/>
                  </a:cubicBezTo>
                  <a:cubicBezTo>
                    <a:pt x="0" y="167"/>
                    <a:pt x="49" y="215"/>
                    <a:pt x="108" y="215"/>
                  </a:cubicBezTo>
                  <a:cubicBezTo>
                    <a:pt x="166" y="215"/>
                    <a:pt x="215" y="167"/>
                    <a:pt x="215" y="108"/>
                  </a:cubicBezTo>
                  <a:cubicBezTo>
                    <a:pt x="215" y="49"/>
                    <a:pt x="166" y="0"/>
                    <a:pt x="1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116"/>
            <p:cNvSpPr/>
            <p:nvPr/>
          </p:nvSpPr>
          <p:spPr>
            <a:xfrm>
              <a:off x="-3050977" y="5384004"/>
              <a:ext cx="35676" cy="35676"/>
            </a:xfrm>
            <a:custGeom>
              <a:rect b="b" l="l" r="r" t="t"/>
              <a:pathLst>
                <a:path extrusionOk="0" h="351" w="351">
                  <a:moveTo>
                    <a:pt x="176" y="0"/>
                  </a:moveTo>
                  <a:cubicBezTo>
                    <a:pt x="79" y="0"/>
                    <a:pt x="0" y="78"/>
                    <a:pt x="0" y="176"/>
                  </a:cubicBezTo>
                  <a:cubicBezTo>
                    <a:pt x="0" y="273"/>
                    <a:pt x="79" y="351"/>
                    <a:pt x="176" y="351"/>
                  </a:cubicBezTo>
                  <a:cubicBezTo>
                    <a:pt x="273" y="351"/>
                    <a:pt x="351" y="273"/>
                    <a:pt x="351" y="176"/>
                  </a:cubicBezTo>
                  <a:cubicBezTo>
                    <a:pt x="351" y="78"/>
                    <a:pt x="273" y="0"/>
                    <a:pt x="1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116"/>
            <p:cNvSpPr/>
            <p:nvPr/>
          </p:nvSpPr>
          <p:spPr>
            <a:xfrm>
              <a:off x="-3042045" y="5392999"/>
              <a:ext cx="17787" cy="17685"/>
            </a:xfrm>
            <a:custGeom>
              <a:rect b="b" l="l" r="r" t="t"/>
              <a:pathLst>
                <a:path extrusionOk="0" h="174" w="175">
                  <a:moveTo>
                    <a:pt x="88" y="1"/>
                  </a:moveTo>
                  <a:cubicBezTo>
                    <a:pt x="40" y="1"/>
                    <a:pt x="1" y="39"/>
                    <a:pt x="1" y="88"/>
                  </a:cubicBezTo>
                  <a:cubicBezTo>
                    <a:pt x="1" y="135"/>
                    <a:pt x="40" y="173"/>
                    <a:pt x="88" y="173"/>
                  </a:cubicBezTo>
                  <a:cubicBezTo>
                    <a:pt x="135" y="173"/>
                    <a:pt x="174" y="135"/>
                    <a:pt x="174" y="88"/>
                  </a:cubicBezTo>
                  <a:cubicBezTo>
                    <a:pt x="174" y="39"/>
                    <a:pt x="135" y="1"/>
                    <a:pt x="8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116"/>
            <p:cNvSpPr/>
            <p:nvPr/>
          </p:nvSpPr>
          <p:spPr>
            <a:xfrm>
              <a:off x="-3098048" y="5389340"/>
              <a:ext cx="77551" cy="75823"/>
            </a:xfrm>
            <a:custGeom>
              <a:rect b="b" l="l" r="r" t="t"/>
              <a:pathLst>
                <a:path extrusionOk="0" h="746" w="763">
                  <a:moveTo>
                    <a:pt x="515" y="1"/>
                  </a:moveTo>
                  <a:lnTo>
                    <a:pt x="68" y="334"/>
                  </a:lnTo>
                  <a:cubicBezTo>
                    <a:pt x="8" y="378"/>
                    <a:pt x="1" y="468"/>
                    <a:pt x="54" y="522"/>
                  </a:cubicBezTo>
                  <a:lnTo>
                    <a:pt x="241" y="709"/>
                  </a:lnTo>
                  <a:cubicBezTo>
                    <a:pt x="266" y="734"/>
                    <a:pt x="298" y="746"/>
                    <a:pt x="329" y="746"/>
                  </a:cubicBezTo>
                  <a:cubicBezTo>
                    <a:pt x="367" y="746"/>
                    <a:pt x="404" y="729"/>
                    <a:pt x="429" y="695"/>
                  </a:cubicBezTo>
                  <a:lnTo>
                    <a:pt x="762" y="248"/>
                  </a:lnTo>
                  <a:lnTo>
                    <a:pt x="5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116"/>
            <p:cNvSpPr/>
            <p:nvPr/>
          </p:nvSpPr>
          <p:spPr>
            <a:xfrm>
              <a:off x="-3042045" y="5392999"/>
              <a:ext cx="17787" cy="17685"/>
            </a:xfrm>
            <a:custGeom>
              <a:rect b="b" l="l" r="r" t="t"/>
              <a:pathLst>
                <a:path extrusionOk="0" h="174" w="175">
                  <a:moveTo>
                    <a:pt x="88" y="1"/>
                  </a:moveTo>
                  <a:cubicBezTo>
                    <a:pt x="40" y="1"/>
                    <a:pt x="1" y="39"/>
                    <a:pt x="1" y="88"/>
                  </a:cubicBezTo>
                  <a:cubicBezTo>
                    <a:pt x="1" y="135"/>
                    <a:pt x="40" y="173"/>
                    <a:pt x="88" y="173"/>
                  </a:cubicBezTo>
                  <a:cubicBezTo>
                    <a:pt x="135" y="173"/>
                    <a:pt x="174" y="135"/>
                    <a:pt x="174" y="88"/>
                  </a:cubicBezTo>
                  <a:cubicBezTo>
                    <a:pt x="174" y="39"/>
                    <a:pt x="135" y="1"/>
                    <a:pt x="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116"/>
            <p:cNvSpPr/>
            <p:nvPr/>
          </p:nvSpPr>
          <p:spPr>
            <a:xfrm>
              <a:off x="-3643748" y="5451646"/>
              <a:ext cx="46449" cy="46449"/>
            </a:xfrm>
            <a:custGeom>
              <a:rect b="b" l="l" r="r" t="t"/>
              <a:pathLst>
                <a:path extrusionOk="0" h="457" w="457">
                  <a:moveTo>
                    <a:pt x="228" y="1"/>
                  </a:moveTo>
                  <a:cubicBezTo>
                    <a:pt x="102" y="1"/>
                    <a:pt x="0" y="103"/>
                    <a:pt x="0" y="229"/>
                  </a:cubicBezTo>
                  <a:cubicBezTo>
                    <a:pt x="0" y="355"/>
                    <a:pt x="102" y="457"/>
                    <a:pt x="228" y="457"/>
                  </a:cubicBezTo>
                  <a:cubicBezTo>
                    <a:pt x="354" y="457"/>
                    <a:pt x="456" y="355"/>
                    <a:pt x="456" y="229"/>
                  </a:cubicBezTo>
                  <a:cubicBezTo>
                    <a:pt x="456" y="103"/>
                    <a:pt x="354" y="1"/>
                    <a:pt x="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116"/>
            <p:cNvSpPr/>
            <p:nvPr/>
          </p:nvSpPr>
          <p:spPr>
            <a:xfrm>
              <a:off x="-3638870" y="5458761"/>
              <a:ext cx="35676" cy="32830"/>
            </a:xfrm>
            <a:custGeom>
              <a:rect b="b" l="l" r="r" t="t"/>
              <a:pathLst>
                <a:path extrusionOk="0" h="323" w="351">
                  <a:moveTo>
                    <a:pt x="176" y="0"/>
                  </a:moveTo>
                  <a:cubicBezTo>
                    <a:pt x="100" y="0"/>
                    <a:pt x="32" y="54"/>
                    <a:pt x="17" y="132"/>
                  </a:cubicBezTo>
                  <a:cubicBezTo>
                    <a:pt x="1" y="219"/>
                    <a:pt x="58" y="303"/>
                    <a:pt x="145" y="320"/>
                  </a:cubicBezTo>
                  <a:cubicBezTo>
                    <a:pt x="155" y="322"/>
                    <a:pt x="166" y="323"/>
                    <a:pt x="176" y="323"/>
                  </a:cubicBezTo>
                  <a:cubicBezTo>
                    <a:pt x="252" y="323"/>
                    <a:pt x="320" y="269"/>
                    <a:pt x="334" y="192"/>
                  </a:cubicBezTo>
                  <a:cubicBezTo>
                    <a:pt x="351" y="104"/>
                    <a:pt x="293" y="19"/>
                    <a:pt x="206" y="3"/>
                  </a:cubicBezTo>
                  <a:cubicBezTo>
                    <a:pt x="196" y="1"/>
                    <a:pt x="186" y="0"/>
                    <a:pt x="1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116"/>
            <p:cNvSpPr/>
            <p:nvPr/>
          </p:nvSpPr>
          <p:spPr>
            <a:xfrm>
              <a:off x="-3628807" y="5466790"/>
              <a:ext cx="16364" cy="16262"/>
            </a:xfrm>
            <a:custGeom>
              <a:rect b="b" l="l" r="r" t="t"/>
              <a:pathLst>
                <a:path extrusionOk="0" h="160" w="161">
                  <a:moveTo>
                    <a:pt x="81" y="0"/>
                  </a:moveTo>
                  <a:cubicBezTo>
                    <a:pt x="37" y="0"/>
                    <a:pt x="1" y="35"/>
                    <a:pt x="1" y="80"/>
                  </a:cubicBezTo>
                  <a:cubicBezTo>
                    <a:pt x="1" y="124"/>
                    <a:pt x="37" y="159"/>
                    <a:pt x="81" y="159"/>
                  </a:cubicBezTo>
                  <a:cubicBezTo>
                    <a:pt x="126" y="159"/>
                    <a:pt x="161" y="124"/>
                    <a:pt x="161" y="80"/>
                  </a:cubicBezTo>
                  <a:cubicBezTo>
                    <a:pt x="161" y="35"/>
                    <a:pt x="126" y="0"/>
                    <a:pt x="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116"/>
            <p:cNvSpPr/>
            <p:nvPr/>
          </p:nvSpPr>
          <p:spPr>
            <a:xfrm>
              <a:off x="-3655640" y="5014284"/>
              <a:ext cx="489905" cy="454636"/>
            </a:xfrm>
            <a:custGeom>
              <a:rect b="b" l="l" r="r" t="t"/>
              <a:pathLst>
                <a:path extrusionOk="0" h="4473" w="4820">
                  <a:moveTo>
                    <a:pt x="2412" y="1"/>
                  </a:moveTo>
                  <a:cubicBezTo>
                    <a:pt x="2096" y="1"/>
                    <a:pt x="1780" y="67"/>
                    <a:pt x="1487" y="200"/>
                  </a:cubicBezTo>
                  <a:cubicBezTo>
                    <a:pt x="1249" y="309"/>
                    <a:pt x="1026" y="460"/>
                    <a:pt x="830" y="656"/>
                  </a:cubicBezTo>
                  <a:cubicBezTo>
                    <a:pt x="634" y="850"/>
                    <a:pt x="484" y="1074"/>
                    <a:pt x="375" y="1312"/>
                  </a:cubicBezTo>
                  <a:cubicBezTo>
                    <a:pt x="1" y="2135"/>
                    <a:pt x="153" y="3140"/>
                    <a:pt x="830" y="3818"/>
                  </a:cubicBezTo>
                  <a:cubicBezTo>
                    <a:pt x="1267" y="4254"/>
                    <a:pt x="1839" y="4473"/>
                    <a:pt x="2411" y="4473"/>
                  </a:cubicBezTo>
                  <a:cubicBezTo>
                    <a:pt x="2720" y="4473"/>
                    <a:pt x="3030" y="4408"/>
                    <a:pt x="3319" y="4280"/>
                  </a:cubicBezTo>
                  <a:cubicBezTo>
                    <a:pt x="3563" y="4172"/>
                    <a:pt x="3791" y="4019"/>
                    <a:pt x="3992" y="3818"/>
                  </a:cubicBezTo>
                  <a:cubicBezTo>
                    <a:pt x="4194" y="3617"/>
                    <a:pt x="4347" y="3387"/>
                    <a:pt x="4456" y="3144"/>
                  </a:cubicBezTo>
                  <a:cubicBezTo>
                    <a:pt x="4819" y="2322"/>
                    <a:pt x="4665" y="1327"/>
                    <a:pt x="3992" y="656"/>
                  </a:cubicBezTo>
                  <a:cubicBezTo>
                    <a:pt x="3556" y="219"/>
                    <a:pt x="2984" y="1"/>
                    <a:pt x="24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116"/>
            <p:cNvSpPr/>
            <p:nvPr/>
          </p:nvSpPr>
          <p:spPr>
            <a:xfrm>
              <a:off x="-3612240" y="5044065"/>
              <a:ext cx="414488" cy="394973"/>
            </a:xfrm>
            <a:custGeom>
              <a:rect b="b" l="l" r="r" t="t"/>
              <a:pathLst>
                <a:path extrusionOk="0" h="3886" w="4078">
                  <a:moveTo>
                    <a:pt x="1984" y="0"/>
                  </a:moveTo>
                  <a:cubicBezTo>
                    <a:pt x="1710" y="0"/>
                    <a:pt x="1436" y="58"/>
                    <a:pt x="1182" y="174"/>
                  </a:cubicBezTo>
                  <a:cubicBezTo>
                    <a:pt x="975" y="269"/>
                    <a:pt x="781" y="400"/>
                    <a:pt x="611" y="570"/>
                  </a:cubicBezTo>
                  <a:cubicBezTo>
                    <a:pt x="441" y="739"/>
                    <a:pt x="309" y="934"/>
                    <a:pt x="216" y="1141"/>
                  </a:cubicBezTo>
                  <a:cubicBezTo>
                    <a:pt x="130" y="1326"/>
                    <a:pt x="77" y="1524"/>
                    <a:pt x="54" y="1724"/>
                  </a:cubicBezTo>
                  <a:cubicBezTo>
                    <a:pt x="1" y="2189"/>
                    <a:pt x="118" y="2670"/>
                    <a:pt x="401" y="3068"/>
                  </a:cubicBezTo>
                  <a:cubicBezTo>
                    <a:pt x="461" y="3156"/>
                    <a:pt x="532" y="3239"/>
                    <a:pt x="610" y="3316"/>
                  </a:cubicBezTo>
                  <a:cubicBezTo>
                    <a:pt x="989" y="3696"/>
                    <a:pt x="1486" y="3886"/>
                    <a:pt x="1983" y="3886"/>
                  </a:cubicBezTo>
                  <a:cubicBezTo>
                    <a:pt x="2252" y="3886"/>
                    <a:pt x="2521" y="3830"/>
                    <a:pt x="2772" y="3719"/>
                  </a:cubicBezTo>
                  <a:cubicBezTo>
                    <a:pt x="2984" y="3625"/>
                    <a:pt x="3184" y="3491"/>
                    <a:pt x="3358" y="3316"/>
                  </a:cubicBezTo>
                  <a:cubicBezTo>
                    <a:pt x="3531" y="3143"/>
                    <a:pt x="3666" y="2944"/>
                    <a:pt x="3760" y="2731"/>
                  </a:cubicBezTo>
                  <a:cubicBezTo>
                    <a:pt x="4077" y="2019"/>
                    <a:pt x="3943" y="1154"/>
                    <a:pt x="3358" y="570"/>
                  </a:cubicBezTo>
                  <a:cubicBezTo>
                    <a:pt x="2978" y="190"/>
                    <a:pt x="2481" y="0"/>
                    <a:pt x="19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116"/>
            <p:cNvSpPr/>
            <p:nvPr/>
          </p:nvSpPr>
          <p:spPr>
            <a:xfrm>
              <a:off x="-3515378" y="5148755"/>
              <a:ext cx="210192" cy="185086"/>
            </a:xfrm>
            <a:custGeom>
              <a:rect b="b" l="l" r="r" t="t"/>
              <a:pathLst>
                <a:path extrusionOk="0" h="1821" w="2068">
                  <a:moveTo>
                    <a:pt x="1034" y="1"/>
                  </a:moveTo>
                  <a:cubicBezTo>
                    <a:pt x="916" y="1"/>
                    <a:pt x="796" y="24"/>
                    <a:pt x="681" y="73"/>
                  </a:cubicBezTo>
                  <a:cubicBezTo>
                    <a:pt x="218" y="268"/>
                    <a:pt x="0" y="800"/>
                    <a:pt x="195" y="1263"/>
                  </a:cubicBezTo>
                  <a:cubicBezTo>
                    <a:pt x="342" y="1611"/>
                    <a:pt x="679" y="1820"/>
                    <a:pt x="1034" y="1820"/>
                  </a:cubicBezTo>
                  <a:cubicBezTo>
                    <a:pt x="1152" y="1820"/>
                    <a:pt x="1272" y="1797"/>
                    <a:pt x="1387" y="1748"/>
                  </a:cubicBezTo>
                  <a:cubicBezTo>
                    <a:pt x="1850" y="1553"/>
                    <a:pt x="2068" y="1020"/>
                    <a:pt x="1872" y="558"/>
                  </a:cubicBezTo>
                  <a:cubicBezTo>
                    <a:pt x="1726" y="210"/>
                    <a:pt x="1389" y="1"/>
                    <a:pt x="10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116"/>
            <p:cNvSpPr/>
            <p:nvPr/>
          </p:nvSpPr>
          <p:spPr>
            <a:xfrm>
              <a:off x="-3503588" y="5156988"/>
              <a:ext cx="185696" cy="169231"/>
            </a:xfrm>
            <a:custGeom>
              <a:rect b="b" l="l" r="r" t="t"/>
              <a:pathLst>
                <a:path extrusionOk="0" h="1665" w="1827">
                  <a:moveTo>
                    <a:pt x="913" y="1"/>
                  </a:moveTo>
                  <a:cubicBezTo>
                    <a:pt x="700" y="1"/>
                    <a:pt x="488" y="82"/>
                    <a:pt x="325" y="244"/>
                  </a:cubicBezTo>
                  <a:cubicBezTo>
                    <a:pt x="0" y="568"/>
                    <a:pt x="0" y="1096"/>
                    <a:pt x="325" y="1421"/>
                  </a:cubicBezTo>
                  <a:cubicBezTo>
                    <a:pt x="488" y="1583"/>
                    <a:pt x="700" y="1665"/>
                    <a:pt x="913" y="1665"/>
                  </a:cubicBezTo>
                  <a:cubicBezTo>
                    <a:pt x="1126" y="1665"/>
                    <a:pt x="1339" y="1583"/>
                    <a:pt x="1502" y="1421"/>
                  </a:cubicBezTo>
                  <a:cubicBezTo>
                    <a:pt x="1827" y="1096"/>
                    <a:pt x="1827" y="568"/>
                    <a:pt x="1502" y="244"/>
                  </a:cubicBezTo>
                  <a:cubicBezTo>
                    <a:pt x="1339" y="82"/>
                    <a:pt x="1126" y="1"/>
                    <a:pt x="9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116"/>
            <p:cNvSpPr/>
            <p:nvPr/>
          </p:nvSpPr>
          <p:spPr>
            <a:xfrm>
              <a:off x="-3482752" y="5169388"/>
              <a:ext cx="151240" cy="144329"/>
            </a:xfrm>
            <a:custGeom>
              <a:rect b="b" l="l" r="r" t="t"/>
              <a:pathLst>
                <a:path extrusionOk="0" h="1420" w="1488">
                  <a:moveTo>
                    <a:pt x="709" y="112"/>
                  </a:moveTo>
                  <a:cubicBezTo>
                    <a:pt x="863" y="112"/>
                    <a:pt x="1017" y="171"/>
                    <a:pt x="1132" y="285"/>
                  </a:cubicBezTo>
                  <a:cubicBezTo>
                    <a:pt x="1366" y="519"/>
                    <a:pt x="1366" y="896"/>
                    <a:pt x="1132" y="1130"/>
                  </a:cubicBezTo>
                  <a:cubicBezTo>
                    <a:pt x="1016" y="1247"/>
                    <a:pt x="863" y="1305"/>
                    <a:pt x="710" y="1305"/>
                  </a:cubicBezTo>
                  <a:cubicBezTo>
                    <a:pt x="558" y="1305"/>
                    <a:pt x="405" y="1247"/>
                    <a:pt x="288" y="1130"/>
                  </a:cubicBezTo>
                  <a:cubicBezTo>
                    <a:pt x="175" y="1018"/>
                    <a:pt x="113" y="869"/>
                    <a:pt x="113" y="709"/>
                  </a:cubicBezTo>
                  <a:cubicBezTo>
                    <a:pt x="113" y="550"/>
                    <a:pt x="176" y="399"/>
                    <a:pt x="288" y="286"/>
                  </a:cubicBezTo>
                  <a:cubicBezTo>
                    <a:pt x="404" y="171"/>
                    <a:pt x="557" y="112"/>
                    <a:pt x="709" y="112"/>
                  </a:cubicBezTo>
                  <a:close/>
                  <a:moveTo>
                    <a:pt x="709" y="1"/>
                  </a:moveTo>
                  <a:cubicBezTo>
                    <a:pt x="521" y="1"/>
                    <a:pt x="342" y="74"/>
                    <a:pt x="208" y="208"/>
                  </a:cubicBezTo>
                  <a:cubicBezTo>
                    <a:pt x="74" y="342"/>
                    <a:pt x="0" y="520"/>
                    <a:pt x="0" y="710"/>
                  </a:cubicBezTo>
                  <a:cubicBezTo>
                    <a:pt x="0" y="899"/>
                    <a:pt x="74" y="1077"/>
                    <a:pt x="208" y="1211"/>
                  </a:cubicBezTo>
                  <a:cubicBezTo>
                    <a:pt x="342" y="1345"/>
                    <a:pt x="521" y="1420"/>
                    <a:pt x="709" y="1420"/>
                  </a:cubicBezTo>
                  <a:cubicBezTo>
                    <a:pt x="899" y="1420"/>
                    <a:pt x="1078" y="1344"/>
                    <a:pt x="1211" y="1210"/>
                  </a:cubicBezTo>
                  <a:cubicBezTo>
                    <a:pt x="1487" y="935"/>
                    <a:pt x="1487" y="484"/>
                    <a:pt x="1211" y="208"/>
                  </a:cubicBezTo>
                  <a:cubicBezTo>
                    <a:pt x="1078" y="74"/>
                    <a:pt x="899" y="1"/>
                    <a:pt x="7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116"/>
            <p:cNvSpPr/>
            <p:nvPr/>
          </p:nvSpPr>
          <p:spPr>
            <a:xfrm>
              <a:off x="-3463034" y="5194799"/>
              <a:ext cx="106214" cy="93204"/>
            </a:xfrm>
            <a:custGeom>
              <a:rect b="b" l="l" r="r" t="t"/>
              <a:pathLst>
                <a:path extrusionOk="0" h="917" w="1045">
                  <a:moveTo>
                    <a:pt x="522" y="0"/>
                  </a:moveTo>
                  <a:cubicBezTo>
                    <a:pt x="457" y="0"/>
                    <a:pt x="391" y="14"/>
                    <a:pt x="328" y="44"/>
                  </a:cubicBezTo>
                  <a:cubicBezTo>
                    <a:pt x="99" y="151"/>
                    <a:pt x="0" y="423"/>
                    <a:pt x="108" y="653"/>
                  </a:cubicBezTo>
                  <a:cubicBezTo>
                    <a:pt x="186" y="819"/>
                    <a:pt x="351" y="916"/>
                    <a:pt x="523" y="916"/>
                  </a:cubicBezTo>
                  <a:cubicBezTo>
                    <a:pt x="588" y="916"/>
                    <a:pt x="655" y="902"/>
                    <a:pt x="718" y="872"/>
                  </a:cubicBezTo>
                  <a:cubicBezTo>
                    <a:pt x="946" y="765"/>
                    <a:pt x="1045" y="493"/>
                    <a:pt x="937" y="264"/>
                  </a:cubicBezTo>
                  <a:cubicBezTo>
                    <a:pt x="860" y="97"/>
                    <a:pt x="694" y="0"/>
                    <a:pt x="5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16"/>
            <p:cNvSpPr/>
            <p:nvPr/>
          </p:nvSpPr>
          <p:spPr>
            <a:xfrm>
              <a:off x="-3430306" y="5221835"/>
              <a:ext cx="39436" cy="39436"/>
            </a:xfrm>
            <a:custGeom>
              <a:rect b="b" l="l" r="r" t="t"/>
              <a:pathLst>
                <a:path extrusionOk="0" h="388" w="388">
                  <a:moveTo>
                    <a:pt x="193" y="1"/>
                  </a:moveTo>
                  <a:cubicBezTo>
                    <a:pt x="87" y="1"/>
                    <a:pt x="0" y="86"/>
                    <a:pt x="0" y="194"/>
                  </a:cubicBezTo>
                  <a:cubicBezTo>
                    <a:pt x="0" y="301"/>
                    <a:pt x="87" y="388"/>
                    <a:pt x="193" y="388"/>
                  </a:cubicBezTo>
                  <a:cubicBezTo>
                    <a:pt x="301" y="388"/>
                    <a:pt x="387" y="301"/>
                    <a:pt x="387" y="194"/>
                  </a:cubicBezTo>
                  <a:cubicBezTo>
                    <a:pt x="387" y="86"/>
                    <a:pt x="301" y="1"/>
                    <a:pt x="1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16"/>
            <p:cNvSpPr/>
            <p:nvPr/>
          </p:nvSpPr>
          <p:spPr>
            <a:xfrm>
              <a:off x="-3179664" y="5451646"/>
              <a:ext cx="46449" cy="46449"/>
            </a:xfrm>
            <a:custGeom>
              <a:rect b="b" l="l" r="r" t="t"/>
              <a:pathLst>
                <a:path extrusionOk="0" h="457" w="457">
                  <a:moveTo>
                    <a:pt x="229" y="1"/>
                  </a:moveTo>
                  <a:cubicBezTo>
                    <a:pt x="103" y="1"/>
                    <a:pt x="1" y="103"/>
                    <a:pt x="1" y="229"/>
                  </a:cubicBezTo>
                  <a:cubicBezTo>
                    <a:pt x="1" y="355"/>
                    <a:pt x="103" y="457"/>
                    <a:pt x="229" y="457"/>
                  </a:cubicBezTo>
                  <a:cubicBezTo>
                    <a:pt x="355" y="457"/>
                    <a:pt x="457" y="355"/>
                    <a:pt x="457" y="229"/>
                  </a:cubicBezTo>
                  <a:cubicBezTo>
                    <a:pt x="457" y="103"/>
                    <a:pt x="355" y="1"/>
                    <a:pt x="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16"/>
            <p:cNvSpPr/>
            <p:nvPr/>
          </p:nvSpPr>
          <p:spPr>
            <a:xfrm>
              <a:off x="-3174786" y="5458761"/>
              <a:ext cx="35676" cy="32830"/>
            </a:xfrm>
            <a:custGeom>
              <a:rect b="b" l="l" r="r" t="t"/>
              <a:pathLst>
                <a:path extrusionOk="0" h="323" w="351">
                  <a:moveTo>
                    <a:pt x="175" y="0"/>
                  </a:moveTo>
                  <a:cubicBezTo>
                    <a:pt x="99" y="0"/>
                    <a:pt x="31" y="53"/>
                    <a:pt x="17" y="131"/>
                  </a:cubicBezTo>
                  <a:cubicBezTo>
                    <a:pt x="0" y="219"/>
                    <a:pt x="58" y="303"/>
                    <a:pt x="146" y="320"/>
                  </a:cubicBezTo>
                  <a:cubicBezTo>
                    <a:pt x="156" y="322"/>
                    <a:pt x="166" y="323"/>
                    <a:pt x="176" y="323"/>
                  </a:cubicBezTo>
                  <a:cubicBezTo>
                    <a:pt x="251" y="323"/>
                    <a:pt x="319" y="268"/>
                    <a:pt x="334" y="191"/>
                  </a:cubicBezTo>
                  <a:cubicBezTo>
                    <a:pt x="350" y="104"/>
                    <a:pt x="293" y="19"/>
                    <a:pt x="206" y="3"/>
                  </a:cubicBezTo>
                  <a:cubicBezTo>
                    <a:pt x="195" y="1"/>
                    <a:pt x="185" y="0"/>
                    <a:pt x="1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116"/>
            <p:cNvSpPr/>
            <p:nvPr/>
          </p:nvSpPr>
          <p:spPr>
            <a:xfrm>
              <a:off x="-3164622" y="5466790"/>
              <a:ext cx="16364" cy="16262"/>
            </a:xfrm>
            <a:custGeom>
              <a:rect b="b" l="l" r="r" t="t"/>
              <a:pathLst>
                <a:path extrusionOk="0" h="160" w="161">
                  <a:moveTo>
                    <a:pt x="81" y="0"/>
                  </a:moveTo>
                  <a:cubicBezTo>
                    <a:pt x="37" y="0"/>
                    <a:pt x="0" y="35"/>
                    <a:pt x="0" y="80"/>
                  </a:cubicBezTo>
                  <a:cubicBezTo>
                    <a:pt x="0" y="124"/>
                    <a:pt x="37" y="159"/>
                    <a:pt x="81" y="159"/>
                  </a:cubicBezTo>
                  <a:cubicBezTo>
                    <a:pt x="125" y="159"/>
                    <a:pt x="160" y="124"/>
                    <a:pt x="160" y="80"/>
                  </a:cubicBezTo>
                  <a:cubicBezTo>
                    <a:pt x="160" y="35"/>
                    <a:pt x="125" y="0"/>
                    <a:pt x="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116"/>
            <p:cNvSpPr/>
            <p:nvPr/>
          </p:nvSpPr>
          <p:spPr>
            <a:xfrm>
              <a:off x="-3040012" y="5074151"/>
              <a:ext cx="13721" cy="13721"/>
            </a:xfrm>
            <a:custGeom>
              <a:rect b="b" l="l" r="r" t="t"/>
              <a:pathLst>
                <a:path extrusionOk="0" h="135" w="135">
                  <a:moveTo>
                    <a:pt x="68" y="1"/>
                  </a:moveTo>
                  <a:cubicBezTo>
                    <a:pt x="30" y="1"/>
                    <a:pt x="0" y="30"/>
                    <a:pt x="0" y="68"/>
                  </a:cubicBezTo>
                  <a:cubicBezTo>
                    <a:pt x="0" y="105"/>
                    <a:pt x="30" y="135"/>
                    <a:pt x="68" y="135"/>
                  </a:cubicBezTo>
                  <a:cubicBezTo>
                    <a:pt x="105" y="135"/>
                    <a:pt x="135" y="105"/>
                    <a:pt x="135" y="68"/>
                  </a:cubicBezTo>
                  <a:cubicBezTo>
                    <a:pt x="135" y="30"/>
                    <a:pt x="105" y="1"/>
                    <a:pt x="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116"/>
          <p:cNvGrpSpPr/>
          <p:nvPr/>
        </p:nvGrpSpPr>
        <p:grpSpPr>
          <a:xfrm>
            <a:off x="1583315" y="4756435"/>
            <a:ext cx="261189" cy="248344"/>
            <a:chOff x="5164484" y="526738"/>
            <a:chExt cx="133266" cy="126713"/>
          </a:xfrm>
        </p:grpSpPr>
        <p:sp>
          <p:nvSpPr>
            <p:cNvPr id="9331" name="Google Shape;9331;p116"/>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116"/>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3" name="Google Shape;9333;p116"/>
          <p:cNvGrpSpPr/>
          <p:nvPr/>
        </p:nvGrpSpPr>
        <p:grpSpPr>
          <a:xfrm>
            <a:off x="7203078" y="89520"/>
            <a:ext cx="311019" cy="311110"/>
            <a:chOff x="5038846" y="235350"/>
            <a:chExt cx="158691" cy="158738"/>
          </a:xfrm>
        </p:grpSpPr>
        <p:sp>
          <p:nvSpPr>
            <p:cNvPr id="9334" name="Google Shape;9334;p116"/>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116"/>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116"/>
          <p:cNvGrpSpPr/>
          <p:nvPr/>
        </p:nvGrpSpPr>
        <p:grpSpPr>
          <a:xfrm>
            <a:off x="8675624" y="3899608"/>
            <a:ext cx="185799" cy="185799"/>
            <a:chOff x="5035425" y="2779450"/>
            <a:chExt cx="94800" cy="94800"/>
          </a:xfrm>
        </p:grpSpPr>
        <p:sp>
          <p:nvSpPr>
            <p:cNvPr id="9337" name="Google Shape;9337;p116"/>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116"/>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9" name="Google Shape;9339;p116"/>
          <p:cNvGrpSpPr/>
          <p:nvPr/>
        </p:nvGrpSpPr>
        <p:grpSpPr>
          <a:xfrm>
            <a:off x="177301" y="3490152"/>
            <a:ext cx="606934" cy="489723"/>
            <a:chOff x="-1636175" y="409550"/>
            <a:chExt cx="448750" cy="362088"/>
          </a:xfrm>
        </p:grpSpPr>
        <p:sp>
          <p:nvSpPr>
            <p:cNvPr id="9340" name="Google Shape;9340;p116"/>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116"/>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2" name="Google Shape;9342;p116"/>
          <p:cNvGrpSpPr/>
          <p:nvPr/>
        </p:nvGrpSpPr>
        <p:grpSpPr>
          <a:xfrm>
            <a:off x="1260345" y="201022"/>
            <a:ext cx="500560" cy="472885"/>
            <a:chOff x="-1174275" y="581450"/>
            <a:chExt cx="370100" cy="349638"/>
          </a:xfrm>
        </p:grpSpPr>
        <p:sp>
          <p:nvSpPr>
            <p:cNvPr id="9343" name="Google Shape;9343;p116"/>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16"/>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116"/>
          <p:cNvGrpSpPr/>
          <p:nvPr/>
        </p:nvGrpSpPr>
        <p:grpSpPr>
          <a:xfrm>
            <a:off x="8744449" y="1061233"/>
            <a:ext cx="185799" cy="185799"/>
            <a:chOff x="5035425" y="2779450"/>
            <a:chExt cx="94800" cy="94800"/>
          </a:xfrm>
        </p:grpSpPr>
        <p:sp>
          <p:nvSpPr>
            <p:cNvPr id="9346" name="Google Shape;9346;p116"/>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116"/>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116"/>
          <p:cNvGrpSpPr/>
          <p:nvPr/>
        </p:nvGrpSpPr>
        <p:grpSpPr>
          <a:xfrm rot="-1018503">
            <a:off x="115615" y="998348"/>
            <a:ext cx="311017" cy="311108"/>
            <a:chOff x="5038846" y="235350"/>
            <a:chExt cx="158691" cy="158738"/>
          </a:xfrm>
        </p:grpSpPr>
        <p:sp>
          <p:nvSpPr>
            <p:cNvPr id="9349" name="Google Shape;9349;p116"/>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116"/>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9351" name="Shape 9351"/>
        <p:cNvGrpSpPr/>
        <p:nvPr/>
      </p:nvGrpSpPr>
      <p:grpSpPr>
        <a:xfrm>
          <a:off x="0" y="0"/>
          <a:ext cx="0" cy="0"/>
          <a:chOff x="0" y="0"/>
          <a:chExt cx="0" cy="0"/>
        </a:xfrm>
      </p:grpSpPr>
      <p:sp>
        <p:nvSpPr>
          <p:cNvPr id="9352" name="Google Shape;9352;p117"/>
          <p:cNvSpPr txBox="1"/>
          <p:nvPr>
            <p:ph type="title"/>
          </p:nvPr>
        </p:nvSpPr>
        <p:spPr>
          <a:xfrm>
            <a:off x="720000" y="2947100"/>
            <a:ext cx="6193800" cy="10593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9353" name="Google Shape;9353;p117"/>
          <p:cNvSpPr txBox="1"/>
          <p:nvPr>
            <p:ph idx="1" type="subTitle"/>
          </p:nvPr>
        </p:nvSpPr>
        <p:spPr>
          <a:xfrm>
            <a:off x="720000" y="4006400"/>
            <a:ext cx="6193800" cy="597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354" name="Google Shape;9354;p117"/>
          <p:cNvSpPr/>
          <p:nvPr>
            <p:ph idx="2" type="pic"/>
          </p:nvPr>
        </p:nvSpPr>
        <p:spPr>
          <a:xfrm rot="479771">
            <a:off x="4739114" y="616870"/>
            <a:ext cx="3793483" cy="2243303"/>
          </a:xfrm>
          <a:prstGeom prst="roundRect">
            <a:avLst>
              <a:gd fmla="val 16667" name="adj"/>
            </a:avLst>
          </a:prstGeom>
          <a:noFill/>
          <a:ln>
            <a:noFill/>
          </a:ln>
        </p:spPr>
      </p:sp>
      <p:grpSp>
        <p:nvGrpSpPr>
          <p:cNvPr id="9355" name="Google Shape;9355;p117"/>
          <p:cNvGrpSpPr/>
          <p:nvPr/>
        </p:nvGrpSpPr>
        <p:grpSpPr>
          <a:xfrm>
            <a:off x="115405" y="3725187"/>
            <a:ext cx="9128817" cy="1366445"/>
            <a:chOff x="115405" y="3725187"/>
            <a:chExt cx="9128817" cy="1366445"/>
          </a:xfrm>
        </p:grpSpPr>
        <p:grpSp>
          <p:nvGrpSpPr>
            <p:cNvPr id="9356" name="Google Shape;9356;p117"/>
            <p:cNvGrpSpPr/>
            <p:nvPr/>
          </p:nvGrpSpPr>
          <p:grpSpPr>
            <a:xfrm>
              <a:off x="8319007" y="3725187"/>
              <a:ext cx="925215" cy="1366445"/>
              <a:chOff x="1886004" y="3062663"/>
              <a:chExt cx="262450" cy="387600"/>
            </a:xfrm>
          </p:grpSpPr>
          <p:sp>
            <p:nvSpPr>
              <p:cNvPr id="9357" name="Google Shape;9357;p117"/>
              <p:cNvSpPr/>
              <p:nvPr/>
            </p:nvSpPr>
            <p:spPr>
              <a:xfrm>
                <a:off x="1886029" y="3062663"/>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8" name="Google Shape;9358;p117"/>
              <p:cNvGrpSpPr/>
              <p:nvPr/>
            </p:nvGrpSpPr>
            <p:grpSpPr>
              <a:xfrm>
                <a:off x="1886004" y="3062688"/>
                <a:ext cx="262450" cy="387550"/>
                <a:chOff x="2433900" y="2829400"/>
                <a:chExt cx="262450" cy="387550"/>
              </a:xfrm>
            </p:grpSpPr>
            <p:sp>
              <p:nvSpPr>
                <p:cNvPr id="9359" name="Google Shape;9359;p117"/>
                <p:cNvSpPr/>
                <p:nvPr/>
              </p:nvSpPr>
              <p:spPr>
                <a:xfrm>
                  <a:off x="2433900" y="2829400"/>
                  <a:ext cx="262450" cy="387550"/>
                </a:xfrm>
                <a:custGeom>
                  <a:rect b="b" l="l" r="r" t="t"/>
                  <a:pathLst>
                    <a:path extrusionOk="0" h="15502" w="10498">
                      <a:moveTo>
                        <a:pt x="0" y="1"/>
                      </a:moveTo>
                      <a:lnTo>
                        <a:pt x="0" y="10257"/>
                      </a:lnTo>
                      <a:cubicBezTo>
                        <a:pt x="0" y="10417"/>
                        <a:pt x="7" y="10575"/>
                        <a:pt x="22" y="10733"/>
                      </a:cubicBezTo>
                      <a:cubicBezTo>
                        <a:pt x="26" y="10779"/>
                        <a:pt x="31" y="10826"/>
                        <a:pt x="36" y="10871"/>
                      </a:cubicBezTo>
                      <a:cubicBezTo>
                        <a:pt x="56" y="11038"/>
                        <a:pt x="84" y="11204"/>
                        <a:pt x="119" y="11367"/>
                      </a:cubicBezTo>
                      <a:cubicBezTo>
                        <a:pt x="133" y="11431"/>
                        <a:pt x="147" y="11495"/>
                        <a:pt x="164" y="11558"/>
                      </a:cubicBezTo>
                      <a:cubicBezTo>
                        <a:pt x="224" y="11795"/>
                        <a:pt x="300" y="12024"/>
                        <a:pt x="392" y="12246"/>
                      </a:cubicBezTo>
                      <a:cubicBezTo>
                        <a:pt x="490" y="12484"/>
                        <a:pt x="605" y="12714"/>
                        <a:pt x="735" y="12933"/>
                      </a:cubicBezTo>
                      <a:cubicBezTo>
                        <a:pt x="846" y="13119"/>
                        <a:pt x="967" y="13298"/>
                        <a:pt x="1100" y="13468"/>
                      </a:cubicBezTo>
                      <a:cubicBezTo>
                        <a:pt x="1140" y="13520"/>
                        <a:pt x="1182" y="13571"/>
                        <a:pt x="1223" y="13621"/>
                      </a:cubicBezTo>
                      <a:cubicBezTo>
                        <a:pt x="1317" y="13733"/>
                        <a:pt x="1416" y="13843"/>
                        <a:pt x="1521" y="13947"/>
                      </a:cubicBezTo>
                      <a:lnTo>
                        <a:pt x="1539" y="13965"/>
                      </a:lnTo>
                      <a:cubicBezTo>
                        <a:pt x="1658" y="14086"/>
                        <a:pt x="1785" y="14200"/>
                        <a:pt x="1916" y="14309"/>
                      </a:cubicBezTo>
                      <a:cubicBezTo>
                        <a:pt x="2028" y="14400"/>
                        <a:pt x="2142" y="14486"/>
                        <a:pt x="2261" y="14569"/>
                      </a:cubicBezTo>
                      <a:cubicBezTo>
                        <a:pt x="2425" y="14682"/>
                        <a:pt x="2596" y="14788"/>
                        <a:pt x="2772" y="14882"/>
                      </a:cubicBezTo>
                      <a:cubicBezTo>
                        <a:pt x="2847" y="14922"/>
                        <a:pt x="2922" y="14960"/>
                        <a:pt x="2998" y="14996"/>
                      </a:cubicBezTo>
                      <a:cubicBezTo>
                        <a:pt x="3200" y="15093"/>
                        <a:pt x="3411" y="15176"/>
                        <a:pt x="3628" y="15247"/>
                      </a:cubicBezTo>
                      <a:cubicBezTo>
                        <a:pt x="3774" y="15294"/>
                        <a:pt x="3923" y="15335"/>
                        <a:pt x="4075" y="15370"/>
                      </a:cubicBezTo>
                      <a:cubicBezTo>
                        <a:pt x="4452" y="15456"/>
                        <a:pt x="4845" y="15501"/>
                        <a:pt x="5249" y="15501"/>
                      </a:cubicBezTo>
                      <a:cubicBezTo>
                        <a:pt x="5501" y="15501"/>
                        <a:pt x="5748" y="15485"/>
                        <a:pt x="5991" y="15450"/>
                      </a:cubicBezTo>
                      <a:cubicBezTo>
                        <a:pt x="6186" y="15422"/>
                        <a:pt x="6378" y="15384"/>
                        <a:pt x="6565" y="15335"/>
                      </a:cubicBezTo>
                      <a:cubicBezTo>
                        <a:pt x="6890" y="15252"/>
                        <a:pt x="7202" y="15138"/>
                        <a:pt x="7500" y="14996"/>
                      </a:cubicBezTo>
                      <a:cubicBezTo>
                        <a:pt x="7533" y="14980"/>
                        <a:pt x="7565" y="14964"/>
                        <a:pt x="7597" y="14948"/>
                      </a:cubicBezTo>
                      <a:cubicBezTo>
                        <a:pt x="7689" y="14902"/>
                        <a:pt x="7778" y="14854"/>
                        <a:pt x="7868" y="14803"/>
                      </a:cubicBezTo>
                      <a:cubicBezTo>
                        <a:pt x="8121" y="14656"/>
                        <a:pt x="8359" y="14490"/>
                        <a:pt x="8582" y="14307"/>
                      </a:cubicBezTo>
                      <a:cubicBezTo>
                        <a:pt x="8683" y="14223"/>
                        <a:pt x="8780" y="14137"/>
                        <a:pt x="8875" y="14046"/>
                      </a:cubicBezTo>
                      <a:cubicBezTo>
                        <a:pt x="8963" y="13963"/>
                        <a:pt x="9048" y="13875"/>
                        <a:pt x="9130" y="13784"/>
                      </a:cubicBezTo>
                      <a:cubicBezTo>
                        <a:pt x="9180" y="13730"/>
                        <a:pt x="9228" y="13675"/>
                        <a:pt x="9275" y="13618"/>
                      </a:cubicBezTo>
                      <a:cubicBezTo>
                        <a:pt x="9455" y="13402"/>
                        <a:pt x="9618" y="13173"/>
                        <a:pt x="9763" y="12931"/>
                      </a:cubicBezTo>
                      <a:cubicBezTo>
                        <a:pt x="9772" y="12914"/>
                        <a:pt x="9782" y="12899"/>
                        <a:pt x="9791" y="12881"/>
                      </a:cubicBezTo>
                      <a:cubicBezTo>
                        <a:pt x="9855" y="12772"/>
                        <a:pt x="9913" y="12661"/>
                        <a:pt x="9969" y="12548"/>
                      </a:cubicBezTo>
                      <a:cubicBezTo>
                        <a:pt x="10018" y="12447"/>
                        <a:pt x="10063" y="12345"/>
                        <a:pt x="10105" y="12241"/>
                      </a:cubicBezTo>
                      <a:cubicBezTo>
                        <a:pt x="10197" y="12020"/>
                        <a:pt x="10274" y="11790"/>
                        <a:pt x="10334" y="11554"/>
                      </a:cubicBezTo>
                      <a:cubicBezTo>
                        <a:pt x="10392" y="11331"/>
                        <a:pt x="10435" y="11101"/>
                        <a:pt x="10461" y="10867"/>
                      </a:cubicBezTo>
                      <a:cubicBezTo>
                        <a:pt x="10486" y="10666"/>
                        <a:pt x="10498" y="10460"/>
                        <a:pt x="10498" y="10253"/>
                      </a:cubicBezTo>
                      <a:lnTo>
                        <a:pt x="10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17"/>
                <p:cNvSpPr/>
                <p:nvPr/>
              </p:nvSpPr>
              <p:spPr>
                <a:xfrm>
                  <a:off x="2433925" y="28430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17"/>
                <p:cNvSpPr/>
                <p:nvPr/>
              </p:nvSpPr>
              <p:spPr>
                <a:xfrm>
                  <a:off x="2433925" y="2877500"/>
                  <a:ext cx="262425" cy="17200"/>
                </a:xfrm>
                <a:custGeom>
                  <a:rect b="b" l="l" r="r" t="t"/>
                  <a:pathLst>
                    <a:path extrusionOk="0" h="688"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17"/>
                <p:cNvSpPr/>
                <p:nvPr/>
              </p:nvSpPr>
              <p:spPr>
                <a:xfrm>
                  <a:off x="2433925" y="2911875"/>
                  <a:ext cx="262425" cy="17225"/>
                </a:xfrm>
                <a:custGeom>
                  <a:rect b="b" l="l" r="r" t="t"/>
                  <a:pathLst>
                    <a:path extrusionOk="0" h="689" w="10497">
                      <a:moveTo>
                        <a:pt x="0" y="0"/>
                      </a:moveTo>
                      <a:lnTo>
                        <a:pt x="0" y="689"/>
                      </a:lnTo>
                      <a:lnTo>
                        <a:pt x="10497" y="689"/>
                      </a:lnTo>
                      <a:lnTo>
                        <a:pt x="104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117"/>
                <p:cNvSpPr/>
                <p:nvPr/>
              </p:nvSpPr>
              <p:spPr>
                <a:xfrm>
                  <a:off x="2433925" y="29462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117"/>
                <p:cNvSpPr/>
                <p:nvPr/>
              </p:nvSpPr>
              <p:spPr>
                <a:xfrm>
                  <a:off x="2433925" y="2980700"/>
                  <a:ext cx="262425" cy="17200"/>
                </a:xfrm>
                <a:custGeom>
                  <a:rect b="b" l="l" r="r" t="t"/>
                  <a:pathLst>
                    <a:path extrusionOk="0" h="688"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117"/>
                <p:cNvSpPr/>
                <p:nvPr/>
              </p:nvSpPr>
              <p:spPr>
                <a:xfrm>
                  <a:off x="2433925" y="3015075"/>
                  <a:ext cx="262425" cy="17225"/>
                </a:xfrm>
                <a:custGeom>
                  <a:rect b="b" l="l" r="r" t="t"/>
                  <a:pathLst>
                    <a:path extrusionOk="0" h="689" w="10497">
                      <a:moveTo>
                        <a:pt x="0" y="0"/>
                      </a:moveTo>
                      <a:lnTo>
                        <a:pt x="0" y="688"/>
                      </a:lnTo>
                      <a:lnTo>
                        <a:pt x="10497" y="688"/>
                      </a:lnTo>
                      <a:lnTo>
                        <a:pt x="104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117"/>
                <p:cNvSpPr/>
                <p:nvPr/>
              </p:nvSpPr>
              <p:spPr>
                <a:xfrm>
                  <a:off x="2433925" y="30494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117"/>
                <p:cNvSpPr/>
                <p:nvPr/>
              </p:nvSpPr>
              <p:spPr>
                <a:xfrm>
                  <a:off x="2433900" y="3083900"/>
                  <a:ext cx="262450" cy="17200"/>
                </a:xfrm>
                <a:custGeom>
                  <a:rect b="b" l="l" r="r" t="t"/>
                  <a:pathLst>
                    <a:path extrusionOk="0" h="688" w="10498">
                      <a:moveTo>
                        <a:pt x="0" y="1"/>
                      </a:moveTo>
                      <a:lnTo>
                        <a:pt x="0" y="74"/>
                      </a:lnTo>
                      <a:cubicBezTo>
                        <a:pt x="0" y="234"/>
                        <a:pt x="7" y="393"/>
                        <a:pt x="22" y="550"/>
                      </a:cubicBezTo>
                      <a:cubicBezTo>
                        <a:pt x="26" y="596"/>
                        <a:pt x="31" y="642"/>
                        <a:pt x="36" y="688"/>
                      </a:cubicBezTo>
                      <a:lnTo>
                        <a:pt x="10461" y="688"/>
                      </a:lnTo>
                      <a:cubicBezTo>
                        <a:pt x="10486" y="487"/>
                        <a:pt x="10498" y="281"/>
                        <a:pt x="10498" y="74"/>
                      </a:cubicBezTo>
                      <a:lnTo>
                        <a:pt x="104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117"/>
                <p:cNvSpPr/>
                <p:nvPr/>
              </p:nvSpPr>
              <p:spPr>
                <a:xfrm>
                  <a:off x="2438000" y="3118275"/>
                  <a:ext cx="254300" cy="17225"/>
                </a:xfrm>
                <a:custGeom>
                  <a:rect b="b" l="l" r="r" t="t"/>
                  <a:pathLst>
                    <a:path extrusionOk="0" h="689" w="10172">
                      <a:moveTo>
                        <a:pt x="0" y="0"/>
                      </a:moveTo>
                      <a:cubicBezTo>
                        <a:pt x="60" y="236"/>
                        <a:pt x="136" y="467"/>
                        <a:pt x="228" y="688"/>
                      </a:cubicBezTo>
                      <a:lnTo>
                        <a:pt x="9943" y="688"/>
                      </a:lnTo>
                      <a:cubicBezTo>
                        <a:pt x="10034" y="467"/>
                        <a:pt x="10111" y="236"/>
                        <a:pt x="101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117"/>
                <p:cNvSpPr/>
                <p:nvPr/>
              </p:nvSpPr>
              <p:spPr>
                <a:xfrm>
                  <a:off x="2452250" y="3152675"/>
                  <a:ext cx="225750" cy="17225"/>
                </a:xfrm>
                <a:custGeom>
                  <a:rect b="b" l="l" r="r" t="t"/>
                  <a:pathLst>
                    <a:path extrusionOk="0" h="689" w="9030">
                      <a:moveTo>
                        <a:pt x="1" y="1"/>
                      </a:moveTo>
                      <a:cubicBezTo>
                        <a:pt x="112" y="187"/>
                        <a:pt x="233" y="366"/>
                        <a:pt x="366" y="536"/>
                      </a:cubicBezTo>
                      <a:cubicBezTo>
                        <a:pt x="406" y="588"/>
                        <a:pt x="448" y="639"/>
                        <a:pt x="489" y="688"/>
                      </a:cubicBezTo>
                      <a:lnTo>
                        <a:pt x="8543" y="688"/>
                      </a:lnTo>
                      <a:cubicBezTo>
                        <a:pt x="8723" y="473"/>
                        <a:pt x="8885" y="243"/>
                        <a:pt x="90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117"/>
                <p:cNvSpPr/>
                <p:nvPr/>
              </p:nvSpPr>
              <p:spPr>
                <a:xfrm>
                  <a:off x="2481800" y="3187100"/>
                  <a:ext cx="166675" cy="17225"/>
                </a:xfrm>
                <a:custGeom>
                  <a:rect b="b" l="l" r="r" t="t"/>
                  <a:pathLst>
                    <a:path extrusionOk="0" h="689" w="6667">
                      <a:moveTo>
                        <a:pt x="6666" y="1"/>
                      </a:moveTo>
                      <a:cubicBezTo>
                        <a:pt x="6666" y="1"/>
                        <a:pt x="6665" y="1"/>
                        <a:pt x="6665" y="2"/>
                      </a:cubicBezTo>
                      <a:lnTo>
                        <a:pt x="6666" y="2"/>
                      </a:lnTo>
                      <a:lnTo>
                        <a:pt x="6666" y="1"/>
                      </a:lnTo>
                      <a:close/>
                      <a:moveTo>
                        <a:pt x="0" y="2"/>
                      </a:moveTo>
                      <a:cubicBezTo>
                        <a:pt x="112" y="93"/>
                        <a:pt x="226" y="180"/>
                        <a:pt x="345" y="263"/>
                      </a:cubicBezTo>
                      <a:cubicBezTo>
                        <a:pt x="509" y="376"/>
                        <a:pt x="680" y="481"/>
                        <a:pt x="856" y="575"/>
                      </a:cubicBezTo>
                      <a:cubicBezTo>
                        <a:pt x="931" y="615"/>
                        <a:pt x="1006" y="653"/>
                        <a:pt x="1082" y="689"/>
                      </a:cubicBezTo>
                      <a:lnTo>
                        <a:pt x="5584" y="689"/>
                      </a:lnTo>
                      <a:cubicBezTo>
                        <a:pt x="5617" y="673"/>
                        <a:pt x="5649" y="657"/>
                        <a:pt x="5681" y="641"/>
                      </a:cubicBezTo>
                      <a:cubicBezTo>
                        <a:pt x="5773" y="595"/>
                        <a:pt x="5862" y="547"/>
                        <a:pt x="5952" y="496"/>
                      </a:cubicBezTo>
                      <a:cubicBezTo>
                        <a:pt x="6204" y="351"/>
                        <a:pt x="6442" y="184"/>
                        <a:pt x="6665"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71" name="Google Shape;9371;p117"/>
            <p:cNvGrpSpPr/>
            <p:nvPr/>
          </p:nvGrpSpPr>
          <p:grpSpPr>
            <a:xfrm>
              <a:off x="115405" y="4207971"/>
              <a:ext cx="530160" cy="504126"/>
              <a:chOff x="5164484" y="526738"/>
              <a:chExt cx="133266" cy="126713"/>
            </a:xfrm>
          </p:grpSpPr>
          <p:sp>
            <p:nvSpPr>
              <p:cNvPr id="9372" name="Google Shape;9372;p117"/>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117"/>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117"/>
            <p:cNvGrpSpPr/>
            <p:nvPr/>
          </p:nvGrpSpPr>
          <p:grpSpPr>
            <a:xfrm>
              <a:off x="547399" y="4735483"/>
              <a:ext cx="185799" cy="185799"/>
              <a:chOff x="5035425" y="2779450"/>
              <a:chExt cx="94800" cy="94800"/>
            </a:xfrm>
          </p:grpSpPr>
          <p:sp>
            <p:nvSpPr>
              <p:cNvPr id="9375" name="Google Shape;9375;p117"/>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117"/>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9377" name="Shape 9377"/>
        <p:cNvGrpSpPr/>
        <p:nvPr/>
      </p:nvGrpSpPr>
      <p:grpSpPr>
        <a:xfrm>
          <a:off x="0" y="0"/>
          <a:ext cx="0" cy="0"/>
          <a:chOff x="0" y="0"/>
          <a:chExt cx="0" cy="0"/>
        </a:xfrm>
      </p:grpSpPr>
      <p:sp>
        <p:nvSpPr>
          <p:cNvPr id="9378" name="Google Shape;9378;p118"/>
          <p:cNvSpPr txBox="1"/>
          <p:nvPr>
            <p:ph type="title"/>
          </p:nvPr>
        </p:nvSpPr>
        <p:spPr>
          <a:xfrm>
            <a:off x="720000" y="657425"/>
            <a:ext cx="4480500" cy="5727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9379" name="Google Shape;9379;p118"/>
          <p:cNvSpPr txBox="1"/>
          <p:nvPr>
            <p:ph idx="1" type="subTitle"/>
          </p:nvPr>
        </p:nvSpPr>
        <p:spPr>
          <a:xfrm>
            <a:off x="720000" y="1153925"/>
            <a:ext cx="4480500" cy="805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9380" name="Google Shape;9380;p118"/>
          <p:cNvGrpSpPr/>
          <p:nvPr/>
        </p:nvGrpSpPr>
        <p:grpSpPr>
          <a:xfrm>
            <a:off x="168951" y="137791"/>
            <a:ext cx="8768448" cy="4868867"/>
            <a:chOff x="168951" y="137791"/>
            <a:chExt cx="8768448" cy="4868867"/>
          </a:xfrm>
        </p:grpSpPr>
        <p:grpSp>
          <p:nvGrpSpPr>
            <p:cNvPr id="9381" name="Google Shape;9381;p118"/>
            <p:cNvGrpSpPr/>
            <p:nvPr/>
          </p:nvGrpSpPr>
          <p:grpSpPr>
            <a:xfrm>
              <a:off x="8189762" y="137791"/>
              <a:ext cx="747636" cy="747873"/>
              <a:chOff x="3026409" y="2027588"/>
              <a:chExt cx="381466" cy="381588"/>
            </a:xfrm>
          </p:grpSpPr>
          <p:sp>
            <p:nvSpPr>
              <p:cNvPr id="9382" name="Google Shape;9382;p118"/>
              <p:cNvSpPr/>
              <p:nvPr/>
            </p:nvSpPr>
            <p:spPr>
              <a:xfrm>
                <a:off x="3026409" y="2027588"/>
                <a:ext cx="380100" cy="380100"/>
              </a:xfrm>
              <a:custGeom>
                <a:rect b="b" l="l" r="r" t="t"/>
                <a:pathLst>
                  <a:path extrusionOk="0" h="15204" w="15204">
                    <a:moveTo>
                      <a:pt x="7601" y="0"/>
                    </a:moveTo>
                    <a:cubicBezTo>
                      <a:pt x="7494" y="0"/>
                      <a:pt x="7388" y="4"/>
                      <a:pt x="7282" y="8"/>
                    </a:cubicBezTo>
                    <a:lnTo>
                      <a:pt x="7282" y="6"/>
                    </a:lnTo>
                    <a:cubicBezTo>
                      <a:pt x="7272" y="6"/>
                      <a:pt x="7263" y="9"/>
                      <a:pt x="7252" y="9"/>
                    </a:cubicBezTo>
                    <a:cubicBezTo>
                      <a:pt x="7060" y="19"/>
                      <a:pt x="6869" y="35"/>
                      <a:pt x="6681" y="58"/>
                    </a:cubicBezTo>
                    <a:cubicBezTo>
                      <a:pt x="6649" y="62"/>
                      <a:pt x="6617" y="66"/>
                      <a:pt x="6586" y="70"/>
                    </a:cubicBezTo>
                    <a:cubicBezTo>
                      <a:pt x="5471" y="218"/>
                      <a:pt x="4434" y="608"/>
                      <a:pt x="3527" y="1186"/>
                    </a:cubicBezTo>
                    <a:lnTo>
                      <a:pt x="3527" y="1185"/>
                    </a:lnTo>
                    <a:cubicBezTo>
                      <a:pt x="3517" y="1191"/>
                      <a:pt x="3507" y="1198"/>
                      <a:pt x="3497" y="1206"/>
                    </a:cubicBezTo>
                    <a:cubicBezTo>
                      <a:pt x="3336" y="1310"/>
                      <a:pt x="3177" y="1418"/>
                      <a:pt x="3024" y="1534"/>
                    </a:cubicBezTo>
                    <a:cubicBezTo>
                      <a:pt x="2994" y="1556"/>
                      <a:pt x="2965" y="1579"/>
                      <a:pt x="2938" y="1603"/>
                    </a:cubicBezTo>
                    <a:cubicBezTo>
                      <a:pt x="2789" y="1718"/>
                      <a:pt x="2643" y="1838"/>
                      <a:pt x="2504" y="1965"/>
                    </a:cubicBezTo>
                    <a:cubicBezTo>
                      <a:pt x="2501" y="1967"/>
                      <a:pt x="2499" y="1969"/>
                      <a:pt x="2496" y="1971"/>
                    </a:cubicBezTo>
                    <a:cubicBezTo>
                      <a:pt x="1835" y="2570"/>
                      <a:pt x="1283" y="3285"/>
                      <a:pt x="865" y="4082"/>
                    </a:cubicBezTo>
                    <a:lnTo>
                      <a:pt x="864" y="4081"/>
                    </a:lnTo>
                    <a:cubicBezTo>
                      <a:pt x="853" y="4101"/>
                      <a:pt x="845" y="4124"/>
                      <a:pt x="833" y="4145"/>
                    </a:cubicBezTo>
                    <a:cubicBezTo>
                      <a:pt x="749" y="4312"/>
                      <a:pt x="667" y="4482"/>
                      <a:pt x="594" y="4654"/>
                    </a:cubicBezTo>
                    <a:cubicBezTo>
                      <a:pt x="587" y="4670"/>
                      <a:pt x="582" y="4684"/>
                      <a:pt x="575" y="4700"/>
                    </a:cubicBezTo>
                    <a:cubicBezTo>
                      <a:pt x="497" y="4890"/>
                      <a:pt x="427" y="5082"/>
                      <a:pt x="364" y="5279"/>
                    </a:cubicBezTo>
                    <a:cubicBezTo>
                      <a:pt x="364" y="5280"/>
                      <a:pt x="363" y="5282"/>
                      <a:pt x="363" y="5282"/>
                    </a:cubicBezTo>
                    <a:cubicBezTo>
                      <a:pt x="127" y="6013"/>
                      <a:pt x="1" y="6794"/>
                      <a:pt x="1" y="7602"/>
                    </a:cubicBezTo>
                    <a:cubicBezTo>
                      <a:pt x="1" y="7708"/>
                      <a:pt x="4" y="7813"/>
                      <a:pt x="8" y="7920"/>
                    </a:cubicBezTo>
                    <a:cubicBezTo>
                      <a:pt x="7" y="7920"/>
                      <a:pt x="7" y="7920"/>
                      <a:pt x="6" y="7919"/>
                    </a:cubicBezTo>
                    <a:lnTo>
                      <a:pt x="6" y="7919"/>
                    </a:lnTo>
                    <a:cubicBezTo>
                      <a:pt x="6" y="7932"/>
                      <a:pt x="8" y="7945"/>
                      <a:pt x="9" y="7958"/>
                    </a:cubicBezTo>
                    <a:cubicBezTo>
                      <a:pt x="18" y="8143"/>
                      <a:pt x="34" y="8323"/>
                      <a:pt x="55" y="8504"/>
                    </a:cubicBezTo>
                    <a:cubicBezTo>
                      <a:pt x="60" y="8548"/>
                      <a:pt x="66" y="8592"/>
                      <a:pt x="73" y="8634"/>
                    </a:cubicBezTo>
                    <a:cubicBezTo>
                      <a:pt x="99" y="8827"/>
                      <a:pt x="132" y="9018"/>
                      <a:pt x="172" y="9205"/>
                    </a:cubicBezTo>
                    <a:lnTo>
                      <a:pt x="172" y="9209"/>
                    </a:lnTo>
                    <a:cubicBezTo>
                      <a:pt x="408" y="10306"/>
                      <a:pt x="881" y="11316"/>
                      <a:pt x="1536" y="12182"/>
                    </a:cubicBezTo>
                    <a:cubicBezTo>
                      <a:pt x="1557" y="12209"/>
                      <a:pt x="1577" y="12234"/>
                      <a:pt x="1598" y="12261"/>
                    </a:cubicBezTo>
                    <a:cubicBezTo>
                      <a:pt x="1699" y="12392"/>
                      <a:pt x="1804" y="12518"/>
                      <a:pt x="1913" y="12642"/>
                    </a:cubicBezTo>
                    <a:cubicBezTo>
                      <a:pt x="1932" y="12664"/>
                      <a:pt x="1949" y="12688"/>
                      <a:pt x="1969" y="12709"/>
                    </a:cubicBezTo>
                    <a:cubicBezTo>
                      <a:pt x="1969" y="12709"/>
                      <a:pt x="1970" y="12709"/>
                      <a:pt x="1970" y="12708"/>
                    </a:cubicBezTo>
                    <a:cubicBezTo>
                      <a:pt x="2568" y="13368"/>
                      <a:pt x="3282" y="13920"/>
                      <a:pt x="4078" y="14338"/>
                    </a:cubicBezTo>
                    <a:lnTo>
                      <a:pt x="4077" y="14339"/>
                    </a:lnTo>
                    <a:cubicBezTo>
                      <a:pt x="4090" y="14346"/>
                      <a:pt x="4106" y="14351"/>
                      <a:pt x="4120" y="14359"/>
                    </a:cubicBezTo>
                    <a:cubicBezTo>
                      <a:pt x="4296" y="14449"/>
                      <a:pt x="4474" y="14535"/>
                      <a:pt x="4656" y="14612"/>
                    </a:cubicBezTo>
                    <a:cubicBezTo>
                      <a:pt x="4663" y="14616"/>
                      <a:pt x="4671" y="14618"/>
                      <a:pt x="4681" y="14621"/>
                    </a:cubicBezTo>
                    <a:cubicBezTo>
                      <a:pt x="4874" y="14702"/>
                      <a:pt x="5073" y="14774"/>
                      <a:pt x="5274" y="14839"/>
                    </a:cubicBezTo>
                    <a:lnTo>
                      <a:pt x="5275" y="14839"/>
                    </a:lnTo>
                    <a:cubicBezTo>
                      <a:pt x="6008" y="15075"/>
                      <a:pt x="6788" y="15204"/>
                      <a:pt x="7599" y="15204"/>
                    </a:cubicBezTo>
                    <a:cubicBezTo>
                      <a:pt x="7705" y="15204"/>
                      <a:pt x="7811" y="15199"/>
                      <a:pt x="7916" y="15195"/>
                    </a:cubicBezTo>
                    <a:lnTo>
                      <a:pt x="7916" y="15196"/>
                    </a:lnTo>
                    <a:cubicBezTo>
                      <a:pt x="7922" y="15196"/>
                      <a:pt x="7927" y="15195"/>
                      <a:pt x="7933" y="15195"/>
                    </a:cubicBezTo>
                    <a:cubicBezTo>
                      <a:pt x="8136" y="15186"/>
                      <a:pt x="8336" y="15168"/>
                      <a:pt x="8533" y="15145"/>
                    </a:cubicBezTo>
                    <a:cubicBezTo>
                      <a:pt x="8557" y="15143"/>
                      <a:pt x="8579" y="15140"/>
                      <a:pt x="8603" y="15135"/>
                    </a:cubicBezTo>
                    <a:cubicBezTo>
                      <a:pt x="10166" y="14929"/>
                      <a:pt x="11577" y="14251"/>
                      <a:pt x="12691" y="13246"/>
                    </a:cubicBezTo>
                    <a:cubicBezTo>
                      <a:pt x="12696" y="13241"/>
                      <a:pt x="12701" y="13237"/>
                      <a:pt x="12706" y="13233"/>
                    </a:cubicBezTo>
                    <a:cubicBezTo>
                      <a:pt x="13366" y="12635"/>
                      <a:pt x="13918" y="11921"/>
                      <a:pt x="14336" y="11125"/>
                    </a:cubicBezTo>
                    <a:cubicBezTo>
                      <a:pt x="14338" y="11122"/>
                      <a:pt x="14340" y="11116"/>
                      <a:pt x="14342" y="11113"/>
                    </a:cubicBezTo>
                    <a:cubicBezTo>
                      <a:pt x="14889" y="10062"/>
                      <a:pt x="15202" y="8869"/>
                      <a:pt x="15202" y="7604"/>
                    </a:cubicBezTo>
                    <a:cubicBezTo>
                      <a:pt x="15204" y="7498"/>
                      <a:pt x="15201" y="7392"/>
                      <a:pt x="15197" y="7286"/>
                    </a:cubicBezTo>
                    <a:lnTo>
                      <a:pt x="15197" y="7278"/>
                    </a:lnTo>
                    <a:cubicBezTo>
                      <a:pt x="15187" y="7068"/>
                      <a:pt x="15169" y="6862"/>
                      <a:pt x="15143" y="6659"/>
                    </a:cubicBezTo>
                    <a:cubicBezTo>
                      <a:pt x="15141" y="6641"/>
                      <a:pt x="15140" y="6625"/>
                      <a:pt x="15137" y="6608"/>
                    </a:cubicBezTo>
                    <a:cubicBezTo>
                      <a:pt x="14961" y="5266"/>
                      <a:pt x="14436" y="4034"/>
                      <a:pt x="13656" y="3007"/>
                    </a:cubicBezTo>
                    <a:lnTo>
                      <a:pt x="13629" y="2972"/>
                    </a:lnTo>
                    <a:cubicBezTo>
                      <a:pt x="13510" y="2820"/>
                      <a:pt x="13388" y="2670"/>
                      <a:pt x="13258" y="2524"/>
                    </a:cubicBezTo>
                    <a:cubicBezTo>
                      <a:pt x="13248" y="2515"/>
                      <a:pt x="13241" y="2504"/>
                      <a:pt x="13232" y="2493"/>
                    </a:cubicBezTo>
                    <a:lnTo>
                      <a:pt x="13231" y="2493"/>
                    </a:lnTo>
                    <a:cubicBezTo>
                      <a:pt x="12489" y="1677"/>
                      <a:pt x="11571" y="1022"/>
                      <a:pt x="10538" y="589"/>
                    </a:cubicBezTo>
                    <a:cubicBezTo>
                      <a:pt x="10537" y="589"/>
                      <a:pt x="10537" y="589"/>
                      <a:pt x="10535" y="588"/>
                    </a:cubicBezTo>
                    <a:cubicBezTo>
                      <a:pt x="10337" y="505"/>
                      <a:pt x="10133" y="432"/>
                      <a:pt x="9925" y="364"/>
                    </a:cubicBezTo>
                    <a:cubicBezTo>
                      <a:pt x="9925" y="364"/>
                      <a:pt x="9924" y="364"/>
                      <a:pt x="9924" y="362"/>
                    </a:cubicBezTo>
                    <a:cubicBezTo>
                      <a:pt x="9191" y="128"/>
                      <a:pt x="8412" y="0"/>
                      <a:pt x="7601"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118"/>
              <p:cNvSpPr/>
              <p:nvPr/>
            </p:nvSpPr>
            <p:spPr>
              <a:xfrm>
                <a:off x="3027725" y="2029050"/>
                <a:ext cx="380150" cy="380125"/>
              </a:xfrm>
              <a:custGeom>
                <a:rect b="b" l="l" r="r" t="t"/>
                <a:pathLst>
                  <a:path extrusionOk="0" h="15205" w="15206">
                    <a:moveTo>
                      <a:pt x="7603" y="0"/>
                    </a:moveTo>
                    <a:cubicBezTo>
                      <a:pt x="5587" y="0"/>
                      <a:pt x="3653" y="801"/>
                      <a:pt x="2228" y="2227"/>
                    </a:cubicBezTo>
                    <a:cubicBezTo>
                      <a:pt x="802" y="3652"/>
                      <a:pt x="1" y="5586"/>
                      <a:pt x="1" y="7603"/>
                    </a:cubicBezTo>
                    <a:cubicBezTo>
                      <a:pt x="1" y="9618"/>
                      <a:pt x="802" y="11552"/>
                      <a:pt x="2228" y="12977"/>
                    </a:cubicBezTo>
                    <a:cubicBezTo>
                      <a:pt x="3653" y="14404"/>
                      <a:pt x="5587" y="15204"/>
                      <a:pt x="7603" y="15204"/>
                    </a:cubicBezTo>
                    <a:cubicBezTo>
                      <a:pt x="9619" y="15204"/>
                      <a:pt x="11553" y="14404"/>
                      <a:pt x="12978" y="12977"/>
                    </a:cubicBezTo>
                    <a:cubicBezTo>
                      <a:pt x="14405" y="11552"/>
                      <a:pt x="15205" y="9618"/>
                      <a:pt x="15205" y="7603"/>
                    </a:cubicBezTo>
                    <a:cubicBezTo>
                      <a:pt x="15205" y="5586"/>
                      <a:pt x="14405" y="3652"/>
                      <a:pt x="12978" y="2227"/>
                    </a:cubicBezTo>
                    <a:cubicBezTo>
                      <a:pt x="11553" y="801"/>
                      <a:pt x="9619" y="0"/>
                      <a:pt x="76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118"/>
              <p:cNvSpPr/>
              <p:nvPr/>
            </p:nvSpPr>
            <p:spPr>
              <a:xfrm>
                <a:off x="3036775" y="2130950"/>
                <a:ext cx="193625" cy="88875"/>
              </a:xfrm>
              <a:custGeom>
                <a:rect b="b" l="l" r="r" t="t"/>
                <a:pathLst>
                  <a:path extrusionOk="0" h="3555" w="7745">
                    <a:moveTo>
                      <a:pt x="501" y="0"/>
                    </a:moveTo>
                    <a:cubicBezTo>
                      <a:pt x="303" y="382"/>
                      <a:pt x="132" y="785"/>
                      <a:pt x="0" y="1203"/>
                    </a:cubicBezTo>
                    <a:cubicBezTo>
                      <a:pt x="1886" y="2676"/>
                      <a:pt x="4261" y="3555"/>
                      <a:pt x="6840" y="3555"/>
                    </a:cubicBezTo>
                    <a:cubicBezTo>
                      <a:pt x="6875" y="3555"/>
                      <a:pt x="6908" y="3555"/>
                      <a:pt x="6942" y="3552"/>
                    </a:cubicBezTo>
                    <a:cubicBezTo>
                      <a:pt x="6955" y="3553"/>
                      <a:pt x="6967" y="3554"/>
                      <a:pt x="6979" y="3554"/>
                    </a:cubicBezTo>
                    <a:cubicBezTo>
                      <a:pt x="6993" y="3554"/>
                      <a:pt x="7007" y="3553"/>
                      <a:pt x="7022" y="3550"/>
                    </a:cubicBezTo>
                    <a:cubicBezTo>
                      <a:pt x="7041" y="3551"/>
                      <a:pt x="7059" y="3552"/>
                      <a:pt x="7077" y="3552"/>
                    </a:cubicBezTo>
                    <a:cubicBezTo>
                      <a:pt x="7101" y="3552"/>
                      <a:pt x="7124" y="3551"/>
                      <a:pt x="7149" y="3546"/>
                    </a:cubicBezTo>
                    <a:cubicBezTo>
                      <a:pt x="7151" y="3548"/>
                      <a:pt x="7154" y="3549"/>
                      <a:pt x="7157" y="3549"/>
                    </a:cubicBezTo>
                    <a:cubicBezTo>
                      <a:pt x="7160" y="3549"/>
                      <a:pt x="7163" y="3548"/>
                      <a:pt x="7166" y="3546"/>
                    </a:cubicBezTo>
                    <a:cubicBezTo>
                      <a:pt x="7168" y="3548"/>
                      <a:pt x="7169" y="3549"/>
                      <a:pt x="7171" y="3549"/>
                    </a:cubicBezTo>
                    <a:cubicBezTo>
                      <a:pt x="7173" y="3549"/>
                      <a:pt x="7174" y="3548"/>
                      <a:pt x="7176" y="3546"/>
                    </a:cubicBezTo>
                    <a:cubicBezTo>
                      <a:pt x="7177" y="3548"/>
                      <a:pt x="7178" y="3549"/>
                      <a:pt x="7180" y="3549"/>
                    </a:cubicBezTo>
                    <a:cubicBezTo>
                      <a:pt x="7182" y="3549"/>
                      <a:pt x="7183" y="3548"/>
                      <a:pt x="7185" y="3546"/>
                    </a:cubicBezTo>
                    <a:cubicBezTo>
                      <a:pt x="7188" y="3548"/>
                      <a:pt x="7192" y="3549"/>
                      <a:pt x="7196" y="3549"/>
                    </a:cubicBezTo>
                    <a:cubicBezTo>
                      <a:pt x="7200" y="3549"/>
                      <a:pt x="7203" y="3548"/>
                      <a:pt x="7207" y="3546"/>
                    </a:cubicBezTo>
                    <a:cubicBezTo>
                      <a:pt x="7208" y="3548"/>
                      <a:pt x="7210" y="3549"/>
                      <a:pt x="7212" y="3549"/>
                    </a:cubicBezTo>
                    <a:cubicBezTo>
                      <a:pt x="7215" y="3549"/>
                      <a:pt x="7217" y="3548"/>
                      <a:pt x="7218" y="3546"/>
                    </a:cubicBezTo>
                    <a:cubicBezTo>
                      <a:pt x="7219" y="3547"/>
                      <a:pt x="7220" y="3548"/>
                      <a:pt x="7221" y="3548"/>
                    </a:cubicBezTo>
                    <a:cubicBezTo>
                      <a:pt x="7223" y="3548"/>
                      <a:pt x="7225" y="3546"/>
                      <a:pt x="7227" y="3546"/>
                    </a:cubicBezTo>
                    <a:lnTo>
                      <a:pt x="7233" y="3546"/>
                    </a:lnTo>
                    <a:cubicBezTo>
                      <a:pt x="7240" y="3546"/>
                      <a:pt x="7243" y="3546"/>
                      <a:pt x="7249" y="3544"/>
                    </a:cubicBezTo>
                    <a:cubicBezTo>
                      <a:pt x="7251" y="3545"/>
                      <a:pt x="7252" y="3546"/>
                      <a:pt x="7253" y="3546"/>
                    </a:cubicBezTo>
                    <a:cubicBezTo>
                      <a:pt x="7254" y="3546"/>
                      <a:pt x="7254" y="3545"/>
                      <a:pt x="7255" y="3544"/>
                    </a:cubicBezTo>
                    <a:cubicBezTo>
                      <a:pt x="7255" y="3544"/>
                      <a:pt x="7257" y="3545"/>
                      <a:pt x="7259" y="3545"/>
                    </a:cubicBezTo>
                    <a:cubicBezTo>
                      <a:pt x="7260" y="3545"/>
                      <a:pt x="7261" y="3545"/>
                      <a:pt x="7262" y="3544"/>
                    </a:cubicBezTo>
                    <a:cubicBezTo>
                      <a:pt x="7263" y="3545"/>
                      <a:pt x="7265" y="3546"/>
                      <a:pt x="7268" y="3546"/>
                    </a:cubicBezTo>
                    <a:cubicBezTo>
                      <a:pt x="7271" y="3546"/>
                      <a:pt x="7274" y="3545"/>
                      <a:pt x="7278" y="3544"/>
                    </a:cubicBezTo>
                    <a:cubicBezTo>
                      <a:pt x="7281" y="3545"/>
                      <a:pt x="7284" y="3546"/>
                      <a:pt x="7287" y="3546"/>
                    </a:cubicBezTo>
                    <a:cubicBezTo>
                      <a:pt x="7291" y="3546"/>
                      <a:pt x="7295" y="3545"/>
                      <a:pt x="7299" y="3544"/>
                    </a:cubicBezTo>
                    <a:lnTo>
                      <a:pt x="7315" y="3544"/>
                    </a:lnTo>
                    <a:cubicBezTo>
                      <a:pt x="7330" y="3544"/>
                      <a:pt x="7346" y="3544"/>
                      <a:pt x="7361" y="3541"/>
                    </a:cubicBezTo>
                    <a:lnTo>
                      <a:pt x="7363" y="3541"/>
                    </a:lnTo>
                    <a:cubicBezTo>
                      <a:pt x="7364" y="3541"/>
                      <a:pt x="7365" y="3540"/>
                      <a:pt x="7366" y="3540"/>
                    </a:cubicBezTo>
                    <a:cubicBezTo>
                      <a:pt x="7367" y="3540"/>
                      <a:pt x="7367" y="3541"/>
                      <a:pt x="7367" y="3541"/>
                    </a:cubicBezTo>
                    <a:cubicBezTo>
                      <a:pt x="7492" y="3535"/>
                      <a:pt x="7618" y="3527"/>
                      <a:pt x="7744" y="3518"/>
                    </a:cubicBezTo>
                    <a:cubicBezTo>
                      <a:pt x="7677" y="3511"/>
                      <a:pt x="7609" y="3504"/>
                      <a:pt x="7539" y="3492"/>
                    </a:cubicBezTo>
                    <a:cubicBezTo>
                      <a:pt x="7521" y="3488"/>
                      <a:pt x="7502" y="3488"/>
                      <a:pt x="7484" y="3484"/>
                    </a:cubicBezTo>
                    <a:cubicBezTo>
                      <a:pt x="7441" y="3482"/>
                      <a:pt x="7397" y="3476"/>
                      <a:pt x="7355" y="3469"/>
                    </a:cubicBezTo>
                    <a:lnTo>
                      <a:pt x="7352" y="3469"/>
                    </a:lnTo>
                    <a:cubicBezTo>
                      <a:pt x="7337" y="3469"/>
                      <a:pt x="7321" y="3467"/>
                      <a:pt x="7306" y="3467"/>
                    </a:cubicBezTo>
                    <a:cubicBezTo>
                      <a:pt x="7302" y="3467"/>
                      <a:pt x="7295" y="3464"/>
                      <a:pt x="7293" y="3464"/>
                    </a:cubicBezTo>
                    <a:lnTo>
                      <a:pt x="7280" y="3464"/>
                    </a:lnTo>
                    <a:cubicBezTo>
                      <a:pt x="7275" y="3464"/>
                      <a:pt x="7268" y="3462"/>
                      <a:pt x="7262" y="3462"/>
                    </a:cubicBezTo>
                    <a:lnTo>
                      <a:pt x="7259" y="3462"/>
                    </a:lnTo>
                    <a:cubicBezTo>
                      <a:pt x="7253" y="3462"/>
                      <a:pt x="7249" y="3462"/>
                      <a:pt x="7247" y="3459"/>
                    </a:cubicBezTo>
                    <a:lnTo>
                      <a:pt x="7231" y="3459"/>
                    </a:lnTo>
                    <a:cubicBezTo>
                      <a:pt x="7229" y="3459"/>
                      <a:pt x="7227" y="3458"/>
                      <a:pt x="7225" y="3458"/>
                    </a:cubicBezTo>
                    <a:cubicBezTo>
                      <a:pt x="7224" y="3458"/>
                      <a:pt x="7223" y="3458"/>
                      <a:pt x="7222" y="3459"/>
                    </a:cubicBezTo>
                    <a:cubicBezTo>
                      <a:pt x="7219" y="3457"/>
                      <a:pt x="7216" y="3457"/>
                      <a:pt x="7213" y="3457"/>
                    </a:cubicBezTo>
                    <a:lnTo>
                      <a:pt x="7211" y="3457"/>
                    </a:lnTo>
                    <a:cubicBezTo>
                      <a:pt x="7201" y="3457"/>
                      <a:pt x="7192" y="3454"/>
                      <a:pt x="7186" y="3454"/>
                    </a:cubicBezTo>
                    <a:cubicBezTo>
                      <a:pt x="7180" y="3454"/>
                      <a:pt x="7173" y="3451"/>
                      <a:pt x="7170" y="3451"/>
                    </a:cubicBezTo>
                    <a:cubicBezTo>
                      <a:pt x="7161" y="3451"/>
                      <a:pt x="7152" y="3448"/>
                      <a:pt x="7144" y="3448"/>
                    </a:cubicBezTo>
                    <a:lnTo>
                      <a:pt x="7141" y="3448"/>
                    </a:lnTo>
                    <a:cubicBezTo>
                      <a:pt x="7103" y="3442"/>
                      <a:pt x="7067" y="3440"/>
                      <a:pt x="7030" y="3433"/>
                    </a:cubicBezTo>
                    <a:cubicBezTo>
                      <a:pt x="7025" y="3431"/>
                      <a:pt x="7018" y="3431"/>
                      <a:pt x="7012" y="3431"/>
                    </a:cubicBezTo>
                    <a:cubicBezTo>
                      <a:pt x="4453" y="3053"/>
                      <a:pt x="2180" y="1807"/>
                      <a:pt x="5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118"/>
              <p:cNvSpPr/>
              <p:nvPr/>
            </p:nvSpPr>
            <p:spPr>
              <a:xfrm>
                <a:off x="3205325" y="2218525"/>
                <a:ext cx="193450" cy="88650"/>
              </a:xfrm>
              <a:custGeom>
                <a:rect b="b" l="l" r="r" t="t"/>
                <a:pathLst>
                  <a:path extrusionOk="0" h="3546" w="7738">
                    <a:moveTo>
                      <a:pt x="935" y="0"/>
                    </a:moveTo>
                    <a:cubicBezTo>
                      <a:pt x="924" y="0"/>
                      <a:pt x="914" y="0"/>
                      <a:pt x="903" y="0"/>
                    </a:cubicBezTo>
                    <a:cubicBezTo>
                      <a:pt x="868" y="0"/>
                      <a:pt x="835" y="0"/>
                      <a:pt x="801" y="3"/>
                    </a:cubicBezTo>
                    <a:cubicBezTo>
                      <a:pt x="790" y="1"/>
                      <a:pt x="779" y="0"/>
                      <a:pt x="768" y="0"/>
                    </a:cubicBezTo>
                    <a:cubicBezTo>
                      <a:pt x="755" y="0"/>
                      <a:pt x="741" y="2"/>
                      <a:pt x="728" y="5"/>
                    </a:cubicBezTo>
                    <a:cubicBezTo>
                      <a:pt x="710" y="3"/>
                      <a:pt x="691" y="2"/>
                      <a:pt x="671" y="2"/>
                    </a:cubicBezTo>
                    <a:cubicBezTo>
                      <a:pt x="646" y="2"/>
                      <a:pt x="620" y="4"/>
                      <a:pt x="596" y="8"/>
                    </a:cubicBezTo>
                    <a:cubicBezTo>
                      <a:pt x="593" y="7"/>
                      <a:pt x="589" y="6"/>
                      <a:pt x="585" y="6"/>
                    </a:cubicBezTo>
                    <a:cubicBezTo>
                      <a:pt x="581" y="6"/>
                      <a:pt x="577" y="7"/>
                      <a:pt x="574" y="8"/>
                    </a:cubicBezTo>
                    <a:cubicBezTo>
                      <a:pt x="573" y="7"/>
                      <a:pt x="571" y="6"/>
                      <a:pt x="570" y="6"/>
                    </a:cubicBezTo>
                    <a:cubicBezTo>
                      <a:pt x="568" y="6"/>
                      <a:pt x="566" y="7"/>
                      <a:pt x="565" y="8"/>
                    </a:cubicBezTo>
                    <a:cubicBezTo>
                      <a:pt x="563" y="7"/>
                      <a:pt x="562" y="6"/>
                      <a:pt x="562" y="6"/>
                    </a:cubicBezTo>
                    <a:cubicBezTo>
                      <a:pt x="561" y="6"/>
                      <a:pt x="560" y="7"/>
                      <a:pt x="558" y="8"/>
                    </a:cubicBezTo>
                    <a:cubicBezTo>
                      <a:pt x="555" y="7"/>
                      <a:pt x="552" y="6"/>
                      <a:pt x="548" y="6"/>
                    </a:cubicBezTo>
                    <a:cubicBezTo>
                      <a:pt x="544" y="6"/>
                      <a:pt x="540" y="7"/>
                      <a:pt x="537" y="8"/>
                    </a:cubicBezTo>
                    <a:cubicBezTo>
                      <a:pt x="534" y="7"/>
                      <a:pt x="531" y="6"/>
                      <a:pt x="529" y="6"/>
                    </a:cubicBezTo>
                    <a:cubicBezTo>
                      <a:pt x="527" y="6"/>
                      <a:pt x="524" y="7"/>
                      <a:pt x="521" y="8"/>
                    </a:cubicBezTo>
                    <a:lnTo>
                      <a:pt x="506" y="8"/>
                    </a:lnTo>
                    <a:cubicBezTo>
                      <a:pt x="500" y="8"/>
                      <a:pt x="497" y="8"/>
                      <a:pt x="490" y="10"/>
                    </a:cubicBezTo>
                    <a:lnTo>
                      <a:pt x="487" y="10"/>
                    </a:lnTo>
                    <a:cubicBezTo>
                      <a:pt x="486" y="9"/>
                      <a:pt x="485" y="9"/>
                      <a:pt x="483" y="9"/>
                    </a:cubicBezTo>
                    <a:cubicBezTo>
                      <a:pt x="482" y="9"/>
                      <a:pt x="480" y="9"/>
                      <a:pt x="479" y="10"/>
                    </a:cubicBezTo>
                    <a:cubicBezTo>
                      <a:pt x="477" y="9"/>
                      <a:pt x="475" y="9"/>
                      <a:pt x="472" y="9"/>
                    </a:cubicBezTo>
                    <a:cubicBezTo>
                      <a:pt x="470" y="9"/>
                      <a:pt x="467" y="9"/>
                      <a:pt x="464" y="10"/>
                    </a:cubicBezTo>
                    <a:cubicBezTo>
                      <a:pt x="460" y="9"/>
                      <a:pt x="457" y="9"/>
                      <a:pt x="453" y="9"/>
                    </a:cubicBezTo>
                    <a:cubicBezTo>
                      <a:pt x="449" y="9"/>
                      <a:pt x="445" y="9"/>
                      <a:pt x="441" y="10"/>
                    </a:cubicBezTo>
                    <a:lnTo>
                      <a:pt x="425" y="10"/>
                    </a:lnTo>
                    <a:cubicBezTo>
                      <a:pt x="414" y="10"/>
                      <a:pt x="399" y="10"/>
                      <a:pt x="383" y="13"/>
                    </a:cubicBezTo>
                    <a:lnTo>
                      <a:pt x="381" y="13"/>
                    </a:lnTo>
                    <a:cubicBezTo>
                      <a:pt x="255" y="20"/>
                      <a:pt x="126" y="29"/>
                      <a:pt x="0" y="37"/>
                    </a:cubicBezTo>
                    <a:cubicBezTo>
                      <a:pt x="67" y="42"/>
                      <a:pt x="135" y="50"/>
                      <a:pt x="202" y="56"/>
                    </a:cubicBezTo>
                    <a:cubicBezTo>
                      <a:pt x="224" y="60"/>
                      <a:pt x="243" y="60"/>
                      <a:pt x="264" y="62"/>
                    </a:cubicBezTo>
                    <a:cubicBezTo>
                      <a:pt x="305" y="65"/>
                      <a:pt x="347" y="71"/>
                      <a:pt x="387" y="77"/>
                    </a:cubicBezTo>
                    <a:lnTo>
                      <a:pt x="389" y="77"/>
                    </a:lnTo>
                    <a:cubicBezTo>
                      <a:pt x="405" y="77"/>
                      <a:pt x="417" y="81"/>
                      <a:pt x="433" y="81"/>
                    </a:cubicBezTo>
                    <a:cubicBezTo>
                      <a:pt x="439" y="81"/>
                      <a:pt x="441" y="83"/>
                      <a:pt x="448" y="83"/>
                    </a:cubicBezTo>
                    <a:lnTo>
                      <a:pt x="460" y="83"/>
                    </a:lnTo>
                    <a:cubicBezTo>
                      <a:pt x="467" y="83"/>
                      <a:pt x="470" y="86"/>
                      <a:pt x="476" y="86"/>
                    </a:cubicBezTo>
                    <a:lnTo>
                      <a:pt x="479" y="86"/>
                    </a:lnTo>
                    <a:cubicBezTo>
                      <a:pt x="485" y="86"/>
                      <a:pt x="491" y="86"/>
                      <a:pt x="495" y="88"/>
                    </a:cubicBezTo>
                    <a:lnTo>
                      <a:pt x="515" y="88"/>
                    </a:lnTo>
                    <a:cubicBezTo>
                      <a:pt x="517" y="91"/>
                      <a:pt x="521" y="91"/>
                      <a:pt x="523" y="91"/>
                    </a:cubicBezTo>
                    <a:lnTo>
                      <a:pt x="529" y="91"/>
                    </a:lnTo>
                    <a:cubicBezTo>
                      <a:pt x="538" y="91"/>
                      <a:pt x="544" y="93"/>
                      <a:pt x="551" y="93"/>
                    </a:cubicBezTo>
                    <a:cubicBezTo>
                      <a:pt x="557" y="93"/>
                      <a:pt x="560" y="93"/>
                      <a:pt x="567" y="96"/>
                    </a:cubicBezTo>
                    <a:cubicBezTo>
                      <a:pt x="575" y="96"/>
                      <a:pt x="588" y="98"/>
                      <a:pt x="598" y="98"/>
                    </a:cubicBezTo>
                    <a:cubicBezTo>
                      <a:pt x="634" y="104"/>
                      <a:pt x="667" y="107"/>
                      <a:pt x="704" y="114"/>
                    </a:cubicBezTo>
                    <a:cubicBezTo>
                      <a:pt x="711" y="114"/>
                      <a:pt x="719" y="117"/>
                      <a:pt x="727" y="117"/>
                    </a:cubicBezTo>
                    <a:cubicBezTo>
                      <a:pt x="3284" y="491"/>
                      <a:pt x="5559" y="1739"/>
                      <a:pt x="7237" y="3546"/>
                    </a:cubicBezTo>
                    <a:cubicBezTo>
                      <a:pt x="7436" y="3164"/>
                      <a:pt x="7606" y="2762"/>
                      <a:pt x="7737" y="2344"/>
                    </a:cubicBezTo>
                    <a:cubicBezTo>
                      <a:pt x="5860" y="877"/>
                      <a:pt x="3496" y="0"/>
                      <a:pt x="9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118"/>
              <p:cNvSpPr/>
              <p:nvPr/>
            </p:nvSpPr>
            <p:spPr>
              <a:xfrm>
                <a:off x="3217175" y="2038100"/>
                <a:ext cx="88675" cy="193600"/>
              </a:xfrm>
              <a:custGeom>
                <a:rect b="b" l="l" r="r" t="t"/>
                <a:pathLst>
                  <a:path extrusionOk="0" h="7744" w="3547">
                    <a:moveTo>
                      <a:pt x="2355" y="0"/>
                    </a:moveTo>
                    <a:cubicBezTo>
                      <a:pt x="879" y="1888"/>
                      <a:pt x="1" y="4261"/>
                      <a:pt x="1" y="6840"/>
                    </a:cubicBezTo>
                    <a:cubicBezTo>
                      <a:pt x="1" y="6877"/>
                      <a:pt x="1" y="6910"/>
                      <a:pt x="3" y="6948"/>
                    </a:cubicBezTo>
                    <a:cubicBezTo>
                      <a:pt x="1" y="6969"/>
                      <a:pt x="1" y="6987"/>
                      <a:pt x="3" y="7010"/>
                    </a:cubicBezTo>
                    <a:cubicBezTo>
                      <a:pt x="3" y="7056"/>
                      <a:pt x="3" y="7098"/>
                      <a:pt x="6" y="7145"/>
                    </a:cubicBezTo>
                    <a:lnTo>
                      <a:pt x="6" y="7203"/>
                    </a:lnTo>
                    <a:cubicBezTo>
                      <a:pt x="6" y="7208"/>
                      <a:pt x="6" y="7214"/>
                      <a:pt x="8" y="7221"/>
                    </a:cubicBezTo>
                    <a:lnTo>
                      <a:pt x="8" y="7299"/>
                    </a:lnTo>
                    <a:cubicBezTo>
                      <a:pt x="8" y="7299"/>
                      <a:pt x="11" y="7299"/>
                      <a:pt x="8" y="7301"/>
                    </a:cubicBezTo>
                    <a:cubicBezTo>
                      <a:pt x="11" y="7305"/>
                      <a:pt x="11" y="7307"/>
                      <a:pt x="8" y="7314"/>
                    </a:cubicBezTo>
                    <a:cubicBezTo>
                      <a:pt x="11" y="7316"/>
                      <a:pt x="11" y="7320"/>
                      <a:pt x="11" y="7322"/>
                    </a:cubicBezTo>
                    <a:lnTo>
                      <a:pt x="11" y="7350"/>
                    </a:lnTo>
                    <a:cubicBezTo>
                      <a:pt x="11" y="7353"/>
                      <a:pt x="13" y="7361"/>
                      <a:pt x="13" y="7363"/>
                    </a:cubicBezTo>
                    <a:cubicBezTo>
                      <a:pt x="21" y="7487"/>
                      <a:pt x="29" y="7616"/>
                      <a:pt x="38" y="7743"/>
                    </a:cubicBezTo>
                    <a:cubicBezTo>
                      <a:pt x="43" y="7672"/>
                      <a:pt x="49" y="7605"/>
                      <a:pt x="57" y="7534"/>
                    </a:cubicBezTo>
                    <a:cubicBezTo>
                      <a:pt x="60" y="7516"/>
                      <a:pt x="60" y="7497"/>
                      <a:pt x="63" y="7479"/>
                    </a:cubicBezTo>
                    <a:lnTo>
                      <a:pt x="63" y="7476"/>
                    </a:lnTo>
                    <a:cubicBezTo>
                      <a:pt x="65" y="7436"/>
                      <a:pt x="72" y="7397"/>
                      <a:pt x="78" y="7356"/>
                    </a:cubicBezTo>
                    <a:lnTo>
                      <a:pt x="78" y="7353"/>
                    </a:lnTo>
                    <a:cubicBezTo>
                      <a:pt x="78" y="7338"/>
                      <a:pt x="80" y="7322"/>
                      <a:pt x="80" y="7307"/>
                    </a:cubicBezTo>
                    <a:cubicBezTo>
                      <a:pt x="80" y="7301"/>
                      <a:pt x="83" y="7299"/>
                      <a:pt x="83" y="7291"/>
                    </a:cubicBezTo>
                    <a:cubicBezTo>
                      <a:pt x="86" y="7291"/>
                      <a:pt x="83" y="7289"/>
                      <a:pt x="83" y="7289"/>
                    </a:cubicBezTo>
                    <a:lnTo>
                      <a:pt x="83" y="7283"/>
                    </a:lnTo>
                    <a:cubicBezTo>
                      <a:pt x="83" y="7278"/>
                      <a:pt x="86" y="7271"/>
                      <a:pt x="86" y="7265"/>
                    </a:cubicBezTo>
                    <a:lnTo>
                      <a:pt x="86" y="7258"/>
                    </a:lnTo>
                    <a:cubicBezTo>
                      <a:pt x="86" y="7255"/>
                      <a:pt x="86" y="7252"/>
                      <a:pt x="89" y="7249"/>
                    </a:cubicBezTo>
                    <a:lnTo>
                      <a:pt x="89" y="7227"/>
                    </a:lnTo>
                    <a:lnTo>
                      <a:pt x="89" y="7224"/>
                    </a:lnTo>
                    <a:cubicBezTo>
                      <a:pt x="91" y="7221"/>
                      <a:pt x="91" y="7218"/>
                      <a:pt x="91" y="7218"/>
                    </a:cubicBezTo>
                    <a:lnTo>
                      <a:pt x="91" y="7212"/>
                    </a:lnTo>
                    <a:cubicBezTo>
                      <a:pt x="91" y="7203"/>
                      <a:pt x="94" y="7193"/>
                      <a:pt x="94" y="7187"/>
                    </a:cubicBezTo>
                    <a:cubicBezTo>
                      <a:pt x="94" y="7181"/>
                      <a:pt x="96" y="7178"/>
                      <a:pt x="96" y="7172"/>
                    </a:cubicBezTo>
                    <a:cubicBezTo>
                      <a:pt x="96" y="7163"/>
                      <a:pt x="99" y="7156"/>
                      <a:pt x="99" y="7148"/>
                    </a:cubicBezTo>
                    <a:lnTo>
                      <a:pt x="99" y="7145"/>
                    </a:lnTo>
                    <a:cubicBezTo>
                      <a:pt x="105" y="7109"/>
                      <a:pt x="108" y="7068"/>
                      <a:pt x="114" y="7031"/>
                    </a:cubicBezTo>
                    <a:cubicBezTo>
                      <a:pt x="114" y="7027"/>
                      <a:pt x="116" y="7021"/>
                      <a:pt x="116" y="7019"/>
                    </a:cubicBezTo>
                    <a:cubicBezTo>
                      <a:pt x="492" y="4458"/>
                      <a:pt x="1740" y="2184"/>
                      <a:pt x="3547" y="505"/>
                    </a:cubicBezTo>
                    <a:cubicBezTo>
                      <a:pt x="3166" y="303"/>
                      <a:pt x="2767" y="133"/>
                      <a:pt x="235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118"/>
              <p:cNvSpPr/>
              <p:nvPr/>
            </p:nvSpPr>
            <p:spPr>
              <a:xfrm>
                <a:off x="3129725" y="2206625"/>
                <a:ext cx="88825" cy="193500"/>
              </a:xfrm>
              <a:custGeom>
                <a:rect b="b" l="l" r="r" t="t"/>
                <a:pathLst>
                  <a:path extrusionOk="0" h="7740" w="3553">
                    <a:moveTo>
                      <a:pt x="3509" y="0"/>
                    </a:moveTo>
                    <a:cubicBezTo>
                      <a:pt x="3502" y="72"/>
                      <a:pt x="3497" y="139"/>
                      <a:pt x="3491" y="209"/>
                    </a:cubicBezTo>
                    <a:cubicBezTo>
                      <a:pt x="3487" y="224"/>
                      <a:pt x="3487" y="240"/>
                      <a:pt x="3484" y="255"/>
                    </a:cubicBezTo>
                    <a:cubicBezTo>
                      <a:pt x="3481" y="299"/>
                      <a:pt x="3475" y="345"/>
                      <a:pt x="3469" y="387"/>
                    </a:cubicBezTo>
                    <a:cubicBezTo>
                      <a:pt x="3469" y="403"/>
                      <a:pt x="3469" y="418"/>
                      <a:pt x="3466" y="434"/>
                    </a:cubicBezTo>
                    <a:cubicBezTo>
                      <a:pt x="3466" y="440"/>
                      <a:pt x="3466" y="443"/>
                      <a:pt x="3464" y="449"/>
                    </a:cubicBezTo>
                    <a:lnTo>
                      <a:pt x="3464" y="462"/>
                    </a:lnTo>
                    <a:cubicBezTo>
                      <a:pt x="3464" y="467"/>
                      <a:pt x="3461" y="474"/>
                      <a:pt x="3461" y="480"/>
                    </a:cubicBezTo>
                    <a:lnTo>
                      <a:pt x="3461" y="482"/>
                    </a:lnTo>
                    <a:lnTo>
                      <a:pt x="3461" y="492"/>
                    </a:lnTo>
                    <a:cubicBezTo>
                      <a:pt x="3459" y="498"/>
                      <a:pt x="3459" y="501"/>
                      <a:pt x="3459" y="507"/>
                    </a:cubicBezTo>
                    <a:lnTo>
                      <a:pt x="3459" y="516"/>
                    </a:lnTo>
                    <a:cubicBezTo>
                      <a:pt x="3459" y="520"/>
                      <a:pt x="3457" y="520"/>
                      <a:pt x="3457" y="523"/>
                    </a:cubicBezTo>
                    <a:lnTo>
                      <a:pt x="3457" y="529"/>
                    </a:lnTo>
                    <a:lnTo>
                      <a:pt x="3457" y="532"/>
                    </a:lnTo>
                    <a:cubicBezTo>
                      <a:pt x="3457" y="538"/>
                      <a:pt x="3453" y="547"/>
                      <a:pt x="3453" y="553"/>
                    </a:cubicBezTo>
                    <a:cubicBezTo>
                      <a:pt x="3453" y="560"/>
                      <a:pt x="3453" y="563"/>
                      <a:pt x="3451" y="569"/>
                    </a:cubicBezTo>
                    <a:cubicBezTo>
                      <a:pt x="3451" y="578"/>
                      <a:pt x="3451" y="588"/>
                      <a:pt x="3448" y="596"/>
                    </a:cubicBezTo>
                    <a:lnTo>
                      <a:pt x="3448" y="599"/>
                    </a:lnTo>
                    <a:cubicBezTo>
                      <a:pt x="3442" y="635"/>
                      <a:pt x="3439" y="675"/>
                      <a:pt x="3433" y="712"/>
                    </a:cubicBezTo>
                    <a:cubicBezTo>
                      <a:pt x="3433" y="714"/>
                      <a:pt x="3433" y="722"/>
                      <a:pt x="3431" y="728"/>
                    </a:cubicBezTo>
                    <a:cubicBezTo>
                      <a:pt x="3055" y="3282"/>
                      <a:pt x="1807" y="5560"/>
                      <a:pt x="0" y="7239"/>
                    </a:cubicBezTo>
                    <a:cubicBezTo>
                      <a:pt x="381" y="7437"/>
                      <a:pt x="781" y="7607"/>
                      <a:pt x="1199" y="7739"/>
                    </a:cubicBezTo>
                    <a:cubicBezTo>
                      <a:pt x="2674" y="5852"/>
                      <a:pt x="3553" y="3478"/>
                      <a:pt x="3553" y="899"/>
                    </a:cubicBezTo>
                    <a:cubicBezTo>
                      <a:pt x="3553" y="864"/>
                      <a:pt x="3553" y="828"/>
                      <a:pt x="3543" y="796"/>
                    </a:cubicBezTo>
                    <a:cubicBezTo>
                      <a:pt x="3546" y="771"/>
                      <a:pt x="3546" y="747"/>
                      <a:pt x="3543" y="723"/>
                    </a:cubicBezTo>
                    <a:cubicBezTo>
                      <a:pt x="3543" y="678"/>
                      <a:pt x="3543" y="636"/>
                      <a:pt x="3541" y="596"/>
                    </a:cubicBezTo>
                    <a:lnTo>
                      <a:pt x="3541" y="578"/>
                    </a:lnTo>
                    <a:lnTo>
                      <a:pt x="3541" y="572"/>
                    </a:lnTo>
                    <a:lnTo>
                      <a:pt x="3541" y="565"/>
                    </a:lnTo>
                    <a:lnTo>
                      <a:pt x="3541" y="538"/>
                    </a:lnTo>
                    <a:cubicBezTo>
                      <a:pt x="3541" y="533"/>
                      <a:pt x="3541" y="527"/>
                      <a:pt x="3538" y="520"/>
                    </a:cubicBezTo>
                    <a:lnTo>
                      <a:pt x="3538" y="513"/>
                    </a:lnTo>
                    <a:lnTo>
                      <a:pt x="3538" y="507"/>
                    </a:lnTo>
                    <a:lnTo>
                      <a:pt x="3538" y="443"/>
                    </a:lnTo>
                    <a:cubicBezTo>
                      <a:pt x="3536" y="440"/>
                      <a:pt x="3538" y="440"/>
                      <a:pt x="3538" y="440"/>
                    </a:cubicBezTo>
                    <a:cubicBezTo>
                      <a:pt x="3536" y="434"/>
                      <a:pt x="3536" y="430"/>
                      <a:pt x="3538" y="428"/>
                    </a:cubicBezTo>
                    <a:cubicBezTo>
                      <a:pt x="3536" y="423"/>
                      <a:pt x="3536" y="420"/>
                      <a:pt x="3536" y="420"/>
                    </a:cubicBezTo>
                    <a:lnTo>
                      <a:pt x="3536" y="381"/>
                    </a:lnTo>
                    <a:lnTo>
                      <a:pt x="3533" y="381"/>
                    </a:lnTo>
                    <a:cubicBezTo>
                      <a:pt x="3527" y="252"/>
                      <a:pt x="3517" y="126"/>
                      <a:pt x="35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118"/>
              <p:cNvSpPr/>
              <p:nvPr/>
            </p:nvSpPr>
            <p:spPr>
              <a:xfrm>
                <a:off x="3027925" y="2212650"/>
                <a:ext cx="200625" cy="49375"/>
              </a:xfrm>
              <a:custGeom>
                <a:rect b="b" l="l" r="r" t="t"/>
                <a:pathLst>
                  <a:path extrusionOk="0" h="1975" w="8025">
                    <a:moveTo>
                      <a:pt x="8025" y="1"/>
                    </a:moveTo>
                    <a:cubicBezTo>
                      <a:pt x="7960" y="30"/>
                      <a:pt x="7893" y="61"/>
                      <a:pt x="7828" y="95"/>
                    </a:cubicBezTo>
                    <a:cubicBezTo>
                      <a:pt x="7812" y="100"/>
                      <a:pt x="7800" y="106"/>
                      <a:pt x="7788" y="112"/>
                    </a:cubicBezTo>
                    <a:cubicBezTo>
                      <a:pt x="7747" y="128"/>
                      <a:pt x="7707" y="146"/>
                      <a:pt x="7670" y="162"/>
                    </a:cubicBezTo>
                    <a:cubicBezTo>
                      <a:pt x="7670" y="164"/>
                      <a:pt x="7670" y="164"/>
                      <a:pt x="7668" y="164"/>
                    </a:cubicBezTo>
                    <a:cubicBezTo>
                      <a:pt x="7652" y="171"/>
                      <a:pt x="7640" y="177"/>
                      <a:pt x="7628" y="179"/>
                    </a:cubicBezTo>
                    <a:cubicBezTo>
                      <a:pt x="7621" y="183"/>
                      <a:pt x="7617" y="187"/>
                      <a:pt x="7614" y="187"/>
                    </a:cubicBezTo>
                    <a:cubicBezTo>
                      <a:pt x="7611" y="187"/>
                      <a:pt x="7608" y="189"/>
                      <a:pt x="7608" y="189"/>
                    </a:cubicBezTo>
                    <a:lnTo>
                      <a:pt x="7606" y="189"/>
                    </a:lnTo>
                    <a:lnTo>
                      <a:pt x="7606" y="192"/>
                    </a:lnTo>
                    <a:cubicBezTo>
                      <a:pt x="7601" y="192"/>
                      <a:pt x="7594" y="195"/>
                      <a:pt x="7587" y="198"/>
                    </a:cubicBezTo>
                    <a:cubicBezTo>
                      <a:pt x="7583" y="198"/>
                      <a:pt x="7581" y="200"/>
                      <a:pt x="7581" y="200"/>
                    </a:cubicBezTo>
                    <a:cubicBezTo>
                      <a:pt x="7575" y="200"/>
                      <a:pt x="7571" y="203"/>
                      <a:pt x="7568" y="203"/>
                    </a:cubicBezTo>
                    <a:cubicBezTo>
                      <a:pt x="7562" y="207"/>
                      <a:pt x="7557" y="209"/>
                      <a:pt x="7555" y="209"/>
                    </a:cubicBezTo>
                    <a:cubicBezTo>
                      <a:pt x="7555" y="212"/>
                      <a:pt x="7555" y="212"/>
                      <a:pt x="7552" y="212"/>
                    </a:cubicBezTo>
                    <a:lnTo>
                      <a:pt x="7550" y="212"/>
                    </a:lnTo>
                    <a:cubicBezTo>
                      <a:pt x="7546" y="212"/>
                      <a:pt x="7544" y="214"/>
                      <a:pt x="7544" y="214"/>
                    </a:cubicBezTo>
                    <a:cubicBezTo>
                      <a:pt x="7540" y="214"/>
                      <a:pt x="7537" y="214"/>
                      <a:pt x="7537" y="218"/>
                    </a:cubicBezTo>
                    <a:cubicBezTo>
                      <a:pt x="7529" y="220"/>
                      <a:pt x="7521" y="224"/>
                      <a:pt x="7515" y="226"/>
                    </a:cubicBezTo>
                    <a:cubicBezTo>
                      <a:pt x="7510" y="226"/>
                      <a:pt x="7506" y="230"/>
                      <a:pt x="7504" y="233"/>
                    </a:cubicBezTo>
                    <a:cubicBezTo>
                      <a:pt x="7495" y="235"/>
                      <a:pt x="7485" y="239"/>
                      <a:pt x="7477" y="241"/>
                    </a:cubicBezTo>
                    <a:lnTo>
                      <a:pt x="7474" y="241"/>
                    </a:lnTo>
                    <a:lnTo>
                      <a:pt x="7474" y="244"/>
                    </a:lnTo>
                    <a:cubicBezTo>
                      <a:pt x="7441" y="257"/>
                      <a:pt x="7407" y="269"/>
                      <a:pt x="7376" y="282"/>
                    </a:cubicBezTo>
                    <a:cubicBezTo>
                      <a:pt x="7371" y="285"/>
                      <a:pt x="7364" y="288"/>
                      <a:pt x="7358" y="291"/>
                    </a:cubicBezTo>
                    <a:cubicBezTo>
                      <a:pt x="6034" y="815"/>
                      <a:pt x="4652" y="1069"/>
                      <a:pt x="3283" y="1069"/>
                    </a:cubicBezTo>
                    <a:cubicBezTo>
                      <a:pt x="2167" y="1069"/>
                      <a:pt x="1060" y="900"/>
                      <a:pt x="0" y="573"/>
                    </a:cubicBezTo>
                    <a:lnTo>
                      <a:pt x="0" y="573"/>
                    </a:lnTo>
                    <a:cubicBezTo>
                      <a:pt x="19" y="1015"/>
                      <a:pt x="74" y="1447"/>
                      <a:pt x="166" y="1865"/>
                    </a:cubicBezTo>
                    <a:cubicBezTo>
                      <a:pt x="680" y="1937"/>
                      <a:pt x="1199" y="1974"/>
                      <a:pt x="1720" y="1974"/>
                    </a:cubicBezTo>
                    <a:cubicBezTo>
                      <a:pt x="3605" y="1974"/>
                      <a:pt x="5516" y="1493"/>
                      <a:pt x="7266" y="484"/>
                    </a:cubicBezTo>
                    <a:cubicBezTo>
                      <a:pt x="7299" y="462"/>
                      <a:pt x="7338" y="444"/>
                      <a:pt x="7371" y="420"/>
                    </a:cubicBezTo>
                    <a:cubicBezTo>
                      <a:pt x="7386" y="415"/>
                      <a:pt x="7402" y="405"/>
                      <a:pt x="7417" y="392"/>
                    </a:cubicBezTo>
                    <a:cubicBezTo>
                      <a:pt x="7453" y="374"/>
                      <a:pt x="7487" y="350"/>
                      <a:pt x="7524" y="325"/>
                    </a:cubicBezTo>
                    <a:cubicBezTo>
                      <a:pt x="7530" y="325"/>
                      <a:pt x="7536" y="323"/>
                      <a:pt x="7542" y="317"/>
                    </a:cubicBezTo>
                    <a:lnTo>
                      <a:pt x="7542" y="313"/>
                    </a:lnTo>
                    <a:lnTo>
                      <a:pt x="7545" y="313"/>
                    </a:lnTo>
                    <a:cubicBezTo>
                      <a:pt x="7549" y="313"/>
                      <a:pt x="7549" y="313"/>
                      <a:pt x="7551" y="311"/>
                    </a:cubicBezTo>
                    <a:cubicBezTo>
                      <a:pt x="7555" y="311"/>
                      <a:pt x="7555" y="311"/>
                      <a:pt x="7557" y="308"/>
                    </a:cubicBezTo>
                    <a:cubicBezTo>
                      <a:pt x="7565" y="305"/>
                      <a:pt x="7567" y="302"/>
                      <a:pt x="7573" y="296"/>
                    </a:cubicBezTo>
                    <a:cubicBezTo>
                      <a:pt x="7580" y="296"/>
                      <a:pt x="7582" y="293"/>
                      <a:pt x="7588" y="287"/>
                    </a:cubicBezTo>
                    <a:cubicBezTo>
                      <a:pt x="7592" y="287"/>
                      <a:pt x="7596" y="287"/>
                      <a:pt x="7598" y="285"/>
                    </a:cubicBezTo>
                    <a:cubicBezTo>
                      <a:pt x="7602" y="285"/>
                      <a:pt x="7602" y="280"/>
                      <a:pt x="7604" y="277"/>
                    </a:cubicBezTo>
                    <a:cubicBezTo>
                      <a:pt x="7607" y="277"/>
                      <a:pt x="7611" y="274"/>
                      <a:pt x="7613" y="271"/>
                    </a:cubicBezTo>
                    <a:lnTo>
                      <a:pt x="7616" y="271"/>
                    </a:lnTo>
                    <a:cubicBezTo>
                      <a:pt x="7619" y="271"/>
                      <a:pt x="7622" y="265"/>
                      <a:pt x="7622" y="265"/>
                    </a:cubicBezTo>
                    <a:cubicBezTo>
                      <a:pt x="7629" y="265"/>
                      <a:pt x="7635" y="259"/>
                      <a:pt x="7638" y="259"/>
                    </a:cubicBezTo>
                    <a:cubicBezTo>
                      <a:pt x="7644" y="252"/>
                      <a:pt x="7649" y="248"/>
                      <a:pt x="7656" y="245"/>
                    </a:cubicBezTo>
                    <a:lnTo>
                      <a:pt x="7656" y="243"/>
                    </a:lnTo>
                    <a:cubicBezTo>
                      <a:pt x="7663" y="243"/>
                      <a:pt x="7666" y="239"/>
                      <a:pt x="7669" y="236"/>
                    </a:cubicBezTo>
                    <a:cubicBezTo>
                      <a:pt x="7684" y="228"/>
                      <a:pt x="7696" y="223"/>
                      <a:pt x="7709" y="209"/>
                    </a:cubicBezTo>
                    <a:lnTo>
                      <a:pt x="7711" y="209"/>
                    </a:lnTo>
                    <a:cubicBezTo>
                      <a:pt x="7815" y="142"/>
                      <a:pt x="7921" y="71"/>
                      <a:pt x="80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118"/>
              <p:cNvSpPr/>
              <p:nvPr/>
            </p:nvSpPr>
            <p:spPr>
              <a:xfrm>
                <a:off x="3207125" y="2176175"/>
                <a:ext cx="200550" cy="49350"/>
              </a:xfrm>
              <a:custGeom>
                <a:rect b="b" l="l" r="r" t="t"/>
                <a:pathLst>
                  <a:path extrusionOk="0" h="1974" w="8022">
                    <a:moveTo>
                      <a:pt x="6304" y="0"/>
                    </a:moveTo>
                    <a:cubicBezTo>
                      <a:pt x="4419" y="0"/>
                      <a:pt x="2510" y="482"/>
                      <a:pt x="760" y="1491"/>
                    </a:cubicBezTo>
                    <a:cubicBezTo>
                      <a:pt x="727" y="1509"/>
                      <a:pt x="696" y="1530"/>
                      <a:pt x="662" y="1553"/>
                    </a:cubicBezTo>
                    <a:cubicBezTo>
                      <a:pt x="646" y="1559"/>
                      <a:pt x="629" y="1568"/>
                      <a:pt x="613" y="1584"/>
                    </a:cubicBezTo>
                    <a:cubicBezTo>
                      <a:pt x="577" y="1601"/>
                      <a:pt x="537" y="1626"/>
                      <a:pt x="500" y="1651"/>
                    </a:cubicBezTo>
                    <a:cubicBezTo>
                      <a:pt x="497" y="1651"/>
                      <a:pt x="491" y="1653"/>
                      <a:pt x="488" y="1659"/>
                    </a:cubicBezTo>
                    <a:cubicBezTo>
                      <a:pt x="487" y="1658"/>
                      <a:pt x="486" y="1658"/>
                      <a:pt x="485" y="1658"/>
                    </a:cubicBezTo>
                    <a:cubicBezTo>
                      <a:pt x="483" y="1658"/>
                      <a:pt x="481" y="1660"/>
                      <a:pt x="479" y="1662"/>
                    </a:cubicBezTo>
                    <a:lnTo>
                      <a:pt x="476" y="1664"/>
                    </a:lnTo>
                    <a:cubicBezTo>
                      <a:pt x="472" y="1664"/>
                      <a:pt x="472" y="1664"/>
                      <a:pt x="470" y="1667"/>
                    </a:cubicBezTo>
                    <a:cubicBezTo>
                      <a:pt x="465" y="1671"/>
                      <a:pt x="459" y="1673"/>
                      <a:pt x="451" y="1680"/>
                    </a:cubicBezTo>
                    <a:cubicBezTo>
                      <a:pt x="445" y="1680"/>
                      <a:pt x="443" y="1683"/>
                      <a:pt x="436" y="1689"/>
                    </a:cubicBezTo>
                    <a:cubicBezTo>
                      <a:pt x="433" y="1689"/>
                      <a:pt x="433" y="1689"/>
                      <a:pt x="430" y="1692"/>
                    </a:cubicBezTo>
                    <a:cubicBezTo>
                      <a:pt x="428" y="1692"/>
                      <a:pt x="424" y="1695"/>
                      <a:pt x="420" y="1698"/>
                    </a:cubicBezTo>
                    <a:lnTo>
                      <a:pt x="418" y="1698"/>
                    </a:lnTo>
                    <a:cubicBezTo>
                      <a:pt x="418" y="1698"/>
                      <a:pt x="415" y="1698"/>
                      <a:pt x="415" y="1700"/>
                    </a:cubicBezTo>
                    <a:cubicBezTo>
                      <a:pt x="412" y="1700"/>
                      <a:pt x="409" y="1706"/>
                      <a:pt x="409" y="1706"/>
                    </a:cubicBezTo>
                    <a:cubicBezTo>
                      <a:pt x="405" y="1706"/>
                      <a:pt x="403" y="1710"/>
                      <a:pt x="403" y="1710"/>
                    </a:cubicBezTo>
                    <a:cubicBezTo>
                      <a:pt x="397" y="1710"/>
                      <a:pt x="393" y="1714"/>
                      <a:pt x="389" y="1716"/>
                    </a:cubicBezTo>
                    <a:cubicBezTo>
                      <a:pt x="384" y="1720"/>
                      <a:pt x="378" y="1726"/>
                      <a:pt x="372" y="1729"/>
                    </a:cubicBezTo>
                    <a:cubicBezTo>
                      <a:pt x="369" y="1729"/>
                      <a:pt x="369" y="1731"/>
                      <a:pt x="369" y="1731"/>
                    </a:cubicBezTo>
                    <a:cubicBezTo>
                      <a:pt x="363" y="1731"/>
                      <a:pt x="359" y="1735"/>
                      <a:pt x="356" y="1737"/>
                    </a:cubicBezTo>
                    <a:cubicBezTo>
                      <a:pt x="343" y="1747"/>
                      <a:pt x="331" y="1753"/>
                      <a:pt x="319" y="1762"/>
                    </a:cubicBezTo>
                    <a:cubicBezTo>
                      <a:pt x="316" y="1762"/>
                      <a:pt x="316" y="1765"/>
                      <a:pt x="316" y="1765"/>
                    </a:cubicBezTo>
                    <a:cubicBezTo>
                      <a:pt x="209" y="1832"/>
                      <a:pt x="105" y="1903"/>
                      <a:pt x="0" y="1974"/>
                    </a:cubicBezTo>
                    <a:cubicBezTo>
                      <a:pt x="69" y="1941"/>
                      <a:pt x="140" y="1910"/>
                      <a:pt x="207" y="1879"/>
                    </a:cubicBezTo>
                    <a:cubicBezTo>
                      <a:pt x="219" y="1872"/>
                      <a:pt x="232" y="1865"/>
                      <a:pt x="244" y="1863"/>
                    </a:cubicBezTo>
                    <a:cubicBezTo>
                      <a:pt x="284" y="1845"/>
                      <a:pt x="320" y="1829"/>
                      <a:pt x="357" y="1814"/>
                    </a:cubicBezTo>
                    <a:lnTo>
                      <a:pt x="357" y="1812"/>
                    </a:lnTo>
                    <a:cubicBezTo>
                      <a:pt x="373" y="1804"/>
                      <a:pt x="387" y="1798"/>
                      <a:pt x="400" y="1796"/>
                    </a:cubicBezTo>
                    <a:cubicBezTo>
                      <a:pt x="403" y="1792"/>
                      <a:pt x="407" y="1792"/>
                      <a:pt x="409" y="1789"/>
                    </a:cubicBezTo>
                    <a:cubicBezTo>
                      <a:pt x="412" y="1789"/>
                      <a:pt x="415" y="1787"/>
                      <a:pt x="418" y="1787"/>
                    </a:cubicBezTo>
                    <a:cubicBezTo>
                      <a:pt x="419" y="1785"/>
                      <a:pt x="420" y="1785"/>
                      <a:pt x="420" y="1785"/>
                    </a:cubicBezTo>
                    <a:cubicBezTo>
                      <a:pt x="420" y="1785"/>
                      <a:pt x="420" y="1785"/>
                      <a:pt x="420" y="1787"/>
                    </a:cubicBezTo>
                    <a:cubicBezTo>
                      <a:pt x="426" y="1784"/>
                      <a:pt x="433" y="1781"/>
                      <a:pt x="439" y="1778"/>
                    </a:cubicBezTo>
                    <a:lnTo>
                      <a:pt x="444" y="1778"/>
                    </a:lnTo>
                    <a:cubicBezTo>
                      <a:pt x="446" y="1774"/>
                      <a:pt x="450" y="1771"/>
                      <a:pt x="453" y="1771"/>
                    </a:cubicBezTo>
                    <a:cubicBezTo>
                      <a:pt x="460" y="1767"/>
                      <a:pt x="466" y="1765"/>
                      <a:pt x="469" y="1765"/>
                    </a:cubicBezTo>
                    <a:cubicBezTo>
                      <a:pt x="469" y="1765"/>
                      <a:pt x="469" y="1762"/>
                      <a:pt x="471" y="1762"/>
                    </a:cubicBezTo>
                    <a:lnTo>
                      <a:pt x="480" y="1762"/>
                    </a:lnTo>
                    <a:lnTo>
                      <a:pt x="482" y="1760"/>
                    </a:lnTo>
                    <a:cubicBezTo>
                      <a:pt x="492" y="1754"/>
                      <a:pt x="501" y="1751"/>
                      <a:pt x="507" y="1751"/>
                    </a:cubicBezTo>
                    <a:cubicBezTo>
                      <a:pt x="513" y="1747"/>
                      <a:pt x="517" y="1745"/>
                      <a:pt x="521" y="1745"/>
                    </a:cubicBezTo>
                    <a:cubicBezTo>
                      <a:pt x="529" y="1738"/>
                      <a:pt x="538" y="1734"/>
                      <a:pt x="547" y="1731"/>
                    </a:cubicBezTo>
                    <a:lnTo>
                      <a:pt x="549" y="1731"/>
                    </a:lnTo>
                    <a:cubicBezTo>
                      <a:pt x="550" y="1731"/>
                      <a:pt x="551" y="1730"/>
                      <a:pt x="552" y="1730"/>
                    </a:cubicBezTo>
                    <a:cubicBezTo>
                      <a:pt x="553" y="1730"/>
                      <a:pt x="553" y="1731"/>
                      <a:pt x="553" y="1731"/>
                    </a:cubicBezTo>
                    <a:cubicBezTo>
                      <a:pt x="588" y="1716"/>
                      <a:pt x="621" y="1700"/>
                      <a:pt x="655" y="1692"/>
                    </a:cubicBezTo>
                    <a:cubicBezTo>
                      <a:pt x="660" y="1685"/>
                      <a:pt x="666" y="1683"/>
                      <a:pt x="672" y="1683"/>
                    </a:cubicBezTo>
                    <a:cubicBezTo>
                      <a:pt x="1996" y="1158"/>
                      <a:pt x="3378" y="904"/>
                      <a:pt x="4745" y="904"/>
                    </a:cubicBezTo>
                    <a:cubicBezTo>
                      <a:pt x="5859" y="904"/>
                      <a:pt x="6964" y="1073"/>
                      <a:pt x="8021" y="1400"/>
                    </a:cubicBezTo>
                    <a:cubicBezTo>
                      <a:pt x="8004" y="957"/>
                      <a:pt x="7948" y="528"/>
                      <a:pt x="7858" y="110"/>
                    </a:cubicBezTo>
                    <a:cubicBezTo>
                      <a:pt x="7344" y="37"/>
                      <a:pt x="6825" y="0"/>
                      <a:pt x="63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118"/>
              <p:cNvSpPr/>
              <p:nvPr/>
            </p:nvSpPr>
            <p:spPr>
              <a:xfrm>
                <a:off x="3169350" y="2029175"/>
                <a:ext cx="54950" cy="200625"/>
              </a:xfrm>
              <a:custGeom>
                <a:rect b="b" l="l" r="r" t="t"/>
                <a:pathLst>
                  <a:path extrusionOk="0" h="8025" w="2198">
                    <a:moveTo>
                      <a:pt x="1624" y="0"/>
                    </a:moveTo>
                    <a:lnTo>
                      <a:pt x="1624" y="0"/>
                    </a:lnTo>
                    <a:cubicBezTo>
                      <a:pt x="1185" y="20"/>
                      <a:pt x="754" y="76"/>
                      <a:pt x="336" y="167"/>
                    </a:cubicBezTo>
                    <a:cubicBezTo>
                      <a:pt x="1" y="2537"/>
                      <a:pt x="425" y="5030"/>
                      <a:pt x="1717" y="7264"/>
                    </a:cubicBezTo>
                    <a:cubicBezTo>
                      <a:pt x="1732" y="7291"/>
                      <a:pt x="1748" y="7320"/>
                      <a:pt x="1765" y="7347"/>
                    </a:cubicBezTo>
                    <a:cubicBezTo>
                      <a:pt x="1777" y="7368"/>
                      <a:pt x="1790" y="7392"/>
                      <a:pt x="1808" y="7414"/>
                    </a:cubicBezTo>
                    <a:cubicBezTo>
                      <a:pt x="1826" y="7451"/>
                      <a:pt x="1848" y="7487"/>
                      <a:pt x="1873" y="7526"/>
                    </a:cubicBezTo>
                    <a:cubicBezTo>
                      <a:pt x="1877" y="7531"/>
                      <a:pt x="1879" y="7537"/>
                      <a:pt x="1885" y="7543"/>
                    </a:cubicBezTo>
                    <a:cubicBezTo>
                      <a:pt x="1885" y="7546"/>
                      <a:pt x="1885" y="7549"/>
                      <a:pt x="1892" y="7552"/>
                    </a:cubicBezTo>
                    <a:cubicBezTo>
                      <a:pt x="1888" y="7557"/>
                      <a:pt x="1892" y="7557"/>
                      <a:pt x="1894" y="7559"/>
                    </a:cubicBezTo>
                    <a:cubicBezTo>
                      <a:pt x="1897" y="7564"/>
                      <a:pt x="1900" y="7570"/>
                      <a:pt x="1904" y="7577"/>
                    </a:cubicBezTo>
                    <a:cubicBezTo>
                      <a:pt x="1906" y="7580"/>
                      <a:pt x="1910" y="7587"/>
                      <a:pt x="1913" y="7590"/>
                    </a:cubicBezTo>
                    <a:cubicBezTo>
                      <a:pt x="1913" y="7594"/>
                      <a:pt x="1913" y="7594"/>
                      <a:pt x="1915" y="7596"/>
                    </a:cubicBezTo>
                    <a:lnTo>
                      <a:pt x="1918" y="7599"/>
                    </a:lnTo>
                    <a:cubicBezTo>
                      <a:pt x="1918" y="7603"/>
                      <a:pt x="1921" y="7609"/>
                      <a:pt x="1924" y="7611"/>
                    </a:cubicBezTo>
                    <a:cubicBezTo>
                      <a:pt x="1926" y="7615"/>
                      <a:pt x="1926" y="7618"/>
                      <a:pt x="1926" y="7618"/>
                    </a:cubicBezTo>
                    <a:cubicBezTo>
                      <a:pt x="1930" y="7622"/>
                      <a:pt x="1930" y="7625"/>
                      <a:pt x="1934" y="7625"/>
                    </a:cubicBezTo>
                    <a:cubicBezTo>
                      <a:pt x="1936" y="7631"/>
                      <a:pt x="1940" y="7637"/>
                      <a:pt x="1942" y="7640"/>
                    </a:cubicBezTo>
                    <a:cubicBezTo>
                      <a:pt x="1945" y="7645"/>
                      <a:pt x="1949" y="7651"/>
                      <a:pt x="1951" y="7658"/>
                    </a:cubicBezTo>
                    <a:lnTo>
                      <a:pt x="1954" y="7658"/>
                    </a:lnTo>
                    <a:cubicBezTo>
                      <a:pt x="1957" y="7665"/>
                      <a:pt x="1957" y="7668"/>
                      <a:pt x="1960" y="7671"/>
                    </a:cubicBezTo>
                    <a:cubicBezTo>
                      <a:pt x="1960" y="7673"/>
                      <a:pt x="1962" y="7673"/>
                      <a:pt x="1962" y="7673"/>
                    </a:cubicBezTo>
                    <a:cubicBezTo>
                      <a:pt x="1972" y="7687"/>
                      <a:pt x="1978" y="7698"/>
                      <a:pt x="1987" y="7711"/>
                    </a:cubicBezTo>
                    <a:lnTo>
                      <a:pt x="1987" y="7713"/>
                    </a:lnTo>
                    <a:cubicBezTo>
                      <a:pt x="2057" y="7822"/>
                      <a:pt x="2128" y="7926"/>
                      <a:pt x="2198" y="8024"/>
                    </a:cubicBezTo>
                    <a:cubicBezTo>
                      <a:pt x="2171" y="7966"/>
                      <a:pt x="2142" y="7904"/>
                      <a:pt x="2115" y="7847"/>
                    </a:cubicBezTo>
                    <a:cubicBezTo>
                      <a:pt x="2106" y="7828"/>
                      <a:pt x="2100" y="7809"/>
                      <a:pt x="2090" y="7791"/>
                    </a:cubicBezTo>
                    <a:cubicBezTo>
                      <a:pt x="2073" y="7748"/>
                      <a:pt x="2053" y="7708"/>
                      <a:pt x="2035" y="7668"/>
                    </a:cubicBezTo>
                    <a:cubicBezTo>
                      <a:pt x="2029" y="7652"/>
                      <a:pt x="2023" y="7641"/>
                      <a:pt x="2017" y="7629"/>
                    </a:cubicBezTo>
                    <a:cubicBezTo>
                      <a:pt x="2017" y="7622"/>
                      <a:pt x="2013" y="7615"/>
                      <a:pt x="2011" y="7613"/>
                    </a:cubicBezTo>
                    <a:cubicBezTo>
                      <a:pt x="2011" y="7610"/>
                      <a:pt x="2011" y="7606"/>
                      <a:pt x="2008" y="7604"/>
                    </a:cubicBezTo>
                    <a:cubicBezTo>
                      <a:pt x="2006" y="7595"/>
                      <a:pt x="2002" y="7589"/>
                      <a:pt x="1999" y="7582"/>
                    </a:cubicBezTo>
                    <a:lnTo>
                      <a:pt x="1999" y="7579"/>
                    </a:lnTo>
                    <a:cubicBezTo>
                      <a:pt x="1996" y="7575"/>
                      <a:pt x="1996" y="7573"/>
                      <a:pt x="1996" y="7573"/>
                    </a:cubicBezTo>
                    <a:cubicBezTo>
                      <a:pt x="1992" y="7568"/>
                      <a:pt x="1990" y="7562"/>
                      <a:pt x="1990" y="7554"/>
                    </a:cubicBezTo>
                    <a:lnTo>
                      <a:pt x="1987" y="7554"/>
                    </a:lnTo>
                    <a:cubicBezTo>
                      <a:pt x="1987" y="7554"/>
                      <a:pt x="1985" y="7554"/>
                      <a:pt x="1987" y="7552"/>
                    </a:cubicBezTo>
                    <a:cubicBezTo>
                      <a:pt x="1987" y="7549"/>
                      <a:pt x="1985" y="7546"/>
                      <a:pt x="1985" y="7543"/>
                    </a:cubicBezTo>
                    <a:cubicBezTo>
                      <a:pt x="1985" y="7541"/>
                      <a:pt x="1982" y="7541"/>
                      <a:pt x="1982" y="7541"/>
                    </a:cubicBezTo>
                    <a:cubicBezTo>
                      <a:pt x="1980" y="7532"/>
                      <a:pt x="1976" y="7522"/>
                      <a:pt x="1973" y="7516"/>
                    </a:cubicBezTo>
                    <a:cubicBezTo>
                      <a:pt x="1970" y="7510"/>
                      <a:pt x="1970" y="7503"/>
                      <a:pt x="1967" y="7501"/>
                    </a:cubicBezTo>
                    <a:cubicBezTo>
                      <a:pt x="1964" y="7492"/>
                      <a:pt x="1960" y="7482"/>
                      <a:pt x="1957" y="7476"/>
                    </a:cubicBezTo>
                    <a:lnTo>
                      <a:pt x="1955" y="7476"/>
                    </a:lnTo>
                    <a:cubicBezTo>
                      <a:pt x="1944" y="7439"/>
                      <a:pt x="1928" y="7403"/>
                      <a:pt x="1913" y="7366"/>
                    </a:cubicBezTo>
                    <a:cubicBezTo>
                      <a:pt x="1909" y="7358"/>
                      <a:pt x="1909" y="7352"/>
                      <a:pt x="1906" y="7350"/>
                    </a:cubicBezTo>
                    <a:cubicBezTo>
                      <a:pt x="954" y="4947"/>
                      <a:pt x="898" y="2355"/>
                      <a:pt x="16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118"/>
              <p:cNvSpPr/>
              <p:nvPr/>
            </p:nvSpPr>
            <p:spPr>
              <a:xfrm>
                <a:off x="3211400" y="2208325"/>
                <a:ext cx="54950" cy="200700"/>
              </a:xfrm>
              <a:custGeom>
                <a:rect b="b" l="l" r="r" t="t"/>
                <a:pathLst>
                  <a:path extrusionOk="0" h="8028" w="2198">
                    <a:moveTo>
                      <a:pt x="1" y="0"/>
                    </a:moveTo>
                    <a:lnTo>
                      <a:pt x="1" y="0"/>
                    </a:lnTo>
                    <a:cubicBezTo>
                      <a:pt x="28" y="62"/>
                      <a:pt x="59" y="120"/>
                      <a:pt x="83" y="182"/>
                    </a:cubicBezTo>
                    <a:cubicBezTo>
                      <a:pt x="93" y="201"/>
                      <a:pt x="102" y="220"/>
                      <a:pt x="110" y="238"/>
                    </a:cubicBezTo>
                    <a:cubicBezTo>
                      <a:pt x="126" y="278"/>
                      <a:pt x="145" y="318"/>
                      <a:pt x="164" y="357"/>
                    </a:cubicBezTo>
                    <a:cubicBezTo>
                      <a:pt x="170" y="373"/>
                      <a:pt x="175" y="387"/>
                      <a:pt x="181" y="401"/>
                    </a:cubicBezTo>
                    <a:cubicBezTo>
                      <a:pt x="181" y="407"/>
                      <a:pt x="184" y="411"/>
                      <a:pt x="184" y="413"/>
                    </a:cubicBezTo>
                    <a:lnTo>
                      <a:pt x="186" y="413"/>
                    </a:lnTo>
                    <a:lnTo>
                      <a:pt x="186" y="416"/>
                    </a:lnTo>
                    <a:cubicBezTo>
                      <a:pt x="186" y="419"/>
                      <a:pt x="190" y="423"/>
                      <a:pt x="190" y="423"/>
                    </a:cubicBezTo>
                    <a:cubicBezTo>
                      <a:pt x="193" y="429"/>
                      <a:pt x="193" y="435"/>
                      <a:pt x="196" y="438"/>
                    </a:cubicBezTo>
                    <a:cubicBezTo>
                      <a:pt x="196" y="442"/>
                      <a:pt x="198" y="444"/>
                      <a:pt x="198" y="444"/>
                    </a:cubicBezTo>
                    <a:cubicBezTo>
                      <a:pt x="198" y="447"/>
                      <a:pt x="201" y="450"/>
                      <a:pt x="201" y="453"/>
                    </a:cubicBezTo>
                    <a:cubicBezTo>
                      <a:pt x="203" y="463"/>
                      <a:pt x="207" y="469"/>
                      <a:pt x="210" y="475"/>
                    </a:cubicBezTo>
                    <a:cubicBezTo>
                      <a:pt x="210" y="478"/>
                      <a:pt x="212" y="481"/>
                      <a:pt x="212" y="484"/>
                    </a:cubicBezTo>
                    <a:cubicBezTo>
                      <a:pt x="212" y="486"/>
                      <a:pt x="215" y="486"/>
                      <a:pt x="215" y="486"/>
                    </a:cubicBezTo>
                    <a:cubicBezTo>
                      <a:pt x="217" y="496"/>
                      <a:pt x="222" y="505"/>
                      <a:pt x="224" y="511"/>
                    </a:cubicBezTo>
                    <a:cubicBezTo>
                      <a:pt x="228" y="517"/>
                      <a:pt x="228" y="522"/>
                      <a:pt x="230" y="525"/>
                    </a:cubicBezTo>
                    <a:cubicBezTo>
                      <a:pt x="234" y="530"/>
                      <a:pt x="234" y="536"/>
                      <a:pt x="237" y="542"/>
                    </a:cubicBezTo>
                    <a:cubicBezTo>
                      <a:pt x="241" y="545"/>
                      <a:pt x="241" y="548"/>
                      <a:pt x="243" y="552"/>
                    </a:cubicBezTo>
                    <a:cubicBezTo>
                      <a:pt x="256" y="587"/>
                      <a:pt x="268" y="620"/>
                      <a:pt x="283" y="654"/>
                    </a:cubicBezTo>
                    <a:cubicBezTo>
                      <a:pt x="283" y="660"/>
                      <a:pt x="288" y="666"/>
                      <a:pt x="290" y="669"/>
                    </a:cubicBezTo>
                    <a:lnTo>
                      <a:pt x="290" y="671"/>
                    </a:lnTo>
                    <a:cubicBezTo>
                      <a:pt x="1241" y="3075"/>
                      <a:pt x="1301" y="5669"/>
                      <a:pt x="572" y="8027"/>
                    </a:cubicBezTo>
                    <a:cubicBezTo>
                      <a:pt x="1015" y="8008"/>
                      <a:pt x="1446" y="7952"/>
                      <a:pt x="1863" y="7860"/>
                    </a:cubicBezTo>
                    <a:cubicBezTo>
                      <a:pt x="2198" y="5491"/>
                      <a:pt x="1775" y="2994"/>
                      <a:pt x="482" y="763"/>
                    </a:cubicBezTo>
                    <a:cubicBezTo>
                      <a:pt x="466" y="736"/>
                      <a:pt x="451" y="707"/>
                      <a:pt x="433" y="683"/>
                    </a:cubicBezTo>
                    <a:cubicBezTo>
                      <a:pt x="421" y="659"/>
                      <a:pt x="408" y="638"/>
                      <a:pt x="390" y="615"/>
                    </a:cubicBezTo>
                    <a:cubicBezTo>
                      <a:pt x="372" y="579"/>
                      <a:pt x="351" y="539"/>
                      <a:pt x="323" y="502"/>
                    </a:cubicBezTo>
                    <a:cubicBezTo>
                      <a:pt x="323" y="497"/>
                      <a:pt x="321" y="491"/>
                      <a:pt x="314" y="484"/>
                    </a:cubicBezTo>
                    <a:lnTo>
                      <a:pt x="311" y="484"/>
                    </a:lnTo>
                    <a:cubicBezTo>
                      <a:pt x="314" y="484"/>
                      <a:pt x="311" y="481"/>
                      <a:pt x="311" y="481"/>
                    </a:cubicBezTo>
                    <a:cubicBezTo>
                      <a:pt x="311" y="481"/>
                      <a:pt x="315" y="479"/>
                      <a:pt x="309" y="479"/>
                    </a:cubicBezTo>
                    <a:cubicBezTo>
                      <a:pt x="312" y="475"/>
                      <a:pt x="309" y="475"/>
                      <a:pt x="306" y="473"/>
                    </a:cubicBezTo>
                    <a:cubicBezTo>
                      <a:pt x="306" y="466"/>
                      <a:pt x="300" y="458"/>
                      <a:pt x="294" y="450"/>
                    </a:cubicBezTo>
                    <a:cubicBezTo>
                      <a:pt x="294" y="447"/>
                      <a:pt x="291" y="440"/>
                      <a:pt x="285" y="438"/>
                    </a:cubicBezTo>
                    <a:cubicBezTo>
                      <a:pt x="289" y="434"/>
                      <a:pt x="285" y="434"/>
                      <a:pt x="281" y="432"/>
                    </a:cubicBezTo>
                    <a:lnTo>
                      <a:pt x="279" y="429"/>
                    </a:lnTo>
                    <a:cubicBezTo>
                      <a:pt x="279" y="425"/>
                      <a:pt x="275" y="418"/>
                      <a:pt x="273" y="416"/>
                    </a:cubicBezTo>
                    <a:cubicBezTo>
                      <a:pt x="273" y="412"/>
                      <a:pt x="273" y="409"/>
                      <a:pt x="270" y="409"/>
                    </a:cubicBezTo>
                    <a:cubicBezTo>
                      <a:pt x="270" y="406"/>
                      <a:pt x="264" y="403"/>
                      <a:pt x="264" y="403"/>
                    </a:cubicBezTo>
                    <a:cubicBezTo>
                      <a:pt x="264" y="397"/>
                      <a:pt x="260" y="391"/>
                      <a:pt x="258" y="387"/>
                    </a:cubicBezTo>
                    <a:cubicBezTo>
                      <a:pt x="255" y="381"/>
                      <a:pt x="253" y="375"/>
                      <a:pt x="246" y="372"/>
                    </a:cubicBezTo>
                    <a:cubicBezTo>
                      <a:pt x="246" y="370"/>
                      <a:pt x="243" y="370"/>
                      <a:pt x="243" y="370"/>
                    </a:cubicBezTo>
                    <a:cubicBezTo>
                      <a:pt x="243" y="367"/>
                      <a:pt x="243" y="363"/>
                      <a:pt x="241" y="361"/>
                    </a:cubicBezTo>
                    <a:cubicBezTo>
                      <a:pt x="241" y="356"/>
                      <a:pt x="234" y="354"/>
                      <a:pt x="234" y="354"/>
                    </a:cubicBezTo>
                    <a:cubicBezTo>
                      <a:pt x="228" y="341"/>
                      <a:pt x="218" y="330"/>
                      <a:pt x="210" y="316"/>
                    </a:cubicBezTo>
                    <a:lnTo>
                      <a:pt x="210" y="314"/>
                    </a:lnTo>
                    <a:cubicBezTo>
                      <a:pt x="143" y="207"/>
                      <a:pt x="72" y="10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118"/>
              <p:cNvSpPr/>
              <p:nvPr/>
            </p:nvSpPr>
            <p:spPr>
              <a:xfrm>
                <a:off x="3057325" y="2208100"/>
                <a:ext cx="166625" cy="138700"/>
              </a:xfrm>
              <a:custGeom>
                <a:rect b="b" l="l" r="r" t="t"/>
                <a:pathLst>
                  <a:path extrusionOk="0" h="5548" w="6665">
                    <a:moveTo>
                      <a:pt x="6664" y="0"/>
                    </a:moveTo>
                    <a:lnTo>
                      <a:pt x="6664" y="0"/>
                    </a:lnTo>
                    <a:cubicBezTo>
                      <a:pt x="6622" y="62"/>
                      <a:pt x="6578" y="123"/>
                      <a:pt x="6531" y="183"/>
                    </a:cubicBezTo>
                    <a:cubicBezTo>
                      <a:pt x="6522" y="195"/>
                      <a:pt x="6516" y="207"/>
                      <a:pt x="6506" y="220"/>
                    </a:cubicBezTo>
                    <a:cubicBezTo>
                      <a:pt x="6483" y="255"/>
                      <a:pt x="6458" y="288"/>
                      <a:pt x="6433" y="322"/>
                    </a:cubicBezTo>
                    <a:lnTo>
                      <a:pt x="6431" y="322"/>
                    </a:lnTo>
                    <a:cubicBezTo>
                      <a:pt x="6424" y="333"/>
                      <a:pt x="6416" y="343"/>
                      <a:pt x="6406" y="355"/>
                    </a:cubicBezTo>
                    <a:cubicBezTo>
                      <a:pt x="6403" y="361"/>
                      <a:pt x="6400" y="364"/>
                      <a:pt x="6397" y="371"/>
                    </a:cubicBezTo>
                    <a:lnTo>
                      <a:pt x="6391" y="374"/>
                    </a:lnTo>
                    <a:lnTo>
                      <a:pt x="6391" y="376"/>
                    </a:lnTo>
                    <a:lnTo>
                      <a:pt x="6388" y="376"/>
                    </a:lnTo>
                    <a:cubicBezTo>
                      <a:pt x="6388" y="382"/>
                      <a:pt x="6381" y="389"/>
                      <a:pt x="6379" y="391"/>
                    </a:cubicBezTo>
                    <a:cubicBezTo>
                      <a:pt x="6379" y="394"/>
                      <a:pt x="6379" y="394"/>
                      <a:pt x="6376" y="394"/>
                    </a:cubicBezTo>
                    <a:cubicBezTo>
                      <a:pt x="6376" y="396"/>
                      <a:pt x="6372" y="401"/>
                      <a:pt x="6370" y="403"/>
                    </a:cubicBezTo>
                    <a:cubicBezTo>
                      <a:pt x="6366" y="410"/>
                      <a:pt x="6364" y="416"/>
                      <a:pt x="6357" y="418"/>
                    </a:cubicBezTo>
                    <a:lnTo>
                      <a:pt x="6357" y="421"/>
                    </a:lnTo>
                    <a:lnTo>
                      <a:pt x="6355" y="421"/>
                    </a:lnTo>
                    <a:cubicBezTo>
                      <a:pt x="6355" y="425"/>
                      <a:pt x="6353" y="427"/>
                      <a:pt x="6353" y="427"/>
                    </a:cubicBezTo>
                    <a:cubicBezTo>
                      <a:pt x="6353" y="429"/>
                      <a:pt x="6349" y="429"/>
                      <a:pt x="6349" y="429"/>
                    </a:cubicBezTo>
                    <a:cubicBezTo>
                      <a:pt x="6344" y="439"/>
                      <a:pt x="6340" y="445"/>
                      <a:pt x="6332" y="452"/>
                    </a:cubicBezTo>
                    <a:cubicBezTo>
                      <a:pt x="6332" y="454"/>
                      <a:pt x="6328" y="458"/>
                      <a:pt x="6325" y="460"/>
                    </a:cubicBezTo>
                    <a:cubicBezTo>
                      <a:pt x="6319" y="470"/>
                      <a:pt x="6313" y="479"/>
                      <a:pt x="6307" y="485"/>
                    </a:cubicBezTo>
                    <a:lnTo>
                      <a:pt x="6307" y="488"/>
                    </a:lnTo>
                    <a:lnTo>
                      <a:pt x="6304" y="488"/>
                    </a:lnTo>
                    <a:cubicBezTo>
                      <a:pt x="6282" y="519"/>
                      <a:pt x="6262" y="547"/>
                      <a:pt x="6240" y="574"/>
                    </a:cubicBezTo>
                    <a:cubicBezTo>
                      <a:pt x="6237" y="578"/>
                      <a:pt x="6234" y="584"/>
                      <a:pt x="6231" y="587"/>
                    </a:cubicBezTo>
                    <a:cubicBezTo>
                      <a:pt x="4624" y="2615"/>
                      <a:pt x="2407" y="3962"/>
                      <a:pt x="1" y="4509"/>
                    </a:cubicBezTo>
                    <a:cubicBezTo>
                      <a:pt x="231" y="4877"/>
                      <a:pt x="496" y="5225"/>
                      <a:pt x="787" y="5547"/>
                    </a:cubicBezTo>
                    <a:cubicBezTo>
                      <a:pt x="3007" y="4653"/>
                      <a:pt x="4955" y="3035"/>
                      <a:pt x="6246" y="801"/>
                    </a:cubicBezTo>
                    <a:cubicBezTo>
                      <a:pt x="6265" y="768"/>
                      <a:pt x="6283" y="737"/>
                      <a:pt x="6302" y="703"/>
                    </a:cubicBezTo>
                    <a:cubicBezTo>
                      <a:pt x="6311" y="687"/>
                      <a:pt x="6320" y="669"/>
                      <a:pt x="6329" y="650"/>
                    </a:cubicBezTo>
                    <a:cubicBezTo>
                      <a:pt x="6351" y="610"/>
                      <a:pt x="6371" y="571"/>
                      <a:pt x="6394" y="531"/>
                    </a:cubicBezTo>
                    <a:cubicBezTo>
                      <a:pt x="6397" y="527"/>
                      <a:pt x="6397" y="524"/>
                      <a:pt x="6400" y="521"/>
                    </a:cubicBezTo>
                    <a:cubicBezTo>
                      <a:pt x="6404" y="517"/>
                      <a:pt x="6404" y="515"/>
                      <a:pt x="6406" y="509"/>
                    </a:cubicBezTo>
                    <a:lnTo>
                      <a:pt x="6406" y="506"/>
                    </a:lnTo>
                    <a:lnTo>
                      <a:pt x="6412" y="500"/>
                    </a:lnTo>
                    <a:cubicBezTo>
                      <a:pt x="6416" y="494"/>
                      <a:pt x="6420" y="488"/>
                      <a:pt x="6422" y="481"/>
                    </a:cubicBezTo>
                    <a:cubicBezTo>
                      <a:pt x="6426" y="479"/>
                      <a:pt x="6428" y="473"/>
                      <a:pt x="6428" y="466"/>
                    </a:cubicBezTo>
                    <a:cubicBezTo>
                      <a:pt x="6432" y="464"/>
                      <a:pt x="6435" y="459"/>
                      <a:pt x="6435" y="457"/>
                    </a:cubicBezTo>
                    <a:cubicBezTo>
                      <a:pt x="6437" y="457"/>
                      <a:pt x="6437" y="453"/>
                      <a:pt x="6437" y="450"/>
                    </a:cubicBezTo>
                    <a:lnTo>
                      <a:pt x="6440" y="450"/>
                    </a:lnTo>
                    <a:lnTo>
                      <a:pt x="6440" y="444"/>
                    </a:lnTo>
                    <a:cubicBezTo>
                      <a:pt x="6442" y="444"/>
                      <a:pt x="6442" y="440"/>
                      <a:pt x="6442" y="438"/>
                    </a:cubicBezTo>
                    <a:cubicBezTo>
                      <a:pt x="6446" y="438"/>
                      <a:pt x="6446" y="434"/>
                      <a:pt x="6449" y="432"/>
                    </a:cubicBezTo>
                    <a:cubicBezTo>
                      <a:pt x="6449" y="428"/>
                      <a:pt x="6453" y="422"/>
                      <a:pt x="6456" y="416"/>
                    </a:cubicBezTo>
                    <a:cubicBezTo>
                      <a:pt x="6459" y="411"/>
                      <a:pt x="6462" y="404"/>
                      <a:pt x="6468" y="397"/>
                    </a:cubicBezTo>
                    <a:cubicBezTo>
                      <a:pt x="6468" y="397"/>
                      <a:pt x="6466" y="397"/>
                      <a:pt x="6468" y="395"/>
                    </a:cubicBezTo>
                    <a:cubicBezTo>
                      <a:pt x="6468" y="391"/>
                      <a:pt x="6472" y="389"/>
                      <a:pt x="6474" y="382"/>
                    </a:cubicBezTo>
                    <a:lnTo>
                      <a:pt x="6477" y="380"/>
                    </a:lnTo>
                    <a:cubicBezTo>
                      <a:pt x="6480" y="371"/>
                      <a:pt x="6487" y="359"/>
                      <a:pt x="6493" y="346"/>
                    </a:cubicBezTo>
                    <a:lnTo>
                      <a:pt x="6493" y="344"/>
                    </a:lnTo>
                    <a:cubicBezTo>
                      <a:pt x="6495" y="344"/>
                      <a:pt x="6495" y="344"/>
                      <a:pt x="6495" y="341"/>
                    </a:cubicBezTo>
                    <a:cubicBezTo>
                      <a:pt x="6554" y="227"/>
                      <a:pt x="6609" y="114"/>
                      <a:pt x="66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118"/>
              <p:cNvSpPr/>
              <p:nvPr/>
            </p:nvSpPr>
            <p:spPr>
              <a:xfrm>
                <a:off x="3211825" y="2091425"/>
                <a:ext cx="166425" cy="138700"/>
              </a:xfrm>
              <a:custGeom>
                <a:rect b="b" l="l" r="r" t="t"/>
                <a:pathLst>
                  <a:path extrusionOk="0" h="5548" w="6657">
                    <a:moveTo>
                      <a:pt x="5871" y="0"/>
                    </a:moveTo>
                    <a:cubicBezTo>
                      <a:pt x="3652" y="898"/>
                      <a:pt x="1703" y="2512"/>
                      <a:pt x="416" y="4747"/>
                    </a:cubicBezTo>
                    <a:cubicBezTo>
                      <a:pt x="395" y="4780"/>
                      <a:pt x="376" y="4817"/>
                      <a:pt x="358" y="4851"/>
                    </a:cubicBezTo>
                    <a:cubicBezTo>
                      <a:pt x="349" y="4866"/>
                      <a:pt x="340" y="4882"/>
                      <a:pt x="330" y="4899"/>
                    </a:cubicBezTo>
                    <a:cubicBezTo>
                      <a:pt x="309" y="4935"/>
                      <a:pt x="287" y="4974"/>
                      <a:pt x="269" y="5013"/>
                    </a:cubicBezTo>
                    <a:cubicBezTo>
                      <a:pt x="266" y="5016"/>
                      <a:pt x="262" y="5022"/>
                      <a:pt x="260" y="5028"/>
                    </a:cubicBezTo>
                    <a:cubicBezTo>
                      <a:pt x="257" y="5031"/>
                      <a:pt x="257" y="5036"/>
                      <a:pt x="257" y="5038"/>
                    </a:cubicBezTo>
                    <a:cubicBezTo>
                      <a:pt x="257" y="5038"/>
                      <a:pt x="255" y="5038"/>
                      <a:pt x="255" y="5041"/>
                    </a:cubicBezTo>
                    <a:cubicBezTo>
                      <a:pt x="255" y="5041"/>
                      <a:pt x="252" y="5044"/>
                      <a:pt x="252" y="5047"/>
                    </a:cubicBezTo>
                    <a:cubicBezTo>
                      <a:pt x="250" y="5052"/>
                      <a:pt x="246" y="5058"/>
                      <a:pt x="243" y="5064"/>
                    </a:cubicBezTo>
                    <a:cubicBezTo>
                      <a:pt x="241" y="5068"/>
                      <a:pt x="237" y="5074"/>
                      <a:pt x="235" y="5080"/>
                    </a:cubicBezTo>
                    <a:cubicBezTo>
                      <a:pt x="231" y="5083"/>
                      <a:pt x="231" y="5087"/>
                      <a:pt x="231" y="5089"/>
                    </a:cubicBezTo>
                    <a:cubicBezTo>
                      <a:pt x="231" y="5089"/>
                      <a:pt x="229" y="5089"/>
                      <a:pt x="229" y="5092"/>
                    </a:cubicBezTo>
                    <a:cubicBezTo>
                      <a:pt x="225" y="5094"/>
                      <a:pt x="222" y="5101"/>
                      <a:pt x="222" y="5108"/>
                    </a:cubicBezTo>
                    <a:lnTo>
                      <a:pt x="220" y="5108"/>
                    </a:lnTo>
                    <a:cubicBezTo>
                      <a:pt x="220" y="5110"/>
                      <a:pt x="217" y="5114"/>
                      <a:pt x="217" y="5116"/>
                    </a:cubicBezTo>
                    <a:cubicBezTo>
                      <a:pt x="214" y="5120"/>
                      <a:pt x="211" y="5123"/>
                      <a:pt x="211" y="5129"/>
                    </a:cubicBezTo>
                    <a:cubicBezTo>
                      <a:pt x="205" y="5136"/>
                      <a:pt x="200" y="5142"/>
                      <a:pt x="198" y="5151"/>
                    </a:cubicBezTo>
                    <a:cubicBezTo>
                      <a:pt x="194" y="5155"/>
                      <a:pt x="194" y="5157"/>
                      <a:pt x="191" y="5165"/>
                    </a:cubicBezTo>
                    <a:lnTo>
                      <a:pt x="191" y="5167"/>
                    </a:lnTo>
                    <a:cubicBezTo>
                      <a:pt x="183" y="5180"/>
                      <a:pt x="176" y="5191"/>
                      <a:pt x="169" y="5204"/>
                    </a:cubicBezTo>
                    <a:lnTo>
                      <a:pt x="169" y="5207"/>
                    </a:lnTo>
                    <a:cubicBezTo>
                      <a:pt x="112" y="5320"/>
                      <a:pt x="56" y="5434"/>
                      <a:pt x="0" y="5547"/>
                    </a:cubicBezTo>
                    <a:cubicBezTo>
                      <a:pt x="40" y="5490"/>
                      <a:pt x="85" y="5430"/>
                      <a:pt x="127" y="5372"/>
                    </a:cubicBezTo>
                    <a:cubicBezTo>
                      <a:pt x="133" y="5359"/>
                      <a:pt x="143" y="5347"/>
                      <a:pt x="152" y="5335"/>
                    </a:cubicBezTo>
                    <a:cubicBezTo>
                      <a:pt x="178" y="5301"/>
                      <a:pt x="201" y="5264"/>
                      <a:pt x="229" y="5230"/>
                    </a:cubicBezTo>
                    <a:lnTo>
                      <a:pt x="231" y="5228"/>
                    </a:lnTo>
                    <a:cubicBezTo>
                      <a:pt x="238" y="5215"/>
                      <a:pt x="247" y="5207"/>
                      <a:pt x="256" y="5193"/>
                    </a:cubicBezTo>
                    <a:cubicBezTo>
                      <a:pt x="258" y="5189"/>
                      <a:pt x="262" y="5183"/>
                      <a:pt x="265" y="5181"/>
                    </a:cubicBezTo>
                    <a:lnTo>
                      <a:pt x="268" y="5178"/>
                    </a:lnTo>
                    <a:cubicBezTo>
                      <a:pt x="268" y="5174"/>
                      <a:pt x="268" y="5174"/>
                      <a:pt x="271" y="5172"/>
                    </a:cubicBezTo>
                    <a:lnTo>
                      <a:pt x="273" y="5172"/>
                    </a:lnTo>
                    <a:cubicBezTo>
                      <a:pt x="273" y="5166"/>
                      <a:pt x="279" y="5162"/>
                      <a:pt x="282" y="5156"/>
                    </a:cubicBezTo>
                    <a:cubicBezTo>
                      <a:pt x="282" y="5156"/>
                      <a:pt x="282" y="5154"/>
                      <a:pt x="284" y="5154"/>
                    </a:cubicBezTo>
                    <a:cubicBezTo>
                      <a:pt x="284" y="5150"/>
                      <a:pt x="288" y="5150"/>
                      <a:pt x="291" y="5147"/>
                    </a:cubicBezTo>
                    <a:cubicBezTo>
                      <a:pt x="291" y="5141"/>
                      <a:pt x="297" y="5139"/>
                      <a:pt x="300" y="5132"/>
                    </a:cubicBezTo>
                    <a:cubicBezTo>
                      <a:pt x="300" y="5128"/>
                      <a:pt x="304" y="5128"/>
                      <a:pt x="307" y="5125"/>
                    </a:cubicBezTo>
                    <a:cubicBezTo>
                      <a:pt x="307" y="5121"/>
                      <a:pt x="307" y="5121"/>
                      <a:pt x="309" y="5119"/>
                    </a:cubicBezTo>
                    <a:cubicBezTo>
                      <a:pt x="309" y="5119"/>
                      <a:pt x="309" y="5116"/>
                      <a:pt x="312" y="5116"/>
                    </a:cubicBezTo>
                    <a:cubicBezTo>
                      <a:pt x="314" y="5110"/>
                      <a:pt x="320" y="5101"/>
                      <a:pt x="327" y="5094"/>
                    </a:cubicBezTo>
                    <a:lnTo>
                      <a:pt x="336" y="5085"/>
                    </a:lnTo>
                    <a:cubicBezTo>
                      <a:pt x="341" y="5077"/>
                      <a:pt x="348" y="5068"/>
                      <a:pt x="354" y="5058"/>
                    </a:cubicBezTo>
                    <a:lnTo>
                      <a:pt x="356" y="5058"/>
                    </a:lnTo>
                    <a:cubicBezTo>
                      <a:pt x="375" y="5030"/>
                      <a:pt x="400" y="4999"/>
                      <a:pt x="423" y="4972"/>
                    </a:cubicBezTo>
                    <a:cubicBezTo>
                      <a:pt x="423" y="4968"/>
                      <a:pt x="426" y="4961"/>
                      <a:pt x="433" y="4959"/>
                    </a:cubicBezTo>
                    <a:cubicBezTo>
                      <a:pt x="2033" y="2933"/>
                      <a:pt x="4250" y="1589"/>
                      <a:pt x="6657" y="1038"/>
                    </a:cubicBezTo>
                    <a:cubicBezTo>
                      <a:pt x="6426" y="668"/>
                      <a:pt x="6161" y="321"/>
                      <a:pt x="58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118"/>
              <p:cNvSpPr/>
              <p:nvPr/>
            </p:nvSpPr>
            <p:spPr>
              <a:xfrm>
                <a:off x="3090175" y="2058675"/>
                <a:ext cx="138625" cy="166525"/>
              </a:xfrm>
              <a:custGeom>
                <a:rect b="b" l="l" r="r" t="t"/>
                <a:pathLst>
                  <a:path extrusionOk="0" h="6661" w="5545">
                    <a:moveTo>
                      <a:pt x="1034" y="1"/>
                    </a:moveTo>
                    <a:cubicBezTo>
                      <a:pt x="668" y="232"/>
                      <a:pt x="320" y="496"/>
                      <a:pt x="0" y="788"/>
                    </a:cubicBezTo>
                    <a:cubicBezTo>
                      <a:pt x="895" y="3008"/>
                      <a:pt x="2512" y="4955"/>
                      <a:pt x="4747" y="6248"/>
                    </a:cubicBezTo>
                    <a:cubicBezTo>
                      <a:pt x="4773" y="6263"/>
                      <a:pt x="4802" y="6278"/>
                      <a:pt x="4829" y="6294"/>
                    </a:cubicBezTo>
                    <a:cubicBezTo>
                      <a:pt x="4850" y="6306"/>
                      <a:pt x="4871" y="6318"/>
                      <a:pt x="4896" y="6331"/>
                    </a:cubicBezTo>
                    <a:cubicBezTo>
                      <a:pt x="4936" y="6356"/>
                      <a:pt x="4977" y="6378"/>
                      <a:pt x="5016" y="6395"/>
                    </a:cubicBezTo>
                    <a:cubicBezTo>
                      <a:pt x="5018" y="6401"/>
                      <a:pt x="5022" y="6403"/>
                      <a:pt x="5027" y="6403"/>
                    </a:cubicBezTo>
                    <a:cubicBezTo>
                      <a:pt x="5028" y="6403"/>
                      <a:pt x="5030" y="6403"/>
                      <a:pt x="5031" y="6402"/>
                    </a:cubicBezTo>
                    <a:cubicBezTo>
                      <a:pt x="5031" y="6405"/>
                      <a:pt x="5031" y="6406"/>
                      <a:pt x="5032" y="6406"/>
                    </a:cubicBezTo>
                    <a:cubicBezTo>
                      <a:pt x="5032" y="6406"/>
                      <a:pt x="5033" y="6406"/>
                      <a:pt x="5034" y="6404"/>
                    </a:cubicBezTo>
                    <a:cubicBezTo>
                      <a:pt x="5034" y="6404"/>
                      <a:pt x="5037" y="6408"/>
                      <a:pt x="5039" y="6408"/>
                    </a:cubicBezTo>
                    <a:cubicBezTo>
                      <a:pt x="5040" y="6408"/>
                      <a:pt x="5040" y="6408"/>
                      <a:pt x="5041" y="6407"/>
                    </a:cubicBezTo>
                    <a:cubicBezTo>
                      <a:pt x="5041" y="6407"/>
                      <a:pt x="5043" y="6411"/>
                      <a:pt x="5045" y="6411"/>
                    </a:cubicBezTo>
                    <a:cubicBezTo>
                      <a:pt x="5046" y="6411"/>
                      <a:pt x="5046" y="6410"/>
                      <a:pt x="5047" y="6410"/>
                    </a:cubicBezTo>
                    <a:cubicBezTo>
                      <a:pt x="5052" y="6416"/>
                      <a:pt x="5059" y="6419"/>
                      <a:pt x="5065" y="6419"/>
                    </a:cubicBezTo>
                    <a:cubicBezTo>
                      <a:pt x="5070" y="6425"/>
                      <a:pt x="5072" y="6428"/>
                      <a:pt x="5078" y="6428"/>
                    </a:cubicBezTo>
                    <a:cubicBezTo>
                      <a:pt x="5078" y="6430"/>
                      <a:pt x="5082" y="6430"/>
                      <a:pt x="5085" y="6430"/>
                    </a:cubicBezTo>
                    <a:cubicBezTo>
                      <a:pt x="5085" y="6433"/>
                      <a:pt x="5088" y="6433"/>
                      <a:pt x="5091" y="6433"/>
                    </a:cubicBezTo>
                    <a:cubicBezTo>
                      <a:pt x="5093" y="6436"/>
                      <a:pt x="5097" y="6439"/>
                      <a:pt x="5101" y="6439"/>
                    </a:cubicBezTo>
                    <a:cubicBezTo>
                      <a:pt x="5103" y="6442"/>
                      <a:pt x="5107" y="6442"/>
                      <a:pt x="5109" y="6442"/>
                    </a:cubicBezTo>
                    <a:cubicBezTo>
                      <a:pt x="5109" y="6442"/>
                      <a:pt x="5113" y="6445"/>
                      <a:pt x="5116" y="6445"/>
                    </a:cubicBezTo>
                    <a:cubicBezTo>
                      <a:pt x="5118" y="6451"/>
                      <a:pt x="5124" y="6454"/>
                      <a:pt x="5131" y="6454"/>
                    </a:cubicBezTo>
                    <a:cubicBezTo>
                      <a:pt x="5137" y="6456"/>
                      <a:pt x="5143" y="6460"/>
                      <a:pt x="5149" y="6462"/>
                    </a:cubicBezTo>
                    <a:lnTo>
                      <a:pt x="5152" y="6462"/>
                    </a:lnTo>
                    <a:cubicBezTo>
                      <a:pt x="5154" y="6469"/>
                      <a:pt x="5158" y="6469"/>
                      <a:pt x="5160" y="6469"/>
                    </a:cubicBezTo>
                    <a:lnTo>
                      <a:pt x="5163" y="6469"/>
                    </a:lnTo>
                    <a:cubicBezTo>
                      <a:pt x="5176" y="6478"/>
                      <a:pt x="5188" y="6488"/>
                      <a:pt x="5204" y="6491"/>
                    </a:cubicBezTo>
                    <a:cubicBezTo>
                      <a:pt x="5317" y="6553"/>
                      <a:pt x="5431" y="6607"/>
                      <a:pt x="5544" y="6660"/>
                    </a:cubicBezTo>
                    <a:cubicBezTo>
                      <a:pt x="5489" y="6622"/>
                      <a:pt x="5437" y="6586"/>
                      <a:pt x="5386" y="6548"/>
                    </a:cubicBezTo>
                    <a:cubicBezTo>
                      <a:pt x="5367" y="6534"/>
                      <a:pt x="5351" y="6523"/>
                      <a:pt x="5334" y="6511"/>
                    </a:cubicBezTo>
                    <a:cubicBezTo>
                      <a:pt x="5300" y="6485"/>
                      <a:pt x="5263" y="6460"/>
                      <a:pt x="5230" y="6433"/>
                    </a:cubicBezTo>
                    <a:lnTo>
                      <a:pt x="5226" y="6433"/>
                    </a:lnTo>
                    <a:cubicBezTo>
                      <a:pt x="5215" y="6424"/>
                      <a:pt x="5206" y="6415"/>
                      <a:pt x="5193" y="6405"/>
                    </a:cubicBezTo>
                    <a:cubicBezTo>
                      <a:pt x="5189" y="6403"/>
                      <a:pt x="5183" y="6399"/>
                      <a:pt x="5180" y="6397"/>
                    </a:cubicBezTo>
                    <a:cubicBezTo>
                      <a:pt x="5178" y="6397"/>
                      <a:pt x="5174" y="6393"/>
                      <a:pt x="5171" y="6390"/>
                    </a:cubicBezTo>
                    <a:cubicBezTo>
                      <a:pt x="5168" y="6387"/>
                      <a:pt x="5160" y="6384"/>
                      <a:pt x="5158" y="6378"/>
                    </a:cubicBezTo>
                    <a:lnTo>
                      <a:pt x="5155" y="6378"/>
                    </a:lnTo>
                    <a:cubicBezTo>
                      <a:pt x="5153" y="6374"/>
                      <a:pt x="5149" y="6374"/>
                      <a:pt x="5147" y="6368"/>
                    </a:cubicBezTo>
                    <a:cubicBezTo>
                      <a:pt x="5140" y="6368"/>
                      <a:pt x="5138" y="6362"/>
                      <a:pt x="5131" y="6359"/>
                    </a:cubicBezTo>
                    <a:cubicBezTo>
                      <a:pt x="5131" y="6359"/>
                      <a:pt x="5128" y="6359"/>
                      <a:pt x="5128" y="6357"/>
                    </a:cubicBezTo>
                    <a:cubicBezTo>
                      <a:pt x="5126" y="6357"/>
                      <a:pt x="5122" y="6353"/>
                      <a:pt x="5119" y="6351"/>
                    </a:cubicBezTo>
                    <a:lnTo>
                      <a:pt x="5119" y="6348"/>
                    </a:lnTo>
                    <a:cubicBezTo>
                      <a:pt x="5113" y="6346"/>
                      <a:pt x="5104" y="6341"/>
                      <a:pt x="5097" y="6332"/>
                    </a:cubicBezTo>
                    <a:cubicBezTo>
                      <a:pt x="5091" y="6330"/>
                      <a:pt x="5088" y="6326"/>
                      <a:pt x="5082" y="6323"/>
                    </a:cubicBezTo>
                    <a:cubicBezTo>
                      <a:pt x="5073" y="6318"/>
                      <a:pt x="5066" y="6312"/>
                      <a:pt x="5057" y="6305"/>
                    </a:cubicBezTo>
                    <a:lnTo>
                      <a:pt x="5057" y="6302"/>
                    </a:lnTo>
                    <a:cubicBezTo>
                      <a:pt x="5030" y="6285"/>
                      <a:pt x="5002" y="6263"/>
                      <a:pt x="4975" y="6238"/>
                    </a:cubicBezTo>
                    <a:cubicBezTo>
                      <a:pt x="4968" y="6234"/>
                      <a:pt x="4966" y="6232"/>
                      <a:pt x="4959" y="6225"/>
                    </a:cubicBezTo>
                    <a:cubicBezTo>
                      <a:pt x="2934" y="4624"/>
                      <a:pt x="1585" y="2408"/>
                      <a:pt x="10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118"/>
              <p:cNvSpPr/>
              <p:nvPr/>
            </p:nvSpPr>
            <p:spPr>
              <a:xfrm>
                <a:off x="3206850" y="2213075"/>
                <a:ext cx="138700" cy="166425"/>
              </a:xfrm>
              <a:custGeom>
                <a:rect b="b" l="l" r="r" t="t"/>
                <a:pathLst>
                  <a:path extrusionOk="0" h="6657" w="5548">
                    <a:moveTo>
                      <a:pt x="0" y="0"/>
                    </a:moveTo>
                    <a:lnTo>
                      <a:pt x="0" y="0"/>
                    </a:lnTo>
                    <a:cubicBezTo>
                      <a:pt x="55" y="37"/>
                      <a:pt x="109" y="78"/>
                      <a:pt x="162" y="118"/>
                    </a:cubicBezTo>
                    <a:cubicBezTo>
                      <a:pt x="181" y="126"/>
                      <a:pt x="196" y="139"/>
                      <a:pt x="212" y="151"/>
                    </a:cubicBezTo>
                    <a:cubicBezTo>
                      <a:pt x="248" y="177"/>
                      <a:pt x="281" y="204"/>
                      <a:pt x="318" y="228"/>
                    </a:cubicBezTo>
                    <a:lnTo>
                      <a:pt x="318" y="231"/>
                    </a:lnTo>
                    <a:cubicBezTo>
                      <a:pt x="330" y="238"/>
                      <a:pt x="339" y="247"/>
                      <a:pt x="352" y="255"/>
                    </a:cubicBezTo>
                    <a:cubicBezTo>
                      <a:pt x="356" y="258"/>
                      <a:pt x="362" y="262"/>
                      <a:pt x="364" y="265"/>
                    </a:cubicBezTo>
                    <a:cubicBezTo>
                      <a:pt x="367" y="265"/>
                      <a:pt x="372" y="269"/>
                      <a:pt x="374" y="271"/>
                    </a:cubicBezTo>
                    <a:lnTo>
                      <a:pt x="374" y="274"/>
                    </a:lnTo>
                    <a:cubicBezTo>
                      <a:pt x="379" y="274"/>
                      <a:pt x="385" y="280"/>
                      <a:pt x="392" y="286"/>
                    </a:cubicBezTo>
                    <a:cubicBezTo>
                      <a:pt x="394" y="286"/>
                      <a:pt x="398" y="290"/>
                      <a:pt x="400" y="293"/>
                    </a:cubicBezTo>
                    <a:cubicBezTo>
                      <a:pt x="408" y="295"/>
                      <a:pt x="411" y="300"/>
                      <a:pt x="414" y="302"/>
                    </a:cubicBezTo>
                    <a:cubicBezTo>
                      <a:pt x="416" y="302"/>
                      <a:pt x="416" y="302"/>
                      <a:pt x="416" y="305"/>
                    </a:cubicBezTo>
                    <a:cubicBezTo>
                      <a:pt x="419" y="305"/>
                      <a:pt x="423" y="309"/>
                      <a:pt x="425" y="311"/>
                    </a:cubicBezTo>
                    <a:lnTo>
                      <a:pt x="425" y="314"/>
                    </a:lnTo>
                    <a:cubicBezTo>
                      <a:pt x="427" y="312"/>
                      <a:pt x="428" y="312"/>
                      <a:pt x="428" y="312"/>
                    </a:cubicBezTo>
                    <a:cubicBezTo>
                      <a:pt x="428" y="312"/>
                      <a:pt x="428" y="312"/>
                      <a:pt x="428" y="314"/>
                    </a:cubicBezTo>
                    <a:cubicBezTo>
                      <a:pt x="437" y="316"/>
                      <a:pt x="444" y="322"/>
                      <a:pt x="450" y="330"/>
                    </a:cubicBezTo>
                    <a:cubicBezTo>
                      <a:pt x="456" y="332"/>
                      <a:pt x="460" y="336"/>
                      <a:pt x="462" y="338"/>
                    </a:cubicBezTo>
                    <a:cubicBezTo>
                      <a:pt x="472" y="343"/>
                      <a:pt x="481" y="350"/>
                      <a:pt x="487" y="356"/>
                    </a:cubicBezTo>
                    <a:lnTo>
                      <a:pt x="487" y="358"/>
                    </a:lnTo>
                    <a:cubicBezTo>
                      <a:pt x="518" y="377"/>
                      <a:pt x="547" y="402"/>
                      <a:pt x="574" y="425"/>
                    </a:cubicBezTo>
                    <a:cubicBezTo>
                      <a:pt x="580" y="430"/>
                      <a:pt x="585" y="433"/>
                      <a:pt x="591" y="439"/>
                    </a:cubicBezTo>
                    <a:cubicBezTo>
                      <a:pt x="2617" y="2040"/>
                      <a:pt x="3961" y="4256"/>
                      <a:pt x="4511" y="6657"/>
                    </a:cubicBezTo>
                    <a:cubicBezTo>
                      <a:pt x="4879" y="6426"/>
                      <a:pt x="5224" y="6161"/>
                      <a:pt x="5547" y="5872"/>
                    </a:cubicBezTo>
                    <a:cubicBezTo>
                      <a:pt x="4651" y="3654"/>
                      <a:pt x="3035" y="1707"/>
                      <a:pt x="801" y="418"/>
                    </a:cubicBezTo>
                    <a:cubicBezTo>
                      <a:pt x="773" y="403"/>
                      <a:pt x="745" y="387"/>
                      <a:pt x="718" y="372"/>
                    </a:cubicBezTo>
                    <a:cubicBezTo>
                      <a:pt x="694" y="356"/>
                      <a:pt x="669" y="345"/>
                      <a:pt x="644" y="332"/>
                    </a:cubicBezTo>
                    <a:cubicBezTo>
                      <a:pt x="608" y="307"/>
                      <a:pt x="571" y="288"/>
                      <a:pt x="531" y="270"/>
                    </a:cubicBezTo>
                    <a:cubicBezTo>
                      <a:pt x="526" y="263"/>
                      <a:pt x="519" y="260"/>
                      <a:pt x="513" y="260"/>
                    </a:cubicBezTo>
                    <a:cubicBezTo>
                      <a:pt x="513" y="260"/>
                      <a:pt x="509" y="254"/>
                      <a:pt x="507" y="254"/>
                    </a:cubicBezTo>
                    <a:cubicBezTo>
                      <a:pt x="507" y="254"/>
                      <a:pt x="503" y="252"/>
                      <a:pt x="501" y="252"/>
                    </a:cubicBezTo>
                    <a:cubicBezTo>
                      <a:pt x="493" y="249"/>
                      <a:pt x="488" y="245"/>
                      <a:pt x="482" y="243"/>
                    </a:cubicBezTo>
                    <a:cubicBezTo>
                      <a:pt x="478" y="239"/>
                      <a:pt x="476" y="237"/>
                      <a:pt x="470" y="237"/>
                    </a:cubicBezTo>
                    <a:cubicBezTo>
                      <a:pt x="467" y="233"/>
                      <a:pt x="462" y="229"/>
                      <a:pt x="460" y="229"/>
                    </a:cubicBezTo>
                    <a:cubicBezTo>
                      <a:pt x="460" y="229"/>
                      <a:pt x="456" y="227"/>
                      <a:pt x="454" y="227"/>
                    </a:cubicBezTo>
                    <a:cubicBezTo>
                      <a:pt x="451" y="223"/>
                      <a:pt x="447" y="223"/>
                      <a:pt x="445" y="221"/>
                    </a:cubicBezTo>
                    <a:cubicBezTo>
                      <a:pt x="445" y="221"/>
                      <a:pt x="441" y="221"/>
                      <a:pt x="439" y="218"/>
                    </a:cubicBezTo>
                    <a:cubicBezTo>
                      <a:pt x="436" y="218"/>
                      <a:pt x="431" y="216"/>
                      <a:pt x="429" y="216"/>
                    </a:cubicBezTo>
                    <a:cubicBezTo>
                      <a:pt x="426" y="213"/>
                      <a:pt x="420" y="209"/>
                      <a:pt x="414" y="207"/>
                    </a:cubicBezTo>
                    <a:cubicBezTo>
                      <a:pt x="411" y="204"/>
                      <a:pt x="405" y="201"/>
                      <a:pt x="398" y="197"/>
                    </a:cubicBezTo>
                    <a:lnTo>
                      <a:pt x="395" y="197"/>
                    </a:lnTo>
                    <a:cubicBezTo>
                      <a:pt x="392" y="193"/>
                      <a:pt x="389" y="193"/>
                      <a:pt x="383" y="191"/>
                    </a:cubicBezTo>
                    <a:cubicBezTo>
                      <a:pt x="370" y="185"/>
                      <a:pt x="358" y="176"/>
                      <a:pt x="343" y="170"/>
                    </a:cubicBezTo>
                    <a:lnTo>
                      <a:pt x="341" y="170"/>
                    </a:lnTo>
                    <a:cubicBezTo>
                      <a:pt x="227" y="111"/>
                      <a:pt x="114" y="5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118"/>
            <p:cNvGrpSpPr/>
            <p:nvPr/>
          </p:nvGrpSpPr>
          <p:grpSpPr>
            <a:xfrm>
              <a:off x="844169" y="4443634"/>
              <a:ext cx="587911" cy="563023"/>
              <a:chOff x="-2758050" y="2287950"/>
              <a:chExt cx="370875" cy="355175"/>
            </a:xfrm>
          </p:grpSpPr>
          <p:sp>
            <p:nvSpPr>
              <p:cNvPr id="9397" name="Google Shape;9397;p118"/>
              <p:cNvSpPr/>
              <p:nvPr/>
            </p:nvSpPr>
            <p:spPr>
              <a:xfrm>
                <a:off x="-2758050" y="2287950"/>
                <a:ext cx="370875" cy="355175"/>
              </a:xfrm>
              <a:custGeom>
                <a:rect b="b" l="l" r="r" t="t"/>
                <a:pathLst>
                  <a:path extrusionOk="0" h="14207" w="14835">
                    <a:moveTo>
                      <a:pt x="7426" y="0"/>
                    </a:moveTo>
                    <a:cubicBezTo>
                      <a:pt x="5114" y="0"/>
                      <a:pt x="2833" y="1125"/>
                      <a:pt x="1456" y="3245"/>
                    </a:cubicBezTo>
                    <a:cubicBezTo>
                      <a:pt x="150" y="5257"/>
                      <a:pt x="1" y="7746"/>
                      <a:pt x="879" y="9854"/>
                    </a:cubicBezTo>
                    <a:cubicBezTo>
                      <a:pt x="881" y="9869"/>
                      <a:pt x="884" y="9880"/>
                      <a:pt x="889" y="9891"/>
                    </a:cubicBezTo>
                    <a:cubicBezTo>
                      <a:pt x="913" y="9946"/>
                      <a:pt x="936" y="9999"/>
                      <a:pt x="959" y="10051"/>
                    </a:cubicBezTo>
                    <a:cubicBezTo>
                      <a:pt x="961" y="10056"/>
                      <a:pt x="963" y="10061"/>
                      <a:pt x="966" y="10066"/>
                    </a:cubicBezTo>
                    <a:cubicBezTo>
                      <a:pt x="977" y="10092"/>
                      <a:pt x="990" y="10118"/>
                      <a:pt x="1002" y="10144"/>
                    </a:cubicBezTo>
                    <a:cubicBezTo>
                      <a:pt x="1008" y="10158"/>
                      <a:pt x="1013" y="10169"/>
                      <a:pt x="1019" y="10181"/>
                    </a:cubicBezTo>
                    <a:cubicBezTo>
                      <a:pt x="1042" y="10228"/>
                      <a:pt x="1065" y="10274"/>
                      <a:pt x="1088" y="10321"/>
                    </a:cubicBezTo>
                    <a:lnTo>
                      <a:pt x="1104" y="10352"/>
                    </a:lnTo>
                    <a:lnTo>
                      <a:pt x="1142" y="10426"/>
                    </a:lnTo>
                    <a:cubicBezTo>
                      <a:pt x="1150" y="10439"/>
                      <a:pt x="1157" y="10455"/>
                      <a:pt x="1166" y="10469"/>
                    </a:cubicBezTo>
                    <a:cubicBezTo>
                      <a:pt x="1186" y="10508"/>
                      <a:pt x="1207" y="10546"/>
                      <a:pt x="1229" y="10584"/>
                    </a:cubicBezTo>
                    <a:cubicBezTo>
                      <a:pt x="1238" y="10600"/>
                      <a:pt x="1246" y="10618"/>
                      <a:pt x="1256" y="10633"/>
                    </a:cubicBezTo>
                    <a:lnTo>
                      <a:pt x="1295" y="10698"/>
                    </a:lnTo>
                    <a:cubicBezTo>
                      <a:pt x="1305" y="10716"/>
                      <a:pt x="1315" y="10733"/>
                      <a:pt x="1326" y="10750"/>
                    </a:cubicBezTo>
                    <a:cubicBezTo>
                      <a:pt x="1343" y="10781"/>
                      <a:pt x="1362" y="10811"/>
                      <a:pt x="1380" y="10842"/>
                    </a:cubicBezTo>
                    <a:cubicBezTo>
                      <a:pt x="1395" y="10864"/>
                      <a:pt x="1408" y="10886"/>
                      <a:pt x="1422" y="10908"/>
                    </a:cubicBezTo>
                    <a:cubicBezTo>
                      <a:pt x="1435" y="10927"/>
                      <a:pt x="1446" y="10947"/>
                      <a:pt x="1460" y="10966"/>
                    </a:cubicBezTo>
                    <a:cubicBezTo>
                      <a:pt x="1472" y="10986"/>
                      <a:pt x="1487" y="11007"/>
                      <a:pt x="1499" y="11028"/>
                    </a:cubicBezTo>
                    <a:lnTo>
                      <a:pt x="1545" y="11098"/>
                    </a:lnTo>
                    <a:cubicBezTo>
                      <a:pt x="1564" y="11125"/>
                      <a:pt x="1583" y="11150"/>
                      <a:pt x="1600" y="11177"/>
                    </a:cubicBezTo>
                    <a:cubicBezTo>
                      <a:pt x="1612" y="11194"/>
                      <a:pt x="1623" y="11211"/>
                      <a:pt x="1636" y="11228"/>
                    </a:cubicBezTo>
                    <a:cubicBezTo>
                      <a:pt x="1653" y="11250"/>
                      <a:pt x="1670" y="11275"/>
                      <a:pt x="1687" y="11299"/>
                    </a:cubicBezTo>
                    <a:cubicBezTo>
                      <a:pt x="1698" y="11315"/>
                      <a:pt x="1711" y="11332"/>
                      <a:pt x="1724" y="11348"/>
                    </a:cubicBezTo>
                    <a:cubicBezTo>
                      <a:pt x="1746" y="11378"/>
                      <a:pt x="1769" y="11409"/>
                      <a:pt x="1792" y="11439"/>
                    </a:cubicBezTo>
                    <a:cubicBezTo>
                      <a:pt x="1803" y="11454"/>
                      <a:pt x="1814" y="11467"/>
                      <a:pt x="1826" y="11483"/>
                    </a:cubicBezTo>
                    <a:cubicBezTo>
                      <a:pt x="1847" y="11510"/>
                      <a:pt x="1867" y="11536"/>
                      <a:pt x="1889" y="11563"/>
                    </a:cubicBezTo>
                    <a:cubicBezTo>
                      <a:pt x="1898" y="11574"/>
                      <a:pt x="1907" y="11585"/>
                      <a:pt x="1916" y="11596"/>
                    </a:cubicBezTo>
                    <a:cubicBezTo>
                      <a:pt x="1944" y="11629"/>
                      <a:pt x="1971" y="11662"/>
                      <a:pt x="1998" y="11695"/>
                    </a:cubicBezTo>
                    <a:cubicBezTo>
                      <a:pt x="2008" y="11707"/>
                      <a:pt x="2018" y="11719"/>
                      <a:pt x="2028" y="11730"/>
                    </a:cubicBezTo>
                    <a:cubicBezTo>
                      <a:pt x="2053" y="11760"/>
                      <a:pt x="2079" y="11789"/>
                      <a:pt x="2105" y="11818"/>
                    </a:cubicBezTo>
                    <a:cubicBezTo>
                      <a:pt x="2110" y="11825"/>
                      <a:pt x="2116" y="11831"/>
                      <a:pt x="2121" y="11838"/>
                    </a:cubicBezTo>
                    <a:cubicBezTo>
                      <a:pt x="2152" y="11872"/>
                      <a:pt x="2182" y="11905"/>
                      <a:pt x="2214" y="11939"/>
                    </a:cubicBezTo>
                    <a:cubicBezTo>
                      <a:pt x="2225" y="11949"/>
                      <a:pt x="2234" y="11959"/>
                      <a:pt x="2244" y="11970"/>
                    </a:cubicBezTo>
                    <a:cubicBezTo>
                      <a:pt x="2273" y="12001"/>
                      <a:pt x="2302" y="12032"/>
                      <a:pt x="2332" y="12063"/>
                    </a:cubicBezTo>
                    <a:cubicBezTo>
                      <a:pt x="2335" y="12066"/>
                      <a:pt x="2339" y="12070"/>
                      <a:pt x="2342" y="12074"/>
                    </a:cubicBezTo>
                    <a:lnTo>
                      <a:pt x="2442" y="12174"/>
                    </a:lnTo>
                    <a:cubicBezTo>
                      <a:pt x="2452" y="12183"/>
                      <a:pt x="2461" y="12193"/>
                      <a:pt x="2471" y="12202"/>
                    </a:cubicBezTo>
                    <a:cubicBezTo>
                      <a:pt x="2504" y="12234"/>
                      <a:pt x="2538" y="12266"/>
                      <a:pt x="2571" y="12297"/>
                    </a:cubicBezTo>
                    <a:cubicBezTo>
                      <a:pt x="2573" y="12298"/>
                      <a:pt x="2575" y="12300"/>
                      <a:pt x="2576" y="12302"/>
                    </a:cubicBezTo>
                    <a:cubicBezTo>
                      <a:pt x="2612" y="12334"/>
                      <a:pt x="2648" y="12368"/>
                      <a:pt x="2684" y="12400"/>
                    </a:cubicBezTo>
                    <a:cubicBezTo>
                      <a:pt x="2693" y="12408"/>
                      <a:pt x="2701" y="12417"/>
                      <a:pt x="2712" y="12425"/>
                    </a:cubicBezTo>
                    <a:cubicBezTo>
                      <a:pt x="2748" y="12457"/>
                      <a:pt x="2786" y="12489"/>
                      <a:pt x="2822" y="12520"/>
                    </a:cubicBezTo>
                    <a:lnTo>
                      <a:pt x="2823" y="12522"/>
                    </a:lnTo>
                    <a:lnTo>
                      <a:pt x="2824" y="12522"/>
                    </a:lnTo>
                    <a:cubicBezTo>
                      <a:pt x="2870" y="12560"/>
                      <a:pt x="2916" y="12597"/>
                      <a:pt x="2961" y="12633"/>
                    </a:cubicBezTo>
                    <a:lnTo>
                      <a:pt x="3000" y="12664"/>
                    </a:lnTo>
                    <a:cubicBezTo>
                      <a:pt x="3038" y="12694"/>
                      <a:pt x="3076" y="12724"/>
                      <a:pt x="3113" y="12754"/>
                    </a:cubicBezTo>
                    <a:cubicBezTo>
                      <a:pt x="3123" y="12761"/>
                      <a:pt x="3133" y="12770"/>
                      <a:pt x="3143" y="12776"/>
                    </a:cubicBezTo>
                    <a:cubicBezTo>
                      <a:pt x="3189" y="12811"/>
                      <a:pt x="3236" y="12844"/>
                      <a:pt x="3282" y="12878"/>
                    </a:cubicBezTo>
                    <a:lnTo>
                      <a:pt x="3322" y="12905"/>
                    </a:lnTo>
                    <a:cubicBezTo>
                      <a:pt x="3358" y="12931"/>
                      <a:pt x="3394" y="12955"/>
                      <a:pt x="3430" y="12979"/>
                    </a:cubicBezTo>
                    <a:cubicBezTo>
                      <a:pt x="3443" y="12989"/>
                      <a:pt x="3458" y="12999"/>
                      <a:pt x="3472" y="13009"/>
                    </a:cubicBezTo>
                    <a:cubicBezTo>
                      <a:pt x="3519" y="13040"/>
                      <a:pt x="3565" y="13071"/>
                      <a:pt x="3612" y="13101"/>
                    </a:cubicBezTo>
                    <a:cubicBezTo>
                      <a:pt x="3623" y="13108"/>
                      <a:pt x="3634" y="13115"/>
                      <a:pt x="3647" y="13122"/>
                    </a:cubicBezTo>
                    <a:cubicBezTo>
                      <a:pt x="3683" y="13146"/>
                      <a:pt x="3720" y="13168"/>
                      <a:pt x="3757" y="13191"/>
                    </a:cubicBezTo>
                    <a:cubicBezTo>
                      <a:pt x="3776" y="13201"/>
                      <a:pt x="3793" y="13213"/>
                      <a:pt x="3810" y="13224"/>
                    </a:cubicBezTo>
                    <a:cubicBezTo>
                      <a:pt x="3846" y="13245"/>
                      <a:pt x="3884" y="13266"/>
                      <a:pt x="3920" y="13287"/>
                    </a:cubicBezTo>
                    <a:cubicBezTo>
                      <a:pt x="3937" y="13296"/>
                      <a:pt x="3952" y="13304"/>
                      <a:pt x="3969" y="13313"/>
                    </a:cubicBezTo>
                    <a:lnTo>
                      <a:pt x="4097" y="13384"/>
                    </a:lnTo>
                    <a:cubicBezTo>
                      <a:pt x="4117" y="13395"/>
                      <a:pt x="4138" y="13405"/>
                      <a:pt x="4160" y="13416"/>
                    </a:cubicBezTo>
                    <a:cubicBezTo>
                      <a:pt x="4189" y="13431"/>
                      <a:pt x="4219" y="13445"/>
                      <a:pt x="4248" y="13461"/>
                    </a:cubicBezTo>
                    <a:cubicBezTo>
                      <a:pt x="4271" y="13471"/>
                      <a:pt x="4292" y="13483"/>
                      <a:pt x="4313" y="13493"/>
                    </a:cubicBezTo>
                    <a:cubicBezTo>
                      <a:pt x="4357" y="13515"/>
                      <a:pt x="4401" y="13535"/>
                      <a:pt x="4444" y="13556"/>
                    </a:cubicBezTo>
                    <a:cubicBezTo>
                      <a:pt x="4469" y="13567"/>
                      <a:pt x="4494" y="13578"/>
                      <a:pt x="4519" y="13590"/>
                    </a:cubicBezTo>
                    <a:cubicBezTo>
                      <a:pt x="4542" y="13601"/>
                      <a:pt x="4568" y="13612"/>
                      <a:pt x="4593" y="13623"/>
                    </a:cubicBezTo>
                    <a:cubicBezTo>
                      <a:pt x="4620" y="13634"/>
                      <a:pt x="4646" y="13647"/>
                      <a:pt x="4673" y="13658"/>
                    </a:cubicBezTo>
                    <a:cubicBezTo>
                      <a:pt x="4697" y="13668"/>
                      <a:pt x="4721" y="13678"/>
                      <a:pt x="4746" y="13688"/>
                    </a:cubicBezTo>
                    <a:cubicBezTo>
                      <a:pt x="4793" y="13707"/>
                      <a:pt x="4841" y="13726"/>
                      <a:pt x="4890" y="13745"/>
                    </a:cubicBezTo>
                    <a:cubicBezTo>
                      <a:pt x="4909" y="13752"/>
                      <a:pt x="4928" y="13760"/>
                      <a:pt x="4948" y="13766"/>
                    </a:cubicBezTo>
                    <a:cubicBezTo>
                      <a:pt x="4979" y="13778"/>
                      <a:pt x="5010" y="13789"/>
                      <a:pt x="5042" y="13799"/>
                    </a:cubicBezTo>
                    <a:cubicBezTo>
                      <a:pt x="5058" y="13807"/>
                      <a:pt x="5076" y="13812"/>
                      <a:pt x="5092" y="13817"/>
                    </a:cubicBezTo>
                    <a:cubicBezTo>
                      <a:pt x="5162" y="13841"/>
                      <a:pt x="5233" y="13864"/>
                      <a:pt x="5304" y="13886"/>
                    </a:cubicBezTo>
                    <a:cubicBezTo>
                      <a:pt x="5306" y="13887"/>
                      <a:pt x="5308" y="13887"/>
                      <a:pt x="5310" y="13889"/>
                    </a:cubicBezTo>
                    <a:cubicBezTo>
                      <a:pt x="5346" y="13901"/>
                      <a:pt x="5382" y="13911"/>
                      <a:pt x="5419" y="13921"/>
                    </a:cubicBezTo>
                    <a:cubicBezTo>
                      <a:pt x="5430" y="13925"/>
                      <a:pt x="5441" y="13927"/>
                      <a:pt x="5454" y="13932"/>
                    </a:cubicBezTo>
                    <a:cubicBezTo>
                      <a:pt x="5569" y="13965"/>
                      <a:pt x="5687" y="13996"/>
                      <a:pt x="5806" y="14023"/>
                    </a:cubicBezTo>
                    <a:cubicBezTo>
                      <a:pt x="5812" y="14024"/>
                      <a:pt x="5817" y="14025"/>
                      <a:pt x="5823" y="14027"/>
                    </a:cubicBezTo>
                    <a:cubicBezTo>
                      <a:pt x="5991" y="14066"/>
                      <a:pt x="6161" y="14098"/>
                      <a:pt x="6331" y="14124"/>
                    </a:cubicBezTo>
                    <a:cubicBezTo>
                      <a:pt x="6691" y="14179"/>
                      <a:pt x="7054" y="14207"/>
                      <a:pt x="7417" y="14207"/>
                    </a:cubicBezTo>
                    <a:cubicBezTo>
                      <a:pt x="9727" y="14207"/>
                      <a:pt x="12007" y="13082"/>
                      <a:pt x="13385" y="10961"/>
                    </a:cubicBezTo>
                    <a:cubicBezTo>
                      <a:pt x="14666" y="8985"/>
                      <a:pt x="14834" y="6550"/>
                      <a:pt x="14006" y="4467"/>
                    </a:cubicBezTo>
                    <a:cubicBezTo>
                      <a:pt x="14006" y="4465"/>
                      <a:pt x="14005" y="4464"/>
                      <a:pt x="14005" y="4464"/>
                    </a:cubicBezTo>
                    <a:cubicBezTo>
                      <a:pt x="13947" y="4317"/>
                      <a:pt x="13883" y="4173"/>
                      <a:pt x="13815" y="4030"/>
                    </a:cubicBezTo>
                    <a:cubicBezTo>
                      <a:pt x="13814" y="4025"/>
                      <a:pt x="13811" y="4021"/>
                      <a:pt x="13810" y="4018"/>
                    </a:cubicBezTo>
                    <a:cubicBezTo>
                      <a:pt x="13794" y="3985"/>
                      <a:pt x="13778" y="3952"/>
                      <a:pt x="13762" y="3920"/>
                    </a:cubicBezTo>
                    <a:cubicBezTo>
                      <a:pt x="13758" y="3913"/>
                      <a:pt x="13756" y="3907"/>
                      <a:pt x="13752" y="3901"/>
                    </a:cubicBezTo>
                    <a:cubicBezTo>
                      <a:pt x="13702" y="3803"/>
                      <a:pt x="13651" y="3706"/>
                      <a:pt x="13597" y="3608"/>
                    </a:cubicBezTo>
                    <a:cubicBezTo>
                      <a:pt x="13593" y="3601"/>
                      <a:pt x="13588" y="3593"/>
                      <a:pt x="13584" y="3585"/>
                    </a:cubicBezTo>
                    <a:cubicBezTo>
                      <a:pt x="13568" y="3556"/>
                      <a:pt x="13552" y="3529"/>
                      <a:pt x="13536" y="3502"/>
                    </a:cubicBezTo>
                    <a:cubicBezTo>
                      <a:pt x="13529" y="3489"/>
                      <a:pt x="13522" y="3477"/>
                      <a:pt x="13515" y="3464"/>
                    </a:cubicBezTo>
                    <a:cubicBezTo>
                      <a:pt x="13499" y="3437"/>
                      <a:pt x="13483" y="3411"/>
                      <a:pt x="13467" y="3385"/>
                    </a:cubicBezTo>
                    <a:cubicBezTo>
                      <a:pt x="13461" y="3374"/>
                      <a:pt x="13454" y="3364"/>
                      <a:pt x="13447" y="3353"/>
                    </a:cubicBezTo>
                    <a:cubicBezTo>
                      <a:pt x="13418" y="3304"/>
                      <a:pt x="13388" y="3257"/>
                      <a:pt x="13358" y="3209"/>
                    </a:cubicBezTo>
                    <a:cubicBezTo>
                      <a:pt x="13348" y="3195"/>
                      <a:pt x="13338" y="3179"/>
                      <a:pt x="13329" y="3165"/>
                    </a:cubicBezTo>
                    <a:cubicBezTo>
                      <a:pt x="13313" y="3143"/>
                      <a:pt x="13299" y="3120"/>
                      <a:pt x="13283" y="3098"/>
                    </a:cubicBezTo>
                    <a:cubicBezTo>
                      <a:pt x="13272" y="3081"/>
                      <a:pt x="13261" y="3064"/>
                      <a:pt x="13249" y="3046"/>
                    </a:cubicBezTo>
                    <a:cubicBezTo>
                      <a:pt x="13235" y="3025"/>
                      <a:pt x="13219" y="3004"/>
                      <a:pt x="13205" y="2983"/>
                    </a:cubicBezTo>
                    <a:cubicBezTo>
                      <a:pt x="13191" y="2964"/>
                      <a:pt x="13177" y="2945"/>
                      <a:pt x="13163" y="2924"/>
                    </a:cubicBezTo>
                    <a:cubicBezTo>
                      <a:pt x="13144" y="2898"/>
                      <a:pt x="13127" y="2874"/>
                      <a:pt x="13107" y="2849"/>
                    </a:cubicBezTo>
                    <a:cubicBezTo>
                      <a:pt x="13086" y="2821"/>
                      <a:pt x="13066" y="2793"/>
                      <a:pt x="13044" y="2765"/>
                    </a:cubicBezTo>
                    <a:cubicBezTo>
                      <a:pt x="13031" y="2749"/>
                      <a:pt x="13018" y="2731"/>
                      <a:pt x="13004" y="2715"/>
                    </a:cubicBezTo>
                    <a:cubicBezTo>
                      <a:pt x="12987" y="2693"/>
                      <a:pt x="12971" y="2672"/>
                      <a:pt x="12952" y="2651"/>
                    </a:cubicBezTo>
                    <a:cubicBezTo>
                      <a:pt x="12940" y="2633"/>
                      <a:pt x="12925" y="2617"/>
                      <a:pt x="12912" y="2601"/>
                    </a:cubicBezTo>
                    <a:lnTo>
                      <a:pt x="12854" y="2532"/>
                    </a:lnTo>
                    <a:cubicBezTo>
                      <a:pt x="12843" y="2519"/>
                      <a:pt x="12832" y="2504"/>
                      <a:pt x="12820" y="2492"/>
                    </a:cubicBezTo>
                    <a:cubicBezTo>
                      <a:pt x="12791" y="2457"/>
                      <a:pt x="12760" y="2422"/>
                      <a:pt x="12729" y="2388"/>
                    </a:cubicBezTo>
                    <a:lnTo>
                      <a:pt x="12698" y="2353"/>
                    </a:lnTo>
                    <a:cubicBezTo>
                      <a:pt x="12677" y="2328"/>
                      <a:pt x="12653" y="2302"/>
                      <a:pt x="12629" y="2277"/>
                    </a:cubicBezTo>
                    <a:cubicBezTo>
                      <a:pt x="12617" y="2265"/>
                      <a:pt x="12605" y="2251"/>
                      <a:pt x="12592" y="2238"/>
                    </a:cubicBezTo>
                    <a:cubicBezTo>
                      <a:pt x="12569" y="2213"/>
                      <a:pt x="12546" y="2188"/>
                      <a:pt x="12522" y="2164"/>
                    </a:cubicBezTo>
                    <a:cubicBezTo>
                      <a:pt x="12510" y="2152"/>
                      <a:pt x="12500" y="2142"/>
                      <a:pt x="12489" y="2131"/>
                    </a:cubicBezTo>
                    <a:cubicBezTo>
                      <a:pt x="12456" y="2096"/>
                      <a:pt x="12421" y="2063"/>
                      <a:pt x="12386" y="2027"/>
                    </a:cubicBezTo>
                    <a:cubicBezTo>
                      <a:pt x="12379" y="2021"/>
                      <a:pt x="12373" y="2014"/>
                      <a:pt x="12367" y="2009"/>
                    </a:cubicBezTo>
                    <a:lnTo>
                      <a:pt x="12277" y="1924"/>
                    </a:lnTo>
                    <a:cubicBezTo>
                      <a:pt x="12266" y="1914"/>
                      <a:pt x="12254" y="1903"/>
                      <a:pt x="12243" y="1892"/>
                    </a:cubicBezTo>
                    <a:cubicBezTo>
                      <a:pt x="12215" y="1868"/>
                      <a:pt x="12189" y="1843"/>
                      <a:pt x="12163" y="1820"/>
                    </a:cubicBezTo>
                    <a:cubicBezTo>
                      <a:pt x="12151" y="1810"/>
                      <a:pt x="12141" y="1800"/>
                      <a:pt x="12130" y="1790"/>
                    </a:cubicBezTo>
                    <a:cubicBezTo>
                      <a:pt x="12091" y="1756"/>
                      <a:pt x="12054" y="1724"/>
                      <a:pt x="12016" y="1692"/>
                    </a:cubicBezTo>
                    <a:cubicBezTo>
                      <a:pt x="11969" y="1652"/>
                      <a:pt x="11921" y="1614"/>
                      <a:pt x="11874" y="1574"/>
                    </a:cubicBezTo>
                    <a:cubicBezTo>
                      <a:pt x="11858" y="1563"/>
                      <a:pt x="11844" y="1552"/>
                      <a:pt x="11828" y="1538"/>
                    </a:cubicBezTo>
                    <a:cubicBezTo>
                      <a:pt x="11795" y="1513"/>
                      <a:pt x="11761" y="1486"/>
                      <a:pt x="11728" y="1460"/>
                    </a:cubicBezTo>
                    <a:cubicBezTo>
                      <a:pt x="11711" y="1446"/>
                      <a:pt x="11693" y="1434"/>
                      <a:pt x="11677" y="1421"/>
                    </a:cubicBezTo>
                    <a:cubicBezTo>
                      <a:pt x="11643" y="1397"/>
                      <a:pt x="11611" y="1372"/>
                      <a:pt x="11577" y="1347"/>
                    </a:cubicBezTo>
                    <a:cubicBezTo>
                      <a:pt x="11560" y="1336"/>
                      <a:pt x="11544" y="1325"/>
                      <a:pt x="11528" y="1311"/>
                    </a:cubicBezTo>
                    <a:cubicBezTo>
                      <a:pt x="11487" y="1281"/>
                      <a:pt x="11445" y="1253"/>
                      <a:pt x="11403" y="1225"/>
                    </a:cubicBezTo>
                    <a:cubicBezTo>
                      <a:pt x="11395" y="1219"/>
                      <a:pt x="11388" y="1213"/>
                      <a:pt x="11379" y="1208"/>
                    </a:cubicBezTo>
                    <a:cubicBezTo>
                      <a:pt x="11331" y="1175"/>
                      <a:pt x="11281" y="1142"/>
                      <a:pt x="11232" y="1111"/>
                    </a:cubicBezTo>
                    <a:cubicBezTo>
                      <a:pt x="11214" y="1101"/>
                      <a:pt x="11199" y="1090"/>
                      <a:pt x="11182" y="1080"/>
                    </a:cubicBezTo>
                    <a:cubicBezTo>
                      <a:pt x="11147" y="1058"/>
                      <a:pt x="11114" y="1038"/>
                      <a:pt x="11079" y="1017"/>
                    </a:cubicBezTo>
                    <a:lnTo>
                      <a:pt x="11021" y="982"/>
                    </a:lnTo>
                    <a:cubicBezTo>
                      <a:pt x="10988" y="963"/>
                      <a:pt x="10956" y="945"/>
                      <a:pt x="10924" y="925"/>
                    </a:cubicBezTo>
                    <a:cubicBezTo>
                      <a:pt x="10905" y="914"/>
                      <a:pt x="10885" y="904"/>
                      <a:pt x="10864" y="892"/>
                    </a:cubicBezTo>
                    <a:cubicBezTo>
                      <a:pt x="10828" y="872"/>
                      <a:pt x="10792" y="852"/>
                      <a:pt x="10755" y="832"/>
                    </a:cubicBezTo>
                    <a:cubicBezTo>
                      <a:pt x="10740" y="825"/>
                      <a:pt x="10724" y="816"/>
                      <a:pt x="10709" y="809"/>
                    </a:cubicBezTo>
                    <a:cubicBezTo>
                      <a:pt x="10658" y="783"/>
                      <a:pt x="10608" y="757"/>
                      <a:pt x="10558" y="732"/>
                    </a:cubicBezTo>
                    <a:cubicBezTo>
                      <a:pt x="10538" y="723"/>
                      <a:pt x="10519" y="714"/>
                      <a:pt x="10500" y="703"/>
                    </a:cubicBezTo>
                    <a:cubicBezTo>
                      <a:pt x="10466" y="688"/>
                      <a:pt x="10434" y="671"/>
                      <a:pt x="10400" y="657"/>
                    </a:cubicBezTo>
                    <a:cubicBezTo>
                      <a:pt x="10377" y="647"/>
                      <a:pt x="10354" y="636"/>
                      <a:pt x="10332" y="626"/>
                    </a:cubicBezTo>
                    <a:cubicBezTo>
                      <a:pt x="10302" y="614"/>
                      <a:pt x="10271" y="599"/>
                      <a:pt x="10242" y="587"/>
                    </a:cubicBezTo>
                    <a:cubicBezTo>
                      <a:pt x="10218" y="576"/>
                      <a:pt x="10194" y="566"/>
                      <a:pt x="10171" y="556"/>
                    </a:cubicBezTo>
                    <a:lnTo>
                      <a:pt x="10078" y="517"/>
                    </a:lnTo>
                    <a:cubicBezTo>
                      <a:pt x="10054" y="507"/>
                      <a:pt x="10033" y="499"/>
                      <a:pt x="10010" y="490"/>
                    </a:cubicBezTo>
                    <a:cubicBezTo>
                      <a:pt x="9960" y="470"/>
                      <a:pt x="9910" y="451"/>
                      <a:pt x="9860" y="433"/>
                    </a:cubicBezTo>
                    <a:cubicBezTo>
                      <a:pt x="9835" y="424"/>
                      <a:pt x="9811" y="417"/>
                      <a:pt x="9786" y="407"/>
                    </a:cubicBezTo>
                    <a:cubicBezTo>
                      <a:pt x="9758" y="397"/>
                      <a:pt x="9728" y="387"/>
                      <a:pt x="9700" y="377"/>
                    </a:cubicBezTo>
                    <a:cubicBezTo>
                      <a:pt x="9672" y="368"/>
                      <a:pt x="9646" y="360"/>
                      <a:pt x="9618" y="350"/>
                    </a:cubicBezTo>
                    <a:cubicBezTo>
                      <a:pt x="9592" y="341"/>
                      <a:pt x="9564" y="334"/>
                      <a:pt x="9538" y="325"/>
                    </a:cubicBezTo>
                    <a:cubicBezTo>
                      <a:pt x="9510" y="315"/>
                      <a:pt x="9482" y="306"/>
                      <a:pt x="9454" y="299"/>
                    </a:cubicBezTo>
                    <a:cubicBezTo>
                      <a:pt x="9428" y="291"/>
                      <a:pt x="9402" y="283"/>
                      <a:pt x="9377" y="277"/>
                    </a:cubicBezTo>
                    <a:cubicBezTo>
                      <a:pt x="9347" y="269"/>
                      <a:pt x="9319" y="260"/>
                      <a:pt x="9290" y="252"/>
                    </a:cubicBezTo>
                    <a:cubicBezTo>
                      <a:pt x="9265" y="246"/>
                      <a:pt x="9242" y="239"/>
                      <a:pt x="9217" y="233"/>
                    </a:cubicBezTo>
                    <a:cubicBezTo>
                      <a:pt x="9161" y="218"/>
                      <a:pt x="9104" y="205"/>
                      <a:pt x="9048" y="191"/>
                    </a:cubicBezTo>
                    <a:cubicBezTo>
                      <a:pt x="9026" y="185"/>
                      <a:pt x="9005" y="180"/>
                      <a:pt x="8981" y="175"/>
                    </a:cubicBezTo>
                    <a:cubicBezTo>
                      <a:pt x="8949" y="167"/>
                      <a:pt x="8917" y="161"/>
                      <a:pt x="8885" y="154"/>
                    </a:cubicBezTo>
                    <a:cubicBezTo>
                      <a:pt x="8862" y="149"/>
                      <a:pt x="8841" y="145"/>
                      <a:pt x="8819" y="140"/>
                    </a:cubicBezTo>
                    <a:cubicBezTo>
                      <a:pt x="8787" y="134"/>
                      <a:pt x="8753" y="128"/>
                      <a:pt x="8721" y="120"/>
                    </a:cubicBezTo>
                    <a:cubicBezTo>
                      <a:pt x="8700" y="117"/>
                      <a:pt x="8680" y="113"/>
                      <a:pt x="8658" y="109"/>
                    </a:cubicBezTo>
                    <a:cubicBezTo>
                      <a:pt x="8624" y="103"/>
                      <a:pt x="8589" y="98"/>
                      <a:pt x="8556" y="91"/>
                    </a:cubicBezTo>
                    <a:cubicBezTo>
                      <a:pt x="8541" y="88"/>
                      <a:pt x="8527" y="87"/>
                      <a:pt x="8514" y="84"/>
                    </a:cubicBezTo>
                    <a:cubicBezTo>
                      <a:pt x="8438" y="73"/>
                      <a:pt x="8364" y="63"/>
                      <a:pt x="8289" y="53"/>
                    </a:cubicBezTo>
                    <a:cubicBezTo>
                      <a:pt x="8276" y="52"/>
                      <a:pt x="8263" y="50"/>
                      <a:pt x="8250" y="48"/>
                    </a:cubicBezTo>
                    <a:lnTo>
                      <a:pt x="8142" y="37"/>
                    </a:lnTo>
                    <a:cubicBezTo>
                      <a:pt x="8123" y="36"/>
                      <a:pt x="8106" y="33"/>
                      <a:pt x="8086" y="32"/>
                    </a:cubicBezTo>
                    <a:cubicBezTo>
                      <a:pt x="8050" y="27"/>
                      <a:pt x="8015" y="25"/>
                      <a:pt x="7979" y="22"/>
                    </a:cubicBezTo>
                    <a:lnTo>
                      <a:pt x="7925" y="19"/>
                    </a:lnTo>
                    <a:cubicBezTo>
                      <a:pt x="7887" y="16"/>
                      <a:pt x="7851" y="14"/>
                      <a:pt x="7814" y="11"/>
                    </a:cubicBezTo>
                    <a:cubicBezTo>
                      <a:pt x="7802" y="11"/>
                      <a:pt x="7791" y="10"/>
                      <a:pt x="7778" y="10"/>
                    </a:cubicBezTo>
                    <a:cubicBezTo>
                      <a:pt x="7689" y="6"/>
                      <a:pt x="7601" y="2"/>
                      <a:pt x="7512" y="1"/>
                    </a:cubicBezTo>
                    <a:lnTo>
                      <a:pt x="7510" y="1"/>
                    </a:lnTo>
                    <a:cubicBezTo>
                      <a:pt x="7482" y="0"/>
                      <a:pt x="7454" y="0"/>
                      <a:pt x="742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8" name="Google Shape;9398;p118"/>
              <p:cNvGrpSpPr/>
              <p:nvPr/>
            </p:nvGrpSpPr>
            <p:grpSpPr>
              <a:xfrm>
                <a:off x="-2755275" y="2288138"/>
                <a:ext cx="365275" cy="354875"/>
                <a:chOff x="-2755275" y="1020175"/>
                <a:chExt cx="365275" cy="354875"/>
              </a:xfrm>
            </p:grpSpPr>
            <p:sp>
              <p:nvSpPr>
                <p:cNvPr id="9399" name="Google Shape;9399;p118"/>
                <p:cNvSpPr/>
                <p:nvPr/>
              </p:nvSpPr>
              <p:spPr>
                <a:xfrm>
                  <a:off x="-2755275" y="1020300"/>
                  <a:ext cx="365275" cy="354750"/>
                </a:xfrm>
                <a:custGeom>
                  <a:rect b="b" l="l" r="r" t="t"/>
                  <a:pathLst>
                    <a:path extrusionOk="0" h="14190" w="14611">
                      <a:moveTo>
                        <a:pt x="7309" y="1"/>
                      </a:moveTo>
                      <a:cubicBezTo>
                        <a:pt x="6963" y="1"/>
                        <a:pt x="6616" y="26"/>
                        <a:pt x="6269" y="77"/>
                      </a:cubicBezTo>
                      <a:cubicBezTo>
                        <a:pt x="4405" y="353"/>
                        <a:pt x="2726" y="1356"/>
                        <a:pt x="1602" y="2867"/>
                      </a:cubicBezTo>
                      <a:cubicBezTo>
                        <a:pt x="477" y="4378"/>
                        <a:pt x="0" y="6273"/>
                        <a:pt x="275" y="8134"/>
                      </a:cubicBezTo>
                      <a:cubicBezTo>
                        <a:pt x="550" y="9995"/>
                        <a:pt x="1554" y="11671"/>
                        <a:pt x="3067" y="12792"/>
                      </a:cubicBezTo>
                      <a:cubicBezTo>
                        <a:pt x="4299" y="13705"/>
                        <a:pt x="5786" y="14190"/>
                        <a:pt x="7303" y="14190"/>
                      </a:cubicBezTo>
                      <a:cubicBezTo>
                        <a:pt x="7649" y="14190"/>
                        <a:pt x="7996" y="14165"/>
                        <a:pt x="8342" y="14114"/>
                      </a:cubicBezTo>
                      <a:cubicBezTo>
                        <a:pt x="10206" y="13838"/>
                        <a:pt x="11885" y="12834"/>
                        <a:pt x="13009" y="11323"/>
                      </a:cubicBezTo>
                      <a:cubicBezTo>
                        <a:pt x="14134" y="9813"/>
                        <a:pt x="14611" y="7919"/>
                        <a:pt x="14336" y="6057"/>
                      </a:cubicBezTo>
                      <a:cubicBezTo>
                        <a:pt x="14061" y="4196"/>
                        <a:pt x="13057" y="2520"/>
                        <a:pt x="11544" y="1399"/>
                      </a:cubicBezTo>
                      <a:cubicBezTo>
                        <a:pt x="10312" y="486"/>
                        <a:pt x="8826" y="1"/>
                        <a:pt x="7309" y="1"/>
                      </a:cubicBezTo>
                      <a:close/>
                    </a:path>
                  </a:pathLst>
                </a:custGeom>
                <a:solidFill>
                  <a:srgbClr val="020001">
                    <a:alpha val="8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118"/>
                <p:cNvSpPr/>
                <p:nvPr/>
              </p:nvSpPr>
              <p:spPr>
                <a:xfrm>
                  <a:off x="-2737000" y="1020175"/>
                  <a:ext cx="333050" cy="354175"/>
                </a:xfrm>
                <a:custGeom>
                  <a:rect b="b" l="l" r="r" t="t"/>
                  <a:pathLst>
                    <a:path extrusionOk="0" h="14167" w="13322">
                      <a:moveTo>
                        <a:pt x="6666" y="1"/>
                      </a:moveTo>
                      <a:cubicBezTo>
                        <a:pt x="7261" y="1957"/>
                        <a:pt x="9045" y="4031"/>
                        <a:pt x="8004" y="5732"/>
                      </a:cubicBezTo>
                      <a:cubicBezTo>
                        <a:pt x="7455" y="6679"/>
                        <a:pt x="5887" y="6312"/>
                        <a:pt x="4707" y="6870"/>
                      </a:cubicBezTo>
                      <a:cubicBezTo>
                        <a:pt x="3864" y="7282"/>
                        <a:pt x="2917" y="7215"/>
                        <a:pt x="1977" y="7552"/>
                      </a:cubicBezTo>
                      <a:cubicBezTo>
                        <a:pt x="1852" y="7618"/>
                        <a:pt x="1688" y="7736"/>
                        <a:pt x="1661" y="7875"/>
                      </a:cubicBezTo>
                      <a:cubicBezTo>
                        <a:pt x="1485" y="8790"/>
                        <a:pt x="998" y="9759"/>
                        <a:pt x="1" y="9771"/>
                      </a:cubicBezTo>
                      <a:cubicBezTo>
                        <a:pt x="418" y="10808"/>
                        <a:pt x="1082" y="11755"/>
                        <a:pt x="1978" y="12514"/>
                      </a:cubicBezTo>
                      <a:cubicBezTo>
                        <a:pt x="3132" y="13489"/>
                        <a:pt x="4491" y="14031"/>
                        <a:pt x="5871" y="14166"/>
                      </a:cubicBezTo>
                      <a:cubicBezTo>
                        <a:pt x="5795" y="13857"/>
                        <a:pt x="5741" y="13544"/>
                        <a:pt x="5707" y="13228"/>
                      </a:cubicBezTo>
                      <a:cubicBezTo>
                        <a:pt x="5686" y="13035"/>
                        <a:pt x="5674" y="12840"/>
                        <a:pt x="5666" y="12644"/>
                      </a:cubicBezTo>
                      <a:cubicBezTo>
                        <a:pt x="5454" y="11329"/>
                        <a:pt x="4520" y="10317"/>
                        <a:pt x="3963" y="9106"/>
                      </a:cubicBezTo>
                      <a:cubicBezTo>
                        <a:pt x="3466" y="8021"/>
                        <a:pt x="5191" y="7867"/>
                        <a:pt x="5960" y="7847"/>
                      </a:cubicBezTo>
                      <a:cubicBezTo>
                        <a:pt x="6062" y="7842"/>
                        <a:pt x="6159" y="7839"/>
                        <a:pt x="6250" y="7839"/>
                      </a:cubicBezTo>
                      <a:cubicBezTo>
                        <a:pt x="6432" y="7839"/>
                        <a:pt x="6594" y="7849"/>
                        <a:pt x="6737" y="7868"/>
                      </a:cubicBezTo>
                      <a:cubicBezTo>
                        <a:pt x="7110" y="8043"/>
                        <a:pt x="7463" y="8121"/>
                        <a:pt x="7797" y="8121"/>
                      </a:cubicBezTo>
                      <a:cubicBezTo>
                        <a:pt x="9183" y="8121"/>
                        <a:pt x="10232" y="6778"/>
                        <a:pt x="10965" y="5460"/>
                      </a:cubicBezTo>
                      <a:cubicBezTo>
                        <a:pt x="11079" y="5306"/>
                        <a:pt x="11280" y="5137"/>
                        <a:pt x="11530" y="5112"/>
                      </a:cubicBezTo>
                      <a:cubicBezTo>
                        <a:pt x="11739" y="5045"/>
                        <a:pt x="11958" y="5004"/>
                        <a:pt x="12180" y="4975"/>
                      </a:cubicBezTo>
                      <a:cubicBezTo>
                        <a:pt x="12499" y="4932"/>
                        <a:pt x="12819" y="4911"/>
                        <a:pt x="13140" y="4911"/>
                      </a:cubicBezTo>
                      <a:cubicBezTo>
                        <a:pt x="13200" y="4911"/>
                        <a:pt x="13261" y="4912"/>
                        <a:pt x="13322" y="4913"/>
                      </a:cubicBezTo>
                      <a:cubicBezTo>
                        <a:pt x="12928" y="3688"/>
                        <a:pt x="12203" y="2562"/>
                        <a:pt x="11170" y="1688"/>
                      </a:cubicBezTo>
                      <a:cubicBezTo>
                        <a:pt x="9846" y="569"/>
                        <a:pt x="8251" y="19"/>
                        <a:pt x="66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118"/>
                <p:cNvSpPr/>
                <p:nvPr/>
              </p:nvSpPr>
              <p:spPr>
                <a:xfrm>
                  <a:off x="-2664450" y="1114125"/>
                  <a:ext cx="175325" cy="167025"/>
                </a:xfrm>
                <a:custGeom>
                  <a:rect b="b" l="l" r="r" t="t"/>
                  <a:pathLst>
                    <a:path extrusionOk="0" h="6681" w="7013">
                      <a:moveTo>
                        <a:pt x="3684" y="0"/>
                      </a:moveTo>
                      <a:cubicBezTo>
                        <a:pt x="2827" y="0"/>
                        <a:pt x="1968" y="328"/>
                        <a:pt x="1312" y="984"/>
                      </a:cubicBezTo>
                      <a:cubicBezTo>
                        <a:pt x="5" y="2290"/>
                        <a:pt x="1" y="4406"/>
                        <a:pt x="1302" y="5707"/>
                      </a:cubicBezTo>
                      <a:cubicBezTo>
                        <a:pt x="1926" y="6331"/>
                        <a:pt x="2772" y="6681"/>
                        <a:pt x="3654" y="6681"/>
                      </a:cubicBezTo>
                      <a:cubicBezTo>
                        <a:pt x="3657" y="6681"/>
                        <a:pt x="3660" y="6681"/>
                        <a:pt x="3662" y="6681"/>
                      </a:cubicBezTo>
                      <a:cubicBezTo>
                        <a:pt x="4549" y="6679"/>
                        <a:pt x="5399" y="6326"/>
                        <a:pt x="6026" y="5697"/>
                      </a:cubicBezTo>
                      <a:cubicBezTo>
                        <a:pt x="6654" y="5070"/>
                        <a:pt x="7008" y="4219"/>
                        <a:pt x="7010" y="3334"/>
                      </a:cubicBezTo>
                      <a:cubicBezTo>
                        <a:pt x="7012" y="2447"/>
                        <a:pt x="6661" y="1599"/>
                        <a:pt x="6037" y="974"/>
                      </a:cubicBezTo>
                      <a:cubicBezTo>
                        <a:pt x="5388" y="324"/>
                        <a:pt x="4536" y="0"/>
                        <a:pt x="36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118"/>
                <p:cNvSpPr/>
                <p:nvPr/>
              </p:nvSpPr>
              <p:spPr>
                <a:xfrm>
                  <a:off x="-2591150" y="1181150"/>
                  <a:ext cx="36925" cy="32975"/>
                </a:xfrm>
                <a:custGeom>
                  <a:rect b="b" l="l" r="r" t="t"/>
                  <a:pathLst>
                    <a:path extrusionOk="0" h="1319" w="1477">
                      <a:moveTo>
                        <a:pt x="738" y="0"/>
                      </a:moveTo>
                      <a:cubicBezTo>
                        <a:pt x="326" y="0"/>
                        <a:pt x="1" y="381"/>
                        <a:pt x="96" y="810"/>
                      </a:cubicBezTo>
                      <a:cubicBezTo>
                        <a:pt x="150" y="1052"/>
                        <a:pt x="345" y="1247"/>
                        <a:pt x="588" y="1302"/>
                      </a:cubicBezTo>
                      <a:cubicBezTo>
                        <a:pt x="639" y="1313"/>
                        <a:pt x="689" y="1319"/>
                        <a:pt x="738" y="1319"/>
                      </a:cubicBezTo>
                      <a:cubicBezTo>
                        <a:pt x="1151" y="1319"/>
                        <a:pt x="1476" y="937"/>
                        <a:pt x="1380" y="508"/>
                      </a:cubicBezTo>
                      <a:cubicBezTo>
                        <a:pt x="1327" y="266"/>
                        <a:pt x="1132" y="71"/>
                        <a:pt x="889" y="17"/>
                      </a:cubicBezTo>
                      <a:cubicBezTo>
                        <a:pt x="838" y="6"/>
                        <a:pt x="787" y="0"/>
                        <a:pt x="7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03" name="Google Shape;9403;p118"/>
            <p:cNvGrpSpPr/>
            <p:nvPr/>
          </p:nvGrpSpPr>
          <p:grpSpPr>
            <a:xfrm>
              <a:off x="168951" y="4325990"/>
              <a:ext cx="606934" cy="489723"/>
              <a:chOff x="-1636175" y="409550"/>
              <a:chExt cx="448750" cy="362088"/>
            </a:xfrm>
          </p:grpSpPr>
          <p:sp>
            <p:nvSpPr>
              <p:cNvPr id="9404" name="Google Shape;9404;p118"/>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118"/>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9406" name="Shape 9406"/>
        <p:cNvGrpSpPr/>
        <p:nvPr/>
      </p:nvGrpSpPr>
      <p:grpSpPr>
        <a:xfrm>
          <a:off x="0" y="0"/>
          <a:ext cx="0" cy="0"/>
          <a:chOff x="0" y="0"/>
          <a:chExt cx="0" cy="0"/>
        </a:xfrm>
      </p:grpSpPr>
      <p:sp>
        <p:nvSpPr>
          <p:cNvPr id="9407" name="Google Shape;9407;p119"/>
          <p:cNvSpPr txBox="1"/>
          <p:nvPr>
            <p:ph type="title"/>
          </p:nvPr>
        </p:nvSpPr>
        <p:spPr>
          <a:xfrm>
            <a:off x="3950075" y="657425"/>
            <a:ext cx="4480500" cy="572700"/>
          </a:xfrm>
          <a:prstGeom prst="rect">
            <a:avLst/>
          </a:prstGeom>
        </p:spPr>
        <p:txBody>
          <a:bodyPr anchorCtr="0" anchor="b" bIns="91425" lIns="91425" spcFirstLastPara="1" rIns="91425" wrap="square" tIns="91425">
            <a:noAutofit/>
          </a:bodyPr>
          <a:lstStyle>
            <a:lvl1pPr lvl="0" algn="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9408" name="Google Shape;9408;p119"/>
          <p:cNvSpPr txBox="1"/>
          <p:nvPr>
            <p:ph idx="1" type="subTitle"/>
          </p:nvPr>
        </p:nvSpPr>
        <p:spPr>
          <a:xfrm>
            <a:off x="3950277" y="1153925"/>
            <a:ext cx="4480500" cy="8052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0">
    <p:spTree>
      <p:nvGrpSpPr>
        <p:cNvPr id="9409" name="Shape 9409"/>
        <p:cNvGrpSpPr/>
        <p:nvPr/>
      </p:nvGrpSpPr>
      <p:grpSpPr>
        <a:xfrm>
          <a:off x="0" y="0"/>
          <a:ext cx="0" cy="0"/>
          <a:chOff x="0" y="0"/>
          <a:chExt cx="0" cy="0"/>
        </a:xfrm>
      </p:grpSpPr>
      <p:sp>
        <p:nvSpPr>
          <p:cNvPr id="9410" name="Google Shape;9410;p120"/>
          <p:cNvSpPr txBox="1"/>
          <p:nvPr>
            <p:ph type="title"/>
          </p:nvPr>
        </p:nvSpPr>
        <p:spPr>
          <a:xfrm>
            <a:off x="1742750" y="1500600"/>
            <a:ext cx="5658300" cy="5727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p:txBody>
      </p:sp>
      <p:sp>
        <p:nvSpPr>
          <p:cNvPr id="9411" name="Google Shape;9411;p120"/>
          <p:cNvSpPr txBox="1"/>
          <p:nvPr>
            <p:ph idx="1" type="subTitle"/>
          </p:nvPr>
        </p:nvSpPr>
        <p:spPr>
          <a:xfrm>
            <a:off x="1743004" y="1997100"/>
            <a:ext cx="5658300" cy="1645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9412" name="Google Shape;9412;p120"/>
          <p:cNvGrpSpPr/>
          <p:nvPr/>
        </p:nvGrpSpPr>
        <p:grpSpPr>
          <a:xfrm>
            <a:off x="98044" y="66560"/>
            <a:ext cx="8793528" cy="4949669"/>
            <a:chOff x="98044" y="66560"/>
            <a:chExt cx="8793528" cy="4949669"/>
          </a:xfrm>
        </p:grpSpPr>
        <p:grpSp>
          <p:nvGrpSpPr>
            <p:cNvPr id="9413" name="Google Shape;9413;p120"/>
            <p:cNvGrpSpPr/>
            <p:nvPr/>
          </p:nvGrpSpPr>
          <p:grpSpPr>
            <a:xfrm>
              <a:off x="8380040" y="66560"/>
              <a:ext cx="261189" cy="248344"/>
              <a:chOff x="5164484" y="526738"/>
              <a:chExt cx="133266" cy="126713"/>
            </a:xfrm>
          </p:grpSpPr>
          <p:sp>
            <p:nvSpPr>
              <p:cNvPr id="9414" name="Google Shape;9414;p120"/>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120"/>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120"/>
            <p:cNvGrpSpPr/>
            <p:nvPr/>
          </p:nvGrpSpPr>
          <p:grpSpPr>
            <a:xfrm>
              <a:off x="171328" y="4705120"/>
              <a:ext cx="311019" cy="311110"/>
              <a:chOff x="5038846" y="235350"/>
              <a:chExt cx="158691" cy="158738"/>
            </a:xfrm>
          </p:grpSpPr>
          <p:sp>
            <p:nvSpPr>
              <p:cNvPr id="9417" name="Google Shape;9417;p120"/>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120"/>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120"/>
            <p:cNvGrpSpPr/>
            <p:nvPr/>
          </p:nvGrpSpPr>
          <p:grpSpPr>
            <a:xfrm>
              <a:off x="8705774" y="1212033"/>
              <a:ext cx="185799" cy="185799"/>
              <a:chOff x="5035425" y="2779450"/>
              <a:chExt cx="94800" cy="94800"/>
            </a:xfrm>
          </p:grpSpPr>
          <p:sp>
            <p:nvSpPr>
              <p:cNvPr id="9420" name="Google Shape;9420;p120"/>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20"/>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120"/>
            <p:cNvGrpSpPr/>
            <p:nvPr/>
          </p:nvGrpSpPr>
          <p:grpSpPr>
            <a:xfrm rot="5400000">
              <a:off x="987026" y="4194732"/>
              <a:ext cx="547679" cy="1095289"/>
              <a:chOff x="2882200" y="374525"/>
              <a:chExt cx="402025" cy="804000"/>
            </a:xfrm>
          </p:grpSpPr>
          <p:sp>
            <p:nvSpPr>
              <p:cNvPr id="9423" name="Google Shape;9423;p120"/>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120"/>
              <p:cNvSpPr/>
              <p:nvPr/>
            </p:nvSpPr>
            <p:spPr>
              <a:xfrm>
                <a:off x="2882200" y="374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120"/>
              <p:cNvSpPr/>
              <p:nvPr/>
            </p:nvSpPr>
            <p:spPr>
              <a:xfrm>
                <a:off x="3083200" y="374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120"/>
              <p:cNvSpPr/>
              <p:nvPr/>
            </p:nvSpPr>
            <p:spPr>
              <a:xfrm flipH="1">
                <a:off x="3083200" y="575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120"/>
              <p:cNvSpPr/>
              <p:nvPr/>
            </p:nvSpPr>
            <p:spPr>
              <a:xfrm flipH="1">
                <a:off x="2882200" y="575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120"/>
              <p:cNvSpPr/>
              <p:nvPr/>
            </p:nvSpPr>
            <p:spPr>
              <a:xfrm>
                <a:off x="2882200" y="776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120"/>
              <p:cNvSpPr/>
              <p:nvPr/>
            </p:nvSpPr>
            <p:spPr>
              <a:xfrm>
                <a:off x="3083200" y="776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120"/>
              <p:cNvSpPr/>
              <p:nvPr/>
            </p:nvSpPr>
            <p:spPr>
              <a:xfrm flipH="1">
                <a:off x="3083200" y="977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120"/>
              <p:cNvSpPr/>
              <p:nvPr/>
            </p:nvSpPr>
            <p:spPr>
              <a:xfrm flipH="1">
                <a:off x="2882200" y="977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2" name="Google Shape;9432;p120"/>
            <p:cNvGrpSpPr/>
            <p:nvPr/>
          </p:nvGrpSpPr>
          <p:grpSpPr>
            <a:xfrm>
              <a:off x="8314545" y="3926985"/>
              <a:ext cx="500560" cy="472885"/>
              <a:chOff x="-1174275" y="581450"/>
              <a:chExt cx="370100" cy="349638"/>
            </a:xfrm>
          </p:grpSpPr>
          <p:sp>
            <p:nvSpPr>
              <p:cNvPr id="9433" name="Google Shape;9433;p120"/>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120"/>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120"/>
            <p:cNvGrpSpPr/>
            <p:nvPr/>
          </p:nvGrpSpPr>
          <p:grpSpPr>
            <a:xfrm rot="-709923">
              <a:off x="172031" y="3454225"/>
              <a:ext cx="835778" cy="808278"/>
              <a:chOff x="-4685648" y="4235468"/>
              <a:chExt cx="778251" cy="752644"/>
            </a:xfrm>
          </p:grpSpPr>
          <p:sp>
            <p:nvSpPr>
              <p:cNvPr id="9436" name="Google Shape;9436;p120"/>
              <p:cNvSpPr/>
              <p:nvPr/>
            </p:nvSpPr>
            <p:spPr>
              <a:xfrm>
                <a:off x="-4685648" y="4235519"/>
                <a:ext cx="772057" cy="752339"/>
              </a:xfrm>
              <a:custGeom>
                <a:rect b="b" l="l" r="r" t="t"/>
                <a:pathLst>
                  <a:path extrusionOk="0" h="7402" w="7596">
                    <a:moveTo>
                      <a:pt x="772" y="5598"/>
                    </a:moveTo>
                    <a:lnTo>
                      <a:pt x="772" y="5627"/>
                    </a:lnTo>
                    <a:lnTo>
                      <a:pt x="772" y="6804"/>
                    </a:lnTo>
                    <a:lnTo>
                      <a:pt x="772" y="6895"/>
                    </a:lnTo>
                    <a:cubicBezTo>
                      <a:pt x="414" y="6895"/>
                      <a:pt x="124" y="6604"/>
                      <a:pt x="124" y="6247"/>
                    </a:cubicBezTo>
                    <a:cubicBezTo>
                      <a:pt x="124" y="5890"/>
                      <a:pt x="414" y="5598"/>
                      <a:pt x="772" y="5598"/>
                    </a:cubicBezTo>
                    <a:close/>
                    <a:moveTo>
                      <a:pt x="1954" y="1"/>
                    </a:moveTo>
                    <a:cubicBezTo>
                      <a:pt x="1806" y="1"/>
                      <a:pt x="1682" y="98"/>
                      <a:pt x="1640" y="231"/>
                    </a:cubicBezTo>
                    <a:lnTo>
                      <a:pt x="1135" y="231"/>
                    </a:lnTo>
                    <a:cubicBezTo>
                      <a:pt x="934" y="231"/>
                      <a:pt x="772" y="393"/>
                      <a:pt x="772" y="594"/>
                    </a:cubicBezTo>
                    <a:lnTo>
                      <a:pt x="772" y="759"/>
                    </a:lnTo>
                    <a:lnTo>
                      <a:pt x="772" y="934"/>
                    </a:lnTo>
                    <a:lnTo>
                      <a:pt x="772" y="1274"/>
                    </a:lnTo>
                    <a:lnTo>
                      <a:pt x="772" y="2450"/>
                    </a:lnTo>
                    <a:lnTo>
                      <a:pt x="772" y="3698"/>
                    </a:lnTo>
                    <a:lnTo>
                      <a:pt x="772" y="4379"/>
                    </a:lnTo>
                    <a:lnTo>
                      <a:pt x="772" y="5478"/>
                    </a:lnTo>
                    <a:cubicBezTo>
                      <a:pt x="346" y="5478"/>
                      <a:pt x="0" y="5823"/>
                      <a:pt x="0" y="6248"/>
                    </a:cubicBezTo>
                    <a:cubicBezTo>
                      <a:pt x="0" y="6672"/>
                      <a:pt x="346" y="7017"/>
                      <a:pt x="772" y="7017"/>
                    </a:cubicBezTo>
                    <a:lnTo>
                      <a:pt x="772" y="7087"/>
                    </a:lnTo>
                    <a:cubicBezTo>
                      <a:pt x="772" y="7262"/>
                      <a:pt x="912" y="7401"/>
                      <a:pt x="1085" y="7401"/>
                    </a:cubicBezTo>
                    <a:lnTo>
                      <a:pt x="5435" y="7401"/>
                    </a:lnTo>
                    <a:cubicBezTo>
                      <a:pt x="5608" y="7401"/>
                      <a:pt x="5748" y="7260"/>
                      <a:pt x="5748" y="7087"/>
                    </a:cubicBezTo>
                    <a:lnTo>
                      <a:pt x="5748" y="5639"/>
                    </a:lnTo>
                    <a:lnTo>
                      <a:pt x="5748" y="5420"/>
                    </a:lnTo>
                    <a:cubicBezTo>
                      <a:pt x="5881" y="5378"/>
                      <a:pt x="5978" y="5253"/>
                      <a:pt x="5978" y="5106"/>
                    </a:cubicBezTo>
                    <a:lnTo>
                      <a:pt x="5978" y="4941"/>
                    </a:lnTo>
                    <a:cubicBezTo>
                      <a:pt x="5978" y="4793"/>
                      <a:pt x="5881" y="4669"/>
                      <a:pt x="5748" y="4627"/>
                    </a:cubicBezTo>
                    <a:lnTo>
                      <a:pt x="5748" y="4346"/>
                    </a:lnTo>
                    <a:cubicBezTo>
                      <a:pt x="5881" y="4305"/>
                      <a:pt x="5978" y="4179"/>
                      <a:pt x="5978" y="4033"/>
                    </a:cubicBezTo>
                    <a:lnTo>
                      <a:pt x="5978" y="3868"/>
                    </a:lnTo>
                    <a:cubicBezTo>
                      <a:pt x="5978" y="3720"/>
                      <a:pt x="5881" y="3596"/>
                      <a:pt x="5748" y="3554"/>
                    </a:cubicBezTo>
                    <a:lnTo>
                      <a:pt x="5748" y="3332"/>
                    </a:lnTo>
                    <a:lnTo>
                      <a:pt x="5748" y="3063"/>
                    </a:lnTo>
                    <a:lnTo>
                      <a:pt x="6329" y="2698"/>
                    </a:lnTo>
                    <a:cubicBezTo>
                      <a:pt x="6345" y="2728"/>
                      <a:pt x="6376" y="2744"/>
                      <a:pt x="6407" y="2744"/>
                    </a:cubicBezTo>
                    <a:cubicBezTo>
                      <a:pt x="6412" y="2744"/>
                      <a:pt x="6417" y="2744"/>
                      <a:pt x="6422" y="2743"/>
                    </a:cubicBezTo>
                    <a:cubicBezTo>
                      <a:pt x="6577" y="2717"/>
                      <a:pt x="7031" y="2623"/>
                      <a:pt x="7419" y="2335"/>
                    </a:cubicBezTo>
                    <a:cubicBezTo>
                      <a:pt x="7497" y="2277"/>
                      <a:pt x="7550" y="2198"/>
                      <a:pt x="7576" y="2112"/>
                    </a:cubicBezTo>
                    <a:lnTo>
                      <a:pt x="7576" y="2113"/>
                    </a:lnTo>
                    <a:cubicBezTo>
                      <a:pt x="7584" y="2089"/>
                      <a:pt x="7589" y="2067"/>
                      <a:pt x="7591" y="2042"/>
                    </a:cubicBezTo>
                    <a:lnTo>
                      <a:pt x="7591" y="2041"/>
                    </a:lnTo>
                    <a:lnTo>
                      <a:pt x="7596" y="2002"/>
                    </a:lnTo>
                    <a:lnTo>
                      <a:pt x="7596" y="1996"/>
                    </a:lnTo>
                    <a:lnTo>
                      <a:pt x="7596" y="1957"/>
                    </a:lnTo>
                    <a:lnTo>
                      <a:pt x="7596" y="1954"/>
                    </a:lnTo>
                    <a:lnTo>
                      <a:pt x="7591" y="1916"/>
                    </a:lnTo>
                    <a:lnTo>
                      <a:pt x="7591" y="1912"/>
                    </a:lnTo>
                    <a:lnTo>
                      <a:pt x="7584" y="1873"/>
                    </a:lnTo>
                    <a:cubicBezTo>
                      <a:pt x="7584" y="1872"/>
                      <a:pt x="7583" y="1871"/>
                      <a:pt x="7583" y="1868"/>
                    </a:cubicBezTo>
                    <a:cubicBezTo>
                      <a:pt x="7575" y="1841"/>
                      <a:pt x="7566" y="1815"/>
                      <a:pt x="7553" y="1790"/>
                    </a:cubicBezTo>
                    <a:cubicBezTo>
                      <a:pt x="7553" y="1789"/>
                      <a:pt x="7552" y="1788"/>
                      <a:pt x="7552" y="1788"/>
                    </a:cubicBezTo>
                    <a:cubicBezTo>
                      <a:pt x="7545" y="1775"/>
                      <a:pt x="7539" y="1763"/>
                      <a:pt x="7532" y="1752"/>
                    </a:cubicBezTo>
                    <a:cubicBezTo>
                      <a:pt x="7529" y="1751"/>
                      <a:pt x="7529" y="1749"/>
                      <a:pt x="7528" y="1748"/>
                    </a:cubicBezTo>
                    <a:cubicBezTo>
                      <a:pt x="7521" y="1737"/>
                      <a:pt x="7513" y="1723"/>
                      <a:pt x="7504" y="1713"/>
                    </a:cubicBezTo>
                    <a:cubicBezTo>
                      <a:pt x="7419" y="1605"/>
                      <a:pt x="7289" y="1547"/>
                      <a:pt x="7158" y="1547"/>
                    </a:cubicBezTo>
                    <a:cubicBezTo>
                      <a:pt x="7117" y="1547"/>
                      <a:pt x="7075" y="1553"/>
                      <a:pt x="7034" y="1565"/>
                    </a:cubicBezTo>
                    <a:cubicBezTo>
                      <a:pt x="6991" y="1578"/>
                      <a:pt x="6948" y="1597"/>
                      <a:pt x="6908" y="1624"/>
                    </a:cubicBezTo>
                    <a:cubicBezTo>
                      <a:pt x="6907" y="1625"/>
                      <a:pt x="6904" y="1627"/>
                      <a:pt x="6903" y="1628"/>
                    </a:cubicBezTo>
                    <a:cubicBezTo>
                      <a:pt x="6895" y="1633"/>
                      <a:pt x="6889" y="1638"/>
                      <a:pt x="6882" y="1645"/>
                    </a:cubicBezTo>
                    <a:cubicBezTo>
                      <a:pt x="6878" y="1648"/>
                      <a:pt x="6876" y="1650"/>
                      <a:pt x="6873" y="1653"/>
                    </a:cubicBezTo>
                    <a:cubicBezTo>
                      <a:pt x="6867" y="1658"/>
                      <a:pt x="6862" y="1663"/>
                      <a:pt x="6857" y="1668"/>
                    </a:cubicBezTo>
                    <a:lnTo>
                      <a:pt x="6848" y="1676"/>
                    </a:lnTo>
                    <a:cubicBezTo>
                      <a:pt x="6841" y="1684"/>
                      <a:pt x="6833" y="1691"/>
                      <a:pt x="6827" y="1699"/>
                    </a:cubicBezTo>
                    <a:cubicBezTo>
                      <a:pt x="6826" y="1700"/>
                      <a:pt x="6825" y="1702"/>
                      <a:pt x="6823" y="1705"/>
                    </a:cubicBezTo>
                    <a:cubicBezTo>
                      <a:pt x="6817" y="1711"/>
                      <a:pt x="6811" y="1718"/>
                      <a:pt x="6806" y="1725"/>
                    </a:cubicBezTo>
                    <a:cubicBezTo>
                      <a:pt x="6805" y="1727"/>
                      <a:pt x="6802" y="1730"/>
                      <a:pt x="6801" y="1732"/>
                    </a:cubicBezTo>
                    <a:lnTo>
                      <a:pt x="6785" y="1756"/>
                    </a:lnTo>
                    <a:cubicBezTo>
                      <a:pt x="6784" y="1757"/>
                      <a:pt x="6783" y="1758"/>
                      <a:pt x="6783" y="1761"/>
                    </a:cubicBezTo>
                    <a:cubicBezTo>
                      <a:pt x="6778" y="1770"/>
                      <a:pt x="6773" y="1780"/>
                      <a:pt x="6768" y="1789"/>
                    </a:cubicBezTo>
                    <a:lnTo>
                      <a:pt x="6764" y="1797"/>
                    </a:lnTo>
                    <a:cubicBezTo>
                      <a:pt x="6760" y="1804"/>
                      <a:pt x="6758" y="1811"/>
                      <a:pt x="6754" y="1819"/>
                    </a:cubicBezTo>
                    <a:cubicBezTo>
                      <a:pt x="6753" y="1823"/>
                      <a:pt x="6752" y="1825"/>
                      <a:pt x="6750" y="1829"/>
                    </a:cubicBezTo>
                    <a:lnTo>
                      <a:pt x="6743" y="1852"/>
                    </a:lnTo>
                    <a:lnTo>
                      <a:pt x="6739" y="1868"/>
                    </a:lnTo>
                    <a:cubicBezTo>
                      <a:pt x="6738" y="1875"/>
                      <a:pt x="6735" y="1880"/>
                      <a:pt x="6734" y="1886"/>
                    </a:cubicBezTo>
                    <a:cubicBezTo>
                      <a:pt x="6733" y="1891"/>
                      <a:pt x="6732" y="1898"/>
                      <a:pt x="6730" y="1903"/>
                    </a:cubicBezTo>
                    <a:cubicBezTo>
                      <a:pt x="6729" y="1907"/>
                      <a:pt x="6729" y="1911"/>
                      <a:pt x="6729" y="1914"/>
                    </a:cubicBezTo>
                    <a:cubicBezTo>
                      <a:pt x="6717" y="1989"/>
                      <a:pt x="6723" y="2068"/>
                      <a:pt x="6752" y="2141"/>
                    </a:cubicBezTo>
                    <a:cubicBezTo>
                      <a:pt x="6778" y="2208"/>
                      <a:pt x="6754" y="2285"/>
                      <a:pt x="6697" y="2329"/>
                    </a:cubicBezTo>
                    <a:lnTo>
                      <a:pt x="6361" y="2578"/>
                    </a:lnTo>
                    <a:cubicBezTo>
                      <a:pt x="6329" y="2602"/>
                      <a:pt x="6312" y="2645"/>
                      <a:pt x="6325" y="2682"/>
                    </a:cubicBezTo>
                    <a:cubicBezTo>
                      <a:pt x="6228" y="2718"/>
                      <a:pt x="6035" y="2806"/>
                      <a:pt x="5752" y="3007"/>
                    </a:cubicBezTo>
                    <a:lnTo>
                      <a:pt x="5752" y="2285"/>
                    </a:lnTo>
                    <a:cubicBezTo>
                      <a:pt x="6018" y="2123"/>
                      <a:pt x="6141" y="1955"/>
                      <a:pt x="6193" y="1867"/>
                    </a:cubicBezTo>
                    <a:cubicBezTo>
                      <a:pt x="6206" y="1872"/>
                      <a:pt x="6219" y="1875"/>
                      <a:pt x="6232" y="1875"/>
                    </a:cubicBezTo>
                    <a:cubicBezTo>
                      <a:pt x="6256" y="1875"/>
                      <a:pt x="6279" y="1866"/>
                      <a:pt x="6296" y="1849"/>
                    </a:cubicBezTo>
                    <a:cubicBezTo>
                      <a:pt x="6408" y="1738"/>
                      <a:pt x="6721" y="1396"/>
                      <a:pt x="6869" y="937"/>
                    </a:cubicBezTo>
                    <a:cubicBezTo>
                      <a:pt x="6899" y="844"/>
                      <a:pt x="6897" y="748"/>
                      <a:pt x="6867" y="663"/>
                    </a:cubicBezTo>
                    <a:lnTo>
                      <a:pt x="6867" y="663"/>
                    </a:lnTo>
                    <a:lnTo>
                      <a:pt x="6868" y="664"/>
                    </a:lnTo>
                    <a:cubicBezTo>
                      <a:pt x="6861" y="642"/>
                      <a:pt x="6851" y="619"/>
                      <a:pt x="6840" y="597"/>
                    </a:cubicBezTo>
                    <a:cubicBezTo>
                      <a:pt x="6840" y="597"/>
                      <a:pt x="6840" y="596"/>
                      <a:pt x="6838" y="596"/>
                    </a:cubicBezTo>
                    <a:cubicBezTo>
                      <a:pt x="6832" y="585"/>
                      <a:pt x="6826" y="572"/>
                      <a:pt x="6817" y="562"/>
                    </a:cubicBezTo>
                    <a:cubicBezTo>
                      <a:pt x="6816" y="561"/>
                      <a:pt x="6815" y="559"/>
                      <a:pt x="6814" y="557"/>
                    </a:cubicBezTo>
                    <a:cubicBezTo>
                      <a:pt x="6806" y="547"/>
                      <a:pt x="6799" y="535"/>
                      <a:pt x="6791" y="526"/>
                    </a:cubicBezTo>
                    <a:lnTo>
                      <a:pt x="6790" y="525"/>
                    </a:lnTo>
                    <a:cubicBezTo>
                      <a:pt x="6781" y="515"/>
                      <a:pt x="6773" y="505"/>
                      <a:pt x="6764" y="497"/>
                    </a:cubicBezTo>
                    <a:lnTo>
                      <a:pt x="6761" y="494"/>
                    </a:lnTo>
                    <a:cubicBezTo>
                      <a:pt x="6752" y="485"/>
                      <a:pt x="6742" y="476"/>
                      <a:pt x="6732" y="467"/>
                    </a:cubicBezTo>
                    <a:cubicBezTo>
                      <a:pt x="6730" y="466"/>
                      <a:pt x="6729" y="464"/>
                      <a:pt x="6728" y="464"/>
                    </a:cubicBezTo>
                    <a:cubicBezTo>
                      <a:pt x="6706" y="448"/>
                      <a:pt x="6683" y="431"/>
                      <a:pt x="6657" y="418"/>
                    </a:cubicBezTo>
                    <a:cubicBezTo>
                      <a:pt x="6656" y="418"/>
                      <a:pt x="6656" y="417"/>
                      <a:pt x="6655" y="417"/>
                    </a:cubicBezTo>
                    <a:cubicBezTo>
                      <a:pt x="6642" y="410"/>
                      <a:pt x="6631" y="404"/>
                      <a:pt x="6618" y="399"/>
                    </a:cubicBezTo>
                    <a:cubicBezTo>
                      <a:pt x="6616" y="399"/>
                      <a:pt x="6615" y="397"/>
                      <a:pt x="6614" y="397"/>
                    </a:cubicBezTo>
                    <a:cubicBezTo>
                      <a:pt x="6601" y="392"/>
                      <a:pt x="6587" y="387"/>
                      <a:pt x="6573" y="384"/>
                    </a:cubicBezTo>
                    <a:cubicBezTo>
                      <a:pt x="6533" y="372"/>
                      <a:pt x="6493" y="366"/>
                      <a:pt x="6454" y="366"/>
                    </a:cubicBezTo>
                    <a:cubicBezTo>
                      <a:pt x="6318" y="366"/>
                      <a:pt x="6187" y="431"/>
                      <a:pt x="6103" y="538"/>
                    </a:cubicBezTo>
                    <a:cubicBezTo>
                      <a:pt x="6074" y="573"/>
                      <a:pt x="6052" y="614"/>
                      <a:pt x="6036" y="659"/>
                    </a:cubicBezTo>
                    <a:cubicBezTo>
                      <a:pt x="6035" y="662"/>
                      <a:pt x="6035" y="663"/>
                      <a:pt x="6035" y="665"/>
                    </a:cubicBezTo>
                    <a:cubicBezTo>
                      <a:pt x="6032" y="675"/>
                      <a:pt x="6030" y="682"/>
                      <a:pt x="6027" y="691"/>
                    </a:cubicBezTo>
                    <a:cubicBezTo>
                      <a:pt x="6026" y="695"/>
                      <a:pt x="6025" y="699"/>
                      <a:pt x="6025" y="702"/>
                    </a:cubicBezTo>
                    <a:cubicBezTo>
                      <a:pt x="6023" y="711"/>
                      <a:pt x="6021" y="719"/>
                      <a:pt x="6020" y="726"/>
                    </a:cubicBezTo>
                    <a:cubicBezTo>
                      <a:pt x="6020" y="730"/>
                      <a:pt x="6018" y="732"/>
                      <a:pt x="6018" y="737"/>
                    </a:cubicBezTo>
                    <a:cubicBezTo>
                      <a:pt x="6017" y="747"/>
                      <a:pt x="6016" y="758"/>
                      <a:pt x="6014" y="769"/>
                    </a:cubicBezTo>
                    <a:lnTo>
                      <a:pt x="6014" y="775"/>
                    </a:lnTo>
                    <a:cubicBezTo>
                      <a:pt x="6014" y="784"/>
                      <a:pt x="6012" y="793"/>
                      <a:pt x="6012" y="803"/>
                    </a:cubicBezTo>
                    <a:lnTo>
                      <a:pt x="6012" y="811"/>
                    </a:lnTo>
                    <a:cubicBezTo>
                      <a:pt x="6012" y="820"/>
                      <a:pt x="6012" y="829"/>
                      <a:pt x="6014" y="839"/>
                    </a:cubicBezTo>
                    <a:lnTo>
                      <a:pt x="6014" y="844"/>
                    </a:lnTo>
                    <a:cubicBezTo>
                      <a:pt x="6016" y="854"/>
                      <a:pt x="6017" y="866"/>
                      <a:pt x="6018" y="876"/>
                    </a:cubicBezTo>
                    <a:cubicBezTo>
                      <a:pt x="6018" y="878"/>
                      <a:pt x="6020" y="882"/>
                      <a:pt x="6020" y="885"/>
                    </a:cubicBezTo>
                    <a:cubicBezTo>
                      <a:pt x="6021" y="892"/>
                      <a:pt x="6022" y="901"/>
                      <a:pt x="6025" y="908"/>
                    </a:cubicBezTo>
                    <a:cubicBezTo>
                      <a:pt x="6026" y="912"/>
                      <a:pt x="6026" y="916"/>
                      <a:pt x="6027" y="918"/>
                    </a:cubicBezTo>
                    <a:cubicBezTo>
                      <a:pt x="6030" y="926"/>
                      <a:pt x="6032" y="934"/>
                      <a:pt x="6035" y="943"/>
                    </a:cubicBezTo>
                    <a:cubicBezTo>
                      <a:pt x="6036" y="948"/>
                      <a:pt x="6038" y="953"/>
                      <a:pt x="6040" y="958"/>
                    </a:cubicBezTo>
                    <a:cubicBezTo>
                      <a:pt x="6042" y="965"/>
                      <a:pt x="6043" y="970"/>
                      <a:pt x="6046" y="976"/>
                    </a:cubicBezTo>
                    <a:lnTo>
                      <a:pt x="6054" y="991"/>
                    </a:lnTo>
                    <a:cubicBezTo>
                      <a:pt x="6056" y="996"/>
                      <a:pt x="6058" y="999"/>
                      <a:pt x="6059" y="1002"/>
                    </a:cubicBezTo>
                    <a:cubicBezTo>
                      <a:pt x="6093" y="1071"/>
                      <a:pt x="6145" y="1130"/>
                      <a:pt x="6211" y="1172"/>
                    </a:cubicBezTo>
                    <a:cubicBezTo>
                      <a:pt x="6270" y="1212"/>
                      <a:pt x="6295" y="1288"/>
                      <a:pt x="6274" y="1357"/>
                    </a:cubicBezTo>
                    <a:lnTo>
                      <a:pt x="6146" y="1754"/>
                    </a:lnTo>
                    <a:cubicBezTo>
                      <a:pt x="6135" y="1788"/>
                      <a:pt x="6141" y="1825"/>
                      <a:pt x="6166" y="1851"/>
                    </a:cubicBezTo>
                    <a:lnTo>
                      <a:pt x="5752" y="2178"/>
                    </a:lnTo>
                    <a:lnTo>
                      <a:pt x="5752" y="594"/>
                    </a:lnTo>
                    <a:cubicBezTo>
                      <a:pt x="5752" y="393"/>
                      <a:pt x="5589" y="231"/>
                      <a:pt x="5388" y="231"/>
                    </a:cubicBezTo>
                    <a:lnTo>
                      <a:pt x="3479" y="231"/>
                    </a:lnTo>
                    <a:cubicBezTo>
                      <a:pt x="3438" y="98"/>
                      <a:pt x="3313" y="1"/>
                      <a:pt x="3166" y="1"/>
                    </a:cubicBezTo>
                    <a:lnTo>
                      <a:pt x="3001" y="1"/>
                    </a:lnTo>
                    <a:cubicBezTo>
                      <a:pt x="2853" y="1"/>
                      <a:pt x="2730" y="98"/>
                      <a:pt x="2687" y="231"/>
                    </a:cubicBezTo>
                    <a:lnTo>
                      <a:pt x="2431" y="231"/>
                    </a:lnTo>
                    <a:cubicBezTo>
                      <a:pt x="2390" y="98"/>
                      <a:pt x="2265" y="1"/>
                      <a:pt x="2119"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120"/>
              <p:cNvSpPr/>
              <p:nvPr/>
            </p:nvSpPr>
            <p:spPr>
              <a:xfrm>
                <a:off x="-4138220" y="4418727"/>
                <a:ext cx="84971" cy="67387"/>
              </a:xfrm>
              <a:custGeom>
                <a:rect b="b" l="l" r="r" t="t"/>
                <a:pathLst>
                  <a:path extrusionOk="0" fill="none" h="663" w="836">
                    <a:moveTo>
                      <a:pt x="836" y="1"/>
                    </a:moveTo>
                    <a:cubicBezTo>
                      <a:pt x="836" y="1"/>
                      <a:pt x="705" y="389"/>
                      <a:pt x="0" y="662"/>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120"/>
              <p:cNvSpPr/>
              <p:nvPr/>
            </p:nvSpPr>
            <p:spPr>
              <a:xfrm>
                <a:off x="-4079473" y="4272771"/>
                <a:ext cx="99302" cy="153680"/>
              </a:xfrm>
              <a:custGeom>
                <a:rect b="b" l="l" r="r" t="t"/>
                <a:pathLst>
                  <a:path extrusionOk="0" h="1512" w="977">
                    <a:moveTo>
                      <a:pt x="486" y="0"/>
                    </a:moveTo>
                    <a:cubicBezTo>
                      <a:pt x="305" y="0"/>
                      <a:pt x="132" y="115"/>
                      <a:pt x="69" y="292"/>
                    </a:cubicBezTo>
                    <a:cubicBezTo>
                      <a:pt x="1" y="488"/>
                      <a:pt x="78" y="697"/>
                      <a:pt x="242" y="805"/>
                    </a:cubicBezTo>
                    <a:cubicBezTo>
                      <a:pt x="302" y="845"/>
                      <a:pt x="327" y="921"/>
                      <a:pt x="305" y="990"/>
                    </a:cubicBezTo>
                    <a:lnTo>
                      <a:pt x="177" y="1387"/>
                    </a:lnTo>
                    <a:cubicBezTo>
                      <a:pt x="165" y="1427"/>
                      <a:pt x="176" y="1473"/>
                      <a:pt x="211" y="1495"/>
                    </a:cubicBezTo>
                    <a:cubicBezTo>
                      <a:pt x="227" y="1506"/>
                      <a:pt x="245" y="1512"/>
                      <a:pt x="263" y="1512"/>
                    </a:cubicBezTo>
                    <a:cubicBezTo>
                      <a:pt x="287" y="1512"/>
                      <a:pt x="311" y="1502"/>
                      <a:pt x="327" y="1485"/>
                    </a:cubicBezTo>
                    <a:cubicBezTo>
                      <a:pt x="439" y="1375"/>
                      <a:pt x="751" y="1032"/>
                      <a:pt x="900" y="573"/>
                    </a:cubicBezTo>
                    <a:cubicBezTo>
                      <a:pt x="976" y="339"/>
                      <a:pt x="843" y="87"/>
                      <a:pt x="606" y="18"/>
                    </a:cubicBezTo>
                    <a:cubicBezTo>
                      <a:pt x="566" y="6"/>
                      <a:pt x="526" y="0"/>
                      <a:pt x="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120"/>
              <p:cNvSpPr/>
              <p:nvPr/>
            </p:nvSpPr>
            <p:spPr>
              <a:xfrm>
                <a:off x="-4077745" y="4272872"/>
                <a:ext cx="89646" cy="70741"/>
              </a:xfrm>
              <a:custGeom>
                <a:rect b="b" l="l" r="r" t="t"/>
                <a:pathLst>
                  <a:path extrusionOk="0" h="696" w="882">
                    <a:moveTo>
                      <a:pt x="467" y="0"/>
                    </a:moveTo>
                    <a:cubicBezTo>
                      <a:pt x="286" y="0"/>
                      <a:pt x="114" y="115"/>
                      <a:pt x="51" y="292"/>
                    </a:cubicBezTo>
                    <a:cubicBezTo>
                      <a:pt x="0" y="435"/>
                      <a:pt x="27" y="584"/>
                      <a:pt x="110" y="696"/>
                    </a:cubicBezTo>
                    <a:cubicBezTo>
                      <a:pt x="81" y="607"/>
                      <a:pt x="79" y="507"/>
                      <a:pt x="113" y="411"/>
                    </a:cubicBezTo>
                    <a:cubicBezTo>
                      <a:pt x="175" y="234"/>
                      <a:pt x="348" y="119"/>
                      <a:pt x="528" y="119"/>
                    </a:cubicBezTo>
                    <a:cubicBezTo>
                      <a:pt x="568" y="119"/>
                      <a:pt x="609" y="124"/>
                      <a:pt x="649" y="136"/>
                    </a:cubicBezTo>
                    <a:cubicBezTo>
                      <a:pt x="747" y="166"/>
                      <a:pt x="826" y="225"/>
                      <a:pt x="882" y="301"/>
                    </a:cubicBezTo>
                    <a:cubicBezTo>
                      <a:pt x="837" y="169"/>
                      <a:pt x="732" y="60"/>
                      <a:pt x="588" y="18"/>
                    </a:cubicBezTo>
                    <a:cubicBezTo>
                      <a:pt x="548" y="6"/>
                      <a:pt x="507" y="0"/>
                      <a:pt x="4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120"/>
              <p:cNvSpPr/>
              <p:nvPr/>
            </p:nvSpPr>
            <p:spPr>
              <a:xfrm>
                <a:off x="-4138220" y="4506139"/>
                <a:ext cx="102453" cy="64135"/>
              </a:xfrm>
              <a:custGeom>
                <a:rect b="b" l="l" r="r" t="t"/>
                <a:pathLst>
                  <a:path extrusionOk="0" fill="none" h="631" w="1008">
                    <a:moveTo>
                      <a:pt x="1007" y="0"/>
                    </a:moveTo>
                    <a:cubicBezTo>
                      <a:pt x="1007" y="0"/>
                      <a:pt x="656" y="74"/>
                      <a:pt x="0" y="631"/>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120"/>
              <p:cNvSpPr/>
              <p:nvPr/>
            </p:nvSpPr>
            <p:spPr>
              <a:xfrm>
                <a:off x="-4044712" y="4393012"/>
                <a:ext cx="137316" cy="121866"/>
              </a:xfrm>
              <a:custGeom>
                <a:rect b="b" l="l" r="r" t="t"/>
                <a:pathLst>
                  <a:path extrusionOk="0" h="1199" w="1351">
                    <a:moveTo>
                      <a:pt x="849" y="0"/>
                    </a:moveTo>
                    <a:cubicBezTo>
                      <a:pt x="763" y="0"/>
                      <a:pt x="675" y="26"/>
                      <a:pt x="601" y="78"/>
                    </a:cubicBezTo>
                    <a:cubicBezTo>
                      <a:pt x="430" y="197"/>
                      <a:pt x="371" y="412"/>
                      <a:pt x="442" y="595"/>
                    </a:cubicBezTo>
                    <a:cubicBezTo>
                      <a:pt x="468" y="662"/>
                      <a:pt x="444" y="739"/>
                      <a:pt x="387" y="782"/>
                    </a:cubicBezTo>
                    <a:lnTo>
                      <a:pt x="51" y="1031"/>
                    </a:lnTo>
                    <a:cubicBezTo>
                      <a:pt x="18" y="1055"/>
                      <a:pt x="1" y="1100"/>
                      <a:pt x="15" y="1138"/>
                    </a:cubicBezTo>
                    <a:cubicBezTo>
                      <a:pt x="29" y="1176"/>
                      <a:pt x="64" y="1199"/>
                      <a:pt x="102" y="1199"/>
                    </a:cubicBezTo>
                    <a:cubicBezTo>
                      <a:pt x="107" y="1199"/>
                      <a:pt x="112" y="1199"/>
                      <a:pt x="116" y="1198"/>
                    </a:cubicBezTo>
                    <a:cubicBezTo>
                      <a:pt x="271" y="1172"/>
                      <a:pt x="725" y="1077"/>
                      <a:pt x="1113" y="790"/>
                    </a:cubicBezTo>
                    <a:cubicBezTo>
                      <a:pt x="1311" y="644"/>
                      <a:pt x="1350" y="361"/>
                      <a:pt x="1197" y="167"/>
                    </a:cubicBezTo>
                    <a:cubicBezTo>
                      <a:pt x="1112" y="58"/>
                      <a:pt x="981" y="0"/>
                      <a:pt x="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20"/>
              <p:cNvSpPr/>
              <p:nvPr/>
            </p:nvSpPr>
            <p:spPr>
              <a:xfrm>
                <a:off x="-4002837" y="4393012"/>
                <a:ext cx="91476" cy="57935"/>
              </a:xfrm>
              <a:custGeom>
                <a:rect b="b" l="l" r="r" t="t"/>
                <a:pathLst>
                  <a:path extrusionOk="0" h="570" w="900">
                    <a:moveTo>
                      <a:pt x="437" y="0"/>
                    </a:moveTo>
                    <a:cubicBezTo>
                      <a:pt x="350" y="0"/>
                      <a:pt x="263" y="25"/>
                      <a:pt x="189" y="77"/>
                    </a:cubicBezTo>
                    <a:cubicBezTo>
                      <a:pt x="66" y="164"/>
                      <a:pt x="0" y="301"/>
                      <a:pt x="1" y="440"/>
                    </a:cubicBezTo>
                    <a:cubicBezTo>
                      <a:pt x="29" y="350"/>
                      <a:pt x="86" y="269"/>
                      <a:pt x="170" y="210"/>
                    </a:cubicBezTo>
                    <a:cubicBezTo>
                      <a:pt x="244" y="158"/>
                      <a:pt x="331" y="133"/>
                      <a:pt x="418" y="133"/>
                    </a:cubicBezTo>
                    <a:cubicBezTo>
                      <a:pt x="549" y="133"/>
                      <a:pt x="680" y="191"/>
                      <a:pt x="764" y="299"/>
                    </a:cubicBezTo>
                    <a:cubicBezTo>
                      <a:pt x="827" y="380"/>
                      <a:pt x="858" y="474"/>
                      <a:pt x="858" y="569"/>
                    </a:cubicBezTo>
                    <a:cubicBezTo>
                      <a:pt x="899" y="436"/>
                      <a:pt x="878" y="286"/>
                      <a:pt x="785" y="167"/>
                    </a:cubicBezTo>
                    <a:cubicBezTo>
                      <a:pt x="700" y="58"/>
                      <a:pt x="569" y="0"/>
                      <a:pt x="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120"/>
              <p:cNvSpPr/>
              <p:nvPr/>
            </p:nvSpPr>
            <p:spPr>
              <a:xfrm>
                <a:off x="-4124804" y="4595583"/>
                <a:ext cx="46856" cy="83650"/>
              </a:xfrm>
              <a:custGeom>
                <a:rect b="b" l="l" r="r" t="t"/>
                <a:pathLst>
                  <a:path extrusionOk="0" h="823" w="461">
                    <a:moveTo>
                      <a:pt x="0" y="1"/>
                    </a:moveTo>
                    <a:lnTo>
                      <a:pt x="0" y="822"/>
                    </a:lnTo>
                    <a:lnTo>
                      <a:pt x="132" y="822"/>
                    </a:lnTo>
                    <a:cubicBezTo>
                      <a:pt x="313" y="822"/>
                      <a:pt x="460" y="676"/>
                      <a:pt x="460" y="495"/>
                    </a:cubicBezTo>
                    <a:lnTo>
                      <a:pt x="460" y="329"/>
                    </a:lnTo>
                    <a:cubicBezTo>
                      <a:pt x="460" y="147"/>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120"/>
              <p:cNvSpPr/>
              <p:nvPr/>
            </p:nvSpPr>
            <p:spPr>
              <a:xfrm>
                <a:off x="-4520891" y="4235468"/>
                <a:ext cx="83650" cy="46754"/>
              </a:xfrm>
              <a:custGeom>
                <a:rect b="b" l="l" r="r" t="t"/>
                <a:pathLst>
                  <a:path extrusionOk="0" h="460" w="823">
                    <a:moveTo>
                      <a:pt x="328" y="1"/>
                    </a:moveTo>
                    <a:cubicBezTo>
                      <a:pt x="147" y="1"/>
                      <a:pt x="0" y="148"/>
                      <a:pt x="0" y="328"/>
                    </a:cubicBezTo>
                    <a:lnTo>
                      <a:pt x="0" y="460"/>
                    </a:lnTo>
                    <a:lnTo>
                      <a:pt x="823" y="460"/>
                    </a:lnTo>
                    <a:lnTo>
                      <a:pt x="823" y="329"/>
                    </a:lnTo>
                    <a:cubicBezTo>
                      <a:pt x="823" y="148"/>
                      <a:pt x="675" y="1"/>
                      <a:pt x="495" y="1"/>
                    </a:cubicBezTo>
                    <a:lnTo>
                      <a:pt x="330" y="1"/>
                    </a:lnTo>
                    <a:cubicBezTo>
                      <a:pt x="329" y="1"/>
                      <a:pt x="328"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120"/>
              <p:cNvSpPr/>
              <p:nvPr/>
            </p:nvSpPr>
            <p:spPr>
              <a:xfrm>
                <a:off x="-4414577" y="4235468"/>
                <a:ext cx="83650" cy="46754"/>
              </a:xfrm>
              <a:custGeom>
                <a:rect b="b" l="l" r="r" t="t"/>
                <a:pathLst>
                  <a:path extrusionOk="0" h="460" w="823">
                    <a:moveTo>
                      <a:pt x="328" y="1"/>
                    </a:moveTo>
                    <a:cubicBezTo>
                      <a:pt x="147" y="1"/>
                      <a:pt x="1" y="148"/>
                      <a:pt x="1" y="328"/>
                    </a:cubicBezTo>
                    <a:lnTo>
                      <a:pt x="1" y="460"/>
                    </a:lnTo>
                    <a:lnTo>
                      <a:pt x="822" y="460"/>
                    </a:lnTo>
                    <a:lnTo>
                      <a:pt x="822" y="329"/>
                    </a:lnTo>
                    <a:cubicBezTo>
                      <a:pt x="822" y="148"/>
                      <a:pt x="676" y="1"/>
                      <a:pt x="495" y="1"/>
                    </a:cubicBezTo>
                    <a:lnTo>
                      <a:pt x="330" y="1"/>
                    </a:lnTo>
                    <a:cubicBezTo>
                      <a:pt x="329" y="1"/>
                      <a:pt x="329"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120"/>
              <p:cNvSpPr/>
              <p:nvPr/>
            </p:nvSpPr>
            <p:spPr>
              <a:xfrm>
                <a:off x="-4124804" y="4704644"/>
                <a:ext cx="46856" cy="83650"/>
              </a:xfrm>
              <a:custGeom>
                <a:rect b="b" l="l" r="r" t="t"/>
                <a:pathLst>
                  <a:path extrusionOk="0" h="823" w="461">
                    <a:moveTo>
                      <a:pt x="0" y="1"/>
                    </a:moveTo>
                    <a:lnTo>
                      <a:pt x="0" y="822"/>
                    </a:lnTo>
                    <a:lnTo>
                      <a:pt x="132" y="822"/>
                    </a:lnTo>
                    <a:cubicBezTo>
                      <a:pt x="313" y="822"/>
                      <a:pt x="460" y="676"/>
                      <a:pt x="460" y="495"/>
                    </a:cubicBezTo>
                    <a:lnTo>
                      <a:pt x="460" y="330"/>
                    </a:lnTo>
                    <a:cubicBezTo>
                      <a:pt x="460" y="146"/>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120"/>
              <p:cNvSpPr/>
              <p:nvPr/>
            </p:nvSpPr>
            <p:spPr>
              <a:xfrm>
                <a:off x="-4685648" y="4792055"/>
                <a:ext cx="156831" cy="156932"/>
              </a:xfrm>
              <a:custGeom>
                <a:rect b="b" l="l" r="r" t="t"/>
                <a:pathLst>
                  <a:path extrusionOk="0" h="1544" w="1543">
                    <a:moveTo>
                      <a:pt x="772" y="124"/>
                    </a:moveTo>
                    <a:cubicBezTo>
                      <a:pt x="1129" y="124"/>
                      <a:pt x="1419" y="415"/>
                      <a:pt x="1419" y="772"/>
                    </a:cubicBezTo>
                    <a:cubicBezTo>
                      <a:pt x="1419" y="1130"/>
                      <a:pt x="1129" y="1420"/>
                      <a:pt x="772" y="1420"/>
                    </a:cubicBezTo>
                    <a:cubicBezTo>
                      <a:pt x="414" y="1420"/>
                      <a:pt x="124" y="1130"/>
                      <a:pt x="124" y="772"/>
                    </a:cubicBezTo>
                    <a:cubicBezTo>
                      <a:pt x="124" y="415"/>
                      <a:pt x="414" y="124"/>
                      <a:pt x="772" y="124"/>
                    </a:cubicBezTo>
                    <a:close/>
                    <a:moveTo>
                      <a:pt x="772" y="1"/>
                    </a:moveTo>
                    <a:cubicBezTo>
                      <a:pt x="346" y="1"/>
                      <a:pt x="0" y="346"/>
                      <a:pt x="0" y="772"/>
                    </a:cubicBezTo>
                    <a:cubicBezTo>
                      <a:pt x="0" y="1198"/>
                      <a:pt x="346" y="1543"/>
                      <a:pt x="772" y="1543"/>
                    </a:cubicBezTo>
                    <a:cubicBezTo>
                      <a:pt x="1196" y="1543"/>
                      <a:pt x="1543" y="1199"/>
                      <a:pt x="1543" y="772"/>
                    </a:cubicBezTo>
                    <a:cubicBezTo>
                      <a:pt x="1543" y="346"/>
                      <a:pt x="1197" y="1"/>
                      <a:pt x="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120"/>
              <p:cNvSpPr/>
              <p:nvPr/>
            </p:nvSpPr>
            <p:spPr>
              <a:xfrm>
                <a:off x="-4607284" y="4258846"/>
                <a:ext cx="505964" cy="729267"/>
              </a:xfrm>
              <a:custGeom>
                <a:rect b="b" l="l" r="r" t="t"/>
                <a:pathLst>
                  <a:path extrusionOk="0" h="7175" w="4978">
                    <a:moveTo>
                      <a:pt x="4616" y="1"/>
                    </a:moveTo>
                    <a:cubicBezTo>
                      <a:pt x="4615" y="1"/>
                      <a:pt x="4615" y="1"/>
                      <a:pt x="4614" y="1"/>
                    </a:cubicBezTo>
                    <a:lnTo>
                      <a:pt x="364" y="1"/>
                    </a:lnTo>
                    <a:cubicBezTo>
                      <a:pt x="163" y="1"/>
                      <a:pt x="1" y="163"/>
                      <a:pt x="1" y="364"/>
                    </a:cubicBezTo>
                    <a:lnTo>
                      <a:pt x="1" y="6861"/>
                    </a:lnTo>
                    <a:cubicBezTo>
                      <a:pt x="1" y="7034"/>
                      <a:pt x="141" y="7174"/>
                      <a:pt x="314" y="7174"/>
                    </a:cubicBezTo>
                    <a:lnTo>
                      <a:pt x="4664" y="7174"/>
                    </a:lnTo>
                    <a:cubicBezTo>
                      <a:pt x="4837" y="7174"/>
                      <a:pt x="4977" y="7034"/>
                      <a:pt x="4977" y="6861"/>
                    </a:cubicBezTo>
                    <a:lnTo>
                      <a:pt x="4977" y="363"/>
                    </a:lnTo>
                    <a:cubicBezTo>
                      <a:pt x="4977" y="164"/>
                      <a:pt x="4814" y="1"/>
                      <a:pt x="4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120"/>
              <p:cNvSpPr/>
              <p:nvPr/>
            </p:nvSpPr>
            <p:spPr>
              <a:xfrm>
                <a:off x="-4607386" y="4312614"/>
                <a:ext cx="506066" cy="17787"/>
              </a:xfrm>
              <a:custGeom>
                <a:rect b="b" l="l" r="r" t="t"/>
                <a:pathLst>
                  <a:path extrusionOk="0" h="175" w="4979">
                    <a:moveTo>
                      <a:pt x="1" y="0"/>
                    </a:moveTo>
                    <a:lnTo>
                      <a:pt x="1" y="175"/>
                    </a:lnTo>
                    <a:lnTo>
                      <a:pt x="4978" y="175"/>
                    </a:lnTo>
                    <a:lnTo>
                      <a:pt x="49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120"/>
              <p:cNvSpPr/>
              <p:nvPr/>
            </p:nvSpPr>
            <p:spPr>
              <a:xfrm>
                <a:off x="-4119823" y="4574645"/>
                <a:ext cx="18498" cy="234280"/>
              </a:xfrm>
              <a:custGeom>
                <a:rect b="b" l="l" r="r" t="t"/>
                <a:pathLst>
                  <a:path extrusionOk="0" h="2305" w="182">
                    <a:moveTo>
                      <a:pt x="181" y="0"/>
                    </a:moveTo>
                    <a:cubicBezTo>
                      <a:pt x="79" y="12"/>
                      <a:pt x="1" y="98"/>
                      <a:pt x="1" y="203"/>
                    </a:cubicBezTo>
                    <a:lnTo>
                      <a:pt x="1" y="2101"/>
                    </a:lnTo>
                    <a:cubicBezTo>
                      <a:pt x="1" y="2206"/>
                      <a:pt x="79" y="2293"/>
                      <a:pt x="181" y="2305"/>
                    </a:cubicBezTo>
                    <a:lnTo>
                      <a:pt x="1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120"/>
              <p:cNvSpPr/>
              <p:nvPr/>
            </p:nvSpPr>
            <p:spPr>
              <a:xfrm>
                <a:off x="-4607386" y="4364959"/>
                <a:ext cx="436239" cy="562171"/>
              </a:xfrm>
              <a:custGeom>
                <a:rect b="b" l="l" r="r" t="t"/>
                <a:pathLst>
                  <a:path extrusionOk="0" h="5531" w="4292">
                    <a:moveTo>
                      <a:pt x="1" y="0"/>
                    </a:moveTo>
                    <a:lnTo>
                      <a:pt x="1" y="5531"/>
                    </a:lnTo>
                    <a:lnTo>
                      <a:pt x="3911" y="5531"/>
                    </a:lnTo>
                    <a:cubicBezTo>
                      <a:pt x="4122" y="5531"/>
                      <a:pt x="4292" y="5360"/>
                      <a:pt x="4292" y="5150"/>
                    </a:cubicBezTo>
                    <a:lnTo>
                      <a:pt x="4292" y="381"/>
                    </a:lnTo>
                    <a:cubicBezTo>
                      <a:pt x="4292" y="170"/>
                      <a:pt x="4121" y="0"/>
                      <a:pt x="39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120"/>
              <p:cNvSpPr/>
              <p:nvPr/>
            </p:nvSpPr>
            <p:spPr>
              <a:xfrm>
                <a:off x="-4484199" y="4421573"/>
                <a:ext cx="189864" cy="449046"/>
              </a:xfrm>
              <a:custGeom>
                <a:rect b="b" l="l" r="r" t="t"/>
                <a:pathLst>
                  <a:path extrusionOk="0" h="4418" w="1868">
                    <a:moveTo>
                      <a:pt x="1571" y="0"/>
                    </a:moveTo>
                    <a:cubicBezTo>
                      <a:pt x="1570" y="0"/>
                      <a:pt x="1570" y="0"/>
                      <a:pt x="1569" y="0"/>
                    </a:cubicBezTo>
                    <a:lnTo>
                      <a:pt x="299" y="0"/>
                    </a:lnTo>
                    <a:cubicBezTo>
                      <a:pt x="134" y="0"/>
                      <a:pt x="0" y="134"/>
                      <a:pt x="0" y="299"/>
                    </a:cubicBezTo>
                    <a:lnTo>
                      <a:pt x="0" y="4119"/>
                    </a:lnTo>
                    <a:cubicBezTo>
                      <a:pt x="0" y="4283"/>
                      <a:pt x="134" y="4417"/>
                      <a:pt x="299" y="4417"/>
                    </a:cubicBezTo>
                    <a:lnTo>
                      <a:pt x="1569" y="4417"/>
                    </a:lnTo>
                    <a:cubicBezTo>
                      <a:pt x="1734" y="4417"/>
                      <a:pt x="1867" y="4284"/>
                      <a:pt x="1867" y="4119"/>
                    </a:cubicBezTo>
                    <a:lnTo>
                      <a:pt x="1867" y="299"/>
                    </a:lnTo>
                    <a:cubicBezTo>
                      <a:pt x="1867" y="134"/>
                      <a:pt x="1735" y="0"/>
                      <a:pt x="1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120"/>
              <p:cNvSpPr/>
              <p:nvPr/>
            </p:nvSpPr>
            <p:spPr>
              <a:xfrm>
                <a:off x="-4409800" y="4518132"/>
                <a:ext cx="41063" cy="255828"/>
              </a:xfrm>
              <a:custGeom>
                <a:rect b="b" l="l" r="r" t="t"/>
                <a:pathLst>
                  <a:path extrusionOk="0" h="2517" w="404">
                    <a:moveTo>
                      <a:pt x="0" y="1"/>
                    </a:moveTo>
                    <a:lnTo>
                      <a:pt x="0" y="2517"/>
                    </a:lnTo>
                    <a:lnTo>
                      <a:pt x="404" y="2517"/>
                    </a:lnTo>
                    <a:lnTo>
                      <a:pt x="40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120"/>
              <p:cNvSpPr/>
              <p:nvPr/>
            </p:nvSpPr>
            <p:spPr>
              <a:xfrm>
                <a:off x="-4484098" y="4421472"/>
                <a:ext cx="189762" cy="204296"/>
              </a:xfrm>
              <a:custGeom>
                <a:rect b="b" l="l" r="r" t="t"/>
                <a:pathLst>
                  <a:path extrusionOk="0" h="2010" w="1867">
                    <a:moveTo>
                      <a:pt x="472" y="0"/>
                    </a:moveTo>
                    <a:cubicBezTo>
                      <a:pt x="272" y="99"/>
                      <a:pt x="107" y="258"/>
                      <a:pt x="1" y="455"/>
                    </a:cubicBezTo>
                    <a:lnTo>
                      <a:pt x="1" y="1450"/>
                    </a:lnTo>
                    <a:cubicBezTo>
                      <a:pt x="178" y="1783"/>
                      <a:pt x="530" y="2010"/>
                      <a:pt x="933" y="2010"/>
                    </a:cubicBezTo>
                    <a:cubicBezTo>
                      <a:pt x="1338" y="2010"/>
                      <a:pt x="1689" y="1783"/>
                      <a:pt x="1866" y="1450"/>
                    </a:cubicBezTo>
                    <a:lnTo>
                      <a:pt x="1866" y="455"/>
                    </a:lnTo>
                    <a:cubicBezTo>
                      <a:pt x="1762" y="258"/>
                      <a:pt x="1596" y="99"/>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120"/>
              <p:cNvSpPr/>
              <p:nvPr/>
            </p:nvSpPr>
            <p:spPr>
              <a:xfrm>
                <a:off x="-4457773" y="4449626"/>
                <a:ext cx="137214" cy="137214"/>
              </a:xfrm>
              <a:custGeom>
                <a:rect b="b" l="l" r="r" t="t"/>
                <a:pathLst>
                  <a:path extrusionOk="0" h="1350" w="1350">
                    <a:moveTo>
                      <a:pt x="674" y="0"/>
                    </a:moveTo>
                    <a:cubicBezTo>
                      <a:pt x="302" y="0"/>
                      <a:pt x="1" y="302"/>
                      <a:pt x="1" y="675"/>
                    </a:cubicBezTo>
                    <a:cubicBezTo>
                      <a:pt x="1" y="1048"/>
                      <a:pt x="302" y="1350"/>
                      <a:pt x="674" y="1350"/>
                    </a:cubicBezTo>
                    <a:cubicBezTo>
                      <a:pt x="1047" y="1350"/>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120"/>
              <p:cNvSpPr/>
              <p:nvPr/>
            </p:nvSpPr>
            <p:spPr>
              <a:xfrm>
                <a:off x="-4484098" y="4666427"/>
                <a:ext cx="189762" cy="204296"/>
              </a:xfrm>
              <a:custGeom>
                <a:rect b="b" l="l" r="r" t="t"/>
                <a:pathLst>
                  <a:path extrusionOk="0" h="2010" w="1867">
                    <a:moveTo>
                      <a:pt x="933" y="0"/>
                    </a:moveTo>
                    <a:cubicBezTo>
                      <a:pt x="530" y="0"/>
                      <a:pt x="179" y="227"/>
                      <a:pt x="1" y="560"/>
                    </a:cubicBezTo>
                    <a:lnTo>
                      <a:pt x="1" y="1555"/>
                    </a:lnTo>
                    <a:cubicBezTo>
                      <a:pt x="106" y="1754"/>
                      <a:pt x="271" y="1911"/>
                      <a:pt x="472" y="2009"/>
                    </a:cubicBezTo>
                    <a:lnTo>
                      <a:pt x="1396" y="2009"/>
                    </a:lnTo>
                    <a:cubicBezTo>
                      <a:pt x="1596" y="1911"/>
                      <a:pt x="1760" y="1751"/>
                      <a:pt x="1866" y="1555"/>
                    </a:cubicBezTo>
                    <a:lnTo>
                      <a:pt x="1866" y="560"/>
                    </a:lnTo>
                    <a:cubicBezTo>
                      <a:pt x="1689" y="227"/>
                      <a:pt x="1338" y="0"/>
                      <a:pt x="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120"/>
              <p:cNvSpPr/>
              <p:nvPr/>
            </p:nvSpPr>
            <p:spPr>
              <a:xfrm>
                <a:off x="-4457773" y="4705355"/>
                <a:ext cx="137214" cy="137112"/>
              </a:xfrm>
              <a:custGeom>
                <a:rect b="b" l="l" r="r" t="t"/>
                <a:pathLst>
                  <a:path extrusionOk="0" h="1349" w="1350">
                    <a:moveTo>
                      <a:pt x="674" y="0"/>
                    </a:moveTo>
                    <a:cubicBezTo>
                      <a:pt x="302" y="0"/>
                      <a:pt x="1" y="302"/>
                      <a:pt x="1" y="675"/>
                    </a:cubicBezTo>
                    <a:cubicBezTo>
                      <a:pt x="1" y="1048"/>
                      <a:pt x="302" y="1349"/>
                      <a:pt x="674" y="1349"/>
                    </a:cubicBezTo>
                    <a:cubicBezTo>
                      <a:pt x="1047" y="1349"/>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120"/>
              <p:cNvSpPr/>
              <p:nvPr/>
            </p:nvSpPr>
            <p:spPr>
              <a:xfrm>
                <a:off x="-4607284" y="4484489"/>
                <a:ext cx="72571" cy="323215"/>
              </a:xfrm>
              <a:custGeom>
                <a:rect b="b" l="l" r="r" t="t"/>
                <a:pathLst>
                  <a:path extrusionOk="0" h="3180" w="714">
                    <a:moveTo>
                      <a:pt x="1" y="1"/>
                    </a:moveTo>
                    <a:lnTo>
                      <a:pt x="1" y="3179"/>
                    </a:lnTo>
                    <a:lnTo>
                      <a:pt x="342" y="3064"/>
                    </a:lnTo>
                    <a:cubicBezTo>
                      <a:pt x="563" y="2987"/>
                      <a:pt x="713" y="2780"/>
                      <a:pt x="713" y="2545"/>
                    </a:cubicBezTo>
                    <a:lnTo>
                      <a:pt x="713" y="635"/>
                    </a:lnTo>
                    <a:cubicBezTo>
                      <a:pt x="713" y="401"/>
                      <a:pt x="563" y="193"/>
                      <a:pt x="342" y="117"/>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120"/>
              <p:cNvSpPr/>
              <p:nvPr/>
            </p:nvSpPr>
            <p:spPr>
              <a:xfrm>
                <a:off x="-4607284" y="4611439"/>
                <a:ext cx="34863" cy="69318"/>
              </a:xfrm>
              <a:custGeom>
                <a:rect b="b" l="l" r="r" t="t"/>
                <a:pathLst>
                  <a:path extrusionOk="0" h="682" w="343">
                    <a:moveTo>
                      <a:pt x="1" y="0"/>
                    </a:moveTo>
                    <a:lnTo>
                      <a:pt x="1" y="682"/>
                    </a:lnTo>
                    <a:cubicBezTo>
                      <a:pt x="189" y="682"/>
                      <a:pt x="342" y="530"/>
                      <a:pt x="343" y="342"/>
                    </a:cubicBezTo>
                    <a:cubicBezTo>
                      <a:pt x="343" y="153"/>
                      <a:pt x="18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120"/>
              <p:cNvSpPr/>
              <p:nvPr/>
            </p:nvSpPr>
            <p:spPr>
              <a:xfrm>
                <a:off x="-4439986" y="4467413"/>
                <a:ext cx="101538" cy="101640"/>
              </a:xfrm>
              <a:custGeom>
                <a:rect b="b" l="l" r="r" t="t"/>
                <a:pathLst>
                  <a:path extrusionOk="0" h="1000" w="999">
                    <a:moveTo>
                      <a:pt x="499" y="0"/>
                    </a:moveTo>
                    <a:cubicBezTo>
                      <a:pt x="224" y="0"/>
                      <a:pt x="1" y="224"/>
                      <a:pt x="1" y="500"/>
                    </a:cubicBezTo>
                    <a:cubicBezTo>
                      <a:pt x="1" y="776"/>
                      <a:pt x="224" y="999"/>
                      <a:pt x="499" y="999"/>
                    </a:cubicBezTo>
                    <a:cubicBezTo>
                      <a:pt x="775" y="999"/>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120"/>
              <p:cNvSpPr/>
              <p:nvPr/>
            </p:nvSpPr>
            <p:spPr>
              <a:xfrm>
                <a:off x="-4439986" y="4723142"/>
                <a:ext cx="101538" cy="101538"/>
              </a:xfrm>
              <a:custGeom>
                <a:rect b="b" l="l" r="r" t="t"/>
                <a:pathLst>
                  <a:path extrusionOk="0" h="999" w="999">
                    <a:moveTo>
                      <a:pt x="499" y="0"/>
                    </a:moveTo>
                    <a:cubicBezTo>
                      <a:pt x="224" y="0"/>
                      <a:pt x="1" y="224"/>
                      <a:pt x="1" y="500"/>
                    </a:cubicBezTo>
                    <a:cubicBezTo>
                      <a:pt x="1" y="776"/>
                      <a:pt x="224" y="998"/>
                      <a:pt x="499" y="998"/>
                    </a:cubicBezTo>
                    <a:cubicBezTo>
                      <a:pt x="775" y="998"/>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20"/>
              <p:cNvSpPr/>
              <p:nvPr/>
            </p:nvSpPr>
            <p:spPr>
              <a:xfrm>
                <a:off x="-4266895" y="4421472"/>
                <a:ext cx="17076" cy="449046"/>
              </a:xfrm>
              <a:custGeom>
                <a:rect b="b" l="l" r="r" t="t"/>
                <a:pathLst>
                  <a:path extrusionOk="0" h="4418" w="168">
                    <a:moveTo>
                      <a:pt x="70" y="0"/>
                    </a:moveTo>
                    <a:cubicBezTo>
                      <a:pt x="31" y="0"/>
                      <a:pt x="1" y="31"/>
                      <a:pt x="1" y="70"/>
                    </a:cubicBezTo>
                    <a:lnTo>
                      <a:pt x="1" y="4347"/>
                    </a:lnTo>
                    <a:cubicBezTo>
                      <a:pt x="1" y="4386"/>
                      <a:pt x="31" y="4417"/>
                      <a:pt x="70" y="4417"/>
                    </a:cubicBezTo>
                    <a:lnTo>
                      <a:pt x="99" y="4417"/>
                    </a:lnTo>
                    <a:cubicBezTo>
                      <a:pt x="137" y="4417"/>
                      <a:pt x="168" y="4386"/>
                      <a:pt x="168" y="4347"/>
                    </a:cubicBezTo>
                    <a:lnTo>
                      <a:pt x="168" y="70"/>
                    </a:lnTo>
                    <a:cubicBezTo>
                      <a:pt x="168" y="32"/>
                      <a:pt x="137" y="0"/>
                      <a:pt x="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120"/>
              <p:cNvSpPr/>
              <p:nvPr/>
            </p:nvSpPr>
            <p:spPr>
              <a:xfrm>
                <a:off x="-4232643" y="4421472"/>
                <a:ext cx="17279" cy="449046"/>
              </a:xfrm>
              <a:custGeom>
                <a:rect b="b" l="l" r="r" t="t"/>
                <a:pathLst>
                  <a:path extrusionOk="0" h="4418" w="170">
                    <a:moveTo>
                      <a:pt x="69" y="0"/>
                    </a:moveTo>
                    <a:cubicBezTo>
                      <a:pt x="31" y="0"/>
                      <a:pt x="0" y="31"/>
                      <a:pt x="0" y="70"/>
                    </a:cubicBezTo>
                    <a:lnTo>
                      <a:pt x="0" y="4347"/>
                    </a:lnTo>
                    <a:cubicBezTo>
                      <a:pt x="0" y="4386"/>
                      <a:pt x="31" y="4417"/>
                      <a:pt x="69" y="4417"/>
                    </a:cubicBezTo>
                    <a:lnTo>
                      <a:pt x="98" y="4417"/>
                    </a:lnTo>
                    <a:cubicBezTo>
                      <a:pt x="136" y="4417"/>
                      <a:pt x="167" y="4386"/>
                      <a:pt x="167" y="4347"/>
                    </a:cubicBezTo>
                    <a:lnTo>
                      <a:pt x="167" y="70"/>
                    </a:lnTo>
                    <a:cubicBezTo>
                      <a:pt x="169" y="32"/>
                      <a:pt x="136" y="0"/>
                      <a:pt x="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9464" name="Shape 9464"/>
        <p:cNvGrpSpPr/>
        <p:nvPr/>
      </p:nvGrpSpPr>
      <p:grpSpPr>
        <a:xfrm>
          <a:off x="0" y="0"/>
          <a:ext cx="0" cy="0"/>
          <a:chOff x="0" y="0"/>
          <a:chExt cx="0" cy="0"/>
        </a:xfrm>
      </p:grpSpPr>
      <p:sp>
        <p:nvSpPr>
          <p:cNvPr id="9465" name="Google Shape;9465;p1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9466" name="Google Shape;9466;p121"/>
          <p:cNvSpPr txBox="1"/>
          <p:nvPr>
            <p:ph idx="1" type="subTitle"/>
          </p:nvPr>
        </p:nvSpPr>
        <p:spPr>
          <a:xfrm>
            <a:off x="4982074" y="3159748"/>
            <a:ext cx="2925300" cy="1010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467" name="Google Shape;9467;p121"/>
          <p:cNvSpPr txBox="1"/>
          <p:nvPr>
            <p:ph idx="2" type="subTitle"/>
          </p:nvPr>
        </p:nvSpPr>
        <p:spPr>
          <a:xfrm>
            <a:off x="1236775" y="3159748"/>
            <a:ext cx="2925300" cy="1010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468" name="Google Shape;9468;p121"/>
          <p:cNvSpPr txBox="1"/>
          <p:nvPr>
            <p:ph idx="3" type="subTitle"/>
          </p:nvPr>
        </p:nvSpPr>
        <p:spPr>
          <a:xfrm>
            <a:off x="1236775" y="2854950"/>
            <a:ext cx="29253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469" name="Google Shape;9469;p121"/>
          <p:cNvSpPr txBox="1"/>
          <p:nvPr>
            <p:ph idx="4" type="subTitle"/>
          </p:nvPr>
        </p:nvSpPr>
        <p:spPr>
          <a:xfrm>
            <a:off x="4982077" y="2854950"/>
            <a:ext cx="29253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9470" name="Google Shape;9470;p121"/>
          <p:cNvGrpSpPr/>
          <p:nvPr/>
        </p:nvGrpSpPr>
        <p:grpSpPr>
          <a:xfrm>
            <a:off x="125771" y="95529"/>
            <a:ext cx="9055487" cy="4959990"/>
            <a:chOff x="125771" y="95529"/>
            <a:chExt cx="9055487" cy="4959990"/>
          </a:xfrm>
        </p:grpSpPr>
        <p:grpSp>
          <p:nvGrpSpPr>
            <p:cNvPr id="9471" name="Google Shape;9471;p121"/>
            <p:cNvGrpSpPr/>
            <p:nvPr/>
          </p:nvGrpSpPr>
          <p:grpSpPr>
            <a:xfrm>
              <a:off x="176188" y="120831"/>
              <a:ext cx="9005070" cy="4866883"/>
              <a:chOff x="176188" y="120831"/>
              <a:chExt cx="9005070" cy="4866883"/>
            </a:xfrm>
          </p:grpSpPr>
          <p:grpSp>
            <p:nvGrpSpPr>
              <p:cNvPr id="9472" name="Google Shape;9472;p121"/>
              <p:cNvGrpSpPr/>
              <p:nvPr/>
            </p:nvGrpSpPr>
            <p:grpSpPr>
              <a:xfrm>
                <a:off x="176188" y="3900143"/>
                <a:ext cx="543819" cy="1087571"/>
                <a:chOff x="2882200" y="374525"/>
                <a:chExt cx="402025" cy="804000"/>
              </a:xfrm>
            </p:grpSpPr>
            <p:sp>
              <p:nvSpPr>
                <p:cNvPr id="9473" name="Google Shape;9473;p121"/>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121"/>
                <p:cNvSpPr/>
                <p:nvPr/>
              </p:nvSpPr>
              <p:spPr>
                <a:xfrm>
                  <a:off x="2882200" y="374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121"/>
                <p:cNvSpPr/>
                <p:nvPr/>
              </p:nvSpPr>
              <p:spPr>
                <a:xfrm>
                  <a:off x="3083200" y="374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121"/>
                <p:cNvSpPr/>
                <p:nvPr/>
              </p:nvSpPr>
              <p:spPr>
                <a:xfrm flipH="1">
                  <a:off x="3083200" y="575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121"/>
                <p:cNvSpPr/>
                <p:nvPr/>
              </p:nvSpPr>
              <p:spPr>
                <a:xfrm flipH="1">
                  <a:off x="2882200" y="575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21"/>
                <p:cNvSpPr/>
                <p:nvPr/>
              </p:nvSpPr>
              <p:spPr>
                <a:xfrm>
                  <a:off x="2882200" y="776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121"/>
                <p:cNvSpPr/>
                <p:nvPr/>
              </p:nvSpPr>
              <p:spPr>
                <a:xfrm>
                  <a:off x="3083200" y="776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121"/>
                <p:cNvSpPr/>
                <p:nvPr/>
              </p:nvSpPr>
              <p:spPr>
                <a:xfrm flipH="1">
                  <a:off x="3083200" y="977525"/>
                  <a:ext cx="201000" cy="20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121"/>
                <p:cNvSpPr/>
                <p:nvPr/>
              </p:nvSpPr>
              <p:spPr>
                <a:xfrm flipH="1">
                  <a:off x="2882200" y="977525"/>
                  <a:ext cx="201000" cy="201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121"/>
              <p:cNvGrpSpPr/>
              <p:nvPr/>
            </p:nvGrpSpPr>
            <p:grpSpPr>
              <a:xfrm>
                <a:off x="8637439" y="120831"/>
                <a:ext cx="543819" cy="1087571"/>
                <a:chOff x="2882200" y="374525"/>
                <a:chExt cx="402025" cy="804000"/>
              </a:xfrm>
            </p:grpSpPr>
            <p:sp>
              <p:nvSpPr>
                <p:cNvPr id="9483" name="Google Shape;9483;p121"/>
                <p:cNvSpPr/>
                <p:nvPr/>
              </p:nvSpPr>
              <p:spPr>
                <a:xfrm>
                  <a:off x="2884025" y="375900"/>
                  <a:ext cx="400200" cy="802500"/>
                </a:xfrm>
                <a:prstGeom prst="rect">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121"/>
                <p:cNvSpPr/>
                <p:nvPr/>
              </p:nvSpPr>
              <p:spPr>
                <a:xfrm>
                  <a:off x="2882200" y="374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121"/>
                <p:cNvSpPr/>
                <p:nvPr/>
              </p:nvSpPr>
              <p:spPr>
                <a:xfrm>
                  <a:off x="3083200" y="374525"/>
                  <a:ext cx="201000" cy="201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121"/>
                <p:cNvSpPr/>
                <p:nvPr/>
              </p:nvSpPr>
              <p:spPr>
                <a:xfrm flipH="1">
                  <a:off x="3083200" y="575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121"/>
                <p:cNvSpPr/>
                <p:nvPr/>
              </p:nvSpPr>
              <p:spPr>
                <a:xfrm flipH="1">
                  <a:off x="2882200" y="575525"/>
                  <a:ext cx="201000" cy="201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121"/>
                <p:cNvSpPr/>
                <p:nvPr/>
              </p:nvSpPr>
              <p:spPr>
                <a:xfrm>
                  <a:off x="2882200" y="776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121"/>
                <p:cNvSpPr/>
                <p:nvPr/>
              </p:nvSpPr>
              <p:spPr>
                <a:xfrm>
                  <a:off x="3083200" y="776525"/>
                  <a:ext cx="201000" cy="201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121"/>
                <p:cNvSpPr/>
                <p:nvPr/>
              </p:nvSpPr>
              <p:spPr>
                <a:xfrm flipH="1">
                  <a:off x="3083200" y="977525"/>
                  <a:ext cx="201000" cy="20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121"/>
                <p:cNvSpPr/>
                <p:nvPr/>
              </p:nvSpPr>
              <p:spPr>
                <a:xfrm flipH="1">
                  <a:off x="2882200" y="977525"/>
                  <a:ext cx="201000" cy="201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92" name="Google Shape;9492;p121"/>
            <p:cNvGrpSpPr/>
            <p:nvPr/>
          </p:nvGrpSpPr>
          <p:grpSpPr>
            <a:xfrm>
              <a:off x="125771" y="154519"/>
              <a:ext cx="505392" cy="244130"/>
              <a:chOff x="3129734" y="107288"/>
              <a:chExt cx="257866" cy="124563"/>
            </a:xfrm>
          </p:grpSpPr>
          <p:sp>
            <p:nvSpPr>
              <p:cNvPr id="9493" name="Google Shape;9493;p121"/>
              <p:cNvSpPr/>
              <p:nvPr/>
            </p:nvSpPr>
            <p:spPr>
              <a:xfrm>
                <a:off x="3129734" y="107288"/>
                <a:ext cx="256475" cy="123125"/>
              </a:xfrm>
              <a:custGeom>
                <a:rect b="b" l="l" r="r" t="t"/>
                <a:pathLst>
                  <a:path extrusionOk="0" h="4925" w="10259">
                    <a:moveTo>
                      <a:pt x="5130" y="0"/>
                    </a:moveTo>
                    <a:cubicBezTo>
                      <a:pt x="2297" y="0"/>
                      <a:pt x="1" y="2463"/>
                      <a:pt x="1" y="2463"/>
                    </a:cubicBezTo>
                    <a:cubicBezTo>
                      <a:pt x="1" y="2463"/>
                      <a:pt x="2297" y="4925"/>
                      <a:pt x="5130" y="4925"/>
                    </a:cubicBezTo>
                    <a:cubicBezTo>
                      <a:pt x="7962" y="4925"/>
                      <a:pt x="10259" y="2463"/>
                      <a:pt x="10259" y="2463"/>
                    </a:cubicBezTo>
                    <a:cubicBezTo>
                      <a:pt x="10259" y="2463"/>
                      <a:pt x="7962" y="0"/>
                      <a:pt x="5130"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121"/>
              <p:cNvSpPr/>
              <p:nvPr/>
            </p:nvSpPr>
            <p:spPr>
              <a:xfrm>
                <a:off x="3131125" y="108700"/>
                <a:ext cx="256475" cy="123150"/>
              </a:xfrm>
              <a:custGeom>
                <a:rect b="b" l="l" r="r" t="t"/>
                <a:pathLst>
                  <a:path extrusionOk="0" h="4926" w="10259">
                    <a:moveTo>
                      <a:pt x="5129" y="0"/>
                    </a:moveTo>
                    <a:cubicBezTo>
                      <a:pt x="2296" y="0"/>
                      <a:pt x="0" y="2463"/>
                      <a:pt x="0" y="2463"/>
                    </a:cubicBezTo>
                    <a:cubicBezTo>
                      <a:pt x="0" y="2463"/>
                      <a:pt x="2296" y="4926"/>
                      <a:pt x="5129" y="4926"/>
                    </a:cubicBezTo>
                    <a:cubicBezTo>
                      <a:pt x="7962" y="4926"/>
                      <a:pt x="10258" y="2463"/>
                      <a:pt x="10258" y="2463"/>
                    </a:cubicBezTo>
                    <a:cubicBezTo>
                      <a:pt x="10258" y="2463"/>
                      <a:pt x="7962" y="0"/>
                      <a:pt x="51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121"/>
              <p:cNvSpPr/>
              <p:nvPr/>
            </p:nvSpPr>
            <p:spPr>
              <a:xfrm>
                <a:off x="3205475" y="116400"/>
                <a:ext cx="107725" cy="107750"/>
              </a:xfrm>
              <a:custGeom>
                <a:rect b="b" l="l" r="r" t="t"/>
                <a:pathLst>
                  <a:path extrusionOk="0" h="4310" w="4309">
                    <a:moveTo>
                      <a:pt x="2155" y="1"/>
                    </a:moveTo>
                    <a:cubicBezTo>
                      <a:pt x="965" y="1"/>
                      <a:pt x="0" y="966"/>
                      <a:pt x="0" y="2155"/>
                    </a:cubicBezTo>
                    <a:cubicBezTo>
                      <a:pt x="0" y="3344"/>
                      <a:pt x="965" y="4309"/>
                      <a:pt x="2155" y="4309"/>
                    </a:cubicBezTo>
                    <a:cubicBezTo>
                      <a:pt x="3345" y="4309"/>
                      <a:pt x="4309" y="3344"/>
                      <a:pt x="4309" y="2155"/>
                    </a:cubicBezTo>
                    <a:cubicBezTo>
                      <a:pt x="4309" y="966"/>
                      <a:pt x="3345" y="1"/>
                      <a:pt x="21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121"/>
              <p:cNvSpPr/>
              <p:nvPr/>
            </p:nvSpPr>
            <p:spPr>
              <a:xfrm>
                <a:off x="3222550" y="135325"/>
                <a:ext cx="73550" cy="69900"/>
              </a:xfrm>
              <a:custGeom>
                <a:rect b="b" l="l" r="r" t="t"/>
                <a:pathLst>
                  <a:path extrusionOk="0" h="2796" w="2942">
                    <a:moveTo>
                      <a:pt x="1793" y="0"/>
                    </a:moveTo>
                    <a:cubicBezTo>
                      <a:pt x="1732" y="0"/>
                      <a:pt x="1670" y="30"/>
                      <a:pt x="1633" y="96"/>
                    </a:cubicBezTo>
                    <a:cubicBezTo>
                      <a:pt x="1598" y="160"/>
                      <a:pt x="1534" y="192"/>
                      <a:pt x="1471" y="192"/>
                    </a:cubicBezTo>
                    <a:cubicBezTo>
                      <a:pt x="1408" y="192"/>
                      <a:pt x="1344" y="160"/>
                      <a:pt x="1308" y="96"/>
                    </a:cubicBezTo>
                    <a:cubicBezTo>
                      <a:pt x="1271" y="30"/>
                      <a:pt x="1209" y="0"/>
                      <a:pt x="1148" y="0"/>
                    </a:cubicBezTo>
                    <a:cubicBezTo>
                      <a:pt x="1053" y="0"/>
                      <a:pt x="958" y="72"/>
                      <a:pt x="960" y="189"/>
                    </a:cubicBezTo>
                    <a:cubicBezTo>
                      <a:pt x="962" y="300"/>
                      <a:pt x="872" y="379"/>
                      <a:pt x="774" y="379"/>
                    </a:cubicBezTo>
                    <a:cubicBezTo>
                      <a:pt x="742" y="379"/>
                      <a:pt x="709" y="370"/>
                      <a:pt x="679" y="352"/>
                    </a:cubicBezTo>
                    <a:cubicBezTo>
                      <a:pt x="647" y="333"/>
                      <a:pt x="614" y="324"/>
                      <a:pt x="583" y="324"/>
                    </a:cubicBezTo>
                    <a:cubicBezTo>
                      <a:pt x="452" y="324"/>
                      <a:pt x="345" y="473"/>
                      <a:pt x="425" y="606"/>
                    </a:cubicBezTo>
                    <a:cubicBezTo>
                      <a:pt x="499" y="730"/>
                      <a:pt x="409" y="888"/>
                      <a:pt x="264" y="888"/>
                    </a:cubicBezTo>
                    <a:cubicBezTo>
                      <a:pt x="264" y="888"/>
                      <a:pt x="263" y="888"/>
                      <a:pt x="262" y="888"/>
                    </a:cubicBezTo>
                    <a:cubicBezTo>
                      <a:pt x="260" y="888"/>
                      <a:pt x="259" y="888"/>
                      <a:pt x="258" y="888"/>
                    </a:cubicBezTo>
                    <a:cubicBezTo>
                      <a:pt x="69" y="888"/>
                      <a:pt x="1" y="1142"/>
                      <a:pt x="169" y="1235"/>
                    </a:cubicBezTo>
                    <a:cubicBezTo>
                      <a:pt x="297" y="1307"/>
                      <a:pt x="297" y="1489"/>
                      <a:pt x="169" y="1560"/>
                    </a:cubicBezTo>
                    <a:cubicBezTo>
                      <a:pt x="0" y="1654"/>
                      <a:pt x="68" y="1909"/>
                      <a:pt x="259" y="1909"/>
                    </a:cubicBezTo>
                    <a:cubicBezTo>
                      <a:pt x="260" y="1909"/>
                      <a:pt x="261" y="1909"/>
                      <a:pt x="262" y="1909"/>
                    </a:cubicBezTo>
                    <a:cubicBezTo>
                      <a:pt x="263" y="1909"/>
                      <a:pt x="264" y="1909"/>
                      <a:pt x="266" y="1909"/>
                    </a:cubicBezTo>
                    <a:cubicBezTo>
                      <a:pt x="410" y="1909"/>
                      <a:pt x="498" y="2066"/>
                      <a:pt x="425" y="2190"/>
                    </a:cubicBezTo>
                    <a:cubicBezTo>
                      <a:pt x="345" y="2323"/>
                      <a:pt x="451" y="2472"/>
                      <a:pt x="582" y="2472"/>
                    </a:cubicBezTo>
                    <a:cubicBezTo>
                      <a:pt x="614" y="2472"/>
                      <a:pt x="647" y="2463"/>
                      <a:pt x="679" y="2444"/>
                    </a:cubicBezTo>
                    <a:cubicBezTo>
                      <a:pt x="709" y="2426"/>
                      <a:pt x="741" y="2418"/>
                      <a:pt x="773" y="2418"/>
                    </a:cubicBezTo>
                    <a:cubicBezTo>
                      <a:pt x="871" y="2418"/>
                      <a:pt x="962" y="2497"/>
                      <a:pt x="960" y="2607"/>
                    </a:cubicBezTo>
                    <a:cubicBezTo>
                      <a:pt x="958" y="2724"/>
                      <a:pt x="1053" y="2796"/>
                      <a:pt x="1148" y="2796"/>
                    </a:cubicBezTo>
                    <a:cubicBezTo>
                      <a:pt x="1210" y="2796"/>
                      <a:pt x="1271" y="2766"/>
                      <a:pt x="1308" y="2700"/>
                    </a:cubicBezTo>
                    <a:cubicBezTo>
                      <a:pt x="1344" y="2636"/>
                      <a:pt x="1407" y="2604"/>
                      <a:pt x="1471" y="2604"/>
                    </a:cubicBezTo>
                    <a:cubicBezTo>
                      <a:pt x="1534" y="2604"/>
                      <a:pt x="1598" y="2636"/>
                      <a:pt x="1633" y="2700"/>
                    </a:cubicBezTo>
                    <a:cubicBezTo>
                      <a:pt x="1670" y="2766"/>
                      <a:pt x="1732" y="2796"/>
                      <a:pt x="1793" y="2796"/>
                    </a:cubicBezTo>
                    <a:cubicBezTo>
                      <a:pt x="1889" y="2796"/>
                      <a:pt x="1983" y="2724"/>
                      <a:pt x="1982" y="2607"/>
                    </a:cubicBezTo>
                    <a:cubicBezTo>
                      <a:pt x="1980" y="2497"/>
                      <a:pt x="2070" y="2418"/>
                      <a:pt x="2168" y="2418"/>
                    </a:cubicBezTo>
                    <a:cubicBezTo>
                      <a:pt x="2200" y="2418"/>
                      <a:pt x="2232" y="2426"/>
                      <a:pt x="2263" y="2444"/>
                    </a:cubicBezTo>
                    <a:cubicBezTo>
                      <a:pt x="2295" y="2463"/>
                      <a:pt x="2327" y="2472"/>
                      <a:pt x="2359" y="2472"/>
                    </a:cubicBezTo>
                    <a:cubicBezTo>
                      <a:pt x="2490" y="2472"/>
                      <a:pt x="2597" y="2323"/>
                      <a:pt x="2517" y="2190"/>
                    </a:cubicBezTo>
                    <a:cubicBezTo>
                      <a:pt x="2443" y="2066"/>
                      <a:pt x="2532" y="1909"/>
                      <a:pt x="2675" y="1909"/>
                    </a:cubicBezTo>
                    <a:cubicBezTo>
                      <a:pt x="2677" y="1909"/>
                      <a:pt x="2678" y="1909"/>
                      <a:pt x="2680" y="1909"/>
                    </a:cubicBezTo>
                    <a:cubicBezTo>
                      <a:pt x="2680" y="1909"/>
                      <a:pt x="2681" y="1909"/>
                      <a:pt x="2682" y="1909"/>
                    </a:cubicBezTo>
                    <a:cubicBezTo>
                      <a:pt x="2872" y="1909"/>
                      <a:pt x="2941" y="1654"/>
                      <a:pt x="2772" y="1560"/>
                    </a:cubicBezTo>
                    <a:cubicBezTo>
                      <a:pt x="2644" y="1489"/>
                      <a:pt x="2644" y="1307"/>
                      <a:pt x="2772" y="1235"/>
                    </a:cubicBezTo>
                    <a:cubicBezTo>
                      <a:pt x="2941" y="1142"/>
                      <a:pt x="2873" y="888"/>
                      <a:pt x="2683" y="888"/>
                    </a:cubicBezTo>
                    <a:cubicBezTo>
                      <a:pt x="2682" y="888"/>
                      <a:pt x="2681" y="888"/>
                      <a:pt x="2680" y="888"/>
                    </a:cubicBezTo>
                    <a:cubicBezTo>
                      <a:pt x="2679" y="888"/>
                      <a:pt x="2678" y="888"/>
                      <a:pt x="2677" y="888"/>
                    </a:cubicBezTo>
                    <a:cubicBezTo>
                      <a:pt x="2533" y="888"/>
                      <a:pt x="2443" y="730"/>
                      <a:pt x="2517" y="606"/>
                    </a:cubicBezTo>
                    <a:cubicBezTo>
                      <a:pt x="2597" y="473"/>
                      <a:pt x="2490" y="324"/>
                      <a:pt x="2359" y="324"/>
                    </a:cubicBezTo>
                    <a:cubicBezTo>
                      <a:pt x="2327" y="324"/>
                      <a:pt x="2294" y="333"/>
                      <a:pt x="2263" y="352"/>
                    </a:cubicBezTo>
                    <a:cubicBezTo>
                      <a:pt x="2232" y="370"/>
                      <a:pt x="2200" y="378"/>
                      <a:pt x="2168" y="378"/>
                    </a:cubicBezTo>
                    <a:cubicBezTo>
                      <a:pt x="2070" y="378"/>
                      <a:pt x="1980" y="299"/>
                      <a:pt x="1982" y="189"/>
                    </a:cubicBezTo>
                    <a:cubicBezTo>
                      <a:pt x="1983" y="72"/>
                      <a:pt x="1888" y="0"/>
                      <a:pt x="17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121"/>
              <p:cNvSpPr/>
              <p:nvPr/>
            </p:nvSpPr>
            <p:spPr>
              <a:xfrm>
                <a:off x="3243500" y="154425"/>
                <a:ext cx="31675" cy="31700"/>
              </a:xfrm>
              <a:custGeom>
                <a:rect b="b" l="l" r="r" t="t"/>
                <a:pathLst>
                  <a:path extrusionOk="0" h="1268" w="1267">
                    <a:moveTo>
                      <a:pt x="634" y="1"/>
                    </a:moveTo>
                    <a:cubicBezTo>
                      <a:pt x="284" y="1"/>
                      <a:pt x="1" y="285"/>
                      <a:pt x="1" y="634"/>
                    </a:cubicBezTo>
                    <a:cubicBezTo>
                      <a:pt x="1" y="983"/>
                      <a:pt x="284" y="1267"/>
                      <a:pt x="634" y="1267"/>
                    </a:cubicBezTo>
                    <a:cubicBezTo>
                      <a:pt x="984" y="1267"/>
                      <a:pt x="1267" y="983"/>
                      <a:pt x="1267" y="634"/>
                    </a:cubicBezTo>
                    <a:cubicBezTo>
                      <a:pt x="1267" y="285"/>
                      <a:pt x="984" y="1"/>
                      <a:pt x="6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121"/>
            <p:cNvGrpSpPr/>
            <p:nvPr/>
          </p:nvGrpSpPr>
          <p:grpSpPr>
            <a:xfrm>
              <a:off x="222966" y="816557"/>
              <a:ext cx="311019" cy="311110"/>
              <a:chOff x="5038846" y="235350"/>
              <a:chExt cx="158691" cy="158738"/>
            </a:xfrm>
          </p:grpSpPr>
          <p:sp>
            <p:nvSpPr>
              <p:cNvPr id="9499" name="Google Shape;9499;p121"/>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121"/>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1" name="Google Shape;9501;p121"/>
            <p:cNvGrpSpPr/>
            <p:nvPr/>
          </p:nvGrpSpPr>
          <p:grpSpPr>
            <a:xfrm>
              <a:off x="8413195" y="4252624"/>
              <a:ext cx="659899" cy="802894"/>
              <a:chOff x="-3647202" y="3311500"/>
              <a:chExt cx="572233" cy="696292"/>
            </a:xfrm>
          </p:grpSpPr>
          <p:sp>
            <p:nvSpPr>
              <p:cNvPr id="9502" name="Google Shape;9502;p121"/>
              <p:cNvSpPr/>
              <p:nvPr/>
            </p:nvSpPr>
            <p:spPr>
              <a:xfrm>
                <a:off x="-3647202" y="3311500"/>
                <a:ext cx="572233" cy="696234"/>
              </a:xfrm>
              <a:custGeom>
                <a:rect b="b" l="l" r="r" t="t"/>
                <a:pathLst>
                  <a:path extrusionOk="0" h="6850" w="5630">
                    <a:moveTo>
                      <a:pt x="2691" y="1"/>
                    </a:moveTo>
                    <a:cubicBezTo>
                      <a:pt x="2603" y="1"/>
                      <a:pt x="2518" y="4"/>
                      <a:pt x="2433" y="13"/>
                    </a:cubicBezTo>
                    <a:cubicBezTo>
                      <a:pt x="1068" y="142"/>
                      <a:pt x="1" y="1292"/>
                      <a:pt x="1" y="2690"/>
                    </a:cubicBezTo>
                    <a:lnTo>
                      <a:pt x="1" y="4767"/>
                    </a:lnTo>
                    <a:lnTo>
                      <a:pt x="1" y="6510"/>
                    </a:lnTo>
                    <a:cubicBezTo>
                      <a:pt x="1" y="6696"/>
                      <a:pt x="154" y="6849"/>
                      <a:pt x="340" y="6849"/>
                    </a:cubicBezTo>
                    <a:lnTo>
                      <a:pt x="5041" y="6849"/>
                    </a:lnTo>
                    <a:cubicBezTo>
                      <a:pt x="5228" y="6849"/>
                      <a:pt x="5381" y="6696"/>
                      <a:pt x="5381" y="6510"/>
                    </a:cubicBezTo>
                    <a:lnTo>
                      <a:pt x="5381" y="4767"/>
                    </a:lnTo>
                    <a:lnTo>
                      <a:pt x="5381" y="4753"/>
                    </a:lnTo>
                    <a:cubicBezTo>
                      <a:pt x="5523" y="4717"/>
                      <a:pt x="5629" y="4589"/>
                      <a:pt x="5629" y="4435"/>
                    </a:cubicBezTo>
                    <a:lnTo>
                      <a:pt x="5629" y="4203"/>
                    </a:lnTo>
                    <a:cubicBezTo>
                      <a:pt x="5629" y="4049"/>
                      <a:pt x="5523" y="3920"/>
                      <a:pt x="5381" y="3885"/>
                    </a:cubicBezTo>
                    <a:lnTo>
                      <a:pt x="5381" y="3594"/>
                    </a:lnTo>
                    <a:cubicBezTo>
                      <a:pt x="5523" y="3558"/>
                      <a:pt x="5629" y="3430"/>
                      <a:pt x="5629" y="3276"/>
                    </a:cubicBezTo>
                    <a:lnTo>
                      <a:pt x="5629" y="3044"/>
                    </a:lnTo>
                    <a:cubicBezTo>
                      <a:pt x="5629" y="2891"/>
                      <a:pt x="5523" y="2762"/>
                      <a:pt x="5381" y="2727"/>
                    </a:cubicBezTo>
                    <a:lnTo>
                      <a:pt x="5381" y="2691"/>
                    </a:lnTo>
                    <a:cubicBezTo>
                      <a:pt x="5381" y="1293"/>
                      <a:pt x="4312" y="143"/>
                      <a:pt x="2947" y="14"/>
                    </a:cubicBezTo>
                    <a:cubicBezTo>
                      <a:pt x="2863" y="4"/>
                      <a:pt x="2777" y="1"/>
                      <a:pt x="2691"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21"/>
              <p:cNvSpPr/>
              <p:nvPr/>
            </p:nvSpPr>
            <p:spPr>
              <a:xfrm>
                <a:off x="-3125794" y="3587608"/>
                <a:ext cx="50718" cy="90256"/>
              </a:xfrm>
              <a:custGeom>
                <a:rect b="b" l="l" r="r" t="t"/>
                <a:pathLst>
                  <a:path extrusionOk="0" h="888" w="499">
                    <a:moveTo>
                      <a:pt x="1" y="0"/>
                    </a:moveTo>
                    <a:lnTo>
                      <a:pt x="1" y="888"/>
                    </a:lnTo>
                    <a:lnTo>
                      <a:pt x="170" y="888"/>
                    </a:lnTo>
                    <a:cubicBezTo>
                      <a:pt x="351" y="888"/>
                      <a:pt x="498" y="740"/>
                      <a:pt x="498" y="559"/>
                    </a:cubicBezTo>
                    <a:lnTo>
                      <a:pt x="498" y="327"/>
                    </a:lnTo>
                    <a:cubicBezTo>
                      <a:pt x="498" y="147"/>
                      <a:pt x="353"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21"/>
              <p:cNvSpPr/>
              <p:nvPr/>
            </p:nvSpPr>
            <p:spPr>
              <a:xfrm>
                <a:off x="-3125794" y="3705512"/>
                <a:ext cx="50718" cy="90256"/>
              </a:xfrm>
              <a:custGeom>
                <a:rect b="b" l="l" r="r" t="t"/>
                <a:pathLst>
                  <a:path extrusionOk="0" h="888" w="499">
                    <a:moveTo>
                      <a:pt x="1" y="0"/>
                    </a:moveTo>
                    <a:lnTo>
                      <a:pt x="1" y="888"/>
                    </a:lnTo>
                    <a:lnTo>
                      <a:pt x="170" y="888"/>
                    </a:lnTo>
                    <a:cubicBezTo>
                      <a:pt x="351" y="888"/>
                      <a:pt x="498" y="740"/>
                      <a:pt x="498" y="559"/>
                    </a:cubicBezTo>
                    <a:lnTo>
                      <a:pt x="498" y="327"/>
                    </a:lnTo>
                    <a:cubicBezTo>
                      <a:pt x="498" y="147"/>
                      <a:pt x="353"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21"/>
              <p:cNvSpPr/>
              <p:nvPr/>
            </p:nvSpPr>
            <p:spPr>
              <a:xfrm>
                <a:off x="-3647202" y="3311551"/>
                <a:ext cx="546925" cy="696234"/>
              </a:xfrm>
              <a:custGeom>
                <a:rect b="b" l="l" r="r" t="t"/>
                <a:pathLst>
                  <a:path extrusionOk="0" h="6850" w="5381">
                    <a:moveTo>
                      <a:pt x="2689" y="1"/>
                    </a:moveTo>
                    <a:cubicBezTo>
                      <a:pt x="2603" y="1"/>
                      <a:pt x="2518" y="4"/>
                      <a:pt x="2433" y="13"/>
                    </a:cubicBezTo>
                    <a:cubicBezTo>
                      <a:pt x="1068" y="142"/>
                      <a:pt x="1" y="1292"/>
                      <a:pt x="1" y="2690"/>
                    </a:cubicBezTo>
                    <a:lnTo>
                      <a:pt x="1" y="6510"/>
                    </a:lnTo>
                    <a:cubicBezTo>
                      <a:pt x="1" y="6697"/>
                      <a:pt x="154" y="6849"/>
                      <a:pt x="340" y="6849"/>
                    </a:cubicBezTo>
                    <a:lnTo>
                      <a:pt x="5041" y="6849"/>
                    </a:lnTo>
                    <a:cubicBezTo>
                      <a:pt x="5228" y="6849"/>
                      <a:pt x="5381" y="6697"/>
                      <a:pt x="5381" y="6510"/>
                    </a:cubicBezTo>
                    <a:lnTo>
                      <a:pt x="5381" y="2690"/>
                    </a:lnTo>
                    <a:cubicBezTo>
                      <a:pt x="5381" y="1292"/>
                      <a:pt x="4312" y="142"/>
                      <a:pt x="2946" y="12"/>
                    </a:cubicBezTo>
                    <a:cubicBezTo>
                      <a:pt x="2861" y="4"/>
                      <a:pt x="2776" y="1"/>
                      <a:pt x="26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21"/>
              <p:cNvSpPr/>
              <p:nvPr/>
            </p:nvSpPr>
            <p:spPr>
              <a:xfrm>
                <a:off x="-3647202" y="3795972"/>
                <a:ext cx="546925" cy="211818"/>
              </a:xfrm>
              <a:custGeom>
                <a:rect b="b" l="l" r="r" t="t"/>
                <a:pathLst>
                  <a:path extrusionOk="0" h="2084" w="5381">
                    <a:moveTo>
                      <a:pt x="1" y="1"/>
                    </a:moveTo>
                    <a:lnTo>
                      <a:pt x="1" y="1744"/>
                    </a:lnTo>
                    <a:cubicBezTo>
                      <a:pt x="1" y="1931"/>
                      <a:pt x="154" y="2083"/>
                      <a:pt x="340" y="2083"/>
                    </a:cubicBezTo>
                    <a:lnTo>
                      <a:pt x="5041" y="2083"/>
                    </a:lnTo>
                    <a:cubicBezTo>
                      <a:pt x="5228" y="2083"/>
                      <a:pt x="5381" y="1931"/>
                      <a:pt x="5381" y="1744"/>
                    </a:cubicBezTo>
                    <a:lnTo>
                      <a:pt x="53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121"/>
              <p:cNvSpPr/>
              <p:nvPr/>
            </p:nvSpPr>
            <p:spPr>
              <a:xfrm>
                <a:off x="-3590081" y="3368470"/>
                <a:ext cx="432681" cy="291199"/>
              </a:xfrm>
              <a:custGeom>
                <a:rect b="b" l="l" r="r" t="t"/>
                <a:pathLst>
                  <a:path extrusionOk="0" h="2865" w="4257">
                    <a:moveTo>
                      <a:pt x="2129" y="1"/>
                    </a:moveTo>
                    <a:cubicBezTo>
                      <a:pt x="955" y="1"/>
                      <a:pt x="0" y="989"/>
                      <a:pt x="0" y="2167"/>
                    </a:cubicBezTo>
                    <a:lnTo>
                      <a:pt x="0" y="2584"/>
                    </a:lnTo>
                    <a:cubicBezTo>
                      <a:pt x="0" y="2739"/>
                      <a:pt x="124" y="2864"/>
                      <a:pt x="278" y="2864"/>
                    </a:cubicBezTo>
                    <a:cubicBezTo>
                      <a:pt x="279" y="2864"/>
                      <a:pt x="279" y="2864"/>
                      <a:pt x="280" y="2864"/>
                    </a:cubicBezTo>
                    <a:lnTo>
                      <a:pt x="3975" y="2864"/>
                    </a:lnTo>
                    <a:cubicBezTo>
                      <a:pt x="4130" y="2864"/>
                      <a:pt x="4256" y="2739"/>
                      <a:pt x="4256" y="2584"/>
                    </a:cubicBezTo>
                    <a:lnTo>
                      <a:pt x="4256" y="2130"/>
                    </a:lnTo>
                    <a:cubicBezTo>
                      <a:pt x="4256" y="968"/>
                      <a:pt x="3322" y="21"/>
                      <a:pt x="2165" y="1"/>
                    </a:cubicBezTo>
                    <a:cubicBezTo>
                      <a:pt x="2153" y="1"/>
                      <a:pt x="2141" y="1"/>
                      <a:pt x="21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21"/>
              <p:cNvSpPr/>
              <p:nvPr/>
            </p:nvSpPr>
            <p:spPr>
              <a:xfrm>
                <a:off x="-3571176" y="3387680"/>
                <a:ext cx="394871" cy="252982"/>
              </a:xfrm>
              <a:custGeom>
                <a:rect b="b" l="l" r="r" t="t"/>
                <a:pathLst>
                  <a:path extrusionOk="0" h="2489" w="3885">
                    <a:moveTo>
                      <a:pt x="1943" y="0"/>
                    </a:moveTo>
                    <a:cubicBezTo>
                      <a:pt x="872" y="0"/>
                      <a:pt x="1" y="870"/>
                      <a:pt x="1" y="1941"/>
                    </a:cubicBezTo>
                    <a:lnTo>
                      <a:pt x="1" y="2488"/>
                    </a:lnTo>
                    <a:lnTo>
                      <a:pt x="3884" y="2488"/>
                    </a:lnTo>
                    <a:lnTo>
                      <a:pt x="3884" y="1941"/>
                    </a:lnTo>
                    <a:cubicBezTo>
                      <a:pt x="3884" y="1478"/>
                      <a:pt x="3720" y="1051"/>
                      <a:pt x="3447" y="717"/>
                    </a:cubicBezTo>
                    <a:cubicBezTo>
                      <a:pt x="3381" y="636"/>
                      <a:pt x="3309" y="559"/>
                      <a:pt x="3230" y="490"/>
                    </a:cubicBezTo>
                    <a:cubicBezTo>
                      <a:pt x="3167" y="435"/>
                      <a:pt x="3100" y="382"/>
                      <a:pt x="3029" y="333"/>
                    </a:cubicBezTo>
                    <a:cubicBezTo>
                      <a:pt x="2754" y="148"/>
                      <a:pt x="2429" y="29"/>
                      <a:pt x="2079" y="5"/>
                    </a:cubicBezTo>
                    <a:cubicBezTo>
                      <a:pt x="2034" y="1"/>
                      <a:pt x="1990" y="0"/>
                      <a:pt x="19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121"/>
              <p:cNvSpPr/>
              <p:nvPr/>
            </p:nvSpPr>
            <p:spPr>
              <a:xfrm>
                <a:off x="-3409062" y="3446530"/>
                <a:ext cx="37302" cy="18600"/>
              </a:xfrm>
              <a:custGeom>
                <a:rect b="b" l="l" r="r" t="t"/>
                <a:pathLst>
                  <a:path extrusionOk="0" h="183" w="367">
                    <a:moveTo>
                      <a:pt x="0" y="0"/>
                    </a:moveTo>
                    <a:lnTo>
                      <a:pt x="0" y="183"/>
                    </a:lnTo>
                    <a:lnTo>
                      <a:pt x="367" y="183"/>
                    </a:lnTo>
                    <a:lnTo>
                      <a:pt x="36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121"/>
              <p:cNvSpPr/>
              <p:nvPr/>
            </p:nvSpPr>
            <p:spPr>
              <a:xfrm>
                <a:off x="-3371862" y="3465029"/>
                <a:ext cx="18803" cy="18803"/>
              </a:xfrm>
              <a:custGeom>
                <a:rect b="b" l="l" r="r" t="t"/>
                <a:pathLst>
                  <a:path extrusionOk="0" h="185" w="185">
                    <a:moveTo>
                      <a:pt x="1" y="1"/>
                    </a:moveTo>
                    <a:lnTo>
                      <a:pt x="1" y="184"/>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121"/>
              <p:cNvSpPr/>
              <p:nvPr/>
            </p:nvSpPr>
            <p:spPr>
              <a:xfrm>
                <a:off x="-3371862" y="3576936"/>
                <a:ext cx="18803" cy="18702"/>
              </a:xfrm>
              <a:custGeom>
                <a:rect b="b" l="l" r="r" t="t"/>
                <a:pathLst>
                  <a:path extrusionOk="0" h="184" w="185">
                    <a:moveTo>
                      <a:pt x="1" y="1"/>
                    </a:moveTo>
                    <a:lnTo>
                      <a:pt x="1" y="184"/>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21"/>
              <p:cNvSpPr/>
              <p:nvPr/>
            </p:nvSpPr>
            <p:spPr>
              <a:xfrm>
                <a:off x="-3353160" y="3483731"/>
                <a:ext cx="18702" cy="18702"/>
              </a:xfrm>
              <a:custGeom>
                <a:rect b="b" l="l" r="r" t="t"/>
                <a:pathLst>
                  <a:path extrusionOk="0" h="184" w="184">
                    <a:moveTo>
                      <a:pt x="0" y="0"/>
                    </a:moveTo>
                    <a:lnTo>
                      <a:pt x="0" y="183"/>
                    </a:lnTo>
                    <a:lnTo>
                      <a:pt x="183" y="183"/>
                    </a:lnTo>
                    <a:lnTo>
                      <a:pt x="1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21"/>
              <p:cNvSpPr/>
              <p:nvPr/>
            </p:nvSpPr>
            <p:spPr>
              <a:xfrm>
                <a:off x="-3353160" y="3558335"/>
                <a:ext cx="18702" cy="18702"/>
              </a:xfrm>
              <a:custGeom>
                <a:rect b="b" l="l" r="r" t="t"/>
                <a:pathLst>
                  <a:path extrusionOk="0" h="184" w="184">
                    <a:moveTo>
                      <a:pt x="0" y="0"/>
                    </a:moveTo>
                    <a:lnTo>
                      <a:pt x="0" y="184"/>
                    </a:lnTo>
                    <a:lnTo>
                      <a:pt x="183" y="184"/>
                    </a:lnTo>
                    <a:lnTo>
                      <a:pt x="1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21"/>
              <p:cNvSpPr/>
              <p:nvPr/>
            </p:nvSpPr>
            <p:spPr>
              <a:xfrm>
                <a:off x="-3334560" y="3502331"/>
                <a:ext cx="18702" cy="18702"/>
              </a:xfrm>
              <a:custGeom>
                <a:rect b="b" l="l" r="r" t="t"/>
                <a:pathLst>
                  <a:path extrusionOk="0" h="184" w="184">
                    <a:moveTo>
                      <a:pt x="0" y="0"/>
                    </a:moveTo>
                    <a:lnTo>
                      <a:pt x="0" y="184"/>
                    </a:lnTo>
                    <a:lnTo>
                      <a:pt x="184" y="184"/>
                    </a:lnTo>
                    <a:lnTo>
                      <a:pt x="1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21"/>
              <p:cNvSpPr/>
              <p:nvPr/>
            </p:nvSpPr>
            <p:spPr>
              <a:xfrm>
                <a:off x="-3334560" y="3539735"/>
                <a:ext cx="18702" cy="18702"/>
              </a:xfrm>
              <a:custGeom>
                <a:rect b="b" l="l" r="r" t="t"/>
                <a:pathLst>
                  <a:path extrusionOk="0" h="184" w="184">
                    <a:moveTo>
                      <a:pt x="0" y="1"/>
                    </a:moveTo>
                    <a:lnTo>
                      <a:pt x="0" y="183"/>
                    </a:lnTo>
                    <a:lnTo>
                      <a:pt x="184" y="183"/>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21"/>
              <p:cNvSpPr/>
              <p:nvPr/>
            </p:nvSpPr>
            <p:spPr>
              <a:xfrm>
                <a:off x="-3315859" y="3521033"/>
                <a:ext cx="18702" cy="18702"/>
              </a:xfrm>
              <a:custGeom>
                <a:rect b="b" l="l" r="r" t="t"/>
                <a:pathLst>
                  <a:path extrusionOk="0" h="184" w="184">
                    <a:moveTo>
                      <a:pt x="1" y="1"/>
                    </a:moveTo>
                    <a:lnTo>
                      <a:pt x="1" y="183"/>
                    </a:lnTo>
                    <a:lnTo>
                      <a:pt x="184" y="183"/>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121"/>
              <p:cNvSpPr/>
              <p:nvPr/>
            </p:nvSpPr>
            <p:spPr>
              <a:xfrm>
                <a:off x="-3427763" y="3465029"/>
                <a:ext cx="18803" cy="130709"/>
              </a:xfrm>
              <a:custGeom>
                <a:rect b="b" l="l" r="r" t="t"/>
                <a:pathLst>
                  <a:path extrusionOk="0" h="1286" w="185">
                    <a:moveTo>
                      <a:pt x="1" y="1"/>
                    </a:moveTo>
                    <a:lnTo>
                      <a:pt x="1" y="184"/>
                    </a:lnTo>
                    <a:lnTo>
                      <a:pt x="1" y="367"/>
                    </a:lnTo>
                    <a:lnTo>
                      <a:pt x="1" y="552"/>
                    </a:lnTo>
                    <a:lnTo>
                      <a:pt x="1" y="736"/>
                    </a:lnTo>
                    <a:lnTo>
                      <a:pt x="1" y="918"/>
                    </a:lnTo>
                    <a:lnTo>
                      <a:pt x="1" y="1102"/>
                    </a:lnTo>
                    <a:lnTo>
                      <a:pt x="1" y="1286"/>
                    </a:lnTo>
                    <a:lnTo>
                      <a:pt x="184" y="1286"/>
                    </a:lnTo>
                    <a:lnTo>
                      <a:pt x="184" y="1102"/>
                    </a:lnTo>
                    <a:lnTo>
                      <a:pt x="184" y="918"/>
                    </a:lnTo>
                    <a:lnTo>
                      <a:pt x="184" y="736"/>
                    </a:lnTo>
                    <a:lnTo>
                      <a:pt x="184" y="552"/>
                    </a:lnTo>
                    <a:lnTo>
                      <a:pt x="184" y="367"/>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121"/>
              <p:cNvSpPr/>
              <p:nvPr/>
            </p:nvSpPr>
            <p:spPr>
              <a:xfrm>
                <a:off x="-3409062" y="3595638"/>
                <a:ext cx="37302" cy="18803"/>
              </a:xfrm>
              <a:custGeom>
                <a:rect b="b" l="l" r="r" t="t"/>
                <a:pathLst>
                  <a:path extrusionOk="0" h="185" w="367">
                    <a:moveTo>
                      <a:pt x="0" y="1"/>
                    </a:moveTo>
                    <a:lnTo>
                      <a:pt x="0" y="184"/>
                    </a:lnTo>
                    <a:lnTo>
                      <a:pt x="367" y="184"/>
                    </a:lnTo>
                    <a:lnTo>
                      <a:pt x="36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121"/>
              <p:cNvSpPr/>
              <p:nvPr/>
            </p:nvSpPr>
            <p:spPr>
              <a:xfrm>
                <a:off x="-3336186" y="3692400"/>
                <a:ext cx="207549" cy="207447"/>
              </a:xfrm>
              <a:custGeom>
                <a:rect b="b" l="l" r="r" t="t"/>
                <a:pathLst>
                  <a:path extrusionOk="0" h="2041" w="2042">
                    <a:moveTo>
                      <a:pt x="1021" y="0"/>
                    </a:moveTo>
                    <a:cubicBezTo>
                      <a:pt x="458" y="0"/>
                      <a:pt x="1" y="456"/>
                      <a:pt x="1" y="1020"/>
                    </a:cubicBezTo>
                    <a:cubicBezTo>
                      <a:pt x="1" y="1583"/>
                      <a:pt x="458" y="2040"/>
                      <a:pt x="1021" y="2040"/>
                    </a:cubicBezTo>
                    <a:cubicBezTo>
                      <a:pt x="1585" y="2040"/>
                      <a:pt x="2042" y="1583"/>
                      <a:pt x="2042" y="1020"/>
                    </a:cubicBezTo>
                    <a:cubicBezTo>
                      <a:pt x="2042" y="456"/>
                      <a:pt x="1585" y="0"/>
                      <a:pt x="1021"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21"/>
              <p:cNvSpPr/>
              <p:nvPr/>
            </p:nvSpPr>
            <p:spPr>
              <a:xfrm>
                <a:off x="-3607461" y="3705004"/>
                <a:ext cx="182139" cy="182139"/>
              </a:xfrm>
              <a:custGeom>
                <a:rect b="b" l="l" r="r" t="t"/>
                <a:pathLst>
                  <a:path extrusionOk="0" h="1792" w="1792">
                    <a:moveTo>
                      <a:pt x="897" y="1"/>
                    </a:moveTo>
                    <a:cubicBezTo>
                      <a:pt x="649" y="1"/>
                      <a:pt x="424" y="100"/>
                      <a:pt x="263" y="263"/>
                    </a:cubicBezTo>
                    <a:cubicBezTo>
                      <a:pt x="102" y="425"/>
                      <a:pt x="1" y="648"/>
                      <a:pt x="1" y="896"/>
                    </a:cubicBezTo>
                    <a:cubicBezTo>
                      <a:pt x="1" y="1390"/>
                      <a:pt x="402" y="1791"/>
                      <a:pt x="897" y="1791"/>
                    </a:cubicBezTo>
                    <a:cubicBezTo>
                      <a:pt x="1390" y="1791"/>
                      <a:pt x="1791" y="1390"/>
                      <a:pt x="1791" y="896"/>
                    </a:cubicBezTo>
                    <a:cubicBezTo>
                      <a:pt x="1791" y="650"/>
                      <a:pt x="1691" y="425"/>
                      <a:pt x="1528" y="263"/>
                    </a:cubicBezTo>
                    <a:cubicBezTo>
                      <a:pt x="1367" y="101"/>
                      <a:pt x="1144" y="1"/>
                      <a:pt x="8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21"/>
              <p:cNvSpPr/>
              <p:nvPr/>
            </p:nvSpPr>
            <p:spPr>
              <a:xfrm>
                <a:off x="-3323380" y="3705004"/>
                <a:ext cx="182139" cy="182139"/>
              </a:xfrm>
              <a:custGeom>
                <a:rect b="b" l="l" r="r" t="t"/>
                <a:pathLst>
                  <a:path extrusionOk="0" h="1792" w="1792">
                    <a:moveTo>
                      <a:pt x="895" y="1"/>
                    </a:moveTo>
                    <a:cubicBezTo>
                      <a:pt x="401" y="1"/>
                      <a:pt x="1" y="401"/>
                      <a:pt x="1" y="896"/>
                    </a:cubicBezTo>
                    <a:cubicBezTo>
                      <a:pt x="1" y="1390"/>
                      <a:pt x="401" y="1791"/>
                      <a:pt x="895" y="1791"/>
                    </a:cubicBezTo>
                    <a:cubicBezTo>
                      <a:pt x="1390" y="1791"/>
                      <a:pt x="1791" y="1390"/>
                      <a:pt x="1791" y="896"/>
                    </a:cubicBezTo>
                    <a:cubicBezTo>
                      <a:pt x="1791" y="401"/>
                      <a:pt x="1390" y="1"/>
                      <a:pt x="8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121"/>
              <p:cNvSpPr/>
              <p:nvPr/>
            </p:nvSpPr>
            <p:spPr>
              <a:xfrm>
                <a:off x="-3585812" y="3726653"/>
                <a:ext cx="138840" cy="138840"/>
              </a:xfrm>
              <a:custGeom>
                <a:rect b="b" l="l" r="r" t="t"/>
                <a:pathLst>
                  <a:path extrusionOk="0" h="1366" w="1366">
                    <a:moveTo>
                      <a:pt x="500" y="1"/>
                    </a:moveTo>
                    <a:lnTo>
                      <a:pt x="500" y="500"/>
                    </a:lnTo>
                    <a:lnTo>
                      <a:pt x="1" y="500"/>
                    </a:lnTo>
                    <a:lnTo>
                      <a:pt x="1" y="866"/>
                    </a:lnTo>
                    <a:lnTo>
                      <a:pt x="500" y="866"/>
                    </a:lnTo>
                    <a:lnTo>
                      <a:pt x="500" y="1366"/>
                    </a:lnTo>
                    <a:lnTo>
                      <a:pt x="866" y="1366"/>
                    </a:lnTo>
                    <a:lnTo>
                      <a:pt x="866" y="866"/>
                    </a:lnTo>
                    <a:lnTo>
                      <a:pt x="1366" y="866"/>
                    </a:lnTo>
                    <a:lnTo>
                      <a:pt x="1366" y="500"/>
                    </a:lnTo>
                    <a:lnTo>
                      <a:pt x="866" y="500"/>
                    </a:lnTo>
                    <a:lnTo>
                      <a:pt x="86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121"/>
              <p:cNvSpPr/>
              <p:nvPr/>
            </p:nvSpPr>
            <p:spPr>
              <a:xfrm>
                <a:off x="-3548307" y="3929529"/>
                <a:ext cx="349235" cy="78263"/>
              </a:xfrm>
              <a:custGeom>
                <a:rect b="b" l="l" r="r" t="t"/>
                <a:pathLst>
                  <a:path extrusionOk="0" h="770" w="3436">
                    <a:moveTo>
                      <a:pt x="687" y="0"/>
                    </a:moveTo>
                    <a:cubicBezTo>
                      <a:pt x="433" y="0"/>
                      <a:pt x="207" y="161"/>
                      <a:pt x="126" y="402"/>
                    </a:cubicBezTo>
                    <a:lnTo>
                      <a:pt x="1" y="769"/>
                    </a:lnTo>
                    <a:lnTo>
                      <a:pt x="3435" y="769"/>
                    </a:lnTo>
                    <a:lnTo>
                      <a:pt x="3311" y="402"/>
                    </a:lnTo>
                    <a:cubicBezTo>
                      <a:pt x="3228" y="161"/>
                      <a:pt x="3003" y="0"/>
                      <a:pt x="27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21"/>
              <p:cNvSpPr/>
              <p:nvPr/>
            </p:nvSpPr>
            <p:spPr>
              <a:xfrm>
                <a:off x="-3399812" y="3311551"/>
                <a:ext cx="52243" cy="26325"/>
              </a:xfrm>
              <a:custGeom>
                <a:rect b="b" l="l" r="r" t="t"/>
                <a:pathLst>
                  <a:path extrusionOk="0" h="259" w="514">
                    <a:moveTo>
                      <a:pt x="257" y="1"/>
                    </a:moveTo>
                    <a:cubicBezTo>
                      <a:pt x="171" y="1"/>
                      <a:pt x="85" y="4"/>
                      <a:pt x="0" y="13"/>
                    </a:cubicBezTo>
                    <a:cubicBezTo>
                      <a:pt x="6" y="151"/>
                      <a:pt x="119" y="259"/>
                      <a:pt x="257" y="259"/>
                    </a:cubicBezTo>
                    <a:cubicBezTo>
                      <a:pt x="394" y="259"/>
                      <a:pt x="507" y="151"/>
                      <a:pt x="513" y="13"/>
                    </a:cubicBezTo>
                    <a:cubicBezTo>
                      <a:pt x="429" y="6"/>
                      <a:pt x="343" y="2"/>
                      <a:pt x="2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121"/>
              <p:cNvSpPr/>
              <p:nvPr/>
            </p:nvSpPr>
            <p:spPr>
              <a:xfrm>
                <a:off x="-3389954" y="3991428"/>
                <a:ext cx="32626" cy="16364"/>
              </a:xfrm>
              <a:custGeom>
                <a:rect b="b" l="l" r="r" t="t"/>
                <a:pathLst>
                  <a:path extrusionOk="0" h="161" w="321">
                    <a:moveTo>
                      <a:pt x="162" y="0"/>
                    </a:moveTo>
                    <a:cubicBezTo>
                      <a:pt x="161" y="0"/>
                      <a:pt x="161" y="0"/>
                      <a:pt x="160" y="0"/>
                    </a:cubicBezTo>
                    <a:cubicBezTo>
                      <a:pt x="70" y="0"/>
                      <a:pt x="0" y="73"/>
                      <a:pt x="0" y="160"/>
                    </a:cubicBezTo>
                    <a:lnTo>
                      <a:pt x="320" y="160"/>
                    </a:lnTo>
                    <a:cubicBezTo>
                      <a:pt x="320" y="72"/>
                      <a:pt x="250" y="0"/>
                      <a:pt x="1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21"/>
              <p:cNvSpPr/>
              <p:nvPr/>
            </p:nvSpPr>
            <p:spPr>
              <a:xfrm>
                <a:off x="-3259856" y="3718217"/>
                <a:ext cx="54886" cy="54886"/>
              </a:xfrm>
              <a:custGeom>
                <a:rect b="b" l="l" r="r" t="t"/>
                <a:pathLst>
                  <a:path extrusionOk="0" h="540" w="540">
                    <a:moveTo>
                      <a:pt x="270" y="1"/>
                    </a:moveTo>
                    <a:cubicBezTo>
                      <a:pt x="122" y="1"/>
                      <a:pt x="1" y="122"/>
                      <a:pt x="1" y="270"/>
                    </a:cubicBezTo>
                    <a:cubicBezTo>
                      <a:pt x="1" y="420"/>
                      <a:pt x="122" y="540"/>
                      <a:pt x="270" y="540"/>
                    </a:cubicBezTo>
                    <a:cubicBezTo>
                      <a:pt x="419" y="540"/>
                      <a:pt x="540" y="420"/>
                      <a:pt x="540" y="270"/>
                    </a:cubicBezTo>
                    <a:cubicBezTo>
                      <a:pt x="540" y="122"/>
                      <a:pt x="419" y="1"/>
                      <a:pt x="270"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21"/>
              <p:cNvSpPr/>
              <p:nvPr/>
            </p:nvSpPr>
            <p:spPr>
              <a:xfrm>
                <a:off x="-3259856" y="3818943"/>
                <a:ext cx="54886" cy="54987"/>
              </a:xfrm>
              <a:custGeom>
                <a:rect b="b" l="l" r="r" t="t"/>
                <a:pathLst>
                  <a:path extrusionOk="0" h="541" w="540">
                    <a:moveTo>
                      <a:pt x="270" y="1"/>
                    </a:moveTo>
                    <a:cubicBezTo>
                      <a:pt x="122" y="1"/>
                      <a:pt x="1" y="122"/>
                      <a:pt x="1" y="270"/>
                    </a:cubicBezTo>
                    <a:cubicBezTo>
                      <a:pt x="1" y="419"/>
                      <a:pt x="122" y="540"/>
                      <a:pt x="270" y="540"/>
                    </a:cubicBezTo>
                    <a:cubicBezTo>
                      <a:pt x="419" y="540"/>
                      <a:pt x="539" y="419"/>
                      <a:pt x="540" y="270"/>
                    </a:cubicBezTo>
                    <a:cubicBezTo>
                      <a:pt x="540" y="122"/>
                      <a:pt x="419" y="1"/>
                      <a:pt x="270"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121"/>
              <p:cNvSpPr/>
              <p:nvPr/>
            </p:nvSpPr>
            <p:spPr>
              <a:xfrm>
                <a:off x="-3310167" y="3768631"/>
                <a:ext cx="54886" cy="54987"/>
              </a:xfrm>
              <a:custGeom>
                <a:rect b="b" l="l" r="r" t="t"/>
                <a:pathLst>
                  <a:path extrusionOk="0" h="541" w="540">
                    <a:moveTo>
                      <a:pt x="270" y="0"/>
                    </a:moveTo>
                    <a:cubicBezTo>
                      <a:pt x="121" y="0"/>
                      <a:pt x="1" y="121"/>
                      <a:pt x="1" y="270"/>
                    </a:cubicBezTo>
                    <a:cubicBezTo>
                      <a:pt x="1" y="419"/>
                      <a:pt x="121" y="540"/>
                      <a:pt x="270" y="540"/>
                    </a:cubicBezTo>
                    <a:cubicBezTo>
                      <a:pt x="419" y="540"/>
                      <a:pt x="539" y="419"/>
                      <a:pt x="539" y="270"/>
                    </a:cubicBezTo>
                    <a:cubicBezTo>
                      <a:pt x="539" y="121"/>
                      <a:pt x="419" y="0"/>
                      <a:pt x="270"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21"/>
              <p:cNvSpPr/>
              <p:nvPr/>
            </p:nvSpPr>
            <p:spPr>
              <a:xfrm>
                <a:off x="-3209443" y="3768631"/>
                <a:ext cx="54784" cy="54987"/>
              </a:xfrm>
              <a:custGeom>
                <a:rect b="b" l="l" r="r" t="t"/>
                <a:pathLst>
                  <a:path extrusionOk="0" h="541" w="539">
                    <a:moveTo>
                      <a:pt x="270" y="0"/>
                    </a:moveTo>
                    <a:cubicBezTo>
                      <a:pt x="121" y="0"/>
                      <a:pt x="0" y="121"/>
                      <a:pt x="0" y="270"/>
                    </a:cubicBezTo>
                    <a:cubicBezTo>
                      <a:pt x="0" y="419"/>
                      <a:pt x="121" y="540"/>
                      <a:pt x="270" y="540"/>
                    </a:cubicBezTo>
                    <a:cubicBezTo>
                      <a:pt x="418" y="540"/>
                      <a:pt x="539" y="419"/>
                      <a:pt x="539" y="270"/>
                    </a:cubicBezTo>
                    <a:cubicBezTo>
                      <a:pt x="539" y="121"/>
                      <a:pt x="418" y="0"/>
                      <a:pt x="270"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0" name="Google Shape;9530;p121"/>
            <p:cNvGrpSpPr/>
            <p:nvPr/>
          </p:nvGrpSpPr>
          <p:grpSpPr>
            <a:xfrm>
              <a:off x="892485" y="95529"/>
              <a:ext cx="383313" cy="362120"/>
              <a:chOff x="-1174275" y="581450"/>
              <a:chExt cx="370100" cy="349638"/>
            </a:xfrm>
          </p:grpSpPr>
          <p:sp>
            <p:nvSpPr>
              <p:cNvPr id="9531" name="Google Shape;9531;p121"/>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121"/>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121"/>
            <p:cNvGrpSpPr/>
            <p:nvPr/>
          </p:nvGrpSpPr>
          <p:grpSpPr>
            <a:xfrm>
              <a:off x="8811915" y="3811635"/>
              <a:ext cx="261189" cy="248344"/>
              <a:chOff x="5164484" y="526738"/>
              <a:chExt cx="133266" cy="126713"/>
            </a:xfrm>
          </p:grpSpPr>
          <p:sp>
            <p:nvSpPr>
              <p:cNvPr id="9534" name="Google Shape;9534;p121"/>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21"/>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9536" name="Shape 9536"/>
        <p:cNvGrpSpPr/>
        <p:nvPr/>
      </p:nvGrpSpPr>
      <p:grpSpPr>
        <a:xfrm>
          <a:off x="0" y="0"/>
          <a:ext cx="0" cy="0"/>
          <a:chOff x="0" y="0"/>
          <a:chExt cx="0" cy="0"/>
        </a:xfrm>
      </p:grpSpPr>
      <p:sp>
        <p:nvSpPr>
          <p:cNvPr id="9537" name="Google Shape;9537;p1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9538" name="Google Shape;9538;p122"/>
          <p:cNvSpPr txBox="1"/>
          <p:nvPr>
            <p:ph idx="1" type="subTitle"/>
          </p:nvPr>
        </p:nvSpPr>
        <p:spPr>
          <a:xfrm>
            <a:off x="1170760" y="2966037"/>
            <a:ext cx="6802500" cy="1430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39" name="Google Shape;9539;p122"/>
          <p:cNvSpPr txBox="1"/>
          <p:nvPr>
            <p:ph idx="2" type="subTitle"/>
          </p:nvPr>
        </p:nvSpPr>
        <p:spPr>
          <a:xfrm>
            <a:off x="1170745" y="1377550"/>
            <a:ext cx="6802500" cy="1430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b="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9540" name="Google Shape;9540;p122"/>
          <p:cNvGrpSpPr/>
          <p:nvPr/>
        </p:nvGrpSpPr>
        <p:grpSpPr>
          <a:xfrm>
            <a:off x="-237509" y="-103222"/>
            <a:ext cx="9572349" cy="5145323"/>
            <a:chOff x="-237509" y="-103222"/>
            <a:chExt cx="9572349" cy="5145323"/>
          </a:xfrm>
        </p:grpSpPr>
        <p:grpSp>
          <p:nvGrpSpPr>
            <p:cNvPr id="9541" name="Google Shape;9541;p122"/>
            <p:cNvGrpSpPr/>
            <p:nvPr/>
          </p:nvGrpSpPr>
          <p:grpSpPr>
            <a:xfrm>
              <a:off x="137891" y="-103222"/>
              <a:ext cx="9196949" cy="5145323"/>
              <a:chOff x="137891" y="-103222"/>
              <a:chExt cx="9196949" cy="5145323"/>
            </a:xfrm>
          </p:grpSpPr>
          <p:grpSp>
            <p:nvGrpSpPr>
              <p:cNvPr id="9542" name="Google Shape;9542;p122"/>
              <p:cNvGrpSpPr/>
              <p:nvPr/>
            </p:nvGrpSpPr>
            <p:grpSpPr>
              <a:xfrm rot="-1589773">
                <a:off x="7998786" y="104826"/>
                <a:ext cx="1171386" cy="1013975"/>
                <a:chOff x="3725309" y="381575"/>
                <a:chExt cx="533375" cy="461700"/>
              </a:xfrm>
            </p:grpSpPr>
            <p:sp>
              <p:nvSpPr>
                <p:cNvPr id="9543" name="Google Shape;9543;p122"/>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122"/>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122"/>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122"/>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122"/>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122"/>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122"/>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22"/>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122"/>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122"/>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22"/>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22"/>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122"/>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122"/>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122"/>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122"/>
              <p:cNvGrpSpPr/>
              <p:nvPr/>
            </p:nvGrpSpPr>
            <p:grpSpPr>
              <a:xfrm>
                <a:off x="8338936" y="4309852"/>
                <a:ext cx="597561" cy="732248"/>
                <a:chOff x="-476487" y="1228650"/>
                <a:chExt cx="263475" cy="322875"/>
              </a:xfrm>
            </p:grpSpPr>
            <p:sp>
              <p:nvSpPr>
                <p:cNvPr id="9559" name="Google Shape;9559;p122"/>
                <p:cNvSpPr/>
                <p:nvPr/>
              </p:nvSpPr>
              <p:spPr>
                <a:xfrm>
                  <a:off x="-476487" y="1228650"/>
                  <a:ext cx="263475" cy="322875"/>
                </a:xfrm>
                <a:custGeom>
                  <a:rect b="b" l="l" r="r" t="t"/>
                  <a:pathLst>
                    <a:path extrusionOk="0" h="12915" w="10539">
                      <a:moveTo>
                        <a:pt x="1124" y="0"/>
                      </a:moveTo>
                      <a:lnTo>
                        <a:pt x="1" y="12848"/>
                      </a:lnTo>
                      <a:lnTo>
                        <a:pt x="8339" y="12900"/>
                      </a:lnTo>
                      <a:lnTo>
                        <a:pt x="10538" y="12915"/>
                      </a:lnTo>
                      <a:lnTo>
                        <a:pt x="10124" y="222"/>
                      </a:lnTo>
                      <a:lnTo>
                        <a:pt x="8471" y="182"/>
                      </a:lnTo>
                      <a:lnTo>
                        <a:pt x="1124"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0" name="Google Shape;9560;p122"/>
                <p:cNvGrpSpPr/>
                <p:nvPr/>
              </p:nvGrpSpPr>
              <p:grpSpPr>
                <a:xfrm>
                  <a:off x="-476487" y="1228650"/>
                  <a:ext cx="263475" cy="322875"/>
                  <a:chOff x="-4190125" y="677000"/>
                  <a:chExt cx="263475" cy="322875"/>
                </a:xfrm>
              </p:grpSpPr>
              <p:sp>
                <p:nvSpPr>
                  <p:cNvPr id="9561" name="Google Shape;9561;p122"/>
                  <p:cNvSpPr/>
                  <p:nvPr/>
                </p:nvSpPr>
                <p:spPr>
                  <a:xfrm>
                    <a:off x="-4190125" y="677000"/>
                    <a:ext cx="263475" cy="322875"/>
                  </a:xfrm>
                  <a:custGeom>
                    <a:rect b="b" l="l" r="r" t="t"/>
                    <a:pathLst>
                      <a:path extrusionOk="0" h="12915" w="10539">
                        <a:moveTo>
                          <a:pt x="1124" y="0"/>
                        </a:moveTo>
                        <a:lnTo>
                          <a:pt x="1" y="12848"/>
                        </a:lnTo>
                        <a:lnTo>
                          <a:pt x="8339" y="12900"/>
                        </a:lnTo>
                        <a:lnTo>
                          <a:pt x="10538" y="12915"/>
                        </a:lnTo>
                        <a:lnTo>
                          <a:pt x="10124" y="222"/>
                        </a:lnTo>
                        <a:lnTo>
                          <a:pt x="8471" y="183"/>
                        </a:lnTo>
                        <a:lnTo>
                          <a:pt x="11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122"/>
                  <p:cNvSpPr/>
                  <p:nvPr/>
                </p:nvSpPr>
                <p:spPr>
                  <a:xfrm>
                    <a:off x="-3981650" y="681550"/>
                    <a:ext cx="55000" cy="318325"/>
                  </a:xfrm>
                  <a:custGeom>
                    <a:rect b="b" l="l" r="r" t="t"/>
                    <a:pathLst>
                      <a:path extrusionOk="0" h="12733" w="2200">
                        <a:moveTo>
                          <a:pt x="132" y="1"/>
                        </a:moveTo>
                        <a:lnTo>
                          <a:pt x="0" y="12718"/>
                        </a:lnTo>
                        <a:lnTo>
                          <a:pt x="2199" y="12733"/>
                        </a:lnTo>
                        <a:lnTo>
                          <a:pt x="1785" y="40"/>
                        </a:lnTo>
                        <a:lnTo>
                          <a:pt x="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122"/>
                  <p:cNvSpPr/>
                  <p:nvPr/>
                </p:nvSpPr>
                <p:spPr>
                  <a:xfrm>
                    <a:off x="-4130225" y="705650"/>
                    <a:ext cx="97075" cy="90600"/>
                  </a:xfrm>
                  <a:custGeom>
                    <a:rect b="b" l="l" r="r" t="t"/>
                    <a:pathLst>
                      <a:path extrusionOk="0" h="3624" w="3883">
                        <a:moveTo>
                          <a:pt x="1944" y="1"/>
                        </a:moveTo>
                        <a:cubicBezTo>
                          <a:pt x="1853" y="1"/>
                          <a:pt x="1761" y="7"/>
                          <a:pt x="1669" y="21"/>
                        </a:cubicBezTo>
                        <a:cubicBezTo>
                          <a:pt x="679" y="172"/>
                          <a:pt x="0" y="1096"/>
                          <a:pt x="151" y="2084"/>
                        </a:cubicBezTo>
                        <a:cubicBezTo>
                          <a:pt x="287" y="2982"/>
                          <a:pt x="1060" y="3623"/>
                          <a:pt x="1940" y="3623"/>
                        </a:cubicBezTo>
                        <a:cubicBezTo>
                          <a:pt x="2030" y="3623"/>
                          <a:pt x="2122" y="3617"/>
                          <a:pt x="2215" y="3603"/>
                        </a:cubicBezTo>
                        <a:cubicBezTo>
                          <a:pt x="3203" y="3452"/>
                          <a:pt x="3882" y="2527"/>
                          <a:pt x="3732" y="1539"/>
                        </a:cubicBezTo>
                        <a:cubicBezTo>
                          <a:pt x="3595" y="642"/>
                          <a:pt x="2823" y="1"/>
                          <a:pt x="1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22"/>
                  <p:cNvSpPr/>
                  <p:nvPr/>
                </p:nvSpPr>
                <p:spPr>
                  <a:xfrm>
                    <a:off x="-4100850" y="732800"/>
                    <a:ext cx="38350" cy="36275"/>
                  </a:xfrm>
                  <a:custGeom>
                    <a:rect b="b" l="l" r="r" t="t"/>
                    <a:pathLst>
                      <a:path extrusionOk="0" h="1451" w="1534">
                        <a:moveTo>
                          <a:pt x="765" y="1"/>
                        </a:moveTo>
                        <a:cubicBezTo>
                          <a:pt x="402" y="1"/>
                          <a:pt x="90" y="272"/>
                          <a:pt x="47" y="641"/>
                        </a:cubicBezTo>
                        <a:cubicBezTo>
                          <a:pt x="1" y="1039"/>
                          <a:pt x="285" y="1399"/>
                          <a:pt x="683" y="1445"/>
                        </a:cubicBezTo>
                        <a:cubicBezTo>
                          <a:pt x="711" y="1449"/>
                          <a:pt x="740" y="1450"/>
                          <a:pt x="768" y="1450"/>
                        </a:cubicBezTo>
                        <a:cubicBezTo>
                          <a:pt x="1130" y="1450"/>
                          <a:pt x="1443" y="1178"/>
                          <a:pt x="1487" y="810"/>
                        </a:cubicBezTo>
                        <a:cubicBezTo>
                          <a:pt x="1533" y="412"/>
                          <a:pt x="1247" y="52"/>
                          <a:pt x="850" y="6"/>
                        </a:cubicBezTo>
                        <a:cubicBezTo>
                          <a:pt x="821" y="2"/>
                          <a:pt x="793"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122"/>
                  <p:cNvSpPr/>
                  <p:nvPr/>
                </p:nvSpPr>
                <p:spPr>
                  <a:xfrm>
                    <a:off x="-4155525" y="827725"/>
                    <a:ext cx="133525" cy="126375"/>
                  </a:xfrm>
                  <a:custGeom>
                    <a:rect b="b" l="l" r="r" t="t"/>
                    <a:pathLst>
                      <a:path extrusionOk="0" h="5055" w="5341">
                        <a:moveTo>
                          <a:pt x="2668" y="1"/>
                        </a:moveTo>
                        <a:cubicBezTo>
                          <a:pt x="1402" y="1"/>
                          <a:pt x="309" y="950"/>
                          <a:pt x="161" y="2237"/>
                        </a:cubicBezTo>
                        <a:cubicBezTo>
                          <a:pt x="1" y="3623"/>
                          <a:pt x="993" y="4875"/>
                          <a:pt x="2379" y="5037"/>
                        </a:cubicBezTo>
                        <a:cubicBezTo>
                          <a:pt x="2478" y="5049"/>
                          <a:pt x="2575" y="5054"/>
                          <a:pt x="2672" y="5054"/>
                        </a:cubicBezTo>
                        <a:cubicBezTo>
                          <a:pt x="3937" y="5054"/>
                          <a:pt x="5030" y="4105"/>
                          <a:pt x="5179" y="2819"/>
                        </a:cubicBezTo>
                        <a:cubicBezTo>
                          <a:pt x="5340" y="1433"/>
                          <a:pt x="4346" y="179"/>
                          <a:pt x="2960" y="18"/>
                        </a:cubicBezTo>
                        <a:cubicBezTo>
                          <a:pt x="2862" y="6"/>
                          <a:pt x="2764" y="1"/>
                          <a:pt x="2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122"/>
                  <p:cNvSpPr/>
                  <p:nvPr/>
                </p:nvSpPr>
                <p:spPr>
                  <a:xfrm>
                    <a:off x="-4116600" y="864625"/>
                    <a:ext cx="55600" cy="52625"/>
                  </a:xfrm>
                  <a:custGeom>
                    <a:rect b="b" l="l" r="r" t="t"/>
                    <a:pathLst>
                      <a:path extrusionOk="0" h="2105" w="2224">
                        <a:moveTo>
                          <a:pt x="1111" y="0"/>
                        </a:moveTo>
                        <a:cubicBezTo>
                          <a:pt x="584" y="0"/>
                          <a:pt x="130" y="394"/>
                          <a:pt x="68" y="931"/>
                        </a:cubicBezTo>
                        <a:cubicBezTo>
                          <a:pt x="1" y="1508"/>
                          <a:pt x="415" y="2030"/>
                          <a:pt x="991" y="2097"/>
                        </a:cubicBezTo>
                        <a:cubicBezTo>
                          <a:pt x="1032" y="2102"/>
                          <a:pt x="1073" y="2104"/>
                          <a:pt x="1113" y="2104"/>
                        </a:cubicBezTo>
                        <a:cubicBezTo>
                          <a:pt x="1640" y="2104"/>
                          <a:pt x="2095" y="1709"/>
                          <a:pt x="2158" y="1173"/>
                        </a:cubicBezTo>
                        <a:cubicBezTo>
                          <a:pt x="2224" y="596"/>
                          <a:pt x="1810" y="74"/>
                          <a:pt x="1234" y="7"/>
                        </a:cubicBezTo>
                        <a:cubicBezTo>
                          <a:pt x="1193" y="2"/>
                          <a:pt x="1152"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122"/>
                  <p:cNvSpPr/>
                  <p:nvPr/>
                </p:nvSpPr>
                <p:spPr>
                  <a:xfrm>
                    <a:off x="-3999000" y="687450"/>
                    <a:ext cx="11200" cy="10600"/>
                  </a:xfrm>
                  <a:custGeom>
                    <a:rect b="b" l="l" r="r" t="t"/>
                    <a:pathLst>
                      <a:path extrusionOk="0" h="424" w="448">
                        <a:moveTo>
                          <a:pt x="224" y="1"/>
                        </a:moveTo>
                        <a:cubicBezTo>
                          <a:pt x="118" y="1"/>
                          <a:pt x="26" y="80"/>
                          <a:pt x="14" y="188"/>
                        </a:cubicBezTo>
                        <a:cubicBezTo>
                          <a:pt x="1" y="304"/>
                          <a:pt x="83" y="408"/>
                          <a:pt x="200" y="422"/>
                        </a:cubicBezTo>
                        <a:cubicBezTo>
                          <a:pt x="208" y="423"/>
                          <a:pt x="216" y="424"/>
                          <a:pt x="225" y="424"/>
                        </a:cubicBezTo>
                        <a:cubicBezTo>
                          <a:pt x="330" y="424"/>
                          <a:pt x="422" y="345"/>
                          <a:pt x="434" y="237"/>
                        </a:cubicBezTo>
                        <a:cubicBezTo>
                          <a:pt x="448" y="121"/>
                          <a:pt x="365" y="16"/>
                          <a:pt x="248" y="2"/>
                        </a:cubicBezTo>
                        <a:cubicBezTo>
                          <a:pt x="240" y="1"/>
                          <a:pt x="232"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122"/>
                  <p:cNvSpPr/>
                  <p:nvPr/>
                </p:nvSpPr>
                <p:spPr>
                  <a:xfrm>
                    <a:off x="-4158425" y="683025"/>
                    <a:ext cx="11175" cy="10625"/>
                  </a:xfrm>
                  <a:custGeom>
                    <a:rect b="b" l="l" r="r" t="t"/>
                    <a:pathLst>
                      <a:path extrusionOk="0" h="425" w="447">
                        <a:moveTo>
                          <a:pt x="225" y="1"/>
                        </a:moveTo>
                        <a:cubicBezTo>
                          <a:pt x="119" y="1"/>
                          <a:pt x="27" y="80"/>
                          <a:pt x="14" y="188"/>
                        </a:cubicBezTo>
                        <a:cubicBezTo>
                          <a:pt x="0" y="304"/>
                          <a:pt x="83" y="408"/>
                          <a:pt x="199" y="423"/>
                        </a:cubicBezTo>
                        <a:cubicBezTo>
                          <a:pt x="207" y="424"/>
                          <a:pt x="215" y="424"/>
                          <a:pt x="222" y="424"/>
                        </a:cubicBezTo>
                        <a:cubicBezTo>
                          <a:pt x="328" y="424"/>
                          <a:pt x="421" y="345"/>
                          <a:pt x="434" y="237"/>
                        </a:cubicBezTo>
                        <a:cubicBezTo>
                          <a:pt x="447" y="120"/>
                          <a:pt x="364" y="16"/>
                          <a:pt x="248" y="2"/>
                        </a:cubicBezTo>
                        <a:cubicBezTo>
                          <a:pt x="240" y="1"/>
                          <a:pt x="232"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122"/>
                  <p:cNvSpPr/>
                  <p:nvPr/>
                </p:nvSpPr>
                <p:spPr>
                  <a:xfrm>
                    <a:off x="-4183975" y="979075"/>
                    <a:ext cx="11200" cy="10625"/>
                  </a:xfrm>
                  <a:custGeom>
                    <a:rect b="b" l="l" r="r" t="t"/>
                    <a:pathLst>
                      <a:path extrusionOk="0" h="425" w="448">
                        <a:moveTo>
                          <a:pt x="225" y="1"/>
                        </a:moveTo>
                        <a:cubicBezTo>
                          <a:pt x="118" y="1"/>
                          <a:pt x="25" y="80"/>
                          <a:pt x="14" y="188"/>
                        </a:cubicBezTo>
                        <a:cubicBezTo>
                          <a:pt x="0" y="304"/>
                          <a:pt x="83" y="409"/>
                          <a:pt x="200" y="423"/>
                        </a:cubicBezTo>
                        <a:cubicBezTo>
                          <a:pt x="207" y="424"/>
                          <a:pt x="215" y="424"/>
                          <a:pt x="223" y="424"/>
                        </a:cubicBezTo>
                        <a:cubicBezTo>
                          <a:pt x="329" y="424"/>
                          <a:pt x="421" y="345"/>
                          <a:pt x="434" y="237"/>
                        </a:cubicBezTo>
                        <a:cubicBezTo>
                          <a:pt x="447" y="121"/>
                          <a:pt x="365" y="16"/>
                          <a:pt x="248" y="2"/>
                        </a:cubicBezTo>
                        <a:cubicBezTo>
                          <a:pt x="240" y="1"/>
                          <a:pt x="233"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122"/>
                  <p:cNvSpPr/>
                  <p:nvPr/>
                </p:nvSpPr>
                <p:spPr>
                  <a:xfrm>
                    <a:off x="-4000300" y="980975"/>
                    <a:ext cx="11200" cy="10600"/>
                  </a:xfrm>
                  <a:custGeom>
                    <a:rect b="b" l="l" r="r" t="t"/>
                    <a:pathLst>
                      <a:path extrusionOk="0" h="424" w="448">
                        <a:moveTo>
                          <a:pt x="222" y="1"/>
                        </a:moveTo>
                        <a:cubicBezTo>
                          <a:pt x="115" y="1"/>
                          <a:pt x="25" y="81"/>
                          <a:pt x="14" y="188"/>
                        </a:cubicBezTo>
                        <a:cubicBezTo>
                          <a:pt x="0" y="305"/>
                          <a:pt x="83" y="409"/>
                          <a:pt x="199" y="422"/>
                        </a:cubicBezTo>
                        <a:cubicBezTo>
                          <a:pt x="208" y="423"/>
                          <a:pt x="216" y="424"/>
                          <a:pt x="224" y="424"/>
                        </a:cubicBezTo>
                        <a:cubicBezTo>
                          <a:pt x="329" y="424"/>
                          <a:pt x="420" y="345"/>
                          <a:pt x="434" y="237"/>
                        </a:cubicBezTo>
                        <a:cubicBezTo>
                          <a:pt x="447" y="121"/>
                          <a:pt x="363" y="17"/>
                          <a:pt x="248" y="2"/>
                        </a:cubicBezTo>
                        <a:cubicBezTo>
                          <a:pt x="239" y="1"/>
                          <a:pt x="230" y="1"/>
                          <a:pt x="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71" name="Google Shape;9571;p122"/>
              <p:cNvGrpSpPr/>
              <p:nvPr/>
            </p:nvGrpSpPr>
            <p:grpSpPr>
              <a:xfrm>
                <a:off x="7733087" y="76602"/>
                <a:ext cx="456558" cy="368424"/>
                <a:chOff x="-1636175" y="409550"/>
                <a:chExt cx="448750" cy="362088"/>
              </a:xfrm>
            </p:grpSpPr>
            <p:sp>
              <p:nvSpPr>
                <p:cNvPr id="9572" name="Google Shape;9572;p122"/>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22"/>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122"/>
              <p:cNvGrpSpPr/>
              <p:nvPr/>
            </p:nvGrpSpPr>
            <p:grpSpPr>
              <a:xfrm>
                <a:off x="137891" y="4334676"/>
                <a:ext cx="735612" cy="682607"/>
                <a:chOff x="-3345900" y="2555950"/>
                <a:chExt cx="464050" cy="430613"/>
              </a:xfrm>
            </p:grpSpPr>
            <p:sp>
              <p:nvSpPr>
                <p:cNvPr id="9575" name="Google Shape;9575;p122"/>
                <p:cNvSpPr/>
                <p:nvPr/>
              </p:nvSpPr>
              <p:spPr>
                <a:xfrm>
                  <a:off x="-3345900" y="2555950"/>
                  <a:ext cx="464050" cy="430575"/>
                </a:xfrm>
                <a:custGeom>
                  <a:rect b="b" l="l" r="r" t="t"/>
                  <a:pathLst>
                    <a:path extrusionOk="0" h="17223" w="18562">
                      <a:moveTo>
                        <a:pt x="9284" y="7756"/>
                      </a:moveTo>
                      <a:cubicBezTo>
                        <a:pt x="9503" y="7756"/>
                        <a:pt x="9723" y="7840"/>
                        <a:pt x="9889" y="8006"/>
                      </a:cubicBezTo>
                      <a:cubicBezTo>
                        <a:pt x="10224" y="8341"/>
                        <a:pt x="10224" y="8883"/>
                        <a:pt x="9889" y="9218"/>
                      </a:cubicBezTo>
                      <a:cubicBezTo>
                        <a:pt x="9723" y="9385"/>
                        <a:pt x="9504" y="9469"/>
                        <a:pt x="9285" y="9469"/>
                      </a:cubicBezTo>
                      <a:cubicBezTo>
                        <a:pt x="9066" y="9469"/>
                        <a:pt x="8846" y="9385"/>
                        <a:pt x="8679" y="9218"/>
                      </a:cubicBezTo>
                      <a:cubicBezTo>
                        <a:pt x="8344" y="8883"/>
                        <a:pt x="8344" y="8341"/>
                        <a:pt x="8679" y="8006"/>
                      </a:cubicBezTo>
                      <a:cubicBezTo>
                        <a:pt x="8845" y="7840"/>
                        <a:pt x="9065" y="7756"/>
                        <a:pt x="9284" y="7756"/>
                      </a:cubicBezTo>
                      <a:close/>
                      <a:moveTo>
                        <a:pt x="9286" y="0"/>
                      </a:moveTo>
                      <a:cubicBezTo>
                        <a:pt x="8069" y="0"/>
                        <a:pt x="6853" y="257"/>
                        <a:pt x="5724" y="769"/>
                      </a:cubicBezTo>
                      <a:cubicBezTo>
                        <a:pt x="4809" y="1184"/>
                        <a:pt x="3949" y="1768"/>
                        <a:pt x="3196" y="2521"/>
                      </a:cubicBezTo>
                      <a:cubicBezTo>
                        <a:pt x="2441" y="3275"/>
                        <a:pt x="1857" y="4134"/>
                        <a:pt x="1440" y="5052"/>
                      </a:cubicBezTo>
                      <a:cubicBezTo>
                        <a:pt x="1" y="8223"/>
                        <a:pt x="585" y="12091"/>
                        <a:pt x="3196" y="14701"/>
                      </a:cubicBezTo>
                      <a:cubicBezTo>
                        <a:pt x="4876" y="16382"/>
                        <a:pt x="7079" y="17223"/>
                        <a:pt x="9282" y="17223"/>
                      </a:cubicBezTo>
                      <a:cubicBezTo>
                        <a:pt x="10475" y="17223"/>
                        <a:pt x="11668" y="16976"/>
                        <a:pt x="12778" y="16483"/>
                      </a:cubicBezTo>
                      <a:cubicBezTo>
                        <a:pt x="13719" y="16068"/>
                        <a:pt x="14599" y="15473"/>
                        <a:pt x="15373" y="14701"/>
                      </a:cubicBezTo>
                      <a:cubicBezTo>
                        <a:pt x="16146" y="13928"/>
                        <a:pt x="16741" y="13045"/>
                        <a:pt x="17156" y="12106"/>
                      </a:cubicBezTo>
                      <a:cubicBezTo>
                        <a:pt x="18561" y="8945"/>
                        <a:pt x="17967" y="5115"/>
                        <a:pt x="15373" y="2521"/>
                      </a:cubicBezTo>
                      <a:cubicBezTo>
                        <a:pt x="13691" y="840"/>
                        <a:pt x="11488" y="0"/>
                        <a:pt x="928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6" name="Google Shape;9576;p122"/>
                <p:cNvGrpSpPr/>
                <p:nvPr/>
              </p:nvGrpSpPr>
              <p:grpSpPr>
                <a:xfrm>
                  <a:off x="-3345900" y="2555988"/>
                  <a:ext cx="464050" cy="430575"/>
                  <a:chOff x="-3345900" y="1288025"/>
                  <a:chExt cx="464050" cy="430575"/>
                </a:xfrm>
              </p:grpSpPr>
              <p:sp>
                <p:nvSpPr>
                  <p:cNvPr id="9577" name="Google Shape;9577;p122"/>
                  <p:cNvSpPr/>
                  <p:nvPr/>
                </p:nvSpPr>
                <p:spPr>
                  <a:xfrm>
                    <a:off x="-3345900" y="1288025"/>
                    <a:ext cx="464050" cy="430575"/>
                  </a:xfrm>
                  <a:custGeom>
                    <a:rect b="b" l="l" r="r" t="t"/>
                    <a:pathLst>
                      <a:path extrusionOk="0" h="17223" w="18562">
                        <a:moveTo>
                          <a:pt x="9284" y="7757"/>
                        </a:moveTo>
                        <a:cubicBezTo>
                          <a:pt x="9503" y="7757"/>
                          <a:pt x="9723" y="7840"/>
                          <a:pt x="9889" y="8007"/>
                        </a:cubicBezTo>
                        <a:cubicBezTo>
                          <a:pt x="10224" y="8341"/>
                          <a:pt x="10224" y="8885"/>
                          <a:pt x="9889" y="9218"/>
                        </a:cubicBezTo>
                        <a:cubicBezTo>
                          <a:pt x="9723" y="9385"/>
                          <a:pt x="9504" y="9469"/>
                          <a:pt x="9285" y="9469"/>
                        </a:cubicBezTo>
                        <a:cubicBezTo>
                          <a:pt x="9066" y="9469"/>
                          <a:pt x="8846" y="9385"/>
                          <a:pt x="8679" y="9218"/>
                        </a:cubicBezTo>
                        <a:cubicBezTo>
                          <a:pt x="8344" y="8885"/>
                          <a:pt x="8344" y="8341"/>
                          <a:pt x="8679" y="8007"/>
                        </a:cubicBezTo>
                        <a:cubicBezTo>
                          <a:pt x="8845" y="7840"/>
                          <a:pt x="9065" y="7757"/>
                          <a:pt x="9284" y="7757"/>
                        </a:cubicBezTo>
                        <a:close/>
                        <a:moveTo>
                          <a:pt x="9285" y="1"/>
                        </a:moveTo>
                        <a:cubicBezTo>
                          <a:pt x="8069" y="1"/>
                          <a:pt x="6853" y="257"/>
                          <a:pt x="5724" y="769"/>
                        </a:cubicBezTo>
                        <a:cubicBezTo>
                          <a:pt x="4809" y="1184"/>
                          <a:pt x="3949" y="1769"/>
                          <a:pt x="3196" y="2522"/>
                        </a:cubicBezTo>
                        <a:cubicBezTo>
                          <a:pt x="2441" y="3276"/>
                          <a:pt x="1857" y="4134"/>
                          <a:pt x="1440" y="5052"/>
                        </a:cubicBezTo>
                        <a:cubicBezTo>
                          <a:pt x="1" y="8224"/>
                          <a:pt x="585" y="12091"/>
                          <a:pt x="3196" y="14701"/>
                        </a:cubicBezTo>
                        <a:cubicBezTo>
                          <a:pt x="4876" y="16382"/>
                          <a:pt x="7079" y="17223"/>
                          <a:pt x="9282" y="17223"/>
                        </a:cubicBezTo>
                        <a:cubicBezTo>
                          <a:pt x="10475" y="17223"/>
                          <a:pt x="11668" y="16976"/>
                          <a:pt x="12778" y="16483"/>
                        </a:cubicBezTo>
                        <a:cubicBezTo>
                          <a:pt x="13719" y="16068"/>
                          <a:pt x="14599" y="15474"/>
                          <a:pt x="15373" y="14701"/>
                        </a:cubicBezTo>
                        <a:cubicBezTo>
                          <a:pt x="16146" y="13928"/>
                          <a:pt x="16741" y="13046"/>
                          <a:pt x="17156" y="12106"/>
                        </a:cubicBezTo>
                        <a:cubicBezTo>
                          <a:pt x="18561" y="8946"/>
                          <a:pt x="17967" y="5115"/>
                          <a:pt x="15373" y="2522"/>
                        </a:cubicBezTo>
                        <a:cubicBezTo>
                          <a:pt x="13691" y="841"/>
                          <a:pt x="11488" y="1"/>
                          <a:pt x="92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122"/>
                  <p:cNvSpPr/>
                  <p:nvPr/>
                </p:nvSpPr>
                <p:spPr>
                  <a:xfrm>
                    <a:off x="-3215075" y="1411025"/>
                    <a:ext cx="202575" cy="184600"/>
                  </a:xfrm>
                  <a:custGeom>
                    <a:rect b="b" l="l" r="r" t="t"/>
                    <a:pathLst>
                      <a:path extrusionOk="0" h="7384" w="8103">
                        <a:moveTo>
                          <a:pt x="4052" y="2837"/>
                        </a:moveTo>
                        <a:cubicBezTo>
                          <a:pt x="4272" y="2837"/>
                          <a:pt x="4491" y="2920"/>
                          <a:pt x="4658" y="3087"/>
                        </a:cubicBezTo>
                        <a:cubicBezTo>
                          <a:pt x="4993" y="3421"/>
                          <a:pt x="4993" y="3965"/>
                          <a:pt x="4658" y="4298"/>
                        </a:cubicBezTo>
                        <a:cubicBezTo>
                          <a:pt x="4491" y="4465"/>
                          <a:pt x="4272" y="4549"/>
                          <a:pt x="4052" y="4549"/>
                        </a:cubicBezTo>
                        <a:cubicBezTo>
                          <a:pt x="3833" y="4549"/>
                          <a:pt x="3614" y="4465"/>
                          <a:pt x="3447" y="4298"/>
                        </a:cubicBezTo>
                        <a:cubicBezTo>
                          <a:pt x="3112" y="3965"/>
                          <a:pt x="3112" y="3421"/>
                          <a:pt x="3447" y="3087"/>
                        </a:cubicBezTo>
                        <a:cubicBezTo>
                          <a:pt x="3614" y="2920"/>
                          <a:pt x="3833" y="2837"/>
                          <a:pt x="4052" y="2837"/>
                        </a:cubicBezTo>
                        <a:close/>
                        <a:moveTo>
                          <a:pt x="4051" y="1"/>
                        </a:moveTo>
                        <a:cubicBezTo>
                          <a:pt x="3107" y="1"/>
                          <a:pt x="2162" y="361"/>
                          <a:pt x="1442" y="1082"/>
                        </a:cubicBezTo>
                        <a:cubicBezTo>
                          <a:pt x="1" y="2523"/>
                          <a:pt x="1" y="4860"/>
                          <a:pt x="1442" y="6302"/>
                        </a:cubicBezTo>
                        <a:cubicBezTo>
                          <a:pt x="2162" y="7023"/>
                          <a:pt x="3107" y="7383"/>
                          <a:pt x="4052" y="7383"/>
                        </a:cubicBezTo>
                        <a:cubicBezTo>
                          <a:pt x="4997" y="7383"/>
                          <a:pt x="5941" y="7023"/>
                          <a:pt x="6661" y="6302"/>
                        </a:cubicBezTo>
                        <a:cubicBezTo>
                          <a:pt x="8102" y="4860"/>
                          <a:pt x="8102" y="2523"/>
                          <a:pt x="6661" y="1082"/>
                        </a:cubicBezTo>
                        <a:cubicBezTo>
                          <a:pt x="5940" y="361"/>
                          <a:pt x="4995" y="1"/>
                          <a:pt x="40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122"/>
                  <p:cNvSpPr/>
                  <p:nvPr/>
                </p:nvSpPr>
                <p:spPr>
                  <a:xfrm>
                    <a:off x="-3169450" y="1452600"/>
                    <a:ext cx="111350" cy="101450"/>
                  </a:xfrm>
                  <a:custGeom>
                    <a:rect b="b" l="l" r="r" t="t"/>
                    <a:pathLst>
                      <a:path extrusionOk="0" h="4058" w="4454">
                        <a:moveTo>
                          <a:pt x="2227" y="1174"/>
                        </a:moveTo>
                        <a:cubicBezTo>
                          <a:pt x="2447" y="1174"/>
                          <a:pt x="2666" y="1257"/>
                          <a:pt x="2833" y="1424"/>
                        </a:cubicBezTo>
                        <a:cubicBezTo>
                          <a:pt x="3168" y="1758"/>
                          <a:pt x="3168" y="2302"/>
                          <a:pt x="2833" y="2635"/>
                        </a:cubicBezTo>
                        <a:cubicBezTo>
                          <a:pt x="2666" y="2802"/>
                          <a:pt x="2447" y="2886"/>
                          <a:pt x="2227" y="2886"/>
                        </a:cubicBezTo>
                        <a:cubicBezTo>
                          <a:pt x="2008" y="2886"/>
                          <a:pt x="1789" y="2802"/>
                          <a:pt x="1622" y="2635"/>
                        </a:cubicBezTo>
                        <a:cubicBezTo>
                          <a:pt x="1287" y="2302"/>
                          <a:pt x="1287" y="1758"/>
                          <a:pt x="1622" y="1424"/>
                        </a:cubicBezTo>
                        <a:cubicBezTo>
                          <a:pt x="1789" y="1257"/>
                          <a:pt x="2008" y="1174"/>
                          <a:pt x="2227" y="1174"/>
                        </a:cubicBezTo>
                        <a:close/>
                        <a:moveTo>
                          <a:pt x="2227" y="0"/>
                        </a:moveTo>
                        <a:cubicBezTo>
                          <a:pt x="1708" y="0"/>
                          <a:pt x="1188" y="198"/>
                          <a:pt x="792" y="595"/>
                        </a:cubicBezTo>
                        <a:cubicBezTo>
                          <a:pt x="0" y="1386"/>
                          <a:pt x="0" y="2671"/>
                          <a:pt x="792" y="3464"/>
                        </a:cubicBezTo>
                        <a:cubicBezTo>
                          <a:pt x="1188" y="3859"/>
                          <a:pt x="1708" y="4057"/>
                          <a:pt x="2227" y="4057"/>
                        </a:cubicBezTo>
                        <a:cubicBezTo>
                          <a:pt x="2746" y="4057"/>
                          <a:pt x="3265" y="3859"/>
                          <a:pt x="3661" y="3464"/>
                        </a:cubicBezTo>
                        <a:cubicBezTo>
                          <a:pt x="4454" y="2671"/>
                          <a:pt x="4454" y="1386"/>
                          <a:pt x="3661" y="595"/>
                        </a:cubicBezTo>
                        <a:cubicBezTo>
                          <a:pt x="3265" y="198"/>
                          <a:pt x="2746" y="0"/>
                          <a:pt x="22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80" name="Google Shape;9580;p122"/>
              <p:cNvGrpSpPr/>
              <p:nvPr/>
            </p:nvGrpSpPr>
            <p:grpSpPr>
              <a:xfrm>
                <a:off x="374884" y="3986253"/>
                <a:ext cx="185701" cy="172104"/>
                <a:chOff x="3508459" y="336863"/>
                <a:chExt cx="94750" cy="87813"/>
              </a:xfrm>
            </p:grpSpPr>
            <p:sp>
              <p:nvSpPr>
                <p:cNvPr id="9581" name="Google Shape;9581;p122"/>
                <p:cNvSpPr/>
                <p:nvPr/>
              </p:nvSpPr>
              <p:spPr>
                <a:xfrm>
                  <a:off x="3508459" y="336863"/>
                  <a:ext cx="94750" cy="86125"/>
                </a:xfrm>
                <a:custGeom>
                  <a:rect b="b" l="l" r="r" t="t"/>
                  <a:pathLst>
                    <a:path extrusionOk="0" h="3445" w="3790">
                      <a:moveTo>
                        <a:pt x="1897" y="0"/>
                      </a:moveTo>
                      <a:cubicBezTo>
                        <a:pt x="1766" y="0"/>
                        <a:pt x="1633" y="15"/>
                        <a:pt x="1500" y="47"/>
                      </a:cubicBezTo>
                      <a:cubicBezTo>
                        <a:pt x="574" y="265"/>
                        <a:pt x="0" y="1192"/>
                        <a:pt x="219" y="2118"/>
                      </a:cubicBezTo>
                      <a:cubicBezTo>
                        <a:pt x="406" y="2911"/>
                        <a:pt x="1114" y="3445"/>
                        <a:pt x="1895" y="3445"/>
                      </a:cubicBezTo>
                      <a:cubicBezTo>
                        <a:pt x="2026" y="3445"/>
                        <a:pt x="2159" y="3430"/>
                        <a:pt x="2291" y="3399"/>
                      </a:cubicBezTo>
                      <a:cubicBezTo>
                        <a:pt x="3217" y="3180"/>
                        <a:pt x="3790" y="2252"/>
                        <a:pt x="3571" y="1326"/>
                      </a:cubicBezTo>
                      <a:cubicBezTo>
                        <a:pt x="3384" y="534"/>
                        <a:pt x="2678" y="0"/>
                        <a:pt x="1897"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122"/>
                <p:cNvSpPr/>
                <p:nvPr/>
              </p:nvSpPr>
              <p:spPr>
                <a:xfrm>
                  <a:off x="3514125" y="338525"/>
                  <a:ext cx="86100" cy="86150"/>
                </a:xfrm>
                <a:custGeom>
                  <a:rect b="b" l="l" r="r" t="t"/>
                  <a:pathLst>
                    <a:path extrusionOk="0" h="3446" w="3444">
                      <a:moveTo>
                        <a:pt x="1721" y="1"/>
                      </a:moveTo>
                      <a:cubicBezTo>
                        <a:pt x="771" y="1"/>
                        <a:pt x="0" y="772"/>
                        <a:pt x="0" y="1723"/>
                      </a:cubicBezTo>
                      <a:cubicBezTo>
                        <a:pt x="0" y="2674"/>
                        <a:pt x="771" y="3445"/>
                        <a:pt x="1721" y="3445"/>
                      </a:cubicBezTo>
                      <a:cubicBezTo>
                        <a:pt x="2673" y="3445"/>
                        <a:pt x="3444" y="2674"/>
                        <a:pt x="3444" y="1723"/>
                      </a:cubicBezTo>
                      <a:cubicBezTo>
                        <a:pt x="3444" y="772"/>
                        <a:pt x="2673" y="1"/>
                        <a:pt x="17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122"/>
                <p:cNvSpPr/>
                <p:nvPr/>
              </p:nvSpPr>
              <p:spPr>
                <a:xfrm>
                  <a:off x="3514125" y="338525"/>
                  <a:ext cx="86100" cy="43075"/>
                </a:xfrm>
                <a:custGeom>
                  <a:rect b="b" l="l" r="r" t="t"/>
                  <a:pathLst>
                    <a:path extrusionOk="0" h="1723" w="3444">
                      <a:moveTo>
                        <a:pt x="1721" y="1"/>
                      </a:moveTo>
                      <a:cubicBezTo>
                        <a:pt x="771" y="1"/>
                        <a:pt x="0" y="771"/>
                        <a:pt x="0" y="1723"/>
                      </a:cubicBezTo>
                      <a:lnTo>
                        <a:pt x="3444" y="1723"/>
                      </a:lnTo>
                      <a:cubicBezTo>
                        <a:pt x="3444" y="772"/>
                        <a:pt x="2674" y="1"/>
                        <a:pt x="17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122"/>
              <p:cNvGrpSpPr/>
              <p:nvPr/>
            </p:nvGrpSpPr>
            <p:grpSpPr>
              <a:xfrm>
                <a:off x="557716" y="105257"/>
                <a:ext cx="311019" cy="311110"/>
                <a:chOff x="5038846" y="235350"/>
                <a:chExt cx="158691" cy="158738"/>
              </a:xfrm>
            </p:grpSpPr>
            <p:sp>
              <p:nvSpPr>
                <p:cNvPr id="9585" name="Google Shape;9585;p122"/>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122"/>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87" name="Google Shape;9587;p122"/>
            <p:cNvGrpSpPr/>
            <p:nvPr/>
          </p:nvGrpSpPr>
          <p:grpSpPr>
            <a:xfrm rot="-2700000">
              <a:off x="-34507" y="718680"/>
              <a:ext cx="980373" cy="980261"/>
              <a:chOff x="223041" y="1065269"/>
              <a:chExt cx="980382" cy="980270"/>
            </a:xfrm>
          </p:grpSpPr>
          <p:sp>
            <p:nvSpPr>
              <p:cNvPr id="9588" name="Google Shape;9588;p122"/>
              <p:cNvSpPr/>
              <p:nvPr/>
            </p:nvSpPr>
            <p:spPr>
              <a:xfrm>
                <a:off x="223041" y="1065269"/>
                <a:ext cx="976822" cy="976272"/>
              </a:xfrm>
              <a:custGeom>
                <a:rect b="b" l="l" r="r" t="t"/>
                <a:pathLst>
                  <a:path extrusionOk="0" h="15262" w="15270">
                    <a:moveTo>
                      <a:pt x="5171" y="1"/>
                    </a:moveTo>
                    <a:cubicBezTo>
                      <a:pt x="2985" y="1"/>
                      <a:pt x="1116" y="1356"/>
                      <a:pt x="360" y="3270"/>
                    </a:cubicBezTo>
                    <a:lnTo>
                      <a:pt x="360" y="3273"/>
                    </a:lnTo>
                    <a:cubicBezTo>
                      <a:pt x="314" y="3387"/>
                      <a:pt x="271" y="3506"/>
                      <a:pt x="238" y="3626"/>
                    </a:cubicBezTo>
                    <a:cubicBezTo>
                      <a:pt x="106" y="4038"/>
                      <a:pt x="28" y="4477"/>
                      <a:pt x="6" y="4929"/>
                    </a:cubicBezTo>
                    <a:lnTo>
                      <a:pt x="0" y="4929"/>
                    </a:lnTo>
                    <a:lnTo>
                      <a:pt x="0" y="5197"/>
                    </a:lnTo>
                    <a:lnTo>
                      <a:pt x="0" y="5937"/>
                    </a:lnTo>
                    <a:lnTo>
                      <a:pt x="0" y="7415"/>
                    </a:lnTo>
                    <a:lnTo>
                      <a:pt x="0" y="8155"/>
                    </a:lnTo>
                    <a:lnTo>
                      <a:pt x="0" y="9636"/>
                    </a:lnTo>
                    <a:lnTo>
                      <a:pt x="0" y="10377"/>
                    </a:lnTo>
                    <a:lnTo>
                      <a:pt x="0" y="11855"/>
                    </a:lnTo>
                    <a:lnTo>
                      <a:pt x="0" y="12596"/>
                    </a:lnTo>
                    <a:lnTo>
                      <a:pt x="0" y="14076"/>
                    </a:lnTo>
                    <a:lnTo>
                      <a:pt x="0" y="14817"/>
                    </a:lnTo>
                    <a:lnTo>
                      <a:pt x="0" y="15262"/>
                    </a:lnTo>
                    <a:lnTo>
                      <a:pt x="10337" y="15262"/>
                    </a:lnTo>
                    <a:lnTo>
                      <a:pt x="10337" y="15256"/>
                    </a:lnTo>
                    <a:cubicBezTo>
                      <a:pt x="11011" y="15225"/>
                      <a:pt x="11648" y="15065"/>
                      <a:pt x="12230" y="14800"/>
                    </a:cubicBezTo>
                    <a:lnTo>
                      <a:pt x="12234" y="14800"/>
                    </a:lnTo>
                    <a:lnTo>
                      <a:pt x="12675" y="14575"/>
                    </a:lnTo>
                    <a:cubicBezTo>
                      <a:pt x="13102" y="14330"/>
                      <a:pt x="13494" y="14022"/>
                      <a:pt x="13831" y="13669"/>
                    </a:cubicBezTo>
                    <a:cubicBezTo>
                      <a:pt x="13865" y="13635"/>
                      <a:pt x="13898" y="13598"/>
                      <a:pt x="13929" y="13562"/>
                    </a:cubicBezTo>
                    <a:cubicBezTo>
                      <a:pt x="14092" y="13383"/>
                      <a:pt x="14241" y="13196"/>
                      <a:pt x="14372" y="12996"/>
                    </a:cubicBezTo>
                    <a:cubicBezTo>
                      <a:pt x="14940" y="12170"/>
                      <a:pt x="15270" y="11172"/>
                      <a:pt x="15270" y="10091"/>
                    </a:cubicBezTo>
                    <a:cubicBezTo>
                      <a:pt x="15270" y="8949"/>
                      <a:pt x="14901" y="7893"/>
                      <a:pt x="14272" y="7040"/>
                    </a:cubicBezTo>
                    <a:cubicBezTo>
                      <a:pt x="14149" y="6868"/>
                      <a:pt x="14014" y="6709"/>
                      <a:pt x="13869" y="6555"/>
                    </a:cubicBezTo>
                    <a:cubicBezTo>
                      <a:pt x="13525" y="6193"/>
                      <a:pt x="13131" y="5875"/>
                      <a:pt x="12695" y="5621"/>
                    </a:cubicBezTo>
                    <a:cubicBezTo>
                      <a:pt x="12493" y="5503"/>
                      <a:pt x="12280" y="5399"/>
                      <a:pt x="12061" y="5310"/>
                    </a:cubicBezTo>
                    <a:cubicBezTo>
                      <a:pt x="11524" y="5088"/>
                      <a:pt x="10944" y="4956"/>
                      <a:pt x="10332" y="4931"/>
                    </a:cubicBezTo>
                    <a:cubicBezTo>
                      <a:pt x="10327" y="4878"/>
                      <a:pt x="10325" y="4820"/>
                      <a:pt x="10319" y="4761"/>
                    </a:cubicBezTo>
                    <a:cubicBezTo>
                      <a:pt x="10304" y="4537"/>
                      <a:pt x="10270" y="4319"/>
                      <a:pt x="10223" y="4104"/>
                    </a:cubicBezTo>
                    <a:cubicBezTo>
                      <a:pt x="10008" y="3066"/>
                      <a:pt x="9479" y="2143"/>
                      <a:pt x="8745" y="1438"/>
                    </a:cubicBezTo>
                    <a:cubicBezTo>
                      <a:pt x="8683" y="1380"/>
                      <a:pt x="8625" y="1325"/>
                      <a:pt x="8561" y="1270"/>
                    </a:cubicBezTo>
                    <a:cubicBezTo>
                      <a:pt x="8382" y="1112"/>
                      <a:pt x="8191" y="968"/>
                      <a:pt x="7989" y="839"/>
                    </a:cubicBezTo>
                    <a:cubicBezTo>
                      <a:pt x="7988" y="837"/>
                      <a:pt x="7987" y="836"/>
                      <a:pt x="7987" y="836"/>
                    </a:cubicBezTo>
                    <a:cubicBezTo>
                      <a:pt x="7987" y="836"/>
                      <a:pt x="7987" y="837"/>
                      <a:pt x="7987" y="839"/>
                    </a:cubicBezTo>
                    <a:cubicBezTo>
                      <a:pt x="7178" y="307"/>
                      <a:pt x="6210" y="1"/>
                      <a:pt x="517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9" name="Google Shape;9589;p122"/>
              <p:cNvGrpSpPr/>
              <p:nvPr/>
            </p:nvGrpSpPr>
            <p:grpSpPr>
              <a:xfrm>
                <a:off x="226410" y="1069011"/>
                <a:ext cx="977014" cy="976528"/>
                <a:chOff x="226410" y="1069011"/>
                <a:chExt cx="977014" cy="976528"/>
              </a:xfrm>
            </p:grpSpPr>
            <p:grpSp>
              <p:nvGrpSpPr>
                <p:cNvPr id="9590" name="Google Shape;9590;p122"/>
                <p:cNvGrpSpPr/>
                <p:nvPr/>
              </p:nvGrpSpPr>
              <p:grpSpPr>
                <a:xfrm>
                  <a:off x="226410" y="1069011"/>
                  <a:ext cx="977014" cy="976528"/>
                  <a:chOff x="226410" y="1069011"/>
                  <a:chExt cx="977014" cy="976528"/>
                </a:xfrm>
              </p:grpSpPr>
              <p:sp>
                <p:nvSpPr>
                  <p:cNvPr id="9591" name="Google Shape;9591;p122"/>
                  <p:cNvSpPr/>
                  <p:nvPr/>
                </p:nvSpPr>
                <p:spPr>
                  <a:xfrm>
                    <a:off x="226474" y="1069011"/>
                    <a:ext cx="976950" cy="976528"/>
                  </a:xfrm>
                  <a:custGeom>
                    <a:rect b="b" l="l" r="r" t="t"/>
                    <a:pathLst>
                      <a:path extrusionOk="0" h="15266" w="15272">
                        <a:moveTo>
                          <a:pt x="5171" y="0"/>
                        </a:moveTo>
                        <a:cubicBezTo>
                          <a:pt x="2986" y="0"/>
                          <a:pt x="1117" y="1355"/>
                          <a:pt x="361" y="3270"/>
                        </a:cubicBezTo>
                        <a:lnTo>
                          <a:pt x="361" y="3273"/>
                        </a:lnTo>
                        <a:cubicBezTo>
                          <a:pt x="316" y="3386"/>
                          <a:pt x="272" y="3506"/>
                          <a:pt x="238" y="3626"/>
                        </a:cubicBezTo>
                        <a:cubicBezTo>
                          <a:pt x="106" y="4038"/>
                          <a:pt x="30" y="4477"/>
                          <a:pt x="8" y="4929"/>
                        </a:cubicBezTo>
                        <a:lnTo>
                          <a:pt x="1" y="4929"/>
                        </a:lnTo>
                        <a:lnTo>
                          <a:pt x="1" y="15266"/>
                        </a:lnTo>
                        <a:lnTo>
                          <a:pt x="10338" y="15266"/>
                        </a:lnTo>
                        <a:lnTo>
                          <a:pt x="10338" y="15260"/>
                        </a:lnTo>
                        <a:cubicBezTo>
                          <a:pt x="11011" y="15229"/>
                          <a:pt x="11651" y="15069"/>
                          <a:pt x="12232" y="14804"/>
                        </a:cubicBezTo>
                        <a:lnTo>
                          <a:pt x="12234" y="14804"/>
                        </a:lnTo>
                        <a:lnTo>
                          <a:pt x="12677" y="14579"/>
                        </a:lnTo>
                        <a:cubicBezTo>
                          <a:pt x="13104" y="14333"/>
                          <a:pt x="13495" y="14026"/>
                          <a:pt x="13833" y="13672"/>
                        </a:cubicBezTo>
                        <a:cubicBezTo>
                          <a:pt x="13867" y="13639"/>
                          <a:pt x="13900" y="13603"/>
                          <a:pt x="13931" y="13566"/>
                        </a:cubicBezTo>
                        <a:cubicBezTo>
                          <a:pt x="14094" y="13388"/>
                          <a:pt x="14241" y="13201"/>
                          <a:pt x="14373" y="13001"/>
                        </a:cubicBezTo>
                        <a:cubicBezTo>
                          <a:pt x="14942" y="12174"/>
                          <a:pt x="15271" y="11174"/>
                          <a:pt x="15271" y="10095"/>
                        </a:cubicBezTo>
                        <a:cubicBezTo>
                          <a:pt x="15271" y="8951"/>
                          <a:pt x="14902" y="7897"/>
                          <a:pt x="14272" y="7045"/>
                        </a:cubicBezTo>
                        <a:cubicBezTo>
                          <a:pt x="14149" y="6874"/>
                          <a:pt x="14014" y="6714"/>
                          <a:pt x="13870" y="6560"/>
                        </a:cubicBezTo>
                        <a:cubicBezTo>
                          <a:pt x="13525" y="6198"/>
                          <a:pt x="13132" y="5881"/>
                          <a:pt x="12696" y="5626"/>
                        </a:cubicBezTo>
                        <a:cubicBezTo>
                          <a:pt x="12493" y="5508"/>
                          <a:pt x="12280" y="5404"/>
                          <a:pt x="12063" y="5315"/>
                        </a:cubicBezTo>
                        <a:cubicBezTo>
                          <a:pt x="11525" y="5094"/>
                          <a:pt x="10944" y="4961"/>
                          <a:pt x="10333" y="4937"/>
                        </a:cubicBezTo>
                        <a:cubicBezTo>
                          <a:pt x="10329" y="4879"/>
                          <a:pt x="10326" y="4820"/>
                          <a:pt x="10320" y="4761"/>
                        </a:cubicBezTo>
                        <a:cubicBezTo>
                          <a:pt x="10304" y="4537"/>
                          <a:pt x="10271" y="4319"/>
                          <a:pt x="10225" y="4104"/>
                        </a:cubicBezTo>
                        <a:cubicBezTo>
                          <a:pt x="10009" y="3063"/>
                          <a:pt x="9480" y="2143"/>
                          <a:pt x="8746" y="1438"/>
                        </a:cubicBezTo>
                        <a:cubicBezTo>
                          <a:pt x="8684" y="1380"/>
                          <a:pt x="8626" y="1325"/>
                          <a:pt x="8561" y="1270"/>
                        </a:cubicBezTo>
                        <a:cubicBezTo>
                          <a:pt x="8384" y="1112"/>
                          <a:pt x="8193" y="967"/>
                          <a:pt x="7990" y="838"/>
                        </a:cubicBezTo>
                        <a:cubicBezTo>
                          <a:pt x="7989" y="837"/>
                          <a:pt x="7988" y="837"/>
                          <a:pt x="7988" y="837"/>
                        </a:cubicBezTo>
                        <a:cubicBezTo>
                          <a:pt x="7987" y="837"/>
                          <a:pt x="7987" y="837"/>
                          <a:pt x="7987" y="838"/>
                        </a:cubicBezTo>
                        <a:cubicBezTo>
                          <a:pt x="7178" y="307"/>
                          <a:pt x="6210" y="0"/>
                          <a:pt x="51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122"/>
                  <p:cNvSpPr/>
                  <p:nvPr/>
                </p:nvSpPr>
                <p:spPr>
                  <a:xfrm>
                    <a:off x="1112586" y="1488382"/>
                    <a:ext cx="26931" cy="31344"/>
                  </a:xfrm>
                  <a:custGeom>
                    <a:rect b="b" l="l" r="r" t="t"/>
                    <a:pathLst>
                      <a:path extrusionOk="0" h="490" w="421">
                        <a:moveTo>
                          <a:pt x="18" y="1"/>
                        </a:moveTo>
                        <a:cubicBezTo>
                          <a:pt x="6" y="39"/>
                          <a:pt x="0" y="78"/>
                          <a:pt x="0" y="118"/>
                        </a:cubicBezTo>
                        <a:cubicBezTo>
                          <a:pt x="0" y="324"/>
                          <a:pt x="165" y="490"/>
                          <a:pt x="372" y="490"/>
                        </a:cubicBezTo>
                        <a:cubicBezTo>
                          <a:pt x="389" y="490"/>
                          <a:pt x="405" y="490"/>
                          <a:pt x="420" y="488"/>
                        </a:cubicBezTo>
                        <a:cubicBezTo>
                          <a:pt x="296" y="314"/>
                          <a:pt x="161" y="155"/>
                          <a:pt x="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22"/>
                  <p:cNvSpPr/>
                  <p:nvPr/>
                </p:nvSpPr>
                <p:spPr>
                  <a:xfrm>
                    <a:off x="1112586" y="1614334"/>
                    <a:ext cx="47402" cy="47400"/>
                  </a:xfrm>
                  <a:custGeom>
                    <a:rect b="b" l="l" r="r" t="t"/>
                    <a:pathLst>
                      <a:path extrusionOk="0" h="741" w="741">
                        <a:moveTo>
                          <a:pt x="371" y="1"/>
                        </a:moveTo>
                        <a:cubicBezTo>
                          <a:pt x="165" y="1"/>
                          <a:pt x="0" y="166"/>
                          <a:pt x="0" y="371"/>
                        </a:cubicBezTo>
                        <a:cubicBezTo>
                          <a:pt x="0" y="576"/>
                          <a:pt x="165" y="741"/>
                          <a:pt x="371" y="741"/>
                        </a:cubicBezTo>
                        <a:cubicBezTo>
                          <a:pt x="575" y="741"/>
                          <a:pt x="740" y="576"/>
                          <a:pt x="740" y="371"/>
                        </a:cubicBezTo>
                        <a:cubicBezTo>
                          <a:pt x="740"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122"/>
                  <p:cNvSpPr/>
                  <p:nvPr/>
                </p:nvSpPr>
                <p:spPr>
                  <a:xfrm>
                    <a:off x="1112586" y="1756406"/>
                    <a:ext cx="47402" cy="47464"/>
                  </a:xfrm>
                  <a:custGeom>
                    <a:rect b="b" l="l" r="r" t="t"/>
                    <a:pathLst>
                      <a:path extrusionOk="0" h="742" w="741">
                        <a:moveTo>
                          <a:pt x="371" y="1"/>
                        </a:moveTo>
                        <a:cubicBezTo>
                          <a:pt x="165" y="1"/>
                          <a:pt x="0" y="167"/>
                          <a:pt x="0" y="371"/>
                        </a:cubicBezTo>
                        <a:cubicBezTo>
                          <a:pt x="0" y="575"/>
                          <a:pt x="165" y="742"/>
                          <a:pt x="371" y="742"/>
                        </a:cubicBezTo>
                        <a:cubicBezTo>
                          <a:pt x="575" y="742"/>
                          <a:pt x="740" y="575"/>
                          <a:pt x="740" y="371"/>
                        </a:cubicBezTo>
                        <a:cubicBezTo>
                          <a:pt x="740"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122"/>
                  <p:cNvSpPr/>
                  <p:nvPr/>
                </p:nvSpPr>
                <p:spPr>
                  <a:xfrm>
                    <a:off x="1112522" y="1898541"/>
                    <a:ext cx="33456" cy="38189"/>
                  </a:xfrm>
                  <a:custGeom>
                    <a:rect b="b" l="l" r="r" t="t"/>
                    <a:pathLst>
                      <a:path extrusionOk="0" h="597" w="523">
                        <a:moveTo>
                          <a:pt x="372" y="1"/>
                        </a:moveTo>
                        <a:cubicBezTo>
                          <a:pt x="166" y="1"/>
                          <a:pt x="0" y="167"/>
                          <a:pt x="0" y="369"/>
                        </a:cubicBezTo>
                        <a:cubicBezTo>
                          <a:pt x="0" y="455"/>
                          <a:pt x="27" y="534"/>
                          <a:pt x="80" y="596"/>
                        </a:cubicBezTo>
                        <a:cubicBezTo>
                          <a:pt x="243" y="419"/>
                          <a:pt x="390" y="232"/>
                          <a:pt x="522" y="32"/>
                        </a:cubicBezTo>
                        <a:cubicBezTo>
                          <a:pt x="476" y="13"/>
                          <a:pt x="424" y="2"/>
                          <a:pt x="3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122"/>
                  <p:cNvSpPr/>
                  <p:nvPr/>
                </p:nvSpPr>
                <p:spPr>
                  <a:xfrm>
                    <a:off x="849542" y="1330190"/>
                    <a:ext cx="37039" cy="47336"/>
                  </a:xfrm>
                  <a:custGeom>
                    <a:rect b="b" l="l" r="r" t="t"/>
                    <a:pathLst>
                      <a:path extrusionOk="0" h="740" w="579">
                        <a:moveTo>
                          <a:pt x="370" y="0"/>
                        </a:moveTo>
                        <a:cubicBezTo>
                          <a:pt x="167" y="0"/>
                          <a:pt x="1" y="165"/>
                          <a:pt x="1" y="372"/>
                        </a:cubicBezTo>
                        <a:cubicBezTo>
                          <a:pt x="1" y="574"/>
                          <a:pt x="167" y="740"/>
                          <a:pt x="370" y="740"/>
                        </a:cubicBezTo>
                        <a:cubicBezTo>
                          <a:pt x="448" y="740"/>
                          <a:pt x="517" y="716"/>
                          <a:pt x="579" y="676"/>
                        </a:cubicBezTo>
                        <a:cubicBezTo>
                          <a:pt x="563" y="451"/>
                          <a:pt x="530" y="233"/>
                          <a:pt x="484" y="18"/>
                        </a:cubicBezTo>
                        <a:cubicBezTo>
                          <a:pt x="448" y="6"/>
                          <a:pt x="409"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122"/>
                  <p:cNvSpPr/>
                  <p:nvPr/>
                </p:nvSpPr>
                <p:spPr>
                  <a:xfrm>
                    <a:off x="849542" y="1472262"/>
                    <a:ext cx="47402" cy="47464"/>
                  </a:xfrm>
                  <a:custGeom>
                    <a:rect b="b" l="l" r="r" t="t"/>
                    <a:pathLst>
                      <a:path extrusionOk="0" h="742" w="741">
                        <a:moveTo>
                          <a:pt x="371" y="1"/>
                        </a:moveTo>
                        <a:cubicBezTo>
                          <a:pt x="167" y="1"/>
                          <a:pt x="1" y="167"/>
                          <a:pt x="1" y="371"/>
                        </a:cubicBezTo>
                        <a:cubicBezTo>
                          <a:pt x="1" y="576"/>
                          <a:pt x="167" y="742"/>
                          <a:pt x="371" y="742"/>
                        </a:cubicBezTo>
                        <a:cubicBezTo>
                          <a:pt x="576" y="742"/>
                          <a:pt x="741" y="576"/>
                          <a:pt x="741" y="371"/>
                        </a:cubicBezTo>
                        <a:cubicBezTo>
                          <a:pt x="741"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122"/>
                  <p:cNvSpPr/>
                  <p:nvPr/>
                </p:nvSpPr>
                <p:spPr>
                  <a:xfrm>
                    <a:off x="849542" y="1614334"/>
                    <a:ext cx="47402" cy="47400"/>
                  </a:xfrm>
                  <a:custGeom>
                    <a:rect b="b" l="l" r="r" t="t"/>
                    <a:pathLst>
                      <a:path extrusionOk="0" h="741" w="741">
                        <a:moveTo>
                          <a:pt x="371" y="1"/>
                        </a:moveTo>
                        <a:cubicBezTo>
                          <a:pt x="167" y="1"/>
                          <a:pt x="1" y="166"/>
                          <a:pt x="1" y="371"/>
                        </a:cubicBezTo>
                        <a:cubicBezTo>
                          <a:pt x="1" y="576"/>
                          <a:pt x="167" y="741"/>
                          <a:pt x="371" y="741"/>
                        </a:cubicBezTo>
                        <a:cubicBezTo>
                          <a:pt x="576" y="741"/>
                          <a:pt x="741" y="576"/>
                          <a:pt x="741" y="371"/>
                        </a:cubicBezTo>
                        <a:cubicBezTo>
                          <a:pt x="741"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122"/>
                  <p:cNvSpPr/>
                  <p:nvPr/>
                </p:nvSpPr>
                <p:spPr>
                  <a:xfrm>
                    <a:off x="849542" y="1756406"/>
                    <a:ext cx="47402" cy="47464"/>
                  </a:xfrm>
                  <a:custGeom>
                    <a:rect b="b" l="l" r="r" t="t"/>
                    <a:pathLst>
                      <a:path extrusionOk="0" h="742" w="741">
                        <a:moveTo>
                          <a:pt x="371" y="1"/>
                        </a:moveTo>
                        <a:cubicBezTo>
                          <a:pt x="167" y="1"/>
                          <a:pt x="1" y="167"/>
                          <a:pt x="1" y="371"/>
                        </a:cubicBezTo>
                        <a:cubicBezTo>
                          <a:pt x="1" y="575"/>
                          <a:pt x="167" y="742"/>
                          <a:pt x="371" y="742"/>
                        </a:cubicBezTo>
                        <a:cubicBezTo>
                          <a:pt x="576" y="742"/>
                          <a:pt x="741" y="575"/>
                          <a:pt x="741" y="371"/>
                        </a:cubicBezTo>
                        <a:cubicBezTo>
                          <a:pt x="741"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122"/>
                  <p:cNvSpPr/>
                  <p:nvPr/>
                </p:nvSpPr>
                <p:spPr>
                  <a:xfrm>
                    <a:off x="849542" y="1898541"/>
                    <a:ext cx="47402" cy="47400"/>
                  </a:xfrm>
                  <a:custGeom>
                    <a:rect b="b" l="l" r="r" t="t"/>
                    <a:pathLst>
                      <a:path extrusionOk="0" h="741" w="741">
                        <a:moveTo>
                          <a:pt x="371" y="1"/>
                        </a:moveTo>
                        <a:cubicBezTo>
                          <a:pt x="167" y="1"/>
                          <a:pt x="1" y="166"/>
                          <a:pt x="1" y="370"/>
                        </a:cubicBezTo>
                        <a:cubicBezTo>
                          <a:pt x="1" y="575"/>
                          <a:pt x="167" y="740"/>
                          <a:pt x="371" y="740"/>
                        </a:cubicBezTo>
                        <a:cubicBezTo>
                          <a:pt x="576" y="740"/>
                          <a:pt x="741" y="575"/>
                          <a:pt x="741" y="370"/>
                        </a:cubicBezTo>
                        <a:cubicBezTo>
                          <a:pt x="741"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122"/>
                  <p:cNvSpPr/>
                  <p:nvPr/>
                </p:nvSpPr>
                <p:spPr>
                  <a:xfrm>
                    <a:off x="991555" y="1543394"/>
                    <a:ext cx="47466" cy="47400"/>
                  </a:xfrm>
                  <a:custGeom>
                    <a:rect b="b" l="l" r="r" t="t"/>
                    <a:pathLst>
                      <a:path extrusionOk="0" h="741" w="742">
                        <a:moveTo>
                          <a:pt x="371" y="0"/>
                        </a:moveTo>
                        <a:cubicBezTo>
                          <a:pt x="167" y="0"/>
                          <a:pt x="1" y="166"/>
                          <a:pt x="1" y="371"/>
                        </a:cubicBezTo>
                        <a:cubicBezTo>
                          <a:pt x="1" y="575"/>
                          <a:pt x="167" y="740"/>
                          <a:pt x="371" y="740"/>
                        </a:cubicBezTo>
                        <a:cubicBezTo>
                          <a:pt x="575" y="740"/>
                          <a:pt x="742" y="575"/>
                          <a:pt x="742" y="371"/>
                        </a:cubicBezTo>
                        <a:cubicBezTo>
                          <a:pt x="742"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122"/>
                  <p:cNvSpPr/>
                  <p:nvPr/>
                </p:nvSpPr>
                <p:spPr>
                  <a:xfrm>
                    <a:off x="991555" y="1685402"/>
                    <a:ext cx="47466" cy="47464"/>
                  </a:xfrm>
                  <a:custGeom>
                    <a:rect b="b" l="l" r="r" t="t"/>
                    <a:pathLst>
                      <a:path extrusionOk="0" h="742" w="742">
                        <a:moveTo>
                          <a:pt x="371" y="0"/>
                        </a:moveTo>
                        <a:cubicBezTo>
                          <a:pt x="167" y="0"/>
                          <a:pt x="1" y="166"/>
                          <a:pt x="1" y="371"/>
                        </a:cubicBezTo>
                        <a:cubicBezTo>
                          <a:pt x="1" y="575"/>
                          <a:pt x="167" y="741"/>
                          <a:pt x="371" y="741"/>
                        </a:cubicBezTo>
                        <a:cubicBezTo>
                          <a:pt x="575" y="741"/>
                          <a:pt x="742" y="575"/>
                          <a:pt x="742" y="371"/>
                        </a:cubicBezTo>
                        <a:cubicBezTo>
                          <a:pt x="742"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122"/>
                  <p:cNvSpPr/>
                  <p:nvPr/>
                </p:nvSpPr>
                <p:spPr>
                  <a:xfrm>
                    <a:off x="991555" y="1827537"/>
                    <a:ext cx="47466" cy="47400"/>
                  </a:xfrm>
                  <a:custGeom>
                    <a:rect b="b" l="l" r="r" t="t"/>
                    <a:pathLst>
                      <a:path extrusionOk="0" h="741" w="742">
                        <a:moveTo>
                          <a:pt x="371" y="0"/>
                        </a:moveTo>
                        <a:cubicBezTo>
                          <a:pt x="167" y="0"/>
                          <a:pt x="1" y="165"/>
                          <a:pt x="1" y="370"/>
                        </a:cubicBezTo>
                        <a:cubicBezTo>
                          <a:pt x="1" y="574"/>
                          <a:pt x="167" y="740"/>
                          <a:pt x="371" y="740"/>
                        </a:cubicBezTo>
                        <a:cubicBezTo>
                          <a:pt x="575" y="740"/>
                          <a:pt x="742" y="574"/>
                          <a:pt x="742" y="370"/>
                        </a:cubicBezTo>
                        <a:cubicBezTo>
                          <a:pt x="742" y="165"/>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122"/>
                  <p:cNvSpPr/>
                  <p:nvPr/>
                </p:nvSpPr>
                <p:spPr>
                  <a:xfrm>
                    <a:off x="991555" y="1969545"/>
                    <a:ext cx="47466" cy="46568"/>
                  </a:xfrm>
                  <a:custGeom>
                    <a:rect b="b" l="l" r="r" t="t"/>
                    <a:pathLst>
                      <a:path extrusionOk="0" h="728" w="742">
                        <a:moveTo>
                          <a:pt x="372" y="1"/>
                        </a:moveTo>
                        <a:cubicBezTo>
                          <a:pt x="168" y="1"/>
                          <a:pt x="1" y="167"/>
                          <a:pt x="1" y="370"/>
                        </a:cubicBezTo>
                        <a:cubicBezTo>
                          <a:pt x="1" y="542"/>
                          <a:pt x="114" y="683"/>
                          <a:pt x="272" y="726"/>
                        </a:cubicBezTo>
                        <a:cubicBezTo>
                          <a:pt x="272" y="727"/>
                          <a:pt x="272" y="727"/>
                          <a:pt x="272" y="727"/>
                        </a:cubicBezTo>
                        <a:cubicBezTo>
                          <a:pt x="273" y="727"/>
                          <a:pt x="274" y="726"/>
                          <a:pt x="274" y="726"/>
                        </a:cubicBezTo>
                        <a:lnTo>
                          <a:pt x="717" y="501"/>
                        </a:lnTo>
                        <a:cubicBezTo>
                          <a:pt x="732" y="461"/>
                          <a:pt x="742" y="417"/>
                          <a:pt x="742" y="370"/>
                        </a:cubicBezTo>
                        <a:cubicBezTo>
                          <a:pt x="742" y="167"/>
                          <a:pt x="575" y="1"/>
                          <a:pt x="3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122"/>
                  <p:cNvSpPr/>
                  <p:nvPr/>
                </p:nvSpPr>
                <p:spPr>
                  <a:xfrm>
                    <a:off x="586497" y="1188118"/>
                    <a:ext cx="47466" cy="47464"/>
                  </a:xfrm>
                  <a:custGeom>
                    <a:rect b="b" l="l" r="r" t="t"/>
                    <a:pathLst>
                      <a:path extrusionOk="0" h="742" w="742">
                        <a:moveTo>
                          <a:pt x="371" y="0"/>
                        </a:moveTo>
                        <a:cubicBezTo>
                          <a:pt x="166" y="0"/>
                          <a:pt x="0" y="166"/>
                          <a:pt x="0" y="371"/>
                        </a:cubicBezTo>
                        <a:cubicBezTo>
                          <a:pt x="0" y="575"/>
                          <a:pt x="166" y="741"/>
                          <a:pt x="371" y="741"/>
                        </a:cubicBezTo>
                        <a:cubicBezTo>
                          <a:pt x="575" y="741"/>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122"/>
                  <p:cNvSpPr/>
                  <p:nvPr/>
                </p:nvSpPr>
                <p:spPr>
                  <a:xfrm>
                    <a:off x="586497" y="1330254"/>
                    <a:ext cx="47466" cy="47400"/>
                  </a:xfrm>
                  <a:custGeom>
                    <a:rect b="b" l="l" r="r" t="t"/>
                    <a:pathLst>
                      <a:path extrusionOk="0" h="741" w="742">
                        <a:moveTo>
                          <a:pt x="371" y="0"/>
                        </a:moveTo>
                        <a:cubicBezTo>
                          <a:pt x="166" y="0"/>
                          <a:pt x="0" y="166"/>
                          <a:pt x="0" y="371"/>
                        </a:cubicBezTo>
                        <a:cubicBezTo>
                          <a:pt x="0" y="575"/>
                          <a:pt x="166" y="740"/>
                          <a:pt x="371" y="740"/>
                        </a:cubicBezTo>
                        <a:cubicBezTo>
                          <a:pt x="575" y="740"/>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122"/>
                  <p:cNvSpPr/>
                  <p:nvPr/>
                </p:nvSpPr>
                <p:spPr>
                  <a:xfrm>
                    <a:off x="728638" y="1259186"/>
                    <a:ext cx="47402" cy="47400"/>
                  </a:xfrm>
                  <a:custGeom>
                    <a:rect b="b" l="l" r="r" t="t"/>
                    <a:pathLst>
                      <a:path extrusionOk="0" h="741" w="741">
                        <a:moveTo>
                          <a:pt x="370" y="1"/>
                        </a:moveTo>
                        <a:cubicBezTo>
                          <a:pt x="165" y="1"/>
                          <a:pt x="0" y="166"/>
                          <a:pt x="0" y="371"/>
                        </a:cubicBezTo>
                        <a:cubicBezTo>
                          <a:pt x="0" y="575"/>
                          <a:pt x="165" y="741"/>
                          <a:pt x="370" y="741"/>
                        </a:cubicBezTo>
                        <a:cubicBezTo>
                          <a:pt x="574" y="741"/>
                          <a:pt x="740" y="575"/>
                          <a:pt x="740" y="371"/>
                        </a:cubicBezTo>
                        <a:cubicBezTo>
                          <a:pt x="740" y="166"/>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122"/>
                  <p:cNvSpPr/>
                  <p:nvPr/>
                </p:nvSpPr>
                <p:spPr>
                  <a:xfrm>
                    <a:off x="586497" y="1472262"/>
                    <a:ext cx="47466" cy="47464"/>
                  </a:xfrm>
                  <a:custGeom>
                    <a:rect b="b" l="l" r="r" t="t"/>
                    <a:pathLst>
                      <a:path extrusionOk="0" h="742" w="742">
                        <a:moveTo>
                          <a:pt x="371" y="1"/>
                        </a:moveTo>
                        <a:cubicBezTo>
                          <a:pt x="166" y="1"/>
                          <a:pt x="0" y="167"/>
                          <a:pt x="0" y="371"/>
                        </a:cubicBezTo>
                        <a:cubicBezTo>
                          <a:pt x="0"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122"/>
                  <p:cNvSpPr/>
                  <p:nvPr/>
                </p:nvSpPr>
                <p:spPr>
                  <a:xfrm>
                    <a:off x="586497" y="1614334"/>
                    <a:ext cx="47466" cy="47400"/>
                  </a:xfrm>
                  <a:custGeom>
                    <a:rect b="b" l="l" r="r" t="t"/>
                    <a:pathLst>
                      <a:path extrusionOk="0" h="741" w="742">
                        <a:moveTo>
                          <a:pt x="371" y="1"/>
                        </a:moveTo>
                        <a:cubicBezTo>
                          <a:pt x="166" y="1"/>
                          <a:pt x="0" y="166"/>
                          <a:pt x="0" y="371"/>
                        </a:cubicBezTo>
                        <a:cubicBezTo>
                          <a:pt x="0" y="576"/>
                          <a:pt x="166" y="741"/>
                          <a:pt x="371" y="741"/>
                        </a:cubicBezTo>
                        <a:cubicBezTo>
                          <a:pt x="575" y="741"/>
                          <a:pt x="741" y="576"/>
                          <a:pt x="741" y="371"/>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122"/>
                  <p:cNvSpPr/>
                  <p:nvPr/>
                </p:nvSpPr>
                <p:spPr>
                  <a:xfrm>
                    <a:off x="586497" y="1756406"/>
                    <a:ext cx="47466" cy="47464"/>
                  </a:xfrm>
                  <a:custGeom>
                    <a:rect b="b" l="l" r="r" t="t"/>
                    <a:pathLst>
                      <a:path extrusionOk="0" h="742" w="742">
                        <a:moveTo>
                          <a:pt x="371" y="1"/>
                        </a:moveTo>
                        <a:cubicBezTo>
                          <a:pt x="166" y="1"/>
                          <a:pt x="0" y="167"/>
                          <a:pt x="0" y="371"/>
                        </a:cubicBezTo>
                        <a:cubicBezTo>
                          <a:pt x="0" y="575"/>
                          <a:pt x="166" y="742"/>
                          <a:pt x="371" y="742"/>
                        </a:cubicBezTo>
                        <a:cubicBezTo>
                          <a:pt x="575" y="742"/>
                          <a:pt x="741" y="575"/>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122"/>
                  <p:cNvSpPr/>
                  <p:nvPr/>
                </p:nvSpPr>
                <p:spPr>
                  <a:xfrm>
                    <a:off x="586497" y="1898541"/>
                    <a:ext cx="47466" cy="47400"/>
                  </a:xfrm>
                  <a:custGeom>
                    <a:rect b="b" l="l" r="r" t="t"/>
                    <a:pathLst>
                      <a:path extrusionOk="0" h="741" w="742">
                        <a:moveTo>
                          <a:pt x="371" y="1"/>
                        </a:moveTo>
                        <a:cubicBezTo>
                          <a:pt x="166" y="1"/>
                          <a:pt x="0" y="166"/>
                          <a:pt x="0" y="370"/>
                        </a:cubicBezTo>
                        <a:cubicBezTo>
                          <a:pt x="0" y="575"/>
                          <a:pt x="166" y="740"/>
                          <a:pt x="371" y="740"/>
                        </a:cubicBezTo>
                        <a:cubicBezTo>
                          <a:pt x="575" y="740"/>
                          <a:pt x="741" y="575"/>
                          <a:pt x="741" y="370"/>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122"/>
                  <p:cNvSpPr/>
                  <p:nvPr/>
                </p:nvSpPr>
                <p:spPr>
                  <a:xfrm>
                    <a:off x="728638" y="1401258"/>
                    <a:ext cx="47402" cy="47464"/>
                  </a:xfrm>
                  <a:custGeom>
                    <a:rect b="b" l="l" r="r" t="t"/>
                    <a:pathLst>
                      <a:path extrusionOk="0" h="742" w="741">
                        <a:moveTo>
                          <a:pt x="370" y="1"/>
                        </a:moveTo>
                        <a:cubicBezTo>
                          <a:pt x="165" y="1"/>
                          <a:pt x="0" y="167"/>
                          <a:pt x="0" y="371"/>
                        </a:cubicBezTo>
                        <a:cubicBezTo>
                          <a:pt x="0" y="575"/>
                          <a:pt x="165" y="741"/>
                          <a:pt x="370" y="741"/>
                        </a:cubicBezTo>
                        <a:cubicBezTo>
                          <a:pt x="574" y="741"/>
                          <a:pt x="740" y="575"/>
                          <a:pt x="740" y="371"/>
                        </a:cubicBezTo>
                        <a:cubicBezTo>
                          <a:pt x="740" y="167"/>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122"/>
                  <p:cNvSpPr/>
                  <p:nvPr/>
                </p:nvSpPr>
                <p:spPr>
                  <a:xfrm>
                    <a:off x="728638" y="1543394"/>
                    <a:ext cx="47402" cy="47400"/>
                  </a:xfrm>
                  <a:custGeom>
                    <a:rect b="b" l="l" r="r" t="t"/>
                    <a:pathLst>
                      <a:path extrusionOk="0" h="741" w="741">
                        <a:moveTo>
                          <a:pt x="370" y="0"/>
                        </a:moveTo>
                        <a:cubicBezTo>
                          <a:pt x="165" y="0"/>
                          <a:pt x="0" y="166"/>
                          <a:pt x="0" y="371"/>
                        </a:cubicBezTo>
                        <a:cubicBezTo>
                          <a:pt x="0" y="575"/>
                          <a:pt x="165" y="740"/>
                          <a:pt x="370" y="740"/>
                        </a:cubicBezTo>
                        <a:cubicBezTo>
                          <a:pt x="574" y="740"/>
                          <a:pt x="740" y="575"/>
                          <a:pt x="740" y="371"/>
                        </a:cubicBezTo>
                        <a:cubicBezTo>
                          <a:pt x="740" y="166"/>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122"/>
                  <p:cNvSpPr/>
                  <p:nvPr/>
                </p:nvSpPr>
                <p:spPr>
                  <a:xfrm>
                    <a:off x="728638" y="1685402"/>
                    <a:ext cx="47402" cy="47464"/>
                  </a:xfrm>
                  <a:custGeom>
                    <a:rect b="b" l="l" r="r" t="t"/>
                    <a:pathLst>
                      <a:path extrusionOk="0" h="742" w="741">
                        <a:moveTo>
                          <a:pt x="370" y="0"/>
                        </a:moveTo>
                        <a:cubicBezTo>
                          <a:pt x="165" y="0"/>
                          <a:pt x="0" y="166"/>
                          <a:pt x="0" y="371"/>
                        </a:cubicBezTo>
                        <a:cubicBezTo>
                          <a:pt x="0" y="575"/>
                          <a:pt x="165" y="741"/>
                          <a:pt x="370" y="741"/>
                        </a:cubicBezTo>
                        <a:cubicBezTo>
                          <a:pt x="574" y="741"/>
                          <a:pt x="740" y="575"/>
                          <a:pt x="740" y="371"/>
                        </a:cubicBezTo>
                        <a:cubicBezTo>
                          <a:pt x="740" y="166"/>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122"/>
                  <p:cNvSpPr/>
                  <p:nvPr/>
                </p:nvSpPr>
                <p:spPr>
                  <a:xfrm>
                    <a:off x="728638" y="1827537"/>
                    <a:ext cx="47402" cy="47400"/>
                  </a:xfrm>
                  <a:custGeom>
                    <a:rect b="b" l="l" r="r" t="t"/>
                    <a:pathLst>
                      <a:path extrusionOk="0" h="741" w="741">
                        <a:moveTo>
                          <a:pt x="370" y="0"/>
                        </a:moveTo>
                        <a:cubicBezTo>
                          <a:pt x="165" y="0"/>
                          <a:pt x="0" y="165"/>
                          <a:pt x="0" y="370"/>
                        </a:cubicBezTo>
                        <a:cubicBezTo>
                          <a:pt x="0" y="574"/>
                          <a:pt x="165" y="740"/>
                          <a:pt x="370" y="740"/>
                        </a:cubicBezTo>
                        <a:cubicBezTo>
                          <a:pt x="574" y="740"/>
                          <a:pt x="740" y="574"/>
                          <a:pt x="740" y="370"/>
                        </a:cubicBezTo>
                        <a:cubicBezTo>
                          <a:pt x="740" y="165"/>
                          <a:pt x="57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122"/>
                  <p:cNvSpPr/>
                  <p:nvPr/>
                </p:nvSpPr>
                <p:spPr>
                  <a:xfrm>
                    <a:off x="728638" y="1969545"/>
                    <a:ext cx="47402" cy="47464"/>
                  </a:xfrm>
                  <a:custGeom>
                    <a:rect b="b" l="l" r="r" t="t"/>
                    <a:pathLst>
                      <a:path extrusionOk="0" h="742" w="741">
                        <a:moveTo>
                          <a:pt x="370" y="1"/>
                        </a:moveTo>
                        <a:cubicBezTo>
                          <a:pt x="165" y="1"/>
                          <a:pt x="0" y="167"/>
                          <a:pt x="0" y="371"/>
                        </a:cubicBezTo>
                        <a:cubicBezTo>
                          <a:pt x="0" y="576"/>
                          <a:pt x="165" y="742"/>
                          <a:pt x="370" y="742"/>
                        </a:cubicBezTo>
                        <a:cubicBezTo>
                          <a:pt x="574" y="742"/>
                          <a:pt x="740" y="576"/>
                          <a:pt x="740" y="371"/>
                        </a:cubicBezTo>
                        <a:cubicBezTo>
                          <a:pt x="740" y="167"/>
                          <a:pt x="574"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22"/>
                  <p:cNvSpPr/>
                  <p:nvPr/>
                </p:nvSpPr>
                <p:spPr>
                  <a:xfrm>
                    <a:off x="728702" y="1122424"/>
                    <a:ext cx="45419" cy="42091"/>
                  </a:xfrm>
                  <a:custGeom>
                    <a:rect b="b" l="l" r="r" t="t"/>
                    <a:pathLst>
                      <a:path extrusionOk="0" h="658" w="710">
                        <a:moveTo>
                          <a:pt x="136" y="0"/>
                        </a:moveTo>
                        <a:cubicBezTo>
                          <a:pt x="135" y="0"/>
                          <a:pt x="135" y="1"/>
                          <a:pt x="135" y="2"/>
                        </a:cubicBezTo>
                        <a:cubicBezTo>
                          <a:pt x="53" y="71"/>
                          <a:pt x="0" y="172"/>
                          <a:pt x="0" y="288"/>
                        </a:cubicBezTo>
                        <a:cubicBezTo>
                          <a:pt x="0" y="491"/>
                          <a:pt x="166" y="658"/>
                          <a:pt x="369" y="658"/>
                        </a:cubicBezTo>
                        <a:cubicBezTo>
                          <a:pt x="522" y="658"/>
                          <a:pt x="654" y="565"/>
                          <a:pt x="709" y="433"/>
                        </a:cubicBezTo>
                        <a:cubicBezTo>
                          <a:pt x="532" y="276"/>
                          <a:pt x="342" y="131"/>
                          <a:pt x="138" y="2"/>
                        </a:cubicBezTo>
                        <a:cubicBezTo>
                          <a:pt x="137" y="1"/>
                          <a:pt x="136" y="0"/>
                          <a:pt x="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22"/>
                  <p:cNvSpPr/>
                  <p:nvPr/>
                </p:nvSpPr>
                <p:spPr>
                  <a:xfrm>
                    <a:off x="323452" y="1188118"/>
                    <a:ext cx="47466" cy="47464"/>
                  </a:xfrm>
                  <a:custGeom>
                    <a:rect b="b" l="l" r="r" t="t"/>
                    <a:pathLst>
                      <a:path extrusionOk="0" h="742" w="742">
                        <a:moveTo>
                          <a:pt x="371" y="0"/>
                        </a:moveTo>
                        <a:cubicBezTo>
                          <a:pt x="167" y="0"/>
                          <a:pt x="1" y="166"/>
                          <a:pt x="1" y="371"/>
                        </a:cubicBezTo>
                        <a:cubicBezTo>
                          <a:pt x="1" y="575"/>
                          <a:pt x="167" y="741"/>
                          <a:pt x="371" y="741"/>
                        </a:cubicBezTo>
                        <a:cubicBezTo>
                          <a:pt x="576" y="741"/>
                          <a:pt x="742" y="575"/>
                          <a:pt x="742" y="371"/>
                        </a:cubicBezTo>
                        <a:cubicBezTo>
                          <a:pt x="742" y="166"/>
                          <a:pt x="576"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122"/>
                  <p:cNvSpPr/>
                  <p:nvPr/>
                </p:nvSpPr>
                <p:spPr>
                  <a:xfrm>
                    <a:off x="323452" y="1330254"/>
                    <a:ext cx="47466" cy="47400"/>
                  </a:xfrm>
                  <a:custGeom>
                    <a:rect b="b" l="l" r="r" t="t"/>
                    <a:pathLst>
                      <a:path extrusionOk="0" h="741" w="742">
                        <a:moveTo>
                          <a:pt x="371" y="0"/>
                        </a:moveTo>
                        <a:cubicBezTo>
                          <a:pt x="167" y="0"/>
                          <a:pt x="1" y="166"/>
                          <a:pt x="1" y="371"/>
                        </a:cubicBezTo>
                        <a:cubicBezTo>
                          <a:pt x="1" y="575"/>
                          <a:pt x="167" y="740"/>
                          <a:pt x="371" y="740"/>
                        </a:cubicBezTo>
                        <a:cubicBezTo>
                          <a:pt x="576" y="740"/>
                          <a:pt x="742" y="575"/>
                          <a:pt x="742" y="371"/>
                        </a:cubicBezTo>
                        <a:cubicBezTo>
                          <a:pt x="742" y="166"/>
                          <a:pt x="576"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122"/>
                  <p:cNvSpPr/>
                  <p:nvPr/>
                </p:nvSpPr>
                <p:spPr>
                  <a:xfrm>
                    <a:off x="465594" y="1259186"/>
                    <a:ext cx="47402" cy="47400"/>
                  </a:xfrm>
                  <a:custGeom>
                    <a:rect b="b" l="l" r="r" t="t"/>
                    <a:pathLst>
                      <a:path extrusionOk="0" h="741" w="741">
                        <a:moveTo>
                          <a:pt x="371" y="1"/>
                        </a:moveTo>
                        <a:cubicBezTo>
                          <a:pt x="166" y="1"/>
                          <a:pt x="1" y="166"/>
                          <a:pt x="1" y="371"/>
                        </a:cubicBezTo>
                        <a:cubicBezTo>
                          <a:pt x="1" y="575"/>
                          <a:pt x="166" y="741"/>
                          <a:pt x="371" y="741"/>
                        </a:cubicBezTo>
                        <a:cubicBezTo>
                          <a:pt x="575" y="741"/>
                          <a:pt x="741" y="575"/>
                          <a:pt x="741" y="371"/>
                        </a:cubicBezTo>
                        <a:cubicBezTo>
                          <a:pt x="741" y="166"/>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122"/>
                  <p:cNvSpPr/>
                  <p:nvPr/>
                </p:nvSpPr>
                <p:spPr>
                  <a:xfrm>
                    <a:off x="323452" y="1472262"/>
                    <a:ext cx="47466" cy="47464"/>
                  </a:xfrm>
                  <a:custGeom>
                    <a:rect b="b" l="l" r="r" t="t"/>
                    <a:pathLst>
                      <a:path extrusionOk="0" h="742" w="742">
                        <a:moveTo>
                          <a:pt x="371" y="1"/>
                        </a:moveTo>
                        <a:cubicBezTo>
                          <a:pt x="167" y="1"/>
                          <a:pt x="1" y="167"/>
                          <a:pt x="1" y="371"/>
                        </a:cubicBezTo>
                        <a:cubicBezTo>
                          <a:pt x="1" y="576"/>
                          <a:pt x="167" y="742"/>
                          <a:pt x="371" y="742"/>
                        </a:cubicBezTo>
                        <a:cubicBezTo>
                          <a:pt x="576" y="742"/>
                          <a:pt x="742" y="576"/>
                          <a:pt x="742" y="371"/>
                        </a:cubicBezTo>
                        <a:cubicBezTo>
                          <a:pt x="742"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122"/>
                  <p:cNvSpPr/>
                  <p:nvPr/>
                </p:nvSpPr>
                <p:spPr>
                  <a:xfrm>
                    <a:off x="323452" y="1614334"/>
                    <a:ext cx="47466" cy="47400"/>
                  </a:xfrm>
                  <a:custGeom>
                    <a:rect b="b" l="l" r="r" t="t"/>
                    <a:pathLst>
                      <a:path extrusionOk="0" h="741" w="742">
                        <a:moveTo>
                          <a:pt x="371" y="1"/>
                        </a:moveTo>
                        <a:cubicBezTo>
                          <a:pt x="167" y="1"/>
                          <a:pt x="1" y="166"/>
                          <a:pt x="1" y="371"/>
                        </a:cubicBezTo>
                        <a:cubicBezTo>
                          <a:pt x="1" y="576"/>
                          <a:pt x="167" y="741"/>
                          <a:pt x="371" y="741"/>
                        </a:cubicBezTo>
                        <a:cubicBezTo>
                          <a:pt x="576" y="741"/>
                          <a:pt x="742" y="576"/>
                          <a:pt x="742" y="371"/>
                        </a:cubicBezTo>
                        <a:cubicBezTo>
                          <a:pt x="742"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22"/>
                  <p:cNvSpPr/>
                  <p:nvPr/>
                </p:nvSpPr>
                <p:spPr>
                  <a:xfrm>
                    <a:off x="323452" y="1756406"/>
                    <a:ext cx="47466" cy="47464"/>
                  </a:xfrm>
                  <a:custGeom>
                    <a:rect b="b" l="l" r="r" t="t"/>
                    <a:pathLst>
                      <a:path extrusionOk="0" h="742" w="742">
                        <a:moveTo>
                          <a:pt x="371" y="1"/>
                        </a:moveTo>
                        <a:cubicBezTo>
                          <a:pt x="167" y="1"/>
                          <a:pt x="1" y="167"/>
                          <a:pt x="1" y="371"/>
                        </a:cubicBezTo>
                        <a:cubicBezTo>
                          <a:pt x="1" y="575"/>
                          <a:pt x="167" y="742"/>
                          <a:pt x="371" y="742"/>
                        </a:cubicBezTo>
                        <a:cubicBezTo>
                          <a:pt x="576" y="742"/>
                          <a:pt x="742" y="575"/>
                          <a:pt x="742" y="371"/>
                        </a:cubicBezTo>
                        <a:cubicBezTo>
                          <a:pt x="742" y="167"/>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122"/>
                  <p:cNvSpPr/>
                  <p:nvPr/>
                </p:nvSpPr>
                <p:spPr>
                  <a:xfrm>
                    <a:off x="323452" y="1898541"/>
                    <a:ext cx="47466" cy="47400"/>
                  </a:xfrm>
                  <a:custGeom>
                    <a:rect b="b" l="l" r="r" t="t"/>
                    <a:pathLst>
                      <a:path extrusionOk="0" h="741" w="742">
                        <a:moveTo>
                          <a:pt x="371" y="1"/>
                        </a:moveTo>
                        <a:cubicBezTo>
                          <a:pt x="167" y="1"/>
                          <a:pt x="1" y="166"/>
                          <a:pt x="1" y="370"/>
                        </a:cubicBezTo>
                        <a:cubicBezTo>
                          <a:pt x="1" y="575"/>
                          <a:pt x="167" y="740"/>
                          <a:pt x="371" y="740"/>
                        </a:cubicBezTo>
                        <a:cubicBezTo>
                          <a:pt x="576" y="740"/>
                          <a:pt x="742" y="575"/>
                          <a:pt x="742" y="370"/>
                        </a:cubicBezTo>
                        <a:cubicBezTo>
                          <a:pt x="742" y="166"/>
                          <a:pt x="576"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122"/>
                  <p:cNvSpPr/>
                  <p:nvPr/>
                </p:nvSpPr>
                <p:spPr>
                  <a:xfrm>
                    <a:off x="465594" y="1401258"/>
                    <a:ext cx="47402" cy="47464"/>
                  </a:xfrm>
                  <a:custGeom>
                    <a:rect b="b" l="l" r="r" t="t"/>
                    <a:pathLst>
                      <a:path extrusionOk="0" h="742" w="741">
                        <a:moveTo>
                          <a:pt x="371" y="1"/>
                        </a:moveTo>
                        <a:cubicBezTo>
                          <a:pt x="166" y="1"/>
                          <a:pt x="1" y="167"/>
                          <a:pt x="1" y="371"/>
                        </a:cubicBezTo>
                        <a:cubicBezTo>
                          <a:pt x="1" y="575"/>
                          <a:pt x="166" y="741"/>
                          <a:pt x="371" y="741"/>
                        </a:cubicBezTo>
                        <a:cubicBezTo>
                          <a:pt x="575" y="741"/>
                          <a:pt x="741" y="575"/>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122"/>
                  <p:cNvSpPr/>
                  <p:nvPr/>
                </p:nvSpPr>
                <p:spPr>
                  <a:xfrm>
                    <a:off x="465594" y="1543394"/>
                    <a:ext cx="47402" cy="47400"/>
                  </a:xfrm>
                  <a:custGeom>
                    <a:rect b="b" l="l" r="r" t="t"/>
                    <a:pathLst>
                      <a:path extrusionOk="0" h="741" w="741">
                        <a:moveTo>
                          <a:pt x="371" y="0"/>
                        </a:moveTo>
                        <a:cubicBezTo>
                          <a:pt x="166" y="0"/>
                          <a:pt x="1" y="166"/>
                          <a:pt x="1" y="371"/>
                        </a:cubicBezTo>
                        <a:cubicBezTo>
                          <a:pt x="1" y="575"/>
                          <a:pt x="166" y="740"/>
                          <a:pt x="371" y="740"/>
                        </a:cubicBezTo>
                        <a:cubicBezTo>
                          <a:pt x="575" y="740"/>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122"/>
                  <p:cNvSpPr/>
                  <p:nvPr/>
                </p:nvSpPr>
                <p:spPr>
                  <a:xfrm>
                    <a:off x="465594" y="1685402"/>
                    <a:ext cx="47402" cy="47464"/>
                  </a:xfrm>
                  <a:custGeom>
                    <a:rect b="b" l="l" r="r" t="t"/>
                    <a:pathLst>
                      <a:path extrusionOk="0" h="742" w="741">
                        <a:moveTo>
                          <a:pt x="371" y="0"/>
                        </a:moveTo>
                        <a:cubicBezTo>
                          <a:pt x="166" y="0"/>
                          <a:pt x="1" y="166"/>
                          <a:pt x="1" y="371"/>
                        </a:cubicBezTo>
                        <a:cubicBezTo>
                          <a:pt x="1" y="575"/>
                          <a:pt x="166" y="741"/>
                          <a:pt x="371" y="741"/>
                        </a:cubicBezTo>
                        <a:cubicBezTo>
                          <a:pt x="575" y="741"/>
                          <a:pt x="741" y="575"/>
                          <a:pt x="741" y="371"/>
                        </a:cubicBezTo>
                        <a:cubicBezTo>
                          <a:pt x="741" y="166"/>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122"/>
                  <p:cNvSpPr/>
                  <p:nvPr/>
                </p:nvSpPr>
                <p:spPr>
                  <a:xfrm>
                    <a:off x="465594" y="1827537"/>
                    <a:ext cx="47402" cy="47400"/>
                  </a:xfrm>
                  <a:custGeom>
                    <a:rect b="b" l="l" r="r" t="t"/>
                    <a:pathLst>
                      <a:path extrusionOk="0" h="741" w="741">
                        <a:moveTo>
                          <a:pt x="371" y="0"/>
                        </a:moveTo>
                        <a:cubicBezTo>
                          <a:pt x="166" y="0"/>
                          <a:pt x="1" y="165"/>
                          <a:pt x="1" y="370"/>
                        </a:cubicBezTo>
                        <a:cubicBezTo>
                          <a:pt x="1" y="574"/>
                          <a:pt x="166" y="740"/>
                          <a:pt x="371" y="740"/>
                        </a:cubicBezTo>
                        <a:cubicBezTo>
                          <a:pt x="575" y="740"/>
                          <a:pt x="741" y="574"/>
                          <a:pt x="741" y="370"/>
                        </a:cubicBezTo>
                        <a:cubicBezTo>
                          <a:pt x="741" y="165"/>
                          <a:pt x="575"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122"/>
                  <p:cNvSpPr/>
                  <p:nvPr/>
                </p:nvSpPr>
                <p:spPr>
                  <a:xfrm>
                    <a:off x="465594" y="1969545"/>
                    <a:ext cx="47402" cy="47464"/>
                  </a:xfrm>
                  <a:custGeom>
                    <a:rect b="b" l="l" r="r" t="t"/>
                    <a:pathLst>
                      <a:path extrusionOk="0" h="742" w="741">
                        <a:moveTo>
                          <a:pt x="371" y="1"/>
                        </a:moveTo>
                        <a:cubicBezTo>
                          <a:pt x="166" y="1"/>
                          <a:pt x="1" y="167"/>
                          <a:pt x="1" y="371"/>
                        </a:cubicBezTo>
                        <a:cubicBezTo>
                          <a:pt x="1"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122"/>
                  <p:cNvSpPr/>
                  <p:nvPr/>
                </p:nvSpPr>
                <p:spPr>
                  <a:xfrm>
                    <a:off x="465594" y="1117050"/>
                    <a:ext cx="47402" cy="47464"/>
                  </a:xfrm>
                  <a:custGeom>
                    <a:rect b="b" l="l" r="r" t="t"/>
                    <a:pathLst>
                      <a:path extrusionOk="0" h="742" w="741">
                        <a:moveTo>
                          <a:pt x="371" y="1"/>
                        </a:moveTo>
                        <a:cubicBezTo>
                          <a:pt x="166" y="1"/>
                          <a:pt x="1" y="167"/>
                          <a:pt x="1" y="371"/>
                        </a:cubicBezTo>
                        <a:cubicBezTo>
                          <a:pt x="1" y="576"/>
                          <a:pt x="166" y="742"/>
                          <a:pt x="371" y="742"/>
                        </a:cubicBezTo>
                        <a:cubicBezTo>
                          <a:pt x="575" y="742"/>
                          <a:pt x="741" y="576"/>
                          <a:pt x="741" y="371"/>
                        </a:cubicBezTo>
                        <a:cubicBezTo>
                          <a:pt x="741" y="167"/>
                          <a:pt x="575" y="1"/>
                          <a:pt x="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122"/>
                  <p:cNvSpPr/>
                  <p:nvPr/>
                </p:nvSpPr>
                <p:spPr>
                  <a:xfrm>
                    <a:off x="241635" y="1278248"/>
                    <a:ext cx="8316" cy="22644"/>
                  </a:xfrm>
                  <a:custGeom>
                    <a:rect b="b" l="l" r="r" t="t"/>
                    <a:pathLst>
                      <a:path extrusionOk="0" h="354" w="130">
                        <a:moveTo>
                          <a:pt x="123" y="1"/>
                        </a:moveTo>
                        <a:cubicBezTo>
                          <a:pt x="77" y="114"/>
                          <a:pt x="34" y="234"/>
                          <a:pt x="0" y="354"/>
                        </a:cubicBezTo>
                        <a:cubicBezTo>
                          <a:pt x="81" y="287"/>
                          <a:pt x="129" y="185"/>
                          <a:pt x="129" y="71"/>
                        </a:cubicBezTo>
                        <a:cubicBezTo>
                          <a:pt x="129" y="47"/>
                          <a:pt x="127" y="23"/>
                          <a:pt x="1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22"/>
                  <p:cNvSpPr/>
                  <p:nvPr/>
                </p:nvSpPr>
                <p:spPr>
                  <a:xfrm>
                    <a:off x="226410" y="1401386"/>
                    <a:ext cx="23541" cy="47400"/>
                  </a:xfrm>
                  <a:custGeom>
                    <a:rect b="b" l="l" r="r" t="t"/>
                    <a:pathLst>
                      <a:path extrusionOk="0" h="741" w="368">
                        <a:moveTo>
                          <a:pt x="1" y="1"/>
                        </a:moveTo>
                        <a:lnTo>
                          <a:pt x="1" y="741"/>
                        </a:lnTo>
                        <a:cubicBezTo>
                          <a:pt x="205" y="738"/>
                          <a:pt x="367" y="575"/>
                          <a:pt x="367" y="369"/>
                        </a:cubicBezTo>
                        <a:cubicBezTo>
                          <a:pt x="367" y="166"/>
                          <a:pt x="205" y="3"/>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122"/>
                  <p:cNvSpPr/>
                  <p:nvPr/>
                </p:nvSpPr>
                <p:spPr>
                  <a:xfrm>
                    <a:off x="226410" y="1543330"/>
                    <a:ext cx="23541" cy="47400"/>
                  </a:xfrm>
                  <a:custGeom>
                    <a:rect b="b" l="l" r="r" t="t"/>
                    <a:pathLst>
                      <a:path extrusionOk="0" h="741" w="368">
                        <a:moveTo>
                          <a:pt x="1" y="0"/>
                        </a:moveTo>
                        <a:lnTo>
                          <a:pt x="1" y="740"/>
                        </a:lnTo>
                        <a:cubicBezTo>
                          <a:pt x="205" y="738"/>
                          <a:pt x="367" y="574"/>
                          <a:pt x="367" y="372"/>
                        </a:cubicBezTo>
                        <a:cubicBezTo>
                          <a:pt x="367" y="167"/>
                          <a:pt x="205" y="2"/>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122"/>
                  <p:cNvSpPr/>
                  <p:nvPr/>
                </p:nvSpPr>
                <p:spPr>
                  <a:xfrm>
                    <a:off x="226410" y="1685466"/>
                    <a:ext cx="23541" cy="47464"/>
                  </a:xfrm>
                  <a:custGeom>
                    <a:rect b="b" l="l" r="r" t="t"/>
                    <a:pathLst>
                      <a:path extrusionOk="0" h="742" w="368">
                        <a:moveTo>
                          <a:pt x="1" y="0"/>
                        </a:moveTo>
                        <a:lnTo>
                          <a:pt x="1" y="741"/>
                        </a:lnTo>
                        <a:cubicBezTo>
                          <a:pt x="205" y="738"/>
                          <a:pt x="367" y="576"/>
                          <a:pt x="367" y="370"/>
                        </a:cubicBezTo>
                        <a:cubicBezTo>
                          <a:pt x="367" y="165"/>
                          <a:pt x="205" y="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22"/>
                  <p:cNvSpPr/>
                  <p:nvPr/>
                </p:nvSpPr>
                <p:spPr>
                  <a:xfrm>
                    <a:off x="226410" y="1827409"/>
                    <a:ext cx="23541" cy="47464"/>
                  </a:xfrm>
                  <a:custGeom>
                    <a:rect b="b" l="l" r="r" t="t"/>
                    <a:pathLst>
                      <a:path extrusionOk="0" h="742" w="368">
                        <a:moveTo>
                          <a:pt x="1" y="0"/>
                        </a:moveTo>
                        <a:lnTo>
                          <a:pt x="1" y="741"/>
                        </a:lnTo>
                        <a:cubicBezTo>
                          <a:pt x="205" y="738"/>
                          <a:pt x="367" y="575"/>
                          <a:pt x="367" y="372"/>
                        </a:cubicBezTo>
                        <a:cubicBezTo>
                          <a:pt x="367" y="167"/>
                          <a:pt x="205" y="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122"/>
                  <p:cNvSpPr/>
                  <p:nvPr/>
                </p:nvSpPr>
                <p:spPr>
                  <a:xfrm>
                    <a:off x="226410" y="1969545"/>
                    <a:ext cx="23541" cy="47464"/>
                  </a:xfrm>
                  <a:custGeom>
                    <a:rect b="b" l="l" r="r" t="t"/>
                    <a:pathLst>
                      <a:path extrusionOk="0" h="742" w="368">
                        <a:moveTo>
                          <a:pt x="1" y="1"/>
                        </a:moveTo>
                        <a:lnTo>
                          <a:pt x="1" y="742"/>
                        </a:lnTo>
                        <a:cubicBezTo>
                          <a:pt x="205" y="739"/>
                          <a:pt x="367" y="577"/>
                          <a:pt x="367" y="370"/>
                        </a:cubicBezTo>
                        <a:cubicBezTo>
                          <a:pt x="367" y="166"/>
                          <a:pt x="205" y="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7" name="Google Shape;9637;p122"/>
                <p:cNvSpPr/>
                <p:nvPr/>
              </p:nvSpPr>
              <p:spPr>
                <a:xfrm>
                  <a:off x="991555" y="1408870"/>
                  <a:ext cx="47082" cy="39916"/>
                </a:xfrm>
                <a:custGeom>
                  <a:rect b="b" l="l" r="r" t="t"/>
                  <a:pathLst>
                    <a:path extrusionOk="0" h="624" w="736">
                      <a:moveTo>
                        <a:pt x="103" y="0"/>
                      </a:moveTo>
                      <a:cubicBezTo>
                        <a:pt x="39" y="67"/>
                        <a:pt x="1" y="154"/>
                        <a:pt x="1" y="252"/>
                      </a:cubicBezTo>
                      <a:cubicBezTo>
                        <a:pt x="1" y="457"/>
                        <a:pt x="166" y="624"/>
                        <a:pt x="372" y="624"/>
                      </a:cubicBezTo>
                      <a:cubicBezTo>
                        <a:pt x="553" y="624"/>
                        <a:pt x="707" y="488"/>
                        <a:pt x="735" y="310"/>
                      </a:cubicBezTo>
                      <a:cubicBezTo>
                        <a:pt x="532" y="193"/>
                        <a:pt x="320" y="88"/>
                        <a:pt x="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1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TITLE_AND_TWO_COLUMNS_1_1_1">
    <p:spTree>
      <p:nvGrpSpPr>
        <p:cNvPr id="9638" name="Shape 9638"/>
        <p:cNvGrpSpPr/>
        <p:nvPr/>
      </p:nvGrpSpPr>
      <p:grpSpPr>
        <a:xfrm>
          <a:off x="0" y="0"/>
          <a:ext cx="0" cy="0"/>
          <a:chOff x="0" y="0"/>
          <a:chExt cx="0" cy="0"/>
        </a:xfrm>
      </p:grpSpPr>
      <p:sp>
        <p:nvSpPr>
          <p:cNvPr id="9639" name="Google Shape;9639;p1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9640" name="Google Shape;9640;p123"/>
          <p:cNvSpPr txBox="1"/>
          <p:nvPr>
            <p:ph idx="1" type="body"/>
          </p:nvPr>
        </p:nvSpPr>
        <p:spPr>
          <a:xfrm>
            <a:off x="713550" y="1177800"/>
            <a:ext cx="3858300" cy="31149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3"/>
              </a:buClr>
              <a:buSzPts val="1400"/>
              <a:buChar char="●"/>
              <a:defRPr sz="1200"/>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9641" name="Google Shape;9641;p123"/>
          <p:cNvSpPr txBox="1"/>
          <p:nvPr>
            <p:ph idx="2" type="body"/>
          </p:nvPr>
        </p:nvSpPr>
        <p:spPr>
          <a:xfrm>
            <a:off x="4571850" y="1177800"/>
            <a:ext cx="3858300" cy="31149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3"/>
              </a:buClr>
              <a:buSzPts val="1400"/>
              <a:buChar char="●"/>
              <a:defRPr sz="1200"/>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grpSp>
        <p:nvGrpSpPr>
          <p:cNvPr id="9642" name="Google Shape;9642;p123"/>
          <p:cNvGrpSpPr/>
          <p:nvPr/>
        </p:nvGrpSpPr>
        <p:grpSpPr>
          <a:xfrm>
            <a:off x="32153" y="17873"/>
            <a:ext cx="9013971" cy="5004349"/>
            <a:chOff x="32153" y="17873"/>
            <a:chExt cx="9013971" cy="5004349"/>
          </a:xfrm>
        </p:grpSpPr>
        <p:grpSp>
          <p:nvGrpSpPr>
            <p:cNvPr id="9643" name="Google Shape;9643;p123"/>
            <p:cNvGrpSpPr/>
            <p:nvPr/>
          </p:nvGrpSpPr>
          <p:grpSpPr>
            <a:xfrm>
              <a:off x="8000763" y="4117336"/>
              <a:ext cx="1045362" cy="904886"/>
              <a:chOff x="3725309" y="381575"/>
              <a:chExt cx="533375" cy="461700"/>
            </a:xfrm>
          </p:grpSpPr>
          <p:sp>
            <p:nvSpPr>
              <p:cNvPr id="9644" name="Google Shape;9644;p123"/>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23"/>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23"/>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23"/>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123"/>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123"/>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123"/>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123"/>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23"/>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23"/>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23"/>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123"/>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123"/>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123"/>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23"/>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9" name="Google Shape;9659;p123"/>
            <p:cNvGrpSpPr/>
            <p:nvPr/>
          </p:nvGrpSpPr>
          <p:grpSpPr>
            <a:xfrm>
              <a:off x="280478" y="4666815"/>
              <a:ext cx="719021" cy="355403"/>
              <a:chOff x="3442209" y="513788"/>
              <a:chExt cx="366866" cy="181338"/>
            </a:xfrm>
          </p:grpSpPr>
          <p:sp>
            <p:nvSpPr>
              <p:cNvPr id="9660" name="Google Shape;9660;p123"/>
              <p:cNvSpPr/>
              <p:nvPr/>
            </p:nvSpPr>
            <p:spPr>
              <a:xfrm>
                <a:off x="3442209" y="513788"/>
                <a:ext cx="365475" cy="179900"/>
              </a:xfrm>
              <a:custGeom>
                <a:rect b="b" l="l" r="r" t="t"/>
                <a:pathLst>
                  <a:path extrusionOk="0" h="7196" w="14619">
                    <a:moveTo>
                      <a:pt x="7310" y="1"/>
                    </a:moveTo>
                    <a:cubicBezTo>
                      <a:pt x="3273" y="2"/>
                      <a:pt x="1" y="3510"/>
                      <a:pt x="1" y="3510"/>
                    </a:cubicBezTo>
                    <a:cubicBezTo>
                      <a:pt x="82" y="3487"/>
                      <a:pt x="164" y="3466"/>
                      <a:pt x="244" y="3443"/>
                    </a:cubicBezTo>
                    <a:lnTo>
                      <a:pt x="244" y="3443"/>
                    </a:lnTo>
                    <a:cubicBezTo>
                      <a:pt x="85" y="3595"/>
                      <a:pt x="1" y="3687"/>
                      <a:pt x="1" y="3687"/>
                    </a:cubicBezTo>
                    <a:cubicBezTo>
                      <a:pt x="1" y="3687"/>
                      <a:pt x="3273" y="7196"/>
                      <a:pt x="7310" y="7196"/>
                    </a:cubicBezTo>
                    <a:cubicBezTo>
                      <a:pt x="11346" y="7196"/>
                      <a:pt x="14619" y="3687"/>
                      <a:pt x="14619" y="3687"/>
                    </a:cubicBezTo>
                    <a:cubicBezTo>
                      <a:pt x="14619" y="3687"/>
                      <a:pt x="14532" y="3594"/>
                      <a:pt x="14371" y="3440"/>
                    </a:cubicBezTo>
                    <a:lnTo>
                      <a:pt x="14371" y="3440"/>
                    </a:lnTo>
                    <a:cubicBezTo>
                      <a:pt x="14454" y="3463"/>
                      <a:pt x="14536" y="3486"/>
                      <a:pt x="14619" y="3509"/>
                    </a:cubicBezTo>
                    <a:cubicBezTo>
                      <a:pt x="14619" y="3509"/>
                      <a:pt x="11346" y="1"/>
                      <a:pt x="731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23"/>
              <p:cNvSpPr/>
              <p:nvPr/>
            </p:nvSpPr>
            <p:spPr>
              <a:xfrm>
                <a:off x="3443600" y="519675"/>
                <a:ext cx="365475" cy="175450"/>
              </a:xfrm>
              <a:custGeom>
                <a:rect b="b" l="l" r="r" t="t"/>
                <a:pathLst>
                  <a:path extrusionOk="0" h="7018" w="14619">
                    <a:moveTo>
                      <a:pt x="7309" y="0"/>
                    </a:moveTo>
                    <a:cubicBezTo>
                      <a:pt x="3273" y="0"/>
                      <a:pt x="0" y="3509"/>
                      <a:pt x="0" y="3509"/>
                    </a:cubicBezTo>
                    <a:cubicBezTo>
                      <a:pt x="0" y="3509"/>
                      <a:pt x="3273" y="7018"/>
                      <a:pt x="7309" y="7018"/>
                    </a:cubicBezTo>
                    <a:cubicBezTo>
                      <a:pt x="11346" y="7018"/>
                      <a:pt x="14618" y="3509"/>
                      <a:pt x="14618" y="3509"/>
                    </a:cubicBezTo>
                    <a:cubicBezTo>
                      <a:pt x="14618" y="3509"/>
                      <a:pt x="11346"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23"/>
              <p:cNvSpPr/>
              <p:nvPr/>
            </p:nvSpPr>
            <p:spPr>
              <a:xfrm>
                <a:off x="3549550" y="530625"/>
                <a:ext cx="153525" cy="153550"/>
              </a:xfrm>
              <a:custGeom>
                <a:rect b="b" l="l" r="r" t="t"/>
                <a:pathLst>
                  <a:path extrusionOk="0" h="6142" w="6141">
                    <a:moveTo>
                      <a:pt x="3071" y="1"/>
                    </a:moveTo>
                    <a:cubicBezTo>
                      <a:pt x="1375" y="1"/>
                      <a:pt x="1" y="1374"/>
                      <a:pt x="1" y="3071"/>
                    </a:cubicBezTo>
                    <a:cubicBezTo>
                      <a:pt x="1" y="4766"/>
                      <a:pt x="1375" y="6141"/>
                      <a:pt x="3071" y="6141"/>
                    </a:cubicBezTo>
                    <a:cubicBezTo>
                      <a:pt x="4766" y="6141"/>
                      <a:pt x="6141" y="4766"/>
                      <a:pt x="6141" y="3071"/>
                    </a:cubicBezTo>
                    <a:cubicBezTo>
                      <a:pt x="6141" y="1374"/>
                      <a:pt x="4766"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123"/>
              <p:cNvSpPr/>
              <p:nvPr/>
            </p:nvSpPr>
            <p:spPr>
              <a:xfrm>
                <a:off x="3562700" y="547025"/>
                <a:ext cx="127200" cy="120775"/>
              </a:xfrm>
              <a:custGeom>
                <a:rect b="b" l="l" r="r" t="t"/>
                <a:pathLst>
                  <a:path extrusionOk="0" h="4831" w="5088">
                    <a:moveTo>
                      <a:pt x="2545" y="1"/>
                    </a:moveTo>
                    <a:cubicBezTo>
                      <a:pt x="2345" y="1"/>
                      <a:pt x="2144" y="128"/>
                      <a:pt x="2113" y="383"/>
                    </a:cubicBezTo>
                    <a:cubicBezTo>
                      <a:pt x="2085" y="616"/>
                      <a:pt x="1887" y="766"/>
                      <a:pt x="1680" y="766"/>
                    </a:cubicBezTo>
                    <a:cubicBezTo>
                      <a:pt x="1588" y="766"/>
                      <a:pt x="1494" y="737"/>
                      <a:pt x="1413" y="673"/>
                    </a:cubicBezTo>
                    <a:cubicBezTo>
                      <a:pt x="1326" y="604"/>
                      <a:pt x="1233" y="575"/>
                      <a:pt x="1145" y="575"/>
                    </a:cubicBezTo>
                    <a:cubicBezTo>
                      <a:pt x="822" y="575"/>
                      <a:pt x="553" y="966"/>
                      <a:pt x="803" y="1283"/>
                    </a:cubicBezTo>
                    <a:cubicBezTo>
                      <a:pt x="1011" y="1550"/>
                      <a:pt x="849" y="1943"/>
                      <a:pt x="512" y="1983"/>
                    </a:cubicBezTo>
                    <a:cubicBezTo>
                      <a:pt x="1" y="2045"/>
                      <a:pt x="1" y="2786"/>
                      <a:pt x="512" y="2846"/>
                    </a:cubicBezTo>
                    <a:cubicBezTo>
                      <a:pt x="849" y="2888"/>
                      <a:pt x="1011" y="3280"/>
                      <a:pt x="803" y="3547"/>
                    </a:cubicBezTo>
                    <a:cubicBezTo>
                      <a:pt x="553" y="3864"/>
                      <a:pt x="822" y="4255"/>
                      <a:pt x="1145" y="4255"/>
                    </a:cubicBezTo>
                    <a:cubicBezTo>
                      <a:pt x="1233" y="4255"/>
                      <a:pt x="1326" y="4225"/>
                      <a:pt x="1413" y="4157"/>
                    </a:cubicBezTo>
                    <a:cubicBezTo>
                      <a:pt x="1494" y="4093"/>
                      <a:pt x="1588" y="4064"/>
                      <a:pt x="1680" y="4064"/>
                    </a:cubicBezTo>
                    <a:cubicBezTo>
                      <a:pt x="1887" y="4064"/>
                      <a:pt x="2085" y="4214"/>
                      <a:pt x="2113" y="4448"/>
                    </a:cubicBezTo>
                    <a:cubicBezTo>
                      <a:pt x="2144" y="4703"/>
                      <a:pt x="2344" y="4830"/>
                      <a:pt x="2545" y="4830"/>
                    </a:cubicBezTo>
                    <a:cubicBezTo>
                      <a:pt x="2745" y="4830"/>
                      <a:pt x="2946" y="4703"/>
                      <a:pt x="2976" y="4448"/>
                    </a:cubicBezTo>
                    <a:cubicBezTo>
                      <a:pt x="3005" y="4214"/>
                      <a:pt x="3202" y="4064"/>
                      <a:pt x="3410" y="4064"/>
                    </a:cubicBezTo>
                    <a:cubicBezTo>
                      <a:pt x="3502" y="4064"/>
                      <a:pt x="3595" y="4093"/>
                      <a:pt x="3677" y="4157"/>
                    </a:cubicBezTo>
                    <a:cubicBezTo>
                      <a:pt x="3764" y="4225"/>
                      <a:pt x="3856" y="4255"/>
                      <a:pt x="3944" y="4255"/>
                    </a:cubicBezTo>
                    <a:cubicBezTo>
                      <a:pt x="4267" y="4255"/>
                      <a:pt x="4535" y="3864"/>
                      <a:pt x="4287" y="3547"/>
                    </a:cubicBezTo>
                    <a:cubicBezTo>
                      <a:pt x="4077" y="3280"/>
                      <a:pt x="4240" y="2886"/>
                      <a:pt x="4577" y="2846"/>
                    </a:cubicBezTo>
                    <a:cubicBezTo>
                      <a:pt x="5088" y="2784"/>
                      <a:pt x="5088" y="2044"/>
                      <a:pt x="4577" y="1983"/>
                    </a:cubicBezTo>
                    <a:cubicBezTo>
                      <a:pt x="4240" y="1942"/>
                      <a:pt x="4077" y="1550"/>
                      <a:pt x="4287" y="1283"/>
                    </a:cubicBezTo>
                    <a:cubicBezTo>
                      <a:pt x="4535" y="966"/>
                      <a:pt x="4266" y="575"/>
                      <a:pt x="3944" y="575"/>
                    </a:cubicBezTo>
                    <a:cubicBezTo>
                      <a:pt x="3856" y="575"/>
                      <a:pt x="3764" y="605"/>
                      <a:pt x="3677" y="673"/>
                    </a:cubicBezTo>
                    <a:cubicBezTo>
                      <a:pt x="3595" y="737"/>
                      <a:pt x="3501" y="766"/>
                      <a:pt x="3410" y="766"/>
                    </a:cubicBezTo>
                    <a:cubicBezTo>
                      <a:pt x="3202" y="766"/>
                      <a:pt x="3004" y="616"/>
                      <a:pt x="2976" y="383"/>
                    </a:cubicBezTo>
                    <a:cubicBezTo>
                      <a:pt x="2946" y="128"/>
                      <a:pt x="2745" y="1"/>
                      <a:pt x="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123"/>
              <p:cNvSpPr/>
              <p:nvPr/>
            </p:nvSpPr>
            <p:spPr>
              <a:xfrm>
                <a:off x="3600975" y="582025"/>
                <a:ext cx="50725" cy="50725"/>
              </a:xfrm>
              <a:custGeom>
                <a:rect b="b" l="l" r="r" t="t"/>
                <a:pathLst>
                  <a:path extrusionOk="0" h="2029" w="2029">
                    <a:moveTo>
                      <a:pt x="1014" y="0"/>
                    </a:moveTo>
                    <a:cubicBezTo>
                      <a:pt x="454" y="0"/>
                      <a:pt x="0" y="454"/>
                      <a:pt x="0" y="1015"/>
                    </a:cubicBezTo>
                    <a:cubicBezTo>
                      <a:pt x="0" y="1574"/>
                      <a:pt x="454" y="2028"/>
                      <a:pt x="1014" y="2028"/>
                    </a:cubicBezTo>
                    <a:cubicBezTo>
                      <a:pt x="1574" y="2028"/>
                      <a:pt x="2028" y="1574"/>
                      <a:pt x="2028" y="1015"/>
                    </a:cubicBezTo>
                    <a:cubicBezTo>
                      <a:pt x="2028" y="454"/>
                      <a:pt x="1574" y="0"/>
                      <a:pt x="1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123"/>
              <p:cNvSpPr/>
              <p:nvPr/>
            </p:nvSpPr>
            <p:spPr>
              <a:xfrm>
                <a:off x="3443600" y="515225"/>
                <a:ext cx="365475" cy="87750"/>
              </a:xfrm>
              <a:custGeom>
                <a:rect b="b" l="l" r="r" t="t"/>
                <a:pathLst>
                  <a:path extrusionOk="0" h="3510" w="14619">
                    <a:moveTo>
                      <a:pt x="7309" y="1"/>
                    </a:moveTo>
                    <a:cubicBezTo>
                      <a:pt x="3273" y="1"/>
                      <a:pt x="0" y="3509"/>
                      <a:pt x="0" y="3509"/>
                    </a:cubicBezTo>
                    <a:cubicBezTo>
                      <a:pt x="2504" y="2781"/>
                      <a:pt x="4955" y="2431"/>
                      <a:pt x="7357" y="2431"/>
                    </a:cubicBezTo>
                    <a:cubicBezTo>
                      <a:pt x="9828" y="2431"/>
                      <a:pt x="12247" y="2801"/>
                      <a:pt x="14618" y="3509"/>
                    </a:cubicBezTo>
                    <a:cubicBezTo>
                      <a:pt x="14618" y="3509"/>
                      <a:pt x="11346" y="1"/>
                      <a:pt x="7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6" name="Google Shape;9666;p123"/>
            <p:cNvGrpSpPr/>
            <p:nvPr/>
          </p:nvGrpSpPr>
          <p:grpSpPr>
            <a:xfrm>
              <a:off x="8308939" y="240554"/>
              <a:ext cx="597557" cy="597892"/>
              <a:chOff x="3834909" y="821763"/>
              <a:chExt cx="304891" cy="305063"/>
            </a:xfrm>
          </p:grpSpPr>
          <p:sp>
            <p:nvSpPr>
              <p:cNvPr id="9667" name="Google Shape;9667;p123"/>
              <p:cNvSpPr/>
              <p:nvPr/>
            </p:nvSpPr>
            <p:spPr>
              <a:xfrm>
                <a:off x="3834909" y="821763"/>
                <a:ext cx="303500" cy="303625"/>
              </a:xfrm>
              <a:custGeom>
                <a:rect b="b" l="l" r="r" t="t"/>
                <a:pathLst>
                  <a:path extrusionOk="0" h="12145" w="12140">
                    <a:moveTo>
                      <a:pt x="8031" y="1"/>
                    </a:moveTo>
                    <a:cubicBezTo>
                      <a:pt x="7935" y="1"/>
                      <a:pt x="7840" y="3"/>
                      <a:pt x="7748" y="13"/>
                    </a:cubicBezTo>
                    <a:cubicBezTo>
                      <a:pt x="7355" y="38"/>
                      <a:pt x="6978" y="120"/>
                      <a:pt x="6622" y="249"/>
                    </a:cubicBezTo>
                    <a:cubicBezTo>
                      <a:pt x="6081" y="445"/>
                      <a:pt x="5592" y="754"/>
                      <a:pt x="5186" y="1143"/>
                    </a:cubicBezTo>
                    <a:cubicBezTo>
                      <a:pt x="4737" y="1575"/>
                      <a:pt x="4386" y="2106"/>
                      <a:pt x="4167" y="2701"/>
                    </a:cubicBezTo>
                    <a:cubicBezTo>
                      <a:pt x="4038" y="3055"/>
                      <a:pt x="3956" y="3435"/>
                      <a:pt x="3932" y="3829"/>
                    </a:cubicBezTo>
                    <a:cubicBezTo>
                      <a:pt x="3929" y="3860"/>
                      <a:pt x="3925" y="3893"/>
                      <a:pt x="3925" y="3924"/>
                    </a:cubicBezTo>
                    <a:cubicBezTo>
                      <a:pt x="3894" y="3924"/>
                      <a:pt x="3861" y="3927"/>
                      <a:pt x="3830" y="3931"/>
                    </a:cubicBezTo>
                    <a:cubicBezTo>
                      <a:pt x="3434" y="3958"/>
                      <a:pt x="3052" y="4042"/>
                      <a:pt x="2696" y="4173"/>
                    </a:cubicBezTo>
                    <a:cubicBezTo>
                      <a:pt x="1562" y="4589"/>
                      <a:pt x="664" y="5486"/>
                      <a:pt x="249" y="6621"/>
                    </a:cubicBezTo>
                    <a:cubicBezTo>
                      <a:pt x="120" y="6977"/>
                      <a:pt x="37" y="7355"/>
                      <a:pt x="13" y="7748"/>
                    </a:cubicBezTo>
                    <a:cubicBezTo>
                      <a:pt x="3" y="7840"/>
                      <a:pt x="0" y="7935"/>
                      <a:pt x="0" y="8031"/>
                    </a:cubicBezTo>
                    <a:cubicBezTo>
                      <a:pt x="0" y="8362"/>
                      <a:pt x="39" y="8686"/>
                      <a:pt x="114" y="8992"/>
                    </a:cubicBezTo>
                    <a:cubicBezTo>
                      <a:pt x="168" y="9226"/>
                      <a:pt x="243" y="9449"/>
                      <a:pt x="338" y="9661"/>
                    </a:cubicBezTo>
                    <a:cubicBezTo>
                      <a:pt x="467" y="9966"/>
                      <a:pt x="633" y="10250"/>
                      <a:pt x="833" y="10513"/>
                    </a:cubicBezTo>
                    <a:cubicBezTo>
                      <a:pt x="929" y="10642"/>
                      <a:pt x="1030" y="10761"/>
                      <a:pt x="1141" y="10875"/>
                    </a:cubicBezTo>
                    <a:lnTo>
                      <a:pt x="1251" y="10986"/>
                    </a:lnTo>
                    <a:cubicBezTo>
                      <a:pt x="1482" y="11210"/>
                      <a:pt x="1740" y="11404"/>
                      <a:pt x="2016" y="11566"/>
                    </a:cubicBezTo>
                    <a:cubicBezTo>
                      <a:pt x="2204" y="11680"/>
                      <a:pt x="2403" y="11778"/>
                      <a:pt x="2612" y="11862"/>
                    </a:cubicBezTo>
                    <a:cubicBezTo>
                      <a:pt x="2954" y="11994"/>
                      <a:pt x="3319" y="12086"/>
                      <a:pt x="3700" y="12120"/>
                    </a:cubicBezTo>
                    <a:cubicBezTo>
                      <a:pt x="3773" y="12129"/>
                      <a:pt x="3847" y="12136"/>
                      <a:pt x="3922" y="12138"/>
                    </a:cubicBezTo>
                    <a:lnTo>
                      <a:pt x="3922" y="12144"/>
                    </a:lnTo>
                    <a:lnTo>
                      <a:pt x="12140" y="12144"/>
                    </a:lnTo>
                    <a:lnTo>
                      <a:pt x="12140" y="11280"/>
                    </a:lnTo>
                    <a:lnTo>
                      <a:pt x="12140" y="10389"/>
                    </a:lnTo>
                    <a:lnTo>
                      <a:pt x="12140" y="9042"/>
                    </a:lnTo>
                    <a:lnTo>
                      <a:pt x="12140" y="8150"/>
                    </a:lnTo>
                    <a:lnTo>
                      <a:pt x="12140" y="6808"/>
                    </a:lnTo>
                    <a:lnTo>
                      <a:pt x="12140" y="5914"/>
                    </a:lnTo>
                    <a:lnTo>
                      <a:pt x="12140" y="4571"/>
                    </a:lnTo>
                    <a:lnTo>
                      <a:pt x="12140" y="3922"/>
                    </a:lnTo>
                    <a:lnTo>
                      <a:pt x="12138" y="3922"/>
                    </a:lnTo>
                    <a:cubicBezTo>
                      <a:pt x="12134" y="3849"/>
                      <a:pt x="12128" y="3775"/>
                      <a:pt x="12119" y="3700"/>
                    </a:cubicBezTo>
                    <a:cubicBezTo>
                      <a:pt x="12086" y="3320"/>
                      <a:pt x="11993" y="2953"/>
                      <a:pt x="11861" y="2613"/>
                    </a:cubicBezTo>
                    <a:cubicBezTo>
                      <a:pt x="11778" y="2404"/>
                      <a:pt x="11679" y="2206"/>
                      <a:pt x="11566" y="2017"/>
                    </a:cubicBezTo>
                    <a:cubicBezTo>
                      <a:pt x="11404" y="1741"/>
                      <a:pt x="11206" y="1485"/>
                      <a:pt x="10986" y="1255"/>
                    </a:cubicBezTo>
                    <a:lnTo>
                      <a:pt x="10983" y="1255"/>
                    </a:lnTo>
                    <a:cubicBezTo>
                      <a:pt x="10838" y="1097"/>
                      <a:pt x="10682" y="963"/>
                      <a:pt x="10512" y="834"/>
                    </a:cubicBezTo>
                    <a:cubicBezTo>
                      <a:pt x="10251" y="637"/>
                      <a:pt x="9965" y="467"/>
                      <a:pt x="9661" y="338"/>
                    </a:cubicBezTo>
                    <a:cubicBezTo>
                      <a:pt x="9449" y="243"/>
                      <a:pt x="9224" y="169"/>
                      <a:pt x="8993" y="114"/>
                    </a:cubicBezTo>
                    <a:cubicBezTo>
                      <a:pt x="8687" y="40"/>
                      <a:pt x="8365" y="1"/>
                      <a:pt x="803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123"/>
              <p:cNvSpPr/>
              <p:nvPr/>
            </p:nvSpPr>
            <p:spPr>
              <a:xfrm>
                <a:off x="3836250" y="823225"/>
                <a:ext cx="303550" cy="303600"/>
              </a:xfrm>
              <a:custGeom>
                <a:rect b="b" l="l" r="r" t="t"/>
                <a:pathLst>
                  <a:path extrusionOk="0" h="12144" w="12142">
                    <a:moveTo>
                      <a:pt x="8033" y="1"/>
                    </a:moveTo>
                    <a:cubicBezTo>
                      <a:pt x="7937" y="1"/>
                      <a:pt x="7842" y="5"/>
                      <a:pt x="7750" y="13"/>
                    </a:cubicBezTo>
                    <a:cubicBezTo>
                      <a:pt x="7357" y="38"/>
                      <a:pt x="6978" y="120"/>
                      <a:pt x="6622" y="249"/>
                    </a:cubicBezTo>
                    <a:cubicBezTo>
                      <a:pt x="6080" y="445"/>
                      <a:pt x="5593" y="753"/>
                      <a:pt x="5187" y="1143"/>
                    </a:cubicBezTo>
                    <a:cubicBezTo>
                      <a:pt x="4738" y="1574"/>
                      <a:pt x="4387" y="2106"/>
                      <a:pt x="4169" y="2701"/>
                    </a:cubicBezTo>
                    <a:cubicBezTo>
                      <a:pt x="4040" y="3055"/>
                      <a:pt x="3957" y="3436"/>
                      <a:pt x="3933" y="3829"/>
                    </a:cubicBezTo>
                    <a:cubicBezTo>
                      <a:pt x="3929" y="3860"/>
                      <a:pt x="3926" y="3893"/>
                      <a:pt x="3926" y="3924"/>
                    </a:cubicBezTo>
                    <a:cubicBezTo>
                      <a:pt x="3895" y="3924"/>
                      <a:pt x="3861" y="3928"/>
                      <a:pt x="3830" y="3932"/>
                    </a:cubicBezTo>
                    <a:cubicBezTo>
                      <a:pt x="3435" y="3958"/>
                      <a:pt x="3053" y="4042"/>
                      <a:pt x="2697" y="4174"/>
                    </a:cubicBezTo>
                    <a:cubicBezTo>
                      <a:pt x="1562" y="4589"/>
                      <a:pt x="665" y="5487"/>
                      <a:pt x="250" y="6621"/>
                    </a:cubicBezTo>
                    <a:cubicBezTo>
                      <a:pt x="121" y="6977"/>
                      <a:pt x="38" y="7355"/>
                      <a:pt x="14" y="7748"/>
                    </a:cubicBezTo>
                    <a:cubicBezTo>
                      <a:pt x="4" y="7840"/>
                      <a:pt x="1" y="7936"/>
                      <a:pt x="1" y="8031"/>
                    </a:cubicBezTo>
                    <a:cubicBezTo>
                      <a:pt x="1" y="8364"/>
                      <a:pt x="41" y="8686"/>
                      <a:pt x="114" y="8993"/>
                    </a:cubicBezTo>
                    <a:cubicBezTo>
                      <a:pt x="170" y="9224"/>
                      <a:pt x="243" y="9449"/>
                      <a:pt x="339" y="9660"/>
                    </a:cubicBezTo>
                    <a:cubicBezTo>
                      <a:pt x="468" y="9965"/>
                      <a:pt x="634" y="10249"/>
                      <a:pt x="835" y="10512"/>
                    </a:cubicBezTo>
                    <a:cubicBezTo>
                      <a:pt x="930" y="10641"/>
                      <a:pt x="1031" y="10760"/>
                      <a:pt x="1141" y="10874"/>
                    </a:cubicBezTo>
                    <a:lnTo>
                      <a:pt x="1253" y="10985"/>
                    </a:lnTo>
                    <a:cubicBezTo>
                      <a:pt x="1482" y="11209"/>
                      <a:pt x="1742" y="11403"/>
                      <a:pt x="2017" y="11565"/>
                    </a:cubicBezTo>
                    <a:cubicBezTo>
                      <a:pt x="2204" y="11679"/>
                      <a:pt x="2404" y="11778"/>
                      <a:pt x="2613" y="11860"/>
                    </a:cubicBezTo>
                    <a:cubicBezTo>
                      <a:pt x="2954" y="11992"/>
                      <a:pt x="3321" y="12085"/>
                      <a:pt x="3700" y="12118"/>
                    </a:cubicBezTo>
                    <a:cubicBezTo>
                      <a:pt x="3776" y="12128"/>
                      <a:pt x="3849" y="12134"/>
                      <a:pt x="3922" y="12137"/>
                    </a:cubicBezTo>
                    <a:lnTo>
                      <a:pt x="3922" y="12143"/>
                    </a:lnTo>
                    <a:lnTo>
                      <a:pt x="12141" y="12143"/>
                    </a:lnTo>
                    <a:lnTo>
                      <a:pt x="12141" y="3922"/>
                    </a:lnTo>
                    <a:lnTo>
                      <a:pt x="12138" y="3922"/>
                    </a:lnTo>
                    <a:cubicBezTo>
                      <a:pt x="12136" y="3847"/>
                      <a:pt x="12130" y="3774"/>
                      <a:pt x="12120" y="3700"/>
                    </a:cubicBezTo>
                    <a:cubicBezTo>
                      <a:pt x="12086" y="3320"/>
                      <a:pt x="11995" y="2953"/>
                      <a:pt x="11862" y="2613"/>
                    </a:cubicBezTo>
                    <a:cubicBezTo>
                      <a:pt x="11779" y="2404"/>
                      <a:pt x="11681" y="2208"/>
                      <a:pt x="11567" y="2017"/>
                    </a:cubicBezTo>
                    <a:cubicBezTo>
                      <a:pt x="11404" y="1740"/>
                      <a:pt x="11208" y="1486"/>
                      <a:pt x="10986" y="1255"/>
                    </a:cubicBezTo>
                    <a:lnTo>
                      <a:pt x="10984" y="1255"/>
                    </a:lnTo>
                    <a:cubicBezTo>
                      <a:pt x="10840" y="1099"/>
                      <a:pt x="10682" y="962"/>
                      <a:pt x="10513" y="833"/>
                    </a:cubicBezTo>
                    <a:cubicBezTo>
                      <a:pt x="10253" y="636"/>
                      <a:pt x="9966" y="467"/>
                      <a:pt x="9661" y="338"/>
                    </a:cubicBezTo>
                    <a:cubicBezTo>
                      <a:pt x="9450" y="243"/>
                      <a:pt x="9226" y="170"/>
                      <a:pt x="8995" y="114"/>
                    </a:cubicBezTo>
                    <a:cubicBezTo>
                      <a:pt x="8688" y="40"/>
                      <a:pt x="8364" y="1"/>
                      <a:pt x="80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23"/>
              <p:cNvSpPr/>
              <p:nvPr/>
            </p:nvSpPr>
            <p:spPr>
              <a:xfrm>
                <a:off x="3836575" y="921450"/>
                <a:ext cx="95425" cy="95450"/>
              </a:xfrm>
              <a:custGeom>
                <a:rect b="b" l="l" r="r" t="t"/>
                <a:pathLst>
                  <a:path extrusionOk="0" h="3818" w="3817">
                    <a:moveTo>
                      <a:pt x="3816" y="0"/>
                    </a:moveTo>
                    <a:lnTo>
                      <a:pt x="3816" y="0"/>
                    </a:lnTo>
                    <a:cubicBezTo>
                      <a:pt x="3421" y="29"/>
                      <a:pt x="3039" y="112"/>
                      <a:pt x="2683" y="243"/>
                    </a:cubicBezTo>
                    <a:lnTo>
                      <a:pt x="235" y="2691"/>
                    </a:lnTo>
                    <a:cubicBezTo>
                      <a:pt x="106" y="3047"/>
                      <a:pt x="24" y="3425"/>
                      <a:pt x="0" y="3818"/>
                    </a:cubicBezTo>
                    <a:lnTo>
                      <a:pt x="38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123"/>
              <p:cNvSpPr/>
              <p:nvPr/>
            </p:nvSpPr>
            <p:spPr>
              <a:xfrm>
                <a:off x="3934525" y="823475"/>
                <a:ext cx="95450" cy="95500"/>
              </a:xfrm>
              <a:custGeom>
                <a:rect b="b" l="l" r="r" t="t"/>
                <a:pathLst>
                  <a:path extrusionOk="0" h="3820" w="3818">
                    <a:moveTo>
                      <a:pt x="3818" y="1"/>
                    </a:moveTo>
                    <a:lnTo>
                      <a:pt x="3818" y="1"/>
                    </a:lnTo>
                    <a:cubicBezTo>
                      <a:pt x="3425" y="26"/>
                      <a:pt x="3046" y="109"/>
                      <a:pt x="2689" y="239"/>
                    </a:cubicBezTo>
                    <a:lnTo>
                      <a:pt x="237" y="2691"/>
                    </a:lnTo>
                    <a:cubicBezTo>
                      <a:pt x="108" y="3045"/>
                      <a:pt x="25" y="3426"/>
                      <a:pt x="1" y="3819"/>
                    </a:cubicBezTo>
                    <a:lnTo>
                      <a:pt x="38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123"/>
              <p:cNvSpPr/>
              <p:nvPr/>
            </p:nvSpPr>
            <p:spPr>
              <a:xfrm>
                <a:off x="3839075" y="826050"/>
                <a:ext cx="238700" cy="238700"/>
              </a:xfrm>
              <a:custGeom>
                <a:rect b="b" l="l" r="r" t="t"/>
                <a:pathLst>
                  <a:path extrusionOk="0" h="9548" w="9548">
                    <a:moveTo>
                      <a:pt x="8881" y="0"/>
                    </a:moveTo>
                    <a:lnTo>
                      <a:pt x="0" y="8880"/>
                    </a:lnTo>
                    <a:cubicBezTo>
                      <a:pt x="56" y="9111"/>
                      <a:pt x="129" y="9336"/>
                      <a:pt x="225" y="9547"/>
                    </a:cubicBezTo>
                    <a:lnTo>
                      <a:pt x="9547" y="224"/>
                    </a:lnTo>
                    <a:cubicBezTo>
                      <a:pt x="9336" y="129"/>
                      <a:pt x="9112" y="55"/>
                      <a:pt x="88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123"/>
              <p:cNvSpPr/>
              <p:nvPr/>
            </p:nvSpPr>
            <p:spPr>
              <a:xfrm>
                <a:off x="3857025" y="844025"/>
                <a:ext cx="253775" cy="253850"/>
              </a:xfrm>
              <a:custGeom>
                <a:rect b="b" l="l" r="r" t="t"/>
                <a:pathLst>
                  <a:path extrusionOk="0" h="10154" w="10151">
                    <a:moveTo>
                      <a:pt x="9680" y="0"/>
                    </a:moveTo>
                    <a:lnTo>
                      <a:pt x="0" y="9680"/>
                    </a:lnTo>
                    <a:cubicBezTo>
                      <a:pt x="96" y="9809"/>
                      <a:pt x="197" y="9928"/>
                      <a:pt x="308" y="10042"/>
                    </a:cubicBezTo>
                    <a:lnTo>
                      <a:pt x="418" y="10153"/>
                    </a:lnTo>
                    <a:lnTo>
                      <a:pt x="10150" y="421"/>
                    </a:lnTo>
                    <a:cubicBezTo>
                      <a:pt x="10008" y="264"/>
                      <a:pt x="9850" y="129"/>
                      <a:pt x="9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123"/>
              <p:cNvSpPr/>
              <p:nvPr/>
            </p:nvSpPr>
            <p:spPr>
              <a:xfrm>
                <a:off x="3886650" y="873600"/>
                <a:ext cx="246150" cy="246150"/>
              </a:xfrm>
              <a:custGeom>
                <a:rect b="b" l="l" r="r" t="t"/>
                <a:pathLst>
                  <a:path extrusionOk="0" h="9846" w="9846">
                    <a:moveTo>
                      <a:pt x="9550" y="0"/>
                    </a:moveTo>
                    <a:lnTo>
                      <a:pt x="0" y="9550"/>
                    </a:lnTo>
                    <a:cubicBezTo>
                      <a:pt x="187" y="9664"/>
                      <a:pt x="387" y="9763"/>
                      <a:pt x="596" y="9845"/>
                    </a:cubicBezTo>
                    <a:lnTo>
                      <a:pt x="9845" y="597"/>
                    </a:lnTo>
                    <a:cubicBezTo>
                      <a:pt x="9763" y="387"/>
                      <a:pt x="9664" y="191"/>
                      <a:pt x="9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123"/>
              <p:cNvSpPr/>
              <p:nvPr/>
            </p:nvSpPr>
            <p:spPr>
              <a:xfrm>
                <a:off x="3928750" y="915725"/>
                <a:ext cx="211050" cy="211100"/>
              </a:xfrm>
              <a:custGeom>
                <a:rect b="b" l="l" r="r" t="t"/>
                <a:pathLst>
                  <a:path extrusionOk="0" h="8444" w="8442">
                    <a:moveTo>
                      <a:pt x="8419" y="0"/>
                    </a:moveTo>
                    <a:lnTo>
                      <a:pt x="0" y="8418"/>
                    </a:lnTo>
                    <a:cubicBezTo>
                      <a:pt x="76" y="8428"/>
                      <a:pt x="149" y="8434"/>
                      <a:pt x="222" y="8437"/>
                    </a:cubicBezTo>
                    <a:lnTo>
                      <a:pt x="222" y="8443"/>
                    </a:lnTo>
                    <a:lnTo>
                      <a:pt x="867" y="8443"/>
                    </a:lnTo>
                    <a:lnTo>
                      <a:pt x="8441" y="869"/>
                    </a:lnTo>
                    <a:lnTo>
                      <a:pt x="8441" y="222"/>
                    </a:lnTo>
                    <a:lnTo>
                      <a:pt x="8437" y="222"/>
                    </a:lnTo>
                    <a:cubicBezTo>
                      <a:pt x="8435" y="147"/>
                      <a:pt x="8429" y="74"/>
                      <a:pt x="8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123"/>
              <p:cNvSpPr/>
              <p:nvPr/>
            </p:nvSpPr>
            <p:spPr>
              <a:xfrm>
                <a:off x="3984075" y="971025"/>
                <a:ext cx="155725" cy="155800"/>
              </a:xfrm>
              <a:custGeom>
                <a:rect b="b" l="l" r="r" t="t"/>
                <a:pathLst>
                  <a:path extrusionOk="0" h="6232" w="6229">
                    <a:moveTo>
                      <a:pt x="6228" y="1"/>
                    </a:moveTo>
                    <a:lnTo>
                      <a:pt x="0" y="6231"/>
                    </a:lnTo>
                    <a:lnTo>
                      <a:pt x="892" y="6231"/>
                    </a:lnTo>
                    <a:lnTo>
                      <a:pt x="6228" y="895"/>
                    </a:lnTo>
                    <a:lnTo>
                      <a:pt x="62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123"/>
              <p:cNvSpPr/>
              <p:nvPr/>
            </p:nvSpPr>
            <p:spPr>
              <a:xfrm>
                <a:off x="4039950" y="1026975"/>
                <a:ext cx="99850" cy="99850"/>
              </a:xfrm>
              <a:custGeom>
                <a:rect b="b" l="l" r="r" t="t"/>
                <a:pathLst>
                  <a:path extrusionOk="0" h="3994" w="3994">
                    <a:moveTo>
                      <a:pt x="3993" y="0"/>
                    </a:moveTo>
                    <a:lnTo>
                      <a:pt x="0" y="3993"/>
                    </a:lnTo>
                    <a:lnTo>
                      <a:pt x="892" y="3993"/>
                    </a:lnTo>
                    <a:lnTo>
                      <a:pt x="3993" y="892"/>
                    </a:lnTo>
                    <a:lnTo>
                      <a:pt x="3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123"/>
              <p:cNvSpPr/>
              <p:nvPr/>
            </p:nvSpPr>
            <p:spPr>
              <a:xfrm>
                <a:off x="4095800" y="1082900"/>
                <a:ext cx="44000" cy="43925"/>
              </a:xfrm>
              <a:custGeom>
                <a:rect b="b" l="l" r="r" t="t"/>
                <a:pathLst>
                  <a:path extrusionOk="0" h="1757" w="1760">
                    <a:moveTo>
                      <a:pt x="1759" y="1"/>
                    </a:moveTo>
                    <a:lnTo>
                      <a:pt x="1" y="1756"/>
                    </a:lnTo>
                    <a:lnTo>
                      <a:pt x="895" y="1756"/>
                    </a:lnTo>
                    <a:lnTo>
                      <a:pt x="1759" y="892"/>
                    </a:lnTo>
                    <a:lnTo>
                      <a:pt x="1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123"/>
              <p:cNvSpPr/>
              <p:nvPr/>
            </p:nvSpPr>
            <p:spPr>
              <a:xfrm>
                <a:off x="3892750" y="879725"/>
                <a:ext cx="190525" cy="190475"/>
              </a:xfrm>
              <a:custGeom>
                <a:rect b="b" l="l" r="r" t="t"/>
                <a:pathLst>
                  <a:path extrusionOk="0" h="7619" w="7621">
                    <a:moveTo>
                      <a:pt x="5771" y="1"/>
                    </a:moveTo>
                    <a:cubicBezTo>
                      <a:pt x="4779" y="1"/>
                      <a:pt x="3969" y="775"/>
                      <a:pt x="3925" y="1764"/>
                    </a:cubicBezTo>
                    <a:lnTo>
                      <a:pt x="3834" y="3834"/>
                    </a:lnTo>
                    <a:lnTo>
                      <a:pt x="1764" y="3924"/>
                    </a:lnTo>
                    <a:cubicBezTo>
                      <a:pt x="777" y="3969"/>
                      <a:pt x="1" y="4780"/>
                      <a:pt x="1" y="5771"/>
                    </a:cubicBezTo>
                    <a:cubicBezTo>
                      <a:pt x="1" y="6761"/>
                      <a:pt x="774" y="7571"/>
                      <a:pt x="1762" y="7617"/>
                    </a:cubicBezTo>
                    <a:lnTo>
                      <a:pt x="1815" y="7619"/>
                    </a:lnTo>
                    <a:lnTo>
                      <a:pt x="1815" y="7618"/>
                    </a:lnTo>
                    <a:lnTo>
                      <a:pt x="7620" y="7618"/>
                    </a:lnTo>
                    <a:lnTo>
                      <a:pt x="7620" y="1817"/>
                    </a:lnTo>
                    <a:lnTo>
                      <a:pt x="7617" y="1761"/>
                    </a:lnTo>
                    <a:cubicBezTo>
                      <a:pt x="7573" y="775"/>
                      <a:pt x="6761" y="1"/>
                      <a:pt x="5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123"/>
              <p:cNvSpPr/>
              <p:nvPr/>
            </p:nvSpPr>
            <p:spPr>
              <a:xfrm>
                <a:off x="3911600" y="898625"/>
                <a:ext cx="152700" cy="152725"/>
              </a:xfrm>
              <a:custGeom>
                <a:rect b="b" l="l" r="r" t="t"/>
                <a:pathLst>
                  <a:path extrusionOk="0" h="6109" w="6108">
                    <a:moveTo>
                      <a:pt x="5015" y="0"/>
                    </a:moveTo>
                    <a:cubicBezTo>
                      <a:pt x="4429" y="0"/>
                      <a:pt x="3950" y="458"/>
                      <a:pt x="3924" y="1042"/>
                    </a:cubicBezTo>
                    <a:lnTo>
                      <a:pt x="3802" y="3802"/>
                    </a:lnTo>
                    <a:lnTo>
                      <a:pt x="1042" y="3924"/>
                    </a:lnTo>
                    <a:cubicBezTo>
                      <a:pt x="458" y="3950"/>
                      <a:pt x="0" y="4427"/>
                      <a:pt x="0" y="5015"/>
                    </a:cubicBezTo>
                    <a:cubicBezTo>
                      <a:pt x="0" y="5602"/>
                      <a:pt x="458" y="6081"/>
                      <a:pt x="1045" y="6107"/>
                    </a:cubicBezTo>
                    <a:lnTo>
                      <a:pt x="1079" y="6109"/>
                    </a:lnTo>
                    <a:lnTo>
                      <a:pt x="6108" y="6109"/>
                    </a:lnTo>
                    <a:lnTo>
                      <a:pt x="6108" y="1079"/>
                    </a:lnTo>
                    <a:lnTo>
                      <a:pt x="6106" y="1041"/>
                    </a:lnTo>
                    <a:cubicBezTo>
                      <a:pt x="6081" y="458"/>
                      <a:pt x="5601" y="0"/>
                      <a:pt x="50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0" name="Google Shape;9680;p123"/>
            <p:cNvGrpSpPr/>
            <p:nvPr/>
          </p:nvGrpSpPr>
          <p:grpSpPr>
            <a:xfrm rot="1503772">
              <a:off x="400769" y="124007"/>
              <a:ext cx="659926" cy="714605"/>
              <a:chOff x="-2686850" y="3696525"/>
              <a:chExt cx="332050" cy="359563"/>
            </a:xfrm>
          </p:grpSpPr>
          <p:sp>
            <p:nvSpPr>
              <p:cNvPr id="9681" name="Google Shape;9681;p123"/>
              <p:cNvSpPr/>
              <p:nvPr/>
            </p:nvSpPr>
            <p:spPr>
              <a:xfrm>
                <a:off x="-2686850" y="3696525"/>
                <a:ext cx="332050" cy="359525"/>
              </a:xfrm>
              <a:custGeom>
                <a:rect b="b" l="l" r="r" t="t"/>
                <a:pathLst>
                  <a:path extrusionOk="0" h="14381" w="13282">
                    <a:moveTo>
                      <a:pt x="12504" y="10802"/>
                    </a:moveTo>
                    <a:lnTo>
                      <a:pt x="12497" y="10829"/>
                    </a:lnTo>
                    <a:lnTo>
                      <a:pt x="12497" y="10806"/>
                    </a:lnTo>
                    <a:lnTo>
                      <a:pt x="12504" y="10802"/>
                    </a:lnTo>
                    <a:close/>
                    <a:moveTo>
                      <a:pt x="6678" y="1"/>
                    </a:moveTo>
                    <a:cubicBezTo>
                      <a:pt x="4442" y="1"/>
                      <a:pt x="2280" y="1136"/>
                      <a:pt x="1036" y="2962"/>
                    </a:cubicBezTo>
                    <a:cubicBezTo>
                      <a:pt x="902" y="3158"/>
                      <a:pt x="912" y="3410"/>
                      <a:pt x="1042" y="3594"/>
                    </a:cubicBezTo>
                    <a:cubicBezTo>
                      <a:pt x="505" y="4550"/>
                      <a:pt x="247" y="5625"/>
                      <a:pt x="300" y="6729"/>
                    </a:cubicBezTo>
                    <a:cubicBezTo>
                      <a:pt x="352" y="7770"/>
                      <a:pt x="675" y="10117"/>
                      <a:pt x="739" y="10573"/>
                    </a:cubicBezTo>
                    <a:lnTo>
                      <a:pt x="739" y="10663"/>
                    </a:lnTo>
                    <a:lnTo>
                      <a:pt x="256" y="8957"/>
                    </a:lnTo>
                    <a:cubicBezTo>
                      <a:pt x="241" y="8903"/>
                      <a:pt x="192" y="8868"/>
                      <a:pt x="138" y="8868"/>
                    </a:cubicBezTo>
                    <a:cubicBezTo>
                      <a:pt x="126" y="8868"/>
                      <a:pt x="115" y="8869"/>
                      <a:pt x="103" y="8873"/>
                    </a:cubicBezTo>
                    <a:cubicBezTo>
                      <a:pt x="37" y="8890"/>
                      <a:pt x="0" y="8958"/>
                      <a:pt x="19" y="9024"/>
                    </a:cubicBezTo>
                    <a:lnTo>
                      <a:pt x="738" y="11566"/>
                    </a:lnTo>
                    <a:lnTo>
                      <a:pt x="738" y="12528"/>
                    </a:lnTo>
                    <a:lnTo>
                      <a:pt x="738" y="13556"/>
                    </a:lnTo>
                    <a:lnTo>
                      <a:pt x="738" y="13808"/>
                    </a:lnTo>
                    <a:lnTo>
                      <a:pt x="1665" y="13808"/>
                    </a:lnTo>
                    <a:lnTo>
                      <a:pt x="1665" y="14373"/>
                    </a:lnTo>
                    <a:lnTo>
                      <a:pt x="1947" y="14373"/>
                    </a:lnTo>
                    <a:lnTo>
                      <a:pt x="1947" y="14380"/>
                    </a:lnTo>
                    <a:lnTo>
                      <a:pt x="2635" y="14380"/>
                    </a:lnTo>
                    <a:lnTo>
                      <a:pt x="2635" y="14369"/>
                    </a:lnTo>
                    <a:cubicBezTo>
                      <a:pt x="3018" y="14307"/>
                      <a:pt x="3314" y="13987"/>
                      <a:pt x="3411" y="13555"/>
                    </a:cubicBezTo>
                    <a:cubicBezTo>
                      <a:pt x="3433" y="13457"/>
                      <a:pt x="3446" y="13353"/>
                      <a:pt x="3446" y="13245"/>
                    </a:cubicBezTo>
                    <a:lnTo>
                      <a:pt x="3446" y="12527"/>
                    </a:lnTo>
                    <a:lnTo>
                      <a:pt x="3446" y="11097"/>
                    </a:lnTo>
                    <a:cubicBezTo>
                      <a:pt x="3446" y="10515"/>
                      <a:pt x="3105" y="10039"/>
                      <a:pt x="2635" y="9961"/>
                    </a:cubicBezTo>
                    <a:lnTo>
                      <a:pt x="2635" y="9948"/>
                    </a:lnTo>
                    <a:lnTo>
                      <a:pt x="1985" y="9948"/>
                    </a:lnTo>
                    <a:lnTo>
                      <a:pt x="1985" y="9942"/>
                    </a:lnTo>
                    <a:lnTo>
                      <a:pt x="1665" y="9942"/>
                    </a:lnTo>
                    <a:lnTo>
                      <a:pt x="1665" y="10506"/>
                    </a:lnTo>
                    <a:lnTo>
                      <a:pt x="1165" y="10506"/>
                    </a:lnTo>
                    <a:cubicBezTo>
                      <a:pt x="1100" y="10047"/>
                      <a:pt x="780" y="7711"/>
                      <a:pt x="731" y="6704"/>
                    </a:cubicBezTo>
                    <a:cubicBezTo>
                      <a:pt x="680" y="5690"/>
                      <a:pt x="918" y="4700"/>
                      <a:pt x="1409" y="3819"/>
                    </a:cubicBezTo>
                    <a:cubicBezTo>
                      <a:pt x="1438" y="3823"/>
                      <a:pt x="1466" y="3825"/>
                      <a:pt x="1494" y="3825"/>
                    </a:cubicBezTo>
                    <a:cubicBezTo>
                      <a:pt x="1671" y="3825"/>
                      <a:pt x="1845" y="3741"/>
                      <a:pt x="1952" y="3583"/>
                    </a:cubicBezTo>
                    <a:cubicBezTo>
                      <a:pt x="2992" y="2056"/>
                      <a:pt x="4803" y="1106"/>
                      <a:pt x="6678" y="1106"/>
                    </a:cubicBezTo>
                    <a:cubicBezTo>
                      <a:pt x="8431" y="1106"/>
                      <a:pt x="10117" y="1922"/>
                      <a:pt x="11187" y="3286"/>
                    </a:cubicBezTo>
                    <a:cubicBezTo>
                      <a:pt x="11297" y="3426"/>
                      <a:pt x="11458" y="3497"/>
                      <a:pt x="11621" y="3497"/>
                    </a:cubicBezTo>
                    <a:cubicBezTo>
                      <a:pt x="11663" y="3497"/>
                      <a:pt x="11704" y="3493"/>
                      <a:pt x="11744" y="3484"/>
                    </a:cubicBezTo>
                    <a:cubicBezTo>
                      <a:pt x="12373" y="4446"/>
                      <a:pt x="12682" y="5559"/>
                      <a:pt x="12626" y="6704"/>
                    </a:cubicBezTo>
                    <a:cubicBezTo>
                      <a:pt x="12576" y="7711"/>
                      <a:pt x="12255" y="10047"/>
                      <a:pt x="12191" y="10506"/>
                    </a:cubicBezTo>
                    <a:lnTo>
                      <a:pt x="11569" y="10506"/>
                    </a:lnTo>
                    <a:lnTo>
                      <a:pt x="11569" y="9942"/>
                    </a:lnTo>
                    <a:lnTo>
                      <a:pt x="11249" y="9942"/>
                    </a:lnTo>
                    <a:lnTo>
                      <a:pt x="11249" y="9948"/>
                    </a:lnTo>
                    <a:lnTo>
                      <a:pt x="10602" y="9948"/>
                    </a:lnTo>
                    <a:lnTo>
                      <a:pt x="10602" y="9961"/>
                    </a:lnTo>
                    <a:cubicBezTo>
                      <a:pt x="10130" y="10039"/>
                      <a:pt x="9790" y="10515"/>
                      <a:pt x="9790" y="11097"/>
                    </a:cubicBezTo>
                    <a:lnTo>
                      <a:pt x="9790" y="12526"/>
                    </a:lnTo>
                    <a:lnTo>
                      <a:pt x="9790" y="13244"/>
                    </a:lnTo>
                    <a:cubicBezTo>
                      <a:pt x="9790" y="13353"/>
                      <a:pt x="9803" y="13456"/>
                      <a:pt x="9825" y="13554"/>
                    </a:cubicBezTo>
                    <a:cubicBezTo>
                      <a:pt x="9922" y="13984"/>
                      <a:pt x="10218" y="14306"/>
                      <a:pt x="10602" y="14368"/>
                    </a:cubicBezTo>
                    <a:lnTo>
                      <a:pt x="10602" y="14379"/>
                    </a:lnTo>
                    <a:lnTo>
                      <a:pt x="11289" y="14379"/>
                    </a:lnTo>
                    <a:lnTo>
                      <a:pt x="11289" y="14371"/>
                    </a:lnTo>
                    <a:lnTo>
                      <a:pt x="11572" y="14371"/>
                    </a:lnTo>
                    <a:lnTo>
                      <a:pt x="11572" y="13807"/>
                    </a:lnTo>
                    <a:lnTo>
                      <a:pt x="12498" y="13807"/>
                    </a:lnTo>
                    <a:lnTo>
                      <a:pt x="12498" y="13555"/>
                    </a:lnTo>
                    <a:lnTo>
                      <a:pt x="12498" y="12527"/>
                    </a:lnTo>
                    <a:lnTo>
                      <a:pt x="12498" y="11733"/>
                    </a:lnTo>
                    <a:lnTo>
                      <a:pt x="13265" y="9024"/>
                    </a:lnTo>
                    <a:cubicBezTo>
                      <a:pt x="13282" y="8957"/>
                      <a:pt x="13245" y="8889"/>
                      <a:pt x="13179" y="8871"/>
                    </a:cubicBezTo>
                    <a:cubicBezTo>
                      <a:pt x="13168" y="8868"/>
                      <a:pt x="13157" y="8866"/>
                      <a:pt x="13146" y="8866"/>
                    </a:cubicBezTo>
                    <a:cubicBezTo>
                      <a:pt x="13092" y="8866"/>
                      <a:pt x="13042" y="8901"/>
                      <a:pt x="13027" y="8956"/>
                    </a:cubicBezTo>
                    <a:lnTo>
                      <a:pt x="12664" y="10236"/>
                    </a:lnTo>
                    <a:cubicBezTo>
                      <a:pt x="12775" y="9420"/>
                      <a:pt x="13013" y="7608"/>
                      <a:pt x="13056" y="6728"/>
                    </a:cubicBezTo>
                    <a:cubicBezTo>
                      <a:pt x="13118" y="5484"/>
                      <a:pt x="12780" y="4275"/>
                      <a:pt x="12095" y="3234"/>
                    </a:cubicBezTo>
                    <a:cubicBezTo>
                      <a:pt x="12211" y="3042"/>
                      <a:pt x="12205" y="2791"/>
                      <a:pt x="12058" y="2604"/>
                    </a:cubicBezTo>
                    <a:cubicBezTo>
                      <a:pt x="10778" y="974"/>
                      <a:pt x="8767" y="1"/>
                      <a:pt x="6678"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2" name="Google Shape;9682;p123"/>
              <p:cNvGrpSpPr/>
              <p:nvPr/>
            </p:nvGrpSpPr>
            <p:grpSpPr>
              <a:xfrm>
                <a:off x="-2686850" y="3696563"/>
                <a:ext cx="332050" cy="359525"/>
                <a:chOff x="-2348725" y="2237525"/>
                <a:chExt cx="332050" cy="359525"/>
              </a:xfrm>
            </p:grpSpPr>
            <p:sp>
              <p:nvSpPr>
                <p:cNvPr id="9683" name="Google Shape;9683;p123"/>
                <p:cNvSpPr/>
                <p:nvPr/>
              </p:nvSpPr>
              <p:spPr>
                <a:xfrm>
                  <a:off x="-2343200" y="2245975"/>
                  <a:ext cx="322925" cy="262375"/>
                </a:xfrm>
                <a:custGeom>
                  <a:rect b="b" l="l" r="r" t="t"/>
                  <a:pathLst>
                    <a:path extrusionOk="0" h="10495" w="12917">
                      <a:moveTo>
                        <a:pt x="6459" y="0"/>
                      </a:moveTo>
                      <a:cubicBezTo>
                        <a:pt x="4680" y="0"/>
                        <a:pt x="2959" y="736"/>
                        <a:pt x="1736" y="2022"/>
                      </a:cubicBezTo>
                      <a:cubicBezTo>
                        <a:pt x="588" y="3226"/>
                        <a:pt x="0" y="4778"/>
                        <a:pt x="79" y="6389"/>
                      </a:cubicBezTo>
                      <a:cubicBezTo>
                        <a:pt x="135" y="7520"/>
                        <a:pt x="513" y="10195"/>
                        <a:pt x="528" y="10309"/>
                      </a:cubicBezTo>
                      <a:cubicBezTo>
                        <a:pt x="544" y="10417"/>
                        <a:pt x="636" y="10494"/>
                        <a:pt x="742" y="10494"/>
                      </a:cubicBezTo>
                      <a:cubicBezTo>
                        <a:pt x="752" y="10494"/>
                        <a:pt x="761" y="10494"/>
                        <a:pt x="773" y="10491"/>
                      </a:cubicBezTo>
                      <a:cubicBezTo>
                        <a:pt x="890" y="10475"/>
                        <a:pt x="972" y="10365"/>
                        <a:pt x="956" y="10248"/>
                      </a:cubicBezTo>
                      <a:cubicBezTo>
                        <a:pt x="952" y="10221"/>
                        <a:pt x="567" y="7479"/>
                        <a:pt x="511" y="6368"/>
                      </a:cubicBezTo>
                      <a:cubicBezTo>
                        <a:pt x="438" y="4875"/>
                        <a:pt x="982" y="3437"/>
                        <a:pt x="2049" y="2318"/>
                      </a:cubicBezTo>
                      <a:cubicBezTo>
                        <a:pt x="3190" y="1119"/>
                        <a:pt x="4798" y="430"/>
                        <a:pt x="6459" y="430"/>
                      </a:cubicBezTo>
                      <a:cubicBezTo>
                        <a:pt x="8120" y="430"/>
                        <a:pt x="9728" y="1119"/>
                        <a:pt x="10869" y="2318"/>
                      </a:cubicBezTo>
                      <a:cubicBezTo>
                        <a:pt x="11935" y="3437"/>
                        <a:pt x="12481" y="4875"/>
                        <a:pt x="12407" y="6368"/>
                      </a:cubicBezTo>
                      <a:cubicBezTo>
                        <a:pt x="12353" y="7479"/>
                        <a:pt x="11966" y="10221"/>
                        <a:pt x="11962" y="10248"/>
                      </a:cubicBezTo>
                      <a:cubicBezTo>
                        <a:pt x="11945" y="10367"/>
                        <a:pt x="12028" y="10475"/>
                        <a:pt x="12146" y="10491"/>
                      </a:cubicBezTo>
                      <a:cubicBezTo>
                        <a:pt x="12156" y="10493"/>
                        <a:pt x="12166" y="10493"/>
                        <a:pt x="12176" y="10493"/>
                      </a:cubicBezTo>
                      <a:cubicBezTo>
                        <a:pt x="12282" y="10493"/>
                        <a:pt x="12374" y="10415"/>
                        <a:pt x="12389" y="10309"/>
                      </a:cubicBezTo>
                      <a:cubicBezTo>
                        <a:pt x="12405" y="10195"/>
                        <a:pt x="12782" y="7520"/>
                        <a:pt x="12838" y="6389"/>
                      </a:cubicBezTo>
                      <a:cubicBezTo>
                        <a:pt x="12916" y="4778"/>
                        <a:pt x="12328" y="3226"/>
                        <a:pt x="11182" y="2022"/>
                      </a:cubicBezTo>
                      <a:cubicBezTo>
                        <a:pt x="9959" y="737"/>
                        <a:pt x="8237"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123"/>
                <p:cNvSpPr/>
                <p:nvPr/>
              </p:nvSpPr>
              <p:spPr>
                <a:xfrm>
                  <a:off x="-2327125" y="2237525"/>
                  <a:ext cx="284600" cy="95700"/>
                </a:xfrm>
                <a:custGeom>
                  <a:rect b="b" l="l" r="r" t="t"/>
                  <a:pathLst>
                    <a:path extrusionOk="0" h="3828" w="11384">
                      <a:moveTo>
                        <a:pt x="5815" y="1"/>
                      </a:moveTo>
                      <a:cubicBezTo>
                        <a:pt x="3578" y="1"/>
                        <a:pt x="1417" y="1136"/>
                        <a:pt x="173" y="2964"/>
                      </a:cubicBezTo>
                      <a:cubicBezTo>
                        <a:pt x="1" y="3216"/>
                        <a:pt x="66" y="3560"/>
                        <a:pt x="319" y="3732"/>
                      </a:cubicBezTo>
                      <a:cubicBezTo>
                        <a:pt x="415" y="3796"/>
                        <a:pt x="523" y="3827"/>
                        <a:pt x="630" y="3827"/>
                      </a:cubicBezTo>
                      <a:cubicBezTo>
                        <a:pt x="807" y="3827"/>
                        <a:pt x="981" y="3743"/>
                        <a:pt x="1088" y="3585"/>
                      </a:cubicBezTo>
                      <a:cubicBezTo>
                        <a:pt x="2128" y="2057"/>
                        <a:pt x="3939" y="1108"/>
                        <a:pt x="5814" y="1108"/>
                      </a:cubicBezTo>
                      <a:cubicBezTo>
                        <a:pt x="7567" y="1108"/>
                        <a:pt x="9251" y="1923"/>
                        <a:pt x="10323" y="3289"/>
                      </a:cubicBezTo>
                      <a:cubicBezTo>
                        <a:pt x="10433" y="3428"/>
                        <a:pt x="10595" y="3500"/>
                        <a:pt x="10760" y="3500"/>
                      </a:cubicBezTo>
                      <a:cubicBezTo>
                        <a:pt x="10879" y="3500"/>
                        <a:pt x="11000" y="3462"/>
                        <a:pt x="11101" y="3382"/>
                      </a:cubicBezTo>
                      <a:cubicBezTo>
                        <a:pt x="11343" y="3193"/>
                        <a:pt x="11384" y="2845"/>
                        <a:pt x="11195" y="2604"/>
                      </a:cubicBezTo>
                      <a:cubicBezTo>
                        <a:pt x="9915" y="974"/>
                        <a:pt x="7904" y="1"/>
                        <a:pt x="58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123"/>
                <p:cNvSpPr/>
                <p:nvPr/>
              </p:nvSpPr>
              <p:spPr>
                <a:xfrm>
                  <a:off x="-2083125" y="2486225"/>
                  <a:ext cx="4050" cy="450"/>
                </a:xfrm>
                <a:custGeom>
                  <a:rect b="b" l="l" r="r" t="t"/>
                  <a:pathLst>
                    <a:path extrusionOk="0" h="18" w="162">
                      <a:moveTo>
                        <a:pt x="1" y="0"/>
                      </a:moveTo>
                      <a:lnTo>
                        <a:pt x="1" y="18"/>
                      </a:lnTo>
                      <a:cubicBezTo>
                        <a:pt x="53" y="7"/>
                        <a:pt x="107" y="0"/>
                        <a:pt x="162" y="0"/>
                      </a:cubicBezTo>
                      <a:close/>
                    </a:path>
                  </a:pathLst>
                </a:custGeom>
                <a:solidFill>
                  <a:srgbClr val="E61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123"/>
                <p:cNvSpPr/>
                <p:nvPr/>
              </p:nvSpPr>
              <p:spPr>
                <a:xfrm>
                  <a:off x="-2330250" y="2550650"/>
                  <a:ext cx="23150" cy="32050"/>
                </a:xfrm>
                <a:custGeom>
                  <a:rect b="b" l="l" r="r" t="t"/>
                  <a:pathLst>
                    <a:path extrusionOk="0" h="1282" w="926">
                      <a:moveTo>
                        <a:pt x="0" y="1"/>
                      </a:moveTo>
                      <a:lnTo>
                        <a:pt x="0" y="1030"/>
                      </a:lnTo>
                      <a:lnTo>
                        <a:pt x="0"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123"/>
                <p:cNvSpPr/>
                <p:nvPr/>
              </p:nvSpPr>
              <p:spPr>
                <a:xfrm>
                  <a:off x="-2307125" y="2550650"/>
                  <a:ext cx="7075" cy="46200"/>
                </a:xfrm>
                <a:custGeom>
                  <a:rect b="b" l="l" r="r" t="t"/>
                  <a:pathLst>
                    <a:path extrusionOk="0" h="1848" w="283">
                      <a:moveTo>
                        <a:pt x="1" y="1"/>
                      </a:moveTo>
                      <a:lnTo>
                        <a:pt x="1" y="1030"/>
                      </a:lnTo>
                      <a:lnTo>
                        <a:pt x="1" y="1282"/>
                      </a:lnTo>
                      <a:lnTo>
                        <a:pt x="1" y="1847"/>
                      </a:lnTo>
                      <a:lnTo>
                        <a:pt x="283" y="1847"/>
                      </a:lnTo>
                      <a:lnTo>
                        <a:pt x="283" y="1030"/>
                      </a:lnTo>
                      <a:lnTo>
                        <a:pt x="283" y="1"/>
                      </a:lnTo>
                      <a:close/>
                    </a:path>
                  </a:pathLst>
                </a:custGeom>
                <a:solidFill>
                  <a:srgbClr val="B20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123"/>
                <p:cNvSpPr/>
                <p:nvPr/>
              </p:nvSpPr>
              <p:spPr>
                <a:xfrm>
                  <a:off x="-2282875" y="2486550"/>
                  <a:ext cx="20300" cy="110225"/>
                </a:xfrm>
                <a:custGeom>
                  <a:rect b="b" l="l" r="r" t="t"/>
                  <a:pathLst>
                    <a:path extrusionOk="0" h="4409" w="812">
                      <a:moveTo>
                        <a:pt x="1" y="0"/>
                      </a:moveTo>
                      <a:lnTo>
                        <a:pt x="1" y="2566"/>
                      </a:lnTo>
                      <a:lnTo>
                        <a:pt x="1" y="3594"/>
                      </a:lnTo>
                      <a:lnTo>
                        <a:pt x="1" y="4408"/>
                      </a:lnTo>
                      <a:cubicBezTo>
                        <a:pt x="384" y="4346"/>
                        <a:pt x="680" y="4026"/>
                        <a:pt x="777" y="3594"/>
                      </a:cubicBezTo>
                      <a:cubicBezTo>
                        <a:pt x="799" y="3496"/>
                        <a:pt x="812" y="3392"/>
                        <a:pt x="812" y="3284"/>
                      </a:cubicBezTo>
                      <a:lnTo>
                        <a:pt x="812" y="2566"/>
                      </a:lnTo>
                      <a:lnTo>
                        <a:pt x="812" y="1137"/>
                      </a:lnTo>
                      <a:cubicBezTo>
                        <a:pt x="812" y="554"/>
                        <a:pt x="471" y="7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123"/>
                <p:cNvSpPr/>
                <p:nvPr/>
              </p:nvSpPr>
              <p:spPr>
                <a:xfrm>
                  <a:off x="-2330250" y="2500225"/>
                  <a:ext cx="23150" cy="82475"/>
                </a:xfrm>
                <a:custGeom>
                  <a:rect b="b" l="l" r="r" t="t"/>
                  <a:pathLst>
                    <a:path extrusionOk="0" h="3299" w="926">
                      <a:moveTo>
                        <a:pt x="0" y="0"/>
                      </a:moveTo>
                      <a:lnTo>
                        <a:pt x="0" y="2018"/>
                      </a:lnTo>
                      <a:lnTo>
                        <a:pt x="0" y="3047"/>
                      </a:lnTo>
                      <a:lnTo>
                        <a:pt x="0"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123"/>
                <p:cNvSpPr/>
                <p:nvPr/>
              </p:nvSpPr>
              <p:spPr>
                <a:xfrm>
                  <a:off x="-2307125" y="2486050"/>
                  <a:ext cx="8025" cy="110800"/>
                </a:xfrm>
                <a:custGeom>
                  <a:rect b="b" l="l" r="r" t="t"/>
                  <a:pathLst>
                    <a:path extrusionOk="0" h="4432" w="321">
                      <a:moveTo>
                        <a:pt x="1" y="1"/>
                      </a:moveTo>
                      <a:lnTo>
                        <a:pt x="1" y="567"/>
                      </a:lnTo>
                      <a:lnTo>
                        <a:pt x="1" y="2585"/>
                      </a:lnTo>
                      <a:lnTo>
                        <a:pt x="1" y="3614"/>
                      </a:lnTo>
                      <a:lnTo>
                        <a:pt x="1" y="3866"/>
                      </a:lnTo>
                      <a:lnTo>
                        <a:pt x="1" y="4431"/>
                      </a:lnTo>
                      <a:lnTo>
                        <a:pt x="283" y="4431"/>
                      </a:lnTo>
                      <a:lnTo>
                        <a:pt x="283" y="3614"/>
                      </a:lnTo>
                      <a:lnTo>
                        <a:pt x="283" y="2585"/>
                      </a:lnTo>
                      <a:lnTo>
                        <a:pt x="283" y="7"/>
                      </a:lnTo>
                      <a:lnTo>
                        <a:pt x="321" y="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123"/>
                <p:cNvSpPr/>
                <p:nvPr/>
              </p:nvSpPr>
              <p:spPr>
                <a:xfrm>
                  <a:off x="-2300075" y="2486225"/>
                  <a:ext cx="17225" cy="110825"/>
                </a:xfrm>
                <a:custGeom>
                  <a:rect b="b" l="l" r="r" t="t"/>
                  <a:pathLst>
                    <a:path extrusionOk="0" h="4433" w="689">
                      <a:moveTo>
                        <a:pt x="1" y="0"/>
                      </a:moveTo>
                      <a:lnTo>
                        <a:pt x="1" y="2578"/>
                      </a:lnTo>
                      <a:lnTo>
                        <a:pt x="1" y="3607"/>
                      </a:lnTo>
                      <a:lnTo>
                        <a:pt x="1" y="4424"/>
                      </a:lnTo>
                      <a:lnTo>
                        <a:pt x="1" y="4432"/>
                      </a:lnTo>
                      <a:lnTo>
                        <a:pt x="689" y="4432"/>
                      </a:lnTo>
                      <a:lnTo>
                        <a:pt x="689" y="4420"/>
                      </a:lnTo>
                      <a:lnTo>
                        <a:pt x="689" y="3607"/>
                      </a:lnTo>
                      <a:lnTo>
                        <a:pt x="689" y="2578"/>
                      </a:lnTo>
                      <a:lnTo>
                        <a:pt x="689" y="13"/>
                      </a:lnTo>
                      <a:lnTo>
                        <a:pt x="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123"/>
                <p:cNvSpPr/>
                <p:nvPr/>
              </p:nvSpPr>
              <p:spPr>
                <a:xfrm>
                  <a:off x="-2059450" y="2550650"/>
                  <a:ext cx="23150" cy="32050"/>
                </a:xfrm>
                <a:custGeom>
                  <a:rect b="b" l="l" r="r" t="t"/>
                  <a:pathLst>
                    <a:path extrusionOk="0" h="1282" w="926">
                      <a:moveTo>
                        <a:pt x="1" y="1"/>
                      </a:moveTo>
                      <a:lnTo>
                        <a:pt x="1" y="1030"/>
                      </a:lnTo>
                      <a:lnTo>
                        <a:pt x="1"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123"/>
                <p:cNvSpPr/>
                <p:nvPr/>
              </p:nvSpPr>
              <p:spPr>
                <a:xfrm>
                  <a:off x="-2104000" y="2486525"/>
                  <a:ext cx="20325" cy="110225"/>
                </a:xfrm>
                <a:custGeom>
                  <a:rect b="b" l="l" r="r" t="t"/>
                  <a:pathLst>
                    <a:path extrusionOk="0" h="4409" w="813">
                      <a:moveTo>
                        <a:pt x="813" y="0"/>
                      </a:moveTo>
                      <a:cubicBezTo>
                        <a:pt x="341" y="79"/>
                        <a:pt x="1" y="555"/>
                        <a:pt x="1" y="1137"/>
                      </a:cubicBezTo>
                      <a:lnTo>
                        <a:pt x="1" y="2566"/>
                      </a:lnTo>
                      <a:lnTo>
                        <a:pt x="1" y="3284"/>
                      </a:lnTo>
                      <a:cubicBezTo>
                        <a:pt x="1" y="3393"/>
                        <a:pt x="14" y="3496"/>
                        <a:pt x="36" y="3594"/>
                      </a:cubicBezTo>
                      <a:cubicBezTo>
                        <a:pt x="133" y="4024"/>
                        <a:pt x="429" y="4346"/>
                        <a:pt x="813" y="4408"/>
                      </a:cubicBezTo>
                      <a:lnTo>
                        <a:pt x="813" y="3594"/>
                      </a:lnTo>
                      <a:lnTo>
                        <a:pt x="813" y="2566"/>
                      </a:lnTo>
                      <a:lnTo>
                        <a:pt x="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123"/>
                <p:cNvSpPr/>
                <p:nvPr/>
              </p:nvSpPr>
              <p:spPr>
                <a:xfrm>
                  <a:off x="-2059450" y="2500225"/>
                  <a:ext cx="23150" cy="82475"/>
                </a:xfrm>
                <a:custGeom>
                  <a:rect b="b" l="l" r="r" t="t"/>
                  <a:pathLst>
                    <a:path extrusionOk="0" h="3299" w="926">
                      <a:moveTo>
                        <a:pt x="1" y="0"/>
                      </a:moveTo>
                      <a:lnTo>
                        <a:pt x="1" y="2018"/>
                      </a:lnTo>
                      <a:lnTo>
                        <a:pt x="1" y="3047"/>
                      </a:lnTo>
                      <a:lnTo>
                        <a:pt x="1"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123"/>
                <p:cNvSpPr/>
                <p:nvPr/>
              </p:nvSpPr>
              <p:spPr>
                <a:xfrm>
                  <a:off x="-2067450" y="2486050"/>
                  <a:ext cx="8025" cy="110800"/>
                </a:xfrm>
                <a:custGeom>
                  <a:rect b="b" l="l" r="r" t="t"/>
                  <a:pathLst>
                    <a:path extrusionOk="0" h="4432" w="321">
                      <a:moveTo>
                        <a:pt x="1" y="1"/>
                      </a:moveTo>
                      <a:lnTo>
                        <a:pt x="1" y="7"/>
                      </a:lnTo>
                      <a:lnTo>
                        <a:pt x="37" y="7"/>
                      </a:lnTo>
                      <a:lnTo>
                        <a:pt x="37" y="2585"/>
                      </a:lnTo>
                      <a:lnTo>
                        <a:pt x="37" y="3614"/>
                      </a:lnTo>
                      <a:lnTo>
                        <a:pt x="37" y="4431"/>
                      </a:lnTo>
                      <a:lnTo>
                        <a:pt x="321" y="4431"/>
                      </a:lnTo>
                      <a:lnTo>
                        <a:pt x="321" y="3866"/>
                      </a:lnTo>
                      <a:lnTo>
                        <a:pt x="321" y="3614"/>
                      </a:lnTo>
                      <a:lnTo>
                        <a:pt x="321" y="2585"/>
                      </a:lnTo>
                      <a:lnTo>
                        <a:pt x="321" y="56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123"/>
                <p:cNvSpPr/>
                <p:nvPr/>
              </p:nvSpPr>
              <p:spPr>
                <a:xfrm>
                  <a:off x="-2083700" y="2486225"/>
                  <a:ext cx="17200" cy="110825"/>
                </a:xfrm>
                <a:custGeom>
                  <a:rect b="b" l="l" r="r" t="t"/>
                  <a:pathLst>
                    <a:path extrusionOk="0" h="4433" w="688">
                      <a:moveTo>
                        <a:pt x="1" y="0"/>
                      </a:moveTo>
                      <a:lnTo>
                        <a:pt x="1" y="13"/>
                      </a:lnTo>
                      <a:lnTo>
                        <a:pt x="1" y="2578"/>
                      </a:lnTo>
                      <a:lnTo>
                        <a:pt x="1" y="3607"/>
                      </a:lnTo>
                      <a:lnTo>
                        <a:pt x="1" y="4420"/>
                      </a:lnTo>
                      <a:lnTo>
                        <a:pt x="1" y="4432"/>
                      </a:lnTo>
                      <a:lnTo>
                        <a:pt x="687" y="4432"/>
                      </a:lnTo>
                      <a:lnTo>
                        <a:pt x="687" y="4424"/>
                      </a:lnTo>
                      <a:lnTo>
                        <a:pt x="687" y="3607"/>
                      </a:lnTo>
                      <a:lnTo>
                        <a:pt x="687" y="2578"/>
                      </a:lnTo>
                      <a:lnTo>
                        <a:pt x="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123"/>
                <p:cNvSpPr/>
                <p:nvPr/>
              </p:nvSpPr>
              <p:spPr>
                <a:xfrm>
                  <a:off x="-2047700" y="2459150"/>
                  <a:ext cx="31025" cy="91650"/>
                </a:xfrm>
                <a:custGeom>
                  <a:rect b="b" l="l" r="r" t="t"/>
                  <a:pathLst>
                    <a:path extrusionOk="0" h="3666" w="1241">
                      <a:moveTo>
                        <a:pt x="1105" y="0"/>
                      </a:moveTo>
                      <a:cubicBezTo>
                        <a:pt x="1050" y="0"/>
                        <a:pt x="1001" y="35"/>
                        <a:pt x="986" y="90"/>
                      </a:cubicBezTo>
                      <a:lnTo>
                        <a:pt x="18" y="3507"/>
                      </a:lnTo>
                      <a:cubicBezTo>
                        <a:pt x="0" y="3573"/>
                        <a:pt x="38" y="3641"/>
                        <a:pt x="104" y="3660"/>
                      </a:cubicBezTo>
                      <a:cubicBezTo>
                        <a:pt x="115" y="3663"/>
                        <a:pt x="125" y="3665"/>
                        <a:pt x="137" y="3665"/>
                      </a:cubicBezTo>
                      <a:cubicBezTo>
                        <a:pt x="191" y="3665"/>
                        <a:pt x="240" y="3629"/>
                        <a:pt x="255" y="3574"/>
                      </a:cubicBezTo>
                      <a:lnTo>
                        <a:pt x="1223" y="157"/>
                      </a:lnTo>
                      <a:cubicBezTo>
                        <a:pt x="1241" y="91"/>
                        <a:pt x="1204" y="23"/>
                        <a:pt x="1138" y="5"/>
                      </a:cubicBezTo>
                      <a:cubicBezTo>
                        <a:pt x="1127" y="2"/>
                        <a:pt x="1116" y="0"/>
                        <a:pt x="1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123"/>
                <p:cNvSpPr/>
                <p:nvPr/>
              </p:nvSpPr>
              <p:spPr>
                <a:xfrm>
                  <a:off x="-2348725" y="2459175"/>
                  <a:ext cx="31050" cy="91625"/>
                </a:xfrm>
                <a:custGeom>
                  <a:rect b="b" l="l" r="r" t="t"/>
                  <a:pathLst>
                    <a:path extrusionOk="0" h="3665" w="1242">
                      <a:moveTo>
                        <a:pt x="138" y="1"/>
                      </a:moveTo>
                      <a:cubicBezTo>
                        <a:pt x="126" y="1"/>
                        <a:pt x="115" y="2"/>
                        <a:pt x="103" y="6"/>
                      </a:cubicBezTo>
                      <a:cubicBezTo>
                        <a:pt x="37" y="24"/>
                        <a:pt x="0" y="91"/>
                        <a:pt x="19" y="157"/>
                      </a:cubicBezTo>
                      <a:lnTo>
                        <a:pt x="986" y="3574"/>
                      </a:lnTo>
                      <a:cubicBezTo>
                        <a:pt x="1001" y="3629"/>
                        <a:pt x="1051" y="3664"/>
                        <a:pt x="1104" y="3664"/>
                      </a:cubicBezTo>
                      <a:cubicBezTo>
                        <a:pt x="1116" y="3664"/>
                        <a:pt x="1128" y="3661"/>
                        <a:pt x="1138" y="3660"/>
                      </a:cubicBezTo>
                      <a:cubicBezTo>
                        <a:pt x="1203" y="3640"/>
                        <a:pt x="1242" y="3573"/>
                        <a:pt x="1223" y="3507"/>
                      </a:cubicBezTo>
                      <a:lnTo>
                        <a:pt x="256" y="90"/>
                      </a:lnTo>
                      <a:cubicBezTo>
                        <a:pt x="240" y="36"/>
                        <a:pt x="191" y="1"/>
                        <a:pt x="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99" name="Google Shape;9699;p123"/>
            <p:cNvGrpSpPr/>
            <p:nvPr/>
          </p:nvGrpSpPr>
          <p:grpSpPr>
            <a:xfrm>
              <a:off x="32153" y="63420"/>
              <a:ext cx="311019" cy="311110"/>
              <a:chOff x="5038846" y="235350"/>
              <a:chExt cx="158691" cy="158738"/>
            </a:xfrm>
          </p:grpSpPr>
          <p:sp>
            <p:nvSpPr>
              <p:cNvPr id="9700" name="Google Shape;9700;p123"/>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123"/>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123"/>
            <p:cNvGrpSpPr/>
            <p:nvPr/>
          </p:nvGrpSpPr>
          <p:grpSpPr>
            <a:xfrm>
              <a:off x="8702778" y="3886495"/>
              <a:ext cx="311019" cy="311110"/>
              <a:chOff x="5038846" y="235350"/>
              <a:chExt cx="158691" cy="158738"/>
            </a:xfrm>
          </p:grpSpPr>
          <p:sp>
            <p:nvSpPr>
              <p:cNvPr id="9703" name="Google Shape;9703;p123"/>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23"/>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123"/>
            <p:cNvGrpSpPr/>
            <p:nvPr/>
          </p:nvGrpSpPr>
          <p:grpSpPr>
            <a:xfrm>
              <a:off x="128540" y="4418485"/>
              <a:ext cx="261189" cy="248344"/>
              <a:chOff x="5164484" y="526738"/>
              <a:chExt cx="133266" cy="126713"/>
            </a:xfrm>
          </p:grpSpPr>
          <p:sp>
            <p:nvSpPr>
              <p:cNvPr id="9706" name="Google Shape;9706;p123"/>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23"/>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9708" name="Shape 9708"/>
        <p:cNvGrpSpPr/>
        <p:nvPr/>
      </p:nvGrpSpPr>
      <p:grpSpPr>
        <a:xfrm>
          <a:off x="0" y="0"/>
          <a:ext cx="0" cy="0"/>
          <a:chOff x="0" y="0"/>
          <a:chExt cx="0" cy="0"/>
        </a:xfrm>
      </p:grpSpPr>
      <p:sp>
        <p:nvSpPr>
          <p:cNvPr id="9709" name="Google Shape;9709;p1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9710" name="Google Shape;9710;p124"/>
          <p:cNvSpPr txBox="1"/>
          <p:nvPr>
            <p:ph idx="1" type="subTitle"/>
          </p:nvPr>
        </p:nvSpPr>
        <p:spPr>
          <a:xfrm>
            <a:off x="720151" y="3534451"/>
            <a:ext cx="2400300" cy="731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711" name="Google Shape;9711;p124"/>
          <p:cNvSpPr txBox="1"/>
          <p:nvPr>
            <p:ph idx="2" type="subTitle"/>
          </p:nvPr>
        </p:nvSpPr>
        <p:spPr>
          <a:xfrm>
            <a:off x="3371932" y="2772451"/>
            <a:ext cx="2400300" cy="731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712" name="Google Shape;9712;p124"/>
          <p:cNvSpPr txBox="1"/>
          <p:nvPr>
            <p:ph idx="3" type="subTitle"/>
          </p:nvPr>
        </p:nvSpPr>
        <p:spPr>
          <a:xfrm>
            <a:off x="6023696" y="3534451"/>
            <a:ext cx="2400300" cy="731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713" name="Google Shape;9713;p124"/>
          <p:cNvSpPr txBox="1"/>
          <p:nvPr>
            <p:ph idx="4" type="subTitle"/>
          </p:nvPr>
        </p:nvSpPr>
        <p:spPr>
          <a:xfrm>
            <a:off x="720150" y="3229650"/>
            <a:ext cx="24003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714" name="Google Shape;9714;p124"/>
          <p:cNvSpPr txBox="1"/>
          <p:nvPr>
            <p:ph idx="5" type="subTitle"/>
          </p:nvPr>
        </p:nvSpPr>
        <p:spPr>
          <a:xfrm>
            <a:off x="3371936" y="2467650"/>
            <a:ext cx="24003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715" name="Google Shape;9715;p124"/>
          <p:cNvSpPr txBox="1"/>
          <p:nvPr>
            <p:ph idx="6" type="subTitle"/>
          </p:nvPr>
        </p:nvSpPr>
        <p:spPr>
          <a:xfrm>
            <a:off x="6023696" y="3229650"/>
            <a:ext cx="24003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9716" name="Google Shape;9716;p124"/>
          <p:cNvGrpSpPr/>
          <p:nvPr/>
        </p:nvGrpSpPr>
        <p:grpSpPr>
          <a:xfrm>
            <a:off x="108456" y="77995"/>
            <a:ext cx="9003474" cy="5004858"/>
            <a:chOff x="108456" y="77995"/>
            <a:chExt cx="9003474" cy="5004858"/>
          </a:xfrm>
        </p:grpSpPr>
        <p:grpSp>
          <p:nvGrpSpPr>
            <p:cNvPr id="9717" name="Google Shape;9717;p124"/>
            <p:cNvGrpSpPr/>
            <p:nvPr/>
          </p:nvGrpSpPr>
          <p:grpSpPr>
            <a:xfrm rot="-5400000">
              <a:off x="8489465" y="77975"/>
              <a:ext cx="493780" cy="493821"/>
              <a:chOff x="4431534" y="492938"/>
              <a:chExt cx="251941" cy="251963"/>
            </a:xfrm>
          </p:grpSpPr>
          <p:sp>
            <p:nvSpPr>
              <p:cNvPr id="9718" name="Google Shape;9718;p124"/>
              <p:cNvSpPr/>
              <p:nvPr/>
            </p:nvSpPr>
            <p:spPr>
              <a:xfrm>
                <a:off x="4431534" y="492938"/>
                <a:ext cx="250600" cy="250550"/>
              </a:xfrm>
              <a:custGeom>
                <a:rect b="b" l="l" r="r" t="t"/>
                <a:pathLst>
                  <a:path extrusionOk="0" h="10022" w="10024">
                    <a:moveTo>
                      <a:pt x="1" y="0"/>
                    </a:moveTo>
                    <a:lnTo>
                      <a:pt x="1" y="6630"/>
                    </a:lnTo>
                    <a:lnTo>
                      <a:pt x="1" y="6785"/>
                    </a:lnTo>
                    <a:lnTo>
                      <a:pt x="5" y="6785"/>
                    </a:lnTo>
                    <a:cubicBezTo>
                      <a:pt x="87" y="8586"/>
                      <a:pt x="1572" y="10022"/>
                      <a:pt x="3394" y="10022"/>
                    </a:cubicBezTo>
                    <a:cubicBezTo>
                      <a:pt x="5216" y="10022"/>
                      <a:pt x="6702" y="8585"/>
                      <a:pt x="6783" y="6781"/>
                    </a:cubicBezTo>
                    <a:cubicBezTo>
                      <a:pt x="8586" y="6702"/>
                      <a:pt x="10023" y="5216"/>
                      <a:pt x="10023" y="3392"/>
                    </a:cubicBezTo>
                    <a:cubicBezTo>
                      <a:pt x="10023" y="1571"/>
                      <a:pt x="8587" y="85"/>
                      <a:pt x="6786" y="4"/>
                    </a:cubicBezTo>
                    <a:lnTo>
                      <a:pt x="6786" y="0"/>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124"/>
              <p:cNvSpPr/>
              <p:nvPr/>
            </p:nvSpPr>
            <p:spPr>
              <a:xfrm>
                <a:off x="4432925" y="494325"/>
                <a:ext cx="250550" cy="250575"/>
              </a:xfrm>
              <a:custGeom>
                <a:rect b="b" l="l" r="r" t="t"/>
                <a:pathLst>
                  <a:path extrusionOk="0" h="10023" w="10022">
                    <a:moveTo>
                      <a:pt x="0" y="1"/>
                    </a:moveTo>
                    <a:lnTo>
                      <a:pt x="0" y="6629"/>
                    </a:lnTo>
                    <a:lnTo>
                      <a:pt x="0" y="6785"/>
                    </a:lnTo>
                    <a:lnTo>
                      <a:pt x="4" y="6785"/>
                    </a:lnTo>
                    <a:lnTo>
                      <a:pt x="4" y="6786"/>
                    </a:lnTo>
                    <a:cubicBezTo>
                      <a:pt x="86" y="8587"/>
                      <a:pt x="1572" y="10023"/>
                      <a:pt x="3393" y="10023"/>
                    </a:cubicBezTo>
                    <a:cubicBezTo>
                      <a:pt x="5216" y="10023"/>
                      <a:pt x="6702" y="8585"/>
                      <a:pt x="6781" y="6782"/>
                    </a:cubicBezTo>
                    <a:cubicBezTo>
                      <a:pt x="8585" y="6702"/>
                      <a:pt x="10022" y="5216"/>
                      <a:pt x="10022" y="3393"/>
                    </a:cubicBezTo>
                    <a:cubicBezTo>
                      <a:pt x="10022" y="1572"/>
                      <a:pt x="8586" y="86"/>
                      <a:pt x="6785" y="4"/>
                    </a:cubicBezTo>
                    <a:lnTo>
                      <a:pt x="678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124"/>
              <p:cNvSpPr/>
              <p:nvPr/>
            </p:nvSpPr>
            <p:spPr>
              <a:xfrm>
                <a:off x="4479625" y="541000"/>
                <a:ext cx="157200" cy="157225"/>
              </a:xfrm>
              <a:custGeom>
                <a:rect b="b" l="l" r="r" t="t"/>
                <a:pathLst>
                  <a:path extrusionOk="0" h="6289" w="6288">
                    <a:moveTo>
                      <a:pt x="0" y="1"/>
                    </a:moveTo>
                    <a:lnTo>
                      <a:pt x="0" y="4789"/>
                    </a:lnTo>
                    <a:lnTo>
                      <a:pt x="3" y="4835"/>
                    </a:lnTo>
                    <a:cubicBezTo>
                      <a:pt x="40" y="5650"/>
                      <a:pt x="710" y="6289"/>
                      <a:pt x="1526" y="6289"/>
                    </a:cubicBezTo>
                    <a:cubicBezTo>
                      <a:pt x="2346" y="6289"/>
                      <a:pt x="3013" y="5650"/>
                      <a:pt x="3050" y="4834"/>
                    </a:cubicBezTo>
                    <a:lnTo>
                      <a:pt x="3125" y="3126"/>
                    </a:lnTo>
                    <a:lnTo>
                      <a:pt x="4833" y="3050"/>
                    </a:lnTo>
                    <a:cubicBezTo>
                      <a:pt x="5648" y="3014"/>
                      <a:pt x="6288" y="2345"/>
                      <a:pt x="6288" y="1527"/>
                    </a:cubicBezTo>
                    <a:cubicBezTo>
                      <a:pt x="6288" y="710"/>
                      <a:pt x="5649" y="41"/>
                      <a:pt x="4834" y="4"/>
                    </a:cubicBezTo>
                    <a:lnTo>
                      <a:pt x="47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124"/>
              <p:cNvSpPr/>
              <p:nvPr/>
            </p:nvSpPr>
            <p:spPr>
              <a:xfrm>
                <a:off x="4495100" y="556600"/>
                <a:ext cx="126125" cy="126125"/>
              </a:xfrm>
              <a:custGeom>
                <a:rect b="b" l="l" r="r" t="t"/>
                <a:pathLst>
                  <a:path extrusionOk="0" h="5045" w="5045">
                    <a:moveTo>
                      <a:pt x="4155" y="0"/>
                    </a:moveTo>
                    <a:lnTo>
                      <a:pt x="4155" y="3"/>
                    </a:lnTo>
                    <a:lnTo>
                      <a:pt x="0" y="3"/>
                    </a:lnTo>
                    <a:lnTo>
                      <a:pt x="0" y="4154"/>
                    </a:lnTo>
                    <a:lnTo>
                      <a:pt x="1" y="4185"/>
                    </a:lnTo>
                    <a:cubicBezTo>
                      <a:pt x="24" y="4667"/>
                      <a:pt x="419" y="5044"/>
                      <a:pt x="903" y="5044"/>
                    </a:cubicBezTo>
                    <a:cubicBezTo>
                      <a:pt x="1388" y="5044"/>
                      <a:pt x="1785" y="4667"/>
                      <a:pt x="1805" y="4184"/>
                    </a:cubicBezTo>
                    <a:lnTo>
                      <a:pt x="1905" y="1906"/>
                    </a:lnTo>
                    <a:lnTo>
                      <a:pt x="4184" y="1805"/>
                    </a:lnTo>
                    <a:cubicBezTo>
                      <a:pt x="4666" y="1783"/>
                      <a:pt x="5045" y="1387"/>
                      <a:pt x="5045" y="903"/>
                    </a:cubicBezTo>
                    <a:cubicBezTo>
                      <a:pt x="5045" y="420"/>
                      <a:pt x="4668" y="24"/>
                      <a:pt x="4184" y="2"/>
                    </a:cubicBezTo>
                    <a:lnTo>
                      <a:pt x="41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2" name="Google Shape;9722;p124"/>
            <p:cNvGrpSpPr/>
            <p:nvPr/>
          </p:nvGrpSpPr>
          <p:grpSpPr>
            <a:xfrm>
              <a:off x="8611370" y="745547"/>
              <a:ext cx="500560" cy="472885"/>
              <a:chOff x="-1174275" y="581450"/>
              <a:chExt cx="370100" cy="349638"/>
            </a:xfrm>
          </p:grpSpPr>
          <p:sp>
            <p:nvSpPr>
              <p:cNvPr id="9723" name="Google Shape;9723;p124"/>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24"/>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5" name="Google Shape;9725;p124"/>
            <p:cNvGrpSpPr/>
            <p:nvPr/>
          </p:nvGrpSpPr>
          <p:grpSpPr>
            <a:xfrm>
              <a:off x="108456" y="4456781"/>
              <a:ext cx="922737" cy="626072"/>
              <a:chOff x="-3794680" y="4317442"/>
              <a:chExt cx="866989" cy="588248"/>
            </a:xfrm>
          </p:grpSpPr>
          <p:sp>
            <p:nvSpPr>
              <p:cNvPr id="9726" name="Google Shape;9726;p124"/>
              <p:cNvSpPr/>
              <p:nvPr/>
            </p:nvSpPr>
            <p:spPr>
              <a:xfrm>
                <a:off x="-3794375" y="4317442"/>
                <a:ext cx="866684" cy="558918"/>
              </a:xfrm>
              <a:custGeom>
                <a:rect b="b" l="l" r="r" t="t"/>
                <a:pathLst>
                  <a:path extrusionOk="0" h="5499" w="8527">
                    <a:moveTo>
                      <a:pt x="7325" y="858"/>
                    </a:moveTo>
                    <a:cubicBezTo>
                      <a:pt x="7416" y="858"/>
                      <a:pt x="7489" y="932"/>
                      <a:pt x="7489" y="1022"/>
                    </a:cubicBezTo>
                    <a:lnTo>
                      <a:pt x="7489" y="1282"/>
                    </a:lnTo>
                    <a:lnTo>
                      <a:pt x="4440" y="1287"/>
                    </a:lnTo>
                    <a:lnTo>
                      <a:pt x="4440" y="1287"/>
                    </a:lnTo>
                    <a:lnTo>
                      <a:pt x="5199" y="858"/>
                    </a:lnTo>
                    <a:close/>
                    <a:moveTo>
                      <a:pt x="5031" y="858"/>
                    </a:moveTo>
                    <a:lnTo>
                      <a:pt x="4270" y="1287"/>
                    </a:lnTo>
                    <a:lnTo>
                      <a:pt x="4225" y="1287"/>
                    </a:lnTo>
                    <a:lnTo>
                      <a:pt x="3464" y="858"/>
                    </a:lnTo>
                    <a:close/>
                    <a:moveTo>
                      <a:pt x="3296" y="858"/>
                    </a:moveTo>
                    <a:lnTo>
                      <a:pt x="4058" y="1287"/>
                    </a:lnTo>
                    <a:lnTo>
                      <a:pt x="1032" y="1291"/>
                    </a:lnTo>
                    <a:lnTo>
                      <a:pt x="1032" y="1022"/>
                    </a:lnTo>
                    <a:cubicBezTo>
                      <a:pt x="1032" y="932"/>
                      <a:pt x="1106" y="858"/>
                      <a:pt x="1196" y="858"/>
                    </a:cubicBezTo>
                    <a:close/>
                    <a:moveTo>
                      <a:pt x="2091" y="1"/>
                    </a:moveTo>
                    <a:cubicBezTo>
                      <a:pt x="2019" y="1"/>
                      <a:pt x="1962" y="58"/>
                      <a:pt x="1962" y="130"/>
                    </a:cubicBezTo>
                    <a:cubicBezTo>
                      <a:pt x="1962" y="200"/>
                      <a:pt x="2019" y="259"/>
                      <a:pt x="2091" y="259"/>
                    </a:cubicBezTo>
                    <a:cubicBezTo>
                      <a:pt x="2124" y="259"/>
                      <a:pt x="2154" y="245"/>
                      <a:pt x="2176" y="225"/>
                    </a:cubicBezTo>
                    <a:lnTo>
                      <a:pt x="2783" y="566"/>
                    </a:lnTo>
                    <a:lnTo>
                      <a:pt x="1196" y="566"/>
                    </a:lnTo>
                    <a:cubicBezTo>
                      <a:pt x="946" y="566"/>
                      <a:pt x="744" y="771"/>
                      <a:pt x="744" y="1019"/>
                    </a:cubicBezTo>
                    <a:lnTo>
                      <a:pt x="744" y="1289"/>
                    </a:lnTo>
                    <a:lnTo>
                      <a:pt x="447" y="1289"/>
                    </a:lnTo>
                    <a:cubicBezTo>
                      <a:pt x="202" y="1289"/>
                      <a:pt x="1" y="1490"/>
                      <a:pt x="1" y="1735"/>
                    </a:cubicBezTo>
                    <a:lnTo>
                      <a:pt x="2" y="2143"/>
                    </a:lnTo>
                    <a:lnTo>
                      <a:pt x="7" y="4856"/>
                    </a:lnTo>
                    <a:lnTo>
                      <a:pt x="7" y="5050"/>
                    </a:lnTo>
                    <a:cubicBezTo>
                      <a:pt x="8" y="5295"/>
                      <a:pt x="207" y="5496"/>
                      <a:pt x="453" y="5496"/>
                    </a:cubicBezTo>
                    <a:cubicBezTo>
                      <a:pt x="454" y="5496"/>
                      <a:pt x="454" y="5496"/>
                      <a:pt x="455" y="5496"/>
                    </a:cubicBezTo>
                    <a:lnTo>
                      <a:pt x="3144" y="5492"/>
                    </a:lnTo>
                    <a:lnTo>
                      <a:pt x="3144" y="5498"/>
                    </a:lnTo>
                    <a:lnTo>
                      <a:pt x="5382" y="5498"/>
                    </a:lnTo>
                    <a:lnTo>
                      <a:pt x="5382" y="5492"/>
                    </a:lnTo>
                    <a:lnTo>
                      <a:pt x="8079" y="5488"/>
                    </a:lnTo>
                    <a:cubicBezTo>
                      <a:pt x="8325" y="5487"/>
                      <a:pt x="8526" y="5287"/>
                      <a:pt x="8526" y="5040"/>
                    </a:cubicBezTo>
                    <a:lnTo>
                      <a:pt x="8526" y="4857"/>
                    </a:lnTo>
                    <a:lnTo>
                      <a:pt x="8521" y="2144"/>
                    </a:lnTo>
                    <a:lnTo>
                      <a:pt x="8519" y="1725"/>
                    </a:lnTo>
                    <a:cubicBezTo>
                      <a:pt x="8518" y="1480"/>
                      <a:pt x="8318" y="1280"/>
                      <a:pt x="8072" y="1280"/>
                    </a:cubicBezTo>
                    <a:lnTo>
                      <a:pt x="7776" y="1280"/>
                    </a:lnTo>
                    <a:lnTo>
                      <a:pt x="7776" y="1019"/>
                    </a:lnTo>
                    <a:cubicBezTo>
                      <a:pt x="7776" y="770"/>
                      <a:pt x="7573" y="566"/>
                      <a:pt x="7324" y="566"/>
                    </a:cubicBezTo>
                    <a:lnTo>
                      <a:pt x="5712" y="566"/>
                    </a:lnTo>
                    <a:lnTo>
                      <a:pt x="6319" y="225"/>
                    </a:lnTo>
                    <a:cubicBezTo>
                      <a:pt x="6341" y="245"/>
                      <a:pt x="6371" y="259"/>
                      <a:pt x="6405" y="259"/>
                    </a:cubicBezTo>
                    <a:cubicBezTo>
                      <a:pt x="6476" y="259"/>
                      <a:pt x="6534" y="200"/>
                      <a:pt x="6534" y="130"/>
                    </a:cubicBezTo>
                    <a:cubicBezTo>
                      <a:pt x="6534" y="58"/>
                      <a:pt x="6476" y="1"/>
                      <a:pt x="6405" y="1"/>
                    </a:cubicBezTo>
                    <a:cubicBezTo>
                      <a:pt x="6334" y="1"/>
                      <a:pt x="6276" y="58"/>
                      <a:pt x="6276" y="130"/>
                    </a:cubicBezTo>
                    <a:cubicBezTo>
                      <a:pt x="6276" y="137"/>
                      <a:pt x="6277" y="146"/>
                      <a:pt x="6279" y="153"/>
                    </a:cubicBezTo>
                    <a:lnTo>
                      <a:pt x="5545" y="566"/>
                    </a:lnTo>
                    <a:lnTo>
                      <a:pt x="2950" y="566"/>
                    </a:lnTo>
                    <a:lnTo>
                      <a:pt x="2217" y="153"/>
                    </a:lnTo>
                    <a:cubicBezTo>
                      <a:pt x="2218" y="146"/>
                      <a:pt x="2220" y="138"/>
                      <a:pt x="2220" y="130"/>
                    </a:cubicBezTo>
                    <a:cubicBezTo>
                      <a:pt x="2220" y="58"/>
                      <a:pt x="2161" y="1"/>
                      <a:pt x="2091"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124"/>
              <p:cNvSpPr/>
              <p:nvPr/>
            </p:nvSpPr>
            <p:spPr>
              <a:xfrm>
                <a:off x="-3794680" y="4447695"/>
                <a:ext cx="866989" cy="428718"/>
              </a:xfrm>
              <a:custGeom>
                <a:rect b="b" l="l" r="r" t="t"/>
                <a:pathLst>
                  <a:path extrusionOk="0" h="4218" w="8530">
                    <a:moveTo>
                      <a:pt x="8075" y="0"/>
                    </a:moveTo>
                    <a:lnTo>
                      <a:pt x="448" y="11"/>
                    </a:lnTo>
                    <a:cubicBezTo>
                      <a:pt x="201" y="11"/>
                      <a:pt x="1" y="212"/>
                      <a:pt x="1" y="457"/>
                    </a:cubicBezTo>
                    <a:lnTo>
                      <a:pt x="2" y="864"/>
                    </a:lnTo>
                    <a:lnTo>
                      <a:pt x="7" y="3577"/>
                    </a:lnTo>
                    <a:lnTo>
                      <a:pt x="7" y="3772"/>
                    </a:lnTo>
                    <a:cubicBezTo>
                      <a:pt x="9" y="4017"/>
                      <a:pt x="210" y="4217"/>
                      <a:pt x="455" y="4217"/>
                    </a:cubicBezTo>
                    <a:lnTo>
                      <a:pt x="8082" y="4208"/>
                    </a:lnTo>
                    <a:cubicBezTo>
                      <a:pt x="8329" y="4207"/>
                      <a:pt x="8529" y="4006"/>
                      <a:pt x="8529" y="3761"/>
                    </a:cubicBezTo>
                    <a:lnTo>
                      <a:pt x="8529" y="3577"/>
                    </a:lnTo>
                    <a:lnTo>
                      <a:pt x="8524" y="864"/>
                    </a:lnTo>
                    <a:lnTo>
                      <a:pt x="8523" y="445"/>
                    </a:lnTo>
                    <a:cubicBezTo>
                      <a:pt x="8521" y="200"/>
                      <a:pt x="8320" y="0"/>
                      <a:pt x="8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124"/>
              <p:cNvSpPr/>
              <p:nvPr/>
            </p:nvSpPr>
            <p:spPr>
              <a:xfrm>
                <a:off x="-3594959" y="4317696"/>
                <a:ext cx="464800" cy="141788"/>
              </a:xfrm>
              <a:custGeom>
                <a:rect b="b" l="l" r="r" t="t"/>
                <a:pathLst>
                  <a:path extrusionOk="0" h="1395" w="4573">
                    <a:moveTo>
                      <a:pt x="130" y="1"/>
                    </a:moveTo>
                    <a:cubicBezTo>
                      <a:pt x="59" y="1"/>
                      <a:pt x="1" y="59"/>
                      <a:pt x="1" y="130"/>
                    </a:cubicBezTo>
                    <a:cubicBezTo>
                      <a:pt x="1" y="201"/>
                      <a:pt x="59" y="259"/>
                      <a:pt x="130" y="259"/>
                    </a:cubicBezTo>
                    <a:cubicBezTo>
                      <a:pt x="163" y="259"/>
                      <a:pt x="193" y="246"/>
                      <a:pt x="216" y="225"/>
                    </a:cubicBezTo>
                    <a:lnTo>
                      <a:pt x="2286" y="1394"/>
                    </a:lnTo>
                    <a:lnTo>
                      <a:pt x="4357" y="227"/>
                    </a:lnTo>
                    <a:cubicBezTo>
                      <a:pt x="4381" y="247"/>
                      <a:pt x="4409" y="260"/>
                      <a:pt x="4443" y="260"/>
                    </a:cubicBezTo>
                    <a:cubicBezTo>
                      <a:pt x="4515" y="260"/>
                      <a:pt x="4572" y="202"/>
                      <a:pt x="4572" y="131"/>
                    </a:cubicBezTo>
                    <a:cubicBezTo>
                      <a:pt x="4572" y="61"/>
                      <a:pt x="4516" y="1"/>
                      <a:pt x="4443" y="1"/>
                    </a:cubicBezTo>
                    <a:cubicBezTo>
                      <a:pt x="4372" y="1"/>
                      <a:pt x="4314" y="59"/>
                      <a:pt x="4314" y="130"/>
                    </a:cubicBezTo>
                    <a:cubicBezTo>
                      <a:pt x="4314" y="138"/>
                      <a:pt x="4315" y="146"/>
                      <a:pt x="4317" y="155"/>
                    </a:cubicBezTo>
                    <a:lnTo>
                      <a:pt x="2287" y="1298"/>
                    </a:lnTo>
                    <a:lnTo>
                      <a:pt x="256" y="155"/>
                    </a:lnTo>
                    <a:cubicBezTo>
                      <a:pt x="258" y="146"/>
                      <a:pt x="259" y="139"/>
                      <a:pt x="259" y="130"/>
                    </a:cubicBezTo>
                    <a:cubicBezTo>
                      <a:pt x="259" y="59"/>
                      <a:pt x="201" y="1"/>
                      <a:pt x="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24"/>
              <p:cNvSpPr/>
              <p:nvPr/>
            </p:nvSpPr>
            <p:spPr>
              <a:xfrm>
                <a:off x="-3718857" y="4375428"/>
                <a:ext cx="715037" cy="76637"/>
              </a:xfrm>
              <a:custGeom>
                <a:rect b="b" l="l" r="r" t="t"/>
                <a:pathLst>
                  <a:path extrusionOk="0" h="754" w="7035">
                    <a:moveTo>
                      <a:pt x="453" y="0"/>
                    </a:moveTo>
                    <a:cubicBezTo>
                      <a:pt x="204" y="0"/>
                      <a:pt x="1" y="203"/>
                      <a:pt x="1" y="453"/>
                    </a:cubicBezTo>
                    <a:lnTo>
                      <a:pt x="1" y="754"/>
                    </a:lnTo>
                    <a:lnTo>
                      <a:pt x="289" y="754"/>
                    </a:lnTo>
                    <a:lnTo>
                      <a:pt x="289" y="453"/>
                    </a:lnTo>
                    <a:cubicBezTo>
                      <a:pt x="289" y="363"/>
                      <a:pt x="363" y="289"/>
                      <a:pt x="453" y="289"/>
                    </a:cubicBezTo>
                    <a:lnTo>
                      <a:pt x="6582" y="289"/>
                    </a:lnTo>
                    <a:cubicBezTo>
                      <a:pt x="6673" y="289"/>
                      <a:pt x="6746" y="363"/>
                      <a:pt x="6746" y="453"/>
                    </a:cubicBezTo>
                    <a:lnTo>
                      <a:pt x="6746" y="754"/>
                    </a:lnTo>
                    <a:lnTo>
                      <a:pt x="7035" y="754"/>
                    </a:lnTo>
                    <a:lnTo>
                      <a:pt x="7035" y="453"/>
                    </a:lnTo>
                    <a:cubicBezTo>
                      <a:pt x="7035" y="203"/>
                      <a:pt x="6833" y="0"/>
                      <a:pt x="65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124"/>
              <p:cNvSpPr/>
              <p:nvPr/>
            </p:nvSpPr>
            <p:spPr>
              <a:xfrm>
                <a:off x="-3530000" y="4363021"/>
                <a:ext cx="338351" cy="54275"/>
              </a:xfrm>
              <a:custGeom>
                <a:rect b="b" l="l" r="r" t="t"/>
                <a:pathLst>
                  <a:path extrusionOk="0" h="290" w="3329">
                    <a:moveTo>
                      <a:pt x="1" y="0"/>
                    </a:moveTo>
                    <a:lnTo>
                      <a:pt x="1" y="289"/>
                    </a:lnTo>
                    <a:lnTo>
                      <a:pt x="3329" y="289"/>
                    </a:lnTo>
                    <a:lnTo>
                      <a:pt x="33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124"/>
              <p:cNvSpPr/>
              <p:nvPr/>
            </p:nvSpPr>
            <p:spPr>
              <a:xfrm>
                <a:off x="-3794579" y="4447797"/>
                <a:ext cx="866379" cy="88020"/>
              </a:xfrm>
              <a:custGeom>
                <a:rect b="b" l="l" r="r" t="t"/>
                <a:pathLst>
                  <a:path extrusionOk="0" h="866" w="8524">
                    <a:moveTo>
                      <a:pt x="8075" y="0"/>
                    </a:moveTo>
                    <a:lnTo>
                      <a:pt x="448" y="11"/>
                    </a:lnTo>
                    <a:cubicBezTo>
                      <a:pt x="201" y="11"/>
                      <a:pt x="1" y="212"/>
                      <a:pt x="1" y="457"/>
                    </a:cubicBezTo>
                    <a:lnTo>
                      <a:pt x="2" y="865"/>
                    </a:lnTo>
                    <a:lnTo>
                      <a:pt x="8523" y="865"/>
                    </a:lnTo>
                    <a:lnTo>
                      <a:pt x="8523" y="445"/>
                    </a:lnTo>
                    <a:cubicBezTo>
                      <a:pt x="8521" y="201"/>
                      <a:pt x="8320" y="0"/>
                      <a:pt x="8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124"/>
              <p:cNvSpPr/>
              <p:nvPr/>
            </p:nvSpPr>
            <p:spPr>
              <a:xfrm>
                <a:off x="-3679930" y="4464669"/>
                <a:ext cx="638198" cy="54276"/>
              </a:xfrm>
              <a:custGeom>
                <a:rect b="b" l="l" r="r" t="t"/>
                <a:pathLst>
                  <a:path extrusionOk="0" h="534" w="6279">
                    <a:moveTo>
                      <a:pt x="6278" y="1"/>
                    </a:moveTo>
                    <a:lnTo>
                      <a:pt x="1" y="9"/>
                    </a:lnTo>
                    <a:lnTo>
                      <a:pt x="1" y="533"/>
                    </a:lnTo>
                    <a:lnTo>
                      <a:pt x="6278" y="533"/>
                    </a:lnTo>
                    <a:lnTo>
                      <a:pt x="62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124"/>
              <p:cNvSpPr/>
              <p:nvPr/>
            </p:nvSpPr>
            <p:spPr>
              <a:xfrm>
                <a:off x="-3490068" y="4488555"/>
                <a:ext cx="430445" cy="6403"/>
              </a:xfrm>
              <a:custGeom>
                <a:rect b="b" l="l" r="r" t="t"/>
                <a:pathLst>
                  <a:path extrusionOk="0" h="63" w="4235">
                    <a:moveTo>
                      <a:pt x="32" y="1"/>
                    </a:moveTo>
                    <a:cubicBezTo>
                      <a:pt x="15" y="1"/>
                      <a:pt x="1" y="15"/>
                      <a:pt x="1" y="32"/>
                    </a:cubicBezTo>
                    <a:cubicBezTo>
                      <a:pt x="1" y="48"/>
                      <a:pt x="15" y="63"/>
                      <a:pt x="32" y="63"/>
                    </a:cubicBezTo>
                    <a:lnTo>
                      <a:pt x="4204" y="63"/>
                    </a:lnTo>
                    <a:cubicBezTo>
                      <a:pt x="4222" y="63"/>
                      <a:pt x="4235" y="48"/>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24"/>
              <p:cNvSpPr/>
              <p:nvPr/>
            </p:nvSpPr>
            <p:spPr>
              <a:xfrm>
                <a:off x="-3490068" y="4475545"/>
                <a:ext cx="430649" cy="6403"/>
              </a:xfrm>
              <a:custGeom>
                <a:rect b="b" l="l" r="r" t="t"/>
                <a:pathLst>
                  <a:path extrusionOk="0" h="63" w="4237">
                    <a:moveTo>
                      <a:pt x="32" y="1"/>
                    </a:moveTo>
                    <a:cubicBezTo>
                      <a:pt x="15" y="1"/>
                      <a:pt x="1" y="15"/>
                      <a:pt x="1" y="32"/>
                    </a:cubicBezTo>
                    <a:cubicBezTo>
                      <a:pt x="1" y="48"/>
                      <a:pt x="15" y="63"/>
                      <a:pt x="32" y="63"/>
                    </a:cubicBezTo>
                    <a:lnTo>
                      <a:pt x="4204" y="63"/>
                    </a:lnTo>
                    <a:cubicBezTo>
                      <a:pt x="4222" y="63"/>
                      <a:pt x="4236" y="51"/>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124"/>
              <p:cNvSpPr/>
              <p:nvPr/>
            </p:nvSpPr>
            <p:spPr>
              <a:xfrm>
                <a:off x="-3490068" y="4501565"/>
                <a:ext cx="430649" cy="6403"/>
              </a:xfrm>
              <a:custGeom>
                <a:rect b="b" l="l" r="r" t="t"/>
                <a:pathLst>
                  <a:path extrusionOk="0" h="63" w="4237">
                    <a:moveTo>
                      <a:pt x="32" y="1"/>
                    </a:moveTo>
                    <a:cubicBezTo>
                      <a:pt x="15" y="1"/>
                      <a:pt x="1" y="14"/>
                      <a:pt x="1" y="32"/>
                    </a:cubicBezTo>
                    <a:cubicBezTo>
                      <a:pt x="1" y="48"/>
                      <a:pt x="15" y="63"/>
                      <a:pt x="32" y="63"/>
                    </a:cubicBezTo>
                    <a:lnTo>
                      <a:pt x="4204" y="63"/>
                    </a:lnTo>
                    <a:cubicBezTo>
                      <a:pt x="4222" y="63"/>
                      <a:pt x="4236" y="48"/>
                      <a:pt x="4235" y="32"/>
                    </a:cubicBezTo>
                    <a:cubicBezTo>
                      <a:pt x="4235" y="14"/>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124"/>
              <p:cNvSpPr/>
              <p:nvPr/>
            </p:nvSpPr>
            <p:spPr>
              <a:xfrm>
                <a:off x="-3136466" y="4472800"/>
                <a:ext cx="6403" cy="46246"/>
              </a:xfrm>
              <a:custGeom>
                <a:rect b="b" l="l" r="r" t="t"/>
                <a:pathLst>
                  <a:path extrusionOk="0" h="455" w="63">
                    <a:moveTo>
                      <a:pt x="1" y="0"/>
                    </a:moveTo>
                    <a:lnTo>
                      <a:pt x="1" y="454"/>
                    </a:lnTo>
                    <a:lnTo>
                      <a:pt x="62" y="454"/>
                    </a:lnTo>
                    <a:lnTo>
                      <a:pt x="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124"/>
              <p:cNvSpPr/>
              <p:nvPr/>
            </p:nvSpPr>
            <p:spPr>
              <a:xfrm>
                <a:off x="-3656045" y="4473105"/>
                <a:ext cx="37302" cy="37302"/>
              </a:xfrm>
              <a:custGeom>
                <a:rect b="b" l="l" r="r" t="t"/>
                <a:pathLst>
                  <a:path extrusionOk="0" h="367" w="367">
                    <a:moveTo>
                      <a:pt x="184" y="0"/>
                    </a:moveTo>
                    <a:cubicBezTo>
                      <a:pt x="83" y="0"/>
                      <a:pt x="0" y="83"/>
                      <a:pt x="0" y="184"/>
                    </a:cubicBezTo>
                    <a:cubicBezTo>
                      <a:pt x="0" y="285"/>
                      <a:pt x="83"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24"/>
              <p:cNvSpPr/>
              <p:nvPr/>
            </p:nvSpPr>
            <p:spPr>
              <a:xfrm>
                <a:off x="-3637445" y="4473105"/>
                <a:ext cx="18702" cy="18702"/>
              </a:xfrm>
              <a:custGeom>
                <a:rect b="b" l="l" r="r" t="t"/>
                <a:pathLst>
                  <a:path extrusionOk="0" h="184" w="184">
                    <a:moveTo>
                      <a:pt x="1" y="0"/>
                    </a:moveTo>
                    <a:lnTo>
                      <a:pt x="1" y="184"/>
                    </a:lnTo>
                    <a:lnTo>
                      <a:pt x="183" y="184"/>
                    </a:lnTo>
                    <a:cubicBezTo>
                      <a:pt x="183" y="83"/>
                      <a:pt x="10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124"/>
              <p:cNvSpPr/>
              <p:nvPr/>
            </p:nvSpPr>
            <p:spPr>
              <a:xfrm>
                <a:off x="-3600550" y="4473105"/>
                <a:ext cx="37302" cy="37302"/>
              </a:xfrm>
              <a:custGeom>
                <a:rect b="b" l="l" r="r" t="t"/>
                <a:pathLst>
                  <a:path extrusionOk="0" h="367" w="367">
                    <a:moveTo>
                      <a:pt x="183" y="0"/>
                    </a:moveTo>
                    <a:cubicBezTo>
                      <a:pt x="82" y="0"/>
                      <a:pt x="0" y="83"/>
                      <a:pt x="0" y="184"/>
                    </a:cubicBezTo>
                    <a:cubicBezTo>
                      <a:pt x="0" y="285"/>
                      <a:pt x="82" y="367"/>
                      <a:pt x="183" y="367"/>
                    </a:cubicBezTo>
                    <a:cubicBezTo>
                      <a:pt x="285" y="367"/>
                      <a:pt x="366" y="285"/>
                      <a:pt x="366" y="184"/>
                    </a:cubicBezTo>
                    <a:cubicBezTo>
                      <a:pt x="366" y="83"/>
                      <a:pt x="285"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124"/>
              <p:cNvSpPr/>
              <p:nvPr/>
            </p:nvSpPr>
            <p:spPr>
              <a:xfrm>
                <a:off x="-3595163" y="4473207"/>
                <a:ext cx="26325" cy="18600"/>
              </a:xfrm>
              <a:custGeom>
                <a:rect b="b" l="l" r="r" t="t"/>
                <a:pathLst>
                  <a:path extrusionOk="0" h="183" w="259">
                    <a:moveTo>
                      <a:pt x="130" y="0"/>
                    </a:moveTo>
                    <a:cubicBezTo>
                      <a:pt x="83" y="0"/>
                      <a:pt x="36" y="18"/>
                      <a:pt x="1" y="54"/>
                    </a:cubicBezTo>
                    <a:lnTo>
                      <a:pt x="130" y="183"/>
                    </a:lnTo>
                    <a:lnTo>
                      <a:pt x="259" y="54"/>
                    </a:lnTo>
                    <a:cubicBezTo>
                      <a:pt x="223" y="18"/>
                      <a:pt x="176" y="0"/>
                      <a:pt x="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124"/>
              <p:cNvSpPr/>
              <p:nvPr/>
            </p:nvSpPr>
            <p:spPr>
              <a:xfrm>
                <a:off x="-3545258" y="4473105"/>
                <a:ext cx="37302" cy="37302"/>
              </a:xfrm>
              <a:custGeom>
                <a:rect b="b" l="l" r="r" t="t"/>
                <a:pathLst>
                  <a:path extrusionOk="0" h="367" w="367">
                    <a:moveTo>
                      <a:pt x="184" y="0"/>
                    </a:moveTo>
                    <a:cubicBezTo>
                      <a:pt x="82" y="0"/>
                      <a:pt x="1" y="83"/>
                      <a:pt x="1" y="184"/>
                    </a:cubicBezTo>
                    <a:cubicBezTo>
                      <a:pt x="1" y="285"/>
                      <a:pt x="82"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124"/>
              <p:cNvSpPr/>
              <p:nvPr/>
            </p:nvSpPr>
            <p:spPr>
              <a:xfrm>
                <a:off x="-3545360" y="4491706"/>
                <a:ext cx="18803" cy="18702"/>
              </a:xfrm>
              <a:custGeom>
                <a:rect b="b" l="l" r="r" t="t"/>
                <a:pathLst>
                  <a:path extrusionOk="0" h="184" w="185">
                    <a:moveTo>
                      <a:pt x="1" y="1"/>
                    </a:moveTo>
                    <a:cubicBezTo>
                      <a:pt x="1" y="103"/>
                      <a:pt x="84" y="184"/>
                      <a:pt x="185" y="184"/>
                    </a:cubicBezTo>
                    <a:lnTo>
                      <a:pt x="1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124"/>
              <p:cNvSpPr/>
              <p:nvPr/>
            </p:nvSpPr>
            <p:spPr>
              <a:xfrm>
                <a:off x="-3474924" y="4596193"/>
                <a:ext cx="227674" cy="280323"/>
              </a:xfrm>
              <a:custGeom>
                <a:rect b="b" l="l" r="r" t="t"/>
                <a:pathLst>
                  <a:path extrusionOk="0" h="2758" w="2240">
                    <a:moveTo>
                      <a:pt x="284" y="1"/>
                    </a:moveTo>
                    <a:cubicBezTo>
                      <a:pt x="126" y="1"/>
                      <a:pt x="0" y="129"/>
                      <a:pt x="0" y="285"/>
                    </a:cubicBezTo>
                    <a:lnTo>
                      <a:pt x="0" y="2757"/>
                    </a:lnTo>
                    <a:lnTo>
                      <a:pt x="2240" y="2757"/>
                    </a:lnTo>
                    <a:lnTo>
                      <a:pt x="2240" y="285"/>
                    </a:lnTo>
                    <a:cubicBezTo>
                      <a:pt x="2240" y="128"/>
                      <a:pt x="2112" y="1"/>
                      <a:pt x="19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124"/>
              <p:cNvSpPr/>
              <p:nvPr/>
            </p:nvSpPr>
            <p:spPr>
              <a:xfrm>
                <a:off x="-3458153" y="4612963"/>
                <a:ext cx="194132" cy="263553"/>
              </a:xfrm>
              <a:custGeom>
                <a:rect b="b" l="l" r="r" t="t"/>
                <a:pathLst>
                  <a:path extrusionOk="0" h="2593" w="1910">
                    <a:moveTo>
                      <a:pt x="0" y="1"/>
                    </a:moveTo>
                    <a:lnTo>
                      <a:pt x="0" y="2592"/>
                    </a:lnTo>
                    <a:lnTo>
                      <a:pt x="1910" y="2592"/>
                    </a:lnTo>
                    <a:lnTo>
                      <a:pt x="19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124"/>
              <p:cNvSpPr/>
              <p:nvPr/>
            </p:nvSpPr>
            <p:spPr>
              <a:xfrm>
                <a:off x="-3441789" y="4631259"/>
                <a:ext cx="161303" cy="93407"/>
              </a:xfrm>
              <a:custGeom>
                <a:rect b="b" l="l" r="r" t="t"/>
                <a:pathLst>
                  <a:path extrusionOk="0" h="919" w="1587">
                    <a:moveTo>
                      <a:pt x="0" y="0"/>
                    </a:moveTo>
                    <a:lnTo>
                      <a:pt x="0" y="919"/>
                    </a:lnTo>
                    <a:lnTo>
                      <a:pt x="1587" y="919"/>
                    </a:lnTo>
                    <a:lnTo>
                      <a:pt x="15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124"/>
              <p:cNvSpPr/>
              <p:nvPr/>
            </p:nvSpPr>
            <p:spPr>
              <a:xfrm>
                <a:off x="-3793969" y="4811265"/>
                <a:ext cx="866278" cy="65151"/>
              </a:xfrm>
              <a:custGeom>
                <a:rect b="b" l="l" r="r" t="t"/>
                <a:pathLst>
                  <a:path extrusionOk="0" h="641" w="8523">
                    <a:moveTo>
                      <a:pt x="0" y="0"/>
                    </a:moveTo>
                    <a:lnTo>
                      <a:pt x="0" y="195"/>
                    </a:lnTo>
                    <a:cubicBezTo>
                      <a:pt x="2" y="440"/>
                      <a:pt x="203" y="640"/>
                      <a:pt x="448" y="640"/>
                    </a:cubicBezTo>
                    <a:lnTo>
                      <a:pt x="8075" y="631"/>
                    </a:lnTo>
                    <a:cubicBezTo>
                      <a:pt x="8322" y="630"/>
                      <a:pt x="8522" y="429"/>
                      <a:pt x="8522" y="184"/>
                    </a:cubicBezTo>
                    <a:lnTo>
                      <a:pt x="85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124"/>
              <p:cNvSpPr/>
              <p:nvPr/>
            </p:nvSpPr>
            <p:spPr>
              <a:xfrm>
                <a:off x="-3773336" y="4511932"/>
                <a:ext cx="47466" cy="47568"/>
              </a:xfrm>
              <a:custGeom>
                <a:rect b="b" l="l" r="r" t="t"/>
                <a:pathLst>
                  <a:path extrusionOk="0" h="468" w="467">
                    <a:moveTo>
                      <a:pt x="234" y="0"/>
                    </a:moveTo>
                    <a:cubicBezTo>
                      <a:pt x="105" y="0"/>
                      <a:pt x="0" y="105"/>
                      <a:pt x="0" y="234"/>
                    </a:cubicBezTo>
                    <a:cubicBezTo>
                      <a:pt x="0" y="362"/>
                      <a:pt x="105" y="468"/>
                      <a:pt x="234" y="468"/>
                    </a:cubicBezTo>
                    <a:cubicBezTo>
                      <a:pt x="363" y="468"/>
                      <a:pt x="467" y="362"/>
                      <a:pt x="467" y="234"/>
                    </a:cubicBezTo>
                    <a:cubicBezTo>
                      <a:pt x="467"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124"/>
              <p:cNvSpPr/>
              <p:nvPr/>
            </p:nvSpPr>
            <p:spPr>
              <a:xfrm>
                <a:off x="-3766425" y="4518945"/>
                <a:ext cx="33643" cy="33643"/>
              </a:xfrm>
              <a:custGeom>
                <a:rect b="b" l="l" r="r" t="t"/>
                <a:pathLst>
                  <a:path extrusionOk="0" h="331" w="331">
                    <a:moveTo>
                      <a:pt x="166" y="0"/>
                    </a:moveTo>
                    <a:cubicBezTo>
                      <a:pt x="74" y="0"/>
                      <a:pt x="0" y="73"/>
                      <a:pt x="0" y="165"/>
                    </a:cubicBezTo>
                    <a:cubicBezTo>
                      <a:pt x="0" y="256"/>
                      <a:pt x="74" y="330"/>
                      <a:pt x="166" y="330"/>
                    </a:cubicBezTo>
                    <a:cubicBezTo>
                      <a:pt x="256" y="330"/>
                      <a:pt x="331" y="256"/>
                      <a:pt x="331" y="165"/>
                    </a:cubicBezTo>
                    <a:cubicBezTo>
                      <a:pt x="331" y="73"/>
                      <a:pt x="256"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124"/>
              <p:cNvSpPr/>
              <p:nvPr/>
            </p:nvSpPr>
            <p:spPr>
              <a:xfrm>
                <a:off x="-3770084"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124"/>
              <p:cNvSpPr/>
              <p:nvPr/>
            </p:nvSpPr>
            <p:spPr>
              <a:xfrm>
                <a:off x="-3759513"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2" y="2194"/>
                      <a:pt x="2194" y="1703"/>
                      <a:pt x="2194" y="1098"/>
                    </a:cubicBezTo>
                    <a:cubicBezTo>
                      <a:pt x="2194" y="492"/>
                      <a:pt x="1702"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124"/>
              <p:cNvSpPr/>
              <p:nvPr/>
            </p:nvSpPr>
            <p:spPr>
              <a:xfrm>
                <a:off x="-3689890" y="4635629"/>
                <a:ext cx="83751" cy="83853"/>
              </a:xfrm>
              <a:custGeom>
                <a:rect b="b" l="l" r="r" t="t"/>
                <a:pathLst>
                  <a:path extrusionOk="0" h="825" w="824">
                    <a:moveTo>
                      <a:pt x="413" y="1"/>
                    </a:moveTo>
                    <a:cubicBezTo>
                      <a:pt x="184" y="1"/>
                      <a:pt x="1" y="186"/>
                      <a:pt x="1" y="413"/>
                    </a:cubicBezTo>
                    <a:cubicBezTo>
                      <a:pt x="1" y="640"/>
                      <a:pt x="184"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124"/>
              <p:cNvSpPr/>
              <p:nvPr/>
            </p:nvSpPr>
            <p:spPr>
              <a:xfrm>
                <a:off x="-2996407" y="4511932"/>
                <a:ext cx="47568" cy="47568"/>
              </a:xfrm>
              <a:custGeom>
                <a:rect b="b" l="l" r="r" t="t"/>
                <a:pathLst>
                  <a:path extrusionOk="0" h="468" w="468">
                    <a:moveTo>
                      <a:pt x="234" y="0"/>
                    </a:moveTo>
                    <a:cubicBezTo>
                      <a:pt x="105" y="0"/>
                      <a:pt x="0" y="105"/>
                      <a:pt x="0" y="234"/>
                    </a:cubicBezTo>
                    <a:cubicBezTo>
                      <a:pt x="0" y="362"/>
                      <a:pt x="105" y="468"/>
                      <a:pt x="234" y="468"/>
                    </a:cubicBezTo>
                    <a:cubicBezTo>
                      <a:pt x="363" y="468"/>
                      <a:pt x="468" y="362"/>
                      <a:pt x="468" y="234"/>
                    </a:cubicBezTo>
                    <a:cubicBezTo>
                      <a:pt x="468"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124"/>
              <p:cNvSpPr/>
              <p:nvPr/>
            </p:nvSpPr>
            <p:spPr>
              <a:xfrm>
                <a:off x="-2989496" y="4518945"/>
                <a:ext cx="33643" cy="33643"/>
              </a:xfrm>
              <a:custGeom>
                <a:rect b="b" l="l" r="r" t="t"/>
                <a:pathLst>
                  <a:path extrusionOk="0" h="331" w="331">
                    <a:moveTo>
                      <a:pt x="166" y="0"/>
                    </a:moveTo>
                    <a:cubicBezTo>
                      <a:pt x="75" y="0"/>
                      <a:pt x="0" y="73"/>
                      <a:pt x="0" y="165"/>
                    </a:cubicBezTo>
                    <a:cubicBezTo>
                      <a:pt x="0" y="256"/>
                      <a:pt x="75" y="330"/>
                      <a:pt x="166" y="330"/>
                    </a:cubicBezTo>
                    <a:cubicBezTo>
                      <a:pt x="257" y="330"/>
                      <a:pt x="331" y="256"/>
                      <a:pt x="331" y="165"/>
                    </a:cubicBezTo>
                    <a:cubicBezTo>
                      <a:pt x="331" y="73"/>
                      <a:pt x="257"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124"/>
              <p:cNvSpPr/>
              <p:nvPr/>
            </p:nvSpPr>
            <p:spPr>
              <a:xfrm>
                <a:off x="-3196229"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124"/>
              <p:cNvSpPr/>
              <p:nvPr/>
            </p:nvSpPr>
            <p:spPr>
              <a:xfrm>
                <a:off x="-3185659"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3" y="2194"/>
                      <a:pt x="2194" y="1703"/>
                      <a:pt x="2194" y="1098"/>
                    </a:cubicBezTo>
                    <a:cubicBezTo>
                      <a:pt x="2194" y="492"/>
                      <a:pt x="1703"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124"/>
              <p:cNvSpPr/>
              <p:nvPr/>
            </p:nvSpPr>
            <p:spPr>
              <a:xfrm>
                <a:off x="-3116036" y="4635629"/>
                <a:ext cx="83751" cy="83853"/>
              </a:xfrm>
              <a:custGeom>
                <a:rect b="b" l="l" r="r" t="t"/>
                <a:pathLst>
                  <a:path extrusionOk="0" h="825" w="824">
                    <a:moveTo>
                      <a:pt x="413" y="1"/>
                    </a:moveTo>
                    <a:cubicBezTo>
                      <a:pt x="186" y="1"/>
                      <a:pt x="1" y="186"/>
                      <a:pt x="1" y="413"/>
                    </a:cubicBezTo>
                    <a:cubicBezTo>
                      <a:pt x="1" y="640"/>
                      <a:pt x="186"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124"/>
              <p:cNvSpPr/>
              <p:nvPr/>
            </p:nvSpPr>
            <p:spPr>
              <a:xfrm>
                <a:off x="-3400219" y="4700171"/>
                <a:ext cx="78161" cy="24089"/>
              </a:xfrm>
              <a:custGeom>
                <a:rect b="b" l="l" r="r" t="t"/>
                <a:pathLst>
                  <a:path extrusionOk="0" h="237" w="769">
                    <a:moveTo>
                      <a:pt x="228" y="0"/>
                    </a:moveTo>
                    <a:cubicBezTo>
                      <a:pt x="159" y="0"/>
                      <a:pt x="94" y="41"/>
                      <a:pt x="63" y="104"/>
                    </a:cubicBezTo>
                    <a:lnTo>
                      <a:pt x="0" y="237"/>
                    </a:lnTo>
                    <a:lnTo>
                      <a:pt x="769" y="237"/>
                    </a:lnTo>
                    <a:lnTo>
                      <a:pt x="706" y="104"/>
                    </a:lnTo>
                    <a:cubicBezTo>
                      <a:pt x="676" y="41"/>
                      <a:pt x="611" y="0"/>
                      <a:pt x="5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124"/>
              <p:cNvSpPr/>
              <p:nvPr/>
            </p:nvSpPr>
            <p:spPr>
              <a:xfrm>
                <a:off x="-3427458" y="4657990"/>
                <a:ext cx="31407" cy="31305"/>
              </a:xfrm>
              <a:custGeom>
                <a:rect b="b" l="l" r="r" t="t"/>
                <a:pathLst>
                  <a:path extrusionOk="0" h="308" w="309">
                    <a:moveTo>
                      <a:pt x="155" y="82"/>
                    </a:moveTo>
                    <a:cubicBezTo>
                      <a:pt x="194" y="82"/>
                      <a:pt x="226" y="114"/>
                      <a:pt x="226" y="152"/>
                    </a:cubicBezTo>
                    <a:cubicBezTo>
                      <a:pt x="226" y="193"/>
                      <a:pt x="195" y="224"/>
                      <a:pt x="155" y="224"/>
                    </a:cubicBezTo>
                    <a:cubicBezTo>
                      <a:pt x="116" y="224"/>
                      <a:pt x="83" y="192"/>
                      <a:pt x="83" y="152"/>
                    </a:cubicBezTo>
                    <a:cubicBezTo>
                      <a:pt x="83" y="114"/>
                      <a:pt x="116" y="82"/>
                      <a:pt x="155" y="82"/>
                    </a:cubicBezTo>
                    <a:close/>
                    <a:moveTo>
                      <a:pt x="155" y="1"/>
                    </a:moveTo>
                    <a:cubicBezTo>
                      <a:pt x="71" y="1"/>
                      <a:pt x="1" y="69"/>
                      <a:pt x="1" y="153"/>
                    </a:cubicBezTo>
                    <a:cubicBezTo>
                      <a:pt x="1" y="239"/>
                      <a:pt x="71" y="307"/>
                      <a:pt x="155" y="307"/>
                    </a:cubicBezTo>
                    <a:cubicBezTo>
                      <a:pt x="240" y="307"/>
                      <a:pt x="308" y="239"/>
                      <a:pt x="308" y="153"/>
                    </a:cubicBezTo>
                    <a:cubicBezTo>
                      <a:pt x="308" y="69"/>
                      <a:pt x="240"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124"/>
              <p:cNvSpPr/>
              <p:nvPr/>
            </p:nvSpPr>
            <p:spPr>
              <a:xfrm>
                <a:off x="-3326226" y="4657990"/>
                <a:ext cx="31407" cy="31305"/>
              </a:xfrm>
              <a:custGeom>
                <a:rect b="b" l="l" r="r" t="t"/>
                <a:pathLst>
                  <a:path extrusionOk="0" h="308" w="309">
                    <a:moveTo>
                      <a:pt x="154" y="82"/>
                    </a:moveTo>
                    <a:cubicBezTo>
                      <a:pt x="193" y="82"/>
                      <a:pt x="226" y="114"/>
                      <a:pt x="226" y="152"/>
                    </a:cubicBezTo>
                    <a:cubicBezTo>
                      <a:pt x="226" y="193"/>
                      <a:pt x="195" y="224"/>
                      <a:pt x="154" y="224"/>
                    </a:cubicBezTo>
                    <a:cubicBezTo>
                      <a:pt x="115" y="224"/>
                      <a:pt x="83" y="192"/>
                      <a:pt x="83" y="152"/>
                    </a:cubicBezTo>
                    <a:cubicBezTo>
                      <a:pt x="83" y="114"/>
                      <a:pt x="115" y="82"/>
                      <a:pt x="154" y="82"/>
                    </a:cubicBezTo>
                    <a:close/>
                    <a:moveTo>
                      <a:pt x="154" y="1"/>
                    </a:moveTo>
                    <a:cubicBezTo>
                      <a:pt x="69" y="1"/>
                      <a:pt x="1" y="69"/>
                      <a:pt x="1" y="153"/>
                    </a:cubicBezTo>
                    <a:cubicBezTo>
                      <a:pt x="1" y="239"/>
                      <a:pt x="71" y="307"/>
                      <a:pt x="154" y="307"/>
                    </a:cubicBezTo>
                    <a:cubicBezTo>
                      <a:pt x="238" y="307"/>
                      <a:pt x="308" y="239"/>
                      <a:pt x="308" y="153"/>
                    </a:cubicBezTo>
                    <a:cubicBezTo>
                      <a:pt x="308" y="69"/>
                      <a:pt x="240" y="1"/>
                      <a:pt x="1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124"/>
              <p:cNvSpPr/>
              <p:nvPr/>
            </p:nvSpPr>
            <p:spPr>
              <a:xfrm>
                <a:off x="-3393511" y="4658092"/>
                <a:ext cx="64745" cy="31102"/>
              </a:xfrm>
              <a:custGeom>
                <a:rect b="b" l="l" r="r" t="t"/>
                <a:pathLst>
                  <a:path extrusionOk="0" h="306" w="637">
                    <a:moveTo>
                      <a:pt x="2" y="1"/>
                    </a:moveTo>
                    <a:cubicBezTo>
                      <a:pt x="36" y="42"/>
                      <a:pt x="57" y="95"/>
                      <a:pt x="57" y="151"/>
                    </a:cubicBezTo>
                    <a:cubicBezTo>
                      <a:pt x="57" y="210"/>
                      <a:pt x="36" y="264"/>
                      <a:pt x="0" y="305"/>
                    </a:cubicBezTo>
                    <a:lnTo>
                      <a:pt x="637" y="305"/>
                    </a:lnTo>
                    <a:cubicBezTo>
                      <a:pt x="602" y="264"/>
                      <a:pt x="580" y="210"/>
                      <a:pt x="580" y="151"/>
                    </a:cubicBezTo>
                    <a:cubicBezTo>
                      <a:pt x="580" y="94"/>
                      <a:pt x="600" y="42"/>
                      <a:pt x="6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124"/>
              <p:cNvSpPr/>
              <p:nvPr/>
            </p:nvSpPr>
            <p:spPr>
              <a:xfrm>
                <a:off x="-338273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124"/>
              <p:cNvSpPr/>
              <p:nvPr/>
            </p:nvSpPr>
            <p:spPr>
              <a:xfrm>
                <a:off x="-3411704"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124"/>
              <p:cNvSpPr/>
              <p:nvPr/>
            </p:nvSpPr>
            <p:spPr>
              <a:xfrm>
                <a:off x="-335356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124"/>
              <p:cNvSpPr/>
              <p:nvPr/>
            </p:nvSpPr>
            <p:spPr>
              <a:xfrm>
                <a:off x="-3324600"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124"/>
              <p:cNvSpPr/>
              <p:nvPr/>
            </p:nvSpPr>
            <p:spPr>
              <a:xfrm>
                <a:off x="-3295429" y="4738795"/>
                <a:ext cx="14535" cy="38522"/>
              </a:xfrm>
              <a:custGeom>
                <a:rect b="b" l="l" r="r" t="t"/>
                <a:pathLst>
                  <a:path extrusionOk="0" h="379" w="143">
                    <a:moveTo>
                      <a:pt x="0" y="0"/>
                    </a:moveTo>
                    <a:lnTo>
                      <a:pt x="0" y="379"/>
                    </a:lnTo>
                    <a:lnTo>
                      <a:pt x="142" y="379"/>
                    </a:lnTo>
                    <a:lnTo>
                      <a:pt x="1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124"/>
              <p:cNvSpPr/>
              <p:nvPr/>
            </p:nvSpPr>
            <p:spPr>
              <a:xfrm>
                <a:off x="-3440773"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24"/>
              <p:cNvSpPr/>
              <p:nvPr/>
            </p:nvSpPr>
            <p:spPr>
              <a:xfrm>
                <a:off x="-3714080" y="4876315"/>
                <a:ext cx="67184" cy="29374"/>
              </a:xfrm>
              <a:custGeom>
                <a:rect b="b" l="l" r="r" t="t"/>
                <a:pathLst>
                  <a:path extrusionOk="0" h="289" w="661">
                    <a:moveTo>
                      <a:pt x="0" y="0"/>
                    </a:moveTo>
                    <a:lnTo>
                      <a:pt x="0" y="50"/>
                    </a:lnTo>
                    <a:cubicBezTo>
                      <a:pt x="0" y="181"/>
                      <a:pt x="107" y="288"/>
                      <a:pt x="239" y="288"/>
                    </a:cubicBezTo>
                    <a:lnTo>
                      <a:pt x="421" y="288"/>
                    </a:lnTo>
                    <a:cubicBezTo>
                      <a:pt x="555" y="288"/>
                      <a:pt x="661" y="182"/>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124"/>
              <p:cNvSpPr/>
              <p:nvPr/>
            </p:nvSpPr>
            <p:spPr>
              <a:xfrm>
                <a:off x="-3075279" y="4876315"/>
                <a:ext cx="67184" cy="29374"/>
              </a:xfrm>
              <a:custGeom>
                <a:rect b="b" l="l" r="r" t="t"/>
                <a:pathLst>
                  <a:path extrusionOk="0" h="289" w="661">
                    <a:moveTo>
                      <a:pt x="0" y="0"/>
                    </a:moveTo>
                    <a:lnTo>
                      <a:pt x="0" y="50"/>
                    </a:lnTo>
                    <a:cubicBezTo>
                      <a:pt x="0" y="182"/>
                      <a:pt x="107" y="288"/>
                      <a:pt x="239" y="288"/>
                    </a:cubicBezTo>
                    <a:lnTo>
                      <a:pt x="421" y="288"/>
                    </a:lnTo>
                    <a:cubicBezTo>
                      <a:pt x="553" y="288"/>
                      <a:pt x="661" y="181"/>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124"/>
              <p:cNvSpPr/>
              <p:nvPr/>
            </p:nvSpPr>
            <p:spPr>
              <a:xfrm>
                <a:off x="-3447075" y="4828646"/>
                <a:ext cx="171873" cy="10875"/>
              </a:xfrm>
              <a:custGeom>
                <a:rect b="b" l="l" r="r" t="t"/>
                <a:pathLst>
                  <a:path extrusionOk="0" h="107" w="1691">
                    <a:moveTo>
                      <a:pt x="44" y="1"/>
                    </a:moveTo>
                    <a:cubicBezTo>
                      <a:pt x="19" y="1"/>
                      <a:pt x="1" y="20"/>
                      <a:pt x="1" y="45"/>
                    </a:cubicBezTo>
                    <a:lnTo>
                      <a:pt x="1" y="63"/>
                    </a:lnTo>
                    <a:cubicBezTo>
                      <a:pt x="1" y="87"/>
                      <a:pt x="19" y="107"/>
                      <a:pt x="44" y="107"/>
                    </a:cubicBezTo>
                    <a:lnTo>
                      <a:pt x="1647" y="107"/>
                    </a:lnTo>
                    <a:cubicBezTo>
                      <a:pt x="1671" y="107"/>
                      <a:pt x="1690" y="87"/>
                      <a:pt x="1690" y="63"/>
                    </a:cubicBezTo>
                    <a:lnTo>
                      <a:pt x="1690" y="45"/>
                    </a:lnTo>
                    <a:cubicBezTo>
                      <a:pt x="1690" y="20"/>
                      <a:pt x="1672" y="1"/>
                      <a:pt x="16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124"/>
              <p:cNvSpPr/>
              <p:nvPr/>
            </p:nvSpPr>
            <p:spPr>
              <a:xfrm>
                <a:off x="-3447075" y="4849990"/>
                <a:ext cx="171873" cy="10774"/>
              </a:xfrm>
              <a:custGeom>
                <a:rect b="b" l="l" r="r" t="t"/>
                <a:pathLst>
                  <a:path extrusionOk="0" h="106" w="1691">
                    <a:moveTo>
                      <a:pt x="44" y="0"/>
                    </a:moveTo>
                    <a:cubicBezTo>
                      <a:pt x="19" y="0"/>
                      <a:pt x="1" y="19"/>
                      <a:pt x="1" y="44"/>
                    </a:cubicBezTo>
                    <a:lnTo>
                      <a:pt x="1" y="62"/>
                    </a:lnTo>
                    <a:cubicBezTo>
                      <a:pt x="1" y="86"/>
                      <a:pt x="19" y="105"/>
                      <a:pt x="44" y="105"/>
                    </a:cubicBezTo>
                    <a:lnTo>
                      <a:pt x="1647" y="105"/>
                    </a:lnTo>
                    <a:cubicBezTo>
                      <a:pt x="1671" y="105"/>
                      <a:pt x="1690" y="86"/>
                      <a:pt x="1690" y="62"/>
                    </a:cubicBezTo>
                    <a:lnTo>
                      <a:pt x="1690" y="44"/>
                    </a:lnTo>
                    <a:cubicBezTo>
                      <a:pt x="1690" y="21"/>
                      <a:pt x="1672" y="0"/>
                      <a:pt x="16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9771" name="Shape 9771"/>
        <p:cNvGrpSpPr/>
        <p:nvPr/>
      </p:nvGrpSpPr>
      <p:grpSpPr>
        <a:xfrm>
          <a:off x="0" y="0"/>
          <a:ext cx="0" cy="0"/>
          <a:chOff x="0" y="0"/>
          <a:chExt cx="0" cy="0"/>
        </a:xfrm>
      </p:grpSpPr>
      <p:sp>
        <p:nvSpPr>
          <p:cNvPr id="9772" name="Google Shape;9772;p1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9773" name="Google Shape;9773;p125"/>
          <p:cNvSpPr txBox="1"/>
          <p:nvPr>
            <p:ph idx="1" type="subTitle"/>
          </p:nvPr>
        </p:nvSpPr>
        <p:spPr>
          <a:xfrm>
            <a:off x="1439839" y="2671238"/>
            <a:ext cx="5806200" cy="7314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774" name="Google Shape;9774;p125"/>
          <p:cNvSpPr txBox="1"/>
          <p:nvPr>
            <p:ph idx="2" type="subTitle"/>
          </p:nvPr>
        </p:nvSpPr>
        <p:spPr>
          <a:xfrm>
            <a:off x="1897036" y="1469863"/>
            <a:ext cx="5806200" cy="7314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775" name="Google Shape;9775;p125"/>
          <p:cNvSpPr txBox="1"/>
          <p:nvPr>
            <p:ph idx="3" type="subTitle"/>
          </p:nvPr>
        </p:nvSpPr>
        <p:spPr>
          <a:xfrm>
            <a:off x="1897009" y="3872588"/>
            <a:ext cx="5806200" cy="7314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776" name="Google Shape;9776;p125"/>
          <p:cNvSpPr txBox="1"/>
          <p:nvPr>
            <p:ph idx="4" type="subTitle"/>
          </p:nvPr>
        </p:nvSpPr>
        <p:spPr>
          <a:xfrm>
            <a:off x="1439838" y="2366437"/>
            <a:ext cx="5806200" cy="457200"/>
          </a:xfrm>
          <a:prstGeom prst="rect">
            <a:avLst/>
          </a:prstGeom>
        </p:spPr>
        <p:txBody>
          <a:bodyPr anchorCtr="0" anchor="b" bIns="91425" lIns="91425" spcFirstLastPara="1" rIns="91425" wrap="square" tIns="91425">
            <a:noAutofit/>
          </a:bodyPr>
          <a:lstStyle>
            <a:lvl1pPr lvl="0" algn="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777" name="Google Shape;9777;p125"/>
          <p:cNvSpPr txBox="1"/>
          <p:nvPr>
            <p:ph idx="5" type="subTitle"/>
          </p:nvPr>
        </p:nvSpPr>
        <p:spPr>
          <a:xfrm>
            <a:off x="1897045" y="1165063"/>
            <a:ext cx="5806200" cy="457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778" name="Google Shape;9778;p125"/>
          <p:cNvSpPr txBox="1"/>
          <p:nvPr>
            <p:ph idx="6" type="subTitle"/>
          </p:nvPr>
        </p:nvSpPr>
        <p:spPr>
          <a:xfrm>
            <a:off x="1897010" y="3567787"/>
            <a:ext cx="5806200" cy="457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9779" name="Google Shape;9779;p125"/>
          <p:cNvGrpSpPr/>
          <p:nvPr/>
        </p:nvGrpSpPr>
        <p:grpSpPr>
          <a:xfrm>
            <a:off x="90103" y="10"/>
            <a:ext cx="9121413" cy="5059445"/>
            <a:chOff x="90103" y="10"/>
            <a:chExt cx="9121413" cy="5059445"/>
          </a:xfrm>
        </p:grpSpPr>
        <p:grpSp>
          <p:nvGrpSpPr>
            <p:cNvPr id="9780" name="Google Shape;9780;p125"/>
            <p:cNvGrpSpPr/>
            <p:nvPr/>
          </p:nvGrpSpPr>
          <p:grpSpPr>
            <a:xfrm>
              <a:off x="248378" y="89615"/>
              <a:ext cx="719021" cy="355403"/>
              <a:chOff x="3442209" y="513788"/>
              <a:chExt cx="366866" cy="181338"/>
            </a:xfrm>
          </p:grpSpPr>
          <p:sp>
            <p:nvSpPr>
              <p:cNvPr id="9781" name="Google Shape;9781;p125"/>
              <p:cNvSpPr/>
              <p:nvPr/>
            </p:nvSpPr>
            <p:spPr>
              <a:xfrm>
                <a:off x="3442209" y="513788"/>
                <a:ext cx="365475" cy="179900"/>
              </a:xfrm>
              <a:custGeom>
                <a:rect b="b" l="l" r="r" t="t"/>
                <a:pathLst>
                  <a:path extrusionOk="0" h="7196" w="14619">
                    <a:moveTo>
                      <a:pt x="7310" y="1"/>
                    </a:moveTo>
                    <a:cubicBezTo>
                      <a:pt x="3273" y="2"/>
                      <a:pt x="1" y="3510"/>
                      <a:pt x="1" y="3510"/>
                    </a:cubicBezTo>
                    <a:cubicBezTo>
                      <a:pt x="82" y="3487"/>
                      <a:pt x="164" y="3466"/>
                      <a:pt x="244" y="3443"/>
                    </a:cubicBezTo>
                    <a:lnTo>
                      <a:pt x="244" y="3443"/>
                    </a:lnTo>
                    <a:cubicBezTo>
                      <a:pt x="85" y="3595"/>
                      <a:pt x="1" y="3687"/>
                      <a:pt x="1" y="3687"/>
                    </a:cubicBezTo>
                    <a:cubicBezTo>
                      <a:pt x="1" y="3687"/>
                      <a:pt x="3273" y="7196"/>
                      <a:pt x="7310" y="7196"/>
                    </a:cubicBezTo>
                    <a:cubicBezTo>
                      <a:pt x="11346" y="7196"/>
                      <a:pt x="14619" y="3687"/>
                      <a:pt x="14619" y="3687"/>
                    </a:cubicBezTo>
                    <a:cubicBezTo>
                      <a:pt x="14619" y="3687"/>
                      <a:pt x="14532" y="3594"/>
                      <a:pt x="14371" y="3440"/>
                    </a:cubicBezTo>
                    <a:lnTo>
                      <a:pt x="14371" y="3440"/>
                    </a:lnTo>
                    <a:cubicBezTo>
                      <a:pt x="14454" y="3463"/>
                      <a:pt x="14536" y="3486"/>
                      <a:pt x="14619" y="3509"/>
                    </a:cubicBezTo>
                    <a:cubicBezTo>
                      <a:pt x="14619" y="3509"/>
                      <a:pt x="11346" y="1"/>
                      <a:pt x="731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125"/>
              <p:cNvSpPr/>
              <p:nvPr/>
            </p:nvSpPr>
            <p:spPr>
              <a:xfrm>
                <a:off x="3443600" y="519675"/>
                <a:ext cx="365475" cy="175450"/>
              </a:xfrm>
              <a:custGeom>
                <a:rect b="b" l="l" r="r" t="t"/>
                <a:pathLst>
                  <a:path extrusionOk="0" h="7018" w="14619">
                    <a:moveTo>
                      <a:pt x="7309" y="0"/>
                    </a:moveTo>
                    <a:cubicBezTo>
                      <a:pt x="3273" y="0"/>
                      <a:pt x="0" y="3509"/>
                      <a:pt x="0" y="3509"/>
                    </a:cubicBezTo>
                    <a:cubicBezTo>
                      <a:pt x="0" y="3509"/>
                      <a:pt x="3273" y="7018"/>
                      <a:pt x="7309" y="7018"/>
                    </a:cubicBezTo>
                    <a:cubicBezTo>
                      <a:pt x="11346" y="7018"/>
                      <a:pt x="14618" y="3509"/>
                      <a:pt x="14618" y="3509"/>
                    </a:cubicBezTo>
                    <a:cubicBezTo>
                      <a:pt x="14618" y="3509"/>
                      <a:pt x="11346"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125"/>
              <p:cNvSpPr/>
              <p:nvPr/>
            </p:nvSpPr>
            <p:spPr>
              <a:xfrm>
                <a:off x="3549550" y="530625"/>
                <a:ext cx="153525" cy="153550"/>
              </a:xfrm>
              <a:custGeom>
                <a:rect b="b" l="l" r="r" t="t"/>
                <a:pathLst>
                  <a:path extrusionOk="0" h="6142" w="6141">
                    <a:moveTo>
                      <a:pt x="3071" y="1"/>
                    </a:moveTo>
                    <a:cubicBezTo>
                      <a:pt x="1375" y="1"/>
                      <a:pt x="1" y="1374"/>
                      <a:pt x="1" y="3071"/>
                    </a:cubicBezTo>
                    <a:cubicBezTo>
                      <a:pt x="1" y="4766"/>
                      <a:pt x="1375" y="6141"/>
                      <a:pt x="3071" y="6141"/>
                    </a:cubicBezTo>
                    <a:cubicBezTo>
                      <a:pt x="4766" y="6141"/>
                      <a:pt x="6141" y="4766"/>
                      <a:pt x="6141" y="3071"/>
                    </a:cubicBezTo>
                    <a:cubicBezTo>
                      <a:pt x="6141" y="1374"/>
                      <a:pt x="4766"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125"/>
              <p:cNvSpPr/>
              <p:nvPr/>
            </p:nvSpPr>
            <p:spPr>
              <a:xfrm>
                <a:off x="3562700" y="547025"/>
                <a:ext cx="127200" cy="120775"/>
              </a:xfrm>
              <a:custGeom>
                <a:rect b="b" l="l" r="r" t="t"/>
                <a:pathLst>
                  <a:path extrusionOk="0" h="4831" w="5088">
                    <a:moveTo>
                      <a:pt x="2545" y="1"/>
                    </a:moveTo>
                    <a:cubicBezTo>
                      <a:pt x="2345" y="1"/>
                      <a:pt x="2144" y="128"/>
                      <a:pt x="2113" y="383"/>
                    </a:cubicBezTo>
                    <a:cubicBezTo>
                      <a:pt x="2085" y="616"/>
                      <a:pt x="1887" y="766"/>
                      <a:pt x="1680" y="766"/>
                    </a:cubicBezTo>
                    <a:cubicBezTo>
                      <a:pt x="1588" y="766"/>
                      <a:pt x="1494" y="737"/>
                      <a:pt x="1413" y="673"/>
                    </a:cubicBezTo>
                    <a:cubicBezTo>
                      <a:pt x="1326" y="604"/>
                      <a:pt x="1233" y="575"/>
                      <a:pt x="1145" y="575"/>
                    </a:cubicBezTo>
                    <a:cubicBezTo>
                      <a:pt x="822" y="575"/>
                      <a:pt x="553" y="966"/>
                      <a:pt x="803" y="1283"/>
                    </a:cubicBezTo>
                    <a:cubicBezTo>
                      <a:pt x="1011" y="1550"/>
                      <a:pt x="849" y="1943"/>
                      <a:pt x="512" y="1983"/>
                    </a:cubicBezTo>
                    <a:cubicBezTo>
                      <a:pt x="1" y="2045"/>
                      <a:pt x="1" y="2786"/>
                      <a:pt x="512" y="2846"/>
                    </a:cubicBezTo>
                    <a:cubicBezTo>
                      <a:pt x="849" y="2888"/>
                      <a:pt x="1011" y="3280"/>
                      <a:pt x="803" y="3547"/>
                    </a:cubicBezTo>
                    <a:cubicBezTo>
                      <a:pt x="553" y="3864"/>
                      <a:pt x="822" y="4255"/>
                      <a:pt x="1145" y="4255"/>
                    </a:cubicBezTo>
                    <a:cubicBezTo>
                      <a:pt x="1233" y="4255"/>
                      <a:pt x="1326" y="4225"/>
                      <a:pt x="1413" y="4157"/>
                    </a:cubicBezTo>
                    <a:cubicBezTo>
                      <a:pt x="1494" y="4093"/>
                      <a:pt x="1588" y="4064"/>
                      <a:pt x="1680" y="4064"/>
                    </a:cubicBezTo>
                    <a:cubicBezTo>
                      <a:pt x="1887" y="4064"/>
                      <a:pt x="2085" y="4214"/>
                      <a:pt x="2113" y="4448"/>
                    </a:cubicBezTo>
                    <a:cubicBezTo>
                      <a:pt x="2144" y="4703"/>
                      <a:pt x="2344" y="4830"/>
                      <a:pt x="2545" y="4830"/>
                    </a:cubicBezTo>
                    <a:cubicBezTo>
                      <a:pt x="2745" y="4830"/>
                      <a:pt x="2946" y="4703"/>
                      <a:pt x="2976" y="4448"/>
                    </a:cubicBezTo>
                    <a:cubicBezTo>
                      <a:pt x="3005" y="4214"/>
                      <a:pt x="3202" y="4064"/>
                      <a:pt x="3410" y="4064"/>
                    </a:cubicBezTo>
                    <a:cubicBezTo>
                      <a:pt x="3502" y="4064"/>
                      <a:pt x="3595" y="4093"/>
                      <a:pt x="3677" y="4157"/>
                    </a:cubicBezTo>
                    <a:cubicBezTo>
                      <a:pt x="3764" y="4225"/>
                      <a:pt x="3856" y="4255"/>
                      <a:pt x="3944" y="4255"/>
                    </a:cubicBezTo>
                    <a:cubicBezTo>
                      <a:pt x="4267" y="4255"/>
                      <a:pt x="4535" y="3864"/>
                      <a:pt x="4287" y="3547"/>
                    </a:cubicBezTo>
                    <a:cubicBezTo>
                      <a:pt x="4077" y="3280"/>
                      <a:pt x="4240" y="2886"/>
                      <a:pt x="4577" y="2846"/>
                    </a:cubicBezTo>
                    <a:cubicBezTo>
                      <a:pt x="5088" y="2784"/>
                      <a:pt x="5088" y="2044"/>
                      <a:pt x="4577" y="1983"/>
                    </a:cubicBezTo>
                    <a:cubicBezTo>
                      <a:pt x="4240" y="1942"/>
                      <a:pt x="4077" y="1550"/>
                      <a:pt x="4287" y="1283"/>
                    </a:cubicBezTo>
                    <a:cubicBezTo>
                      <a:pt x="4535" y="966"/>
                      <a:pt x="4266" y="575"/>
                      <a:pt x="3944" y="575"/>
                    </a:cubicBezTo>
                    <a:cubicBezTo>
                      <a:pt x="3856" y="575"/>
                      <a:pt x="3764" y="605"/>
                      <a:pt x="3677" y="673"/>
                    </a:cubicBezTo>
                    <a:cubicBezTo>
                      <a:pt x="3595" y="737"/>
                      <a:pt x="3501" y="766"/>
                      <a:pt x="3410" y="766"/>
                    </a:cubicBezTo>
                    <a:cubicBezTo>
                      <a:pt x="3202" y="766"/>
                      <a:pt x="3004" y="616"/>
                      <a:pt x="2976" y="383"/>
                    </a:cubicBezTo>
                    <a:cubicBezTo>
                      <a:pt x="2946" y="128"/>
                      <a:pt x="2745" y="1"/>
                      <a:pt x="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125"/>
              <p:cNvSpPr/>
              <p:nvPr/>
            </p:nvSpPr>
            <p:spPr>
              <a:xfrm>
                <a:off x="3600975" y="582025"/>
                <a:ext cx="50725" cy="50725"/>
              </a:xfrm>
              <a:custGeom>
                <a:rect b="b" l="l" r="r" t="t"/>
                <a:pathLst>
                  <a:path extrusionOk="0" h="2029" w="2029">
                    <a:moveTo>
                      <a:pt x="1014" y="0"/>
                    </a:moveTo>
                    <a:cubicBezTo>
                      <a:pt x="454" y="0"/>
                      <a:pt x="0" y="454"/>
                      <a:pt x="0" y="1015"/>
                    </a:cubicBezTo>
                    <a:cubicBezTo>
                      <a:pt x="0" y="1574"/>
                      <a:pt x="454" y="2028"/>
                      <a:pt x="1014" y="2028"/>
                    </a:cubicBezTo>
                    <a:cubicBezTo>
                      <a:pt x="1574" y="2028"/>
                      <a:pt x="2028" y="1574"/>
                      <a:pt x="2028" y="1015"/>
                    </a:cubicBezTo>
                    <a:cubicBezTo>
                      <a:pt x="2028" y="454"/>
                      <a:pt x="1574" y="0"/>
                      <a:pt x="1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125"/>
              <p:cNvSpPr/>
              <p:nvPr/>
            </p:nvSpPr>
            <p:spPr>
              <a:xfrm>
                <a:off x="3443600" y="515225"/>
                <a:ext cx="365475" cy="87750"/>
              </a:xfrm>
              <a:custGeom>
                <a:rect b="b" l="l" r="r" t="t"/>
                <a:pathLst>
                  <a:path extrusionOk="0" h="3510" w="14619">
                    <a:moveTo>
                      <a:pt x="7309" y="1"/>
                    </a:moveTo>
                    <a:cubicBezTo>
                      <a:pt x="3273" y="1"/>
                      <a:pt x="0" y="3509"/>
                      <a:pt x="0" y="3509"/>
                    </a:cubicBezTo>
                    <a:cubicBezTo>
                      <a:pt x="2504" y="2781"/>
                      <a:pt x="4955" y="2431"/>
                      <a:pt x="7357" y="2431"/>
                    </a:cubicBezTo>
                    <a:cubicBezTo>
                      <a:pt x="9828" y="2431"/>
                      <a:pt x="12247" y="2801"/>
                      <a:pt x="14618" y="3509"/>
                    </a:cubicBezTo>
                    <a:cubicBezTo>
                      <a:pt x="14618" y="3509"/>
                      <a:pt x="11346" y="1"/>
                      <a:pt x="7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125"/>
            <p:cNvGrpSpPr/>
            <p:nvPr/>
          </p:nvGrpSpPr>
          <p:grpSpPr>
            <a:xfrm>
              <a:off x="8209420" y="10"/>
              <a:ext cx="1002097" cy="904935"/>
              <a:chOff x="1288334" y="649138"/>
              <a:chExt cx="511300" cy="461725"/>
            </a:xfrm>
          </p:grpSpPr>
          <p:sp>
            <p:nvSpPr>
              <p:cNvPr id="9788" name="Google Shape;9788;p125"/>
              <p:cNvSpPr/>
              <p:nvPr/>
            </p:nvSpPr>
            <p:spPr>
              <a:xfrm>
                <a:off x="1288334" y="649575"/>
                <a:ext cx="511300" cy="457500"/>
              </a:xfrm>
              <a:custGeom>
                <a:rect b="b" l="l" r="r" t="t"/>
                <a:pathLst>
                  <a:path extrusionOk="0" h="18300" w="20452">
                    <a:moveTo>
                      <a:pt x="10584" y="1"/>
                    </a:moveTo>
                    <a:cubicBezTo>
                      <a:pt x="8686" y="1"/>
                      <a:pt x="6787" y="1083"/>
                      <a:pt x="6305" y="3244"/>
                    </a:cubicBezTo>
                    <a:cubicBezTo>
                      <a:pt x="6179" y="3722"/>
                      <a:pt x="6156" y="4251"/>
                      <a:pt x="6167" y="4748"/>
                    </a:cubicBezTo>
                    <a:cubicBezTo>
                      <a:pt x="6042" y="4740"/>
                      <a:pt x="5919" y="4737"/>
                      <a:pt x="5800" y="4737"/>
                    </a:cubicBezTo>
                    <a:cubicBezTo>
                      <a:pt x="1" y="4737"/>
                      <a:pt x="2" y="13593"/>
                      <a:pt x="5801" y="13593"/>
                    </a:cubicBezTo>
                    <a:cubicBezTo>
                      <a:pt x="5920" y="13593"/>
                      <a:pt x="6042" y="13590"/>
                      <a:pt x="6167" y="13582"/>
                    </a:cubicBezTo>
                    <a:lnTo>
                      <a:pt x="6167" y="13582"/>
                    </a:lnTo>
                    <a:cubicBezTo>
                      <a:pt x="5974" y="16727"/>
                      <a:pt x="8278" y="18299"/>
                      <a:pt x="10583" y="18299"/>
                    </a:cubicBezTo>
                    <a:cubicBezTo>
                      <a:pt x="12887" y="18299"/>
                      <a:pt x="15191" y="16727"/>
                      <a:pt x="14998" y="13582"/>
                    </a:cubicBezTo>
                    <a:lnTo>
                      <a:pt x="14998" y="13582"/>
                    </a:lnTo>
                    <a:cubicBezTo>
                      <a:pt x="15072" y="13584"/>
                      <a:pt x="15146" y="13585"/>
                      <a:pt x="15220" y="13585"/>
                    </a:cubicBezTo>
                    <a:cubicBezTo>
                      <a:pt x="15650" y="13585"/>
                      <a:pt x="16093" y="13553"/>
                      <a:pt x="16502" y="13444"/>
                    </a:cubicBezTo>
                    <a:cubicBezTo>
                      <a:pt x="18936" y="12872"/>
                      <a:pt x="20451" y="10063"/>
                      <a:pt x="19570" y="7720"/>
                    </a:cubicBezTo>
                    <a:cubicBezTo>
                      <a:pt x="18978" y="5917"/>
                      <a:pt x="17197" y="4735"/>
                      <a:pt x="15332" y="4735"/>
                    </a:cubicBezTo>
                    <a:cubicBezTo>
                      <a:pt x="15221" y="4735"/>
                      <a:pt x="15109" y="4739"/>
                      <a:pt x="14997" y="4748"/>
                    </a:cubicBezTo>
                    <a:cubicBezTo>
                      <a:pt x="15006" y="4250"/>
                      <a:pt x="14987" y="3723"/>
                      <a:pt x="14859" y="3244"/>
                    </a:cubicBezTo>
                    <a:cubicBezTo>
                      <a:pt x="14377" y="1081"/>
                      <a:pt x="12481" y="1"/>
                      <a:pt x="10584"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125"/>
              <p:cNvSpPr/>
              <p:nvPr/>
            </p:nvSpPr>
            <p:spPr>
              <a:xfrm>
                <a:off x="1323400" y="649138"/>
                <a:ext cx="461700" cy="461725"/>
              </a:xfrm>
              <a:custGeom>
                <a:rect b="b" l="l" r="r" t="t"/>
                <a:pathLst>
                  <a:path extrusionOk="0" h="18469" w="18468">
                    <a:moveTo>
                      <a:pt x="9234" y="0"/>
                    </a:moveTo>
                    <a:cubicBezTo>
                      <a:pt x="8924" y="0"/>
                      <a:pt x="8620" y="33"/>
                      <a:pt x="8324" y="91"/>
                    </a:cubicBezTo>
                    <a:cubicBezTo>
                      <a:pt x="7469" y="274"/>
                      <a:pt x="6707" y="698"/>
                      <a:pt x="6110" y="1293"/>
                    </a:cubicBezTo>
                    <a:cubicBezTo>
                      <a:pt x="6002" y="1401"/>
                      <a:pt x="5902" y="1514"/>
                      <a:pt x="5806" y="1632"/>
                    </a:cubicBezTo>
                    <a:cubicBezTo>
                      <a:pt x="5552" y="1946"/>
                      <a:pt x="5339" y="2292"/>
                      <a:pt x="5176" y="2668"/>
                    </a:cubicBezTo>
                    <a:cubicBezTo>
                      <a:pt x="5130" y="2779"/>
                      <a:pt x="5087" y="2890"/>
                      <a:pt x="5050" y="3004"/>
                    </a:cubicBezTo>
                    <a:cubicBezTo>
                      <a:pt x="5013" y="3105"/>
                      <a:pt x="4982" y="3210"/>
                      <a:pt x="4954" y="3314"/>
                    </a:cubicBezTo>
                    <a:lnTo>
                      <a:pt x="4954" y="3316"/>
                    </a:lnTo>
                    <a:cubicBezTo>
                      <a:pt x="4896" y="3550"/>
                      <a:pt x="4853" y="3793"/>
                      <a:pt x="4834" y="4042"/>
                    </a:cubicBezTo>
                    <a:cubicBezTo>
                      <a:pt x="4823" y="4166"/>
                      <a:pt x="4817" y="4290"/>
                      <a:pt x="4817" y="4417"/>
                    </a:cubicBezTo>
                    <a:lnTo>
                      <a:pt x="4817" y="4817"/>
                    </a:lnTo>
                    <a:lnTo>
                      <a:pt x="4417" y="4817"/>
                    </a:lnTo>
                    <a:cubicBezTo>
                      <a:pt x="4188" y="4817"/>
                      <a:pt x="3961" y="4835"/>
                      <a:pt x="3744" y="4872"/>
                    </a:cubicBezTo>
                    <a:cubicBezTo>
                      <a:pt x="3596" y="4890"/>
                      <a:pt x="3452" y="4918"/>
                      <a:pt x="3310" y="4955"/>
                    </a:cubicBezTo>
                    <a:cubicBezTo>
                      <a:pt x="3305" y="4959"/>
                      <a:pt x="3298" y="4959"/>
                      <a:pt x="3292" y="4961"/>
                    </a:cubicBezTo>
                    <a:lnTo>
                      <a:pt x="3290" y="4961"/>
                    </a:lnTo>
                    <a:cubicBezTo>
                      <a:pt x="2853" y="5076"/>
                      <a:pt x="2444" y="5256"/>
                      <a:pt x="2069" y="5497"/>
                    </a:cubicBezTo>
                    <a:cubicBezTo>
                      <a:pt x="1984" y="5548"/>
                      <a:pt x="1897" y="5607"/>
                      <a:pt x="1817" y="5666"/>
                    </a:cubicBezTo>
                    <a:cubicBezTo>
                      <a:pt x="1753" y="5712"/>
                      <a:pt x="1692" y="5761"/>
                      <a:pt x="1630" y="5811"/>
                    </a:cubicBezTo>
                    <a:cubicBezTo>
                      <a:pt x="861" y="6437"/>
                      <a:pt x="305" y="7315"/>
                      <a:pt x="97" y="8324"/>
                    </a:cubicBezTo>
                    <a:cubicBezTo>
                      <a:pt x="35" y="8615"/>
                      <a:pt x="1" y="8923"/>
                      <a:pt x="1" y="9234"/>
                    </a:cubicBezTo>
                    <a:cubicBezTo>
                      <a:pt x="1" y="9543"/>
                      <a:pt x="35" y="9852"/>
                      <a:pt x="97" y="10143"/>
                    </a:cubicBezTo>
                    <a:cubicBezTo>
                      <a:pt x="274" y="10998"/>
                      <a:pt x="701" y="11763"/>
                      <a:pt x="1295" y="12356"/>
                    </a:cubicBezTo>
                    <a:cubicBezTo>
                      <a:pt x="1403" y="12465"/>
                      <a:pt x="1513" y="12563"/>
                      <a:pt x="1630" y="12659"/>
                    </a:cubicBezTo>
                    <a:cubicBezTo>
                      <a:pt x="1701" y="12717"/>
                      <a:pt x="1775" y="12772"/>
                      <a:pt x="1852" y="12828"/>
                    </a:cubicBezTo>
                    <a:cubicBezTo>
                      <a:pt x="1981" y="12921"/>
                      <a:pt x="2114" y="13006"/>
                      <a:pt x="2252" y="13083"/>
                    </a:cubicBezTo>
                    <a:cubicBezTo>
                      <a:pt x="2579" y="13268"/>
                      <a:pt x="2929" y="13412"/>
                      <a:pt x="3301" y="13510"/>
                    </a:cubicBezTo>
                    <a:cubicBezTo>
                      <a:pt x="3305" y="13510"/>
                      <a:pt x="3311" y="13512"/>
                      <a:pt x="3313" y="13512"/>
                    </a:cubicBezTo>
                    <a:lnTo>
                      <a:pt x="3316" y="13512"/>
                    </a:lnTo>
                    <a:cubicBezTo>
                      <a:pt x="3458" y="13551"/>
                      <a:pt x="3602" y="13577"/>
                      <a:pt x="3750" y="13599"/>
                    </a:cubicBezTo>
                    <a:cubicBezTo>
                      <a:pt x="3968" y="13634"/>
                      <a:pt x="4193" y="13652"/>
                      <a:pt x="4420" y="13652"/>
                    </a:cubicBezTo>
                    <a:lnTo>
                      <a:pt x="4819" y="13652"/>
                    </a:lnTo>
                    <a:lnTo>
                      <a:pt x="4819" y="14052"/>
                    </a:lnTo>
                    <a:cubicBezTo>
                      <a:pt x="4819" y="14105"/>
                      <a:pt x="4819" y="14154"/>
                      <a:pt x="4825" y="14203"/>
                    </a:cubicBezTo>
                    <a:cubicBezTo>
                      <a:pt x="4825" y="14336"/>
                      <a:pt x="4838" y="14465"/>
                      <a:pt x="4853" y="14594"/>
                    </a:cubicBezTo>
                    <a:cubicBezTo>
                      <a:pt x="4875" y="14785"/>
                      <a:pt x="4911" y="14972"/>
                      <a:pt x="4957" y="15156"/>
                    </a:cubicBezTo>
                    <a:cubicBezTo>
                      <a:pt x="5119" y="15780"/>
                      <a:pt x="5412" y="16352"/>
                      <a:pt x="5809" y="16837"/>
                    </a:cubicBezTo>
                    <a:cubicBezTo>
                      <a:pt x="6435" y="17608"/>
                      <a:pt x="7316" y="18166"/>
                      <a:pt x="8326" y="18377"/>
                    </a:cubicBezTo>
                    <a:cubicBezTo>
                      <a:pt x="8620" y="18435"/>
                      <a:pt x="8925" y="18469"/>
                      <a:pt x="9235" y="18469"/>
                    </a:cubicBezTo>
                    <a:cubicBezTo>
                      <a:pt x="9545" y="18469"/>
                      <a:pt x="9849" y="18435"/>
                      <a:pt x="10144" y="18377"/>
                    </a:cubicBezTo>
                    <a:cubicBezTo>
                      <a:pt x="10995" y="18196"/>
                      <a:pt x="11758" y="17771"/>
                      <a:pt x="12354" y="17175"/>
                    </a:cubicBezTo>
                    <a:cubicBezTo>
                      <a:pt x="12462" y="17068"/>
                      <a:pt x="12563" y="16954"/>
                      <a:pt x="12658" y="16837"/>
                    </a:cubicBezTo>
                    <a:cubicBezTo>
                      <a:pt x="13054" y="16352"/>
                      <a:pt x="13347" y="15781"/>
                      <a:pt x="13509" y="15156"/>
                    </a:cubicBezTo>
                    <a:cubicBezTo>
                      <a:pt x="13554" y="14981"/>
                      <a:pt x="13590" y="14800"/>
                      <a:pt x="13612" y="14619"/>
                    </a:cubicBezTo>
                    <a:cubicBezTo>
                      <a:pt x="13632" y="14461"/>
                      <a:pt x="13646" y="14305"/>
                      <a:pt x="13646" y="14145"/>
                    </a:cubicBezTo>
                    <a:cubicBezTo>
                      <a:pt x="13648" y="14115"/>
                      <a:pt x="13648" y="14084"/>
                      <a:pt x="13648" y="14053"/>
                    </a:cubicBezTo>
                    <a:lnTo>
                      <a:pt x="13648" y="13654"/>
                    </a:lnTo>
                    <a:lnTo>
                      <a:pt x="14050" y="13654"/>
                    </a:lnTo>
                    <a:cubicBezTo>
                      <a:pt x="14333" y="13654"/>
                      <a:pt x="14609" y="13626"/>
                      <a:pt x="14880" y="13573"/>
                    </a:cubicBezTo>
                    <a:cubicBezTo>
                      <a:pt x="14972" y="13558"/>
                      <a:pt x="15065" y="13537"/>
                      <a:pt x="15153" y="13515"/>
                    </a:cubicBezTo>
                    <a:cubicBezTo>
                      <a:pt x="15200" y="13502"/>
                      <a:pt x="15245" y="13491"/>
                      <a:pt x="15292" y="13475"/>
                    </a:cubicBezTo>
                    <a:cubicBezTo>
                      <a:pt x="15676" y="13365"/>
                      <a:pt x="16036" y="13202"/>
                      <a:pt x="16367" y="12995"/>
                    </a:cubicBezTo>
                    <a:cubicBezTo>
                      <a:pt x="16505" y="12913"/>
                      <a:pt x="16638" y="12820"/>
                      <a:pt x="16760" y="12722"/>
                    </a:cubicBezTo>
                    <a:cubicBezTo>
                      <a:pt x="16789" y="12704"/>
                      <a:pt x="16814" y="12686"/>
                      <a:pt x="16838" y="12664"/>
                    </a:cubicBezTo>
                    <a:cubicBezTo>
                      <a:pt x="17409" y="12194"/>
                      <a:pt x="17864" y="11589"/>
                      <a:pt x="18147" y="10894"/>
                    </a:cubicBezTo>
                    <a:lnTo>
                      <a:pt x="18147" y="10892"/>
                    </a:lnTo>
                    <a:lnTo>
                      <a:pt x="18249" y="10603"/>
                    </a:lnTo>
                    <a:lnTo>
                      <a:pt x="18249" y="10600"/>
                    </a:lnTo>
                    <a:cubicBezTo>
                      <a:pt x="18298" y="10453"/>
                      <a:pt x="18341" y="10302"/>
                      <a:pt x="18372" y="10149"/>
                    </a:cubicBezTo>
                    <a:cubicBezTo>
                      <a:pt x="18434" y="9857"/>
                      <a:pt x="18467" y="9550"/>
                      <a:pt x="18467" y="9239"/>
                    </a:cubicBezTo>
                    <a:cubicBezTo>
                      <a:pt x="18467" y="8928"/>
                      <a:pt x="18434" y="8622"/>
                      <a:pt x="18370" y="8321"/>
                    </a:cubicBezTo>
                    <a:cubicBezTo>
                      <a:pt x="18346" y="8211"/>
                      <a:pt x="18322" y="8100"/>
                      <a:pt x="18291" y="7993"/>
                    </a:cubicBezTo>
                    <a:lnTo>
                      <a:pt x="18291" y="7986"/>
                    </a:lnTo>
                    <a:lnTo>
                      <a:pt x="18224" y="7790"/>
                    </a:lnTo>
                    <a:cubicBezTo>
                      <a:pt x="18224" y="7788"/>
                      <a:pt x="18224" y="7788"/>
                      <a:pt x="18220" y="7788"/>
                    </a:cubicBezTo>
                    <a:cubicBezTo>
                      <a:pt x="18002" y="7148"/>
                      <a:pt x="17639" y="6576"/>
                      <a:pt x="17172" y="6110"/>
                    </a:cubicBezTo>
                    <a:cubicBezTo>
                      <a:pt x="17064" y="6001"/>
                      <a:pt x="16954" y="5903"/>
                      <a:pt x="16837" y="5805"/>
                    </a:cubicBezTo>
                    <a:cubicBezTo>
                      <a:pt x="16825" y="5796"/>
                      <a:pt x="16816" y="5787"/>
                      <a:pt x="16804" y="5781"/>
                    </a:cubicBezTo>
                    <a:cubicBezTo>
                      <a:pt x="16690" y="5689"/>
                      <a:pt x="16569" y="5602"/>
                      <a:pt x="16448" y="5523"/>
                    </a:cubicBezTo>
                    <a:cubicBezTo>
                      <a:pt x="16120" y="5313"/>
                      <a:pt x="15764" y="5145"/>
                      <a:pt x="15387" y="5022"/>
                    </a:cubicBezTo>
                    <a:cubicBezTo>
                      <a:pt x="15310" y="4997"/>
                      <a:pt x="15233" y="4977"/>
                      <a:pt x="15153" y="4955"/>
                    </a:cubicBezTo>
                    <a:cubicBezTo>
                      <a:pt x="15077" y="4935"/>
                      <a:pt x="14998" y="4918"/>
                      <a:pt x="14917" y="4902"/>
                    </a:cubicBezTo>
                    <a:cubicBezTo>
                      <a:pt x="14637" y="4847"/>
                      <a:pt x="14348" y="4816"/>
                      <a:pt x="14050" y="4816"/>
                    </a:cubicBezTo>
                    <a:lnTo>
                      <a:pt x="13648" y="4816"/>
                    </a:lnTo>
                    <a:lnTo>
                      <a:pt x="13648" y="4415"/>
                    </a:lnTo>
                    <a:cubicBezTo>
                      <a:pt x="13648" y="4280"/>
                      <a:pt x="13642" y="4145"/>
                      <a:pt x="13626" y="4013"/>
                    </a:cubicBezTo>
                    <a:cubicBezTo>
                      <a:pt x="13606" y="3773"/>
                      <a:pt x="13566" y="3540"/>
                      <a:pt x="13508" y="3315"/>
                    </a:cubicBezTo>
                    <a:lnTo>
                      <a:pt x="13508" y="3313"/>
                    </a:lnTo>
                    <a:cubicBezTo>
                      <a:pt x="13346" y="2690"/>
                      <a:pt x="13053" y="2117"/>
                      <a:pt x="12657" y="1632"/>
                    </a:cubicBezTo>
                    <a:cubicBezTo>
                      <a:pt x="12033" y="860"/>
                      <a:pt x="11151" y="303"/>
                      <a:pt x="10143" y="91"/>
                    </a:cubicBezTo>
                    <a:cubicBezTo>
                      <a:pt x="9849" y="33"/>
                      <a:pt x="9543" y="0"/>
                      <a:pt x="9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125"/>
              <p:cNvSpPr/>
              <p:nvPr/>
            </p:nvSpPr>
            <p:spPr>
              <a:xfrm>
                <a:off x="1731350" y="787313"/>
                <a:ext cx="12175" cy="11600"/>
              </a:xfrm>
              <a:custGeom>
                <a:rect b="b" l="l" r="r" t="t"/>
                <a:pathLst>
                  <a:path extrusionOk="0" h="464" w="487">
                    <a:moveTo>
                      <a:pt x="130" y="1"/>
                    </a:moveTo>
                    <a:cubicBezTo>
                      <a:pt x="53" y="41"/>
                      <a:pt x="1" y="125"/>
                      <a:pt x="1" y="216"/>
                    </a:cubicBezTo>
                    <a:cubicBezTo>
                      <a:pt x="1" y="352"/>
                      <a:pt x="111" y="463"/>
                      <a:pt x="246" y="463"/>
                    </a:cubicBezTo>
                    <a:cubicBezTo>
                      <a:pt x="369" y="463"/>
                      <a:pt x="468" y="373"/>
                      <a:pt x="487" y="260"/>
                    </a:cubicBezTo>
                    <a:cubicBezTo>
                      <a:pt x="373" y="169"/>
                      <a:pt x="253" y="82"/>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25"/>
              <p:cNvSpPr/>
              <p:nvPr/>
            </p:nvSpPr>
            <p:spPr>
              <a:xfrm>
                <a:off x="1731375" y="823613"/>
                <a:ext cx="12325" cy="12375"/>
              </a:xfrm>
              <a:custGeom>
                <a:rect b="b" l="l" r="r" t="t"/>
                <a:pathLst>
                  <a:path extrusionOk="0" h="495" w="493">
                    <a:moveTo>
                      <a:pt x="247" y="1"/>
                    </a:moveTo>
                    <a:cubicBezTo>
                      <a:pt x="111" y="1"/>
                      <a:pt x="1" y="111"/>
                      <a:pt x="1" y="247"/>
                    </a:cubicBezTo>
                    <a:cubicBezTo>
                      <a:pt x="1" y="384"/>
                      <a:pt x="111" y="494"/>
                      <a:pt x="247" y="494"/>
                    </a:cubicBezTo>
                    <a:cubicBezTo>
                      <a:pt x="382" y="494"/>
                      <a:pt x="493" y="384"/>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125"/>
              <p:cNvSpPr/>
              <p:nvPr/>
            </p:nvSpPr>
            <p:spPr>
              <a:xfrm>
                <a:off x="1731375" y="860688"/>
                <a:ext cx="12325" cy="12350"/>
              </a:xfrm>
              <a:custGeom>
                <a:rect b="b" l="l" r="r" t="t"/>
                <a:pathLst>
                  <a:path extrusionOk="0" h="494" w="493">
                    <a:moveTo>
                      <a:pt x="247" y="1"/>
                    </a:moveTo>
                    <a:cubicBezTo>
                      <a:pt x="111" y="1"/>
                      <a:pt x="1" y="111"/>
                      <a:pt x="1" y="247"/>
                    </a:cubicBezTo>
                    <a:cubicBezTo>
                      <a:pt x="1" y="383"/>
                      <a:pt x="111" y="493"/>
                      <a:pt x="247" y="493"/>
                    </a:cubicBezTo>
                    <a:cubicBezTo>
                      <a:pt x="382" y="493"/>
                      <a:pt x="493" y="383"/>
                      <a:pt x="493" y="247"/>
                    </a:cubicBezTo>
                    <a:cubicBezTo>
                      <a:pt x="493" y="111"/>
                      <a:pt x="382"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125"/>
              <p:cNvSpPr/>
              <p:nvPr/>
            </p:nvSpPr>
            <p:spPr>
              <a:xfrm>
                <a:off x="1768375" y="842138"/>
                <a:ext cx="12325" cy="12425"/>
              </a:xfrm>
              <a:custGeom>
                <a:rect b="b" l="l" r="r" t="t"/>
                <a:pathLst>
                  <a:path extrusionOk="0" h="497" w="493">
                    <a:moveTo>
                      <a:pt x="246" y="1"/>
                    </a:moveTo>
                    <a:cubicBezTo>
                      <a:pt x="111" y="1"/>
                      <a:pt x="0" y="112"/>
                      <a:pt x="0" y="247"/>
                    </a:cubicBezTo>
                    <a:cubicBezTo>
                      <a:pt x="0" y="386"/>
                      <a:pt x="111" y="496"/>
                      <a:pt x="246" y="496"/>
                    </a:cubicBezTo>
                    <a:cubicBezTo>
                      <a:pt x="373" y="496"/>
                      <a:pt x="477" y="403"/>
                      <a:pt x="493" y="280"/>
                    </a:cubicBezTo>
                    <a:lnTo>
                      <a:pt x="493" y="274"/>
                    </a:lnTo>
                    <a:lnTo>
                      <a:pt x="425" y="77"/>
                    </a:lnTo>
                    <a:cubicBezTo>
                      <a:pt x="425" y="74"/>
                      <a:pt x="425" y="74"/>
                      <a:pt x="421" y="74"/>
                    </a:cubicBezTo>
                    <a:cubicBezTo>
                      <a:pt x="378" y="28"/>
                      <a:pt x="317"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25"/>
              <p:cNvSpPr/>
              <p:nvPr/>
            </p:nvSpPr>
            <p:spPr>
              <a:xfrm>
                <a:off x="1768400" y="879188"/>
                <a:ext cx="12325" cy="12350"/>
              </a:xfrm>
              <a:custGeom>
                <a:rect b="b" l="l" r="r" t="t"/>
                <a:pathLst>
                  <a:path extrusionOk="0" h="494"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125"/>
              <p:cNvSpPr/>
              <p:nvPr/>
            </p:nvSpPr>
            <p:spPr>
              <a:xfrm>
                <a:off x="1658750" y="749638"/>
                <a:ext cx="5850" cy="12150"/>
              </a:xfrm>
              <a:custGeom>
                <a:rect b="b" l="l" r="r" t="t"/>
                <a:pathLst>
                  <a:path extrusionOk="0" h="486" w="234">
                    <a:moveTo>
                      <a:pt x="212" y="0"/>
                    </a:moveTo>
                    <a:cubicBezTo>
                      <a:pt x="92" y="18"/>
                      <a:pt x="0" y="120"/>
                      <a:pt x="0" y="243"/>
                    </a:cubicBezTo>
                    <a:cubicBezTo>
                      <a:pt x="0" y="372"/>
                      <a:pt x="103" y="479"/>
                      <a:pt x="234" y="485"/>
                    </a:cubicBezTo>
                    <a:lnTo>
                      <a:pt x="234" y="402"/>
                    </a:lnTo>
                    <a:cubicBezTo>
                      <a:pt x="234" y="268"/>
                      <a:pt x="228" y="133"/>
                      <a:pt x="2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125"/>
              <p:cNvSpPr/>
              <p:nvPr/>
            </p:nvSpPr>
            <p:spPr>
              <a:xfrm>
                <a:off x="16587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125"/>
              <p:cNvSpPr/>
              <p:nvPr/>
            </p:nvSpPr>
            <p:spPr>
              <a:xfrm>
                <a:off x="16587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125"/>
              <p:cNvSpPr/>
              <p:nvPr/>
            </p:nvSpPr>
            <p:spPr>
              <a:xfrm>
                <a:off x="1695875" y="771838"/>
                <a:ext cx="12225" cy="8575"/>
              </a:xfrm>
              <a:custGeom>
                <a:rect b="b" l="l" r="r" t="t"/>
                <a:pathLst>
                  <a:path extrusionOk="0" h="343" w="489">
                    <a:moveTo>
                      <a:pt x="18" y="1"/>
                    </a:moveTo>
                    <a:cubicBezTo>
                      <a:pt x="7" y="29"/>
                      <a:pt x="1" y="62"/>
                      <a:pt x="1" y="97"/>
                    </a:cubicBezTo>
                    <a:cubicBezTo>
                      <a:pt x="1" y="232"/>
                      <a:pt x="111" y="342"/>
                      <a:pt x="246" y="342"/>
                    </a:cubicBezTo>
                    <a:cubicBezTo>
                      <a:pt x="372" y="342"/>
                      <a:pt x="476" y="243"/>
                      <a:pt x="489" y="120"/>
                    </a:cubicBezTo>
                    <a:cubicBezTo>
                      <a:pt x="411" y="97"/>
                      <a:pt x="334" y="74"/>
                      <a:pt x="254" y="53"/>
                    </a:cubicBezTo>
                    <a:cubicBezTo>
                      <a:pt x="178" y="35"/>
                      <a:pt x="99" y="16"/>
                      <a:pt x="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125"/>
              <p:cNvSpPr/>
              <p:nvPr/>
            </p:nvSpPr>
            <p:spPr>
              <a:xfrm>
                <a:off x="1695825" y="805088"/>
                <a:ext cx="12350" cy="12350"/>
              </a:xfrm>
              <a:custGeom>
                <a:rect b="b" l="l" r="r" t="t"/>
                <a:pathLst>
                  <a:path extrusionOk="0" h="494" w="494">
                    <a:moveTo>
                      <a:pt x="247" y="1"/>
                    </a:moveTo>
                    <a:cubicBezTo>
                      <a:pt x="111" y="1"/>
                      <a:pt x="0" y="111"/>
                      <a:pt x="0" y="246"/>
                    </a:cubicBezTo>
                    <a:cubicBezTo>
                      <a:pt x="0"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125"/>
              <p:cNvSpPr/>
              <p:nvPr/>
            </p:nvSpPr>
            <p:spPr>
              <a:xfrm>
                <a:off x="1695825" y="842138"/>
                <a:ext cx="12350" cy="12375"/>
              </a:xfrm>
              <a:custGeom>
                <a:rect b="b" l="l" r="r" t="t"/>
                <a:pathLst>
                  <a:path extrusionOk="0" h="495"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125"/>
              <p:cNvSpPr/>
              <p:nvPr/>
            </p:nvSpPr>
            <p:spPr>
              <a:xfrm>
                <a:off x="1695825" y="879188"/>
                <a:ext cx="12350" cy="12350"/>
              </a:xfrm>
              <a:custGeom>
                <a:rect b="b" l="l" r="r" t="t"/>
                <a:pathLst>
                  <a:path extrusionOk="0" h="494" w="494">
                    <a:moveTo>
                      <a:pt x="247" y="1"/>
                    </a:moveTo>
                    <a:cubicBezTo>
                      <a:pt x="111" y="1"/>
                      <a:pt x="0" y="111"/>
                      <a:pt x="0" y="247"/>
                    </a:cubicBezTo>
                    <a:cubicBezTo>
                      <a:pt x="0"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125"/>
              <p:cNvSpPr/>
              <p:nvPr/>
            </p:nvSpPr>
            <p:spPr>
              <a:xfrm>
                <a:off x="158620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125"/>
              <p:cNvSpPr/>
              <p:nvPr/>
            </p:nvSpPr>
            <p:spPr>
              <a:xfrm>
                <a:off x="158620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125"/>
              <p:cNvSpPr/>
              <p:nvPr/>
            </p:nvSpPr>
            <p:spPr>
              <a:xfrm>
                <a:off x="1623275" y="69393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25"/>
              <p:cNvSpPr/>
              <p:nvPr/>
            </p:nvSpPr>
            <p:spPr>
              <a:xfrm>
                <a:off x="158620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125"/>
              <p:cNvSpPr/>
              <p:nvPr/>
            </p:nvSpPr>
            <p:spPr>
              <a:xfrm>
                <a:off x="158620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125"/>
              <p:cNvSpPr/>
              <p:nvPr/>
            </p:nvSpPr>
            <p:spPr>
              <a:xfrm>
                <a:off x="158620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125"/>
              <p:cNvSpPr/>
              <p:nvPr/>
            </p:nvSpPr>
            <p:spPr>
              <a:xfrm>
                <a:off x="1623275" y="730988"/>
                <a:ext cx="12325" cy="12375"/>
              </a:xfrm>
              <a:custGeom>
                <a:rect b="b" l="l" r="r" t="t"/>
                <a:pathLst>
                  <a:path extrusionOk="0" h="495" w="493">
                    <a:moveTo>
                      <a:pt x="246" y="1"/>
                    </a:moveTo>
                    <a:cubicBezTo>
                      <a:pt x="111" y="1"/>
                      <a:pt x="0" y="111"/>
                      <a:pt x="0" y="248"/>
                    </a:cubicBezTo>
                    <a:cubicBezTo>
                      <a:pt x="0"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125"/>
              <p:cNvSpPr/>
              <p:nvPr/>
            </p:nvSpPr>
            <p:spPr>
              <a:xfrm>
                <a:off x="1623275" y="768063"/>
                <a:ext cx="12325" cy="12350"/>
              </a:xfrm>
              <a:custGeom>
                <a:rect b="b" l="l" r="r" t="t"/>
                <a:pathLst>
                  <a:path extrusionOk="0" h="494" w="493">
                    <a:moveTo>
                      <a:pt x="246" y="1"/>
                    </a:moveTo>
                    <a:cubicBezTo>
                      <a:pt x="111" y="1"/>
                      <a:pt x="0" y="111"/>
                      <a:pt x="0" y="248"/>
                    </a:cubicBezTo>
                    <a:cubicBezTo>
                      <a:pt x="0"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125"/>
              <p:cNvSpPr/>
              <p:nvPr/>
            </p:nvSpPr>
            <p:spPr>
              <a:xfrm>
                <a:off x="1623275" y="805088"/>
                <a:ext cx="12325" cy="12350"/>
              </a:xfrm>
              <a:custGeom>
                <a:rect b="b" l="l" r="r" t="t"/>
                <a:pathLst>
                  <a:path extrusionOk="0" h="494" w="493">
                    <a:moveTo>
                      <a:pt x="246" y="1"/>
                    </a:moveTo>
                    <a:cubicBezTo>
                      <a:pt x="111" y="1"/>
                      <a:pt x="0" y="111"/>
                      <a:pt x="0" y="246"/>
                    </a:cubicBezTo>
                    <a:cubicBezTo>
                      <a:pt x="0"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125"/>
              <p:cNvSpPr/>
              <p:nvPr/>
            </p:nvSpPr>
            <p:spPr>
              <a:xfrm>
                <a:off x="1623275" y="842138"/>
                <a:ext cx="12325" cy="12375"/>
              </a:xfrm>
              <a:custGeom>
                <a:rect b="b" l="l" r="r" t="t"/>
                <a:pathLst>
                  <a:path extrusionOk="0" h="495" w="493">
                    <a:moveTo>
                      <a:pt x="246" y="1"/>
                    </a:moveTo>
                    <a:cubicBezTo>
                      <a:pt x="111" y="1"/>
                      <a:pt x="0" y="111"/>
                      <a:pt x="0" y="247"/>
                    </a:cubicBezTo>
                    <a:cubicBezTo>
                      <a:pt x="0"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125"/>
              <p:cNvSpPr/>
              <p:nvPr/>
            </p:nvSpPr>
            <p:spPr>
              <a:xfrm>
                <a:off x="1513650" y="675463"/>
                <a:ext cx="12350" cy="12325"/>
              </a:xfrm>
              <a:custGeom>
                <a:rect b="b" l="l" r="r" t="t"/>
                <a:pathLst>
                  <a:path extrusionOk="0" h="493" w="494">
                    <a:moveTo>
                      <a:pt x="247" y="0"/>
                    </a:moveTo>
                    <a:cubicBezTo>
                      <a:pt x="111" y="0"/>
                      <a:pt x="1" y="110"/>
                      <a:pt x="1" y="246"/>
                    </a:cubicBezTo>
                    <a:cubicBezTo>
                      <a:pt x="1" y="382"/>
                      <a:pt x="111" y="492"/>
                      <a:pt x="247" y="492"/>
                    </a:cubicBezTo>
                    <a:cubicBezTo>
                      <a:pt x="383" y="492"/>
                      <a:pt x="494" y="382"/>
                      <a:pt x="494" y="246"/>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125"/>
              <p:cNvSpPr/>
              <p:nvPr/>
            </p:nvSpPr>
            <p:spPr>
              <a:xfrm>
                <a:off x="1513650" y="7124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125"/>
              <p:cNvSpPr/>
              <p:nvPr/>
            </p:nvSpPr>
            <p:spPr>
              <a:xfrm>
                <a:off x="1550700" y="693938"/>
                <a:ext cx="12350" cy="12375"/>
              </a:xfrm>
              <a:custGeom>
                <a:rect b="b" l="l" r="r" t="t"/>
                <a:pathLst>
                  <a:path extrusionOk="0" h="495" w="494">
                    <a:moveTo>
                      <a:pt x="247" y="1"/>
                    </a:moveTo>
                    <a:cubicBezTo>
                      <a:pt x="111" y="1"/>
                      <a:pt x="0" y="111"/>
                      <a:pt x="0" y="248"/>
                    </a:cubicBezTo>
                    <a:cubicBezTo>
                      <a:pt x="0"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125"/>
              <p:cNvSpPr/>
              <p:nvPr/>
            </p:nvSpPr>
            <p:spPr>
              <a:xfrm>
                <a:off x="1513650" y="7495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125"/>
              <p:cNvSpPr/>
              <p:nvPr/>
            </p:nvSpPr>
            <p:spPr>
              <a:xfrm>
                <a:off x="1513650"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125"/>
              <p:cNvSpPr/>
              <p:nvPr/>
            </p:nvSpPr>
            <p:spPr>
              <a:xfrm>
                <a:off x="1513650"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125"/>
              <p:cNvSpPr/>
              <p:nvPr/>
            </p:nvSpPr>
            <p:spPr>
              <a:xfrm>
                <a:off x="1550700" y="656913"/>
                <a:ext cx="12350" cy="12325"/>
              </a:xfrm>
              <a:custGeom>
                <a:rect b="b" l="l" r="r" t="t"/>
                <a:pathLst>
                  <a:path extrusionOk="0" h="493" w="494">
                    <a:moveTo>
                      <a:pt x="247" y="0"/>
                    </a:moveTo>
                    <a:cubicBezTo>
                      <a:pt x="111" y="0"/>
                      <a:pt x="0" y="110"/>
                      <a:pt x="0" y="247"/>
                    </a:cubicBezTo>
                    <a:cubicBezTo>
                      <a:pt x="0" y="383"/>
                      <a:pt x="111" y="492"/>
                      <a:pt x="247" y="492"/>
                    </a:cubicBezTo>
                    <a:cubicBezTo>
                      <a:pt x="383" y="492"/>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125"/>
              <p:cNvSpPr/>
              <p:nvPr/>
            </p:nvSpPr>
            <p:spPr>
              <a:xfrm>
                <a:off x="1449650" y="715963"/>
                <a:ext cx="3775" cy="8400"/>
              </a:xfrm>
              <a:custGeom>
                <a:rect b="b" l="l" r="r" t="t"/>
                <a:pathLst>
                  <a:path extrusionOk="0" h="336" w="151">
                    <a:moveTo>
                      <a:pt x="126" y="0"/>
                    </a:moveTo>
                    <a:cubicBezTo>
                      <a:pt x="80" y="111"/>
                      <a:pt x="37" y="222"/>
                      <a:pt x="0" y="336"/>
                    </a:cubicBezTo>
                    <a:cubicBezTo>
                      <a:pt x="89" y="295"/>
                      <a:pt x="151" y="211"/>
                      <a:pt x="151" y="109"/>
                    </a:cubicBezTo>
                    <a:cubicBezTo>
                      <a:pt x="151" y="68"/>
                      <a:pt x="142" y="35"/>
                      <a:pt x="1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125"/>
              <p:cNvSpPr/>
              <p:nvPr/>
            </p:nvSpPr>
            <p:spPr>
              <a:xfrm>
                <a:off x="1478150" y="6939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125"/>
              <p:cNvSpPr/>
              <p:nvPr/>
            </p:nvSpPr>
            <p:spPr>
              <a:xfrm>
                <a:off x="1443800" y="749563"/>
                <a:ext cx="9625" cy="12350"/>
              </a:xfrm>
              <a:custGeom>
                <a:rect b="b" l="l" r="r" t="t"/>
                <a:pathLst>
                  <a:path extrusionOk="0" h="494" w="385">
                    <a:moveTo>
                      <a:pt x="140" y="1"/>
                    </a:moveTo>
                    <a:cubicBezTo>
                      <a:pt x="139" y="1"/>
                      <a:pt x="139" y="1"/>
                      <a:pt x="138" y="1"/>
                    </a:cubicBezTo>
                    <a:cubicBezTo>
                      <a:pt x="96" y="1"/>
                      <a:pt x="53" y="14"/>
                      <a:pt x="18" y="32"/>
                    </a:cubicBezTo>
                    <a:cubicBezTo>
                      <a:pt x="7" y="156"/>
                      <a:pt x="1" y="282"/>
                      <a:pt x="1" y="408"/>
                    </a:cubicBezTo>
                    <a:lnTo>
                      <a:pt x="1" y="450"/>
                    </a:lnTo>
                    <a:cubicBezTo>
                      <a:pt x="40" y="478"/>
                      <a:pt x="86" y="493"/>
                      <a:pt x="138" y="493"/>
                    </a:cubicBezTo>
                    <a:cubicBezTo>
                      <a:pt x="274" y="493"/>
                      <a:pt x="385" y="382"/>
                      <a:pt x="385" y="247"/>
                    </a:cubicBezTo>
                    <a:cubicBezTo>
                      <a:pt x="385" y="112"/>
                      <a:pt x="276" y="1"/>
                      <a:pt x="1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125"/>
              <p:cNvSpPr/>
              <p:nvPr/>
            </p:nvSpPr>
            <p:spPr>
              <a:xfrm>
                <a:off x="1441075" y="78656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125"/>
              <p:cNvSpPr/>
              <p:nvPr/>
            </p:nvSpPr>
            <p:spPr>
              <a:xfrm>
                <a:off x="144107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125"/>
              <p:cNvSpPr/>
              <p:nvPr/>
            </p:nvSpPr>
            <p:spPr>
              <a:xfrm>
                <a:off x="1478150" y="73098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125"/>
              <p:cNvSpPr/>
              <p:nvPr/>
            </p:nvSpPr>
            <p:spPr>
              <a:xfrm>
                <a:off x="1478150" y="76806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125"/>
              <p:cNvSpPr/>
              <p:nvPr/>
            </p:nvSpPr>
            <p:spPr>
              <a:xfrm>
                <a:off x="1478150" y="805088"/>
                <a:ext cx="12325" cy="12350"/>
              </a:xfrm>
              <a:custGeom>
                <a:rect b="b" l="l" r="r" t="t"/>
                <a:pathLst>
                  <a:path extrusionOk="0" h="494" w="493">
                    <a:moveTo>
                      <a:pt x="246" y="1"/>
                    </a:moveTo>
                    <a:cubicBezTo>
                      <a:pt x="111" y="1"/>
                      <a:pt x="1" y="111"/>
                      <a:pt x="1" y="246"/>
                    </a:cubicBezTo>
                    <a:cubicBezTo>
                      <a:pt x="1" y="383"/>
                      <a:pt x="111" y="493"/>
                      <a:pt x="246" y="493"/>
                    </a:cubicBezTo>
                    <a:cubicBezTo>
                      <a:pt x="382" y="493"/>
                      <a:pt x="493" y="383"/>
                      <a:pt x="493" y="246"/>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125"/>
              <p:cNvSpPr/>
              <p:nvPr/>
            </p:nvSpPr>
            <p:spPr>
              <a:xfrm>
                <a:off x="1478150"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125"/>
              <p:cNvSpPr/>
              <p:nvPr/>
            </p:nvSpPr>
            <p:spPr>
              <a:xfrm>
                <a:off x="1368500" y="786663"/>
                <a:ext cx="12400" cy="12275"/>
              </a:xfrm>
              <a:custGeom>
                <a:rect b="b" l="l" r="r" t="t"/>
                <a:pathLst>
                  <a:path extrusionOk="0" h="491" w="496">
                    <a:moveTo>
                      <a:pt x="265" y="1"/>
                    </a:moveTo>
                    <a:cubicBezTo>
                      <a:pt x="179" y="53"/>
                      <a:pt x="93" y="112"/>
                      <a:pt x="13" y="170"/>
                    </a:cubicBezTo>
                    <a:cubicBezTo>
                      <a:pt x="3" y="191"/>
                      <a:pt x="1" y="219"/>
                      <a:pt x="1" y="243"/>
                    </a:cubicBezTo>
                    <a:cubicBezTo>
                      <a:pt x="1" y="379"/>
                      <a:pt x="111" y="490"/>
                      <a:pt x="246" y="490"/>
                    </a:cubicBezTo>
                    <a:cubicBezTo>
                      <a:pt x="384" y="490"/>
                      <a:pt x="496" y="379"/>
                      <a:pt x="496" y="243"/>
                    </a:cubicBezTo>
                    <a:cubicBezTo>
                      <a:pt x="496" y="114"/>
                      <a:pt x="394" y="7"/>
                      <a:pt x="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125"/>
              <p:cNvSpPr/>
              <p:nvPr/>
            </p:nvSpPr>
            <p:spPr>
              <a:xfrm>
                <a:off x="1368525" y="8236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125"/>
              <p:cNvSpPr/>
              <p:nvPr/>
            </p:nvSpPr>
            <p:spPr>
              <a:xfrm>
                <a:off x="1368525" y="86068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125"/>
              <p:cNvSpPr/>
              <p:nvPr/>
            </p:nvSpPr>
            <p:spPr>
              <a:xfrm>
                <a:off x="1405525" y="771063"/>
                <a:ext cx="12400" cy="9350"/>
              </a:xfrm>
              <a:custGeom>
                <a:rect b="b" l="l" r="r" t="t"/>
                <a:pathLst>
                  <a:path extrusionOk="0" h="374" w="496">
                    <a:moveTo>
                      <a:pt x="457" y="1"/>
                    </a:moveTo>
                    <a:cubicBezTo>
                      <a:pt x="310" y="19"/>
                      <a:pt x="166" y="46"/>
                      <a:pt x="23" y="83"/>
                    </a:cubicBezTo>
                    <a:cubicBezTo>
                      <a:pt x="18" y="87"/>
                      <a:pt x="12" y="87"/>
                      <a:pt x="6" y="89"/>
                    </a:cubicBezTo>
                    <a:lnTo>
                      <a:pt x="3" y="89"/>
                    </a:lnTo>
                    <a:cubicBezTo>
                      <a:pt x="0" y="103"/>
                      <a:pt x="0" y="114"/>
                      <a:pt x="0" y="128"/>
                    </a:cubicBezTo>
                    <a:cubicBezTo>
                      <a:pt x="0" y="263"/>
                      <a:pt x="111" y="373"/>
                      <a:pt x="249" y="373"/>
                    </a:cubicBezTo>
                    <a:cubicBezTo>
                      <a:pt x="384" y="373"/>
                      <a:pt x="496" y="263"/>
                      <a:pt x="496" y="128"/>
                    </a:cubicBezTo>
                    <a:cubicBezTo>
                      <a:pt x="496" y="81"/>
                      <a:pt x="484" y="38"/>
                      <a:pt x="4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125"/>
              <p:cNvSpPr/>
              <p:nvPr/>
            </p:nvSpPr>
            <p:spPr>
              <a:xfrm>
                <a:off x="1405575" y="805088"/>
                <a:ext cx="12350" cy="12350"/>
              </a:xfrm>
              <a:custGeom>
                <a:rect b="b" l="l" r="r" t="t"/>
                <a:pathLst>
                  <a:path extrusionOk="0" h="494" w="494">
                    <a:moveTo>
                      <a:pt x="247" y="1"/>
                    </a:moveTo>
                    <a:cubicBezTo>
                      <a:pt x="111" y="1"/>
                      <a:pt x="1" y="111"/>
                      <a:pt x="1" y="246"/>
                    </a:cubicBezTo>
                    <a:cubicBezTo>
                      <a:pt x="1" y="383"/>
                      <a:pt x="111" y="493"/>
                      <a:pt x="247" y="493"/>
                    </a:cubicBezTo>
                    <a:cubicBezTo>
                      <a:pt x="383" y="493"/>
                      <a:pt x="494" y="383"/>
                      <a:pt x="494" y="246"/>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125"/>
              <p:cNvSpPr/>
              <p:nvPr/>
            </p:nvSpPr>
            <p:spPr>
              <a:xfrm>
                <a:off x="1405575" y="8421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125"/>
              <p:cNvSpPr/>
              <p:nvPr/>
            </p:nvSpPr>
            <p:spPr>
              <a:xfrm>
                <a:off x="1333025" y="8421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125"/>
              <p:cNvSpPr/>
              <p:nvPr/>
            </p:nvSpPr>
            <p:spPr>
              <a:xfrm>
                <a:off x="1333025" y="879188"/>
                <a:ext cx="12325" cy="12350"/>
              </a:xfrm>
              <a:custGeom>
                <a:rect b="b" l="l" r="r" t="t"/>
                <a:pathLst>
                  <a:path extrusionOk="0" h="494"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125"/>
              <p:cNvSpPr/>
              <p:nvPr/>
            </p:nvSpPr>
            <p:spPr>
              <a:xfrm>
                <a:off x="1767675" y="910013"/>
                <a:ext cx="11975" cy="12375"/>
              </a:xfrm>
              <a:custGeom>
                <a:rect b="b" l="l" r="r" t="t"/>
                <a:pathLst>
                  <a:path extrusionOk="0" h="495" w="479">
                    <a:moveTo>
                      <a:pt x="247" y="1"/>
                    </a:moveTo>
                    <a:cubicBezTo>
                      <a:pt x="112" y="1"/>
                      <a:pt x="1" y="112"/>
                      <a:pt x="1" y="248"/>
                    </a:cubicBezTo>
                    <a:cubicBezTo>
                      <a:pt x="1" y="387"/>
                      <a:pt x="112" y="494"/>
                      <a:pt x="247" y="494"/>
                    </a:cubicBezTo>
                    <a:cubicBezTo>
                      <a:pt x="294" y="494"/>
                      <a:pt x="339" y="482"/>
                      <a:pt x="376" y="460"/>
                    </a:cubicBezTo>
                    <a:lnTo>
                      <a:pt x="376" y="458"/>
                    </a:lnTo>
                    <a:lnTo>
                      <a:pt x="478" y="166"/>
                    </a:lnTo>
                    <a:lnTo>
                      <a:pt x="478" y="164"/>
                    </a:lnTo>
                    <a:cubicBezTo>
                      <a:pt x="443" y="68"/>
                      <a:pt x="351"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125"/>
              <p:cNvSpPr/>
              <p:nvPr/>
            </p:nvSpPr>
            <p:spPr>
              <a:xfrm>
                <a:off x="1695125" y="910038"/>
                <a:ext cx="12325" cy="12375"/>
              </a:xfrm>
              <a:custGeom>
                <a:rect b="b" l="l" r="r" t="t"/>
                <a:pathLst>
                  <a:path extrusionOk="0" h="495" w="493">
                    <a:moveTo>
                      <a:pt x="246" y="1"/>
                    </a:moveTo>
                    <a:cubicBezTo>
                      <a:pt x="111" y="1"/>
                      <a:pt x="1" y="111"/>
                      <a:pt x="1" y="248"/>
                    </a:cubicBezTo>
                    <a:cubicBezTo>
                      <a:pt x="1" y="384"/>
                      <a:pt x="111"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125"/>
              <p:cNvSpPr/>
              <p:nvPr/>
            </p:nvSpPr>
            <p:spPr>
              <a:xfrm>
                <a:off x="1695125" y="947113"/>
                <a:ext cx="12325" cy="12350"/>
              </a:xfrm>
              <a:custGeom>
                <a:rect b="b" l="l" r="r" t="t"/>
                <a:pathLst>
                  <a:path extrusionOk="0" h="494" w="493">
                    <a:moveTo>
                      <a:pt x="246" y="1"/>
                    </a:moveTo>
                    <a:cubicBezTo>
                      <a:pt x="111" y="1"/>
                      <a:pt x="1" y="111"/>
                      <a:pt x="1" y="248"/>
                    </a:cubicBezTo>
                    <a:cubicBezTo>
                      <a:pt x="1" y="383"/>
                      <a:pt x="111" y="493"/>
                      <a:pt x="246" y="493"/>
                    </a:cubicBezTo>
                    <a:cubicBezTo>
                      <a:pt x="382" y="493"/>
                      <a:pt x="493" y="383"/>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125"/>
              <p:cNvSpPr/>
              <p:nvPr/>
            </p:nvSpPr>
            <p:spPr>
              <a:xfrm>
                <a:off x="173217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125"/>
              <p:cNvSpPr/>
              <p:nvPr/>
            </p:nvSpPr>
            <p:spPr>
              <a:xfrm>
                <a:off x="1695400" y="984138"/>
                <a:ext cx="10325" cy="4425"/>
              </a:xfrm>
              <a:custGeom>
                <a:rect b="b" l="l" r="r" t="t"/>
                <a:pathLst>
                  <a:path extrusionOk="0" h="177" w="413">
                    <a:moveTo>
                      <a:pt x="237" y="1"/>
                    </a:moveTo>
                    <a:cubicBezTo>
                      <a:pt x="124" y="1"/>
                      <a:pt x="32" y="74"/>
                      <a:pt x="1" y="176"/>
                    </a:cubicBezTo>
                    <a:cubicBezTo>
                      <a:pt x="93" y="161"/>
                      <a:pt x="186" y="140"/>
                      <a:pt x="274" y="119"/>
                    </a:cubicBezTo>
                    <a:cubicBezTo>
                      <a:pt x="321" y="105"/>
                      <a:pt x="366" y="94"/>
                      <a:pt x="413" y="78"/>
                    </a:cubicBezTo>
                    <a:cubicBezTo>
                      <a:pt x="368" y="32"/>
                      <a:pt x="308" y="1"/>
                      <a:pt x="2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125"/>
              <p:cNvSpPr/>
              <p:nvPr/>
            </p:nvSpPr>
            <p:spPr>
              <a:xfrm>
                <a:off x="1732150" y="965613"/>
                <a:ext cx="10325" cy="8500"/>
              </a:xfrm>
              <a:custGeom>
                <a:rect b="b" l="l" r="r" t="t"/>
                <a:pathLst>
                  <a:path extrusionOk="0" h="340" w="413">
                    <a:moveTo>
                      <a:pt x="249" y="1"/>
                    </a:moveTo>
                    <a:cubicBezTo>
                      <a:pt x="111" y="1"/>
                      <a:pt x="1" y="112"/>
                      <a:pt x="1" y="248"/>
                    </a:cubicBezTo>
                    <a:cubicBezTo>
                      <a:pt x="1" y="282"/>
                      <a:pt x="6" y="313"/>
                      <a:pt x="18" y="339"/>
                    </a:cubicBezTo>
                    <a:cubicBezTo>
                      <a:pt x="156" y="257"/>
                      <a:pt x="289" y="164"/>
                      <a:pt x="412" y="66"/>
                    </a:cubicBezTo>
                    <a:cubicBezTo>
                      <a:pt x="368" y="26"/>
                      <a:pt x="310" y="1"/>
                      <a:pt x="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125"/>
              <p:cNvSpPr/>
              <p:nvPr/>
            </p:nvSpPr>
            <p:spPr>
              <a:xfrm>
                <a:off x="173217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125"/>
              <p:cNvSpPr/>
              <p:nvPr/>
            </p:nvSpPr>
            <p:spPr>
              <a:xfrm>
                <a:off x="1622550" y="91003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25"/>
              <p:cNvSpPr/>
              <p:nvPr/>
            </p:nvSpPr>
            <p:spPr>
              <a:xfrm>
                <a:off x="1622550" y="947113"/>
                <a:ext cx="12350" cy="12350"/>
              </a:xfrm>
              <a:custGeom>
                <a:rect b="b" l="l" r="r" t="t"/>
                <a:pathLst>
                  <a:path extrusionOk="0" h="494" w="494">
                    <a:moveTo>
                      <a:pt x="247" y="1"/>
                    </a:moveTo>
                    <a:cubicBezTo>
                      <a:pt x="111" y="1"/>
                      <a:pt x="1" y="111"/>
                      <a:pt x="1" y="248"/>
                    </a:cubicBezTo>
                    <a:cubicBezTo>
                      <a:pt x="1" y="383"/>
                      <a:pt x="111" y="493"/>
                      <a:pt x="247" y="493"/>
                    </a:cubicBezTo>
                    <a:cubicBezTo>
                      <a:pt x="383" y="493"/>
                      <a:pt x="494" y="383"/>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125"/>
              <p:cNvSpPr/>
              <p:nvPr/>
            </p:nvSpPr>
            <p:spPr>
              <a:xfrm>
                <a:off x="1659625"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125"/>
              <p:cNvSpPr/>
              <p:nvPr/>
            </p:nvSpPr>
            <p:spPr>
              <a:xfrm>
                <a:off x="1622550" y="984163"/>
                <a:ext cx="12350" cy="12350"/>
              </a:xfrm>
              <a:custGeom>
                <a:rect b="b" l="l" r="r" t="t"/>
                <a:pathLst>
                  <a:path extrusionOk="0" h="494" w="494">
                    <a:moveTo>
                      <a:pt x="247" y="1"/>
                    </a:moveTo>
                    <a:cubicBezTo>
                      <a:pt x="111" y="1"/>
                      <a:pt x="1" y="111"/>
                      <a:pt x="1" y="248"/>
                    </a:cubicBezTo>
                    <a:cubicBezTo>
                      <a:pt x="1" y="384"/>
                      <a:pt x="111" y="493"/>
                      <a:pt x="247" y="493"/>
                    </a:cubicBezTo>
                    <a:cubicBezTo>
                      <a:pt x="383" y="493"/>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125"/>
              <p:cNvSpPr/>
              <p:nvPr/>
            </p:nvSpPr>
            <p:spPr>
              <a:xfrm>
                <a:off x="1622550" y="1021213"/>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125"/>
              <p:cNvSpPr/>
              <p:nvPr/>
            </p:nvSpPr>
            <p:spPr>
              <a:xfrm>
                <a:off x="1622550" y="1058238"/>
                <a:ext cx="12350" cy="12375"/>
              </a:xfrm>
              <a:custGeom>
                <a:rect b="b" l="l" r="r" t="t"/>
                <a:pathLst>
                  <a:path extrusionOk="0" h="495" w="494">
                    <a:moveTo>
                      <a:pt x="247" y="1"/>
                    </a:moveTo>
                    <a:cubicBezTo>
                      <a:pt x="111" y="1"/>
                      <a:pt x="1" y="111"/>
                      <a:pt x="1" y="247"/>
                    </a:cubicBezTo>
                    <a:cubicBezTo>
                      <a:pt x="1" y="384"/>
                      <a:pt x="111" y="494"/>
                      <a:pt x="247" y="494"/>
                    </a:cubicBezTo>
                    <a:cubicBezTo>
                      <a:pt x="383" y="494"/>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125"/>
              <p:cNvSpPr/>
              <p:nvPr/>
            </p:nvSpPr>
            <p:spPr>
              <a:xfrm>
                <a:off x="1659625"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125"/>
              <p:cNvSpPr/>
              <p:nvPr/>
            </p:nvSpPr>
            <p:spPr>
              <a:xfrm>
                <a:off x="1659575" y="1002838"/>
                <a:ext cx="4975" cy="11825"/>
              </a:xfrm>
              <a:custGeom>
                <a:rect b="b" l="l" r="r" t="t"/>
                <a:pathLst>
                  <a:path extrusionOk="0" h="473" w="199">
                    <a:moveTo>
                      <a:pt x="199" y="0"/>
                    </a:moveTo>
                    <a:lnTo>
                      <a:pt x="199" y="0"/>
                    </a:lnTo>
                    <a:cubicBezTo>
                      <a:pt x="87" y="22"/>
                      <a:pt x="1" y="120"/>
                      <a:pt x="3" y="239"/>
                    </a:cubicBezTo>
                    <a:cubicBezTo>
                      <a:pt x="3" y="347"/>
                      <a:pt x="70" y="440"/>
                      <a:pt x="165" y="473"/>
                    </a:cubicBezTo>
                    <a:cubicBezTo>
                      <a:pt x="185" y="316"/>
                      <a:pt x="199" y="160"/>
                      <a:pt x="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125"/>
              <p:cNvSpPr/>
              <p:nvPr/>
            </p:nvSpPr>
            <p:spPr>
              <a:xfrm>
                <a:off x="1587050"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125"/>
              <p:cNvSpPr/>
              <p:nvPr/>
            </p:nvSpPr>
            <p:spPr>
              <a:xfrm>
                <a:off x="1550000" y="1021213"/>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125"/>
              <p:cNvSpPr/>
              <p:nvPr/>
            </p:nvSpPr>
            <p:spPr>
              <a:xfrm>
                <a:off x="1550000" y="1058238"/>
                <a:ext cx="12325" cy="12375"/>
              </a:xfrm>
              <a:custGeom>
                <a:rect b="b" l="l" r="r" t="t"/>
                <a:pathLst>
                  <a:path extrusionOk="0" h="495" w="493">
                    <a:moveTo>
                      <a:pt x="246" y="1"/>
                    </a:moveTo>
                    <a:cubicBezTo>
                      <a:pt x="111" y="1"/>
                      <a:pt x="1" y="111"/>
                      <a:pt x="1" y="247"/>
                    </a:cubicBezTo>
                    <a:cubicBezTo>
                      <a:pt x="1" y="384"/>
                      <a:pt x="111" y="494"/>
                      <a:pt x="246" y="494"/>
                    </a:cubicBezTo>
                    <a:cubicBezTo>
                      <a:pt x="382" y="494"/>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125"/>
              <p:cNvSpPr/>
              <p:nvPr/>
            </p:nvSpPr>
            <p:spPr>
              <a:xfrm>
                <a:off x="1550000" y="1095313"/>
                <a:ext cx="12325" cy="12325"/>
              </a:xfrm>
              <a:custGeom>
                <a:rect b="b" l="l" r="r" t="t"/>
                <a:pathLst>
                  <a:path extrusionOk="0" h="493" w="493">
                    <a:moveTo>
                      <a:pt x="246" y="1"/>
                    </a:moveTo>
                    <a:cubicBezTo>
                      <a:pt x="111" y="1"/>
                      <a:pt x="1" y="110"/>
                      <a:pt x="1" y="246"/>
                    </a:cubicBezTo>
                    <a:cubicBezTo>
                      <a:pt x="1" y="383"/>
                      <a:pt x="111"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125"/>
              <p:cNvSpPr/>
              <p:nvPr/>
            </p:nvSpPr>
            <p:spPr>
              <a:xfrm>
                <a:off x="1587050"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125"/>
              <p:cNvSpPr/>
              <p:nvPr/>
            </p:nvSpPr>
            <p:spPr>
              <a:xfrm>
                <a:off x="1587050" y="1002688"/>
                <a:ext cx="12350" cy="12350"/>
              </a:xfrm>
              <a:custGeom>
                <a:rect b="b" l="l" r="r" t="t"/>
                <a:pathLst>
                  <a:path extrusionOk="0" h="494" w="494">
                    <a:moveTo>
                      <a:pt x="247" y="1"/>
                    </a:moveTo>
                    <a:cubicBezTo>
                      <a:pt x="111" y="1"/>
                      <a:pt x="1" y="110"/>
                      <a:pt x="1" y="246"/>
                    </a:cubicBezTo>
                    <a:cubicBezTo>
                      <a:pt x="1" y="383"/>
                      <a:pt x="111" y="493"/>
                      <a:pt x="247" y="493"/>
                    </a:cubicBezTo>
                    <a:cubicBezTo>
                      <a:pt x="383" y="493"/>
                      <a:pt x="494" y="383"/>
                      <a:pt x="494" y="246"/>
                    </a:cubicBezTo>
                    <a:cubicBezTo>
                      <a:pt x="494" y="110"/>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125"/>
              <p:cNvSpPr/>
              <p:nvPr/>
            </p:nvSpPr>
            <p:spPr>
              <a:xfrm>
                <a:off x="1587050" y="1039738"/>
                <a:ext cx="12350" cy="12350"/>
              </a:xfrm>
              <a:custGeom>
                <a:rect b="b" l="l" r="r" t="t"/>
                <a:pathLst>
                  <a:path extrusionOk="0" h="494" w="494">
                    <a:moveTo>
                      <a:pt x="247" y="1"/>
                    </a:moveTo>
                    <a:cubicBezTo>
                      <a:pt x="111" y="1"/>
                      <a:pt x="1" y="111"/>
                      <a:pt x="1" y="247"/>
                    </a:cubicBezTo>
                    <a:cubicBezTo>
                      <a:pt x="1" y="383"/>
                      <a:pt x="111" y="493"/>
                      <a:pt x="247" y="493"/>
                    </a:cubicBezTo>
                    <a:cubicBezTo>
                      <a:pt x="383" y="493"/>
                      <a:pt x="494" y="383"/>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125"/>
              <p:cNvSpPr/>
              <p:nvPr/>
            </p:nvSpPr>
            <p:spPr>
              <a:xfrm>
                <a:off x="1587050" y="1076788"/>
                <a:ext cx="12350" cy="12350"/>
              </a:xfrm>
              <a:custGeom>
                <a:rect b="b" l="l" r="r" t="t"/>
                <a:pathLst>
                  <a:path extrusionOk="0" h="494" w="494">
                    <a:moveTo>
                      <a:pt x="247" y="1"/>
                    </a:moveTo>
                    <a:cubicBezTo>
                      <a:pt x="111" y="1"/>
                      <a:pt x="1" y="111"/>
                      <a:pt x="1" y="247"/>
                    </a:cubicBezTo>
                    <a:cubicBezTo>
                      <a:pt x="1" y="384"/>
                      <a:pt x="111" y="493"/>
                      <a:pt x="247" y="493"/>
                    </a:cubicBezTo>
                    <a:cubicBezTo>
                      <a:pt x="383" y="493"/>
                      <a:pt x="494" y="384"/>
                      <a:pt x="494" y="247"/>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125"/>
              <p:cNvSpPr/>
              <p:nvPr/>
            </p:nvSpPr>
            <p:spPr>
              <a:xfrm>
                <a:off x="1477425"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125"/>
              <p:cNvSpPr/>
              <p:nvPr/>
            </p:nvSpPr>
            <p:spPr>
              <a:xfrm>
                <a:off x="1477425" y="947113"/>
                <a:ext cx="12350" cy="12350"/>
              </a:xfrm>
              <a:custGeom>
                <a:rect b="b" l="l" r="r" t="t"/>
                <a:pathLst>
                  <a:path extrusionOk="0" h="494" w="494">
                    <a:moveTo>
                      <a:pt x="247" y="1"/>
                    </a:moveTo>
                    <a:cubicBezTo>
                      <a:pt x="111" y="1"/>
                      <a:pt x="1" y="111"/>
                      <a:pt x="1" y="248"/>
                    </a:cubicBezTo>
                    <a:cubicBezTo>
                      <a:pt x="1" y="383"/>
                      <a:pt x="111" y="493"/>
                      <a:pt x="247" y="493"/>
                    </a:cubicBezTo>
                    <a:cubicBezTo>
                      <a:pt x="384" y="493"/>
                      <a:pt x="494" y="383"/>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125"/>
              <p:cNvSpPr/>
              <p:nvPr/>
            </p:nvSpPr>
            <p:spPr>
              <a:xfrm>
                <a:off x="1514500" y="928588"/>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125"/>
              <p:cNvSpPr/>
              <p:nvPr/>
            </p:nvSpPr>
            <p:spPr>
              <a:xfrm>
                <a:off x="1477425" y="984163"/>
                <a:ext cx="12350" cy="12350"/>
              </a:xfrm>
              <a:custGeom>
                <a:rect b="b" l="l" r="r" t="t"/>
                <a:pathLst>
                  <a:path extrusionOk="0" h="494" w="494">
                    <a:moveTo>
                      <a:pt x="247" y="1"/>
                    </a:moveTo>
                    <a:cubicBezTo>
                      <a:pt x="111" y="1"/>
                      <a:pt x="1" y="111"/>
                      <a:pt x="1" y="248"/>
                    </a:cubicBezTo>
                    <a:cubicBezTo>
                      <a:pt x="1" y="384"/>
                      <a:pt x="111" y="493"/>
                      <a:pt x="247" y="493"/>
                    </a:cubicBezTo>
                    <a:cubicBezTo>
                      <a:pt x="384" y="493"/>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125"/>
              <p:cNvSpPr/>
              <p:nvPr/>
            </p:nvSpPr>
            <p:spPr>
              <a:xfrm>
                <a:off x="1477425" y="1021213"/>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25"/>
              <p:cNvSpPr/>
              <p:nvPr/>
            </p:nvSpPr>
            <p:spPr>
              <a:xfrm>
                <a:off x="1477425" y="1058238"/>
                <a:ext cx="12350" cy="12375"/>
              </a:xfrm>
              <a:custGeom>
                <a:rect b="b" l="l" r="r" t="t"/>
                <a:pathLst>
                  <a:path extrusionOk="0" h="495" w="494">
                    <a:moveTo>
                      <a:pt x="247" y="1"/>
                    </a:moveTo>
                    <a:cubicBezTo>
                      <a:pt x="111" y="1"/>
                      <a:pt x="1" y="111"/>
                      <a:pt x="1" y="247"/>
                    </a:cubicBezTo>
                    <a:cubicBezTo>
                      <a:pt x="1" y="384"/>
                      <a:pt x="111" y="494"/>
                      <a:pt x="247" y="494"/>
                    </a:cubicBezTo>
                    <a:cubicBezTo>
                      <a:pt x="384" y="494"/>
                      <a:pt x="494" y="384"/>
                      <a:pt x="494" y="247"/>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125"/>
              <p:cNvSpPr/>
              <p:nvPr/>
            </p:nvSpPr>
            <p:spPr>
              <a:xfrm>
                <a:off x="1514500" y="965613"/>
                <a:ext cx="12325" cy="12375"/>
              </a:xfrm>
              <a:custGeom>
                <a:rect b="b" l="l" r="r" t="t"/>
                <a:pathLst>
                  <a:path extrusionOk="0" h="495" w="493">
                    <a:moveTo>
                      <a:pt x="246" y="1"/>
                    </a:moveTo>
                    <a:cubicBezTo>
                      <a:pt x="110" y="1"/>
                      <a:pt x="1" y="111"/>
                      <a:pt x="1" y="248"/>
                    </a:cubicBezTo>
                    <a:cubicBezTo>
                      <a:pt x="1" y="384"/>
                      <a:pt x="110" y="494"/>
                      <a:pt x="246" y="494"/>
                    </a:cubicBezTo>
                    <a:cubicBezTo>
                      <a:pt x="382" y="494"/>
                      <a:pt x="493" y="384"/>
                      <a:pt x="493" y="248"/>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25"/>
              <p:cNvSpPr/>
              <p:nvPr/>
            </p:nvSpPr>
            <p:spPr>
              <a:xfrm>
                <a:off x="1514500" y="1002688"/>
                <a:ext cx="12325" cy="12350"/>
              </a:xfrm>
              <a:custGeom>
                <a:rect b="b" l="l" r="r" t="t"/>
                <a:pathLst>
                  <a:path extrusionOk="0" h="494" w="493">
                    <a:moveTo>
                      <a:pt x="246" y="1"/>
                    </a:moveTo>
                    <a:cubicBezTo>
                      <a:pt x="110" y="1"/>
                      <a:pt x="1" y="110"/>
                      <a:pt x="1" y="246"/>
                    </a:cubicBezTo>
                    <a:cubicBezTo>
                      <a:pt x="1" y="383"/>
                      <a:pt x="110" y="493"/>
                      <a:pt x="246" y="493"/>
                    </a:cubicBezTo>
                    <a:cubicBezTo>
                      <a:pt x="382" y="493"/>
                      <a:pt x="493" y="383"/>
                      <a:pt x="493" y="246"/>
                    </a:cubicBezTo>
                    <a:cubicBezTo>
                      <a:pt x="493" y="110"/>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125"/>
              <p:cNvSpPr/>
              <p:nvPr/>
            </p:nvSpPr>
            <p:spPr>
              <a:xfrm>
                <a:off x="1514500" y="1039738"/>
                <a:ext cx="12325" cy="12350"/>
              </a:xfrm>
              <a:custGeom>
                <a:rect b="b" l="l" r="r" t="t"/>
                <a:pathLst>
                  <a:path extrusionOk="0" h="494" w="493">
                    <a:moveTo>
                      <a:pt x="246" y="1"/>
                    </a:moveTo>
                    <a:cubicBezTo>
                      <a:pt x="110" y="1"/>
                      <a:pt x="1" y="111"/>
                      <a:pt x="1" y="247"/>
                    </a:cubicBezTo>
                    <a:cubicBezTo>
                      <a:pt x="1" y="383"/>
                      <a:pt x="110" y="493"/>
                      <a:pt x="246" y="493"/>
                    </a:cubicBezTo>
                    <a:cubicBezTo>
                      <a:pt x="382" y="493"/>
                      <a:pt x="493" y="383"/>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125"/>
              <p:cNvSpPr/>
              <p:nvPr/>
            </p:nvSpPr>
            <p:spPr>
              <a:xfrm>
                <a:off x="1514500" y="1076788"/>
                <a:ext cx="12325" cy="12350"/>
              </a:xfrm>
              <a:custGeom>
                <a:rect b="b" l="l" r="r" t="t"/>
                <a:pathLst>
                  <a:path extrusionOk="0" h="494" w="493">
                    <a:moveTo>
                      <a:pt x="246" y="1"/>
                    </a:moveTo>
                    <a:cubicBezTo>
                      <a:pt x="110" y="1"/>
                      <a:pt x="1" y="111"/>
                      <a:pt x="1" y="247"/>
                    </a:cubicBezTo>
                    <a:cubicBezTo>
                      <a:pt x="1" y="384"/>
                      <a:pt x="110" y="493"/>
                      <a:pt x="246" y="493"/>
                    </a:cubicBezTo>
                    <a:cubicBezTo>
                      <a:pt x="382" y="493"/>
                      <a:pt x="493" y="384"/>
                      <a:pt x="493" y="247"/>
                    </a:cubicBezTo>
                    <a:cubicBezTo>
                      <a:pt x="493" y="111"/>
                      <a:pt x="382"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125"/>
              <p:cNvSpPr/>
              <p:nvPr/>
            </p:nvSpPr>
            <p:spPr>
              <a:xfrm>
                <a:off x="1404875" y="910038"/>
                <a:ext cx="12325" cy="12375"/>
              </a:xfrm>
              <a:custGeom>
                <a:rect b="b" l="l" r="r" t="t"/>
                <a:pathLst>
                  <a:path extrusionOk="0" h="495" w="493">
                    <a:moveTo>
                      <a:pt x="246" y="1"/>
                    </a:moveTo>
                    <a:cubicBezTo>
                      <a:pt x="111" y="1"/>
                      <a:pt x="1" y="111"/>
                      <a:pt x="1" y="248"/>
                    </a:cubicBezTo>
                    <a:cubicBezTo>
                      <a:pt x="1" y="384"/>
                      <a:pt x="111" y="494"/>
                      <a:pt x="246" y="494"/>
                    </a:cubicBezTo>
                    <a:cubicBezTo>
                      <a:pt x="383" y="494"/>
                      <a:pt x="493" y="384"/>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125"/>
              <p:cNvSpPr/>
              <p:nvPr/>
            </p:nvSpPr>
            <p:spPr>
              <a:xfrm>
                <a:off x="1404875" y="947113"/>
                <a:ext cx="12325" cy="12350"/>
              </a:xfrm>
              <a:custGeom>
                <a:rect b="b" l="l" r="r" t="t"/>
                <a:pathLst>
                  <a:path extrusionOk="0" h="494" w="493">
                    <a:moveTo>
                      <a:pt x="246" y="1"/>
                    </a:moveTo>
                    <a:cubicBezTo>
                      <a:pt x="111" y="1"/>
                      <a:pt x="1" y="111"/>
                      <a:pt x="1" y="248"/>
                    </a:cubicBezTo>
                    <a:cubicBezTo>
                      <a:pt x="1" y="383"/>
                      <a:pt x="111" y="493"/>
                      <a:pt x="246" y="493"/>
                    </a:cubicBezTo>
                    <a:cubicBezTo>
                      <a:pt x="383" y="493"/>
                      <a:pt x="493" y="383"/>
                      <a:pt x="493" y="248"/>
                    </a:cubicBezTo>
                    <a:cubicBezTo>
                      <a:pt x="493" y="111"/>
                      <a:pt x="383"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125"/>
              <p:cNvSpPr/>
              <p:nvPr/>
            </p:nvSpPr>
            <p:spPr>
              <a:xfrm>
                <a:off x="14419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125"/>
              <p:cNvSpPr/>
              <p:nvPr/>
            </p:nvSpPr>
            <p:spPr>
              <a:xfrm>
                <a:off x="1405825" y="984163"/>
                <a:ext cx="11250" cy="5100"/>
              </a:xfrm>
              <a:custGeom>
                <a:rect b="b" l="l" r="r" t="t"/>
                <a:pathLst>
                  <a:path extrusionOk="0" h="204" w="450">
                    <a:moveTo>
                      <a:pt x="209" y="1"/>
                    </a:moveTo>
                    <a:cubicBezTo>
                      <a:pt x="209" y="1"/>
                      <a:pt x="208" y="1"/>
                      <a:pt x="207" y="1"/>
                    </a:cubicBezTo>
                    <a:cubicBezTo>
                      <a:pt x="122" y="1"/>
                      <a:pt x="44" y="47"/>
                      <a:pt x="1" y="114"/>
                    </a:cubicBezTo>
                    <a:cubicBezTo>
                      <a:pt x="5" y="114"/>
                      <a:pt x="11" y="118"/>
                      <a:pt x="14" y="118"/>
                    </a:cubicBezTo>
                    <a:lnTo>
                      <a:pt x="16" y="118"/>
                    </a:lnTo>
                    <a:cubicBezTo>
                      <a:pt x="159" y="155"/>
                      <a:pt x="303" y="181"/>
                      <a:pt x="450" y="203"/>
                    </a:cubicBezTo>
                    <a:cubicBezTo>
                      <a:pt x="432" y="89"/>
                      <a:pt x="331" y="1"/>
                      <a:pt x="2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125"/>
              <p:cNvSpPr/>
              <p:nvPr/>
            </p:nvSpPr>
            <p:spPr>
              <a:xfrm>
                <a:off x="1441925" y="965613"/>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125"/>
              <p:cNvSpPr/>
              <p:nvPr/>
            </p:nvSpPr>
            <p:spPr>
              <a:xfrm>
                <a:off x="1443975" y="1002638"/>
                <a:ext cx="10275" cy="12425"/>
              </a:xfrm>
              <a:custGeom>
                <a:rect b="b" l="l" r="r" t="t"/>
                <a:pathLst>
                  <a:path extrusionOk="0" h="497" w="411">
                    <a:moveTo>
                      <a:pt x="162" y="1"/>
                    </a:moveTo>
                    <a:cubicBezTo>
                      <a:pt x="101" y="1"/>
                      <a:pt x="42" y="26"/>
                      <a:pt x="0" y="66"/>
                    </a:cubicBezTo>
                    <a:cubicBezTo>
                      <a:pt x="0" y="199"/>
                      <a:pt x="11" y="328"/>
                      <a:pt x="27" y="457"/>
                    </a:cubicBezTo>
                    <a:cubicBezTo>
                      <a:pt x="67" y="481"/>
                      <a:pt x="114" y="496"/>
                      <a:pt x="162" y="496"/>
                    </a:cubicBezTo>
                    <a:cubicBezTo>
                      <a:pt x="300" y="496"/>
                      <a:pt x="411" y="386"/>
                      <a:pt x="411" y="247"/>
                    </a:cubicBezTo>
                    <a:cubicBezTo>
                      <a:pt x="411" y="112"/>
                      <a:pt x="301" y="3"/>
                      <a:pt x="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125"/>
              <p:cNvSpPr/>
              <p:nvPr/>
            </p:nvSpPr>
            <p:spPr>
              <a:xfrm>
                <a:off x="1332300" y="910038"/>
                <a:ext cx="12350" cy="12375"/>
              </a:xfrm>
              <a:custGeom>
                <a:rect b="b" l="l" r="r" t="t"/>
                <a:pathLst>
                  <a:path extrusionOk="0" h="495" w="494">
                    <a:moveTo>
                      <a:pt x="247" y="1"/>
                    </a:moveTo>
                    <a:cubicBezTo>
                      <a:pt x="111" y="1"/>
                      <a:pt x="1" y="111"/>
                      <a:pt x="1" y="248"/>
                    </a:cubicBezTo>
                    <a:cubicBezTo>
                      <a:pt x="1" y="384"/>
                      <a:pt x="111" y="494"/>
                      <a:pt x="247" y="494"/>
                    </a:cubicBezTo>
                    <a:cubicBezTo>
                      <a:pt x="384" y="494"/>
                      <a:pt x="494" y="384"/>
                      <a:pt x="494" y="248"/>
                    </a:cubicBezTo>
                    <a:cubicBezTo>
                      <a:pt x="494" y="111"/>
                      <a:pt x="384"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125"/>
              <p:cNvSpPr/>
              <p:nvPr/>
            </p:nvSpPr>
            <p:spPr>
              <a:xfrm>
                <a:off x="1369325" y="928588"/>
                <a:ext cx="12350" cy="12375"/>
              </a:xfrm>
              <a:custGeom>
                <a:rect b="b" l="l" r="r" t="t"/>
                <a:pathLst>
                  <a:path extrusionOk="0" h="495" w="494">
                    <a:moveTo>
                      <a:pt x="247" y="1"/>
                    </a:moveTo>
                    <a:cubicBezTo>
                      <a:pt x="111" y="1"/>
                      <a:pt x="1" y="111"/>
                      <a:pt x="1" y="248"/>
                    </a:cubicBezTo>
                    <a:cubicBezTo>
                      <a:pt x="1" y="384"/>
                      <a:pt x="111" y="494"/>
                      <a:pt x="247" y="494"/>
                    </a:cubicBezTo>
                    <a:cubicBezTo>
                      <a:pt x="383" y="494"/>
                      <a:pt x="494" y="384"/>
                      <a:pt x="494" y="248"/>
                    </a:cubicBezTo>
                    <a:cubicBezTo>
                      <a:pt x="494" y="111"/>
                      <a:pt x="383" y="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125"/>
              <p:cNvSpPr/>
              <p:nvPr/>
            </p:nvSpPr>
            <p:spPr>
              <a:xfrm>
                <a:off x="1369650" y="965638"/>
                <a:ext cx="12025" cy="10725"/>
              </a:xfrm>
              <a:custGeom>
                <a:rect b="b" l="l" r="r" t="t"/>
                <a:pathLst>
                  <a:path extrusionOk="0" h="429" w="481">
                    <a:moveTo>
                      <a:pt x="236" y="1"/>
                    </a:moveTo>
                    <a:cubicBezTo>
                      <a:pt x="235" y="1"/>
                      <a:pt x="235" y="1"/>
                      <a:pt x="234" y="1"/>
                    </a:cubicBezTo>
                    <a:cubicBezTo>
                      <a:pt x="124" y="1"/>
                      <a:pt x="32" y="75"/>
                      <a:pt x="1" y="173"/>
                    </a:cubicBezTo>
                    <a:cubicBezTo>
                      <a:pt x="130" y="266"/>
                      <a:pt x="263" y="351"/>
                      <a:pt x="400" y="428"/>
                    </a:cubicBezTo>
                    <a:cubicBezTo>
                      <a:pt x="450" y="385"/>
                      <a:pt x="481" y="320"/>
                      <a:pt x="481" y="247"/>
                    </a:cubicBezTo>
                    <a:cubicBezTo>
                      <a:pt x="481" y="112"/>
                      <a:pt x="370" y="1"/>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125"/>
              <p:cNvSpPr/>
              <p:nvPr/>
            </p:nvSpPr>
            <p:spPr>
              <a:xfrm>
                <a:off x="1369325" y="891563"/>
                <a:ext cx="12350" cy="12350"/>
              </a:xfrm>
              <a:custGeom>
                <a:rect b="b" l="l" r="r" t="t"/>
                <a:pathLst>
                  <a:path extrusionOk="0" h="494" w="494">
                    <a:moveTo>
                      <a:pt x="247" y="0"/>
                    </a:moveTo>
                    <a:cubicBezTo>
                      <a:pt x="111" y="0"/>
                      <a:pt x="1" y="110"/>
                      <a:pt x="1" y="247"/>
                    </a:cubicBezTo>
                    <a:cubicBezTo>
                      <a:pt x="1" y="383"/>
                      <a:pt x="111" y="493"/>
                      <a:pt x="247" y="493"/>
                    </a:cubicBezTo>
                    <a:cubicBezTo>
                      <a:pt x="383" y="493"/>
                      <a:pt x="494" y="383"/>
                      <a:pt x="494" y="247"/>
                    </a:cubicBezTo>
                    <a:cubicBezTo>
                      <a:pt x="494" y="110"/>
                      <a:pt x="383"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125"/>
              <p:cNvSpPr/>
              <p:nvPr/>
            </p:nvSpPr>
            <p:spPr>
              <a:xfrm>
                <a:off x="1404400" y="730388"/>
                <a:ext cx="299650" cy="299550"/>
              </a:xfrm>
              <a:custGeom>
                <a:rect b="b" l="l" r="r" t="t"/>
                <a:pathLst>
                  <a:path extrusionOk="0" h="11982" w="11986">
                    <a:moveTo>
                      <a:pt x="5994" y="0"/>
                    </a:moveTo>
                    <a:cubicBezTo>
                      <a:pt x="5346" y="0"/>
                      <a:pt x="4818" y="526"/>
                      <a:pt x="4818" y="1174"/>
                    </a:cubicBezTo>
                    <a:lnTo>
                      <a:pt x="4818" y="4816"/>
                    </a:lnTo>
                    <a:lnTo>
                      <a:pt x="1176" y="4816"/>
                    </a:lnTo>
                    <a:cubicBezTo>
                      <a:pt x="526" y="4816"/>
                      <a:pt x="0" y="5343"/>
                      <a:pt x="0" y="5991"/>
                    </a:cubicBezTo>
                    <a:cubicBezTo>
                      <a:pt x="0" y="6638"/>
                      <a:pt x="527" y="7164"/>
                      <a:pt x="1176" y="7164"/>
                    </a:cubicBezTo>
                    <a:lnTo>
                      <a:pt x="4818" y="7164"/>
                    </a:lnTo>
                    <a:lnTo>
                      <a:pt x="4818" y="10807"/>
                    </a:lnTo>
                    <a:cubicBezTo>
                      <a:pt x="4818" y="11455"/>
                      <a:pt x="5346" y="11982"/>
                      <a:pt x="5994" y="11982"/>
                    </a:cubicBezTo>
                    <a:cubicBezTo>
                      <a:pt x="6641" y="11982"/>
                      <a:pt x="7167" y="11453"/>
                      <a:pt x="7167" y="10807"/>
                    </a:cubicBezTo>
                    <a:lnTo>
                      <a:pt x="7167" y="7164"/>
                    </a:lnTo>
                    <a:lnTo>
                      <a:pt x="10810" y="7164"/>
                    </a:lnTo>
                    <a:cubicBezTo>
                      <a:pt x="11459" y="7164"/>
                      <a:pt x="11986" y="6638"/>
                      <a:pt x="11986" y="5991"/>
                    </a:cubicBezTo>
                    <a:cubicBezTo>
                      <a:pt x="11986" y="5343"/>
                      <a:pt x="11458" y="4816"/>
                      <a:pt x="10810" y="4816"/>
                    </a:cubicBezTo>
                    <a:lnTo>
                      <a:pt x="7167" y="4816"/>
                    </a:lnTo>
                    <a:lnTo>
                      <a:pt x="7167" y="1174"/>
                    </a:lnTo>
                    <a:cubicBezTo>
                      <a:pt x="7167" y="526"/>
                      <a:pt x="6641"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0" name="Google Shape;9880;p125"/>
            <p:cNvGrpSpPr/>
            <p:nvPr/>
          </p:nvGrpSpPr>
          <p:grpSpPr>
            <a:xfrm>
              <a:off x="729496" y="4769089"/>
              <a:ext cx="846056" cy="290365"/>
              <a:chOff x="-4101375" y="3631300"/>
              <a:chExt cx="625550" cy="214688"/>
            </a:xfrm>
          </p:grpSpPr>
          <p:sp>
            <p:nvSpPr>
              <p:cNvPr id="9881" name="Google Shape;9881;p125"/>
              <p:cNvSpPr/>
              <p:nvPr/>
            </p:nvSpPr>
            <p:spPr>
              <a:xfrm>
                <a:off x="-4101375" y="3631300"/>
                <a:ext cx="625550" cy="214625"/>
              </a:xfrm>
              <a:custGeom>
                <a:rect b="b" l="l" r="r" t="t"/>
                <a:pathLst>
                  <a:path extrusionOk="0" h="8585" w="25022">
                    <a:moveTo>
                      <a:pt x="18790" y="1"/>
                    </a:moveTo>
                    <a:cubicBezTo>
                      <a:pt x="17184" y="1"/>
                      <a:pt x="15484" y="486"/>
                      <a:pt x="14923" y="1348"/>
                    </a:cubicBezTo>
                    <a:cubicBezTo>
                      <a:pt x="14923" y="1348"/>
                      <a:pt x="14758" y="1562"/>
                      <a:pt x="14471" y="1562"/>
                    </a:cubicBezTo>
                    <a:cubicBezTo>
                      <a:pt x="14412" y="1562"/>
                      <a:pt x="14349" y="1553"/>
                      <a:pt x="14282" y="1532"/>
                    </a:cubicBezTo>
                    <a:cubicBezTo>
                      <a:pt x="13854" y="1434"/>
                      <a:pt x="13089" y="1310"/>
                      <a:pt x="12483" y="1310"/>
                    </a:cubicBezTo>
                    <a:cubicBezTo>
                      <a:pt x="12364" y="1310"/>
                      <a:pt x="12251" y="1315"/>
                      <a:pt x="12147" y="1326"/>
                    </a:cubicBezTo>
                    <a:cubicBezTo>
                      <a:pt x="11711" y="1372"/>
                      <a:pt x="10999" y="1452"/>
                      <a:pt x="10726" y="1538"/>
                    </a:cubicBezTo>
                    <a:cubicBezTo>
                      <a:pt x="10659" y="1559"/>
                      <a:pt x="10596" y="1568"/>
                      <a:pt x="10538" y="1568"/>
                    </a:cubicBezTo>
                    <a:cubicBezTo>
                      <a:pt x="10252" y="1568"/>
                      <a:pt x="10085" y="1357"/>
                      <a:pt x="10085" y="1357"/>
                    </a:cubicBezTo>
                    <a:cubicBezTo>
                      <a:pt x="9526" y="500"/>
                      <a:pt x="7839" y="21"/>
                      <a:pt x="6241" y="21"/>
                    </a:cubicBezTo>
                    <a:cubicBezTo>
                      <a:pt x="5253" y="21"/>
                      <a:pt x="4298" y="204"/>
                      <a:pt x="3665" y="594"/>
                    </a:cubicBezTo>
                    <a:cubicBezTo>
                      <a:pt x="3190" y="812"/>
                      <a:pt x="1308" y="1765"/>
                      <a:pt x="832" y="1828"/>
                    </a:cubicBezTo>
                    <a:cubicBezTo>
                      <a:pt x="580" y="1888"/>
                      <a:pt x="140" y="1807"/>
                      <a:pt x="122" y="2159"/>
                    </a:cubicBezTo>
                    <a:cubicBezTo>
                      <a:pt x="1" y="3370"/>
                      <a:pt x="973" y="2297"/>
                      <a:pt x="1386" y="3504"/>
                    </a:cubicBezTo>
                    <a:cubicBezTo>
                      <a:pt x="1840" y="5093"/>
                      <a:pt x="1898" y="6166"/>
                      <a:pt x="3042" y="7282"/>
                    </a:cubicBezTo>
                    <a:cubicBezTo>
                      <a:pt x="3913" y="8150"/>
                      <a:pt x="5103" y="8585"/>
                      <a:pt x="6298" y="8585"/>
                    </a:cubicBezTo>
                    <a:cubicBezTo>
                      <a:pt x="7556" y="8585"/>
                      <a:pt x="8821" y="8102"/>
                      <a:pt x="9725" y="7134"/>
                    </a:cubicBezTo>
                    <a:cubicBezTo>
                      <a:pt x="10871" y="5962"/>
                      <a:pt x="11237" y="4657"/>
                      <a:pt x="10947" y="3232"/>
                    </a:cubicBezTo>
                    <a:cubicBezTo>
                      <a:pt x="10812" y="2347"/>
                      <a:pt x="11653" y="2068"/>
                      <a:pt x="12466" y="2068"/>
                    </a:cubicBezTo>
                    <a:cubicBezTo>
                      <a:pt x="12858" y="2068"/>
                      <a:pt x="13243" y="2133"/>
                      <a:pt x="13510" y="2226"/>
                    </a:cubicBezTo>
                    <a:cubicBezTo>
                      <a:pt x="14409" y="2557"/>
                      <a:pt x="13939" y="3593"/>
                      <a:pt x="13982" y="4293"/>
                    </a:cubicBezTo>
                    <a:cubicBezTo>
                      <a:pt x="14198" y="7033"/>
                      <a:pt x="16504" y="8538"/>
                      <a:pt x="18777" y="8538"/>
                    </a:cubicBezTo>
                    <a:cubicBezTo>
                      <a:pt x="20703" y="8538"/>
                      <a:pt x="22607" y="7456"/>
                      <a:pt x="23193" y="5127"/>
                    </a:cubicBezTo>
                    <a:lnTo>
                      <a:pt x="23193" y="5127"/>
                    </a:lnTo>
                    <a:cubicBezTo>
                      <a:pt x="23193" y="5130"/>
                      <a:pt x="23193" y="5132"/>
                      <a:pt x="23193" y="5132"/>
                    </a:cubicBezTo>
                    <a:cubicBezTo>
                      <a:pt x="23263" y="4881"/>
                      <a:pt x="23475" y="4072"/>
                      <a:pt x="23633" y="3472"/>
                    </a:cubicBezTo>
                    <a:cubicBezTo>
                      <a:pt x="24038" y="2267"/>
                      <a:pt x="25022" y="3326"/>
                      <a:pt x="24890" y="2122"/>
                    </a:cubicBezTo>
                    <a:cubicBezTo>
                      <a:pt x="24874" y="1764"/>
                      <a:pt x="24425" y="1852"/>
                      <a:pt x="24178" y="1791"/>
                    </a:cubicBezTo>
                    <a:cubicBezTo>
                      <a:pt x="23699" y="1729"/>
                      <a:pt x="21812" y="777"/>
                      <a:pt x="21339" y="564"/>
                    </a:cubicBezTo>
                    <a:lnTo>
                      <a:pt x="21339" y="564"/>
                    </a:lnTo>
                    <a:lnTo>
                      <a:pt x="21342" y="567"/>
                    </a:lnTo>
                    <a:cubicBezTo>
                      <a:pt x="20713" y="181"/>
                      <a:pt x="19769" y="1"/>
                      <a:pt x="1879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2" name="Google Shape;9882;p125"/>
              <p:cNvGrpSpPr/>
              <p:nvPr/>
            </p:nvGrpSpPr>
            <p:grpSpPr>
              <a:xfrm>
                <a:off x="-4101375" y="3631363"/>
                <a:ext cx="625475" cy="214625"/>
                <a:chOff x="-4101375" y="3631363"/>
                <a:chExt cx="625475" cy="214625"/>
              </a:xfrm>
            </p:grpSpPr>
            <p:sp>
              <p:nvSpPr>
                <p:cNvPr id="9883" name="Google Shape;9883;p125"/>
                <p:cNvSpPr/>
                <p:nvPr/>
              </p:nvSpPr>
              <p:spPr>
                <a:xfrm>
                  <a:off x="-3769075" y="3646988"/>
                  <a:ext cx="272125" cy="182550"/>
                </a:xfrm>
                <a:custGeom>
                  <a:rect b="b" l="l" r="r" t="t"/>
                  <a:pathLst>
                    <a:path extrusionOk="0" h="7302" w="10885">
                      <a:moveTo>
                        <a:pt x="4996" y="0"/>
                      </a:moveTo>
                      <a:cubicBezTo>
                        <a:pt x="0" y="0"/>
                        <a:pt x="155" y="6941"/>
                        <a:pt x="5390" y="7301"/>
                      </a:cubicBezTo>
                      <a:cubicBezTo>
                        <a:pt x="5403" y="7302"/>
                        <a:pt x="5416" y="7302"/>
                        <a:pt x="5429" y="7302"/>
                      </a:cubicBezTo>
                      <a:cubicBezTo>
                        <a:pt x="10277" y="7302"/>
                        <a:pt x="10885" y="6"/>
                        <a:pt x="5712" y="6"/>
                      </a:cubicBezTo>
                      <a:cubicBezTo>
                        <a:pt x="5610" y="6"/>
                        <a:pt x="5505" y="9"/>
                        <a:pt x="5398" y="15"/>
                      </a:cubicBezTo>
                      <a:cubicBezTo>
                        <a:pt x="5261" y="5"/>
                        <a:pt x="5127" y="0"/>
                        <a:pt x="49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25"/>
                <p:cNvSpPr/>
                <p:nvPr/>
              </p:nvSpPr>
              <p:spPr>
                <a:xfrm>
                  <a:off x="-4075025" y="3647488"/>
                  <a:ext cx="275775" cy="182525"/>
                </a:xfrm>
                <a:custGeom>
                  <a:rect b="b" l="l" r="r" t="t"/>
                  <a:pathLst>
                    <a:path extrusionOk="0" h="7301" w="11031">
                      <a:moveTo>
                        <a:pt x="4920" y="1"/>
                      </a:moveTo>
                      <a:cubicBezTo>
                        <a:pt x="1" y="1"/>
                        <a:pt x="150" y="7165"/>
                        <a:pt x="5280" y="7300"/>
                      </a:cubicBezTo>
                      <a:cubicBezTo>
                        <a:pt x="10169" y="7187"/>
                        <a:pt x="11030" y="7"/>
                        <a:pt x="5587" y="7"/>
                      </a:cubicBezTo>
                      <a:cubicBezTo>
                        <a:pt x="5491" y="7"/>
                        <a:pt x="5393" y="10"/>
                        <a:pt x="5294" y="14"/>
                      </a:cubicBezTo>
                      <a:cubicBezTo>
                        <a:pt x="5166" y="5"/>
                        <a:pt x="5041" y="1"/>
                        <a:pt x="4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125"/>
                <p:cNvSpPr/>
                <p:nvPr/>
              </p:nvSpPr>
              <p:spPr>
                <a:xfrm>
                  <a:off x="-4101375" y="3631363"/>
                  <a:ext cx="625475" cy="214625"/>
                </a:xfrm>
                <a:custGeom>
                  <a:rect b="b" l="l" r="r" t="t"/>
                  <a:pathLst>
                    <a:path extrusionOk="0" h="8585" w="25019">
                      <a:moveTo>
                        <a:pt x="19089" y="899"/>
                      </a:moveTo>
                      <a:cubicBezTo>
                        <a:pt x="22257" y="899"/>
                        <a:pt x="23410" y="4438"/>
                        <a:pt x="21339" y="6590"/>
                      </a:cubicBezTo>
                      <a:cubicBezTo>
                        <a:pt x="20535" y="7345"/>
                        <a:pt x="19640" y="7662"/>
                        <a:pt x="18779" y="7662"/>
                      </a:cubicBezTo>
                      <a:cubicBezTo>
                        <a:pt x="15953" y="7662"/>
                        <a:pt x="13491" y="4258"/>
                        <a:pt x="15782" y="1789"/>
                      </a:cubicBezTo>
                      <a:cubicBezTo>
                        <a:pt x="16394" y="1212"/>
                        <a:pt x="17382" y="917"/>
                        <a:pt x="18683" y="917"/>
                      </a:cubicBezTo>
                      <a:cubicBezTo>
                        <a:pt x="18686" y="917"/>
                        <a:pt x="18688" y="917"/>
                        <a:pt x="18690" y="917"/>
                      </a:cubicBezTo>
                      <a:cubicBezTo>
                        <a:pt x="18826" y="905"/>
                        <a:pt x="18959" y="899"/>
                        <a:pt x="19089" y="899"/>
                      </a:cubicBezTo>
                      <a:close/>
                      <a:moveTo>
                        <a:pt x="6738" y="919"/>
                      </a:moveTo>
                      <a:cubicBezTo>
                        <a:pt x="9953" y="919"/>
                        <a:pt x="11212" y="4231"/>
                        <a:pt x="9064" y="6485"/>
                      </a:cubicBezTo>
                      <a:cubicBezTo>
                        <a:pt x="8211" y="7332"/>
                        <a:pt x="7258" y="7685"/>
                        <a:pt x="6351" y="7685"/>
                      </a:cubicBezTo>
                      <a:cubicBezTo>
                        <a:pt x="3621" y="7685"/>
                        <a:pt x="1316" y="4480"/>
                        <a:pt x="3465" y="1876"/>
                      </a:cubicBezTo>
                      <a:cubicBezTo>
                        <a:pt x="4067" y="1253"/>
                        <a:pt x="5047" y="935"/>
                        <a:pt x="6339" y="935"/>
                      </a:cubicBezTo>
                      <a:cubicBezTo>
                        <a:pt x="6341" y="935"/>
                        <a:pt x="6343" y="935"/>
                        <a:pt x="6346" y="935"/>
                      </a:cubicBezTo>
                      <a:cubicBezTo>
                        <a:pt x="6479" y="924"/>
                        <a:pt x="6610" y="919"/>
                        <a:pt x="6738" y="919"/>
                      </a:cubicBezTo>
                      <a:close/>
                      <a:moveTo>
                        <a:pt x="18790" y="0"/>
                      </a:moveTo>
                      <a:cubicBezTo>
                        <a:pt x="17184" y="0"/>
                        <a:pt x="15484" y="485"/>
                        <a:pt x="14923" y="1348"/>
                      </a:cubicBezTo>
                      <a:cubicBezTo>
                        <a:pt x="14923" y="1348"/>
                        <a:pt x="14758" y="1561"/>
                        <a:pt x="14471" y="1561"/>
                      </a:cubicBezTo>
                      <a:cubicBezTo>
                        <a:pt x="14412" y="1561"/>
                        <a:pt x="14349" y="1552"/>
                        <a:pt x="14282" y="1531"/>
                      </a:cubicBezTo>
                      <a:cubicBezTo>
                        <a:pt x="13854" y="1433"/>
                        <a:pt x="13089" y="1309"/>
                        <a:pt x="12483" y="1309"/>
                      </a:cubicBezTo>
                      <a:cubicBezTo>
                        <a:pt x="12364" y="1309"/>
                        <a:pt x="12251" y="1314"/>
                        <a:pt x="12147" y="1325"/>
                      </a:cubicBezTo>
                      <a:cubicBezTo>
                        <a:pt x="11711" y="1371"/>
                        <a:pt x="10999" y="1451"/>
                        <a:pt x="10726" y="1537"/>
                      </a:cubicBezTo>
                      <a:cubicBezTo>
                        <a:pt x="10659" y="1559"/>
                        <a:pt x="10596" y="1567"/>
                        <a:pt x="10538" y="1567"/>
                      </a:cubicBezTo>
                      <a:cubicBezTo>
                        <a:pt x="10252" y="1567"/>
                        <a:pt x="10085" y="1356"/>
                        <a:pt x="10085" y="1356"/>
                      </a:cubicBezTo>
                      <a:cubicBezTo>
                        <a:pt x="9526" y="499"/>
                        <a:pt x="7839" y="20"/>
                        <a:pt x="6241" y="20"/>
                      </a:cubicBezTo>
                      <a:cubicBezTo>
                        <a:pt x="5253" y="20"/>
                        <a:pt x="4298" y="203"/>
                        <a:pt x="3665" y="593"/>
                      </a:cubicBezTo>
                      <a:cubicBezTo>
                        <a:pt x="3190" y="811"/>
                        <a:pt x="1308" y="1764"/>
                        <a:pt x="832" y="1827"/>
                      </a:cubicBezTo>
                      <a:cubicBezTo>
                        <a:pt x="580" y="1887"/>
                        <a:pt x="140" y="1806"/>
                        <a:pt x="122" y="2158"/>
                      </a:cubicBezTo>
                      <a:cubicBezTo>
                        <a:pt x="1" y="3369"/>
                        <a:pt x="973" y="2296"/>
                        <a:pt x="1386" y="3503"/>
                      </a:cubicBezTo>
                      <a:cubicBezTo>
                        <a:pt x="1840" y="5092"/>
                        <a:pt x="1898" y="6165"/>
                        <a:pt x="3042" y="7281"/>
                      </a:cubicBezTo>
                      <a:cubicBezTo>
                        <a:pt x="3913" y="8149"/>
                        <a:pt x="5102" y="8584"/>
                        <a:pt x="6297" y="8584"/>
                      </a:cubicBezTo>
                      <a:cubicBezTo>
                        <a:pt x="7556" y="8584"/>
                        <a:pt x="8821" y="8101"/>
                        <a:pt x="9725" y="7133"/>
                      </a:cubicBezTo>
                      <a:cubicBezTo>
                        <a:pt x="10871" y="5962"/>
                        <a:pt x="11237" y="4656"/>
                        <a:pt x="10947" y="3231"/>
                      </a:cubicBezTo>
                      <a:cubicBezTo>
                        <a:pt x="10812" y="2346"/>
                        <a:pt x="11653" y="2067"/>
                        <a:pt x="12466" y="2067"/>
                      </a:cubicBezTo>
                      <a:cubicBezTo>
                        <a:pt x="12858" y="2067"/>
                        <a:pt x="13243" y="2132"/>
                        <a:pt x="13510" y="2225"/>
                      </a:cubicBezTo>
                      <a:cubicBezTo>
                        <a:pt x="14409" y="2556"/>
                        <a:pt x="13939" y="3592"/>
                        <a:pt x="13982" y="4292"/>
                      </a:cubicBezTo>
                      <a:cubicBezTo>
                        <a:pt x="14198" y="7032"/>
                        <a:pt x="16504" y="8537"/>
                        <a:pt x="18777" y="8537"/>
                      </a:cubicBezTo>
                      <a:cubicBezTo>
                        <a:pt x="20703" y="8537"/>
                        <a:pt x="22607" y="7455"/>
                        <a:pt x="23193" y="5126"/>
                      </a:cubicBezTo>
                      <a:lnTo>
                        <a:pt x="23193" y="5126"/>
                      </a:lnTo>
                      <a:cubicBezTo>
                        <a:pt x="23193" y="5129"/>
                        <a:pt x="23193" y="5131"/>
                        <a:pt x="23193" y="5131"/>
                      </a:cubicBezTo>
                      <a:cubicBezTo>
                        <a:pt x="23263" y="4880"/>
                        <a:pt x="23476" y="4071"/>
                        <a:pt x="23633" y="3471"/>
                      </a:cubicBezTo>
                      <a:cubicBezTo>
                        <a:pt x="24036" y="2264"/>
                        <a:pt x="25018" y="3323"/>
                        <a:pt x="24888" y="2118"/>
                      </a:cubicBezTo>
                      <a:cubicBezTo>
                        <a:pt x="24874" y="1763"/>
                        <a:pt x="24425" y="1851"/>
                        <a:pt x="24178" y="1790"/>
                      </a:cubicBezTo>
                      <a:cubicBezTo>
                        <a:pt x="23699" y="1728"/>
                        <a:pt x="21812" y="777"/>
                        <a:pt x="21339" y="563"/>
                      </a:cubicBezTo>
                      <a:lnTo>
                        <a:pt x="21339" y="563"/>
                      </a:lnTo>
                      <a:lnTo>
                        <a:pt x="21342" y="566"/>
                      </a:lnTo>
                      <a:cubicBezTo>
                        <a:pt x="20713" y="181"/>
                        <a:pt x="19769" y="0"/>
                        <a:pt x="187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125"/>
                <p:cNvSpPr/>
                <p:nvPr/>
              </p:nvSpPr>
              <p:spPr>
                <a:xfrm>
                  <a:off x="-3523900" y="3681088"/>
                  <a:ext cx="18375" cy="17675"/>
                </a:xfrm>
                <a:custGeom>
                  <a:rect b="b" l="l" r="r" t="t"/>
                  <a:pathLst>
                    <a:path extrusionOk="0" h="707" w="735">
                      <a:moveTo>
                        <a:pt x="367" y="0"/>
                      </a:moveTo>
                      <a:cubicBezTo>
                        <a:pt x="184" y="0"/>
                        <a:pt x="1" y="118"/>
                        <a:pt x="4" y="353"/>
                      </a:cubicBezTo>
                      <a:cubicBezTo>
                        <a:pt x="1" y="589"/>
                        <a:pt x="184" y="706"/>
                        <a:pt x="368" y="706"/>
                      </a:cubicBezTo>
                      <a:cubicBezTo>
                        <a:pt x="551" y="706"/>
                        <a:pt x="734" y="589"/>
                        <a:pt x="731" y="353"/>
                      </a:cubicBezTo>
                      <a:cubicBezTo>
                        <a:pt x="734" y="118"/>
                        <a:pt x="550" y="0"/>
                        <a:pt x="3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125"/>
                <p:cNvSpPr/>
                <p:nvPr/>
              </p:nvSpPr>
              <p:spPr>
                <a:xfrm>
                  <a:off x="-4071925" y="3681088"/>
                  <a:ext cx="18350" cy="17675"/>
                </a:xfrm>
                <a:custGeom>
                  <a:rect b="b" l="l" r="r" t="t"/>
                  <a:pathLst>
                    <a:path extrusionOk="0" h="707" w="734">
                      <a:moveTo>
                        <a:pt x="367" y="0"/>
                      </a:moveTo>
                      <a:cubicBezTo>
                        <a:pt x="184" y="0"/>
                        <a:pt x="0" y="118"/>
                        <a:pt x="3" y="353"/>
                      </a:cubicBezTo>
                      <a:cubicBezTo>
                        <a:pt x="0" y="589"/>
                        <a:pt x="184" y="706"/>
                        <a:pt x="367" y="706"/>
                      </a:cubicBezTo>
                      <a:cubicBezTo>
                        <a:pt x="550" y="706"/>
                        <a:pt x="734" y="589"/>
                        <a:pt x="730" y="353"/>
                      </a:cubicBezTo>
                      <a:cubicBezTo>
                        <a:pt x="734" y="118"/>
                        <a:pt x="550" y="0"/>
                        <a:pt x="3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88" name="Google Shape;9888;p125"/>
            <p:cNvGrpSpPr/>
            <p:nvPr/>
          </p:nvGrpSpPr>
          <p:grpSpPr>
            <a:xfrm>
              <a:off x="141670" y="4265372"/>
              <a:ext cx="500560" cy="472885"/>
              <a:chOff x="-1174275" y="581450"/>
              <a:chExt cx="370100" cy="349638"/>
            </a:xfrm>
          </p:grpSpPr>
          <p:sp>
            <p:nvSpPr>
              <p:cNvPr id="9889" name="Google Shape;9889;p125"/>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125"/>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1" name="Google Shape;9891;p125"/>
            <p:cNvGrpSpPr/>
            <p:nvPr/>
          </p:nvGrpSpPr>
          <p:grpSpPr>
            <a:xfrm>
              <a:off x="7957878" y="89620"/>
              <a:ext cx="311019" cy="311110"/>
              <a:chOff x="5038846" y="235350"/>
              <a:chExt cx="158691" cy="158738"/>
            </a:xfrm>
          </p:grpSpPr>
          <p:sp>
            <p:nvSpPr>
              <p:cNvPr id="9892" name="Google Shape;9892;p125"/>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25"/>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4" name="Google Shape;9894;p125"/>
            <p:cNvGrpSpPr/>
            <p:nvPr/>
          </p:nvGrpSpPr>
          <p:grpSpPr>
            <a:xfrm>
              <a:off x="90103" y="469620"/>
              <a:ext cx="311019" cy="311110"/>
              <a:chOff x="5038846" y="235350"/>
              <a:chExt cx="158691" cy="158738"/>
            </a:xfrm>
          </p:grpSpPr>
          <p:sp>
            <p:nvSpPr>
              <p:cNvPr id="9895" name="Google Shape;9895;p125"/>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125"/>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9897" name="Shape 9897"/>
        <p:cNvGrpSpPr/>
        <p:nvPr/>
      </p:nvGrpSpPr>
      <p:grpSpPr>
        <a:xfrm>
          <a:off x="0" y="0"/>
          <a:ext cx="0" cy="0"/>
          <a:chOff x="0" y="0"/>
          <a:chExt cx="0" cy="0"/>
        </a:xfrm>
      </p:grpSpPr>
      <p:sp>
        <p:nvSpPr>
          <p:cNvPr id="9898" name="Google Shape;9898;p1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9899" name="Google Shape;9899;p126"/>
          <p:cNvSpPr txBox="1"/>
          <p:nvPr>
            <p:ph idx="1" type="subTitle"/>
          </p:nvPr>
        </p:nvSpPr>
        <p:spPr>
          <a:xfrm>
            <a:off x="2143337" y="2199688"/>
            <a:ext cx="23292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900" name="Google Shape;9900;p126"/>
          <p:cNvSpPr txBox="1"/>
          <p:nvPr>
            <p:ph idx="2" type="subTitle"/>
          </p:nvPr>
        </p:nvSpPr>
        <p:spPr>
          <a:xfrm>
            <a:off x="4671464" y="2199688"/>
            <a:ext cx="2329200" cy="5487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901" name="Google Shape;9901;p126"/>
          <p:cNvSpPr txBox="1"/>
          <p:nvPr>
            <p:ph idx="3" type="subTitle"/>
          </p:nvPr>
        </p:nvSpPr>
        <p:spPr>
          <a:xfrm>
            <a:off x="2143337" y="3373525"/>
            <a:ext cx="23292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902" name="Google Shape;9902;p126"/>
          <p:cNvSpPr txBox="1"/>
          <p:nvPr>
            <p:ph idx="4" type="subTitle"/>
          </p:nvPr>
        </p:nvSpPr>
        <p:spPr>
          <a:xfrm>
            <a:off x="4671464" y="3373525"/>
            <a:ext cx="2329200" cy="5487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903" name="Google Shape;9903;p126"/>
          <p:cNvSpPr txBox="1"/>
          <p:nvPr>
            <p:ph idx="5" type="subTitle"/>
          </p:nvPr>
        </p:nvSpPr>
        <p:spPr>
          <a:xfrm>
            <a:off x="2143337" y="1894888"/>
            <a:ext cx="2329200" cy="457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904" name="Google Shape;9904;p126"/>
          <p:cNvSpPr txBox="1"/>
          <p:nvPr>
            <p:ph idx="6" type="subTitle"/>
          </p:nvPr>
        </p:nvSpPr>
        <p:spPr>
          <a:xfrm>
            <a:off x="2143337" y="3068800"/>
            <a:ext cx="2329200" cy="457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905" name="Google Shape;9905;p126"/>
          <p:cNvSpPr txBox="1"/>
          <p:nvPr>
            <p:ph idx="7" type="subTitle"/>
          </p:nvPr>
        </p:nvSpPr>
        <p:spPr>
          <a:xfrm>
            <a:off x="4671460" y="1894888"/>
            <a:ext cx="2329200" cy="457200"/>
          </a:xfrm>
          <a:prstGeom prst="rect">
            <a:avLst/>
          </a:prstGeom>
        </p:spPr>
        <p:txBody>
          <a:bodyPr anchorCtr="0" anchor="b" bIns="91425" lIns="91425" spcFirstLastPara="1" rIns="91425" wrap="square" tIns="91425">
            <a:noAutofit/>
          </a:bodyPr>
          <a:lstStyle>
            <a:lvl1pPr lvl="0" algn="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906" name="Google Shape;9906;p126"/>
          <p:cNvSpPr txBox="1"/>
          <p:nvPr>
            <p:ph idx="8" type="subTitle"/>
          </p:nvPr>
        </p:nvSpPr>
        <p:spPr>
          <a:xfrm>
            <a:off x="4671460" y="3068800"/>
            <a:ext cx="2329200" cy="457200"/>
          </a:xfrm>
          <a:prstGeom prst="rect">
            <a:avLst/>
          </a:prstGeom>
        </p:spPr>
        <p:txBody>
          <a:bodyPr anchorCtr="0" anchor="b" bIns="91425" lIns="91425" spcFirstLastPara="1" rIns="91425" wrap="square" tIns="91425">
            <a:noAutofit/>
          </a:bodyPr>
          <a:lstStyle>
            <a:lvl1pPr lvl="0" algn="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9907" name="Google Shape;9907;p126"/>
          <p:cNvGrpSpPr/>
          <p:nvPr/>
        </p:nvGrpSpPr>
        <p:grpSpPr>
          <a:xfrm>
            <a:off x="-65456" y="120710"/>
            <a:ext cx="9395625" cy="4925633"/>
            <a:chOff x="-65456" y="120710"/>
            <a:chExt cx="9395625" cy="4925633"/>
          </a:xfrm>
        </p:grpSpPr>
        <p:grpSp>
          <p:nvGrpSpPr>
            <p:cNvPr id="9908" name="Google Shape;9908;p126"/>
            <p:cNvGrpSpPr/>
            <p:nvPr/>
          </p:nvGrpSpPr>
          <p:grpSpPr>
            <a:xfrm>
              <a:off x="4212491" y="4690940"/>
              <a:ext cx="719021" cy="355403"/>
              <a:chOff x="3442209" y="513788"/>
              <a:chExt cx="366866" cy="181338"/>
            </a:xfrm>
          </p:grpSpPr>
          <p:sp>
            <p:nvSpPr>
              <p:cNvPr id="9909" name="Google Shape;9909;p126"/>
              <p:cNvSpPr/>
              <p:nvPr/>
            </p:nvSpPr>
            <p:spPr>
              <a:xfrm>
                <a:off x="3442209" y="513788"/>
                <a:ext cx="365475" cy="179900"/>
              </a:xfrm>
              <a:custGeom>
                <a:rect b="b" l="l" r="r" t="t"/>
                <a:pathLst>
                  <a:path extrusionOk="0" h="7196" w="14619">
                    <a:moveTo>
                      <a:pt x="7310" y="1"/>
                    </a:moveTo>
                    <a:cubicBezTo>
                      <a:pt x="3273" y="2"/>
                      <a:pt x="1" y="3510"/>
                      <a:pt x="1" y="3510"/>
                    </a:cubicBezTo>
                    <a:cubicBezTo>
                      <a:pt x="82" y="3487"/>
                      <a:pt x="164" y="3466"/>
                      <a:pt x="244" y="3443"/>
                    </a:cubicBezTo>
                    <a:lnTo>
                      <a:pt x="244" y="3443"/>
                    </a:lnTo>
                    <a:cubicBezTo>
                      <a:pt x="85" y="3595"/>
                      <a:pt x="1" y="3687"/>
                      <a:pt x="1" y="3687"/>
                    </a:cubicBezTo>
                    <a:cubicBezTo>
                      <a:pt x="1" y="3687"/>
                      <a:pt x="3273" y="7196"/>
                      <a:pt x="7310" y="7196"/>
                    </a:cubicBezTo>
                    <a:cubicBezTo>
                      <a:pt x="11346" y="7196"/>
                      <a:pt x="14619" y="3687"/>
                      <a:pt x="14619" y="3687"/>
                    </a:cubicBezTo>
                    <a:cubicBezTo>
                      <a:pt x="14619" y="3687"/>
                      <a:pt x="14532" y="3594"/>
                      <a:pt x="14371" y="3440"/>
                    </a:cubicBezTo>
                    <a:lnTo>
                      <a:pt x="14371" y="3440"/>
                    </a:lnTo>
                    <a:cubicBezTo>
                      <a:pt x="14454" y="3463"/>
                      <a:pt x="14536" y="3486"/>
                      <a:pt x="14619" y="3509"/>
                    </a:cubicBezTo>
                    <a:cubicBezTo>
                      <a:pt x="14619" y="3509"/>
                      <a:pt x="11346" y="1"/>
                      <a:pt x="731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126"/>
              <p:cNvSpPr/>
              <p:nvPr/>
            </p:nvSpPr>
            <p:spPr>
              <a:xfrm>
                <a:off x="3443600" y="519675"/>
                <a:ext cx="365475" cy="175450"/>
              </a:xfrm>
              <a:custGeom>
                <a:rect b="b" l="l" r="r" t="t"/>
                <a:pathLst>
                  <a:path extrusionOk="0" h="7018" w="14619">
                    <a:moveTo>
                      <a:pt x="7309" y="0"/>
                    </a:moveTo>
                    <a:cubicBezTo>
                      <a:pt x="3273" y="0"/>
                      <a:pt x="0" y="3509"/>
                      <a:pt x="0" y="3509"/>
                    </a:cubicBezTo>
                    <a:cubicBezTo>
                      <a:pt x="0" y="3509"/>
                      <a:pt x="3273" y="7018"/>
                      <a:pt x="7309" y="7018"/>
                    </a:cubicBezTo>
                    <a:cubicBezTo>
                      <a:pt x="11346" y="7018"/>
                      <a:pt x="14618" y="3509"/>
                      <a:pt x="14618" y="3509"/>
                    </a:cubicBezTo>
                    <a:cubicBezTo>
                      <a:pt x="14618" y="3509"/>
                      <a:pt x="11346"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126"/>
              <p:cNvSpPr/>
              <p:nvPr/>
            </p:nvSpPr>
            <p:spPr>
              <a:xfrm>
                <a:off x="3549550" y="530625"/>
                <a:ext cx="153525" cy="153550"/>
              </a:xfrm>
              <a:custGeom>
                <a:rect b="b" l="l" r="r" t="t"/>
                <a:pathLst>
                  <a:path extrusionOk="0" h="6142" w="6141">
                    <a:moveTo>
                      <a:pt x="3071" y="1"/>
                    </a:moveTo>
                    <a:cubicBezTo>
                      <a:pt x="1375" y="1"/>
                      <a:pt x="1" y="1374"/>
                      <a:pt x="1" y="3071"/>
                    </a:cubicBezTo>
                    <a:cubicBezTo>
                      <a:pt x="1" y="4766"/>
                      <a:pt x="1375" y="6141"/>
                      <a:pt x="3071" y="6141"/>
                    </a:cubicBezTo>
                    <a:cubicBezTo>
                      <a:pt x="4766" y="6141"/>
                      <a:pt x="6141" y="4766"/>
                      <a:pt x="6141" y="3071"/>
                    </a:cubicBezTo>
                    <a:cubicBezTo>
                      <a:pt x="6141" y="1374"/>
                      <a:pt x="4766"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126"/>
              <p:cNvSpPr/>
              <p:nvPr/>
            </p:nvSpPr>
            <p:spPr>
              <a:xfrm>
                <a:off x="3562700" y="547025"/>
                <a:ext cx="127200" cy="120775"/>
              </a:xfrm>
              <a:custGeom>
                <a:rect b="b" l="l" r="r" t="t"/>
                <a:pathLst>
                  <a:path extrusionOk="0" h="4831" w="5088">
                    <a:moveTo>
                      <a:pt x="2545" y="1"/>
                    </a:moveTo>
                    <a:cubicBezTo>
                      <a:pt x="2345" y="1"/>
                      <a:pt x="2144" y="128"/>
                      <a:pt x="2113" y="383"/>
                    </a:cubicBezTo>
                    <a:cubicBezTo>
                      <a:pt x="2085" y="616"/>
                      <a:pt x="1887" y="766"/>
                      <a:pt x="1680" y="766"/>
                    </a:cubicBezTo>
                    <a:cubicBezTo>
                      <a:pt x="1588" y="766"/>
                      <a:pt x="1494" y="737"/>
                      <a:pt x="1413" y="673"/>
                    </a:cubicBezTo>
                    <a:cubicBezTo>
                      <a:pt x="1326" y="604"/>
                      <a:pt x="1233" y="575"/>
                      <a:pt x="1145" y="575"/>
                    </a:cubicBezTo>
                    <a:cubicBezTo>
                      <a:pt x="822" y="575"/>
                      <a:pt x="553" y="966"/>
                      <a:pt x="803" y="1283"/>
                    </a:cubicBezTo>
                    <a:cubicBezTo>
                      <a:pt x="1011" y="1550"/>
                      <a:pt x="849" y="1943"/>
                      <a:pt x="512" y="1983"/>
                    </a:cubicBezTo>
                    <a:cubicBezTo>
                      <a:pt x="1" y="2045"/>
                      <a:pt x="1" y="2786"/>
                      <a:pt x="512" y="2846"/>
                    </a:cubicBezTo>
                    <a:cubicBezTo>
                      <a:pt x="849" y="2888"/>
                      <a:pt x="1011" y="3280"/>
                      <a:pt x="803" y="3547"/>
                    </a:cubicBezTo>
                    <a:cubicBezTo>
                      <a:pt x="553" y="3864"/>
                      <a:pt x="822" y="4255"/>
                      <a:pt x="1145" y="4255"/>
                    </a:cubicBezTo>
                    <a:cubicBezTo>
                      <a:pt x="1233" y="4255"/>
                      <a:pt x="1326" y="4225"/>
                      <a:pt x="1413" y="4157"/>
                    </a:cubicBezTo>
                    <a:cubicBezTo>
                      <a:pt x="1494" y="4093"/>
                      <a:pt x="1588" y="4064"/>
                      <a:pt x="1680" y="4064"/>
                    </a:cubicBezTo>
                    <a:cubicBezTo>
                      <a:pt x="1887" y="4064"/>
                      <a:pt x="2085" y="4214"/>
                      <a:pt x="2113" y="4448"/>
                    </a:cubicBezTo>
                    <a:cubicBezTo>
                      <a:pt x="2144" y="4703"/>
                      <a:pt x="2344" y="4830"/>
                      <a:pt x="2545" y="4830"/>
                    </a:cubicBezTo>
                    <a:cubicBezTo>
                      <a:pt x="2745" y="4830"/>
                      <a:pt x="2946" y="4703"/>
                      <a:pt x="2976" y="4448"/>
                    </a:cubicBezTo>
                    <a:cubicBezTo>
                      <a:pt x="3005" y="4214"/>
                      <a:pt x="3202" y="4064"/>
                      <a:pt x="3410" y="4064"/>
                    </a:cubicBezTo>
                    <a:cubicBezTo>
                      <a:pt x="3502" y="4064"/>
                      <a:pt x="3595" y="4093"/>
                      <a:pt x="3677" y="4157"/>
                    </a:cubicBezTo>
                    <a:cubicBezTo>
                      <a:pt x="3764" y="4225"/>
                      <a:pt x="3856" y="4255"/>
                      <a:pt x="3944" y="4255"/>
                    </a:cubicBezTo>
                    <a:cubicBezTo>
                      <a:pt x="4267" y="4255"/>
                      <a:pt x="4535" y="3864"/>
                      <a:pt x="4287" y="3547"/>
                    </a:cubicBezTo>
                    <a:cubicBezTo>
                      <a:pt x="4077" y="3280"/>
                      <a:pt x="4240" y="2886"/>
                      <a:pt x="4577" y="2846"/>
                    </a:cubicBezTo>
                    <a:cubicBezTo>
                      <a:pt x="5088" y="2784"/>
                      <a:pt x="5088" y="2044"/>
                      <a:pt x="4577" y="1983"/>
                    </a:cubicBezTo>
                    <a:cubicBezTo>
                      <a:pt x="4240" y="1942"/>
                      <a:pt x="4077" y="1550"/>
                      <a:pt x="4287" y="1283"/>
                    </a:cubicBezTo>
                    <a:cubicBezTo>
                      <a:pt x="4535" y="966"/>
                      <a:pt x="4266" y="575"/>
                      <a:pt x="3944" y="575"/>
                    </a:cubicBezTo>
                    <a:cubicBezTo>
                      <a:pt x="3856" y="575"/>
                      <a:pt x="3764" y="605"/>
                      <a:pt x="3677" y="673"/>
                    </a:cubicBezTo>
                    <a:cubicBezTo>
                      <a:pt x="3595" y="737"/>
                      <a:pt x="3501" y="766"/>
                      <a:pt x="3410" y="766"/>
                    </a:cubicBezTo>
                    <a:cubicBezTo>
                      <a:pt x="3202" y="766"/>
                      <a:pt x="3004" y="616"/>
                      <a:pt x="2976" y="383"/>
                    </a:cubicBezTo>
                    <a:cubicBezTo>
                      <a:pt x="2946" y="128"/>
                      <a:pt x="2745" y="1"/>
                      <a:pt x="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126"/>
              <p:cNvSpPr/>
              <p:nvPr/>
            </p:nvSpPr>
            <p:spPr>
              <a:xfrm>
                <a:off x="3600975" y="582025"/>
                <a:ext cx="50725" cy="50725"/>
              </a:xfrm>
              <a:custGeom>
                <a:rect b="b" l="l" r="r" t="t"/>
                <a:pathLst>
                  <a:path extrusionOk="0" h="2029" w="2029">
                    <a:moveTo>
                      <a:pt x="1014" y="0"/>
                    </a:moveTo>
                    <a:cubicBezTo>
                      <a:pt x="454" y="0"/>
                      <a:pt x="0" y="454"/>
                      <a:pt x="0" y="1015"/>
                    </a:cubicBezTo>
                    <a:cubicBezTo>
                      <a:pt x="0" y="1574"/>
                      <a:pt x="454" y="2028"/>
                      <a:pt x="1014" y="2028"/>
                    </a:cubicBezTo>
                    <a:cubicBezTo>
                      <a:pt x="1574" y="2028"/>
                      <a:pt x="2028" y="1574"/>
                      <a:pt x="2028" y="1015"/>
                    </a:cubicBezTo>
                    <a:cubicBezTo>
                      <a:pt x="2028" y="454"/>
                      <a:pt x="1574" y="0"/>
                      <a:pt x="1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26"/>
              <p:cNvSpPr/>
              <p:nvPr/>
            </p:nvSpPr>
            <p:spPr>
              <a:xfrm>
                <a:off x="3443600" y="515225"/>
                <a:ext cx="365475" cy="87750"/>
              </a:xfrm>
              <a:custGeom>
                <a:rect b="b" l="l" r="r" t="t"/>
                <a:pathLst>
                  <a:path extrusionOk="0" h="3510" w="14619">
                    <a:moveTo>
                      <a:pt x="7309" y="1"/>
                    </a:moveTo>
                    <a:cubicBezTo>
                      <a:pt x="3273" y="1"/>
                      <a:pt x="0" y="3509"/>
                      <a:pt x="0" y="3509"/>
                    </a:cubicBezTo>
                    <a:cubicBezTo>
                      <a:pt x="2504" y="2781"/>
                      <a:pt x="4955" y="2431"/>
                      <a:pt x="7357" y="2431"/>
                    </a:cubicBezTo>
                    <a:cubicBezTo>
                      <a:pt x="9828" y="2431"/>
                      <a:pt x="12247" y="2801"/>
                      <a:pt x="14618" y="3509"/>
                    </a:cubicBezTo>
                    <a:cubicBezTo>
                      <a:pt x="14618" y="3509"/>
                      <a:pt x="11346" y="1"/>
                      <a:pt x="7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126"/>
            <p:cNvGrpSpPr/>
            <p:nvPr/>
          </p:nvGrpSpPr>
          <p:grpSpPr>
            <a:xfrm>
              <a:off x="-65456" y="182205"/>
              <a:ext cx="659916" cy="714595"/>
              <a:chOff x="-2686850" y="3696525"/>
              <a:chExt cx="332050" cy="359563"/>
            </a:xfrm>
          </p:grpSpPr>
          <p:sp>
            <p:nvSpPr>
              <p:cNvPr id="9916" name="Google Shape;9916;p126"/>
              <p:cNvSpPr/>
              <p:nvPr/>
            </p:nvSpPr>
            <p:spPr>
              <a:xfrm>
                <a:off x="-2686850" y="3696525"/>
                <a:ext cx="332050" cy="359525"/>
              </a:xfrm>
              <a:custGeom>
                <a:rect b="b" l="l" r="r" t="t"/>
                <a:pathLst>
                  <a:path extrusionOk="0" h="14381" w="13282">
                    <a:moveTo>
                      <a:pt x="12504" y="10802"/>
                    </a:moveTo>
                    <a:lnTo>
                      <a:pt x="12497" y="10829"/>
                    </a:lnTo>
                    <a:lnTo>
                      <a:pt x="12497" y="10806"/>
                    </a:lnTo>
                    <a:lnTo>
                      <a:pt x="12504" y="10802"/>
                    </a:lnTo>
                    <a:close/>
                    <a:moveTo>
                      <a:pt x="6678" y="1"/>
                    </a:moveTo>
                    <a:cubicBezTo>
                      <a:pt x="4442" y="1"/>
                      <a:pt x="2280" y="1136"/>
                      <a:pt x="1036" y="2962"/>
                    </a:cubicBezTo>
                    <a:cubicBezTo>
                      <a:pt x="902" y="3158"/>
                      <a:pt x="912" y="3410"/>
                      <a:pt x="1042" y="3594"/>
                    </a:cubicBezTo>
                    <a:cubicBezTo>
                      <a:pt x="505" y="4550"/>
                      <a:pt x="247" y="5625"/>
                      <a:pt x="300" y="6729"/>
                    </a:cubicBezTo>
                    <a:cubicBezTo>
                      <a:pt x="352" y="7770"/>
                      <a:pt x="675" y="10117"/>
                      <a:pt x="739" y="10573"/>
                    </a:cubicBezTo>
                    <a:lnTo>
                      <a:pt x="739" y="10663"/>
                    </a:lnTo>
                    <a:lnTo>
                      <a:pt x="256" y="8957"/>
                    </a:lnTo>
                    <a:cubicBezTo>
                      <a:pt x="241" y="8903"/>
                      <a:pt x="192" y="8868"/>
                      <a:pt x="138" y="8868"/>
                    </a:cubicBezTo>
                    <a:cubicBezTo>
                      <a:pt x="126" y="8868"/>
                      <a:pt x="115" y="8869"/>
                      <a:pt x="103" y="8873"/>
                    </a:cubicBezTo>
                    <a:cubicBezTo>
                      <a:pt x="37" y="8890"/>
                      <a:pt x="0" y="8958"/>
                      <a:pt x="19" y="9024"/>
                    </a:cubicBezTo>
                    <a:lnTo>
                      <a:pt x="738" y="11566"/>
                    </a:lnTo>
                    <a:lnTo>
                      <a:pt x="738" y="12528"/>
                    </a:lnTo>
                    <a:lnTo>
                      <a:pt x="738" y="13556"/>
                    </a:lnTo>
                    <a:lnTo>
                      <a:pt x="738" y="13808"/>
                    </a:lnTo>
                    <a:lnTo>
                      <a:pt x="1665" y="13808"/>
                    </a:lnTo>
                    <a:lnTo>
                      <a:pt x="1665" y="14373"/>
                    </a:lnTo>
                    <a:lnTo>
                      <a:pt x="1947" y="14373"/>
                    </a:lnTo>
                    <a:lnTo>
                      <a:pt x="1947" y="14380"/>
                    </a:lnTo>
                    <a:lnTo>
                      <a:pt x="2635" y="14380"/>
                    </a:lnTo>
                    <a:lnTo>
                      <a:pt x="2635" y="14369"/>
                    </a:lnTo>
                    <a:cubicBezTo>
                      <a:pt x="3018" y="14307"/>
                      <a:pt x="3314" y="13987"/>
                      <a:pt x="3411" y="13555"/>
                    </a:cubicBezTo>
                    <a:cubicBezTo>
                      <a:pt x="3433" y="13457"/>
                      <a:pt x="3446" y="13353"/>
                      <a:pt x="3446" y="13245"/>
                    </a:cubicBezTo>
                    <a:lnTo>
                      <a:pt x="3446" y="12527"/>
                    </a:lnTo>
                    <a:lnTo>
                      <a:pt x="3446" y="11097"/>
                    </a:lnTo>
                    <a:cubicBezTo>
                      <a:pt x="3446" y="10515"/>
                      <a:pt x="3105" y="10039"/>
                      <a:pt x="2635" y="9961"/>
                    </a:cubicBezTo>
                    <a:lnTo>
                      <a:pt x="2635" y="9948"/>
                    </a:lnTo>
                    <a:lnTo>
                      <a:pt x="1985" y="9948"/>
                    </a:lnTo>
                    <a:lnTo>
                      <a:pt x="1985" y="9942"/>
                    </a:lnTo>
                    <a:lnTo>
                      <a:pt x="1665" y="9942"/>
                    </a:lnTo>
                    <a:lnTo>
                      <a:pt x="1665" y="10506"/>
                    </a:lnTo>
                    <a:lnTo>
                      <a:pt x="1165" y="10506"/>
                    </a:lnTo>
                    <a:cubicBezTo>
                      <a:pt x="1100" y="10047"/>
                      <a:pt x="780" y="7711"/>
                      <a:pt x="731" y="6704"/>
                    </a:cubicBezTo>
                    <a:cubicBezTo>
                      <a:pt x="680" y="5690"/>
                      <a:pt x="918" y="4700"/>
                      <a:pt x="1409" y="3819"/>
                    </a:cubicBezTo>
                    <a:cubicBezTo>
                      <a:pt x="1438" y="3823"/>
                      <a:pt x="1466" y="3825"/>
                      <a:pt x="1494" y="3825"/>
                    </a:cubicBezTo>
                    <a:cubicBezTo>
                      <a:pt x="1671" y="3825"/>
                      <a:pt x="1845" y="3741"/>
                      <a:pt x="1952" y="3583"/>
                    </a:cubicBezTo>
                    <a:cubicBezTo>
                      <a:pt x="2992" y="2056"/>
                      <a:pt x="4803" y="1106"/>
                      <a:pt x="6678" y="1106"/>
                    </a:cubicBezTo>
                    <a:cubicBezTo>
                      <a:pt x="8431" y="1106"/>
                      <a:pt x="10117" y="1922"/>
                      <a:pt x="11187" y="3286"/>
                    </a:cubicBezTo>
                    <a:cubicBezTo>
                      <a:pt x="11297" y="3426"/>
                      <a:pt x="11458" y="3497"/>
                      <a:pt x="11621" y="3497"/>
                    </a:cubicBezTo>
                    <a:cubicBezTo>
                      <a:pt x="11663" y="3497"/>
                      <a:pt x="11704" y="3493"/>
                      <a:pt x="11744" y="3484"/>
                    </a:cubicBezTo>
                    <a:cubicBezTo>
                      <a:pt x="12373" y="4446"/>
                      <a:pt x="12682" y="5559"/>
                      <a:pt x="12626" y="6704"/>
                    </a:cubicBezTo>
                    <a:cubicBezTo>
                      <a:pt x="12576" y="7711"/>
                      <a:pt x="12255" y="10047"/>
                      <a:pt x="12191" y="10506"/>
                    </a:cubicBezTo>
                    <a:lnTo>
                      <a:pt x="11569" y="10506"/>
                    </a:lnTo>
                    <a:lnTo>
                      <a:pt x="11569" y="9942"/>
                    </a:lnTo>
                    <a:lnTo>
                      <a:pt x="11249" y="9942"/>
                    </a:lnTo>
                    <a:lnTo>
                      <a:pt x="11249" y="9948"/>
                    </a:lnTo>
                    <a:lnTo>
                      <a:pt x="10602" y="9948"/>
                    </a:lnTo>
                    <a:lnTo>
                      <a:pt x="10602" y="9961"/>
                    </a:lnTo>
                    <a:cubicBezTo>
                      <a:pt x="10130" y="10039"/>
                      <a:pt x="9790" y="10515"/>
                      <a:pt x="9790" y="11097"/>
                    </a:cubicBezTo>
                    <a:lnTo>
                      <a:pt x="9790" y="12526"/>
                    </a:lnTo>
                    <a:lnTo>
                      <a:pt x="9790" y="13244"/>
                    </a:lnTo>
                    <a:cubicBezTo>
                      <a:pt x="9790" y="13353"/>
                      <a:pt x="9803" y="13456"/>
                      <a:pt x="9825" y="13554"/>
                    </a:cubicBezTo>
                    <a:cubicBezTo>
                      <a:pt x="9922" y="13984"/>
                      <a:pt x="10218" y="14306"/>
                      <a:pt x="10602" y="14368"/>
                    </a:cubicBezTo>
                    <a:lnTo>
                      <a:pt x="10602" y="14379"/>
                    </a:lnTo>
                    <a:lnTo>
                      <a:pt x="11289" y="14379"/>
                    </a:lnTo>
                    <a:lnTo>
                      <a:pt x="11289" y="14371"/>
                    </a:lnTo>
                    <a:lnTo>
                      <a:pt x="11572" y="14371"/>
                    </a:lnTo>
                    <a:lnTo>
                      <a:pt x="11572" y="13807"/>
                    </a:lnTo>
                    <a:lnTo>
                      <a:pt x="12498" y="13807"/>
                    </a:lnTo>
                    <a:lnTo>
                      <a:pt x="12498" y="13555"/>
                    </a:lnTo>
                    <a:lnTo>
                      <a:pt x="12498" y="12527"/>
                    </a:lnTo>
                    <a:lnTo>
                      <a:pt x="12498" y="11733"/>
                    </a:lnTo>
                    <a:lnTo>
                      <a:pt x="13265" y="9024"/>
                    </a:lnTo>
                    <a:cubicBezTo>
                      <a:pt x="13282" y="8957"/>
                      <a:pt x="13245" y="8889"/>
                      <a:pt x="13179" y="8871"/>
                    </a:cubicBezTo>
                    <a:cubicBezTo>
                      <a:pt x="13168" y="8868"/>
                      <a:pt x="13157" y="8866"/>
                      <a:pt x="13146" y="8866"/>
                    </a:cubicBezTo>
                    <a:cubicBezTo>
                      <a:pt x="13092" y="8866"/>
                      <a:pt x="13042" y="8901"/>
                      <a:pt x="13027" y="8956"/>
                    </a:cubicBezTo>
                    <a:lnTo>
                      <a:pt x="12664" y="10236"/>
                    </a:lnTo>
                    <a:cubicBezTo>
                      <a:pt x="12775" y="9420"/>
                      <a:pt x="13013" y="7608"/>
                      <a:pt x="13056" y="6728"/>
                    </a:cubicBezTo>
                    <a:cubicBezTo>
                      <a:pt x="13118" y="5484"/>
                      <a:pt x="12780" y="4275"/>
                      <a:pt x="12095" y="3234"/>
                    </a:cubicBezTo>
                    <a:cubicBezTo>
                      <a:pt x="12211" y="3042"/>
                      <a:pt x="12205" y="2791"/>
                      <a:pt x="12058" y="2604"/>
                    </a:cubicBezTo>
                    <a:cubicBezTo>
                      <a:pt x="10778" y="974"/>
                      <a:pt x="8767" y="1"/>
                      <a:pt x="6678"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7" name="Google Shape;9917;p126"/>
              <p:cNvGrpSpPr/>
              <p:nvPr/>
            </p:nvGrpSpPr>
            <p:grpSpPr>
              <a:xfrm>
                <a:off x="-2686850" y="3696563"/>
                <a:ext cx="332050" cy="359525"/>
                <a:chOff x="-2348725" y="2237525"/>
                <a:chExt cx="332050" cy="359525"/>
              </a:xfrm>
            </p:grpSpPr>
            <p:sp>
              <p:nvSpPr>
                <p:cNvPr id="9918" name="Google Shape;9918;p126"/>
                <p:cNvSpPr/>
                <p:nvPr/>
              </p:nvSpPr>
              <p:spPr>
                <a:xfrm>
                  <a:off x="-2343200" y="2245975"/>
                  <a:ext cx="322925" cy="262375"/>
                </a:xfrm>
                <a:custGeom>
                  <a:rect b="b" l="l" r="r" t="t"/>
                  <a:pathLst>
                    <a:path extrusionOk="0" h="10495" w="12917">
                      <a:moveTo>
                        <a:pt x="6459" y="0"/>
                      </a:moveTo>
                      <a:cubicBezTo>
                        <a:pt x="4680" y="0"/>
                        <a:pt x="2959" y="736"/>
                        <a:pt x="1736" y="2022"/>
                      </a:cubicBezTo>
                      <a:cubicBezTo>
                        <a:pt x="588" y="3226"/>
                        <a:pt x="0" y="4778"/>
                        <a:pt x="79" y="6389"/>
                      </a:cubicBezTo>
                      <a:cubicBezTo>
                        <a:pt x="135" y="7520"/>
                        <a:pt x="513" y="10195"/>
                        <a:pt x="528" y="10309"/>
                      </a:cubicBezTo>
                      <a:cubicBezTo>
                        <a:pt x="544" y="10417"/>
                        <a:pt x="636" y="10494"/>
                        <a:pt x="742" y="10494"/>
                      </a:cubicBezTo>
                      <a:cubicBezTo>
                        <a:pt x="752" y="10494"/>
                        <a:pt x="761" y="10494"/>
                        <a:pt x="773" y="10491"/>
                      </a:cubicBezTo>
                      <a:cubicBezTo>
                        <a:pt x="890" y="10475"/>
                        <a:pt x="972" y="10365"/>
                        <a:pt x="956" y="10248"/>
                      </a:cubicBezTo>
                      <a:cubicBezTo>
                        <a:pt x="952" y="10221"/>
                        <a:pt x="567" y="7479"/>
                        <a:pt x="511" y="6368"/>
                      </a:cubicBezTo>
                      <a:cubicBezTo>
                        <a:pt x="438" y="4875"/>
                        <a:pt x="982" y="3437"/>
                        <a:pt x="2049" y="2318"/>
                      </a:cubicBezTo>
                      <a:cubicBezTo>
                        <a:pt x="3190" y="1119"/>
                        <a:pt x="4798" y="430"/>
                        <a:pt x="6459" y="430"/>
                      </a:cubicBezTo>
                      <a:cubicBezTo>
                        <a:pt x="8120" y="430"/>
                        <a:pt x="9728" y="1119"/>
                        <a:pt x="10869" y="2318"/>
                      </a:cubicBezTo>
                      <a:cubicBezTo>
                        <a:pt x="11935" y="3437"/>
                        <a:pt x="12481" y="4875"/>
                        <a:pt x="12407" y="6368"/>
                      </a:cubicBezTo>
                      <a:cubicBezTo>
                        <a:pt x="12353" y="7479"/>
                        <a:pt x="11966" y="10221"/>
                        <a:pt x="11962" y="10248"/>
                      </a:cubicBezTo>
                      <a:cubicBezTo>
                        <a:pt x="11945" y="10367"/>
                        <a:pt x="12028" y="10475"/>
                        <a:pt x="12146" y="10491"/>
                      </a:cubicBezTo>
                      <a:cubicBezTo>
                        <a:pt x="12156" y="10493"/>
                        <a:pt x="12166" y="10493"/>
                        <a:pt x="12176" y="10493"/>
                      </a:cubicBezTo>
                      <a:cubicBezTo>
                        <a:pt x="12282" y="10493"/>
                        <a:pt x="12374" y="10415"/>
                        <a:pt x="12389" y="10309"/>
                      </a:cubicBezTo>
                      <a:cubicBezTo>
                        <a:pt x="12405" y="10195"/>
                        <a:pt x="12782" y="7520"/>
                        <a:pt x="12838" y="6389"/>
                      </a:cubicBezTo>
                      <a:cubicBezTo>
                        <a:pt x="12916" y="4778"/>
                        <a:pt x="12328" y="3226"/>
                        <a:pt x="11182" y="2022"/>
                      </a:cubicBezTo>
                      <a:cubicBezTo>
                        <a:pt x="9959" y="737"/>
                        <a:pt x="8237"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126"/>
                <p:cNvSpPr/>
                <p:nvPr/>
              </p:nvSpPr>
              <p:spPr>
                <a:xfrm>
                  <a:off x="-2327125" y="2237525"/>
                  <a:ext cx="284600" cy="95700"/>
                </a:xfrm>
                <a:custGeom>
                  <a:rect b="b" l="l" r="r" t="t"/>
                  <a:pathLst>
                    <a:path extrusionOk="0" h="3828" w="11384">
                      <a:moveTo>
                        <a:pt x="5815" y="1"/>
                      </a:moveTo>
                      <a:cubicBezTo>
                        <a:pt x="3578" y="1"/>
                        <a:pt x="1417" y="1136"/>
                        <a:pt x="173" y="2964"/>
                      </a:cubicBezTo>
                      <a:cubicBezTo>
                        <a:pt x="1" y="3216"/>
                        <a:pt x="66" y="3560"/>
                        <a:pt x="319" y="3732"/>
                      </a:cubicBezTo>
                      <a:cubicBezTo>
                        <a:pt x="415" y="3796"/>
                        <a:pt x="523" y="3827"/>
                        <a:pt x="630" y="3827"/>
                      </a:cubicBezTo>
                      <a:cubicBezTo>
                        <a:pt x="807" y="3827"/>
                        <a:pt x="981" y="3743"/>
                        <a:pt x="1088" y="3585"/>
                      </a:cubicBezTo>
                      <a:cubicBezTo>
                        <a:pt x="2128" y="2057"/>
                        <a:pt x="3939" y="1108"/>
                        <a:pt x="5814" y="1108"/>
                      </a:cubicBezTo>
                      <a:cubicBezTo>
                        <a:pt x="7567" y="1108"/>
                        <a:pt x="9251" y="1923"/>
                        <a:pt x="10323" y="3289"/>
                      </a:cubicBezTo>
                      <a:cubicBezTo>
                        <a:pt x="10433" y="3428"/>
                        <a:pt x="10595" y="3500"/>
                        <a:pt x="10760" y="3500"/>
                      </a:cubicBezTo>
                      <a:cubicBezTo>
                        <a:pt x="10879" y="3500"/>
                        <a:pt x="11000" y="3462"/>
                        <a:pt x="11101" y="3382"/>
                      </a:cubicBezTo>
                      <a:cubicBezTo>
                        <a:pt x="11343" y="3193"/>
                        <a:pt x="11384" y="2845"/>
                        <a:pt x="11195" y="2604"/>
                      </a:cubicBezTo>
                      <a:cubicBezTo>
                        <a:pt x="9915" y="974"/>
                        <a:pt x="7904" y="1"/>
                        <a:pt x="58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26"/>
                <p:cNvSpPr/>
                <p:nvPr/>
              </p:nvSpPr>
              <p:spPr>
                <a:xfrm>
                  <a:off x="-2083125" y="2486225"/>
                  <a:ext cx="4050" cy="450"/>
                </a:xfrm>
                <a:custGeom>
                  <a:rect b="b" l="l" r="r" t="t"/>
                  <a:pathLst>
                    <a:path extrusionOk="0" h="18" w="162">
                      <a:moveTo>
                        <a:pt x="1" y="0"/>
                      </a:moveTo>
                      <a:lnTo>
                        <a:pt x="1" y="18"/>
                      </a:lnTo>
                      <a:cubicBezTo>
                        <a:pt x="53" y="7"/>
                        <a:pt x="107" y="0"/>
                        <a:pt x="162" y="0"/>
                      </a:cubicBezTo>
                      <a:close/>
                    </a:path>
                  </a:pathLst>
                </a:custGeom>
                <a:solidFill>
                  <a:srgbClr val="E61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26"/>
                <p:cNvSpPr/>
                <p:nvPr/>
              </p:nvSpPr>
              <p:spPr>
                <a:xfrm>
                  <a:off x="-2330250" y="2550650"/>
                  <a:ext cx="23150" cy="32050"/>
                </a:xfrm>
                <a:custGeom>
                  <a:rect b="b" l="l" r="r" t="t"/>
                  <a:pathLst>
                    <a:path extrusionOk="0" h="1282" w="926">
                      <a:moveTo>
                        <a:pt x="0" y="1"/>
                      </a:moveTo>
                      <a:lnTo>
                        <a:pt x="0" y="1030"/>
                      </a:lnTo>
                      <a:lnTo>
                        <a:pt x="0"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126"/>
                <p:cNvSpPr/>
                <p:nvPr/>
              </p:nvSpPr>
              <p:spPr>
                <a:xfrm>
                  <a:off x="-2307125" y="2550650"/>
                  <a:ext cx="7075" cy="46200"/>
                </a:xfrm>
                <a:custGeom>
                  <a:rect b="b" l="l" r="r" t="t"/>
                  <a:pathLst>
                    <a:path extrusionOk="0" h="1848" w="283">
                      <a:moveTo>
                        <a:pt x="1" y="1"/>
                      </a:moveTo>
                      <a:lnTo>
                        <a:pt x="1" y="1030"/>
                      </a:lnTo>
                      <a:lnTo>
                        <a:pt x="1" y="1282"/>
                      </a:lnTo>
                      <a:lnTo>
                        <a:pt x="1" y="1847"/>
                      </a:lnTo>
                      <a:lnTo>
                        <a:pt x="283" y="1847"/>
                      </a:lnTo>
                      <a:lnTo>
                        <a:pt x="283" y="1030"/>
                      </a:lnTo>
                      <a:lnTo>
                        <a:pt x="283" y="1"/>
                      </a:lnTo>
                      <a:close/>
                    </a:path>
                  </a:pathLst>
                </a:custGeom>
                <a:solidFill>
                  <a:srgbClr val="B20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126"/>
                <p:cNvSpPr/>
                <p:nvPr/>
              </p:nvSpPr>
              <p:spPr>
                <a:xfrm>
                  <a:off x="-2282875" y="2486550"/>
                  <a:ext cx="20300" cy="110225"/>
                </a:xfrm>
                <a:custGeom>
                  <a:rect b="b" l="l" r="r" t="t"/>
                  <a:pathLst>
                    <a:path extrusionOk="0" h="4409" w="812">
                      <a:moveTo>
                        <a:pt x="1" y="0"/>
                      </a:moveTo>
                      <a:lnTo>
                        <a:pt x="1" y="2566"/>
                      </a:lnTo>
                      <a:lnTo>
                        <a:pt x="1" y="3594"/>
                      </a:lnTo>
                      <a:lnTo>
                        <a:pt x="1" y="4408"/>
                      </a:lnTo>
                      <a:cubicBezTo>
                        <a:pt x="384" y="4346"/>
                        <a:pt x="680" y="4026"/>
                        <a:pt x="777" y="3594"/>
                      </a:cubicBezTo>
                      <a:cubicBezTo>
                        <a:pt x="799" y="3496"/>
                        <a:pt x="812" y="3392"/>
                        <a:pt x="812" y="3284"/>
                      </a:cubicBezTo>
                      <a:lnTo>
                        <a:pt x="812" y="2566"/>
                      </a:lnTo>
                      <a:lnTo>
                        <a:pt x="812" y="1137"/>
                      </a:lnTo>
                      <a:cubicBezTo>
                        <a:pt x="812" y="554"/>
                        <a:pt x="471" y="7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26"/>
                <p:cNvSpPr/>
                <p:nvPr/>
              </p:nvSpPr>
              <p:spPr>
                <a:xfrm>
                  <a:off x="-2330250" y="2500225"/>
                  <a:ext cx="23150" cy="82475"/>
                </a:xfrm>
                <a:custGeom>
                  <a:rect b="b" l="l" r="r" t="t"/>
                  <a:pathLst>
                    <a:path extrusionOk="0" h="3299" w="926">
                      <a:moveTo>
                        <a:pt x="0" y="0"/>
                      </a:moveTo>
                      <a:lnTo>
                        <a:pt x="0" y="2018"/>
                      </a:lnTo>
                      <a:lnTo>
                        <a:pt x="0" y="3047"/>
                      </a:lnTo>
                      <a:lnTo>
                        <a:pt x="0"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26"/>
                <p:cNvSpPr/>
                <p:nvPr/>
              </p:nvSpPr>
              <p:spPr>
                <a:xfrm>
                  <a:off x="-2307125" y="2486050"/>
                  <a:ext cx="8025" cy="110800"/>
                </a:xfrm>
                <a:custGeom>
                  <a:rect b="b" l="l" r="r" t="t"/>
                  <a:pathLst>
                    <a:path extrusionOk="0" h="4432" w="321">
                      <a:moveTo>
                        <a:pt x="1" y="1"/>
                      </a:moveTo>
                      <a:lnTo>
                        <a:pt x="1" y="567"/>
                      </a:lnTo>
                      <a:lnTo>
                        <a:pt x="1" y="2585"/>
                      </a:lnTo>
                      <a:lnTo>
                        <a:pt x="1" y="3614"/>
                      </a:lnTo>
                      <a:lnTo>
                        <a:pt x="1" y="3866"/>
                      </a:lnTo>
                      <a:lnTo>
                        <a:pt x="1" y="4431"/>
                      </a:lnTo>
                      <a:lnTo>
                        <a:pt x="283" y="4431"/>
                      </a:lnTo>
                      <a:lnTo>
                        <a:pt x="283" y="3614"/>
                      </a:lnTo>
                      <a:lnTo>
                        <a:pt x="283" y="2585"/>
                      </a:lnTo>
                      <a:lnTo>
                        <a:pt x="283" y="7"/>
                      </a:lnTo>
                      <a:lnTo>
                        <a:pt x="321" y="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126"/>
                <p:cNvSpPr/>
                <p:nvPr/>
              </p:nvSpPr>
              <p:spPr>
                <a:xfrm>
                  <a:off x="-2300075" y="2486225"/>
                  <a:ext cx="17225" cy="110825"/>
                </a:xfrm>
                <a:custGeom>
                  <a:rect b="b" l="l" r="r" t="t"/>
                  <a:pathLst>
                    <a:path extrusionOk="0" h="4433" w="689">
                      <a:moveTo>
                        <a:pt x="1" y="0"/>
                      </a:moveTo>
                      <a:lnTo>
                        <a:pt x="1" y="2578"/>
                      </a:lnTo>
                      <a:lnTo>
                        <a:pt x="1" y="3607"/>
                      </a:lnTo>
                      <a:lnTo>
                        <a:pt x="1" y="4424"/>
                      </a:lnTo>
                      <a:lnTo>
                        <a:pt x="1" y="4432"/>
                      </a:lnTo>
                      <a:lnTo>
                        <a:pt x="689" y="4432"/>
                      </a:lnTo>
                      <a:lnTo>
                        <a:pt x="689" y="4420"/>
                      </a:lnTo>
                      <a:lnTo>
                        <a:pt x="689" y="3607"/>
                      </a:lnTo>
                      <a:lnTo>
                        <a:pt x="689" y="2578"/>
                      </a:lnTo>
                      <a:lnTo>
                        <a:pt x="689" y="13"/>
                      </a:lnTo>
                      <a:lnTo>
                        <a:pt x="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126"/>
                <p:cNvSpPr/>
                <p:nvPr/>
              </p:nvSpPr>
              <p:spPr>
                <a:xfrm>
                  <a:off x="-2059450" y="2550650"/>
                  <a:ext cx="23150" cy="32050"/>
                </a:xfrm>
                <a:custGeom>
                  <a:rect b="b" l="l" r="r" t="t"/>
                  <a:pathLst>
                    <a:path extrusionOk="0" h="1282" w="926">
                      <a:moveTo>
                        <a:pt x="1" y="1"/>
                      </a:moveTo>
                      <a:lnTo>
                        <a:pt x="1" y="1030"/>
                      </a:lnTo>
                      <a:lnTo>
                        <a:pt x="1"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126"/>
                <p:cNvSpPr/>
                <p:nvPr/>
              </p:nvSpPr>
              <p:spPr>
                <a:xfrm>
                  <a:off x="-2104000" y="2486525"/>
                  <a:ext cx="20325" cy="110225"/>
                </a:xfrm>
                <a:custGeom>
                  <a:rect b="b" l="l" r="r" t="t"/>
                  <a:pathLst>
                    <a:path extrusionOk="0" h="4409" w="813">
                      <a:moveTo>
                        <a:pt x="813" y="0"/>
                      </a:moveTo>
                      <a:cubicBezTo>
                        <a:pt x="341" y="79"/>
                        <a:pt x="1" y="555"/>
                        <a:pt x="1" y="1137"/>
                      </a:cubicBezTo>
                      <a:lnTo>
                        <a:pt x="1" y="2566"/>
                      </a:lnTo>
                      <a:lnTo>
                        <a:pt x="1" y="3284"/>
                      </a:lnTo>
                      <a:cubicBezTo>
                        <a:pt x="1" y="3393"/>
                        <a:pt x="14" y="3496"/>
                        <a:pt x="36" y="3594"/>
                      </a:cubicBezTo>
                      <a:cubicBezTo>
                        <a:pt x="133" y="4024"/>
                        <a:pt x="429" y="4346"/>
                        <a:pt x="813" y="4408"/>
                      </a:cubicBezTo>
                      <a:lnTo>
                        <a:pt x="813" y="3594"/>
                      </a:lnTo>
                      <a:lnTo>
                        <a:pt x="813" y="2566"/>
                      </a:lnTo>
                      <a:lnTo>
                        <a:pt x="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126"/>
                <p:cNvSpPr/>
                <p:nvPr/>
              </p:nvSpPr>
              <p:spPr>
                <a:xfrm>
                  <a:off x="-2059450" y="2500225"/>
                  <a:ext cx="23150" cy="82475"/>
                </a:xfrm>
                <a:custGeom>
                  <a:rect b="b" l="l" r="r" t="t"/>
                  <a:pathLst>
                    <a:path extrusionOk="0" h="3299" w="926">
                      <a:moveTo>
                        <a:pt x="1" y="0"/>
                      </a:moveTo>
                      <a:lnTo>
                        <a:pt x="1" y="2018"/>
                      </a:lnTo>
                      <a:lnTo>
                        <a:pt x="1" y="3047"/>
                      </a:lnTo>
                      <a:lnTo>
                        <a:pt x="1"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126"/>
                <p:cNvSpPr/>
                <p:nvPr/>
              </p:nvSpPr>
              <p:spPr>
                <a:xfrm>
                  <a:off x="-2067450" y="2486050"/>
                  <a:ext cx="8025" cy="110800"/>
                </a:xfrm>
                <a:custGeom>
                  <a:rect b="b" l="l" r="r" t="t"/>
                  <a:pathLst>
                    <a:path extrusionOk="0" h="4432" w="321">
                      <a:moveTo>
                        <a:pt x="1" y="1"/>
                      </a:moveTo>
                      <a:lnTo>
                        <a:pt x="1" y="7"/>
                      </a:lnTo>
                      <a:lnTo>
                        <a:pt x="37" y="7"/>
                      </a:lnTo>
                      <a:lnTo>
                        <a:pt x="37" y="2585"/>
                      </a:lnTo>
                      <a:lnTo>
                        <a:pt x="37" y="3614"/>
                      </a:lnTo>
                      <a:lnTo>
                        <a:pt x="37" y="4431"/>
                      </a:lnTo>
                      <a:lnTo>
                        <a:pt x="321" y="4431"/>
                      </a:lnTo>
                      <a:lnTo>
                        <a:pt x="321" y="3866"/>
                      </a:lnTo>
                      <a:lnTo>
                        <a:pt x="321" y="3614"/>
                      </a:lnTo>
                      <a:lnTo>
                        <a:pt x="321" y="2585"/>
                      </a:lnTo>
                      <a:lnTo>
                        <a:pt x="321" y="56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126"/>
                <p:cNvSpPr/>
                <p:nvPr/>
              </p:nvSpPr>
              <p:spPr>
                <a:xfrm>
                  <a:off x="-2083700" y="2486225"/>
                  <a:ext cx="17200" cy="110825"/>
                </a:xfrm>
                <a:custGeom>
                  <a:rect b="b" l="l" r="r" t="t"/>
                  <a:pathLst>
                    <a:path extrusionOk="0" h="4433" w="688">
                      <a:moveTo>
                        <a:pt x="1" y="0"/>
                      </a:moveTo>
                      <a:lnTo>
                        <a:pt x="1" y="13"/>
                      </a:lnTo>
                      <a:lnTo>
                        <a:pt x="1" y="2578"/>
                      </a:lnTo>
                      <a:lnTo>
                        <a:pt x="1" y="3607"/>
                      </a:lnTo>
                      <a:lnTo>
                        <a:pt x="1" y="4420"/>
                      </a:lnTo>
                      <a:lnTo>
                        <a:pt x="1" y="4432"/>
                      </a:lnTo>
                      <a:lnTo>
                        <a:pt x="687" y="4432"/>
                      </a:lnTo>
                      <a:lnTo>
                        <a:pt x="687" y="4424"/>
                      </a:lnTo>
                      <a:lnTo>
                        <a:pt x="687" y="3607"/>
                      </a:lnTo>
                      <a:lnTo>
                        <a:pt x="687" y="2578"/>
                      </a:lnTo>
                      <a:lnTo>
                        <a:pt x="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126"/>
                <p:cNvSpPr/>
                <p:nvPr/>
              </p:nvSpPr>
              <p:spPr>
                <a:xfrm>
                  <a:off x="-2047700" y="2459150"/>
                  <a:ext cx="31025" cy="91650"/>
                </a:xfrm>
                <a:custGeom>
                  <a:rect b="b" l="l" r="r" t="t"/>
                  <a:pathLst>
                    <a:path extrusionOk="0" h="3666" w="1241">
                      <a:moveTo>
                        <a:pt x="1105" y="0"/>
                      </a:moveTo>
                      <a:cubicBezTo>
                        <a:pt x="1050" y="0"/>
                        <a:pt x="1001" y="35"/>
                        <a:pt x="986" y="90"/>
                      </a:cubicBezTo>
                      <a:lnTo>
                        <a:pt x="18" y="3507"/>
                      </a:lnTo>
                      <a:cubicBezTo>
                        <a:pt x="0" y="3573"/>
                        <a:pt x="38" y="3641"/>
                        <a:pt x="104" y="3660"/>
                      </a:cubicBezTo>
                      <a:cubicBezTo>
                        <a:pt x="115" y="3663"/>
                        <a:pt x="125" y="3665"/>
                        <a:pt x="137" y="3665"/>
                      </a:cubicBezTo>
                      <a:cubicBezTo>
                        <a:pt x="191" y="3665"/>
                        <a:pt x="240" y="3629"/>
                        <a:pt x="255" y="3574"/>
                      </a:cubicBezTo>
                      <a:lnTo>
                        <a:pt x="1223" y="157"/>
                      </a:lnTo>
                      <a:cubicBezTo>
                        <a:pt x="1241" y="91"/>
                        <a:pt x="1204" y="23"/>
                        <a:pt x="1138" y="5"/>
                      </a:cubicBezTo>
                      <a:cubicBezTo>
                        <a:pt x="1127" y="2"/>
                        <a:pt x="1116" y="0"/>
                        <a:pt x="1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126"/>
                <p:cNvSpPr/>
                <p:nvPr/>
              </p:nvSpPr>
              <p:spPr>
                <a:xfrm>
                  <a:off x="-2348725" y="2459175"/>
                  <a:ext cx="31050" cy="91625"/>
                </a:xfrm>
                <a:custGeom>
                  <a:rect b="b" l="l" r="r" t="t"/>
                  <a:pathLst>
                    <a:path extrusionOk="0" h="3665" w="1242">
                      <a:moveTo>
                        <a:pt x="138" y="1"/>
                      </a:moveTo>
                      <a:cubicBezTo>
                        <a:pt x="126" y="1"/>
                        <a:pt x="115" y="2"/>
                        <a:pt x="103" y="6"/>
                      </a:cubicBezTo>
                      <a:cubicBezTo>
                        <a:pt x="37" y="24"/>
                        <a:pt x="0" y="91"/>
                        <a:pt x="19" y="157"/>
                      </a:cubicBezTo>
                      <a:lnTo>
                        <a:pt x="986" y="3574"/>
                      </a:lnTo>
                      <a:cubicBezTo>
                        <a:pt x="1001" y="3629"/>
                        <a:pt x="1051" y="3664"/>
                        <a:pt x="1104" y="3664"/>
                      </a:cubicBezTo>
                      <a:cubicBezTo>
                        <a:pt x="1116" y="3664"/>
                        <a:pt x="1128" y="3661"/>
                        <a:pt x="1138" y="3660"/>
                      </a:cubicBezTo>
                      <a:cubicBezTo>
                        <a:pt x="1203" y="3640"/>
                        <a:pt x="1242" y="3573"/>
                        <a:pt x="1223" y="3507"/>
                      </a:cubicBezTo>
                      <a:lnTo>
                        <a:pt x="256" y="90"/>
                      </a:lnTo>
                      <a:cubicBezTo>
                        <a:pt x="240" y="36"/>
                        <a:pt x="191" y="1"/>
                        <a:pt x="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34" name="Google Shape;9934;p126"/>
            <p:cNvGrpSpPr/>
            <p:nvPr/>
          </p:nvGrpSpPr>
          <p:grpSpPr>
            <a:xfrm>
              <a:off x="8543699" y="896808"/>
              <a:ext cx="786470" cy="812416"/>
              <a:chOff x="-2828900" y="2732900"/>
              <a:chExt cx="312600" cy="322913"/>
            </a:xfrm>
          </p:grpSpPr>
          <p:sp>
            <p:nvSpPr>
              <p:cNvPr id="9935" name="Google Shape;9935;p126"/>
              <p:cNvSpPr/>
              <p:nvPr/>
            </p:nvSpPr>
            <p:spPr>
              <a:xfrm>
                <a:off x="-2828875" y="2732900"/>
                <a:ext cx="312525" cy="322875"/>
              </a:xfrm>
              <a:custGeom>
                <a:rect b="b" l="l" r="r" t="t"/>
                <a:pathLst>
                  <a:path extrusionOk="0" h="12915" w="12501">
                    <a:moveTo>
                      <a:pt x="3980" y="125"/>
                    </a:moveTo>
                    <a:cubicBezTo>
                      <a:pt x="4044" y="125"/>
                      <a:pt x="4112" y="133"/>
                      <a:pt x="4186" y="148"/>
                    </a:cubicBezTo>
                    <a:cubicBezTo>
                      <a:pt x="4545" y="223"/>
                      <a:pt x="4747" y="879"/>
                      <a:pt x="4852" y="1506"/>
                    </a:cubicBezTo>
                    <a:cubicBezTo>
                      <a:pt x="4364" y="1637"/>
                      <a:pt x="3907" y="1839"/>
                      <a:pt x="3485" y="2097"/>
                    </a:cubicBezTo>
                    <a:lnTo>
                      <a:pt x="3426" y="987"/>
                    </a:lnTo>
                    <a:lnTo>
                      <a:pt x="3389" y="987"/>
                    </a:lnTo>
                    <a:lnTo>
                      <a:pt x="3389" y="982"/>
                    </a:lnTo>
                    <a:cubicBezTo>
                      <a:pt x="3389" y="977"/>
                      <a:pt x="3351" y="482"/>
                      <a:pt x="3616" y="249"/>
                    </a:cubicBezTo>
                    <a:cubicBezTo>
                      <a:pt x="3708" y="167"/>
                      <a:pt x="3831" y="125"/>
                      <a:pt x="3980" y="125"/>
                    </a:cubicBezTo>
                    <a:close/>
                    <a:moveTo>
                      <a:pt x="4880" y="1674"/>
                    </a:moveTo>
                    <a:cubicBezTo>
                      <a:pt x="4924" y="1984"/>
                      <a:pt x="4945" y="2272"/>
                      <a:pt x="4952" y="2463"/>
                    </a:cubicBezTo>
                    <a:lnTo>
                      <a:pt x="3505" y="2463"/>
                    </a:lnTo>
                    <a:lnTo>
                      <a:pt x="3497" y="2288"/>
                    </a:lnTo>
                    <a:cubicBezTo>
                      <a:pt x="3921" y="2019"/>
                      <a:pt x="4383" y="1809"/>
                      <a:pt x="4880" y="1674"/>
                    </a:cubicBezTo>
                    <a:close/>
                    <a:moveTo>
                      <a:pt x="6137" y="1506"/>
                    </a:moveTo>
                    <a:cubicBezTo>
                      <a:pt x="7235" y="1506"/>
                      <a:pt x="8215" y="1875"/>
                      <a:pt x="9035" y="2463"/>
                    </a:cubicBezTo>
                    <a:lnTo>
                      <a:pt x="5074" y="2463"/>
                    </a:lnTo>
                    <a:lnTo>
                      <a:pt x="5074" y="2461"/>
                    </a:lnTo>
                    <a:cubicBezTo>
                      <a:pt x="5073" y="2425"/>
                      <a:pt x="5061" y="2072"/>
                      <a:pt x="5000" y="1643"/>
                    </a:cubicBezTo>
                    <a:cubicBezTo>
                      <a:pt x="5362" y="1555"/>
                      <a:pt x="5743" y="1506"/>
                      <a:pt x="6137" y="1506"/>
                    </a:cubicBezTo>
                    <a:close/>
                    <a:moveTo>
                      <a:pt x="9383" y="2733"/>
                    </a:moveTo>
                    <a:cubicBezTo>
                      <a:pt x="10274" y="3482"/>
                      <a:pt x="10943" y="4499"/>
                      <a:pt x="11318" y="5554"/>
                    </a:cubicBezTo>
                    <a:cubicBezTo>
                      <a:pt x="11306" y="5724"/>
                      <a:pt x="11306" y="5978"/>
                      <a:pt x="11392" y="6087"/>
                    </a:cubicBezTo>
                    <a:cubicBezTo>
                      <a:pt x="11438" y="6147"/>
                      <a:pt x="11477" y="6173"/>
                      <a:pt x="11508" y="6185"/>
                    </a:cubicBezTo>
                    <a:cubicBezTo>
                      <a:pt x="12047" y="8400"/>
                      <a:pt x="11367" y="9837"/>
                      <a:pt x="11251" y="10060"/>
                    </a:cubicBezTo>
                    <a:lnTo>
                      <a:pt x="11251" y="9733"/>
                    </a:lnTo>
                    <a:lnTo>
                      <a:pt x="11093" y="9733"/>
                    </a:lnTo>
                    <a:cubicBezTo>
                      <a:pt x="11297" y="9501"/>
                      <a:pt x="11322" y="8806"/>
                      <a:pt x="11116" y="8421"/>
                    </a:cubicBezTo>
                    <a:cubicBezTo>
                      <a:pt x="11012" y="8224"/>
                      <a:pt x="10863" y="8123"/>
                      <a:pt x="10685" y="8123"/>
                    </a:cubicBezTo>
                    <a:cubicBezTo>
                      <a:pt x="10600" y="8123"/>
                      <a:pt x="10507" y="8146"/>
                      <a:pt x="10409" y="8193"/>
                    </a:cubicBezTo>
                    <a:cubicBezTo>
                      <a:pt x="10301" y="8246"/>
                      <a:pt x="10194" y="8268"/>
                      <a:pt x="10091" y="8268"/>
                    </a:cubicBezTo>
                    <a:cubicBezTo>
                      <a:pt x="9809" y="8268"/>
                      <a:pt x="9556" y="8106"/>
                      <a:pt x="9383" y="7956"/>
                    </a:cubicBezTo>
                    <a:lnTo>
                      <a:pt x="9383" y="3642"/>
                    </a:lnTo>
                    <a:lnTo>
                      <a:pt x="9383" y="2733"/>
                    </a:lnTo>
                    <a:close/>
                    <a:moveTo>
                      <a:pt x="9382" y="8113"/>
                    </a:moveTo>
                    <a:cubicBezTo>
                      <a:pt x="9567" y="8255"/>
                      <a:pt x="9816" y="8390"/>
                      <a:pt x="10092" y="8390"/>
                    </a:cubicBezTo>
                    <a:cubicBezTo>
                      <a:pt x="10212" y="8390"/>
                      <a:pt x="10336" y="8365"/>
                      <a:pt x="10463" y="8304"/>
                    </a:cubicBezTo>
                    <a:cubicBezTo>
                      <a:pt x="10542" y="8265"/>
                      <a:pt x="10615" y="8246"/>
                      <a:pt x="10682" y="8246"/>
                    </a:cubicBezTo>
                    <a:cubicBezTo>
                      <a:pt x="10816" y="8246"/>
                      <a:pt x="10925" y="8324"/>
                      <a:pt x="11007" y="8477"/>
                    </a:cubicBezTo>
                    <a:cubicBezTo>
                      <a:pt x="11197" y="8836"/>
                      <a:pt x="11160" y="9489"/>
                      <a:pt x="10998" y="9654"/>
                    </a:cubicBezTo>
                    <a:lnTo>
                      <a:pt x="10998" y="9611"/>
                    </a:lnTo>
                    <a:cubicBezTo>
                      <a:pt x="10998" y="9585"/>
                      <a:pt x="10976" y="9563"/>
                      <a:pt x="10949" y="9563"/>
                    </a:cubicBezTo>
                    <a:lnTo>
                      <a:pt x="10731" y="9563"/>
                    </a:lnTo>
                    <a:lnTo>
                      <a:pt x="10731" y="9169"/>
                    </a:lnTo>
                    <a:lnTo>
                      <a:pt x="9579" y="8916"/>
                    </a:lnTo>
                    <a:cubicBezTo>
                      <a:pt x="9579" y="8916"/>
                      <a:pt x="9474" y="9513"/>
                      <a:pt x="9494" y="10392"/>
                    </a:cubicBezTo>
                    <a:lnTo>
                      <a:pt x="9494" y="10414"/>
                    </a:lnTo>
                    <a:cubicBezTo>
                      <a:pt x="9495" y="10451"/>
                      <a:pt x="9496" y="10489"/>
                      <a:pt x="9498" y="10528"/>
                    </a:cubicBezTo>
                    <a:cubicBezTo>
                      <a:pt x="9498" y="10536"/>
                      <a:pt x="9498" y="10544"/>
                      <a:pt x="9499" y="10554"/>
                    </a:cubicBezTo>
                    <a:cubicBezTo>
                      <a:pt x="9500" y="10595"/>
                      <a:pt x="9503" y="10636"/>
                      <a:pt x="9504" y="10679"/>
                    </a:cubicBezTo>
                    <a:lnTo>
                      <a:pt x="9504" y="10691"/>
                    </a:lnTo>
                    <a:cubicBezTo>
                      <a:pt x="9506" y="10739"/>
                      <a:pt x="9510" y="10787"/>
                      <a:pt x="9513" y="10835"/>
                    </a:cubicBezTo>
                    <a:cubicBezTo>
                      <a:pt x="9513" y="10841"/>
                      <a:pt x="9515" y="10845"/>
                      <a:pt x="9515" y="10850"/>
                    </a:cubicBezTo>
                    <a:cubicBezTo>
                      <a:pt x="9517" y="10891"/>
                      <a:pt x="9521" y="10933"/>
                      <a:pt x="9524" y="10977"/>
                    </a:cubicBezTo>
                    <a:cubicBezTo>
                      <a:pt x="9525" y="10990"/>
                      <a:pt x="9526" y="11006"/>
                      <a:pt x="9527" y="11020"/>
                    </a:cubicBezTo>
                    <a:cubicBezTo>
                      <a:pt x="9530" y="11054"/>
                      <a:pt x="9534" y="11087"/>
                      <a:pt x="9536" y="11122"/>
                    </a:cubicBezTo>
                    <a:cubicBezTo>
                      <a:pt x="9537" y="11139"/>
                      <a:pt x="9541" y="11155"/>
                      <a:pt x="9542" y="11173"/>
                    </a:cubicBezTo>
                    <a:cubicBezTo>
                      <a:pt x="9546" y="11206"/>
                      <a:pt x="9550" y="11241"/>
                      <a:pt x="9553" y="11276"/>
                    </a:cubicBezTo>
                    <a:cubicBezTo>
                      <a:pt x="9554" y="11292"/>
                      <a:pt x="9557" y="11307"/>
                      <a:pt x="9558" y="11322"/>
                    </a:cubicBezTo>
                    <a:cubicBezTo>
                      <a:pt x="9564" y="11371"/>
                      <a:pt x="9569" y="11421"/>
                      <a:pt x="9578" y="11469"/>
                    </a:cubicBezTo>
                    <a:lnTo>
                      <a:pt x="9578" y="11472"/>
                    </a:lnTo>
                    <a:lnTo>
                      <a:pt x="10729" y="11233"/>
                    </a:lnTo>
                    <a:lnTo>
                      <a:pt x="10729" y="10966"/>
                    </a:lnTo>
                    <a:lnTo>
                      <a:pt x="10947" y="10966"/>
                    </a:lnTo>
                    <a:cubicBezTo>
                      <a:pt x="10975" y="10966"/>
                      <a:pt x="10997" y="10944"/>
                      <a:pt x="10997" y="10917"/>
                    </a:cubicBezTo>
                    <a:lnTo>
                      <a:pt x="10997" y="10913"/>
                    </a:lnTo>
                    <a:lnTo>
                      <a:pt x="10997" y="10762"/>
                    </a:lnTo>
                    <a:cubicBezTo>
                      <a:pt x="11698" y="10927"/>
                      <a:pt x="12146" y="11176"/>
                      <a:pt x="12292" y="11485"/>
                    </a:cubicBezTo>
                    <a:cubicBezTo>
                      <a:pt x="12374" y="11659"/>
                      <a:pt x="12360" y="11856"/>
                      <a:pt x="12252" y="12071"/>
                    </a:cubicBezTo>
                    <a:cubicBezTo>
                      <a:pt x="12187" y="12198"/>
                      <a:pt x="11999" y="12276"/>
                      <a:pt x="11767" y="12276"/>
                    </a:cubicBezTo>
                    <a:cubicBezTo>
                      <a:pt x="11731" y="12276"/>
                      <a:pt x="11694" y="12274"/>
                      <a:pt x="11656" y="12270"/>
                    </a:cubicBezTo>
                    <a:cubicBezTo>
                      <a:pt x="11376" y="12243"/>
                      <a:pt x="11016" y="12092"/>
                      <a:pt x="10923" y="11759"/>
                    </a:cubicBezTo>
                    <a:cubicBezTo>
                      <a:pt x="10893" y="11651"/>
                      <a:pt x="10824" y="11567"/>
                      <a:pt x="10719" y="11510"/>
                    </a:cubicBezTo>
                    <a:cubicBezTo>
                      <a:pt x="10599" y="11445"/>
                      <a:pt x="10440" y="11422"/>
                      <a:pt x="10273" y="11422"/>
                    </a:cubicBezTo>
                    <a:cubicBezTo>
                      <a:pt x="9894" y="11422"/>
                      <a:pt x="9476" y="11543"/>
                      <a:pt x="9382" y="11571"/>
                    </a:cubicBezTo>
                    <a:lnTo>
                      <a:pt x="9382" y="8113"/>
                    </a:lnTo>
                    <a:close/>
                    <a:moveTo>
                      <a:pt x="3979" y="1"/>
                    </a:moveTo>
                    <a:cubicBezTo>
                      <a:pt x="3800" y="1"/>
                      <a:pt x="3650" y="52"/>
                      <a:pt x="3534" y="155"/>
                    </a:cubicBezTo>
                    <a:cubicBezTo>
                      <a:pt x="3235" y="420"/>
                      <a:pt x="3262" y="927"/>
                      <a:pt x="3266" y="985"/>
                    </a:cubicBezTo>
                    <a:lnTo>
                      <a:pt x="3215" y="985"/>
                    </a:lnTo>
                    <a:lnTo>
                      <a:pt x="3154" y="2316"/>
                    </a:lnTo>
                    <a:cubicBezTo>
                      <a:pt x="3087" y="2363"/>
                      <a:pt x="3023" y="2410"/>
                      <a:pt x="2960" y="2461"/>
                    </a:cubicBezTo>
                    <a:lnTo>
                      <a:pt x="2892" y="2461"/>
                    </a:lnTo>
                    <a:lnTo>
                      <a:pt x="2892" y="2514"/>
                    </a:lnTo>
                    <a:cubicBezTo>
                      <a:pt x="1740" y="3439"/>
                      <a:pt x="934" y="4792"/>
                      <a:pt x="606" y="6136"/>
                    </a:cubicBezTo>
                    <a:cubicBezTo>
                      <a:pt x="1" y="8615"/>
                      <a:pt x="987" y="10295"/>
                      <a:pt x="1025" y="10358"/>
                    </a:cubicBezTo>
                    <a:lnTo>
                      <a:pt x="1025" y="10716"/>
                    </a:lnTo>
                    <a:lnTo>
                      <a:pt x="1277" y="10716"/>
                    </a:lnTo>
                    <a:lnTo>
                      <a:pt x="1277" y="10916"/>
                    </a:lnTo>
                    <a:lnTo>
                      <a:pt x="1277" y="10919"/>
                    </a:lnTo>
                    <a:cubicBezTo>
                      <a:pt x="1277" y="10947"/>
                      <a:pt x="1300" y="10969"/>
                      <a:pt x="1327" y="10969"/>
                    </a:cubicBezTo>
                    <a:lnTo>
                      <a:pt x="1545" y="10969"/>
                    </a:lnTo>
                    <a:lnTo>
                      <a:pt x="1545" y="10224"/>
                    </a:lnTo>
                    <a:lnTo>
                      <a:pt x="1545" y="9564"/>
                    </a:lnTo>
                    <a:lnTo>
                      <a:pt x="1325" y="9564"/>
                    </a:lnTo>
                    <a:cubicBezTo>
                      <a:pt x="1297" y="9565"/>
                      <a:pt x="1275" y="9587"/>
                      <a:pt x="1275" y="9612"/>
                    </a:cubicBezTo>
                    <a:lnTo>
                      <a:pt x="1275" y="9733"/>
                    </a:lnTo>
                    <a:lnTo>
                      <a:pt x="1022" y="9733"/>
                    </a:lnTo>
                    <a:lnTo>
                      <a:pt x="1022" y="10060"/>
                    </a:lnTo>
                    <a:cubicBezTo>
                      <a:pt x="907" y="9837"/>
                      <a:pt x="227" y="8399"/>
                      <a:pt x="765" y="6185"/>
                    </a:cubicBezTo>
                    <a:cubicBezTo>
                      <a:pt x="799" y="6174"/>
                      <a:pt x="837" y="6147"/>
                      <a:pt x="882" y="6087"/>
                    </a:cubicBezTo>
                    <a:cubicBezTo>
                      <a:pt x="967" y="5979"/>
                      <a:pt x="967" y="5725"/>
                      <a:pt x="955" y="5554"/>
                    </a:cubicBezTo>
                    <a:cubicBezTo>
                      <a:pt x="1332" y="4499"/>
                      <a:pt x="2001" y="3482"/>
                      <a:pt x="2891" y="2733"/>
                    </a:cubicBezTo>
                    <a:lnTo>
                      <a:pt x="2891" y="3642"/>
                    </a:lnTo>
                    <a:lnTo>
                      <a:pt x="2891" y="12915"/>
                    </a:lnTo>
                    <a:lnTo>
                      <a:pt x="9383" y="12915"/>
                    </a:lnTo>
                    <a:lnTo>
                      <a:pt x="9383" y="11697"/>
                    </a:lnTo>
                    <a:cubicBezTo>
                      <a:pt x="9390" y="11697"/>
                      <a:pt x="9396" y="11697"/>
                      <a:pt x="9401" y="11695"/>
                    </a:cubicBezTo>
                    <a:cubicBezTo>
                      <a:pt x="9407" y="11693"/>
                      <a:pt x="9878" y="11545"/>
                      <a:pt x="10278" y="11545"/>
                    </a:cubicBezTo>
                    <a:cubicBezTo>
                      <a:pt x="10424" y="11545"/>
                      <a:pt x="10561" y="11564"/>
                      <a:pt x="10661" y="11619"/>
                    </a:cubicBezTo>
                    <a:cubicBezTo>
                      <a:pt x="10738" y="11660"/>
                      <a:pt x="10784" y="11717"/>
                      <a:pt x="10806" y="11793"/>
                    </a:cubicBezTo>
                    <a:cubicBezTo>
                      <a:pt x="10915" y="12186"/>
                      <a:pt x="11326" y="12362"/>
                      <a:pt x="11644" y="12393"/>
                    </a:cubicBezTo>
                    <a:cubicBezTo>
                      <a:pt x="11685" y="12397"/>
                      <a:pt x="11725" y="12399"/>
                      <a:pt x="11766" y="12399"/>
                    </a:cubicBezTo>
                    <a:cubicBezTo>
                      <a:pt x="12048" y="12399"/>
                      <a:pt x="12275" y="12297"/>
                      <a:pt x="12361" y="12125"/>
                    </a:cubicBezTo>
                    <a:cubicBezTo>
                      <a:pt x="12488" y="11876"/>
                      <a:pt x="12500" y="11641"/>
                      <a:pt x="12402" y="11432"/>
                    </a:cubicBezTo>
                    <a:cubicBezTo>
                      <a:pt x="12256" y="11118"/>
                      <a:pt x="11869" y="10875"/>
                      <a:pt x="11251" y="10701"/>
                    </a:cubicBezTo>
                    <a:lnTo>
                      <a:pt x="11251" y="10357"/>
                    </a:lnTo>
                    <a:cubicBezTo>
                      <a:pt x="11288" y="10294"/>
                      <a:pt x="12275" y="8612"/>
                      <a:pt x="11670" y="6136"/>
                    </a:cubicBezTo>
                    <a:cubicBezTo>
                      <a:pt x="11342" y="4792"/>
                      <a:pt x="10536" y="3440"/>
                      <a:pt x="9383" y="2513"/>
                    </a:cubicBezTo>
                    <a:lnTo>
                      <a:pt x="9383" y="2461"/>
                    </a:lnTo>
                    <a:lnTo>
                      <a:pt x="9316" y="2461"/>
                    </a:lnTo>
                    <a:cubicBezTo>
                      <a:pt x="8434" y="1774"/>
                      <a:pt x="7356" y="1337"/>
                      <a:pt x="6137" y="1337"/>
                    </a:cubicBezTo>
                    <a:cubicBezTo>
                      <a:pt x="5734" y="1337"/>
                      <a:pt x="5345" y="1385"/>
                      <a:pt x="4974" y="1475"/>
                    </a:cubicBezTo>
                    <a:cubicBezTo>
                      <a:pt x="4867" y="840"/>
                      <a:pt x="4650" y="118"/>
                      <a:pt x="4211" y="26"/>
                    </a:cubicBezTo>
                    <a:cubicBezTo>
                      <a:pt x="4129" y="9"/>
                      <a:pt x="4052" y="1"/>
                      <a:pt x="3979"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6" name="Google Shape;9936;p126"/>
              <p:cNvGrpSpPr/>
              <p:nvPr/>
            </p:nvGrpSpPr>
            <p:grpSpPr>
              <a:xfrm>
                <a:off x="-2828900" y="2732988"/>
                <a:ext cx="312600" cy="322825"/>
                <a:chOff x="-2828900" y="1465025"/>
                <a:chExt cx="312600" cy="322825"/>
              </a:xfrm>
            </p:grpSpPr>
            <p:sp>
              <p:nvSpPr>
                <p:cNvPr id="9937" name="Google Shape;9937;p126"/>
                <p:cNvSpPr/>
                <p:nvPr/>
              </p:nvSpPr>
              <p:spPr>
                <a:xfrm>
                  <a:off x="-2828900" y="1498450"/>
                  <a:ext cx="306925" cy="225500"/>
                </a:xfrm>
                <a:custGeom>
                  <a:rect b="b" l="l" r="r" t="t"/>
                  <a:pathLst>
                    <a:path extrusionOk="0" h="9020" w="12277">
                      <a:moveTo>
                        <a:pt x="6138" y="0"/>
                      </a:moveTo>
                      <a:cubicBezTo>
                        <a:pt x="3276" y="0"/>
                        <a:pt x="1188" y="2414"/>
                        <a:pt x="606" y="4799"/>
                      </a:cubicBezTo>
                      <a:cubicBezTo>
                        <a:pt x="1" y="7277"/>
                        <a:pt x="987" y="8958"/>
                        <a:pt x="1024" y="9020"/>
                      </a:cubicBezTo>
                      <a:lnTo>
                        <a:pt x="1042" y="8751"/>
                      </a:lnTo>
                      <a:cubicBezTo>
                        <a:pt x="1033" y="8737"/>
                        <a:pt x="183" y="7247"/>
                        <a:pt x="769" y="4845"/>
                      </a:cubicBezTo>
                      <a:cubicBezTo>
                        <a:pt x="801" y="4834"/>
                        <a:pt x="839" y="4806"/>
                        <a:pt x="884" y="4747"/>
                      </a:cubicBezTo>
                      <a:cubicBezTo>
                        <a:pt x="970" y="4639"/>
                        <a:pt x="970" y="4385"/>
                        <a:pt x="957" y="4213"/>
                      </a:cubicBezTo>
                      <a:cubicBezTo>
                        <a:pt x="1708" y="2113"/>
                        <a:pt x="3613" y="166"/>
                        <a:pt x="6140" y="166"/>
                      </a:cubicBezTo>
                      <a:cubicBezTo>
                        <a:pt x="8666" y="166"/>
                        <a:pt x="10572" y="2114"/>
                        <a:pt x="11322" y="4213"/>
                      </a:cubicBezTo>
                      <a:cubicBezTo>
                        <a:pt x="11310" y="4383"/>
                        <a:pt x="11310" y="4638"/>
                        <a:pt x="11395" y="4747"/>
                      </a:cubicBezTo>
                      <a:cubicBezTo>
                        <a:pt x="11441" y="4806"/>
                        <a:pt x="11481" y="4832"/>
                        <a:pt x="11512" y="4845"/>
                      </a:cubicBezTo>
                      <a:cubicBezTo>
                        <a:pt x="12096" y="7247"/>
                        <a:pt x="11246" y="8736"/>
                        <a:pt x="11238" y="8751"/>
                      </a:cubicBezTo>
                      <a:lnTo>
                        <a:pt x="11255" y="9020"/>
                      </a:lnTo>
                      <a:cubicBezTo>
                        <a:pt x="11290" y="8957"/>
                        <a:pt x="12276" y="7276"/>
                        <a:pt x="11672" y="4799"/>
                      </a:cubicBezTo>
                      <a:cubicBezTo>
                        <a:pt x="11088" y="2414"/>
                        <a:pt x="9001" y="0"/>
                        <a:pt x="6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126"/>
                <p:cNvSpPr/>
                <p:nvPr/>
              </p:nvSpPr>
              <p:spPr>
                <a:xfrm>
                  <a:off x="-2748300" y="1465025"/>
                  <a:ext cx="46375" cy="63075"/>
                </a:xfrm>
                <a:custGeom>
                  <a:rect b="b" l="l" r="r" t="t"/>
                  <a:pathLst>
                    <a:path extrusionOk="0" h="2523" w="1855">
                      <a:moveTo>
                        <a:pt x="755" y="1"/>
                      </a:moveTo>
                      <a:cubicBezTo>
                        <a:pt x="577" y="1"/>
                        <a:pt x="428" y="52"/>
                        <a:pt x="311" y="155"/>
                      </a:cubicBezTo>
                      <a:cubicBezTo>
                        <a:pt x="1" y="430"/>
                        <a:pt x="42" y="967"/>
                        <a:pt x="43" y="990"/>
                      </a:cubicBezTo>
                      <a:cubicBezTo>
                        <a:pt x="45" y="1024"/>
                        <a:pt x="73" y="1047"/>
                        <a:pt x="105" y="1047"/>
                      </a:cubicBezTo>
                      <a:cubicBezTo>
                        <a:pt x="106" y="1047"/>
                        <a:pt x="108" y="1047"/>
                        <a:pt x="109" y="1047"/>
                      </a:cubicBezTo>
                      <a:cubicBezTo>
                        <a:pt x="143" y="1044"/>
                        <a:pt x="168" y="1015"/>
                        <a:pt x="166" y="981"/>
                      </a:cubicBezTo>
                      <a:cubicBezTo>
                        <a:pt x="164" y="976"/>
                        <a:pt x="128" y="482"/>
                        <a:pt x="393" y="248"/>
                      </a:cubicBezTo>
                      <a:cubicBezTo>
                        <a:pt x="485" y="166"/>
                        <a:pt x="607" y="125"/>
                        <a:pt x="755" y="125"/>
                      </a:cubicBezTo>
                      <a:cubicBezTo>
                        <a:pt x="820" y="125"/>
                        <a:pt x="889" y="133"/>
                        <a:pt x="963" y="148"/>
                      </a:cubicBezTo>
                      <a:cubicBezTo>
                        <a:pt x="1534" y="267"/>
                        <a:pt x="1710" y="1859"/>
                        <a:pt x="1729" y="2463"/>
                      </a:cubicBezTo>
                      <a:cubicBezTo>
                        <a:pt x="1730" y="2497"/>
                        <a:pt x="1757" y="2523"/>
                        <a:pt x="1791" y="2523"/>
                      </a:cubicBezTo>
                      <a:lnTo>
                        <a:pt x="1793" y="2523"/>
                      </a:lnTo>
                      <a:cubicBezTo>
                        <a:pt x="1827" y="2522"/>
                        <a:pt x="1854" y="2493"/>
                        <a:pt x="1853" y="2460"/>
                      </a:cubicBezTo>
                      <a:cubicBezTo>
                        <a:pt x="1849" y="2367"/>
                        <a:pt x="1772" y="189"/>
                        <a:pt x="988" y="26"/>
                      </a:cubicBezTo>
                      <a:cubicBezTo>
                        <a:pt x="906" y="9"/>
                        <a:pt x="828" y="1"/>
                        <a:pt x="7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26"/>
                <p:cNvSpPr/>
                <p:nvPr/>
              </p:nvSpPr>
              <p:spPr>
                <a:xfrm>
                  <a:off x="-2603250" y="1657175"/>
                  <a:ext cx="57875" cy="52700"/>
                </a:xfrm>
                <a:custGeom>
                  <a:rect b="b" l="l" r="r" t="t"/>
                  <a:pathLst>
                    <a:path extrusionOk="0" h="2108" w="2315">
                      <a:moveTo>
                        <a:pt x="70" y="1"/>
                      </a:moveTo>
                      <a:cubicBezTo>
                        <a:pt x="57" y="1"/>
                        <a:pt x="44" y="5"/>
                        <a:pt x="33" y="13"/>
                      </a:cubicBezTo>
                      <a:cubicBezTo>
                        <a:pt x="6" y="34"/>
                        <a:pt x="1" y="72"/>
                        <a:pt x="21" y="100"/>
                      </a:cubicBezTo>
                      <a:cubicBezTo>
                        <a:pt x="28" y="108"/>
                        <a:pt x="487" y="704"/>
                        <a:pt x="1066" y="704"/>
                      </a:cubicBezTo>
                      <a:cubicBezTo>
                        <a:pt x="1186" y="704"/>
                        <a:pt x="1311" y="679"/>
                        <a:pt x="1438" y="617"/>
                      </a:cubicBezTo>
                      <a:cubicBezTo>
                        <a:pt x="1517" y="579"/>
                        <a:pt x="1590" y="560"/>
                        <a:pt x="1657" y="560"/>
                      </a:cubicBezTo>
                      <a:cubicBezTo>
                        <a:pt x="1791" y="560"/>
                        <a:pt x="1900" y="637"/>
                        <a:pt x="1982" y="791"/>
                      </a:cubicBezTo>
                      <a:cubicBezTo>
                        <a:pt x="2184" y="1170"/>
                        <a:pt x="2131" y="1884"/>
                        <a:pt x="1942" y="1993"/>
                      </a:cubicBezTo>
                      <a:cubicBezTo>
                        <a:pt x="1914" y="2009"/>
                        <a:pt x="1904" y="2046"/>
                        <a:pt x="1920" y="2076"/>
                      </a:cubicBezTo>
                      <a:cubicBezTo>
                        <a:pt x="1931" y="2096"/>
                        <a:pt x="1952" y="2107"/>
                        <a:pt x="1973" y="2107"/>
                      </a:cubicBezTo>
                      <a:cubicBezTo>
                        <a:pt x="1983" y="2107"/>
                        <a:pt x="1995" y="2104"/>
                        <a:pt x="2003" y="2099"/>
                      </a:cubicBezTo>
                      <a:cubicBezTo>
                        <a:pt x="2265" y="1947"/>
                        <a:pt x="2314" y="1157"/>
                        <a:pt x="2090" y="734"/>
                      </a:cubicBezTo>
                      <a:cubicBezTo>
                        <a:pt x="1986" y="536"/>
                        <a:pt x="1837" y="435"/>
                        <a:pt x="1659" y="435"/>
                      </a:cubicBezTo>
                      <a:cubicBezTo>
                        <a:pt x="1573" y="435"/>
                        <a:pt x="1481" y="458"/>
                        <a:pt x="1383" y="506"/>
                      </a:cubicBezTo>
                      <a:cubicBezTo>
                        <a:pt x="1275" y="558"/>
                        <a:pt x="1168" y="580"/>
                        <a:pt x="1065" y="580"/>
                      </a:cubicBezTo>
                      <a:cubicBezTo>
                        <a:pt x="548" y="580"/>
                        <a:pt x="124" y="32"/>
                        <a:pt x="119" y="25"/>
                      </a:cubicBezTo>
                      <a:cubicBezTo>
                        <a:pt x="107" y="9"/>
                        <a:pt x="89" y="1"/>
                        <a:pt x="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126"/>
                <p:cNvSpPr/>
                <p:nvPr/>
              </p:nvSpPr>
              <p:spPr>
                <a:xfrm>
                  <a:off x="-2596050" y="1731025"/>
                  <a:ext cx="79750" cy="43975"/>
                </a:xfrm>
                <a:custGeom>
                  <a:rect b="b" l="l" r="r" t="t"/>
                  <a:pathLst>
                    <a:path extrusionOk="0" h="1759" w="3190">
                      <a:moveTo>
                        <a:pt x="1686" y="0"/>
                      </a:moveTo>
                      <a:cubicBezTo>
                        <a:pt x="1658" y="0"/>
                        <a:pt x="1632" y="19"/>
                        <a:pt x="1626" y="48"/>
                      </a:cubicBezTo>
                      <a:cubicBezTo>
                        <a:pt x="1618" y="82"/>
                        <a:pt x="1638" y="114"/>
                        <a:pt x="1672" y="122"/>
                      </a:cubicBezTo>
                      <a:cubicBezTo>
                        <a:pt x="2380" y="283"/>
                        <a:pt x="2832" y="533"/>
                        <a:pt x="2979" y="845"/>
                      </a:cubicBezTo>
                      <a:cubicBezTo>
                        <a:pt x="3060" y="1018"/>
                        <a:pt x="3047" y="1215"/>
                        <a:pt x="2939" y="1430"/>
                      </a:cubicBezTo>
                      <a:cubicBezTo>
                        <a:pt x="2874" y="1557"/>
                        <a:pt x="2685" y="1635"/>
                        <a:pt x="2452" y="1635"/>
                      </a:cubicBezTo>
                      <a:cubicBezTo>
                        <a:pt x="2416" y="1635"/>
                        <a:pt x="2380" y="1634"/>
                        <a:pt x="2343" y="1630"/>
                      </a:cubicBezTo>
                      <a:cubicBezTo>
                        <a:pt x="2063" y="1602"/>
                        <a:pt x="1703" y="1451"/>
                        <a:pt x="1610" y="1119"/>
                      </a:cubicBezTo>
                      <a:cubicBezTo>
                        <a:pt x="1580" y="1011"/>
                        <a:pt x="1512" y="926"/>
                        <a:pt x="1406" y="869"/>
                      </a:cubicBezTo>
                      <a:cubicBezTo>
                        <a:pt x="1286" y="805"/>
                        <a:pt x="1128" y="781"/>
                        <a:pt x="962" y="781"/>
                      </a:cubicBezTo>
                      <a:cubicBezTo>
                        <a:pt x="544" y="781"/>
                        <a:pt x="78" y="928"/>
                        <a:pt x="51" y="937"/>
                      </a:cubicBezTo>
                      <a:cubicBezTo>
                        <a:pt x="18" y="947"/>
                        <a:pt x="0" y="982"/>
                        <a:pt x="11" y="1014"/>
                      </a:cubicBezTo>
                      <a:cubicBezTo>
                        <a:pt x="19" y="1041"/>
                        <a:pt x="44" y="1057"/>
                        <a:pt x="69" y="1057"/>
                      </a:cubicBezTo>
                      <a:cubicBezTo>
                        <a:pt x="76" y="1057"/>
                        <a:pt x="82" y="1056"/>
                        <a:pt x="88" y="1054"/>
                      </a:cubicBezTo>
                      <a:cubicBezTo>
                        <a:pt x="95" y="1052"/>
                        <a:pt x="564" y="904"/>
                        <a:pt x="963" y="904"/>
                      </a:cubicBezTo>
                      <a:cubicBezTo>
                        <a:pt x="1110" y="904"/>
                        <a:pt x="1247" y="924"/>
                        <a:pt x="1348" y="979"/>
                      </a:cubicBezTo>
                      <a:cubicBezTo>
                        <a:pt x="1425" y="1020"/>
                        <a:pt x="1472" y="1077"/>
                        <a:pt x="1493" y="1152"/>
                      </a:cubicBezTo>
                      <a:cubicBezTo>
                        <a:pt x="1601" y="1544"/>
                        <a:pt x="2013" y="1722"/>
                        <a:pt x="2332" y="1753"/>
                      </a:cubicBezTo>
                      <a:cubicBezTo>
                        <a:pt x="2373" y="1756"/>
                        <a:pt x="2412" y="1759"/>
                        <a:pt x="2453" y="1759"/>
                      </a:cubicBezTo>
                      <a:cubicBezTo>
                        <a:pt x="2735" y="1759"/>
                        <a:pt x="2962" y="1657"/>
                        <a:pt x="3049" y="1487"/>
                      </a:cubicBezTo>
                      <a:cubicBezTo>
                        <a:pt x="3175" y="1237"/>
                        <a:pt x="3189" y="1003"/>
                        <a:pt x="3090" y="793"/>
                      </a:cubicBezTo>
                      <a:cubicBezTo>
                        <a:pt x="2925" y="440"/>
                        <a:pt x="2457" y="175"/>
                        <a:pt x="1699" y="2"/>
                      </a:cubicBezTo>
                      <a:cubicBezTo>
                        <a:pt x="1695" y="1"/>
                        <a:pt x="1690" y="0"/>
                        <a:pt x="16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126"/>
                <p:cNvSpPr/>
                <p:nvPr/>
              </p:nvSpPr>
              <p:spPr>
                <a:xfrm>
                  <a:off x="-2756600" y="1526525"/>
                  <a:ext cx="162300" cy="261325"/>
                </a:xfrm>
                <a:custGeom>
                  <a:rect b="b" l="l" r="r" t="t"/>
                  <a:pathLst>
                    <a:path extrusionOk="0" h="10453" w="6492">
                      <a:moveTo>
                        <a:pt x="0" y="1"/>
                      </a:moveTo>
                      <a:lnTo>
                        <a:pt x="0" y="1181"/>
                      </a:lnTo>
                      <a:lnTo>
                        <a:pt x="0" y="10453"/>
                      </a:lnTo>
                      <a:lnTo>
                        <a:pt x="6492" y="10453"/>
                      </a:lnTo>
                      <a:lnTo>
                        <a:pt x="6492" y="1181"/>
                      </a:lnTo>
                      <a:lnTo>
                        <a:pt x="64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26"/>
                <p:cNvSpPr/>
                <p:nvPr/>
              </p:nvSpPr>
              <p:spPr>
                <a:xfrm>
                  <a:off x="-2724700" y="1584825"/>
                  <a:ext cx="114325" cy="158500"/>
                </a:xfrm>
                <a:custGeom>
                  <a:rect b="b" l="l" r="r" t="t"/>
                  <a:pathLst>
                    <a:path extrusionOk="0" h="6340" w="4573">
                      <a:moveTo>
                        <a:pt x="4449" y="59"/>
                      </a:moveTo>
                      <a:cubicBezTo>
                        <a:pt x="4483" y="59"/>
                        <a:pt x="4511" y="87"/>
                        <a:pt x="4511" y="121"/>
                      </a:cubicBezTo>
                      <a:lnTo>
                        <a:pt x="4511" y="6216"/>
                      </a:lnTo>
                      <a:cubicBezTo>
                        <a:pt x="4511" y="6251"/>
                        <a:pt x="4482" y="6278"/>
                        <a:pt x="4449" y="6278"/>
                      </a:cubicBezTo>
                      <a:lnTo>
                        <a:pt x="123" y="6278"/>
                      </a:lnTo>
                      <a:cubicBezTo>
                        <a:pt x="89" y="6278"/>
                        <a:pt x="61" y="6250"/>
                        <a:pt x="61" y="6216"/>
                      </a:cubicBezTo>
                      <a:lnTo>
                        <a:pt x="61" y="121"/>
                      </a:lnTo>
                      <a:cubicBezTo>
                        <a:pt x="61" y="86"/>
                        <a:pt x="90" y="59"/>
                        <a:pt x="123" y="59"/>
                      </a:cubicBezTo>
                      <a:close/>
                      <a:moveTo>
                        <a:pt x="123" y="0"/>
                      </a:moveTo>
                      <a:cubicBezTo>
                        <a:pt x="56" y="0"/>
                        <a:pt x="1" y="54"/>
                        <a:pt x="1" y="122"/>
                      </a:cubicBezTo>
                      <a:lnTo>
                        <a:pt x="1" y="6218"/>
                      </a:lnTo>
                      <a:cubicBezTo>
                        <a:pt x="1" y="6285"/>
                        <a:pt x="55" y="6340"/>
                        <a:pt x="123" y="6340"/>
                      </a:cubicBezTo>
                      <a:lnTo>
                        <a:pt x="4449" y="6340"/>
                      </a:lnTo>
                      <a:cubicBezTo>
                        <a:pt x="4517" y="6340"/>
                        <a:pt x="4573" y="6285"/>
                        <a:pt x="4571" y="6218"/>
                      </a:cubicBezTo>
                      <a:lnTo>
                        <a:pt x="4571" y="122"/>
                      </a:lnTo>
                      <a:cubicBezTo>
                        <a:pt x="4571" y="55"/>
                        <a:pt x="4517" y="0"/>
                        <a:pt x="44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126"/>
                <p:cNvSpPr/>
                <p:nvPr/>
              </p:nvSpPr>
              <p:spPr>
                <a:xfrm>
                  <a:off x="-2713425" y="1600200"/>
                  <a:ext cx="91750" cy="127675"/>
                </a:xfrm>
                <a:custGeom>
                  <a:rect b="b" l="l" r="r" t="t"/>
                  <a:pathLst>
                    <a:path extrusionOk="0" h="5107" w="3670">
                      <a:moveTo>
                        <a:pt x="94" y="0"/>
                      </a:moveTo>
                      <a:cubicBezTo>
                        <a:pt x="42" y="0"/>
                        <a:pt x="1" y="42"/>
                        <a:pt x="1" y="93"/>
                      </a:cubicBezTo>
                      <a:lnTo>
                        <a:pt x="1" y="5015"/>
                      </a:lnTo>
                      <a:cubicBezTo>
                        <a:pt x="1" y="5066"/>
                        <a:pt x="42" y="5107"/>
                        <a:pt x="94" y="5107"/>
                      </a:cubicBezTo>
                      <a:lnTo>
                        <a:pt x="3577" y="5107"/>
                      </a:lnTo>
                      <a:cubicBezTo>
                        <a:pt x="3627" y="5107"/>
                        <a:pt x="3669" y="5066"/>
                        <a:pt x="3670" y="5015"/>
                      </a:cubicBezTo>
                      <a:lnTo>
                        <a:pt x="3670" y="93"/>
                      </a:lnTo>
                      <a:cubicBezTo>
                        <a:pt x="3670" y="42"/>
                        <a:pt x="3628" y="0"/>
                        <a:pt x="35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126"/>
                <p:cNvSpPr/>
                <p:nvPr/>
              </p:nvSpPr>
              <p:spPr>
                <a:xfrm>
                  <a:off x="-2706225" y="1600225"/>
                  <a:ext cx="29725" cy="127650"/>
                </a:xfrm>
                <a:custGeom>
                  <a:rect b="b" l="l" r="r" t="t"/>
                  <a:pathLst>
                    <a:path extrusionOk="0" h="5106" w="1189">
                      <a:moveTo>
                        <a:pt x="1" y="0"/>
                      </a:moveTo>
                      <a:lnTo>
                        <a:pt x="1" y="708"/>
                      </a:lnTo>
                      <a:lnTo>
                        <a:pt x="1128" y="1074"/>
                      </a:lnTo>
                      <a:lnTo>
                        <a:pt x="1128" y="4033"/>
                      </a:lnTo>
                      <a:lnTo>
                        <a:pt x="1" y="4398"/>
                      </a:lnTo>
                      <a:lnTo>
                        <a:pt x="1" y="5106"/>
                      </a:lnTo>
                      <a:lnTo>
                        <a:pt x="63" y="5106"/>
                      </a:lnTo>
                      <a:lnTo>
                        <a:pt x="63" y="4443"/>
                      </a:lnTo>
                      <a:lnTo>
                        <a:pt x="1189" y="4077"/>
                      </a:lnTo>
                      <a:lnTo>
                        <a:pt x="1189" y="1028"/>
                      </a:lnTo>
                      <a:lnTo>
                        <a:pt x="63" y="664"/>
                      </a:lnTo>
                      <a:lnTo>
                        <a:pt x="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126"/>
                <p:cNvSpPr/>
                <p:nvPr/>
              </p:nvSpPr>
              <p:spPr>
                <a:xfrm>
                  <a:off x="-2693400" y="1770450"/>
                  <a:ext cx="82250" cy="4800"/>
                </a:xfrm>
                <a:custGeom>
                  <a:rect b="b" l="l" r="r" t="t"/>
                  <a:pathLst>
                    <a:path extrusionOk="0" h="192" w="3290">
                      <a:moveTo>
                        <a:pt x="71" y="0"/>
                      </a:moveTo>
                      <a:cubicBezTo>
                        <a:pt x="32" y="0"/>
                        <a:pt x="1" y="31"/>
                        <a:pt x="1" y="70"/>
                      </a:cubicBezTo>
                      <a:lnTo>
                        <a:pt x="1" y="121"/>
                      </a:lnTo>
                      <a:cubicBezTo>
                        <a:pt x="1" y="160"/>
                        <a:pt x="32" y="191"/>
                        <a:pt x="71" y="191"/>
                      </a:cubicBezTo>
                      <a:lnTo>
                        <a:pt x="3220" y="191"/>
                      </a:lnTo>
                      <a:cubicBezTo>
                        <a:pt x="3259" y="191"/>
                        <a:pt x="3290" y="160"/>
                        <a:pt x="3290" y="121"/>
                      </a:cubicBezTo>
                      <a:lnTo>
                        <a:pt x="3290" y="70"/>
                      </a:lnTo>
                      <a:cubicBezTo>
                        <a:pt x="3290" y="31"/>
                        <a:pt x="3259" y="0"/>
                        <a:pt x="3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126"/>
                <p:cNvSpPr/>
                <p:nvPr/>
              </p:nvSpPr>
              <p:spPr>
                <a:xfrm>
                  <a:off x="-2728150" y="1563400"/>
                  <a:ext cx="92775" cy="4800"/>
                </a:xfrm>
                <a:custGeom>
                  <a:rect b="b" l="l" r="r" t="t"/>
                  <a:pathLst>
                    <a:path extrusionOk="0" h="192" w="3711">
                      <a:moveTo>
                        <a:pt x="70" y="1"/>
                      </a:moveTo>
                      <a:cubicBezTo>
                        <a:pt x="32" y="1"/>
                        <a:pt x="1" y="32"/>
                        <a:pt x="1" y="70"/>
                      </a:cubicBezTo>
                      <a:lnTo>
                        <a:pt x="1" y="121"/>
                      </a:lnTo>
                      <a:cubicBezTo>
                        <a:pt x="1" y="161"/>
                        <a:pt x="32" y="192"/>
                        <a:pt x="70" y="192"/>
                      </a:cubicBezTo>
                      <a:lnTo>
                        <a:pt x="3641" y="192"/>
                      </a:lnTo>
                      <a:cubicBezTo>
                        <a:pt x="3679" y="192"/>
                        <a:pt x="3710" y="158"/>
                        <a:pt x="3711" y="121"/>
                      </a:cubicBezTo>
                      <a:lnTo>
                        <a:pt x="3711" y="70"/>
                      </a:lnTo>
                      <a:cubicBezTo>
                        <a:pt x="3711" y="32"/>
                        <a:pt x="3680" y="1"/>
                        <a:pt x="36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126"/>
                <p:cNvSpPr/>
                <p:nvPr/>
              </p:nvSpPr>
              <p:spPr>
                <a:xfrm>
                  <a:off x="-2621725" y="1534950"/>
                  <a:ext cx="8475" cy="8475"/>
                </a:xfrm>
                <a:custGeom>
                  <a:rect b="b" l="l" r="r" t="t"/>
                  <a:pathLst>
                    <a:path extrusionOk="0" h="339" w="339">
                      <a:moveTo>
                        <a:pt x="169" y="0"/>
                      </a:moveTo>
                      <a:cubicBezTo>
                        <a:pt x="76" y="0"/>
                        <a:pt x="1" y="77"/>
                        <a:pt x="1" y="170"/>
                      </a:cubicBezTo>
                      <a:cubicBezTo>
                        <a:pt x="1" y="262"/>
                        <a:pt x="77" y="339"/>
                        <a:pt x="169" y="339"/>
                      </a:cubicBezTo>
                      <a:cubicBezTo>
                        <a:pt x="263" y="339"/>
                        <a:pt x="338" y="262"/>
                        <a:pt x="338" y="170"/>
                      </a:cubicBezTo>
                      <a:cubicBezTo>
                        <a:pt x="338" y="77"/>
                        <a:pt x="263"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126"/>
                <p:cNvSpPr/>
                <p:nvPr/>
              </p:nvSpPr>
              <p:spPr>
                <a:xfrm>
                  <a:off x="-2643875" y="1534950"/>
                  <a:ext cx="8475" cy="8475"/>
                </a:xfrm>
                <a:custGeom>
                  <a:rect b="b" l="l" r="r" t="t"/>
                  <a:pathLst>
                    <a:path extrusionOk="0" h="339" w="339">
                      <a:moveTo>
                        <a:pt x="169" y="0"/>
                      </a:moveTo>
                      <a:cubicBezTo>
                        <a:pt x="77" y="0"/>
                        <a:pt x="0" y="77"/>
                        <a:pt x="0" y="170"/>
                      </a:cubicBezTo>
                      <a:cubicBezTo>
                        <a:pt x="0" y="262"/>
                        <a:pt x="77" y="339"/>
                        <a:pt x="169" y="339"/>
                      </a:cubicBezTo>
                      <a:cubicBezTo>
                        <a:pt x="262" y="339"/>
                        <a:pt x="339" y="262"/>
                        <a:pt x="339" y="170"/>
                      </a:cubicBezTo>
                      <a:cubicBezTo>
                        <a:pt x="339" y="77"/>
                        <a:pt x="262"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126"/>
                <p:cNvSpPr/>
                <p:nvPr/>
              </p:nvSpPr>
              <p:spPr>
                <a:xfrm>
                  <a:off x="-2666000" y="1534950"/>
                  <a:ext cx="8475" cy="8475"/>
                </a:xfrm>
                <a:custGeom>
                  <a:rect b="b" l="l" r="r" t="t"/>
                  <a:pathLst>
                    <a:path extrusionOk="0" h="339" w="339">
                      <a:moveTo>
                        <a:pt x="169" y="0"/>
                      </a:moveTo>
                      <a:cubicBezTo>
                        <a:pt x="76" y="0"/>
                        <a:pt x="1" y="77"/>
                        <a:pt x="1" y="170"/>
                      </a:cubicBezTo>
                      <a:cubicBezTo>
                        <a:pt x="1" y="262"/>
                        <a:pt x="76" y="339"/>
                        <a:pt x="169" y="339"/>
                      </a:cubicBezTo>
                      <a:cubicBezTo>
                        <a:pt x="262" y="339"/>
                        <a:pt x="338" y="262"/>
                        <a:pt x="338" y="170"/>
                      </a:cubicBezTo>
                      <a:cubicBezTo>
                        <a:pt x="338" y="77"/>
                        <a:pt x="264"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126"/>
                <p:cNvSpPr/>
                <p:nvPr/>
              </p:nvSpPr>
              <p:spPr>
                <a:xfrm>
                  <a:off x="-2687100" y="1534950"/>
                  <a:ext cx="6350" cy="6350"/>
                </a:xfrm>
                <a:custGeom>
                  <a:rect b="b" l="l" r="r" t="t"/>
                  <a:pathLst>
                    <a:path extrusionOk="0" h="254" w="254">
                      <a:moveTo>
                        <a:pt x="126" y="0"/>
                      </a:moveTo>
                      <a:cubicBezTo>
                        <a:pt x="57" y="0"/>
                        <a:pt x="1" y="57"/>
                        <a:pt x="1" y="127"/>
                      </a:cubicBezTo>
                      <a:cubicBezTo>
                        <a:pt x="1" y="196"/>
                        <a:pt x="57" y="253"/>
                        <a:pt x="126" y="253"/>
                      </a:cubicBezTo>
                      <a:cubicBezTo>
                        <a:pt x="197" y="253"/>
                        <a:pt x="253" y="196"/>
                        <a:pt x="253" y="127"/>
                      </a:cubicBezTo>
                      <a:cubicBezTo>
                        <a:pt x="253" y="57"/>
                        <a:pt x="197" y="0"/>
                        <a:pt x="1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26"/>
                <p:cNvSpPr/>
                <p:nvPr/>
              </p:nvSpPr>
              <p:spPr>
                <a:xfrm>
                  <a:off x="-2717475" y="1534950"/>
                  <a:ext cx="6350" cy="6350"/>
                </a:xfrm>
                <a:custGeom>
                  <a:rect b="b" l="l" r="r" t="t"/>
                  <a:pathLst>
                    <a:path extrusionOk="0" h="254" w="254">
                      <a:moveTo>
                        <a:pt x="127" y="0"/>
                      </a:moveTo>
                      <a:cubicBezTo>
                        <a:pt x="57" y="0"/>
                        <a:pt x="1" y="57"/>
                        <a:pt x="1" y="127"/>
                      </a:cubicBezTo>
                      <a:cubicBezTo>
                        <a:pt x="1" y="196"/>
                        <a:pt x="57" y="253"/>
                        <a:pt x="127" y="253"/>
                      </a:cubicBezTo>
                      <a:cubicBezTo>
                        <a:pt x="197" y="253"/>
                        <a:pt x="254" y="196"/>
                        <a:pt x="254" y="127"/>
                      </a:cubicBezTo>
                      <a:cubicBezTo>
                        <a:pt x="254" y="57"/>
                        <a:pt x="197" y="0"/>
                        <a:pt x="1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126"/>
                <p:cNvSpPr/>
                <p:nvPr/>
              </p:nvSpPr>
              <p:spPr>
                <a:xfrm>
                  <a:off x="-2797000" y="1704075"/>
                  <a:ext cx="6700" cy="35175"/>
                </a:xfrm>
                <a:custGeom>
                  <a:rect b="b" l="l" r="r" t="t"/>
                  <a:pathLst>
                    <a:path extrusionOk="0" h="1407" w="268">
                      <a:moveTo>
                        <a:pt x="50" y="0"/>
                      </a:moveTo>
                      <a:cubicBezTo>
                        <a:pt x="22" y="0"/>
                        <a:pt x="0" y="22"/>
                        <a:pt x="0" y="50"/>
                      </a:cubicBezTo>
                      <a:lnTo>
                        <a:pt x="0" y="1357"/>
                      </a:lnTo>
                      <a:cubicBezTo>
                        <a:pt x="0" y="1384"/>
                        <a:pt x="22" y="1407"/>
                        <a:pt x="50" y="1407"/>
                      </a:cubicBezTo>
                      <a:lnTo>
                        <a:pt x="268" y="1407"/>
                      </a:lnTo>
                      <a:lnTo>
                        <a:pt x="2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126"/>
                <p:cNvSpPr/>
                <p:nvPr/>
              </p:nvSpPr>
              <p:spPr>
                <a:xfrm>
                  <a:off x="-2803325" y="1708300"/>
                  <a:ext cx="6350" cy="24575"/>
                </a:xfrm>
                <a:custGeom>
                  <a:rect b="b" l="l" r="r" t="t"/>
                  <a:pathLst>
                    <a:path extrusionOk="0" h="983" w="254">
                      <a:moveTo>
                        <a:pt x="0" y="0"/>
                      </a:moveTo>
                      <a:lnTo>
                        <a:pt x="0" y="983"/>
                      </a:lnTo>
                      <a:lnTo>
                        <a:pt x="253" y="983"/>
                      </a:lnTo>
                      <a:lnTo>
                        <a:pt x="2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26"/>
                <p:cNvSpPr/>
                <p:nvPr/>
              </p:nvSpPr>
              <p:spPr>
                <a:xfrm>
                  <a:off x="-2560600" y="1704075"/>
                  <a:ext cx="6675" cy="35175"/>
                </a:xfrm>
                <a:custGeom>
                  <a:rect b="b" l="l" r="r" t="t"/>
                  <a:pathLst>
                    <a:path extrusionOk="0" h="1407" w="267">
                      <a:moveTo>
                        <a:pt x="0" y="0"/>
                      </a:moveTo>
                      <a:lnTo>
                        <a:pt x="0" y="1407"/>
                      </a:lnTo>
                      <a:lnTo>
                        <a:pt x="218" y="1407"/>
                      </a:lnTo>
                      <a:cubicBezTo>
                        <a:pt x="245" y="1407"/>
                        <a:pt x="267" y="1384"/>
                        <a:pt x="267" y="1357"/>
                      </a:cubicBezTo>
                      <a:lnTo>
                        <a:pt x="267" y="50"/>
                      </a:lnTo>
                      <a:cubicBezTo>
                        <a:pt x="267" y="22"/>
                        <a:pt x="245"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126"/>
                <p:cNvSpPr/>
                <p:nvPr/>
              </p:nvSpPr>
              <p:spPr>
                <a:xfrm>
                  <a:off x="-2553925" y="1708325"/>
                  <a:ext cx="6350" cy="24600"/>
                </a:xfrm>
                <a:custGeom>
                  <a:rect b="b" l="l" r="r" t="t"/>
                  <a:pathLst>
                    <a:path extrusionOk="0" h="984" w="254">
                      <a:moveTo>
                        <a:pt x="1" y="0"/>
                      </a:moveTo>
                      <a:lnTo>
                        <a:pt x="1" y="984"/>
                      </a:lnTo>
                      <a:lnTo>
                        <a:pt x="254" y="984"/>
                      </a:lnTo>
                      <a:lnTo>
                        <a:pt x="2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126"/>
                <p:cNvSpPr/>
                <p:nvPr/>
              </p:nvSpPr>
              <p:spPr>
                <a:xfrm>
                  <a:off x="-2662850" y="1620875"/>
                  <a:ext cx="15450" cy="15475"/>
                </a:xfrm>
                <a:custGeom>
                  <a:rect b="b" l="l" r="r" t="t"/>
                  <a:pathLst>
                    <a:path extrusionOk="0" h="619" w="618">
                      <a:moveTo>
                        <a:pt x="309" y="1"/>
                      </a:moveTo>
                      <a:cubicBezTo>
                        <a:pt x="139" y="1"/>
                        <a:pt x="1" y="139"/>
                        <a:pt x="1" y="309"/>
                      </a:cubicBezTo>
                      <a:cubicBezTo>
                        <a:pt x="1" y="480"/>
                        <a:pt x="139" y="618"/>
                        <a:pt x="309" y="618"/>
                      </a:cubicBezTo>
                      <a:cubicBezTo>
                        <a:pt x="480" y="618"/>
                        <a:pt x="618" y="480"/>
                        <a:pt x="618" y="309"/>
                      </a:cubicBezTo>
                      <a:cubicBezTo>
                        <a:pt x="618" y="139"/>
                        <a:pt x="480" y="1"/>
                        <a:pt x="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26"/>
                <p:cNvSpPr/>
                <p:nvPr/>
              </p:nvSpPr>
              <p:spPr>
                <a:xfrm>
                  <a:off x="-2662850" y="1691775"/>
                  <a:ext cx="15450" cy="15425"/>
                </a:xfrm>
                <a:custGeom>
                  <a:rect b="b" l="l" r="r" t="t"/>
                  <a:pathLst>
                    <a:path extrusionOk="0" h="617" w="618">
                      <a:moveTo>
                        <a:pt x="309" y="1"/>
                      </a:moveTo>
                      <a:cubicBezTo>
                        <a:pt x="139" y="1"/>
                        <a:pt x="1" y="139"/>
                        <a:pt x="1" y="308"/>
                      </a:cubicBezTo>
                      <a:cubicBezTo>
                        <a:pt x="1" y="479"/>
                        <a:pt x="139" y="617"/>
                        <a:pt x="309" y="617"/>
                      </a:cubicBezTo>
                      <a:cubicBezTo>
                        <a:pt x="480" y="617"/>
                        <a:pt x="618" y="479"/>
                        <a:pt x="618" y="308"/>
                      </a:cubicBezTo>
                      <a:cubicBezTo>
                        <a:pt x="618" y="139"/>
                        <a:pt x="480" y="1"/>
                        <a:pt x="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126"/>
                <p:cNvSpPr/>
                <p:nvPr/>
              </p:nvSpPr>
              <p:spPr>
                <a:xfrm>
                  <a:off x="-2756600" y="1526525"/>
                  <a:ext cx="19700" cy="261325"/>
                </a:xfrm>
                <a:custGeom>
                  <a:rect b="b" l="l" r="r" t="t"/>
                  <a:pathLst>
                    <a:path extrusionOk="0" h="10453" w="788">
                      <a:moveTo>
                        <a:pt x="0" y="1"/>
                      </a:moveTo>
                      <a:lnTo>
                        <a:pt x="0" y="1181"/>
                      </a:lnTo>
                      <a:lnTo>
                        <a:pt x="0" y="10453"/>
                      </a:lnTo>
                      <a:lnTo>
                        <a:pt x="788" y="10453"/>
                      </a:lnTo>
                      <a:lnTo>
                        <a:pt x="788" y="1181"/>
                      </a:lnTo>
                      <a:lnTo>
                        <a:pt x="7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126"/>
                <p:cNvSpPr/>
                <p:nvPr/>
              </p:nvSpPr>
              <p:spPr>
                <a:xfrm>
                  <a:off x="-2750625" y="1489650"/>
                  <a:ext cx="9850" cy="48500"/>
                </a:xfrm>
                <a:custGeom>
                  <a:rect b="b" l="l" r="r" t="t"/>
                  <a:pathLst>
                    <a:path extrusionOk="0" h="1940" w="394">
                      <a:moveTo>
                        <a:pt x="84" y="0"/>
                      </a:moveTo>
                      <a:lnTo>
                        <a:pt x="1" y="1798"/>
                      </a:lnTo>
                      <a:cubicBezTo>
                        <a:pt x="1" y="1875"/>
                        <a:pt x="64" y="1939"/>
                        <a:pt x="141" y="1939"/>
                      </a:cubicBezTo>
                      <a:lnTo>
                        <a:pt x="254" y="1939"/>
                      </a:lnTo>
                      <a:cubicBezTo>
                        <a:pt x="331" y="1939"/>
                        <a:pt x="394" y="1877"/>
                        <a:pt x="393" y="1798"/>
                      </a:cubicBezTo>
                      <a:lnTo>
                        <a:pt x="2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26"/>
                <p:cNvSpPr/>
                <p:nvPr/>
              </p:nvSpPr>
              <p:spPr>
                <a:xfrm>
                  <a:off x="-2592025" y="1687950"/>
                  <a:ext cx="31425" cy="63900"/>
                </a:xfrm>
                <a:custGeom>
                  <a:rect b="b" l="l" r="r" t="t"/>
                  <a:pathLst>
                    <a:path extrusionOk="0" h="2556" w="1257">
                      <a:moveTo>
                        <a:pt x="105" y="0"/>
                      </a:moveTo>
                      <a:cubicBezTo>
                        <a:pt x="105" y="0"/>
                        <a:pt x="0" y="598"/>
                        <a:pt x="20" y="1476"/>
                      </a:cubicBezTo>
                      <a:lnTo>
                        <a:pt x="20" y="1497"/>
                      </a:lnTo>
                      <a:cubicBezTo>
                        <a:pt x="21" y="1535"/>
                        <a:pt x="22" y="1573"/>
                        <a:pt x="24" y="1611"/>
                      </a:cubicBezTo>
                      <a:cubicBezTo>
                        <a:pt x="24" y="1620"/>
                        <a:pt x="24" y="1629"/>
                        <a:pt x="25" y="1637"/>
                      </a:cubicBezTo>
                      <a:cubicBezTo>
                        <a:pt x="26" y="1678"/>
                        <a:pt x="29" y="1719"/>
                        <a:pt x="30" y="1763"/>
                      </a:cubicBezTo>
                      <a:cubicBezTo>
                        <a:pt x="30" y="1767"/>
                        <a:pt x="30" y="1771"/>
                        <a:pt x="31" y="1775"/>
                      </a:cubicBezTo>
                      <a:cubicBezTo>
                        <a:pt x="35" y="1823"/>
                        <a:pt x="37" y="1870"/>
                        <a:pt x="41" y="1920"/>
                      </a:cubicBezTo>
                      <a:cubicBezTo>
                        <a:pt x="41" y="1925"/>
                        <a:pt x="42" y="1929"/>
                        <a:pt x="42" y="1934"/>
                      </a:cubicBezTo>
                      <a:cubicBezTo>
                        <a:pt x="45" y="1975"/>
                        <a:pt x="48" y="2018"/>
                        <a:pt x="51" y="2060"/>
                      </a:cubicBezTo>
                      <a:cubicBezTo>
                        <a:pt x="52" y="2074"/>
                        <a:pt x="53" y="2090"/>
                        <a:pt x="55" y="2104"/>
                      </a:cubicBezTo>
                      <a:cubicBezTo>
                        <a:pt x="57" y="2137"/>
                        <a:pt x="61" y="2171"/>
                        <a:pt x="63" y="2205"/>
                      </a:cubicBezTo>
                      <a:cubicBezTo>
                        <a:pt x="65" y="2223"/>
                        <a:pt x="68" y="2239"/>
                        <a:pt x="69" y="2256"/>
                      </a:cubicBezTo>
                      <a:cubicBezTo>
                        <a:pt x="73" y="2290"/>
                        <a:pt x="77" y="2324"/>
                        <a:pt x="80" y="2359"/>
                      </a:cubicBezTo>
                      <a:cubicBezTo>
                        <a:pt x="82" y="2375"/>
                        <a:pt x="84" y="2390"/>
                        <a:pt x="85" y="2406"/>
                      </a:cubicBezTo>
                      <a:cubicBezTo>
                        <a:pt x="92" y="2455"/>
                        <a:pt x="97" y="2504"/>
                        <a:pt x="105" y="2553"/>
                      </a:cubicBezTo>
                      <a:lnTo>
                        <a:pt x="105" y="2555"/>
                      </a:lnTo>
                      <a:lnTo>
                        <a:pt x="1256" y="2317"/>
                      </a:lnTo>
                      <a:lnTo>
                        <a:pt x="1256" y="1348"/>
                      </a:lnTo>
                      <a:lnTo>
                        <a:pt x="1256" y="252"/>
                      </a:lnTo>
                      <a:lnTo>
                        <a:pt x="1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126"/>
                <p:cNvSpPr/>
                <p:nvPr/>
              </p:nvSpPr>
              <p:spPr>
                <a:xfrm>
                  <a:off x="-2790300" y="1687925"/>
                  <a:ext cx="31200" cy="63925"/>
                </a:xfrm>
                <a:custGeom>
                  <a:rect b="b" l="l" r="r" t="t"/>
                  <a:pathLst>
                    <a:path extrusionOk="0" h="2557" w="1248">
                      <a:moveTo>
                        <a:pt x="1152" y="0"/>
                      </a:moveTo>
                      <a:lnTo>
                        <a:pt x="1" y="253"/>
                      </a:lnTo>
                      <a:lnTo>
                        <a:pt x="1" y="1349"/>
                      </a:lnTo>
                      <a:lnTo>
                        <a:pt x="1" y="2318"/>
                      </a:lnTo>
                      <a:lnTo>
                        <a:pt x="1152" y="2556"/>
                      </a:lnTo>
                      <a:lnTo>
                        <a:pt x="1172" y="2406"/>
                      </a:lnTo>
                      <a:cubicBezTo>
                        <a:pt x="1173" y="2390"/>
                        <a:pt x="1176" y="2375"/>
                        <a:pt x="1177" y="2359"/>
                      </a:cubicBezTo>
                      <a:cubicBezTo>
                        <a:pt x="1181" y="2326"/>
                        <a:pt x="1185" y="2291"/>
                        <a:pt x="1187" y="2257"/>
                      </a:cubicBezTo>
                      <a:cubicBezTo>
                        <a:pt x="1188" y="2240"/>
                        <a:pt x="1192" y="2224"/>
                        <a:pt x="1193" y="2207"/>
                      </a:cubicBezTo>
                      <a:cubicBezTo>
                        <a:pt x="1197" y="2172"/>
                        <a:pt x="1199" y="2138"/>
                        <a:pt x="1202" y="2105"/>
                      </a:cubicBezTo>
                      <a:cubicBezTo>
                        <a:pt x="1203" y="2091"/>
                        <a:pt x="1204" y="2076"/>
                        <a:pt x="1206" y="2061"/>
                      </a:cubicBezTo>
                      <a:cubicBezTo>
                        <a:pt x="1209" y="2019"/>
                        <a:pt x="1212" y="1976"/>
                        <a:pt x="1214" y="1935"/>
                      </a:cubicBezTo>
                      <a:cubicBezTo>
                        <a:pt x="1214" y="1931"/>
                        <a:pt x="1216" y="1926"/>
                        <a:pt x="1216" y="1921"/>
                      </a:cubicBezTo>
                      <a:cubicBezTo>
                        <a:pt x="1219" y="1872"/>
                        <a:pt x="1222" y="1824"/>
                        <a:pt x="1225" y="1776"/>
                      </a:cubicBezTo>
                      <a:cubicBezTo>
                        <a:pt x="1225" y="1771"/>
                        <a:pt x="1225" y="1767"/>
                        <a:pt x="1227" y="1764"/>
                      </a:cubicBezTo>
                      <a:cubicBezTo>
                        <a:pt x="1229" y="1720"/>
                        <a:pt x="1230" y="1679"/>
                        <a:pt x="1232" y="1638"/>
                      </a:cubicBezTo>
                      <a:cubicBezTo>
                        <a:pt x="1232" y="1630"/>
                        <a:pt x="1232" y="1620"/>
                        <a:pt x="1233" y="1611"/>
                      </a:cubicBezTo>
                      <a:lnTo>
                        <a:pt x="1237" y="1498"/>
                      </a:lnTo>
                      <a:lnTo>
                        <a:pt x="1237" y="1477"/>
                      </a:lnTo>
                      <a:cubicBezTo>
                        <a:pt x="1238" y="1434"/>
                        <a:pt x="1238" y="1392"/>
                        <a:pt x="1239" y="1351"/>
                      </a:cubicBezTo>
                      <a:lnTo>
                        <a:pt x="1239" y="1349"/>
                      </a:lnTo>
                      <a:cubicBezTo>
                        <a:pt x="1247" y="541"/>
                        <a:pt x="1152" y="0"/>
                        <a:pt x="11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126"/>
                <p:cNvSpPr/>
                <p:nvPr/>
              </p:nvSpPr>
              <p:spPr>
                <a:xfrm>
                  <a:off x="-2803325" y="1720600"/>
                  <a:ext cx="6350" cy="12300"/>
                </a:xfrm>
                <a:custGeom>
                  <a:rect b="b" l="l" r="r" t="t"/>
                  <a:pathLst>
                    <a:path extrusionOk="0" h="492" w="254">
                      <a:moveTo>
                        <a:pt x="0" y="1"/>
                      </a:moveTo>
                      <a:lnTo>
                        <a:pt x="0" y="492"/>
                      </a:lnTo>
                      <a:lnTo>
                        <a:pt x="253" y="492"/>
                      </a:lnTo>
                      <a:lnTo>
                        <a:pt x="2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26"/>
                <p:cNvSpPr/>
                <p:nvPr/>
              </p:nvSpPr>
              <p:spPr>
                <a:xfrm>
                  <a:off x="-2797000" y="1720600"/>
                  <a:ext cx="6700" cy="18650"/>
                </a:xfrm>
                <a:custGeom>
                  <a:rect b="b" l="l" r="r" t="t"/>
                  <a:pathLst>
                    <a:path extrusionOk="0" h="746" w="268">
                      <a:moveTo>
                        <a:pt x="0" y="1"/>
                      </a:moveTo>
                      <a:lnTo>
                        <a:pt x="0" y="692"/>
                      </a:lnTo>
                      <a:cubicBezTo>
                        <a:pt x="0" y="722"/>
                        <a:pt x="24" y="746"/>
                        <a:pt x="53" y="746"/>
                      </a:cubicBezTo>
                      <a:lnTo>
                        <a:pt x="268" y="746"/>
                      </a:lnTo>
                      <a:lnTo>
                        <a:pt x="2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126"/>
                <p:cNvSpPr/>
                <p:nvPr/>
              </p:nvSpPr>
              <p:spPr>
                <a:xfrm>
                  <a:off x="-2560600" y="1720600"/>
                  <a:ext cx="6675" cy="18625"/>
                </a:xfrm>
                <a:custGeom>
                  <a:rect b="b" l="l" r="r" t="t"/>
                  <a:pathLst>
                    <a:path extrusionOk="0" h="745" w="267">
                      <a:moveTo>
                        <a:pt x="0" y="1"/>
                      </a:moveTo>
                      <a:lnTo>
                        <a:pt x="0" y="745"/>
                      </a:lnTo>
                      <a:lnTo>
                        <a:pt x="214" y="745"/>
                      </a:lnTo>
                      <a:cubicBezTo>
                        <a:pt x="244" y="745"/>
                        <a:pt x="267" y="722"/>
                        <a:pt x="267" y="692"/>
                      </a:cubicBezTo>
                      <a:lnTo>
                        <a:pt x="2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26"/>
                <p:cNvSpPr/>
                <p:nvPr/>
              </p:nvSpPr>
              <p:spPr>
                <a:xfrm>
                  <a:off x="-2553950" y="1720600"/>
                  <a:ext cx="6350" cy="12300"/>
                </a:xfrm>
                <a:custGeom>
                  <a:rect b="b" l="l" r="r" t="t"/>
                  <a:pathLst>
                    <a:path extrusionOk="0" h="492" w="254">
                      <a:moveTo>
                        <a:pt x="1" y="1"/>
                      </a:moveTo>
                      <a:lnTo>
                        <a:pt x="1" y="492"/>
                      </a:lnTo>
                      <a:lnTo>
                        <a:pt x="254" y="492"/>
                      </a:lnTo>
                      <a:lnTo>
                        <a:pt x="2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66" name="Google Shape;9966;p126"/>
            <p:cNvGrpSpPr/>
            <p:nvPr/>
          </p:nvGrpSpPr>
          <p:grpSpPr>
            <a:xfrm>
              <a:off x="8381653" y="1824295"/>
              <a:ext cx="311019" cy="311110"/>
              <a:chOff x="5038846" y="235350"/>
              <a:chExt cx="158691" cy="158738"/>
            </a:xfrm>
          </p:grpSpPr>
          <p:sp>
            <p:nvSpPr>
              <p:cNvPr id="9967" name="Google Shape;9967;p126"/>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26"/>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9" name="Google Shape;9969;p126"/>
            <p:cNvGrpSpPr/>
            <p:nvPr/>
          </p:nvGrpSpPr>
          <p:grpSpPr>
            <a:xfrm>
              <a:off x="713215" y="120710"/>
              <a:ext cx="261189" cy="248344"/>
              <a:chOff x="5164484" y="526738"/>
              <a:chExt cx="133266" cy="126713"/>
            </a:xfrm>
          </p:grpSpPr>
          <p:sp>
            <p:nvSpPr>
              <p:cNvPr id="9970" name="Google Shape;9970;p126"/>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126"/>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9972" name="Shape 9972"/>
        <p:cNvGrpSpPr/>
        <p:nvPr/>
      </p:nvGrpSpPr>
      <p:grpSpPr>
        <a:xfrm>
          <a:off x="0" y="0"/>
          <a:ext cx="0" cy="0"/>
          <a:chOff x="0" y="0"/>
          <a:chExt cx="0" cy="0"/>
        </a:xfrm>
      </p:grpSpPr>
      <p:sp>
        <p:nvSpPr>
          <p:cNvPr id="9973" name="Google Shape;9973;p1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9974" name="Google Shape;9974;p127"/>
          <p:cNvSpPr txBox="1"/>
          <p:nvPr>
            <p:ph idx="1" type="subTitle"/>
          </p:nvPr>
        </p:nvSpPr>
        <p:spPr>
          <a:xfrm>
            <a:off x="711030" y="1952117"/>
            <a:ext cx="2245200" cy="54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975" name="Google Shape;9975;p127"/>
          <p:cNvSpPr txBox="1"/>
          <p:nvPr>
            <p:ph idx="2" type="subTitle"/>
          </p:nvPr>
        </p:nvSpPr>
        <p:spPr>
          <a:xfrm>
            <a:off x="3518666" y="1952117"/>
            <a:ext cx="2245200" cy="54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976" name="Google Shape;9976;p127"/>
          <p:cNvSpPr txBox="1"/>
          <p:nvPr>
            <p:ph idx="3" type="subTitle"/>
          </p:nvPr>
        </p:nvSpPr>
        <p:spPr>
          <a:xfrm>
            <a:off x="711030" y="3385504"/>
            <a:ext cx="2245200" cy="54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977" name="Google Shape;9977;p127"/>
          <p:cNvSpPr txBox="1"/>
          <p:nvPr>
            <p:ph idx="4" type="subTitle"/>
          </p:nvPr>
        </p:nvSpPr>
        <p:spPr>
          <a:xfrm>
            <a:off x="3518666" y="3385504"/>
            <a:ext cx="2245200" cy="54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978" name="Google Shape;9978;p127"/>
          <p:cNvSpPr txBox="1"/>
          <p:nvPr>
            <p:ph idx="5" type="subTitle"/>
          </p:nvPr>
        </p:nvSpPr>
        <p:spPr>
          <a:xfrm>
            <a:off x="6183976" y="1952117"/>
            <a:ext cx="2245200" cy="54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979" name="Google Shape;9979;p127"/>
          <p:cNvSpPr txBox="1"/>
          <p:nvPr>
            <p:ph idx="6" type="subTitle"/>
          </p:nvPr>
        </p:nvSpPr>
        <p:spPr>
          <a:xfrm>
            <a:off x="6183976" y="3385504"/>
            <a:ext cx="2245200" cy="54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980" name="Google Shape;9980;p127"/>
          <p:cNvSpPr txBox="1"/>
          <p:nvPr>
            <p:ph idx="7" type="subTitle"/>
          </p:nvPr>
        </p:nvSpPr>
        <p:spPr>
          <a:xfrm>
            <a:off x="709325" y="1647325"/>
            <a:ext cx="22485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981" name="Google Shape;9981;p127"/>
          <p:cNvSpPr txBox="1"/>
          <p:nvPr>
            <p:ph idx="8" type="subTitle"/>
          </p:nvPr>
        </p:nvSpPr>
        <p:spPr>
          <a:xfrm>
            <a:off x="3516960" y="1647325"/>
            <a:ext cx="22485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982" name="Google Shape;9982;p127"/>
          <p:cNvSpPr txBox="1"/>
          <p:nvPr>
            <p:ph idx="9" type="subTitle"/>
          </p:nvPr>
        </p:nvSpPr>
        <p:spPr>
          <a:xfrm>
            <a:off x="6182271" y="1647325"/>
            <a:ext cx="22485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983" name="Google Shape;9983;p127"/>
          <p:cNvSpPr txBox="1"/>
          <p:nvPr>
            <p:ph idx="13" type="subTitle"/>
          </p:nvPr>
        </p:nvSpPr>
        <p:spPr>
          <a:xfrm>
            <a:off x="709325" y="3079575"/>
            <a:ext cx="22485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984" name="Google Shape;9984;p127"/>
          <p:cNvSpPr txBox="1"/>
          <p:nvPr>
            <p:ph idx="14" type="subTitle"/>
          </p:nvPr>
        </p:nvSpPr>
        <p:spPr>
          <a:xfrm>
            <a:off x="3516960" y="3079575"/>
            <a:ext cx="22485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985" name="Google Shape;9985;p127"/>
          <p:cNvSpPr txBox="1"/>
          <p:nvPr>
            <p:ph idx="15" type="subTitle"/>
          </p:nvPr>
        </p:nvSpPr>
        <p:spPr>
          <a:xfrm>
            <a:off x="6182271" y="3079575"/>
            <a:ext cx="2248500" cy="457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9986" name="Google Shape;9986;p127"/>
          <p:cNvGrpSpPr/>
          <p:nvPr/>
        </p:nvGrpSpPr>
        <p:grpSpPr>
          <a:xfrm>
            <a:off x="0" y="49369"/>
            <a:ext cx="9077644" cy="5056877"/>
            <a:chOff x="0" y="49369"/>
            <a:chExt cx="9077644" cy="5056877"/>
          </a:xfrm>
        </p:grpSpPr>
        <p:grpSp>
          <p:nvGrpSpPr>
            <p:cNvPr id="9987" name="Google Shape;9987;p127"/>
            <p:cNvGrpSpPr/>
            <p:nvPr/>
          </p:nvGrpSpPr>
          <p:grpSpPr>
            <a:xfrm>
              <a:off x="8818255" y="734103"/>
              <a:ext cx="215033" cy="215222"/>
              <a:chOff x="5062659" y="967188"/>
              <a:chExt cx="109716" cy="109813"/>
            </a:xfrm>
          </p:grpSpPr>
          <p:sp>
            <p:nvSpPr>
              <p:cNvPr id="9988" name="Google Shape;9988;p127"/>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127"/>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127"/>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1" name="Google Shape;9991;p127"/>
            <p:cNvGrpSpPr/>
            <p:nvPr/>
          </p:nvGrpSpPr>
          <p:grpSpPr>
            <a:xfrm>
              <a:off x="66489" y="49379"/>
              <a:ext cx="597557" cy="597892"/>
              <a:chOff x="3834909" y="821763"/>
              <a:chExt cx="304891" cy="305063"/>
            </a:xfrm>
          </p:grpSpPr>
          <p:sp>
            <p:nvSpPr>
              <p:cNvPr id="9992" name="Google Shape;9992;p127"/>
              <p:cNvSpPr/>
              <p:nvPr/>
            </p:nvSpPr>
            <p:spPr>
              <a:xfrm>
                <a:off x="3834909" y="821763"/>
                <a:ext cx="303500" cy="303625"/>
              </a:xfrm>
              <a:custGeom>
                <a:rect b="b" l="l" r="r" t="t"/>
                <a:pathLst>
                  <a:path extrusionOk="0" h="12145" w="12140">
                    <a:moveTo>
                      <a:pt x="8031" y="1"/>
                    </a:moveTo>
                    <a:cubicBezTo>
                      <a:pt x="7935" y="1"/>
                      <a:pt x="7840" y="3"/>
                      <a:pt x="7748" y="13"/>
                    </a:cubicBezTo>
                    <a:cubicBezTo>
                      <a:pt x="7355" y="38"/>
                      <a:pt x="6978" y="120"/>
                      <a:pt x="6622" y="249"/>
                    </a:cubicBezTo>
                    <a:cubicBezTo>
                      <a:pt x="6081" y="445"/>
                      <a:pt x="5592" y="754"/>
                      <a:pt x="5186" y="1143"/>
                    </a:cubicBezTo>
                    <a:cubicBezTo>
                      <a:pt x="4737" y="1575"/>
                      <a:pt x="4386" y="2106"/>
                      <a:pt x="4167" y="2701"/>
                    </a:cubicBezTo>
                    <a:cubicBezTo>
                      <a:pt x="4038" y="3055"/>
                      <a:pt x="3956" y="3435"/>
                      <a:pt x="3932" y="3829"/>
                    </a:cubicBezTo>
                    <a:cubicBezTo>
                      <a:pt x="3929" y="3860"/>
                      <a:pt x="3925" y="3893"/>
                      <a:pt x="3925" y="3924"/>
                    </a:cubicBezTo>
                    <a:cubicBezTo>
                      <a:pt x="3894" y="3924"/>
                      <a:pt x="3861" y="3927"/>
                      <a:pt x="3830" y="3931"/>
                    </a:cubicBezTo>
                    <a:cubicBezTo>
                      <a:pt x="3434" y="3958"/>
                      <a:pt x="3052" y="4042"/>
                      <a:pt x="2696" y="4173"/>
                    </a:cubicBezTo>
                    <a:cubicBezTo>
                      <a:pt x="1562" y="4589"/>
                      <a:pt x="664" y="5486"/>
                      <a:pt x="249" y="6621"/>
                    </a:cubicBezTo>
                    <a:cubicBezTo>
                      <a:pt x="120" y="6977"/>
                      <a:pt x="37" y="7355"/>
                      <a:pt x="13" y="7748"/>
                    </a:cubicBezTo>
                    <a:cubicBezTo>
                      <a:pt x="3" y="7840"/>
                      <a:pt x="0" y="7935"/>
                      <a:pt x="0" y="8031"/>
                    </a:cubicBezTo>
                    <a:cubicBezTo>
                      <a:pt x="0" y="8362"/>
                      <a:pt x="39" y="8686"/>
                      <a:pt x="114" y="8992"/>
                    </a:cubicBezTo>
                    <a:cubicBezTo>
                      <a:pt x="168" y="9226"/>
                      <a:pt x="243" y="9449"/>
                      <a:pt x="338" y="9661"/>
                    </a:cubicBezTo>
                    <a:cubicBezTo>
                      <a:pt x="467" y="9966"/>
                      <a:pt x="633" y="10250"/>
                      <a:pt x="833" y="10513"/>
                    </a:cubicBezTo>
                    <a:cubicBezTo>
                      <a:pt x="929" y="10642"/>
                      <a:pt x="1030" y="10761"/>
                      <a:pt x="1141" y="10875"/>
                    </a:cubicBezTo>
                    <a:lnTo>
                      <a:pt x="1251" y="10986"/>
                    </a:lnTo>
                    <a:cubicBezTo>
                      <a:pt x="1482" y="11210"/>
                      <a:pt x="1740" y="11404"/>
                      <a:pt x="2016" y="11566"/>
                    </a:cubicBezTo>
                    <a:cubicBezTo>
                      <a:pt x="2204" y="11680"/>
                      <a:pt x="2403" y="11778"/>
                      <a:pt x="2612" y="11862"/>
                    </a:cubicBezTo>
                    <a:cubicBezTo>
                      <a:pt x="2954" y="11994"/>
                      <a:pt x="3319" y="12086"/>
                      <a:pt x="3700" y="12120"/>
                    </a:cubicBezTo>
                    <a:cubicBezTo>
                      <a:pt x="3773" y="12129"/>
                      <a:pt x="3847" y="12136"/>
                      <a:pt x="3922" y="12138"/>
                    </a:cubicBezTo>
                    <a:lnTo>
                      <a:pt x="3922" y="12144"/>
                    </a:lnTo>
                    <a:lnTo>
                      <a:pt x="12140" y="12144"/>
                    </a:lnTo>
                    <a:lnTo>
                      <a:pt x="12140" y="11280"/>
                    </a:lnTo>
                    <a:lnTo>
                      <a:pt x="12140" y="10389"/>
                    </a:lnTo>
                    <a:lnTo>
                      <a:pt x="12140" y="9042"/>
                    </a:lnTo>
                    <a:lnTo>
                      <a:pt x="12140" y="8150"/>
                    </a:lnTo>
                    <a:lnTo>
                      <a:pt x="12140" y="6808"/>
                    </a:lnTo>
                    <a:lnTo>
                      <a:pt x="12140" y="5914"/>
                    </a:lnTo>
                    <a:lnTo>
                      <a:pt x="12140" y="4571"/>
                    </a:lnTo>
                    <a:lnTo>
                      <a:pt x="12140" y="3922"/>
                    </a:lnTo>
                    <a:lnTo>
                      <a:pt x="12138" y="3922"/>
                    </a:lnTo>
                    <a:cubicBezTo>
                      <a:pt x="12134" y="3849"/>
                      <a:pt x="12128" y="3775"/>
                      <a:pt x="12119" y="3700"/>
                    </a:cubicBezTo>
                    <a:cubicBezTo>
                      <a:pt x="12086" y="3320"/>
                      <a:pt x="11993" y="2953"/>
                      <a:pt x="11861" y="2613"/>
                    </a:cubicBezTo>
                    <a:cubicBezTo>
                      <a:pt x="11778" y="2404"/>
                      <a:pt x="11679" y="2206"/>
                      <a:pt x="11566" y="2017"/>
                    </a:cubicBezTo>
                    <a:cubicBezTo>
                      <a:pt x="11404" y="1741"/>
                      <a:pt x="11206" y="1485"/>
                      <a:pt x="10986" y="1255"/>
                    </a:cubicBezTo>
                    <a:lnTo>
                      <a:pt x="10983" y="1255"/>
                    </a:lnTo>
                    <a:cubicBezTo>
                      <a:pt x="10838" y="1097"/>
                      <a:pt x="10682" y="963"/>
                      <a:pt x="10512" y="834"/>
                    </a:cubicBezTo>
                    <a:cubicBezTo>
                      <a:pt x="10251" y="637"/>
                      <a:pt x="9965" y="467"/>
                      <a:pt x="9661" y="338"/>
                    </a:cubicBezTo>
                    <a:cubicBezTo>
                      <a:pt x="9449" y="243"/>
                      <a:pt x="9224" y="169"/>
                      <a:pt x="8993" y="114"/>
                    </a:cubicBezTo>
                    <a:cubicBezTo>
                      <a:pt x="8687" y="40"/>
                      <a:pt x="8365" y="1"/>
                      <a:pt x="8031"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127"/>
              <p:cNvSpPr/>
              <p:nvPr/>
            </p:nvSpPr>
            <p:spPr>
              <a:xfrm>
                <a:off x="3836250" y="823225"/>
                <a:ext cx="303550" cy="303600"/>
              </a:xfrm>
              <a:custGeom>
                <a:rect b="b" l="l" r="r" t="t"/>
                <a:pathLst>
                  <a:path extrusionOk="0" h="12144" w="12142">
                    <a:moveTo>
                      <a:pt x="8033" y="1"/>
                    </a:moveTo>
                    <a:cubicBezTo>
                      <a:pt x="7937" y="1"/>
                      <a:pt x="7842" y="5"/>
                      <a:pt x="7750" y="13"/>
                    </a:cubicBezTo>
                    <a:cubicBezTo>
                      <a:pt x="7357" y="38"/>
                      <a:pt x="6978" y="120"/>
                      <a:pt x="6622" y="249"/>
                    </a:cubicBezTo>
                    <a:cubicBezTo>
                      <a:pt x="6080" y="445"/>
                      <a:pt x="5593" y="753"/>
                      <a:pt x="5187" y="1143"/>
                    </a:cubicBezTo>
                    <a:cubicBezTo>
                      <a:pt x="4738" y="1574"/>
                      <a:pt x="4387" y="2106"/>
                      <a:pt x="4169" y="2701"/>
                    </a:cubicBezTo>
                    <a:cubicBezTo>
                      <a:pt x="4040" y="3055"/>
                      <a:pt x="3957" y="3436"/>
                      <a:pt x="3933" y="3829"/>
                    </a:cubicBezTo>
                    <a:cubicBezTo>
                      <a:pt x="3929" y="3860"/>
                      <a:pt x="3926" y="3893"/>
                      <a:pt x="3926" y="3924"/>
                    </a:cubicBezTo>
                    <a:cubicBezTo>
                      <a:pt x="3895" y="3924"/>
                      <a:pt x="3861" y="3928"/>
                      <a:pt x="3830" y="3932"/>
                    </a:cubicBezTo>
                    <a:cubicBezTo>
                      <a:pt x="3435" y="3958"/>
                      <a:pt x="3053" y="4042"/>
                      <a:pt x="2697" y="4174"/>
                    </a:cubicBezTo>
                    <a:cubicBezTo>
                      <a:pt x="1562" y="4589"/>
                      <a:pt x="665" y="5487"/>
                      <a:pt x="250" y="6621"/>
                    </a:cubicBezTo>
                    <a:cubicBezTo>
                      <a:pt x="121" y="6977"/>
                      <a:pt x="38" y="7355"/>
                      <a:pt x="14" y="7748"/>
                    </a:cubicBezTo>
                    <a:cubicBezTo>
                      <a:pt x="4" y="7840"/>
                      <a:pt x="1" y="7936"/>
                      <a:pt x="1" y="8031"/>
                    </a:cubicBezTo>
                    <a:cubicBezTo>
                      <a:pt x="1" y="8364"/>
                      <a:pt x="41" y="8686"/>
                      <a:pt x="114" y="8993"/>
                    </a:cubicBezTo>
                    <a:cubicBezTo>
                      <a:pt x="170" y="9224"/>
                      <a:pt x="243" y="9449"/>
                      <a:pt x="339" y="9660"/>
                    </a:cubicBezTo>
                    <a:cubicBezTo>
                      <a:pt x="468" y="9965"/>
                      <a:pt x="634" y="10249"/>
                      <a:pt x="835" y="10512"/>
                    </a:cubicBezTo>
                    <a:cubicBezTo>
                      <a:pt x="930" y="10641"/>
                      <a:pt x="1031" y="10760"/>
                      <a:pt x="1141" y="10874"/>
                    </a:cubicBezTo>
                    <a:lnTo>
                      <a:pt x="1253" y="10985"/>
                    </a:lnTo>
                    <a:cubicBezTo>
                      <a:pt x="1482" y="11209"/>
                      <a:pt x="1742" y="11403"/>
                      <a:pt x="2017" y="11565"/>
                    </a:cubicBezTo>
                    <a:cubicBezTo>
                      <a:pt x="2204" y="11679"/>
                      <a:pt x="2404" y="11778"/>
                      <a:pt x="2613" y="11860"/>
                    </a:cubicBezTo>
                    <a:cubicBezTo>
                      <a:pt x="2954" y="11992"/>
                      <a:pt x="3321" y="12085"/>
                      <a:pt x="3700" y="12118"/>
                    </a:cubicBezTo>
                    <a:cubicBezTo>
                      <a:pt x="3776" y="12128"/>
                      <a:pt x="3849" y="12134"/>
                      <a:pt x="3922" y="12137"/>
                    </a:cubicBezTo>
                    <a:lnTo>
                      <a:pt x="3922" y="12143"/>
                    </a:lnTo>
                    <a:lnTo>
                      <a:pt x="12141" y="12143"/>
                    </a:lnTo>
                    <a:lnTo>
                      <a:pt x="12141" y="3922"/>
                    </a:lnTo>
                    <a:lnTo>
                      <a:pt x="12138" y="3922"/>
                    </a:lnTo>
                    <a:cubicBezTo>
                      <a:pt x="12136" y="3847"/>
                      <a:pt x="12130" y="3774"/>
                      <a:pt x="12120" y="3700"/>
                    </a:cubicBezTo>
                    <a:cubicBezTo>
                      <a:pt x="12086" y="3320"/>
                      <a:pt x="11995" y="2953"/>
                      <a:pt x="11862" y="2613"/>
                    </a:cubicBezTo>
                    <a:cubicBezTo>
                      <a:pt x="11779" y="2404"/>
                      <a:pt x="11681" y="2208"/>
                      <a:pt x="11567" y="2017"/>
                    </a:cubicBezTo>
                    <a:cubicBezTo>
                      <a:pt x="11404" y="1740"/>
                      <a:pt x="11208" y="1486"/>
                      <a:pt x="10986" y="1255"/>
                    </a:cubicBezTo>
                    <a:lnTo>
                      <a:pt x="10984" y="1255"/>
                    </a:lnTo>
                    <a:cubicBezTo>
                      <a:pt x="10840" y="1099"/>
                      <a:pt x="10682" y="962"/>
                      <a:pt x="10513" y="833"/>
                    </a:cubicBezTo>
                    <a:cubicBezTo>
                      <a:pt x="10253" y="636"/>
                      <a:pt x="9966" y="467"/>
                      <a:pt x="9661" y="338"/>
                    </a:cubicBezTo>
                    <a:cubicBezTo>
                      <a:pt x="9450" y="243"/>
                      <a:pt x="9226" y="170"/>
                      <a:pt x="8995" y="114"/>
                    </a:cubicBezTo>
                    <a:cubicBezTo>
                      <a:pt x="8688" y="40"/>
                      <a:pt x="8364" y="1"/>
                      <a:pt x="80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127"/>
              <p:cNvSpPr/>
              <p:nvPr/>
            </p:nvSpPr>
            <p:spPr>
              <a:xfrm>
                <a:off x="3836575" y="921450"/>
                <a:ext cx="95425" cy="95450"/>
              </a:xfrm>
              <a:custGeom>
                <a:rect b="b" l="l" r="r" t="t"/>
                <a:pathLst>
                  <a:path extrusionOk="0" h="3818" w="3817">
                    <a:moveTo>
                      <a:pt x="3816" y="0"/>
                    </a:moveTo>
                    <a:lnTo>
                      <a:pt x="3816" y="0"/>
                    </a:lnTo>
                    <a:cubicBezTo>
                      <a:pt x="3421" y="29"/>
                      <a:pt x="3039" y="112"/>
                      <a:pt x="2683" y="243"/>
                    </a:cubicBezTo>
                    <a:lnTo>
                      <a:pt x="235" y="2691"/>
                    </a:lnTo>
                    <a:cubicBezTo>
                      <a:pt x="106" y="3047"/>
                      <a:pt x="24" y="3425"/>
                      <a:pt x="0" y="3818"/>
                    </a:cubicBezTo>
                    <a:lnTo>
                      <a:pt x="38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127"/>
              <p:cNvSpPr/>
              <p:nvPr/>
            </p:nvSpPr>
            <p:spPr>
              <a:xfrm>
                <a:off x="3934525" y="823475"/>
                <a:ext cx="95450" cy="95500"/>
              </a:xfrm>
              <a:custGeom>
                <a:rect b="b" l="l" r="r" t="t"/>
                <a:pathLst>
                  <a:path extrusionOk="0" h="3820" w="3818">
                    <a:moveTo>
                      <a:pt x="3818" y="1"/>
                    </a:moveTo>
                    <a:lnTo>
                      <a:pt x="3818" y="1"/>
                    </a:lnTo>
                    <a:cubicBezTo>
                      <a:pt x="3425" y="26"/>
                      <a:pt x="3046" y="109"/>
                      <a:pt x="2689" y="239"/>
                    </a:cubicBezTo>
                    <a:lnTo>
                      <a:pt x="237" y="2691"/>
                    </a:lnTo>
                    <a:cubicBezTo>
                      <a:pt x="108" y="3045"/>
                      <a:pt x="25" y="3426"/>
                      <a:pt x="1" y="3819"/>
                    </a:cubicBezTo>
                    <a:lnTo>
                      <a:pt x="38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127"/>
              <p:cNvSpPr/>
              <p:nvPr/>
            </p:nvSpPr>
            <p:spPr>
              <a:xfrm>
                <a:off x="3839075" y="826050"/>
                <a:ext cx="238700" cy="238700"/>
              </a:xfrm>
              <a:custGeom>
                <a:rect b="b" l="l" r="r" t="t"/>
                <a:pathLst>
                  <a:path extrusionOk="0" h="9548" w="9548">
                    <a:moveTo>
                      <a:pt x="8881" y="0"/>
                    </a:moveTo>
                    <a:lnTo>
                      <a:pt x="0" y="8880"/>
                    </a:lnTo>
                    <a:cubicBezTo>
                      <a:pt x="56" y="9111"/>
                      <a:pt x="129" y="9336"/>
                      <a:pt x="225" y="9547"/>
                    </a:cubicBezTo>
                    <a:lnTo>
                      <a:pt x="9547" y="224"/>
                    </a:lnTo>
                    <a:cubicBezTo>
                      <a:pt x="9336" y="129"/>
                      <a:pt x="9112" y="55"/>
                      <a:pt x="88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127"/>
              <p:cNvSpPr/>
              <p:nvPr/>
            </p:nvSpPr>
            <p:spPr>
              <a:xfrm>
                <a:off x="3857025" y="844025"/>
                <a:ext cx="253775" cy="253850"/>
              </a:xfrm>
              <a:custGeom>
                <a:rect b="b" l="l" r="r" t="t"/>
                <a:pathLst>
                  <a:path extrusionOk="0" h="10154" w="10151">
                    <a:moveTo>
                      <a:pt x="9680" y="0"/>
                    </a:moveTo>
                    <a:lnTo>
                      <a:pt x="0" y="9680"/>
                    </a:lnTo>
                    <a:cubicBezTo>
                      <a:pt x="96" y="9809"/>
                      <a:pt x="197" y="9928"/>
                      <a:pt x="308" y="10042"/>
                    </a:cubicBezTo>
                    <a:lnTo>
                      <a:pt x="418" y="10153"/>
                    </a:lnTo>
                    <a:lnTo>
                      <a:pt x="10150" y="421"/>
                    </a:lnTo>
                    <a:cubicBezTo>
                      <a:pt x="10008" y="264"/>
                      <a:pt x="9850" y="129"/>
                      <a:pt x="9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127"/>
              <p:cNvSpPr/>
              <p:nvPr/>
            </p:nvSpPr>
            <p:spPr>
              <a:xfrm>
                <a:off x="3886650" y="873600"/>
                <a:ext cx="246150" cy="246150"/>
              </a:xfrm>
              <a:custGeom>
                <a:rect b="b" l="l" r="r" t="t"/>
                <a:pathLst>
                  <a:path extrusionOk="0" h="9846" w="9846">
                    <a:moveTo>
                      <a:pt x="9550" y="0"/>
                    </a:moveTo>
                    <a:lnTo>
                      <a:pt x="0" y="9550"/>
                    </a:lnTo>
                    <a:cubicBezTo>
                      <a:pt x="187" y="9664"/>
                      <a:pt x="387" y="9763"/>
                      <a:pt x="596" y="9845"/>
                    </a:cubicBezTo>
                    <a:lnTo>
                      <a:pt x="9845" y="597"/>
                    </a:lnTo>
                    <a:cubicBezTo>
                      <a:pt x="9763" y="387"/>
                      <a:pt x="9664" y="191"/>
                      <a:pt x="9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127"/>
              <p:cNvSpPr/>
              <p:nvPr/>
            </p:nvSpPr>
            <p:spPr>
              <a:xfrm>
                <a:off x="3928750" y="915725"/>
                <a:ext cx="211050" cy="211100"/>
              </a:xfrm>
              <a:custGeom>
                <a:rect b="b" l="l" r="r" t="t"/>
                <a:pathLst>
                  <a:path extrusionOk="0" h="8444" w="8442">
                    <a:moveTo>
                      <a:pt x="8419" y="0"/>
                    </a:moveTo>
                    <a:lnTo>
                      <a:pt x="0" y="8418"/>
                    </a:lnTo>
                    <a:cubicBezTo>
                      <a:pt x="76" y="8428"/>
                      <a:pt x="149" y="8434"/>
                      <a:pt x="222" y="8437"/>
                    </a:cubicBezTo>
                    <a:lnTo>
                      <a:pt x="222" y="8443"/>
                    </a:lnTo>
                    <a:lnTo>
                      <a:pt x="867" y="8443"/>
                    </a:lnTo>
                    <a:lnTo>
                      <a:pt x="8441" y="869"/>
                    </a:lnTo>
                    <a:lnTo>
                      <a:pt x="8441" y="222"/>
                    </a:lnTo>
                    <a:lnTo>
                      <a:pt x="8437" y="222"/>
                    </a:lnTo>
                    <a:cubicBezTo>
                      <a:pt x="8435" y="147"/>
                      <a:pt x="8429" y="74"/>
                      <a:pt x="8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127"/>
              <p:cNvSpPr/>
              <p:nvPr/>
            </p:nvSpPr>
            <p:spPr>
              <a:xfrm>
                <a:off x="3984075" y="971025"/>
                <a:ext cx="155725" cy="155800"/>
              </a:xfrm>
              <a:custGeom>
                <a:rect b="b" l="l" r="r" t="t"/>
                <a:pathLst>
                  <a:path extrusionOk="0" h="6232" w="6229">
                    <a:moveTo>
                      <a:pt x="6228" y="1"/>
                    </a:moveTo>
                    <a:lnTo>
                      <a:pt x="0" y="6231"/>
                    </a:lnTo>
                    <a:lnTo>
                      <a:pt x="892" y="6231"/>
                    </a:lnTo>
                    <a:lnTo>
                      <a:pt x="6228" y="895"/>
                    </a:lnTo>
                    <a:lnTo>
                      <a:pt x="62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127"/>
              <p:cNvSpPr/>
              <p:nvPr/>
            </p:nvSpPr>
            <p:spPr>
              <a:xfrm>
                <a:off x="4039950" y="1026975"/>
                <a:ext cx="99850" cy="99850"/>
              </a:xfrm>
              <a:custGeom>
                <a:rect b="b" l="l" r="r" t="t"/>
                <a:pathLst>
                  <a:path extrusionOk="0" h="3994" w="3994">
                    <a:moveTo>
                      <a:pt x="3993" y="0"/>
                    </a:moveTo>
                    <a:lnTo>
                      <a:pt x="0" y="3993"/>
                    </a:lnTo>
                    <a:lnTo>
                      <a:pt x="892" y="3993"/>
                    </a:lnTo>
                    <a:lnTo>
                      <a:pt x="3993" y="892"/>
                    </a:lnTo>
                    <a:lnTo>
                      <a:pt x="3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127"/>
              <p:cNvSpPr/>
              <p:nvPr/>
            </p:nvSpPr>
            <p:spPr>
              <a:xfrm>
                <a:off x="4095800" y="1082900"/>
                <a:ext cx="44000" cy="43925"/>
              </a:xfrm>
              <a:custGeom>
                <a:rect b="b" l="l" r="r" t="t"/>
                <a:pathLst>
                  <a:path extrusionOk="0" h="1757" w="1760">
                    <a:moveTo>
                      <a:pt x="1759" y="1"/>
                    </a:moveTo>
                    <a:lnTo>
                      <a:pt x="1" y="1756"/>
                    </a:lnTo>
                    <a:lnTo>
                      <a:pt x="895" y="1756"/>
                    </a:lnTo>
                    <a:lnTo>
                      <a:pt x="1759" y="892"/>
                    </a:lnTo>
                    <a:lnTo>
                      <a:pt x="1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127"/>
              <p:cNvSpPr/>
              <p:nvPr/>
            </p:nvSpPr>
            <p:spPr>
              <a:xfrm>
                <a:off x="3892750" y="879725"/>
                <a:ext cx="190525" cy="190475"/>
              </a:xfrm>
              <a:custGeom>
                <a:rect b="b" l="l" r="r" t="t"/>
                <a:pathLst>
                  <a:path extrusionOk="0" h="7619" w="7621">
                    <a:moveTo>
                      <a:pt x="5771" y="1"/>
                    </a:moveTo>
                    <a:cubicBezTo>
                      <a:pt x="4779" y="1"/>
                      <a:pt x="3969" y="775"/>
                      <a:pt x="3925" y="1764"/>
                    </a:cubicBezTo>
                    <a:lnTo>
                      <a:pt x="3834" y="3834"/>
                    </a:lnTo>
                    <a:lnTo>
                      <a:pt x="1764" y="3924"/>
                    </a:lnTo>
                    <a:cubicBezTo>
                      <a:pt x="777" y="3969"/>
                      <a:pt x="1" y="4780"/>
                      <a:pt x="1" y="5771"/>
                    </a:cubicBezTo>
                    <a:cubicBezTo>
                      <a:pt x="1" y="6761"/>
                      <a:pt x="774" y="7571"/>
                      <a:pt x="1762" y="7617"/>
                    </a:cubicBezTo>
                    <a:lnTo>
                      <a:pt x="1815" y="7619"/>
                    </a:lnTo>
                    <a:lnTo>
                      <a:pt x="1815" y="7618"/>
                    </a:lnTo>
                    <a:lnTo>
                      <a:pt x="7620" y="7618"/>
                    </a:lnTo>
                    <a:lnTo>
                      <a:pt x="7620" y="1817"/>
                    </a:lnTo>
                    <a:lnTo>
                      <a:pt x="7617" y="1761"/>
                    </a:lnTo>
                    <a:cubicBezTo>
                      <a:pt x="7573" y="775"/>
                      <a:pt x="6761" y="1"/>
                      <a:pt x="5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127"/>
              <p:cNvSpPr/>
              <p:nvPr/>
            </p:nvSpPr>
            <p:spPr>
              <a:xfrm>
                <a:off x="3911600" y="898625"/>
                <a:ext cx="152700" cy="152725"/>
              </a:xfrm>
              <a:custGeom>
                <a:rect b="b" l="l" r="r" t="t"/>
                <a:pathLst>
                  <a:path extrusionOk="0" h="6109" w="6108">
                    <a:moveTo>
                      <a:pt x="5015" y="0"/>
                    </a:moveTo>
                    <a:cubicBezTo>
                      <a:pt x="4429" y="0"/>
                      <a:pt x="3950" y="458"/>
                      <a:pt x="3924" y="1042"/>
                    </a:cubicBezTo>
                    <a:lnTo>
                      <a:pt x="3802" y="3802"/>
                    </a:lnTo>
                    <a:lnTo>
                      <a:pt x="1042" y="3924"/>
                    </a:lnTo>
                    <a:cubicBezTo>
                      <a:pt x="458" y="3950"/>
                      <a:pt x="0" y="4427"/>
                      <a:pt x="0" y="5015"/>
                    </a:cubicBezTo>
                    <a:cubicBezTo>
                      <a:pt x="0" y="5602"/>
                      <a:pt x="458" y="6081"/>
                      <a:pt x="1045" y="6107"/>
                    </a:cubicBezTo>
                    <a:lnTo>
                      <a:pt x="1079" y="6109"/>
                    </a:lnTo>
                    <a:lnTo>
                      <a:pt x="6108" y="6109"/>
                    </a:lnTo>
                    <a:lnTo>
                      <a:pt x="6108" y="1079"/>
                    </a:lnTo>
                    <a:lnTo>
                      <a:pt x="6106" y="1041"/>
                    </a:lnTo>
                    <a:cubicBezTo>
                      <a:pt x="6081" y="458"/>
                      <a:pt x="5601" y="0"/>
                      <a:pt x="50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127"/>
            <p:cNvGrpSpPr/>
            <p:nvPr/>
          </p:nvGrpSpPr>
          <p:grpSpPr>
            <a:xfrm>
              <a:off x="8356524" y="49369"/>
              <a:ext cx="721120" cy="433710"/>
              <a:chOff x="-3197125" y="3291375"/>
              <a:chExt cx="286625" cy="172388"/>
            </a:xfrm>
          </p:grpSpPr>
          <p:sp>
            <p:nvSpPr>
              <p:cNvPr id="10006" name="Google Shape;10006;p127"/>
              <p:cNvSpPr/>
              <p:nvPr/>
            </p:nvSpPr>
            <p:spPr>
              <a:xfrm>
                <a:off x="-3197125" y="3291375"/>
                <a:ext cx="286625" cy="172300"/>
              </a:xfrm>
              <a:custGeom>
                <a:rect b="b" l="l" r="r" t="t"/>
                <a:pathLst>
                  <a:path extrusionOk="0" h="6892" w="11465">
                    <a:moveTo>
                      <a:pt x="317" y="0"/>
                    </a:moveTo>
                    <a:cubicBezTo>
                      <a:pt x="140" y="0"/>
                      <a:pt x="0" y="141"/>
                      <a:pt x="0" y="316"/>
                    </a:cubicBezTo>
                    <a:lnTo>
                      <a:pt x="0" y="6576"/>
                    </a:lnTo>
                    <a:cubicBezTo>
                      <a:pt x="0" y="6751"/>
                      <a:pt x="143" y="6892"/>
                      <a:pt x="317" y="6892"/>
                    </a:cubicBezTo>
                    <a:lnTo>
                      <a:pt x="11149" y="6892"/>
                    </a:lnTo>
                    <a:cubicBezTo>
                      <a:pt x="11324" y="6892"/>
                      <a:pt x="11465" y="6750"/>
                      <a:pt x="11465" y="6576"/>
                    </a:cubicBezTo>
                    <a:lnTo>
                      <a:pt x="11465" y="316"/>
                    </a:lnTo>
                    <a:cubicBezTo>
                      <a:pt x="11465" y="140"/>
                      <a:pt x="11323" y="0"/>
                      <a:pt x="11149"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7" name="Google Shape;10007;p127"/>
              <p:cNvGrpSpPr/>
              <p:nvPr/>
            </p:nvGrpSpPr>
            <p:grpSpPr>
              <a:xfrm>
                <a:off x="-3197125" y="3291438"/>
                <a:ext cx="286625" cy="172325"/>
                <a:chOff x="-3197125" y="2023475"/>
                <a:chExt cx="286625" cy="172325"/>
              </a:xfrm>
            </p:grpSpPr>
            <p:sp>
              <p:nvSpPr>
                <p:cNvPr id="10008" name="Google Shape;10008;p127"/>
                <p:cNvSpPr/>
                <p:nvPr/>
              </p:nvSpPr>
              <p:spPr>
                <a:xfrm>
                  <a:off x="-3197125" y="2023475"/>
                  <a:ext cx="286625" cy="172325"/>
                </a:xfrm>
                <a:custGeom>
                  <a:rect b="b" l="l" r="r" t="t"/>
                  <a:pathLst>
                    <a:path extrusionOk="0" h="6893" w="11465">
                      <a:moveTo>
                        <a:pt x="317" y="0"/>
                      </a:moveTo>
                      <a:cubicBezTo>
                        <a:pt x="143" y="0"/>
                        <a:pt x="0" y="141"/>
                        <a:pt x="0" y="316"/>
                      </a:cubicBezTo>
                      <a:lnTo>
                        <a:pt x="0" y="6577"/>
                      </a:lnTo>
                      <a:cubicBezTo>
                        <a:pt x="0" y="6750"/>
                        <a:pt x="140" y="6893"/>
                        <a:pt x="317" y="6893"/>
                      </a:cubicBezTo>
                      <a:lnTo>
                        <a:pt x="11148" y="6893"/>
                      </a:lnTo>
                      <a:cubicBezTo>
                        <a:pt x="11323" y="6893"/>
                        <a:pt x="11465" y="6750"/>
                        <a:pt x="11465" y="6577"/>
                      </a:cubicBezTo>
                      <a:lnTo>
                        <a:pt x="11465" y="316"/>
                      </a:lnTo>
                      <a:cubicBezTo>
                        <a:pt x="11465" y="143"/>
                        <a:pt x="11324" y="0"/>
                        <a:pt x="111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127"/>
                <p:cNvSpPr/>
                <p:nvPr/>
              </p:nvSpPr>
              <p:spPr>
                <a:xfrm>
                  <a:off x="-3167550" y="2038925"/>
                  <a:ext cx="227450" cy="103050"/>
                </a:xfrm>
                <a:custGeom>
                  <a:rect b="b" l="l" r="r" t="t"/>
                  <a:pathLst>
                    <a:path extrusionOk="0" h="4122" w="9098">
                      <a:moveTo>
                        <a:pt x="1" y="0"/>
                      </a:moveTo>
                      <a:lnTo>
                        <a:pt x="1" y="4121"/>
                      </a:lnTo>
                      <a:lnTo>
                        <a:pt x="9098" y="4121"/>
                      </a:lnTo>
                      <a:lnTo>
                        <a:pt x="909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127"/>
                <p:cNvSpPr/>
                <p:nvPr/>
              </p:nvSpPr>
              <p:spPr>
                <a:xfrm>
                  <a:off x="-3121150" y="2085075"/>
                  <a:ext cx="134650" cy="33600"/>
                </a:xfrm>
                <a:custGeom>
                  <a:rect b="b" l="l" r="r" t="t"/>
                  <a:pathLst>
                    <a:path extrusionOk="0" h="1344" w="5386">
                      <a:moveTo>
                        <a:pt x="0" y="1"/>
                      </a:moveTo>
                      <a:lnTo>
                        <a:pt x="0" y="1343"/>
                      </a:lnTo>
                      <a:lnTo>
                        <a:pt x="5385" y="1343"/>
                      </a:lnTo>
                      <a:lnTo>
                        <a:pt x="53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127"/>
                <p:cNvSpPr/>
                <p:nvPr/>
              </p:nvSpPr>
              <p:spPr>
                <a:xfrm>
                  <a:off x="-3121150" y="2085025"/>
                  <a:ext cx="65625" cy="33650"/>
                </a:xfrm>
                <a:custGeom>
                  <a:rect b="b" l="l" r="r" t="t"/>
                  <a:pathLst>
                    <a:path extrusionOk="0" h="1346" w="2625">
                      <a:moveTo>
                        <a:pt x="0" y="1"/>
                      </a:moveTo>
                      <a:lnTo>
                        <a:pt x="0" y="1345"/>
                      </a:lnTo>
                      <a:lnTo>
                        <a:pt x="2534" y="1345"/>
                      </a:lnTo>
                      <a:cubicBezTo>
                        <a:pt x="2591" y="1131"/>
                        <a:pt x="2625" y="907"/>
                        <a:pt x="2625" y="673"/>
                      </a:cubicBezTo>
                      <a:cubicBezTo>
                        <a:pt x="2625" y="441"/>
                        <a:pt x="2591" y="216"/>
                        <a:pt x="25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127"/>
                <p:cNvSpPr/>
                <p:nvPr/>
              </p:nvSpPr>
              <p:spPr>
                <a:xfrm>
                  <a:off x="-3034350" y="2085075"/>
                  <a:ext cx="47850" cy="33625"/>
                </a:xfrm>
                <a:custGeom>
                  <a:rect b="b" l="l" r="r" t="t"/>
                  <a:pathLst>
                    <a:path extrusionOk="0" h="1345" w="1914">
                      <a:moveTo>
                        <a:pt x="149" y="1"/>
                      </a:moveTo>
                      <a:cubicBezTo>
                        <a:pt x="55" y="226"/>
                        <a:pt x="1" y="475"/>
                        <a:pt x="1" y="735"/>
                      </a:cubicBezTo>
                      <a:cubicBezTo>
                        <a:pt x="1" y="948"/>
                        <a:pt x="37" y="1152"/>
                        <a:pt x="102" y="1344"/>
                      </a:cubicBezTo>
                      <a:lnTo>
                        <a:pt x="1913" y="1344"/>
                      </a:lnTo>
                      <a:lnTo>
                        <a:pt x="19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127"/>
                <p:cNvSpPr/>
                <p:nvPr/>
              </p:nvSpPr>
              <p:spPr>
                <a:xfrm>
                  <a:off x="-3143075" y="2078800"/>
                  <a:ext cx="46125" cy="46075"/>
                </a:xfrm>
                <a:custGeom>
                  <a:rect b="b" l="l" r="r" t="t"/>
                  <a:pathLst>
                    <a:path extrusionOk="0" h="1843" w="1845">
                      <a:moveTo>
                        <a:pt x="922" y="1"/>
                      </a:moveTo>
                      <a:cubicBezTo>
                        <a:pt x="412" y="1"/>
                        <a:pt x="0" y="414"/>
                        <a:pt x="0" y="922"/>
                      </a:cubicBezTo>
                      <a:cubicBezTo>
                        <a:pt x="0" y="1431"/>
                        <a:pt x="413" y="1843"/>
                        <a:pt x="922" y="1843"/>
                      </a:cubicBezTo>
                      <a:cubicBezTo>
                        <a:pt x="1432" y="1843"/>
                        <a:pt x="1842" y="1430"/>
                        <a:pt x="1842" y="922"/>
                      </a:cubicBezTo>
                      <a:cubicBezTo>
                        <a:pt x="1844" y="414"/>
                        <a:pt x="1432" y="1"/>
                        <a:pt x="9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127"/>
                <p:cNvSpPr/>
                <p:nvPr/>
              </p:nvSpPr>
              <p:spPr>
                <a:xfrm>
                  <a:off x="-3141550" y="2081975"/>
                  <a:ext cx="42975" cy="39975"/>
                </a:xfrm>
                <a:custGeom>
                  <a:rect b="b" l="l" r="r" t="t"/>
                  <a:pathLst>
                    <a:path extrusionOk="0" h="1599" w="1719">
                      <a:moveTo>
                        <a:pt x="859" y="1"/>
                      </a:moveTo>
                      <a:cubicBezTo>
                        <a:pt x="817" y="1"/>
                        <a:pt x="774" y="4"/>
                        <a:pt x="731" y="11"/>
                      </a:cubicBezTo>
                      <a:cubicBezTo>
                        <a:pt x="296" y="82"/>
                        <a:pt x="0" y="493"/>
                        <a:pt x="71" y="928"/>
                      </a:cubicBezTo>
                      <a:cubicBezTo>
                        <a:pt x="135" y="1320"/>
                        <a:pt x="474" y="1599"/>
                        <a:pt x="858" y="1599"/>
                      </a:cubicBezTo>
                      <a:cubicBezTo>
                        <a:pt x="901" y="1599"/>
                        <a:pt x="944" y="1595"/>
                        <a:pt x="988" y="1588"/>
                      </a:cubicBezTo>
                      <a:cubicBezTo>
                        <a:pt x="1423" y="1517"/>
                        <a:pt x="1718" y="1106"/>
                        <a:pt x="1647" y="672"/>
                      </a:cubicBezTo>
                      <a:cubicBezTo>
                        <a:pt x="1584" y="279"/>
                        <a:pt x="1244" y="1"/>
                        <a:pt x="8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27"/>
                <p:cNvSpPr/>
                <p:nvPr/>
              </p:nvSpPr>
              <p:spPr>
                <a:xfrm>
                  <a:off x="-3010650" y="2078800"/>
                  <a:ext cx="46075" cy="46075"/>
                </a:xfrm>
                <a:custGeom>
                  <a:rect b="b" l="l" r="r" t="t"/>
                  <a:pathLst>
                    <a:path extrusionOk="0" h="1843" w="1843">
                      <a:moveTo>
                        <a:pt x="921" y="1"/>
                      </a:moveTo>
                      <a:cubicBezTo>
                        <a:pt x="412" y="1"/>
                        <a:pt x="0" y="414"/>
                        <a:pt x="0" y="922"/>
                      </a:cubicBezTo>
                      <a:cubicBezTo>
                        <a:pt x="0" y="1431"/>
                        <a:pt x="413" y="1843"/>
                        <a:pt x="921" y="1843"/>
                      </a:cubicBezTo>
                      <a:cubicBezTo>
                        <a:pt x="1431" y="1843"/>
                        <a:pt x="1842" y="1430"/>
                        <a:pt x="1842" y="922"/>
                      </a:cubicBezTo>
                      <a:cubicBezTo>
                        <a:pt x="1842" y="414"/>
                        <a:pt x="1430" y="1"/>
                        <a:pt x="9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27"/>
                <p:cNvSpPr/>
                <p:nvPr/>
              </p:nvSpPr>
              <p:spPr>
                <a:xfrm>
                  <a:off x="-3009300" y="2081900"/>
                  <a:ext cx="43125" cy="39950"/>
                </a:xfrm>
                <a:custGeom>
                  <a:rect b="b" l="l" r="r" t="t"/>
                  <a:pathLst>
                    <a:path extrusionOk="0" h="1598" w="1725">
                      <a:moveTo>
                        <a:pt x="864" y="1"/>
                      </a:moveTo>
                      <a:cubicBezTo>
                        <a:pt x="819" y="1"/>
                        <a:pt x="772" y="5"/>
                        <a:pt x="726" y="13"/>
                      </a:cubicBezTo>
                      <a:cubicBezTo>
                        <a:pt x="291" y="88"/>
                        <a:pt x="0" y="501"/>
                        <a:pt x="75" y="936"/>
                      </a:cubicBezTo>
                      <a:cubicBezTo>
                        <a:pt x="144" y="1324"/>
                        <a:pt x="481" y="1598"/>
                        <a:pt x="862" y="1598"/>
                      </a:cubicBezTo>
                      <a:cubicBezTo>
                        <a:pt x="907" y="1598"/>
                        <a:pt x="953" y="1594"/>
                        <a:pt x="999" y="1586"/>
                      </a:cubicBezTo>
                      <a:cubicBezTo>
                        <a:pt x="1433" y="1510"/>
                        <a:pt x="1724" y="1097"/>
                        <a:pt x="1649" y="662"/>
                      </a:cubicBezTo>
                      <a:cubicBezTo>
                        <a:pt x="1582" y="274"/>
                        <a:pt x="1245" y="1"/>
                        <a:pt x="8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127"/>
                <p:cNvSpPr/>
                <p:nvPr/>
              </p:nvSpPr>
              <p:spPr>
                <a:xfrm>
                  <a:off x="-3021825" y="2160325"/>
                  <a:ext cx="7775" cy="7775"/>
                </a:xfrm>
                <a:custGeom>
                  <a:rect b="b" l="l" r="r" t="t"/>
                  <a:pathLst>
                    <a:path extrusionOk="0" h="311" w="311">
                      <a:moveTo>
                        <a:pt x="155" y="1"/>
                      </a:moveTo>
                      <a:cubicBezTo>
                        <a:pt x="70" y="1"/>
                        <a:pt x="1" y="70"/>
                        <a:pt x="1" y="156"/>
                      </a:cubicBezTo>
                      <a:cubicBezTo>
                        <a:pt x="1" y="241"/>
                        <a:pt x="70" y="311"/>
                        <a:pt x="155" y="311"/>
                      </a:cubicBezTo>
                      <a:cubicBezTo>
                        <a:pt x="241" y="311"/>
                        <a:pt x="310" y="241"/>
                        <a:pt x="310" y="156"/>
                      </a:cubicBezTo>
                      <a:cubicBezTo>
                        <a:pt x="310" y="70"/>
                        <a:pt x="241"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127"/>
                <p:cNvSpPr/>
                <p:nvPr/>
              </p:nvSpPr>
              <p:spPr>
                <a:xfrm>
                  <a:off x="-2924825" y="2171975"/>
                  <a:ext cx="7775" cy="7750"/>
                </a:xfrm>
                <a:custGeom>
                  <a:rect b="b" l="l" r="r" t="t"/>
                  <a:pathLst>
                    <a:path extrusionOk="0" h="310" w="311">
                      <a:moveTo>
                        <a:pt x="156" y="0"/>
                      </a:moveTo>
                      <a:cubicBezTo>
                        <a:pt x="70" y="0"/>
                        <a:pt x="1" y="69"/>
                        <a:pt x="1" y="155"/>
                      </a:cubicBezTo>
                      <a:cubicBezTo>
                        <a:pt x="1" y="241"/>
                        <a:pt x="70" y="310"/>
                        <a:pt x="156" y="310"/>
                      </a:cubicBezTo>
                      <a:cubicBezTo>
                        <a:pt x="241" y="310"/>
                        <a:pt x="310" y="241"/>
                        <a:pt x="310" y="155"/>
                      </a:cubicBezTo>
                      <a:cubicBezTo>
                        <a:pt x="310" y="69"/>
                        <a:pt x="241" y="0"/>
                        <a:pt x="1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127"/>
                <p:cNvSpPr/>
                <p:nvPr/>
              </p:nvSpPr>
              <p:spPr>
                <a:xfrm>
                  <a:off x="-3190600" y="2171975"/>
                  <a:ext cx="7750" cy="7750"/>
                </a:xfrm>
                <a:custGeom>
                  <a:rect b="b" l="l" r="r" t="t"/>
                  <a:pathLst>
                    <a:path extrusionOk="0" h="310" w="310">
                      <a:moveTo>
                        <a:pt x="155" y="0"/>
                      </a:moveTo>
                      <a:cubicBezTo>
                        <a:pt x="69" y="0"/>
                        <a:pt x="0" y="69"/>
                        <a:pt x="0" y="155"/>
                      </a:cubicBezTo>
                      <a:cubicBezTo>
                        <a:pt x="0" y="241"/>
                        <a:pt x="69" y="310"/>
                        <a:pt x="155" y="310"/>
                      </a:cubicBezTo>
                      <a:cubicBezTo>
                        <a:pt x="241" y="310"/>
                        <a:pt x="310" y="241"/>
                        <a:pt x="310" y="155"/>
                      </a:cubicBezTo>
                      <a:cubicBezTo>
                        <a:pt x="310" y="69"/>
                        <a:pt x="241" y="0"/>
                        <a:pt x="1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127"/>
                <p:cNvSpPr/>
                <p:nvPr/>
              </p:nvSpPr>
              <p:spPr>
                <a:xfrm>
                  <a:off x="-2924825" y="2030250"/>
                  <a:ext cx="7775" cy="7775"/>
                </a:xfrm>
                <a:custGeom>
                  <a:rect b="b" l="l" r="r" t="t"/>
                  <a:pathLst>
                    <a:path extrusionOk="0" h="311" w="311">
                      <a:moveTo>
                        <a:pt x="156" y="1"/>
                      </a:moveTo>
                      <a:cubicBezTo>
                        <a:pt x="71" y="1"/>
                        <a:pt x="1" y="70"/>
                        <a:pt x="1" y="155"/>
                      </a:cubicBezTo>
                      <a:cubicBezTo>
                        <a:pt x="1" y="240"/>
                        <a:pt x="71" y="310"/>
                        <a:pt x="156" y="310"/>
                      </a:cubicBezTo>
                      <a:cubicBezTo>
                        <a:pt x="241" y="310"/>
                        <a:pt x="310" y="240"/>
                        <a:pt x="310" y="155"/>
                      </a:cubicBezTo>
                      <a:cubicBezTo>
                        <a:pt x="310" y="70"/>
                        <a:pt x="241" y="1"/>
                        <a:pt x="1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127"/>
                <p:cNvSpPr/>
                <p:nvPr/>
              </p:nvSpPr>
              <p:spPr>
                <a:xfrm>
                  <a:off x="-3190575" y="2030250"/>
                  <a:ext cx="7750" cy="7775"/>
                </a:xfrm>
                <a:custGeom>
                  <a:rect b="b" l="l" r="r" t="t"/>
                  <a:pathLst>
                    <a:path extrusionOk="0" h="311" w="310">
                      <a:moveTo>
                        <a:pt x="155" y="1"/>
                      </a:moveTo>
                      <a:cubicBezTo>
                        <a:pt x="70" y="1"/>
                        <a:pt x="0" y="70"/>
                        <a:pt x="0" y="155"/>
                      </a:cubicBezTo>
                      <a:cubicBezTo>
                        <a:pt x="0" y="240"/>
                        <a:pt x="70" y="310"/>
                        <a:pt x="155" y="310"/>
                      </a:cubicBezTo>
                      <a:cubicBezTo>
                        <a:pt x="241" y="310"/>
                        <a:pt x="310" y="240"/>
                        <a:pt x="310" y="155"/>
                      </a:cubicBezTo>
                      <a:cubicBezTo>
                        <a:pt x="310" y="70"/>
                        <a:pt x="240"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127"/>
                <p:cNvSpPr/>
                <p:nvPr/>
              </p:nvSpPr>
              <p:spPr>
                <a:xfrm>
                  <a:off x="-3093600" y="2160325"/>
                  <a:ext cx="7775" cy="7775"/>
                </a:xfrm>
                <a:custGeom>
                  <a:rect b="b" l="l" r="r" t="t"/>
                  <a:pathLst>
                    <a:path extrusionOk="0" h="311" w="311">
                      <a:moveTo>
                        <a:pt x="155" y="1"/>
                      </a:moveTo>
                      <a:cubicBezTo>
                        <a:pt x="70" y="1"/>
                        <a:pt x="1" y="70"/>
                        <a:pt x="1" y="156"/>
                      </a:cubicBezTo>
                      <a:cubicBezTo>
                        <a:pt x="1" y="241"/>
                        <a:pt x="70" y="311"/>
                        <a:pt x="155" y="311"/>
                      </a:cubicBezTo>
                      <a:cubicBezTo>
                        <a:pt x="240" y="311"/>
                        <a:pt x="310" y="241"/>
                        <a:pt x="310" y="156"/>
                      </a:cubicBezTo>
                      <a:cubicBezTo>
                        <a:pt x="310" y="71"/>
                        <a:pt x="240"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27"/>
                <p:cNvSpPr/>
                <p:nvPr/>
              </p:nvSpPr>
              <p:spPr>
                <a:xfrm>
                  <a:off x="-3134000" y="2047750"/>
                  <a:ext cx="160400" cy="6850"/>
                </a:xfrm>
                <a:custGeom>
                  <a:rect b="b" l="l" r="r" t="t"/>
                  <a:pathLst>
                    <a:path extrusionOk="0" h="274" w="6416">
                      <a:moveTo>
                        <a:pt x="0" y="0"/>
                      </a:moveTo>
                      <a:lnTo>
                        <a:pt x="0" y="274"/>
                      </a:lnTo>
                      <a:lnTo>
                        <a:pt x="6415" y="274"/>
                      </a:lnTo>
                      <a:lnTo>
                        <a:pt x="64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127"/>
                <p:cNvSpPr/>
                <p:nvPr/>
              </p:nvSpPr>
              <p:spPr>
                <a:xfrm>
                  <a:off x="-3134000" y="2060000"/>
                  <a:ext cx="160400" cy="6850"/>
                </a:xfrm>
                <a:custGeom>
                  <a:rect b="b" l="l" r="r" t="t"/>
                  <a:pathLst>
                    <a:path extrusionOk="0" h="274" w="6416">
                      <a:moveTo>
                        <a:pt x="0" y="0"/>
                      </a:moveTo>
                      <a:lnTo>
                        <a:pt x="0" y="274"/>
                      </a:lnTo>
                      <a:lnTo>
                        <a:pt x="6415" y="274"/>
                      </a:lnTo>
                      <a:lnTo>
                        <a:pt x="64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127"/>
                <p:cNvSpPr/>
                <p:nvPr/>
              </p:nvSpPr>
              <p:spPr>
                <a:xfrm>
                  <a:off x="-3139125" y="2082838"/>
                  <a:ext cx="38075" cy="38000"/>
                </a:xfrm>
                <a:custGeom>
                  <a:rect b="b" l="l" r="r" t="t"/>
                  <a:pathLst>
                    <a:path extrusionOk="0" h="1520" w="1523">
                      <a:moveTo>
                        <a:pt x="762" y="1"/>
                      </a:moveTo>
                      <a:cubicBezTo>
                        <a:pt x="732" y="1"/>
                        <a:pt x="702" y="3"/>
                        <a:pt x="672" y="7"/>
                      </a:cubicBezTo>
                      <a:cubicBezTo>
                        <a:pt x="645" y="11"/>
                        <a:pt x="626" y="35"/>
                        <a:pt x="629" y="63"/>
                      </a:cubicBezTo>
                      <a:cubicBezTo>
                        <a:pt x="629" y="82"/>
                        <a:pt x="625" y="101"/>
                        <a:pt x="618" y="121"/>
                      </a:cubicBezTo>
                      <a:cubicBezTo>
                        <a:pt x="592" y="183"/>
                        <a:pt x="532" y="220"/>
                        <a:pt x="469" y="220"/>
                      </a:cubicBezTo>
                      <a:cubicBezTo>
                        <a:pt x="448" y="220"/>
                        <a:pt x="428" y="216"/>
                        <a:pt x="408" y="208"/>
                      </a:cubicBezTo>
                      <a:cubicBezTo>
                        <a:pt x="388" y="200"/>
                        <a:pt x="373" y="189"/>
                        <a:pt x="358" y="174"/>
                      </a:cubicBezTo>
                      <a:cubicBezTo>
                        <a:pt x="347" y="163"/>
                        <a:pt x="332" y="157"/>
                        <a:pt x="317" y="157"/>
                      </a:cubicBezTo>
                      <a:cubicBezTo>
                        <a:pt x="307" y="157"/>
                        <a:pt x="296" y="160"/>
                        <a:pt x="287" y="167"/>
                      </a:cubicBezTo>
                      <a:cubicBezTo>
                        <a:pt x="243" y="203"/>
                        <a:pt x="199" y="245"/>
                        <a:pt x="163" y="291"/>
                      </a:cubicBezTo>
                      <a:cubicBezTo>
                        <a:pt x="147" y="312"/>
                        <a:pt x="152" y="343"/>
                        <a:pt x="171" y="360"/>
                      </a:cubicBezTo>
                      <a:cubicBezTo>
                        <a:pt x="215" y="405"/>
                        <a:pt x="232" y="472"/>
                        <a:pt x="206" y="532"/>
                      </a:cubicBezTo>
                      <a:cubicBezTo>
                        <a:pt x="181" y="594"/>
                        <a:pt x="122" y="628"/>
                        <a:pt x="60" y="628"/>
                      </a:cubicBezTo>
                      <a:cubicBezTo>
                        <a:pt x="33" y="628"/>
                        <a:pt x="8" y="647"/>
                        <a:pt x="6" y="674"/>
                      </a:cubicBezTo>
                      <a:cubicBezTo>
                        <a:pt x="0" y="734"/>
                        <a:pt x="0" y="792"/>
                        <a:pt x="7" y="849"/>
                      </a:cubicBezTo>
                      <a:cubicBezTo>
                        <a:pt x="11" y="875"/>
                        <a:pt x="35" y="894"/>
                        <a:pt x="61" y="894"/>
                      </a:cubicBezTo>
                      <a:cubicBezTo>
                        <a:pt x="62" y="894"/>
                        <a:pt x="62" y="894"/>
                        <a:pt x="63" y="894"/>
                      </a:cubicBezTo>
                      <a:cubicBezTo>
                        <a:pt x="83" y="894"/>
                        <a:pt x="102" y="896"/>
                        <a:pt x="121" y="904"/>
                      </a:cubicBezTo>
                      <a:cubicBezTo>
                        <a:pt x="203" y="937"/>
                        <a:pt x="243" y="1031"/>
                        <a:pt x="209" y="1114"/>
                      </a:cubicBezTo>
                      <a:cubicBezTo>
                        <a:pt x="201" y="1133"/>
                        <a:pt x="190" y="1149"/>
                        <a:pt x="175" y="1163"/>
                      </a:cubicBezTo>
                      <a:cubicBezTo>
                        <a:pt x="156" y="1183"/>
                        <a:pt x="151" y="1212"/>
                        <a:pt x="167" y="1234"/>
                      </a:cubicBezTo>
                      <a:cubicBezTo>
                        <a:pt x="203" y="1279"/>
                        <a:pt x="245" y="1322"/>
                        <a:pt x="291" y="1358"/>
                      </a:cubicBezTo>
                      <a:cubicBezTo>
                        <a:pt x="300" y="1365"/>
                        <a:pt x="310" y="1368"/>
                        <a:pt x="320" y="1368"/>
                      </a:cubicBezTo>
                      <a:cubicBezTo>
                        <a:pt x="335" y="1368"/>
                        <a:pt x="350" y="1361"/>
                        <a:pt x="361" y="1350"/>
                      </a:cubicBezTo>
                      <a:cubicBezTo>
                        <a:pt x="391" y="1320"/>
                        <a:pt x="431" y="1303"/>
                        <a:pt x="474" y="1303"/>
                      </a:cubicBezTo>
                      <a:cubicBezTo>
                        <a:pt x="493" y="1303"/>
                        <a:pt x="513" y="1307"/>
                        <a:pt x="533" y="1315"/>
                      </a:cubicBezTo>
                      <a:cubicBezTo>
                        <a:pt x="594" y="1341"/>
                        <a:pt x="630" y="1399"/>
                        <a:pt x="630" y="1461"/>
                      </a:cubicBezTo>
                      <a:cubicBezTo>
                        <a:pt x="630" y="1488"/>
                        <a:pt x="647" y="1513"/>
                        <a:pt x="674" y="1515"/>
                      </a:cubicBezTo>
                      <a:cubicBezTo>
                        <a:pt x="703" y="1518"/>
                        <a:pt x="731" y="1519"/>
                        <a:pt x="759" y="1519"/>
                      </a:cubicBezTo>
                      <a:cubicBezTo>
                        <a:pt x="790" y="1519"/>
                        <a:pt x="820" y="1518"/>
                        <a:pt x="850" y="1514"/>
                      </a:cubicBezTo>
                      <a:cubicBezTo>
                        <a:pt x="877" y="1510"/>
                        <a:pt x="895" y="1485"/>
                        <a:pt x="894" y="1458"/>
                      </a:cubicBezTo>
                      <a:cubicBezTo>
                        <a:pt x="894" y="1439"/>
                        <a:pt x="896" y="1420"/>
                        <a:pt x="904" y="1400"/>
                      </a:cubicBezTo>
                      <a:cubicBezTo>
                        <a:pt x="930" y="1338"/>
                        <a:pt x="990" y="1300"/>
                        <a:pt x="1053" y="1300"/>
                      </a:cubicBezTo>
                      <a:cubicBezTo>
                        <a:pt x="1074" y="1300"/>
                        <a:pt x="1094" y="1304"/>
                        <a:pt x="1115" y="1313"/>
                      </a:cubicBezTo>
                      <a:cubicBezTo>
                        <a:pt x="1134" y="1320"/>
                        <a:pt x="1149" y="1332"/>
                        <a:pt x="1163" y="1346"/>
                      </a:cubicBezTo>
                      <a:cubicBezTo>
                        <a:pt x="1175" y="1357"/>
                        <a:pt x="1190" y="1364"/>
                        <a:pt x="1205" y="1364"/>
                      </a:cubicBezTo>
                      <a:cubicBezTo>
                        <a:pt x="1215" y="1364"/>
                        <a:pt x="1225" y="1361"/>
                        <a:pt x="1234" y="1354"/>
                      </a:cubicBezTo>
                      <a:cubicBezTo>
                        <a:pt x="1280" y="1318"/>
                        <a:pt x="1322" y="1277"/>
                        <a:pt x="1358" y="1230"/>
                      </a:cubicBezTo>
                      <a:cubicBezTo>
                        <a:pt x="1375" y="1209"/>
                        <a:pt x="1369" y="1179"/>
                        <a:pt x="1351" y="1160"/>
                      </a:cubicBezTo>
                      <a:cubicBezTo>
                        <a:pt x="1307" y="1117"/>
                        <a:pt x="1290" y="1050"/>
                        <a:pt x="1316" y="989"/>
                      </a:cubicBezTo>
                      <a:cubicBezTo>
                        <a:pt x="1342" y="928"/>
                        <a:pt x="1399" y="892"/>
                        <a:pt x="1461" y="892"/>
                      </a:cubicBezTo>
                      <a:cubicBezTo>
                        <a:pt x="1488" y="892"/>
                        <a:pt x="1513" y="874"/>
                        <a:pt x="1516" y="847"/>
                      </a:cubicBezTo>
                      <a:cubicBezTo>
                        <a:pt x="1522" y="787"/>
                        <a:pt x="1522" y="730"/>
                        <a:pt x="1514" y="672"/>
                      </a:cubicBezTo>
                      <a:cubicBezTo>
                        <a:pt x="1510" y="645"/>
                        <a:pt x="1487" y="627"/>
                        <a:pt x="1461" y="627"/>
                      </a:cubicBezTo>
                      <a:cubicBezTo>
                        <a:pt x="1460" y="627"/>
                        <a:pt x="1459" y="627"/>
                        <a:pt x="1458" y="627"/>
                      </a:cubicBezTo>
                      <a:cubicBezTo>
                        <a:pt x="1440" y="627"/>
                        <a:pt x="1420" y="625"/>
                        <a:pt x="1400" y="617"/>
                      </a:cubicBezTo>
                      <a:cubicBezTo>
                        <a:pt x="1318" y="584"/>
                        <a:pt x="1280" y="489"/>
                        <a:pt x="1313" y="407"/>
                      </a:cubicBezTo>
                      <a:cubicBezTo>
                        <a:pt x="1321" y="388"/>
                        <a:pt x="1332" y="373"/>
                        <a:pt x="1347" y="358"/>
                      </a:cubicBezTo>
                      <a:cubicBezTo>
                        <a:pt x="1366" y="338"/>
                        <a:pt x="1371" y="309"/>
                        <a:pt x="1354" y="287"/>
                      </a:cubicBezTo>
                      <a:cubicBezTo>
                        <a:pt x="1318" y="241"/>
                        <a:pt x="1277" y="199"/>
                        <a:pt x="1230" y="163"/>
                      </a:cubicBezTo>
                      <a:cubicBezTo>
                        <a:pt x="1222" y="156"/>
                        <a:pt x="1212" y="153"/>
                        <a:pt x="1201" y="153"/>
                      </a:cubicBezTo>
                      <a:cubicBezTo>
                        <a:pt x="1186" y="153"/>
                        <a:pt x="1171" y="160"/>
                        <a:pt x="1161" y="171"/>
                      </a:cubicBezTo>
                      <a:cubicBezTo>
                        <a:pt x="1131" y="201"/>
                        <a:pt x="1091" y="218"/>
                        <a:pt x="1049" y="218"/>
                      </a:cubicBezTo>
                      <a:cubicBezTo>
                        <a:pt x="1029" y="218"/>
                        <a:pt x="1009" y="214"/>
                        <a:pt x="990" y="205"/>
                      </a:cubicBezTo>
                      <a:cubicBezTo>
                        <a:pt x="928" y="180"/>
                        <a:pt x="893" y="122"/>
                        <a:pt x="893" y="60"/>
                      </a:cubicBezTo>
                      <a:cubicBezTo>
                        <a:pt x="893" y="33"/>
                        <a:pt x="874" y="8"/>
                        <a:pt x="847" y="6"/>
                      </a:cubicBezTo>
                      <a:cubicBezTo>
                        <a:pt x="818" y="3"/>
                        <a:pt x="790" y="1"/>
                        <a:pt x="7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127"/>
                <p:cNvSpPr/>
                <p:nvPr/>
              </p:nvSpPr>
              <p:spPr>
                <a:xfrm>
                  <a:off x="-3006750" y="2082838"/>
                  <a:ext cx="38075" cy="38000"/>
                </a:xfrm>
                <a:custGeom>
                  <a:rect b="b" l="l" r="r" t="t"/>
                  <a:pathLst>
                    <a:path extrusionOk="0" h="1520" w="1523">
                      <a:moveTo>
                        <a:pt x="763" y="1"/>
                      </a:moveTo>
                      <a:cubicBezTo>
                        <a:pt x="733" y="1"/>
                        <a:pt x="702" y="3"/>
                        <a:pt x="672" y="7"/>
                      </a:cubicBezTo>
                      <a:cubicBezTo>
                        <a:pt x="645" y="11"/>
                        <a:pt x="628" y="35"/>
                        <a:pt x="629" y="63"/>
                      </a:cubicBezTo>
                      <a:cubicBezTo>
                        <a:pt x="629" y="82"/>
                        <a:pt x="626" y="101"/>
                        <a:pt x="618" y="121"/>
                      </a:cubicBezTo>
                      <a:cubicBezTo>
                        <a:pt x="593" y="183"/>
                        <a:pt x="533" y="220"/>
                        <a:pt x="469" y="220"/>
                      </a:cubicBezTo>
                      <a:cubicBezTo>
                        <a:pt x="449" y="220"/>
                        <a:pt x="428" y="216"/>
                        <a:pt x="408" y="208"/>
                      </a:cubicBezTo>
                      <a:cubicBezTo>
                        <a:pt x="388" y="200"/>
                        <a:pt x="373" y="189"/>
                        <a:pt x="359" y="174"/>
                      </a:cubicBezTo>
                      <a:cubicBezTo>
                        <a:pt x="348" y="163"/>
                        <a:pt x="333" y="157"/>
                        <a:pt x="318" y="157"/>
                      </a:cubicBezTo>
                      <a:cubicBezTo>
                        <a:pt x="307" y="157"/>
                        <a:pt x="297" y="160"/>
                        <a:pt x="288" y="167"/>
                      </a:cubicBezTo>
                      <a:cubicBezTo>
                        <a:pt x="243" y="203"/>
                        <a:pt x="200" y="245"/>
                        <a:pt x="164" y="291"/>
                      </a:cubicBezTo>
                      <a:cubicBezTo>
                        <a:pt x="147" y="312"/>
                        <a:pt x="153" y="343"/>
                        <a:pt x="172" y="360"/>
                      </a:cubicBezTo>
                      <a:cubicBezTo>
                        <a:pt x="216" y="405"/>
                        <a:pt x="232" y="472"/>
                        <a:pt x="207" y="532"/>
                      </a:cubicBezTo>
                      <a:cubicBezTo>
                        <a:pt x="181" y="594"/>
                        <a:pt x="123" y="628"/>
                        <a:pt x="61" y="628"/>
                      </a:cubicBezTo>
                      <a:cubicBezTo>
                        <a:pt x="33" y="628"/>
                        <a:pt x="9" y="647"/>
                        <a:pt x="6" y="674"/>
                      </a:cubicBezTo>
                      <a:cubicBezTo>
                        <a:pt x="0" y="734"/>
                        <a:pt x="0" y="792"/>
                        <a:pt x="8" y="849"/>
                      </a:cubicBezTo>
                      <a:cubicBezTo>
                        <a:pt x="11" y="875"/>
                        <a:pt x="35" y="894"/>
                        <a:pt x="61" y="894"/>
                      </a:cubicBezTo>
                      <a:cubicBezTo>
                        <a:pt x="62" y="894"/>
                        <a:pt x="62" y="894"/>
                        <a:pt x="63" y="894"/>
                      </a:cubicBezTo>
                      <a:cubicBezTo>
                        <a:pt x="83" y="894"/>
                        <a:pt x="102" y="896"/>
                        <a:pt x="122" y="904"/>
                      </a:cubicBezTo>
                      <a:cubicBezTo>
                        <a:pt x="205" y="937"/>
                        <a:pt x="243" y="1031"/>
                        <a:pt x="210" y="1114"/>
                      </a:cubicBezTo>
                      <a:cubicBezTo>
                        <a:pt x="201" y="1133"/>
                        <a:pt x="190" y="1149"/>
                        <a:pt x="176" y="1163"/>
                      </a:cubicBezTo>
                      <a:cubicBezTo>
                        <a:pt x="156" y="1183"/>
                        <a:pt x="151" y="1212"/>
                        <a:pt x="167" y="1234"/>
                      </a:cubicBezTo>
                      <a:cubicBezTo>
                        <a:pt x="205" y="1279"/>
                        <a:pt x="245" y="1322"/>
                        <a:pt x="292" y="1358"/>
                      </a:cubicBezTo>
                      <a:cubicBezTo>
                        <a:pt x="301" y="1365"/>
                        <a:pt x="311" y="1368"/>
                        <a:pt x="321" y="1368"/>
                      </a:cubicBezTo>
                      <a:cubicBezTo>
                        <a:pt x="336" y="1368"/>
                        <a:pt x="351" y="1361"/>
                        <a:pt x="361" y="1350"/>
                      </a:cubicBezTo>
                      <a:cubicBezTo>
                        <a:pt x="391" y="1320"/>
                        <a:pt x="432" y="1303"/>
                        <a:pt x="474" y="1303"/>
                      </a:cubicBezTo>
                      <a:cubicBezTo>
                        <a:pt x="494" y="1303"/>
                        <a:pt x="514" y="1307"/>
                        <a:pt x="533" y="1315"/>
                      </a:cubicBezTo>
                      <a:cubicBezTo>
                        <a:pt x="595" y="1341"/>
                        <a:pt x="630" y="1399"/>
                        <a:pt x="630" y="1461"/>
                      </a:cubicBezTo>
                      <a:cubicBezTo>
                        <a:pt x="630" y="1488"/>
                        <a:pt x="647" y="1513"/>
                        <a:pt x="675" y="1515"/>
                      </a:cubicBezTo>
                      <a:cubicBezTo>
                        <a:pt x="703" y="1518"/>
                        <a:pt x="732" y="1519"/>
                        <a:pt x="760" y="1519"/>
                      </a:cubicBezTo>
                      <a:cubicBezTo>
                        <a:pt x="790" y="1519"/>
                        <a:pt x="821" y="1518"/>
                        <a:pt x="851" y="1514"/>
                      </a:cubicBezTo>
                      <a:cubicBezTo>
                        <a:pt x="877" y="1510"/>
                        <a:pt x="896" y="1485"/>
                        <a:pt x="894" y="1458"/>
                      </a:cubicBezTo>
                      <a:cubicBezTo>
                        <a:pt x="894" y="1439"/>
                        <a:pt x="897" y="1420"/>
                        <a:pt x="904" y="1400"/>
                      </a:cubicBezTo>
                      <a:cubicBezTo>
                        <a:pt x="930" y="1338"/>
                        <a:pt x="990" y="1300"/>
                        <a:pt x="1053" y="1300"/>
                      </a:cubicBezTo>
                      <a:cubicBezTo>
                        <a:pt x="1074" y="1300"/>
                        <a:pt x="1095" y="1304"/>
                        <a:pt x="1115" y="1313"/>
                      </a:cubicBezTo>
                      <a:cubicBezTo>
                        <a:pt x="1134" y="1320"/>
                        <a:pt x="1150" y="1332"/>
                        <a:pt x="1164" y="1346"/>
                      </a:cubicBezTo>
                      <a:cubicBezTo>
                        <a:pt x="1175" y="1357"/>
                        <a:pt x="1190" y="1364"/>
                        <a:pt x="1205" y="1364"/>
                      </a:cubicBezTo>
                      <a:cubicBezTo>
                        <a:pt x="1215" y="1364"/>
                        <a:pt x="1226" y="1361"/>
                        <a:pt x="1234" y="1354"/>
                      </a:cubicBezTo>
                      <a:cubicBezTo>
                        <a:pt x="1280" y="1318"/>
                        <a:pt x="1322" y="1277"/>
                        <a:pt x="1358" y="1230"/>
                      </a:cubicBezTo>
                      <a:cubicBezTo>
                        <a:pt x="1376" y="1209"/>
                        <a:pt x="1371" y="1179"/>
                        <a:pt x="1351" y="1160"/>
                      </a:cubicBezTo>
                      <a:cubicBezTo>
                        <a:pt x="1307" y="1117"/>
                        <a:pt x="1290" y="1050"/>
                        <a:pt x="1316" y="989"/>
                      </a:cubicBezTo>
                      <a:cubicBezTo>
                        <a:pt x="1342" y="928"/>
                        <a:pt x="1400" y="892"/>
                        <a:pt x="1461" y="892"/>
                      </a:cubicBezTo>
                      <a:cubicBezTo>
                        <a:pt x="1489" y="892"/>
                        <a:pt x="1513" y="874"/>
                        <a:pt x="1516" y="847"/>
                      </a:cubicBezTo>
                      <a:cubicBezTo>
                        <a:pt x="1522" y="787"/>
                        <a:pt x="1522" y="730"/>
                        <a:pt x="1515" y="672"/>
                      </a:cubicBezTo>
                      <a:cubicBezTo>
                        <a:pt x="1511" y="645"/>
                        <a:pt x="1488" y="627"/>
                        <a:pt x="1462" y="627"/>
                      </a:cubicBezTo>
                      <a:cubicBezTo>
                        <a:pt x="1461" y="627"/>
                        <a:pt x="1460" y="627"/>
                        <a:pt x="1459" y="627"/>
                      </a:cubicBezTo>
                      <a:cubicBezTo>
                        <a:pt x="1440" y="627"/>
                        <a:pt x="1420" y="625"/>
                        <a:pt x="1402" y="617"/>
                      </a:cubicBezTo>
                      <a:cubicBezTo>
                        <a:pt x="1319" y="584"/>
                        <a:pt x="1280" y="489"/>
                        <a:pt x="1314" y="407"/>
                      </a:cubicBezTo>
                      <a:cubicBezTo>
                        <a:pt x="1321" y="388"/>
                        <a:pt x="1333" y="373"/>
                        <a:pt x="1347" y="358"/>
                      </a:cubicBezTo>
                      <a:cubicBezTo>
                        <a:pt x="1367" y="338"/>
                        <a:pt x="1372" y="309"/>
                        <a:pt x="1355" y="287"/>
                      </a:cubicBezTo>
                      <a:cubicBezTo>
                        <a:pt x="1319" y="241"/>
                        <a:pt x="1278" y="199"/>
                        <a:pt x="1231" y="163"/>
                      </a:cubicBezTo>
                      <a:cubicBezTo>
                        <a:pt x="1223" y="156"/>
                        <a:pt x="1213" y="153"/>
                        <a:pt x="1202" y="153"/>
                      </a:cubicBezTo>
                      <a:cubicBezTo>
                        <a:pt x="1187" y="153"/>
                        <a:pt x="1172" y="160"/>
                        <a:pt x="1161" y="171"/>
                      </a:cubicBezTo>
                      <a:cubicBezTo>
                        <a:pt x="1132" y="201"/>
                        <a:pt x="1092" y="218"/>
                        <a:pt x="1050" y="218"/>
                      </a:cubicBezTo>
                      <a:cubicBezTo>
                        <a:pt x="1030" y="218"/>
                        <a:pt x="1010" y="214"/>
                        <a:pt x="990" y="205"/>
                      </a:cubicBezTo>
                      <a:cubicBezTo>
                        <a:pt x="928" y="180"/>
                        <a:pt x="893" y="122"/>
                        <a:pt x="893" y="60"/>
                      </a:cubicBezTo>
                      <a:cubicBezTo>
                        <a:pt x="893" y="33"/>
                        <a:pt x="875" y="8"/>
                        <a:pt x="847" y="6"/>
                      </a:cubicBezTo>
                      <a:cubicBezTo>
                        <a:pt x="819" y="3"/>
                        <a:pt x="791" y="1"/>
                        <a:pt x="7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27" name="Google Shape;10027;p127"/>
            <p:cNvGrpSpPr/>
            <p:nvPr/>
          </p:nvGrpSpPr>
          <p:grpSpPr>
            <a:xfrm rot="-742384">
              <a:off x="78363" y="4241987"/>
              <a:ext cx="659891" cy="802886"/>
              <a:chOff x="-3647202" y="3311500"/>
              <a:chExt cx="572233" cy="696292"/>
            </a:xfrm>
          </p:grpSpPr>
          <p:sp>
            <p:nvSpPr>
              <p:cNvPr id="10028" name="Google Shape;10028;p127"/>
              <p:cNvSpPr/>
              <p:nvPr/>
            </p:nvSpPr>
            <p:spPr>
              <a:xfrm>
                <a:off x="-3647202" y="3311500"/>
                <a:ext cx="572233" cy="696234"/>
              </a:xfrm>
              <a:custGeom>
                <a:rect b="b" l="l" r="r" t="t"/>
                <a:pathLst>
                  <a:path extrusionOk="0" h="6850" w="5630">
                    <a:moveTo>
                      <a:pt x="2691" y="1"/>
                    </a:moveTo>
                    <a:cubicBezTo>
                      <a:pt x="2603" y="1"/>
                      <a:pt x="2518" y="4"/>
                      <a:pt x="2433" y="13"/>
                    </a:cubicBezTo>
                    <a:cubicBezTo>
                      <a:pt x="1068" y="142"/>
                      <a:pt x="1" y="1292"/>
                      <a:pt x="1" y="2690"/>
                    </a:cubicBezTo>
                    <a:lnTo>
                      <a:pt x="1" y="4767"/>
                    </a:lnTo>
                    <a:lnTo>
                      <a:pt x="1" y="6510"/>
                    </a:lnTo>
                    <a:cubicBezTo>
                      <a:pt x="1" y="6696"/>
                      <a:pt x="154" y="6849"/>
                      <a:pt x="340" y="6849"/>
                    </a:cubicBezTo>
                    <a:lnTo>
                      <a:pt x="5041" y="6849"/>
                    </a:lnTo>
                    <a:cubicBezTo>
                      <a:pt x="5228" y="6849"/>
                      <a:pt x="5381" y="6696"/>
                      <a:pt x="5381" y="6510"/>
                    </a:cubicBezTo>
                    <a:lnTo>
                      <a:pt x="5381" y="4767"/>
                    </a:lnTo>
                    <a:lnTo>
                      <a:pt x="5381" y="4753"/>
                    </a:lnTo>
                    <a:cubicBezTo>
                      <a:pt x="5523" y="4717"/>
                      <a:pt x="5629" y="4589"/>
                      <a:pt x="5629" y="4435"/>
                    </a:cubicBezTo>
                    <a:lnTo>
                      <a:pt x="5629" y="4203"/>
                    </a:lnTo>
                    <a:cubicBezTo>
                      <a:pt x="5629" y="4049"/>
                      <a:pt x="5523" y="3920"/>
                      <a:pt x="5381" y="3885"/>
                    </a:cubicBezTo>
                    <a:lnTo>
                      <a:pt x="5381" y="3594"/>
                    </a:lnTo>
                    <a:cubicBezTo>
                      <a:pt x="5523" y="3558"/>
                      <a:pt x="5629" y="3430"/>
                      <a:pt x="5629" y="3276"/>
                    </a:cubicBezTo>
                    <a:lnTo>
                      <a:pt x="5629" y="3044"/>
                    </a:lnTo>
                    <a:cubicBezTo>
                      <a:pt x="5629" y="2891"/>
                      <a:pt x="5523" y="2762"/>
                      <a:pt x="5381" y="2727"/>
                    </a:cubicBezTo>
                    <a:lnTo>
                      <a:pt x="5381" y="2691"/>
                    </a:lnTo>
                    <a:cubicBezTo>
                      <a:pt x="5381" y="1293"/>
                      <a:pt x="4312" y="143"/>
                      <a:pt x="2947" y="14"/>
                    </a:cubicBezTo>
                    <a:cubicBezTo>
                      <a:pt x="2863" y="4"/>
                      <a:pt x="2777" y="1"/>
                      <a:pt x="2691"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127"/>
              <p:cNvSpPr/>
              <p:nvPr/>
            </p:nvSpPr>
            <p:spPr>
              <a:xfrm>
                <a:off x="-3125794" y="3587608"/>
                <a:ext cx="50718" cy="90256"/>
              </a:xfrm>
              <a:custGeom>
                <a:rect b="b" l="l" r="r" t="t"/>
                <a:pathLst>
                  <a:path extrusionOk="0" h="888" w="499">
                    <a:moveTo>
                      <a:pt x="1" y="0"/>
                    </a:moveTo>
                    <a:lnTo>
                      <a:pt x="1" y="888"/>
                    </a:lnTo>
                    <a:lnTo>
                      <a:pt x="170" y="888"/>
                    </a:lnTo>
                    <a:cubicBezTo>
                      <a:pt x="351" y="888"/>
                      <a:pt x="498" y="740"/>
                      <a:pt x="498" y="559"/>
                    </a:cubicBezTo>
                    <a:lnTo>
                      <a:pt x="498" y="327"/>
                    </a:lnTo>
                    <a:cubicBezTo>
                      <a:pt x="498" y="147"/>
                      <a:pt x="353"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127"/>
              <p:cNvSpPr/>
              <p:nvPr/>
            </p:nvSpPr>
            <p:spPr>
              <a:xfrm>
                <a:off x="-3125794" y="3705512"/>
                <a:ext cx="50718" cy="90256"/>
              </a:xfrm>
              <a:custGeom>
                <a:rect b="b" l="l" r="r" t="t"/>
                <a:pathLst>
                  <a:path extrusionOk="0" h="888" w="499">
                    <a:moveTo>
                      <a:pt x="1" y="0"/>
                    </a:moveTo>
                    <a:lnTo>
                      <a:pt x="1" y="888"/>
                    </a:lnTo>
                    <a:lnTo>
                      <a:pt x="170" y="888"/>
                    </a:lnTo>
                    <a:cubicBezTo>
                      <a:pt x="351" y="888"/>
                      <a:pt x="498" y="740"/>
                      <a:pt x="498" y="559"/>
                    </a:cubicBezTo>
                    <a:lnTo>
                      <a:pt x="498" y="327"/>
                    </a:lnTo>
                    <a:cubicBezTo>
                      <a:pt x="498" y="147"/>
                      <a:pt x="353"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127"/>
              <p:cNvSpPr/>
              <p:nvPr/>
            </p:nvSpPr>
            <p:spPr>
              <a:xfrm>
                <a:off x="-3647202" y="3311551"/>
                <a:ext cx="546925" cy="696234"/>
              </a:xfrm>
              <a:custGeom>
                <a:rect b="b" l="l" r="r" t="t"/>
                <a:pathLst>
                  <a:path extrusionOk="0" h="6850" w="5381">
                    <a:moveTo>
                      <a:pt x="2689" y="1"/>
                    </a:moveTo>
                    <a:cubicBezTo>
                      <a:pt x="2603" y="1"/>
                      <a:pt x="2518" y="4"/>
                      <a:pt x="2433" y="13"/>
                    </a:cubicBezTo>
                    <a:cubicBezTo>
                      <a:pt x="1068" y="142"/>
                      <a:pt x="1" y="1292"/>
                      <a:pt x="1" y="2690"/>
                    </a:cubicBezTo>
                    <a:lnTo>
                      <a:pt x="1" y="6510"/>
                    </a:lnTo>
                    <a:cubicBezTo>
                      <a:pt x="1" y="6697"/>
                      <a:pt x="154" y="6849"/>
                      <a:pt x="340" y="6849"/>
                    </a:cubicBezTo>
                    <a:lnTo>
                      <a:pt x="5041" y="6849"/>
                    </a:lnTo>
                    <a:cubicBezTo>
                      <a:pt x="5228" y="6849"/>
                      <a:pt x="5381" y="6697"/>
                      <a:pt x="5381" y="6510"/>
                    </a:cubicBezTo>
                    <a:lnTo>
                      <a:pt x="5381" y="2690"/>
                    </a:lnTo>
                    <a:cubicBezTo>
                      <a:pt x="5381" y="1292"/>
                      <a:pt x="4312" y="142"/>
                      <a:pt x="2946" y="12"/>
                    </a:cubicBezTo>
                    <a:cubicBezTo>
                      <a:pt x="2861" y="4"/>
                      <a:pt x="2776" y="1"/>
                      <a:pt x="26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127"/>
              <p:cNvSpPr/>
              <p:nvPr/>
            </p:nvSpPr>
            <p:spPr>
              <a:xfrm>
                <a:off x="-3647202" y="3795972"/>
                <a:ext cx="546925" cy="211818"/>
              </a:xfrm>
              <a:custGeom>
                <a:rect b="b" l="l" r="r" t="t"/>
                <a:pathLst>
                  <a:path extrusionOk="0" h="2084" w="5381">
                    <a:moveTo>
                      <a:pt x="1" y="1"/>
                    </a:moveTo>
                    <a:lnTo>
                      <a:pt x="1" y="1744"/>
                    </a:lnTo>
                    <a:cubicBezTo>
                      <a:pt x="1" y="1931"/>
                      <a:pt x="154" y="2083"/>
                      <a:pt x="340" y="2083"/>
                    </a:cubicBezTo>
                    <a:lnTo>
                      <a:pt x="5041" y="2083"/>
                    </a:lnTo>
                    <a:cubicBezTo>
                      <a:pt x="5228" y="2083"/>
                      <a:pt x="5381" y="1931"/>
                      <a:pt x="5381" y="1744"/>
                    </a:cubicBezTo>
                    <a:lnTo>
                      <a:pt x="53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127"/>
              <p:cNvSpPr/>
              <p:nvPr/>
            </p:nvSpPr>
            <p:spPr>
              <a:xfrm>
                <a:off x="-3590081" y="3368470"/>
                <a:ext cx="432681" cy="291199"/>
              </a:xfrm>
              <a:custGeom>
                <a:rect b="b" l="l" r="r" t="t"/>
                <a:pathLst>
                  <a:path extrusionOk="0" h="2865" w="4257">
                    <a:moveTo>
                      <a:pt x="2129" y="1"/>
                    </a:moveTo>
                    <a:cubicBezTo>
                      <a:pt x="955" y="1"/>
                      <a:pt x="0" y="989"/>
                      <a:pt x="0" y="2167"/>
                    </a:cubicBezTo>
                    <a:lnTo>
                      <a:pt x="0" y="2584"/>
                    </a:lnTo>
                    <a:cubicBezTo>
                      <a:pt x="0" y="2739"/>
                      <a:pt x="124" y="2864"/>
                      <a:pt x="278" y="2864"/>
                    </a:cubicBezTo>
                    <a:cubicBezTo>
                      <a:pt x="279" y="2864"/>
                      <a:pt x="279" y="2864"/>
                      <a:pt x="280" y="2864"/>
                    </a:cubicBezTo>
                    <a:lnTo>
                      <a:pt x="3975" y="2864"/>
                    </a:lnTo>
                    <a:cubicBezTo>
                      <a:pt x="4130" y="2864"/>
                      <a:pt x="4256" y="2739"/>
                      <a:pt x="4256" y="2584"/>
                    </a:cubicBezTo>
                    <a:lnTo>
                      <a:pt x="4256" y="2130"/>
                    </a:lnTo>
                    <a:cubicBezTo>
                      <a:pt x="4256" y="968"/>
                      <a:pt x="3322" y="21"/>
                      <a:pt x="2165" y="1"/>
                    </a:cubicBezTo>
                    <a:cubicBezTo>
                      <a:pt x="2153" y="1"/>
                      <a:pt x="2141" y="1"/>
                      <a:pt x="21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127"/>
              <p:cNvSpPr/>
              <p:nvPr/>
            </p:nvSpPr>
            <p:spPr>
              <a:xfrm>
                <a:off x="-3571176" y="3387680"/>
                <a:ext cx="394871" cy="252982"/>
              </a:xfrm>
              <a:custGeom>
                <a:rect b="b" l="l" r="r" t="t"/>
                <a:pathLst>
                  <a:path extrusionOk="0" h="2489" w="3885">
                    <a:moveTo>
                      <a:pt x="1943" y="0"/>
                    </a:moveTo>
                    <a:cubicBezTo>
                      <a:pt x="872" y="0"/>
                      <a:pt x="1" y="870"/>
                      <a:pt x="1" y="1941"/>
                    </a:cubicBezTo>
                    <a:lnTo>
                      <a:pt x="1" y="2488"/>
                    </a:lnTo>
                    <a:lnTo>
                      <a:pt x="3884" y="2488"/>
                    </a:lnTo>
                    <a:lnTo>
                      <a:pt x="3884" y="1941"/>
                    </a:lnTo>
                    <a:cubicBezTo>
                      <a:pt x="3884" y="1478"/>
                      <a:pt x="3720" y="1051"/>
                      <a:pt x="3447" y="717"/>
                    </a:cubicBezTo>
                    <a:cubicBezTo>
                      <a:pt x="3381" y="636"/>
                      <a:pt x="3309" y="559"/>
                      <a:pt x="3230" y="490"/>
                    </a:cubicBezTo>
                    <a:cubicBezTo>
                      <a:pt x="3167" y="435"/>
                      <a:pt x="3100" y="382"/>
                      <a:pt x="3029" y="333"/>
                    </a:cubicBezTo>
                    <a:cubicBezTo>
                      <a:pt x="2754" y="148"/>
                      <a:pt x="2429" y="29"/>
                      <a:pt x="2079" y="5"/>
                    </a:cubicBezTo>
                    <a:cubicBezTo>
                      <a:pt x="2034" y="1"/>
                      <a:pt x="1990" y="0"/>
                      <a:pt x="19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127"/>
              <p:cNvSpPr/>
              <p:nvPr/>
            </p:nvSpPr>
            <p:spPr>
              <a:xfrm>
                <a:off x="-3409062" y="3446530"/>
                <a:ext cx="37302" cy="18600"/>
              </a:xfrm>
              <a:custGeom>
                <a:rect b="b" l="l" r="r" t="t"/>
                <a:pathLst>
                  <a:path extrusionOk="0" h="183" w="367">
                    <a:moveTo>
                      <a:pt x="0" y="0"/>
                    </a:moveTo>
                    <a:lnTo>
                      <a:pt x="0" y="183"/>
                    </a:lnTo>
                    <a:lnTo>
                      <a:pt x="367" y="183"/>
                    </a:lnTo>
                    <a:lnTo>
                      <a:pt x="36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27"/>
              <p:cNvSpPr/>
              <p:nvPr/>
            </p:nvSpPr>
            <p:spPr>
              <a:xfrm>
                <a:off x="-3371862" y="3465029"/>
                <a:ext cx="18803" cy="18803"/>
              </a:xfrm>
              <a:custGeom>
                <a:rect b="b" l="l" r="r" t="t"/>
                <a:pathLst>
                  <a:path extrusionOk="0" h="185" w="185">
                    <a:moveTo>
                      <a:pt x="1" y="1"/>
                    </a:moveTo>
                    <a:lnTo>
                      <a:pt x="1" y="184"/>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27"/>
              <p:cNvSpPr/>
              <p:nvPr/>
            </p:nvSpPr>
            <p:spPr>
              <a:xfrm>
                <a:off x="-3371862" y="3576936"/>
                <a:ext cx="18803" cy="18702"/>
              </a:xfrm>
              <a:custGeom>
                <a:rect b="b" l="l" r="r" t="t"/>
                <a:pathLst>
                  <a:path extrusionOk="0" h="184" w="185">
                    <a:moveTo>
                      <a:pt x="1" y="1"/>
                    </a:moveTo>
                    <a:lnTo>
                      <a:pt x="1" y="184"/>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127"/>
              <p:cNvSpPr/>
              <p:nvPr/>
            </p:nvSpPr>
            <p:spPr>
              <a:xfrm>
                <a:off x="-3353160" y="3483731"/>
                <a:ext cx="18702" cy="18702"/>
              </a:xfrm>
              <a:custGeom>
                <a:rect b="b" l="l" r="r" t="t"/>
                <a:pathLst>
                  <a:path extrusionOk="0" h="184" w="184">
                    <a:moveTo>
                      <a:pt x="0" y="0"/>
                    </a:moveTo>
                    <a:lnTo>
                      <a:pt x="0" y="183"/>
                    </a:lnTo>
                    <a:lnTo>
                      <a:pt x="183" y="183"/>
                    </a:lnTo>
                    <a:lnTo>
                      <a:pt x="1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127"/>
              <p:cNvSpPr/>
              <p:nvPr/>
            </p:nvSpPr>
            <p:spPr>
              <a:xfrm>
                <a:off x="-3353160" y="3558335"/>
                <a:ext cx="18702" cy="18702"/>
              </a:xfrm>
              <a:custGeom>
                <a:rect b="b" l="l" r="r" t="t"/>
                <a:pathLst>
                  <a:path extrusionOk="0" h="184" w="184">
                    <a:moveTo>
                      <a:pt x="0" y="0"/>
                    </a:moveTo>
                    <a:lnTo>
                      <a:pt x="0" y="184"/>
                    </a:lnTo>
                    <a:lnTo>
                      <a:pt x="183" y="184"/>
                    </a:lnTo>
                    <a:lnTo>
                      <a:pt x="1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27"/>
              <p:cNvSpPr/>
              <p:nvPr/>
            </p:nvSpPr>
            <p:spPr>
              <a:xfrm>
                <a:off x="-3334560" y="3502331"/>
                <a:ext cx="18702" cy="18702"/>
              </a:xfrm>
              <a:custGeom>
                <a:rect b="b" l="l" r="r" t="t"/>
                <a:pathLst>
                  <a:path extrusionOk="0" h="184" w="184">
                    <a:moveTo>
                      <a:pt x="0" y="0"/>
                    </a:moveTo>
                    <a:lnTo>
                      <a:pt x="0" y="184"/>
                    </a:lnTo>
                    <a:lnTo>
                      <a:pt x="184" y="184"/>
                    </a:lnTo>
                    <a:lnTo>
                      <a:pt x="1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27"/>
              <p:cNvSpPr/>
              <p:nvPr/>
            </p:nvSpPr>
            <p:spPr>
              <a:xfrm>
                <a:off x="-3334560" y="3539735"/>
                <a:ext cx="18702" cy="18702"/>
              </a:xfrm>
              <a:custGeom>
                <a:rect b="b" l="l" r="r" t="t"/>
                <a:pathLst>
                  <a:path extrusionOk="0" h="184" w="184">
                    <a:moveTo>
                      <a:pt x="0" y="1"/>
                    </a:moveTo>
                    <a:lnTo>
                      <a:pt x="0" y="183"/>
                    </a:lnTo>
                    <a:lnTo>
                      <a:pt x="184" y="183"/>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127"/>
              <p:cNvSpPr/>
              <p:nvPr/>
            </p:nvSpPr>
            <p:spPr>
              <a:xfrm>
                <a:off x="-3315859" y="3521033"/>
                <a:ext cx="18702" cy="18702"/>
              </a:xfrm>
              <a:custGeom>
                <a:rect b="b" l="l" r="r" t="t"/>
                <a:pathLst>
                  <a:path extrusionOk="0" h="184" w="184">
                    <a:moveTo>
                      <a:pt x="1" y="1"/>
                    </a:moveTo>
                    <a:lnTo>
                      <a:pt x="1" y="183"/>
                    </a:lnTo>
                    <a:lnTo>
                      <a:pt x="184" y="183"/>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27"/>
              <p:cNvSpPr/>
              <p:nvPr/>
            </p:nvSpPr>
            <p:spPr>
              <a:xfrm>
                <a:off x="-3427763" y="3465029"/>
                <a:ext cx="18803" cy="130709"/>
              </a:xfrm>
              <a:custGeom>
                <a:rect b="b" l="l" r="r" t="t"/>
                <a:pathLst>
                  <a:path extrusionOk="0" h="1286" w="185">
                    <a:moveTo>
                      <a:pt x="1" y="1"/>
                    </a:moveTo>
                    <a:lnTo>
                      <a:pt x="1" y="184"/>
                    </a:lnTo>
                    <a:lnTo>
                      <a:pt x="1" y="367"/>
                    </a:lnTo>
                    <a:lnTo>
                      <a:pt x="1" y="552"/>
                    </a:lnTo>
                    <a:lnTo>
                      <a:pt x="1" y="736"/>
                    </a:lnTo>
                    <a:lnTo>
                      <a:pt x="1" y="918"/>
                    </a:lnTo>
                    <a:lnTo>
                      <a:pt x="1" y="1102"/>
                    </a:lnTo>
                    <a:lnTo>
                      <a:pt x="1" y="1286"/>
                    </a:lnTo>
                    <a:lnTo>
                      <a:pt x="184" y="1286"/>
                    </a:lnTo>
                    <a:lnTo>
                      <a:pt x="184" y="1102"/>
                    </a:lnTo>
                    <a:lnTo>
                      <a:pt x="184" y="918"/>
                    </a:lnTo>
                    <a:lnTo>
                      <a:pt x="184" y="736"/>
                    </a:lnTo>
                    <a:lnTo>
                      <a:pt x="184" y="552"/>
                    </a:lnTo>
                    <a:lnTo>
                      <a:pt x="184" y="367"/>
                    </a:lnTo>
                    <a:lnTo>
                      <a:pt x="184" y="184"/>
                    </a:lnTo>
                    <a:lnTo>
                      <a:pt x="1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127"/>
              <p:cNvSpPr/>
              <p:nvPr/>
            </p:nvSpPr>
            <p:spPr>
              <a:xfrm>
                <a:off x="-3409062" y="3595638"/>
                <a:ext cx="37302" cy="18803"/>
              </a:xfrm>
              <a:custGeom>
                <a:rect b="b" l="l" r="r" t="t"/>
                <a:pathLst>
                  <a:path extrusionOk="0" h="185" w="367">
                    <a:moveTo>
                      <a:pt x="0" y="1"/>
                    </a:moveTo>
                    <a:lnTo>
                      <a:pt x="0" y="184"/>
                    </a:lnTo>
                    <a:lnTo>
                      <a:pt x="367" y="184"/>
                    </a:lnTo>
                    <a:lnTo>
                      <a:pt x="36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127"/>
              <p:cNvSpPr/>
              <p:nvPr/>
            </p:nvSpPr>
            <p:spPr>
              <a:xfrm>
                <a:off x="-3336186" y="3692400"/>
                <a:ext cx="207549" cy="207447"/>
              </a:xfrm>
              <a:custGeom>
                <a:rect b="b" l="l" r="r" t="t"/>
                <a:pathLst>
                  <a:path extrusionOk="0" h="2041" w="2042">
                    <a:moveTo>
                      <a:pt x="1021" y="0"/>
                    </a:moveTo>
                    <a:cubicBezTo>
                      <a:pt x="458" y="0"/>
                      <a:pt x="1" y="456"/>
                      <a:pt x="1" y="1020"/>
                    </a:cubicBezTo>
                    <a:cubicBezTo>
                      <a:pt x="1" y="1583"/>
                      <a:pt x="458" y="2040"/>
                      <a:pt x="1021" y="2040"/>
                    </a:cubicBezTo>
                    <a:cubicBezTo>
                      <a:pt x="1585" y="2040"/>
                      <a:pt x="2042" y="1583"/>
                      <a:pt x="2042" y="1020"/>
                    </a:cubicBezTo>
                    <a:cubicBezTo>
                      <a:pt x="2042" y="456"/>
                      <a:pt x="1585" y="0"/>
                      <a:pt x="1021"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27"/>
              <p:cNvSpPr/>
              <p:nvPr/>
            </p:nvSpPr>
            <p:spPr>
              <a:xfrm>
                <a:off x="-3607461" y="3705004"/>
                <a:ext cx="182139" cy="182139"/>
              </a:xfrm>
              <a:custGeom>
                <a:rect b="b" l="l" r="r" t="t"/>
                <a:pathLst>
                  <a:path extrusionOk="0" h="1792" w="1792">
                    <a:moveTo>
                      <a:pt x="897" y="1"/>
                    </a:moveTo>
                    <a:cubicBezTo>
                      <a:pt x="649" y="1"/>
                      <a:pt x="424" y="100"/>
                      <a:pt x="263" y="263"/>
                    </a:cubicBezTo>
                    <a:cubicBezTo>
                      <a:pt x="102" y="425"/>
                      <a:pt x="1" y="648"/>
                      <a:pt x="1" y="896"/>
                    </a:cubicBezTo>
                    <a:cubicBezTo>
                      <a:pt x="1" y="1390"/>
                      <a:pt x="402" y="1791"/>
                      <a:pt x="897" y="1791"/>
                    </a:cubicBezTo>
                    <a:cubicBezTo>
                      <a:pt x="1390" y="1791"/>
                      <a:pt x="1791" y="1390"/>
                      <a:pt x="1791" y="896"/>
                    </a:cubicBezTo>
                    <a:cubicBezTo>
                      <a:pt x="1791" y="650"/>
                      <a:pt x="1691" y="425"/>
                      <a:pt x="1528" y="263"/>
                    </a:cubicBezTo>
                    <a:cubicBezTo>
                      <a:pt x="1367" y="101"/>
                      <a:pt x="1144" y="1"/>
                      <a:pt x="8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127"/>
              <p:cNvSpPr/>
              <p:nvPr/>
            </p:nvSpPr>
            <p:spPr>
              <a:xfrm>
                <a:off x="-3323380" y="3705004"/>
                <a:ext cx="182139" cy="182139"/>
              </a:xfrm>
              <a:custGeom>
                <a:rect b="b" l="l" r="r" t="t"/>
                <a:pathLst>
                  <a:path extrusionOk="0" h="1792" w="1792">
                    <a:moveTo>
                      <a:pt x="895" y="1"/>
                    </a:moveTo>
                    <a:cubicBezTo>
                      <a:pt x="401" y="1"/>
                      <a:pt x="1" y="401"/>
                      <a:pt x="1" y="896"/>
                    </a:cubicBezTo>
                    <a:cubicBezTo>
                      <a:pt x="1" y="1390"/>
                      <a:pt x="401" y="1791"/>
                      <a:pt x="895" y="1791"/>
                    </a:cubicBezTo>
                    <a:cubicBezTo>
                      <a:pt x="1390" y="1791"/>
                      <a:pt x="1791" y="1390"/>
                      <a:pt x="1791" y="896"/>
                    </a:cubicBezTo>
                    <a:cubicBezTo>
                      <a:pt x="1791" y="401"/>
                      <a:pt x="1390" y="1"/>
                      <a:pt x="8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127"/>
              <p:cNvSpPr/>
              <p:nvPr/>
            </p:nvSpPr>
            <p:spPr>
              <a:xfrm>
                <a:off x="-3585812" y="3726653"/>
                <a:ext cx="138840" cy="138840"/>
              </a:xfrm>
              <a:custGeom>
                <a:rect b="b" l="l" r="r" t="t"/>
                <a:pathLst>
                  <a:path extrusionOk="0" h="1366" w="1366">
                    <a:moveTo>
                      <a:pt x="500" y="1"/>
                    </a:moveTo>
                    <a:lnTo>
                      <a:pt x="500" y="500"/>
                    </a:lnTo>
                    <a:lnTo>
                      <a:pt x="1" y="500"/>
                    </a:lnTo>
                    <a:lnTo>
                      <a:pt x="1" y="866"/>
                    </a:lnTo>
                    <a:lnTo>
                      <a:pt x="500" y="866"/>
                    </a:lnTo>
                    <a:lnTo>
                      <a:pt x="500" y="1366"/>
                    </a:lnTo>
                    <a:lnTo>
                      <a:pt x="866" y="1366"/>
                    </a:lnTo>
                    <a:lnTo>
                      <a:pt x="866" y="866"/>
                    </a:lnTo>
                    <a:lnTo>
                      <a:pt x="1366" y="866"/>
                    </a:lnTo>
                    <a:lnTo>
                      <a:pt x="1366" y="500"/>
                    </a:lnTo>
                    <a:lnTo>
                      <a:pt x="866" y="500"/>
                    </a:lnTo>
                    <a:lnTo>
                      <a:pt x="86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27"/>
              <p:cNvSpPr/>
              <p:nvPr/>
            </p:nvSpPr>
            <p:spPr>
              <a:xfrm>
                <a:off x="-3548307" y="3929529"/>
                <a:ext cx="349235" cy="78263"/>
              </a:xfrm>
              <a:custGeom>
                <a:rect b="b" l="l" r="r" t="t"/>
                <a:pathLst>
                  <a:path extrusionOk="0" h="770" w="3436">
                    <a:moveTo>
                      <a:pt x="687" y="0"/>
                    </a:moveTo>
                    <a:cubicBezTo>
                      <a:pt x="433" y="0"/>
                      <a:pt x="207" y="161"/>
                      <a:pt x="126" y="402"/>
                    </a:cubicBezTo>
                    <a:lnTo>
                      <a:pt x="1" y="769"/>
                    </a:lnTo>
                    <a:lnTo>
                      <a:pt x="3435" y="769"/>
                    </a:lnTo>
                    <a:lnTo>
                      <a:pt x="3311" y="402"/>
                    </a:lnTo>
                    <a:cubicBezTo>
                      <a:pt x="3228" y="161"/>
                      <a:pt x="3003" y="0"/>
                      <a:pt x="27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27"/>
              <p:cNvSpPr/>
              <p:nvPr/>
            </p:nvSpPr>
            <p:spPr>
              <a:xfrm>
                <a:off x="-3399812" y="3311551"/>
                <a:ext cx="52243" cy="26325"/>
              </a:xfrm>
              <a:custGeom>
                <a:rect b="b" l="l" r="r" t="t"/>
                <a:pathLst>
                  <a:path extrusionOk="0" h="259" w="514">
                    <a:moveTo>
                      <a:pt x="257" y="1"/>
                    </a:moveTo>
                    <a:cubicBezTo>
                      <a:pt x="171" y="1"/>
                      <a:pt x="85" y="4"/>
                      <a:pt x="0" y="13"/>
                    </a:cubicBezTo>
                    <a:cubicBezTo>
                      <a:pt x="6" y="151"/>
                      <a:pt x="119" y="259"/>
                      <a:pt x="257" y="259"/>
                    </a:cubicBezTo>
                    <a:cubicBezTo>
                      <a:pt x="394" y="259"/>
                      <a:pt x="507" y="151"/>
                      <a:pt x="513" y="13"/>
                    </a:cubicBezTo>
                    <a:cubicBezTo>
                      <a:pt x="429" y="6"/>
                      <a:pt x="343" y="2"/>
                      <a:pt x="2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127"/>
              <p:cNvSpPr/>
              <p:nvPr/>
            </p:nvSpPr>
            <p:spPr>
              <a:xfrm>
                <a:off x="-3389954" y="3991428"/>
                <a:ext cx="32626" cy="16364"/>
              </a:xfrm>
              <a:custGeom>
                <a:rect b="b" l="l" r="r" t="t"/>
                <a:pathLst>
                  <a:path extrusionOk="0" h="161" w="321">
                    <a:moveTo>
                      <a:pt x="162" y="0"/>
                    </a:moveTo>
                    <a:cubicBezTo>
                      <a:pt x="161" y="0"/>
                      <a:pt x="161" y="0"/>
                      <a:pt x="160" y="0"/>
                    </a:cubicBezTo>
                    <a:cubicBezTo>
                      <a:pt x="70" y="0"/>
                      <a:pt x="0" y="73"/>
                      <a:pt x="0" y="160"/>
                    </a:cubicBezTo>
                    <a:lnTo>
                      <a:pt x="320" y="160"/>
                    </a:lnTo>
                    <a:cubicBezTo>
                      <a:pt x="320" y="72"/>
                      <a:pt x="250" y="0"/>
                      <a:pt x="1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127"/>
              <p:cNvSpPr/>
              <p:nvPr/>
            </p:nvSpPr>
            <p:spPr>
              <a:xfrm>
                <a:off x="-3259856" y="3718217"/>
                <a:ext cx="54886" cy="54886"/>
              </a:xfrm>
              <a:custGeom>
                <a:rect b="b" l="l" r="r" t="t"/>
                <a:pathLst>
                  <a:path extrusionOk="0" h="540" w="540">
                    <a:moveTo>
                      <a:pt x="270" y="1"/>
                    </a:moveTo>
                    <a:cubicBezTo>
                      <a:pt x="122" y="1"/>
                      <a:pt x="1" y="122"/>
                      <a:pt x="1" y="270"/>
                    </a:cubicBezTo>
                    <a:cubicBezTo>
                      <a:pt x="1" y="420"/>
                      <a:pt x="122" y="540"/>
                      <a:pt x="270" y="540"/>
                    </a:cubicBezTo>
                    <a:cubicBezTo>
                      <a:pt x="419" y="540"/>
                      <a:pt x="540" y="420"/>
                      <a:pt x="540" y="270"/>
                    </a:cubicBezTo>
                    <a:cubicBezTo>
                      <a:pt x="540" y="122"/>
                      <a:pt x="419" y="1"/>
                      <a:pt x="270"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127"/>
              <p:cNvSpPr/>
              <p:nvPr/>
            </p:nvSpPr>
            <p:spPr>
              <a:xfrm>
                <a:off x="-3259856" y="3818943"/>
                <a:ext cx="54886" cy="54987"/>
              </a:xfrm>
              <a:custGeom>
                <a:rect b="b" l="l" r="r" t="t"/>
                <a:pathLst>
                  <a:path extrusionOk="0" h="541" w="540">
                    <a:moveTo>
                      <a:pt x="270" y="1"/>
                    </a:moveTo>
                    <a:cubicBezTo>
                      <a:pt x="122" y="1"/>
                      <a:pt x="1" y="122"/>
                      <a:pt x="1" y="270"/>
                    </a:cubicBezTo>
                    <a:cubicBezTo>
                      <a:pt x="1" y="419"/>
                      <a:pt x="122" y="540"/>
                      <a:pt x="270" y="540"/>
                    </a:cubicBezTo>
                    <a:cubicBezTo>
                      <a:pt x="419" y="540"/>
                      <a:pt x="539" y="419"/>
                      <a:pt x="540" y="270"/>
                    </a:cubicBezTo>
                    <a:cubicBezTo>
                      <a:pt x="540" y="122"/>
                      <a:pt x="419" y="1"/>
                      <a:pt x="270"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27"/>
              <p:cNvSpPr/>
              <p:nvPr/>
            </p:nvSpPr>
            <p:spPr>
              <a:xfrm>
                <a:off x="-3310167" y="3768631"/>
                <a:ext cx="54886" cy="54987"/>
              </a:xfrm>
              <a:custGeom>
                <a:rect b="b" l="l" r="r" t="t"/>
                <a:pathLst>
                  <a:path extrusionOk="0" h="541" w="540">
                    <a:moveTo>
                      <a:pt x="270" y="0"/>
                    </a:moveTo>
                    <a:cubicBezTo>
                      <a:pt x="121" y="0"/>
                      <a:pt x="1" y="121"/>
                      <a:pt x="1" y="270"/>
                    </a:cubicBezTo>
                    <a:cubicBezTo>
                      <a:pt x="1" y="419"/>
                      <a:pt x="121" y="540"/>
                      <a:pt x="270" y="540"/>
                    </a:cubicBezTo>
                    <a:cubicBezTo>
                      <a:pt x="419" y="540"/>
                      <a:pt x="539" y="419"/>
                      <a:pt x="539" y="270"/>
                    </a:cubicBezTo>
                    <a:cubicBezTo>
                      <a:pt x="539" y="121"/>
                      <a:pt x="419" y="0"/>
                      <a:pt x="270"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27"/>
              <p:cNvSpPr/>
              <p:nvPr/>
            </p:nvSpPr>
            <p:spPr>
              <a:xfrm>
                <a:off x="-3209443" y="3768631"/>
                <a:ext cx="54784" cy="54987"/>
              </a:xfrm>
              <a:custGeom>
                <a:rect b="b" l="l" r="r" t="t"/>
                <a:pathLst>
                  <a:path extrusionOk="0" h="541" w="539">
                    <a:moveTo>
                      <a:pt x="270" y="0"/>
                    </a:moveTo>
                    <a:cubicBezTo>
                      <a:pt x="121" y="0"/>
                      <a:pt x="0" y="121"/>
                      <a:pt x="0" y="270"/>
                    </a:cubicBezTo>
                    <a:cubicBezTo>
                      <a:pt x="0" y="419"/>
                      <a:pt x="121" y="540"/>
                      <a:pt x="270" y="540"/>
                    </a:cubicBezTo>
                    <a:cubicBezTo>
                      <a:pt x="418" y="540"/>
                      <a:pt x="539" y="419"/>
                      <a:pt x="539" y="270"/>
                    </a:cubicBezTo>
                    <a:cubicBezTo>
                      <a:pt x="539" y="121"/>
                      <a:pt x="418" y="0"/>
                      <a:pt x="270"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127"/>
            <p:cNvGrpSpPr/>
            <p:nvPr/>
          </p:nvGrpSpPr>
          <p:grpSpPr>
            <a:xfrm>
              <a:off x="8532745" y="4534547"/>
              <a:ext cx="500560" cy="472885"/>
              <a:chOff x="-1174275" y="581450"/>
              <a:chExt cx="370100" cy="349638"/>
            </a:xfrm>
          </p:grpSpPr>
          <p:sp>
            <p:nvSpPr>
              <p:cNvPr id="10057" name="Google Shape;10057;p127"/>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27"/>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eight columns ">
  <p:cSld name="CUSTOM_7_1">
    <p:spTree>
      <p:nvGrpSpPr>
        <p:cNvPr id="10059" name="Shape 10059"/>
        <p:cNvGrpSpPr/>
        <p:nvPr/>
      </p:nvGrpSpPr>
      <p:grpSpPr>
        <a:xfrm>
          <a:off x="0" y="0"/>
          <a:ext cx="0" cy="0"/>
          <a:chOff x="0" y="0"/>
          <a:chExt cx="0" cy="0"/>
        </a:xfrm>
      </p:grpSpPr>
      <p:sp>
        <p:nvSpPr>
          <p:cNvPr id="10060" name="Google Shape;10060;p1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10061" name="Google Shape;10061;p128"/>
          <p:cNvSpPr txBox="1"/>
          <p:nvPr>
            <p:ph idx="1" type="subTitle"/>
          </p:nvPr>
        </p:nvSpPr>
        <p:spPr>
          <a:xfrm>
            <a:off x="2399366" y="1537742"/>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62" name="Google Shape;10062;p128"/>
          <p:cNvSpPr txBox="1"/>
          <p:nvPr>
            <p:ph idx="2" type="subTitle"/>
          </p:nvPr>
        </p:nvSpPr>
        <p:spPr>
          <a:xfrm>
            <a:off x="2399376" y="3114517"/>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63" name="Google Shape;10063;p128"/>
          <p:cNvSpPr txBox="1"/>
          <p:nvPr>
            <p:ph idx="3" type="subTitle"/>
          </p:nvPr>
        </p:nvSpPr>
        <p:spPr>
          <a:xfrm>
            <a:off x="2399366" y="2326129"/>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64" name="Google Shape;10064;p128"/>
          <p:cNvSpPr txBox="1"/>
          <p:nvPr>
            <p:ph idx="4" type="subTitle"/>
          </p:nvPr>
        </p:nvSpPr>
        <p:spPr>
          <a:xfrm>
            <a:off x="2399376" y="3902904"/>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65" name="Google Shape;10065;p128"/>
          <p:cNvSpPr txBox="1"/>
          <p:nvPr>
            <p:ph idx="5" type="subTitle"/>
          </p:nvPr>
        </p:nvSpPr>
        <p:spPr>
          <a:xfrm>
            <a:off x="6261969" y="1537742"/>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66" name="Google Shape;10066;p128"/>
          <p:cNvSpPr txBox="1"/>
          <p:nvPr>
            <p:ph idx="6" type="subTitle"/>
          </p:nvPr>
        </p:nvSpPr>
        <p:spPr>
          <a:xfrm>
            <a:off x="6261969" y="2326129"/>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67" name="Google Shape;10067;p128"/>
          <p:cNvSpPr txBox="1"/>
          <p:nvPr>
            <p:ph idx="7" type="subTitle"/>
          </p:nvPr>
        </p:nvSpPr>
        <p:spPr>
          <a:xfrm>
            <a:off x="746275" y="1537750"/>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068" name="Google Shape;10068;p128"/>
          <p:cNvSpPr txBox="1"/>
          <p:nvPr>
            <p:ph idx="8" type="subTitle"/>
          </p:nvPr>
        </p:nvSpPr>
        <p:spPr>
          <a:xfrm>
            <a:off x="746283" y="3113766"/>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069" name="Google Shape;10069;p128"/>
          <p:cNvSpPr txBox="1"/>
          <p:nvPr>
            <p:ph idx="9" type="subTitle"/>
          </p:nvPr>
        </p:nvSpPr>
        <p:spPr>
          <a:xfrm>
            <a:off x="4608940" y="1537750"/>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070" name="Google Shape;10070;p128"/>
          <p:cNvSpPr txBox="1"/>
          <p:nvPr>
            <p:ph idx="13" type="subTitle"/>
          </p:nvPr>
        </p:nvSpPr>
        <p:spPr>
          <a:xfrm>
            <a:off x="746275" y="2325758"/>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071" name="Google Shape;10071;p128"/>
          <p:cNvSpPr txBox="1"/>
          <p:nvPr>
            <p:ph idx="14" type="subTitle"/>
          </p:nvPr>
        </p:nvSpPr>
        <p:spPr>
          <a:xfrm>
            <a:off x="746283" y="3901775"/>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072" name="Google Shape;10072;p128"/>
          <p:cNvSpPr txBox="1"/>
          <p:nvPr>
            <p:ph idx="15" type="subTitle"/>
          </p:nvPr>
        </p:nvSpPr>
        <p:spPr>
          <a:xfrm>
            <a:off x="4608940" y="2325758"/>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073" name="Google Shape;10073;p128"/>
          <p:cNvSpPr txBox="1"/>
          <p:nvPr>
            <p:ph idx="16" type="subTitle"/>
          </p:nvPr>
        </p:nvSpPr>
        <p:spPr>
          <a:xfrm>
            <a:off x="6262016" y="3114517"/>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74" name="Google Shape;10074;p128"/>
          <p:cNvSpPr txBox="1"/>
          <p:nvPr>
            <p:ph idx="17" type="subTitle"/>
          </p:nvPr>
        </p:nvSpPr>
        <p:spPr>
          <a:xfrm>
            <a:off x="6262016" y="3902904"/>
            <a:ext cx="2135700" cy="548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075" name="Google Shape;10075;p128"/>
          <p:cNvSpPr txBox="1"/>
          <p:nvPr>
            <p:ph idx="18" type="subTitle"/>
          </p:nvPr>
        </p:nvSpPr>
        <p:spPr>
          <a:xfrm>
            <a:off x="4608977" y="3113766"/>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076" name="Google Shape;10076;p128"/>
          <p:cNvSpPr txBox="1"/>
          <p:nvPr>
            <p:ph idx="19" type="subTitle"/>
          </p:nvPr>
        </p:nvSpPr>
        <p:spPr>
          <a:xfrm>
            <a:off x="4608977" y="3901775"/>
            <a:ext cx="1653000" cy="548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200">
                <a:solidFill>
                  <a:schemeClr val="dk1"/>
                </a:solidFill>
                <a:latin typeface="Coiny"/>
                <a:ea typeface="Coiny"/>
                <a:cs typeface="Coiny"/>
                <a:sym typeface="Coin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10077" name="Google Shape;10077;p128"/>
          <p:cNvGrpSpPr/>
          <p:nvPr/>
        </p:nvGrpSpPr>
        <p:grpSpPr>
          <a:xfrm>
            <a:off x="-286929" y="92497"/>
            <a:ext cx="9626807" cy="5138474"/>
            <a:chOff x="-286929" y="92497"/>
            <a:chExt cx="9626807" cy="5138474"/>
          </a:xfrm>
        </p:grpSpPr>
        <p:grpSp>
          <p:nvGrpSpPr>
            <p:cNvPr id="10078" name="Google Shape;10078;p128"/>
            <p:cNvGrpSpPr/>
            <p:nvPr/>
          </p:nvGrpSpPr>
          <p:grpSpPr>
            <a:xfrm>
              <a:off x="-286929" y="136960"/>
              <a:ext cx="927849" cy="523955"/>
              <a:chOff x="3701784" y="1690738"/>
              <a:chExt cx="473416" cy="267338"/>
            </a:xfrm>
          </p:grpSpPr>
          <p:sp>
            <p:nvSpPr>
              <p:cNvPr id="10079" name="Google Shape;10079;p128"/>
              <p:cNvSpPr/>
              <p:nvPr/>
            </p:nvSpPr>
            <p:spPr>
              <a:xfrm>
                <a:off x="3701784" y="1690738"/>
                <a:ext cx="472025" cy="265900"/>
              </a:xfrm>
              <a:custGeom>
                <a:rect b="b" l="l" r="r" t="t"/>
                <a:pathLst>
                  <a:path extrusionOk="0" h="10636" w="18881">
                    <a:moveTo>
                      <a:pt x="9441" y="0"/>
                    </a:moveTo>
                    <a:cubicBezTo>
                      <a:pt x="4235" y="0"/>
                      <a:pt x="0" y="4236"/>
                      <a:pt x="0" y="9440"/>
                    </a:cubicBezTo>
                    <a:cubicBezTo>
                      <a:pt x="0" y="10102"/>
                      <a:pt x="536" y="10635"/>
                      <a:pt x="1195" y="10635"/>
                    </a:cubicBezTo>
                    <a:cubicBezTo>
                      <a:pt x="1855" y="10635"/>
                      <a:pt x="2389" y="10100"/>
                      <a:pt x="2389" y="9440"/>
                    </a:cubicBezTo>
                    <a:cubicBezTo>
                      <a:pt x="2389" y="5553"/>
                      <a:pt x="5552" y="2390"/>
                      <a:pt x="9439" y="2390"/>
                    </a:cubicBezTo>
                    <a:cubicBezTo>
                      <a:pt x="13326" y="2390"/>
                      <a:pt x="16489" y="5554"/>
                      <a:pt x="16489" y="9440"/>
                    </a:cubicBezTo>
                    <a:cubicBezTo>
                      <a:pt x="16489" y="10102"/>
                      <a:pt x="17024" y="10635"/>
                      <a:pt x="17683" y="10635"/>
                    </a:cubicBezTo>
                    <a:cubicBezTo>
                      <a:pt x="18343" y="10635"/>
                      <a:pt x="18878" y="10100"/>
                      <a:pt x="18878" y="9440"/>
                    </a:cubicBezTo>
                    <a:cubicBezTo>
                      <a:pt x="18880" y="4236"/>
                      <a:pt x="14646" y="0"/>
                      <a:pt x="9441"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128"/>
              <p:cNvSpPr/>
              <p:nvPr/>
            </p:nvSpPr>
            <p:spPr>
              <a:xfrm>
                <a:off x="3703175" y="1692175"/>
                <a:ext cx="472025" cy="265900"/>
              </a:xfrm>
              <a:custGeom>
                <a:rect b="b" l="l" r="r" t="t"/>
                <a:pathLst>
                  <a:path extrusionOk="0" h="10636" w="18881">
                    <a:moveTo>
                      <a:pt x="9441" y="0"/>
                    </a:moveTo>
                    <a:cubicBezTo>
                      <a:pt x="4236" y="0"/>
                      <a:pt x="1" y="4236"/>
                      <a:pt x="1" y="9440"/>
                    </a:cubicBezTo>
                    <a:cubicBezTo>
                      <a:pt x="1" y="10099"/>
                      <a:pt x="535" y="10635"/>
                      <a:pt x="1196" y="10635"/>
                    </a:cubicBezTo>
                    <a:cubicBezTo>
                      <a:pt x="1855" y="10635"/>
                      <a:pt x="2390" y="10100"/>
                      <a:pt x="2390" y="9440"/>
                    </a:cubicBezTo>
                    <a:cubicBezTo>
                      <a:pt x="2390" y="5553"/>
                      <a:pt x="5552" y="2390"/>
                      <a:pt x="9440" y="2390"/>
                    </a:cubicBezTo>
                    <a:cubicBezTo>
                      <a:pt x="13327" y="2390"/>
                      <a:pt x="16490" y="5552"/>
                      <a:pt x="16490" y="9440"/>
                    </a:cubicBezTo>
                    <a:cubicBezTo>
                      <a:pt x="16490" y="10099"/>
                      <a:pt x="17023" y="10635"/>
                      <a:pt x="17684" y="10635"/>
                    </a:cubicBezTo>
                    <a:cubicBezTo>
                      <a:pt x="18344" y="10635"/>
                      <a:pt x="18879" y="10099"/>
                      <a:pt x="18881" y="9440"/>
                    </a:cubicBezTo>
                    <a:cubicBezTo>
                      <a:pt x="18881" y="4236"/>
                      <a:pt x="14646" y="0"/>
                      <a:pt x="9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1" name="Google Shape;10081;p128"/>
            <p:cNvGrpSpPr/>
            <p:nvPr/>
          </p:nvGrpSpPr>
          <p:grpSpPr>
            <a:xfrm>
              <a:off x="-209562" y="4326086"/>
              <a:ext cx="1045362" cy="904886"/>
              <a:chOff x="3725309" y="381575"/>
              <a:chExt cx="533375" cy="461700"/>
            </a:xfrm>
          </p:grpSpPr>
          <p:sp>
            <p:nvSpPr>
              <p:cNvPr id="10082" name="Google Shape;10082;p128"/>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128"/>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28"/>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28"/>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28"/>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128"/>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128"/>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128"/>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128"/>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128"/>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28"/>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128"/>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128"/>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28"/>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128"/>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7" name="Google Shape;10097;p128"/>
            <p:cNvGrpSpPr/>
            <p:nvPr/>
          </p:nvGrpSpPr>
          <p:grpSpPr>
            <a:xfrm>
              <a:off x="7805033" y="4603997"/>
              <a:ext cx="393923" cy="394209"/>
              <a:chOff x="4296334" y="1527938"/>
              <a:chExt cx="200991" cy="201138"/>
            </a:xfrm>
          </p:grpSpPr>
          <p:sp>
            <p:nvSpPr>
              <p:cNvPr id="10098" name="Google Shape;10098;p128"/>
              <p:cNvSpPr/>
              <p:nvPr/>
            </p:nvSpPr>
            <p:spPr>
              <a:xfrm>
                <a:off x="4296334" y="1527938"/>
                <a:ext cx="199650" cy="199675"/>
              </a:xfrm>
              <a:custGeom>
                <a:rect b="b" l="l" r="r" t="t"/>
                <a:pathLst>
                  <a:path extrusionOk="0" h="7987" w="7986">
                    <a:moveTo>
                      <a:pt x="3993" y="0"/>
                    </a:moveTo>
                    <a:cubicBezTo>
                      <a:pt x="1788" y="0"/>
                      <a:pt x="0" y="1789"/>
                      <a:pt x="0" y="3993"/>
                    </a:cubicBezTo>
                    <a:cubicBezTo>
                      <a:pt x="0" y="6199"/>
                      <a:pt x="1789" y="7986"/>
                      <a:pt x="3993" y="7986"/>
                    </a:cubicBezTo>
                    <a:lnTo>
                      <a:pt x="7986" y="7986"/>
                    </a:lnTo>
                    <a:lnTo>
                      <a:pt x="7986" y="3993"/>
                    </a:lnTo>
                    <a:cubicBezTo>
                      <a:pt x="7986" y="1789"/>
                      <a:pt x="6197" y="0"/>
                      <a:pt x="3993"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128"/>
              <p:cNvSpPr/>
              <p:nvPr/>
            </p:nvSpPr>
            <p:spPr>
              <a:xfrm>
                <a:off x="4297675" y="1529400"/>
                <a:ext cx="199650" cy="199675"/>
              </a:xfrm>
              <a:custGeom>
                <a:rect b="b" l="l" r="r" t="t"/>
                <a:pathLst>
                  <a:path extrusionOk="0" h="7987" w="7986">
                    <a:moveTo>
                      <a:pt x="3994" y="0"/>
                    </a:moveTo>
                    <a:cubicBezTo>
                      <a:pt x="3994" y="0"/>
                      <a:pt x="3993" y="0"/>
                      <a:pt x="3993" y="0"/>
                    </a:cubicBezTo>
                    <a:cubicBezTo>
                      <a:pt x="1788" y="0"/>
                      <a:pt x="1" y="1787"/>
                      <a:pt x="1" y="3993"/>
                    </a:cubicBezTo>
                    <a:cubicBezTo>
                      <a:pt x="1" y="6198"/>
                      <a:pt x="1787" y="7986"/>
                      <a:pt x="3993" y="7986"/>
                    </a:cubicBezTo>
                    <a:lnTo>
                      <a:pt x="7985" y="7986"/>
                    </a:lnTo>
                    <a:lnTo>
                      <a:pt x="7985" y="3991"/>
                    </a:lnTo>
                    <a:cubicBezTo>
                      <a:pt x="7985" y="1787"/>
                      <a:pt x="6200" y="0"/>
                      <a:pt x="3994" y="0"/>
                    </a:cubicBezTo>
                    <a:close/>
                  </a:path>
                </a:pathLst>
              </a:custGeom>
              <a:solidFill>
                <a:srgbClr val="242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28"/>
              <p:cNvSpPr/>
              <p:nvPr/>
            </p:nvSpPr>
            <p:spPr>
              <a:xfrm>
                <a:off x="4297675" y="1529400"/>
                <a:ext cx="199650" cy="199675"/>
              </a:xfrm>
              <a:custGeom>
                <a:rect b="b" l="l" r="r" t="t"/>
                <a:pathLst>
                  <a:path extrusionOk="0" h="7987" w="7986">
                    <a:moveTo>
                      <a:pt x="3994" y="0"/>
                    </a:moveTo>
                    <a:cubicBezTo>
                      <a:pt x="3994" y="0"/>
                      <a:pt x="3993" y="0"/>
                      <a:pt x="3993" y="0"/>
                    </a:cubicBezTo>
                    <a:cubicBezTo>
                      <a:pt x="1788" y="0"/>
                      <a:pt x="1" y="1787"/>
                      <a:pt x="1" y="3993"/>
                    </a:cubicBezTo>
                    <a:cubicBezTo>
                      <a:pt x="1" y="6198"/>
                      <a:pt x="1787" y="7986"/>
                      <a:pt x="3993" y="7986"/>
                    </a:cubicBezTo>
                    <a:lnTo>
                      <a:pt x="7985" y="7986"/>
                    </a:lnTo>
                    <a:lnTo>
                      <a:pt x="7985" y="3991"/>
                    </a:lnTo>
                    <a:cubicBezTo>
                      <a:pt x="7985" y="1787"/>
                      <a:pt x="6200" y="0"/>
                      <a:pt x="3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28"/>
              <p:cNvSpPr/>
              <p:nvPr/>
            </p:nvSpPr>
            <p:spPr>
              <a:xfrm>
                <a:off x="4320825" y="1552575"/>
                <a:ext cx="153350" cy="153325"/>
              </a:xfrm>
              <a:custGeom>
                <a:rect b="b" l="l" r="r" t="t"/>
                <a:pathLst>
                  <a:path extrusionOk="0" h="6133" w="6134">
                    <a:moveTo>
                      <a:pt x="3067" y="0"/>
                    </a:moveTo>
                    <a:cubicBezTo>
                      <a:pt x="1376" y="0"/>
                      <a:pt x="1" y="1375"/>
                      <a:pt x="1" y="3066"/>
                    </a:cubicBezTo>
                    <a:cubicBezTo>
                      <a:pt x="1" y="4757"/>
                      <a:pt x="1376" y="6132"/>
                      <a:pt x="3067" y="6132"/>
                    </a:cubicBezTo>
                    <a:lnTo>
                      <a:pt x="6134" y="6132"/>
                    </a:lnTo>
                    <a:lnTo>
                      <a:pt x="6134" y="3066"/>
                    </a:lnTo>
                    <a:cubicBezTo>
                      <a:pt x="6134" y="1375"/>
                      <a:pt x="4758" y="0"/>
                      <a:pt x="30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128"/>
              <p:cNvSpPr/>
              <p:nvPr/>
            </p:nvSpPr>
            <p:spPr>
              <a:xfrm>
                <a:off x="4341275" y="1573000"/>
                <a:ext cx="112450" cy="112450"/>
              </a:xfrm>
              <a:custGeom>
                <a:rect b="b" l="l" r="r" t="t"/>
                <a:pathLst>
                  <a:path extrusionOk="0" h="4498" w="4498">
                    <a:moveTo>
                      <a:pt x="2250" y="1"/>
                    </a:moveTo>
                    <a:cubicBezTo>
                      <a:pt x="1009" y="1"/>
                      <a:pt x="1" y="1009"/>
                      <a:pt x="1" y="2249"/>
                    </a:cubicBezTo>
                    <a:cubicBezTo>
                      <a:pt x="1" y="3489"/>
                      <a:pt x="1009" y="4498"/>
                      <a:pt x="2250" y="4498"/>
                    </a:cubicBezTo>
                    <a:lnTo>
                      <a:pt x="4497" y="4498"/>
                    </a:lnTo>
                    <a:lnTo>
                      <a:pt x="4497" y="2249"/>
                    </a:lnTo>
                    <a:cubicBezTo>
                      <a:pt x="4497" y="1009"/>
                      <a:pt x="3489" y="1"/>
                      <a:pt x="22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128"/>
              <p:cNvSpPr/>
              <p:nvPr/>
            </p:nvSpPr>
            <p:spPr>
              <a:xfrm>
                <a:off x="4367125" y="1598825"/>
                <a:ext cx="60750" cy="60725"/>
              </a:xfrm>
              <a:custGeom>
                <a:rect b="b" l="l" r="r" t="t"/>
                <a:pathLst>
                  <a:path extrusionOk="0" h="2429" w="2430">
                    <a:moveTo>
                      <a:pt x="1215" y="1"/>
                    </a:moveTo>
                    <a:cubicBezTo>
                      <a:pt x="546" y="1"/>
                      <a:pt x="1" y="545"/>
                      <a:pt x="1" y="1214"/>
                    </a:cubicBezTo>
                    <a:cubicBezTo>
                      <a:pt x="1" y="1884"/>
                      <a:pt x="546" y="2429"/>
                      <a:pt x="1215" y="2429"/>
                    </a:cubicBezTo>
                    <a:lnTo>
                      <a:pt x="2429" y="2429"/>
                    </a:lnTo>
                    <a:lnTo>
                      <a:pt x="2429" y="1214"/>
                    </a:lnTo>
                    <a:cubicBezTo>
                      <a:pt x="2429" y="545"/>
                      <a:pt x="1884"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4" name="Google Shape;10104;p128"/>
            <p:cNvGrpSpPr/>
            <p:nvPr/>
          </p:nvGrpSpPr>
          <p:grpSpPr>
            <a:xfrm>
              <a:off x="8604266" y="565376"/>
              <a:ext cx="735612" cy="682607"/>
              <a:chOff x="-3345900" y="2555950"/>
              <a:chExt cx="464050" cy="430613"/>
            </a:xfrm>
          </p:grpSpPr>
          <p:sp>
            <p:nvSpPr>
              <p:cNvPr id="10105" name="Google Shape;10105;p128"/>
              <p:cNvSpPr/>
              <p:nvPr/>
            </p:nvSpPr>
            <p:spPr>
              <a:xfrm>
                <a:off x="-3345900" y="2555950"/>
                <a:ext cx="464050" cy="430575"/>
              </a:xfrm>
              <a:custGeom>
                <a:rect b="b" l="l" r="r" t="t"/>
                <a:pathLst>
                  <a:path extrusionOk="0" h="17223" w="18562">
                    <a:moveTo>
                      <a:pt x="9284" y="7756"/>
                    </a:moveTo>
                    <a:cubicBezTo>
                      <a:pt x="9503" y="7756"/>
                      <a:pt x="9723" y="7840"/>
                      <a:pt x="9889" y="8006"/>
                    </a:cubicBezTo>
                    <a:cubicBezTo>
                      <a:pt x="10224" y="8341"/>
                      <a:pt x="10224" y="8883"/>
                      <a:pt x="9889" y="9218"/>
                    </a:cubicBezTo>
                    <a:cubicBezTo>
                      <a:pt x="9723" y="9385"/>
                      <a:pt x="9504" y="9469"/>
                      <a:pt x="9285" y="9469"/>
                    </a:cubicBezTo>
                    <a:cubicBezTo>
                      <a:pt x="9066" y="9469"/>
                      <a:pt x="8846" y="9385"/>
                      <a:pt x="8679" y="9218"/>
                    </a:cubicBezTo>
                    <a:cubicBezTo>
                      <a:pt x="8344" y="8883"/>
                      <a:pt x="8344" y="8341"/>
                      <a:pt x="8679" y="8006"/>
                    </a:cubicBezTo>
                    <a:cubicBezTo>
                      <a:pt x="8845" y="7840"/>
                      <a:pt x="9065" y="7756"/>
                      <a:pt x="9284" y="7756"/>
                    </a:cubicBezTo>
                    <a:close/>
                    <a:moveTo>
                      <a:pt x="9286" y="0"/>
                    </a:moveTo>
                    <a:cubicBezTo>
                      <a:pt x="8069" y="0"/>
                      <a:pt x="6853" y="257"/>
                      <a:pt x="5724" y="769"/>
                    </a:cubicBezTo>
                    <a:cubicBezTo>
                      <a:pt x="4809" y="1184"/>
                      <a:pt x="3949" y="1768"/>
                      <a:pt x="3196" y="2521"/>
                    </a:cubicBezTo>
                    <a:cubicBezTo>
                      <a:pt x="2441" y="3275"/>
                      <a:pt x="1857" y="4134"/>
                      <a:pt x="1440" y="5052"/>
                    </a:cubicBezTo>
                    <a:cubicBezTo>
                      <a:pt x="1" y="8223"/>
                      <a:pt x="585" y="12091"/>
                      <a:pt x="3196" y="14701"/>
                    </a:cubicBezTo>
                    <a:cubicBezTo>
                      <a:pt x="4876" y="16382"/>
                      <a:pt x="7079" y="17223"/>
                      <a:pt x="9282" y="17223"/>
                    </a:cubicBezTo>
                    <a:cubicBezTo>
                      <a:pt x="10475" y="17223"/>
                      <a:pt x="11668" y="16976"/>
                      <a:pt x="12778" y="16483"/>
                    </a:cubicBezTo>
                    <a:cubicBezTo>
                      <a:pt x="13719" y="16068"/>
                      <a:pt x="14599" y="15473"/>
                      <a:pt x="15373" y="14701"/>
                    </a:cubicBezTo>
                    <a:cubicBezTo>
                      <a:pt x="16146" y="13928"/>
                      <a:pt x="16741" y="13045"/>
                      <a:pt x="17156" y="12106"/>
                    </a:cubicBezTo>
                    <a:cubicBezTo>
                      <a:pt x="18561" y="8945"/>
                      <a:pt x="17967" y="5115"/>
                      <a:pt x="15373" y="2521"/>
                    </a:cubicBezTo>
                    <a:cubicBezTo>
                      <a:pt x="13691" y="840"/>
                      <a:pt x="11488" y="0"/>
                      <a:pt x="9286"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6" name="Google Shape;10106;p128"/>
              <p:cNvGrpSpPr/>
              <p:nvPr/>
            </p:nvGrpSpPr>
            <p:grpSpPr>
              <a:xfrm>
                <a:off x="-3345900" y="2555988"/>
                <a:ext cx="464050" cy="430575"/>
                <a:chOff x="-3345900" y="1288025"/>
                <a:chExt cx="464050" cy="430575"/>
              </a:xfrm>
            </p:grpSpPr>
            <p:sp>
              <p:nvSpPr>
                <p:cNvPr id="10107" name="Google Shape;10107;p128"/>
                <p:cNvSpPr/>
                <p:nvPr/>
              </p:nvSpPr>
              <p:spPr>
                <a:xfrm>
                  <a:off x="-3345900" y="1288025"/>
                  <a:ext cx="464050" cy="430575"/>
                </a:xfrm>
                <a:custGeom>
                  <a:rect b="b" l="l" r="r" t="t"/>
                  <a:pathLst>
                    <a:path extrusionOk="0" h="17223" w="18562">
                      <a:moveTo>
                        <a:pt x="9284" y="7757"/>
                      </a:moveTo>
                      <a:cubicBezTo>
                        <a:pt x="9503" y="7757"/>
                        <a:pt x="9723" y="7840"/>
                        <a:pt x="9889" y="8007"/>
                      </a:cubicBezTo>
                      <a:cubicBezTo>
                        <a:pt x="10224" y="8341"/>
                        <a:pt x="10224" y="8885"/>
                        <a:pt x="9889" y="9218"/>
                      </a:cubicBezTo>
                      <a:cubicBezTo>
                        <a:pt x="9723" y="9385"/>
                        <a:pt x="9504" y="9469"/>
                        <a:pt x="9285" y="9469"/>
                      </a:cubicBezTo>
                      <a:cubicBezTo>
                        <a:pt x="9066" y="9469"/>
                        <a:pt x="8846" y="9385"/>
                        <a:pt x="8679" y="9218"/>
                      </a:cubicBezTo>
                      <a:cubicBezTo>
                        <a:pt x="8344" y="8885"/>
                        <a:pt x="8344" y="8341"/>
                        <a:pt x="8679" y="8007"/>
                      </a:cubicBezTo>
                      <a:cubicBezTo>
                        <a:pt x="8845" y="7840"/>
                        <a:pt x="9065" y="7757"/>
                        <a:pt x="9284" y="7757"/>
                      </a:cubicBezTo>
                      <a:close/>
                      <a:moveTo>
                        <a:pt x="9285" y="1"/>
                      </a:moveTo>
                      <a:cubicBezTo>
                        <a:pt x="8069" y="1"/>
                        <a:pt x="6853" y="257"/>
                        <a:pt x="5724" y="769"/>
                      </a:cubicBezTo>
                      <a:cubicBezTo>
                        <a:pt x="4809" y="1184"/>
                        <a:pt x="3949" y="1769"/>
                        <a:pt x="3196" y="2522"/>
                      </a:cubicBezTo>
                      <a:cubicBezTo>
                        <a:pt x="2441" y="3276"/>
                        <a:pt x="1857" y="4134"/>
                        <a:pt x="1440" y="5052"/>
                      </a:cubicBezTo>
                      <a:cubicBezTo>
                        <a:pt x="1" y="8224"/>
                        <a:pt x="585" y="12091"/>
                        <a:pt x="3196" y="14701"/>
                      </a:cubicBezTo>
                      <a:cubicBezTo>
                        <a:pt x="4876" y="16382"/>
                        <a:pt x="7079" y="17223"/>
                        <a:pt x="9282" y="17223"/>
                      </a:cubicBezTo>
                      <a:cubicBezTo>
                        <a:pt x="10475" y="17223"/>
                        <a:pt x="11668" y="16976"/>
                        <a:pt x="12778" y="16483"/>
                      </a:cubicBezTo>
                      <a:cubicBezTo>
                        <a:pt x="13719" y="16068"/>
                        <a:pt x="14599" y="15474"/>
                        <a:pt x="15373" y="14701"/>
                      </a:cubicBezTo>
                      <a:cubicBezTo>
                        <a:pt x="16146" y="13928"/>
                        <a:pt x="16741" y="13046"/>
                        <a:pt x="17156" y="12106"/>
                      </a:cubicBezTo>
                      <a:cubicBezTo>
                        <a:pt x="18561" y="8946"/>
                        <a:pt x="17967" y="5115"/>
                        <a:pt x="15373" y="2522"/>
                      </a:cubicBezTo>
                      <a:cubicBezTo>
                        <a:pt x="13691" y="841"/>
                        <a:pt x="11488" y="1"/>
                        <a:pt x="92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128"/>
                <p:cNvSpPr/>
                <p:nvPr/>
              </p:nvSpPr>
              <p:spPr>
                <a:xfrm>
                  <a:off x="-3215075" y="1411025"/>
                  <a:ext cx="202575" cy="184600"/>
                </a:xfrm>
                <a:custGeom>
                  <a:rect b="b" l="l" r="r" t="t"/>
                  <a:pathLst>
                    <a:path extrusionOk="0" h="7384" w="8103">
                      <a:moveTo>
                        <a:pt x="4052" y="2837"/>
                      </a:moveTo>
                      <a:cubicBezTo>
                        <a:pt x="4272" y="2837"/>
                        <a:pt x="4491" y="2920"/>
                        <a:pt x="4658" y="3087"/>
                      </a:cubicBezTo>
                      <a:cubicBezTo>
                        <a:pt x="4993" y="3421"/>
                        <a:pt x="4993" y="3965"/>
                        <a:pt x="4658" y="4298"/>
                      </a:cubicBezTo>
                      <a:cubicBezTo>
                        <a:pt x="4491" y="4465"/>
                        <a:pt x="4272" y="4549"/>
                        <a:pt x="4052" y="4549"/>
                      </a:cubicBezTo>
                      <a:cubicBezTo>
                        <a:pt x="3833" y="4549"/>
                        <a:pt x="3614" y="4465"/>
                        <a:pt x="3447" y="4298"/>
                      </a:cubicBezTo>
                      <a:cubicBezTo>
                        <a:pt x="3112" y="3965"/>
                        <a:pt x="3112" y="3421"/>
                        <a:pt x="3447" y="3087"/>
                      </a:cubicBezTo>
                      <a:cubicBezTo>
                        <a:pt x="3614" y="2920"/>
                        <a:pt x="3833" y="2837"/>
                        <a:pt x="4052" y="2837"/>
                      </a:cubicBezTo>
                      <a:close/>
                      <a:moveTo>
                        <a:pt x="4051" y="1"/>
                      </a:moveTo>
                      <a:cubicBezTo>
                        <a:pt x="3107" y="1"/>
                        <a:pt x="2162" y="361"/>
                        <a:pt x="1442" y="1082"/>
                      </a:cubicBezTo>
                      <a:cubicBezTo>
                        <a:pt x="1" y="2523"/>
                        <a:pt x="1" y="4860"/>
                        <a:pt x="1442" y="6302"/>
                      </a:cubicBezTo>
                      <a:cubicBezTo>
                        <a:pt x="2162" y="7023"/>
                        <a:pt x="3107" y="7383"/>
                        <a:pt x="4052" y="7383"/>
                      </a:cubicBezTo>
                      <a:cubicBezTo>
                        <a:pt x="4997" y="7383"/>
                        <a:pt x="5941" y="7023"/>
                        <a:pt x="6661" y="6302"/>
                      </a:cubicBezTo>
                      <a:cubicBezTo>
                        <a:pt x="8102" y="4860"/>
                        <a:pt x="8102" y="2523"/>
                        <a:pt x="6661" y="1082"/>
                      </a:cubicBezTo>
                      <a:cubicBezTo>
                        <a:pt x="5940" y="361"/>
                        <a:pt x="4995" y="1"/>
                        <a:pt x="40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128"/>
                <p:cNvSpPr/>
                <p:nvPr/>
              </p:nvSpPr>
              <p:spPr>
                <a:xfrm>
                  <a:off x="-3169450" y="1452600"/>
                  <a:ext cx="111350" cy="101450"/>
                </a:xfrm>
                <a:custGeom>
                  <a:rect b="b" l="l" r="r" t="t"/>
                  <a:pathLst>
                    <a:path extrusionOk="0" h="4058" w="4454">
                      <a:moveTo>
                        <a:pt x="2227" y="1174"/>
                      </a:moveTo>
                      <a:cubicBezTo>
                        <a:pt x="2447" y="1174"/>
                        <a:pt x="2666" y="1257"/>
                        <a:pt x="2833" y="1424"/>
                      </a:cubicBezTo>
                      <a:cubicBezTo>
                        <a:pt x="3168" y="1758"/>
                        <a:pt x="3168" y="2302"/>
                        <a:pt x="2833" y="2635"/>
                      </a:cubicBezTo>
                      <a:cubicBezTo>
                        <a:pt x="2666" y="2802"/>
                        <a:pt x="2447" y="2886"/>
                        <a:pt x="2227" y="2886"/>
                      </a:cubicBezTo>
                      <a:cubicBezTo>
                        <a:pt x="2008" y="2886"/>
                        <a:pt x="1789" y="2802"/>
                        <a:pt x="1622" y="2635"/>
                      </a:cubicBezTo>
                      <a:cubicBezTo>
                        <a:pt x="1287" y="2302"/>
                        <a:pt x="1287" y="1758"/>
                        <a:pt x="1622" y="1424"/>
                      </a:cubicBezTo>
                      <a:cubicBezTo>
                        <a:pt x="1789" y="1257"/>
                        <a:pt x="2008" y="1174"/>
                        <a:pt x="2227" y="1174"/>
                      </a:cubicBezTo>
                      <a:close/>
                      <a:moveTo>
                        <a:pt x="2227" y="0"/>
                      </a:moveTo>
                      <a:cubicBezTo>
                        <a:pt x="1708" y="0"/>
                        <a:pt x="1188" y="198"/>
                        <a:pt x="792" y="595"/>
                      </a:cubicBezTo>
                      <a:cubicBezTo>
                        <a:pt x="0" y="1386"/>
                        <a:pt x="0" y="2671"/>
                        <a:pt x="792" y="3464"/>
                      </a:cubicBezTo>
                      <a:cubicBezTo>
                        <a:pt x="1188" y="3859"/>
                        <a:pt x="1708" y="4057"/>
                        <a:pt x="2227" y="4057"/>
                      </a:cubicBezTo>
                      <a:cubicBezTo>
                        <a:pt x="2746" y="4057"/>
                        <a:pt x="3265" y="3859"/>
                        <a:pt x="3661" y="3464"/>
                      </a:cubicBezTo>
                      <a:cubicBezTo>
                        <a:pt x="4454" y="2671"/>
                        <a:pt x="4454" y="1386"/>
                        <a:pt x="3661" y="595"/>
                      </a:cubicBezTo>
                      <a:cubicBezTo>
                        <a:pt x="3265" y="198"/>
                        <a:pt x="2746" y="0"/>
                        <a:pt x="22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10" name="Google Shape;10110;p128"/>
            <p:cNvGrpSpPr/>
            <p:nvPr/>
          </p:nvGrpSpPr>
          <p:grpSpPr>
            <a:xfrm>
              <a:off x="8286992" y="4255113"/>
              <a:ext cx="655260" cy="780572"/>
              <a:chOff x="-2294600" y="1951375"/>
              <a:chExt cx="438125" cy="521913"/>
            </a:xfrm>
          </p:grpSpPr>
          <p:sp>
            <p:nvSpPr>
              <p:cNvPr id="10111" name="Google Shape;10111;p128"/>
              <p:cNvSpPr/>
              <p:nvPr/>
            </p:nvSpPr>
            <p:spPr>
              <a:xfrm>
                <a:off x="-2294600" y="1951375"/>
                <a:ext cx="438100" cy="521900"/>
              </a:xfrm>
              <a:custGeom>
                <a:rect b="b" l="l" r="r" t="t"/>
                <a:pathLst>
                  <a:path extrusionOk="0" h="20876" w="17524">
                    <a:moveTo>
                      <a:pt x="5361" y="0"/>
                    </a:moveTo>
                    <a:lnTo>
                      <a:pt x="0" y="13683"/>
                    </a:lnTo>
                    <a:lnTo>
                      <a:pt x="965" y="16487"/>
                    </a:lnTo>
                    <a:lnTo>
                      <a:pt x="12161" y="20875"/>
                    </a:lnTo>
                    <a:lnTo>
                      <a:pt x="17524" y="7192"/>
                    </a:lnTo>
                    <a:lnTo>
                      <a:pt x="16559" y="4387"/>
                    </a:lnTo>
                    <a:lnTo>
                      <a:pt x="5361"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2" name="Google Shape;10112;p128"/>
              <p:cNvGrpSpPr/>
              <p:nvPr/>
            </p:nvGrpSpPr>
            <p:grpSpPr>
              <a:xfrm>
                <a:off x="-2294575" y="1951463"/>
                <a:ext cx="438100" cy="521825"/>
                <a:chOff x="-2294575" y="1951463"/>
                <a:chExt cx="438100" cy="521825"/>
              </a:xfrm>
            </p:grpSpPr>
            <p:sp>
              <p:nvSpPr>
                <p:cNvPr id="10113" name="Google Shape;10113;p128"/>
                <p:cNvSpPr/>
                <p:nvPr/>
              </p:nvSpPr>
              <p:spPr>
                <a:xfrm>
                  <a:off x="-2294550" y="1951463"/>
                  <a:ext cx="413950" cy="451750"/>
                </a:xfrm>
                <a:custGeom>
                  <a:rect b="b" l="l" r="r" t="t"/>
                  <a:pathLst>
                    <a:path extrusionOk="0" h="18070" w="16558">
                      <a:moveTo>
                        <a:pt x="5361" y="0"/>
                      </a:moveTo>
                      <a:lnTo>
                        <a:pt x="0" y="13684"/>
                      </a:lnTo>
                      <a:lnTo>
                        <a:pt x="11196" y="18070"/>
                      </a:lnTo>
                      <a:lnTo>
                        <a:pt x="16558" y="4387"/>
                      </a:lnTo>
                      <a:lnTo>
                        <a:pt x="53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128"/>
                <p:cNvSpPr/>
                <p:nvPr/>
              </p:nvSpPr>
              <p:spPr>
                <a:xfrm>
                  <a:off x="-1933525" y="2073913"/>
                  <a:ext cx="20450" cy="14275"/>
                </a:xfrm>
                <a:custGeom>
                  <a:rect b="b" l="l" r="r" t="t"/>
                  <a:pathLst>
                    <a:path extrusionOk="0" h="571" w="818">
                      <a:moveTo>
                        <a:pt x="0" y="0"/>
                      </a:moveTo>
                      <a:lnTo>
                        <a:pt x="0" y="159"/>
                      </a:lnTo>
                      <a:lnTo>
                        <a:pt x="2" y="159"/>
                      </a:lnTo>
                      <a:cubicBezTo>
                        <a:pt x="2" y="322"/>
                        <a:pt x="99" y="477"/>
                        <a:pt x="261" y="542"/>
                      </a:cubicBezTo>
                      <a:cubicBezTo>
                        <a:pt x="310" y="561"/>
                        <a:pt x="361" y="570"/>
                        <a:pt x="411" y="570"/>
                      </a:cubicBezTo>
                      <a:cubicBezTo>
                        <a:pt x="576" y="570"/>
                        <a:pt x="731" y="471"/>
                        <a:pt x="795" y="310"/>
                      </a:cubicBezTo>
                      <a:cubicBezTo>
                        <a:pt x="812" y="259"/>
                        <a:pt x="817" y="209"/>
                        <a:pt x="817" y="159"/>
                      </a:cubicBezTo>
                      <a:lnTo>
                        <a:pt x="817" y="0"/>
                      </a:lnTo>
                      <a:close/>
                    </a:path>
                  </a:pathLst>
                </a:custGeom>
                <a:solidFill>
                  <a:srgbClr val="11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128"/>
                <p:cNvSpPr/>
                <p:nvPr/>
              </p:nvSpPr>
              <p:spPr>
                <a:xfrm>
                  <a:off x="-1934925" y="2064938"/>
                  <a:ext cx="23300" cy="20575"/>
                </a:xfrm>
                <a:custGeom>
                  <a:rect b="b" l="l" r="r" t="t"/>
                  <a:pathLst>
                    <a:path extrusionOk="0" h="823" w="932">
                      <a:moveTo>
                        <a:pt x="466" y="0"/>
                      </a:moveTo>
                      <a:cubicBezTo>
                        <a:pt x="302" y="0"/>
                        <a:pt x="147" y="99"/>
                        <a:pt x="84" y="261"/>
                      </a:cubicBezTo>
                      <a:cubicBezTo>
                        <a:pt x="0" y="473"/>
                        <a:pt x="105" y="711"/>
                        <a:pt x="316" y="794"/>
                      </a:cubicBezTo>
                      <a:cubicBezTo>
                        <a:pt x="366" y="813"/>
                        <a:pt x="417" y="823"/>
                        <a:pt x="467" y="823"/>
                      </a:cubicBezTo>
                      <a:cubicBezTo>
                        <a:pt x="631" y="823"/>
                        <a:pt x="785" y="723"/>
                        <a:pt x="849" y="561"/>
                      </a:cubicBezTo>
                      <a:cubicBezTo>
                        <a:pt x="931" y="351"/>
                        <a:pt x="828" y="113"/>
                        <a:pt x="616" y="29"/>
                      </a:cubicBezTo>
                      <a:cubicBezTo>
                        <a:pt x="567" y="9"/>
                        <a:pt x="516" y="0"/>
                        <a:pt x="4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128"/>
                <p:cNvSpPr/>
                <p:nvPr/>
              </p:nvSpPr>
              <p:spPr>
                <a:xfrm>
                  <a:off x="-2100450" y="2284813"/>
                  <a:ext cx="39275" cy="38750"/>
                </a:xfrm>
                <a:custGeom>
                  <a:rect b="b" l="l" r="r" t="t"/>
                  <a:pathLst>
                    <a:path extrusionOk="0" h="1550" w="1571">
                      <a:moveTo>
                        <a:pt x="1488" y="944"/>
                      </a:moveTo>
                      <a:cubicBezTo>
                        <a:pt x="1482" y="967"/>
                        <a:pt x="1474" y="988"/>
                        <a:pt x="1465" y="1012"/>
                      </a:cubicBezTo>
                      <a:cubicBezTo>
                        <a:pt x="1474" y="988"/>
                        <a:pt x="1482" y="966"/>
                        <a:pt x="1488" y="944"/>
                      </a:cubicBezTo>
                      <a:close/>
                      <a:moveTo>
                        <a:pt x="379" y="1369"/>
                      </a:moveTo>
                      <a:cubicBezTo>
                        <a:pt x="383" y="1370"/>
                        <a:pt x="387" y="1373"/>
                        <a:pt x="390" y="1375"/>
                      </a:cubicBezTo>
                      <a:cubicBezTo>
                        <a:pt x="387" y="1373"/>
                        <a:pt x="383" y="1372"/>
                        <a:pt x="379" y="1369"/>
                      </a:cubicBezTo>
                      <a:close/>
                      <a:moveTo>
                        <a:pt x="439" y="1403"/>
                      </a:moveTo>
                      <a:cubicBezTo>
                        <a:pt x="459" y="1413"/>
                        <a:pt x="480" y="1422"/>
                        <a:pt x="502" y="1431"/>
                      </a:cubicBezTo>
                      <a:cubicBezTo>
                        <a:pt x="479" y="1422"/>
                        <a:pt x="459" y="1413"/>
                        <a:pt x="439" y="1403"/>
                      </a:cubicBezTo>
                      <a:close/>
                      <a:moveTo>
                        <a:pt x="775" y="1"/>
                      </a:moveTo>
                      <a:cubicBezTo>
                        <a:pt x="480" y="1"/>
                        <a:pt x="199" y="179"/>
                        <a:pt x="85" y="471"/>
                      </a:cubicBezTo>
                      <a:cubicBezTo>
                        <a:pt x="0" y="688"/>
                        <a:pt x="24" y="919"/>
                        <a:pt x="130" y="1107"/>
                      </a:cubicBezTo>
                      <a:cubicBezTo>
                        <a:pt x="206" y="1279"/>
                        <a:pt x="346" y="1424"/>
                        <a:pt x="534" y="1498"/>
                      </a:cubicBezTo>
                      <a:cubicBezTo>
                        <a:pt x="622" y="1533"/>
                        <a:pt x="714" y="1550"/>
                        <a:pt x="804" y="1550"/>
                      </a:cubicBezTo>
                      <a:cubicBezTo>
                        <a:pt x="1100" y="1550"/>
                        <a:pt x="1380" y="1371"/>
                        <a:pt x="1494" y="1079"/>
                      </a:cubicBezTo>
                      <a:cubicBezTo>
                        <a:pt x="1571" y="883"/>
                        <a:pt x="1555" y="677"/>
                        <a:pt x="1476" y="501"/>
                      </a:cubicBezTo>
                      <a:cubicBezTo>
                        <a:pt x="1407" y="302"/>
                        <a:pt x="1256" y="135"/>
                        <a:pt x="1045" y="52"/>
                      </a:cubicBezTo>
                      <a:cubicBezTo>
                        <a:pt x="957" y="17"/>
                        <a:pt x="865" y="1"/>
                        <a:pt x="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128"/>
                <p:cNvSpPr/>
                <p:nvPr/>
              </p:nvSpPr>
              <p:spPr>
                <a:xfrm>
                  <a:off x="-2193050" y="2258163"/>
                  <a:ext cx="13675" cy="12050"/>
                </a:xfrm>
                <a:custGeom>
                  <a:rect b="b" l="l" r="r" t="t"/>
                  <a:pathLst>
                    <a:path extrusionOk="0" h="482" w="547">
                      <a:moveTo>
                        <a:pt x="273" y="0"/>
                      </a:moveTo>
                      <a:cubicBezTo>
                        <a:pt x="177" y="0"/>
                        <a:pt x="86" y="58"/>
                        <a:pt x="48" y="153"/>
                      </a:cubicBezTo>
                      <a:cubicBezTo>
                        <a:pt x="0" y="277"/>
                        <a:pt x="61" y="417"/>
                        <a:pt x="185" y="465"/>
                      </a:cubicBezTo>
                      <a:cubicBezTo>
                        <a:pt x="214" y="476"/>
                        <a:pt x="243" y="482"/>
                        <a:pt x="272" y="482"/>
                      </a:cubicBezTo>
                      <a:cubicBezTo>
                        <a:pt x="368" y="482"/>
                        <a:pt x="459" y="424"/>
                        <a:pt x="497" y="329"/>
                      </a:cubicBezTo>
                      <a:cubicBezTo>
                        <a:pt x="546" y="205"/>
                        <a:pt x="485" y="66"/>
                        <a:pt x="359" y="16"/>
                      </a:cubicBezTo>
                      <a:cubicBezTo>
                        <a:pt x="331" y="5"/>
                        <a:pt x="302"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28"/>
                <p:cNvSpPr/>
                <p:nvPr/>
              </p:nvSpPr>
              <p:spPr>
                <a:xfrm>
                  <a:off x="-2031325" y="2321538"/>
                  <a:ext cx="13650" cy="12050"/>
                </a:xfrm>
                <a:custGeom>
                  <a:rect b="b" l="l" r="r" t="t"/>
                  <a:pathLst>
                    <a:path extrusionOk="0" h="482" w="546">
                      <a:moveTo>
                        <a:pt x="272" y="0"/>
                      </a:moveTo>
                      <a:cubicBezTo>
                        <a:pt x="176" y="0"/>
                        <a:pt x="85" y="58"/>
                        <a:pt x="48" y="153"/>
                      </a:cubicBezTo>
                      <a:cubicBezTo>
                        <a:pt x="1" y="277"/>
                        <a:pt x="61" y="416"/>
                        <a:pt x="184" y="466"/>
                      </a:cubicBezTo>
                      <a:cubicBezTo>
                        <a:pt x="213" y="477"/>
                        <a:pt x="242" y="482"/>
                        <a:pt x="271" y="482"/>
                      </a:cubicBezTo>
                      <a:cubicBezTo>
                        <a:pt x="368" y="482"/>
                        <a:pt x="459" y="424"/>
                        <a:pt x="497" y="328"/>
                      </a:cubicBezTo>
                      <a:cubicBezTo>
                        <a:pt x="546" y="205"/>
                        <a:pt x="486" y="65"/>
                        <a:pt x="360" y="17"/>
                      </a:cubicBezTo>
                      <a:cubicBezTo>
                        <a:pt x="331" y="6"/>
                        <a:pt x="301"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128"/>
                <p:cNvSpPr/>
                <p:nvPr/>
              </p:nvSpPr>
              <p:spPr>
                <a:xfrm>
                  <a:off x="-2294575" y="2061113"/>
                  <a:ext cx="438100" cy="412175"/>
                </a:xfrm>
                <a:custGeom>
                  <a:rect b="b" l="l" r="r" t="t"/>
                  <a:pathLst>
                    <a:path extrusionOk="0" h="16487" w="17524">
                      <a:moveTo>
                        <a:pt x="16558" y="0"/>
                      </a:moveTo>
                      <a:lnTo>
                        <a:pt x="11197" y="13682"/>
                      </a:lnTo>
                      <a:lnTo>
                        <a:pt x="0" y="9296"/>
                      </a:lnTo>
                      <a:lnTo>
                        <a:pt x="965" y="12098"/>
                      </a:lnTo>
                      <a:lnTo>
                        <a:pt x="12162" y="16486"/>
                      </a:lnTo>
                      <a:lnTo>
                        <a:pt x="17524" y="2803"/>
                      </a:lnTo>
                      <a:lnTo>
                        <a:pt x="165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128"/>
                <p:cNvSpPr/>
                <p:nvPr/>
              </p:nvSpPr>
              <p:spPr>
                <a:xfrm>
                  <a:off x="-2087625" y="2056038"/>
                  <a:ext cx="184150" cy="187625"/>
                </a:xfrm>
                <a:custGeom>
                  <a:rect b="b" l="l" r="r" t="t"/>
                  <a:pathLst>
                    <a:path extrusionOk="0" h="7505" w="7366">
                      <a:moveTo>
                        <a:pt x="6207" y="0"/>
                      </a:moveTo>
                      <a:lnTo>
                        <a:pt x="5783" y="1083"/>
                      </a:lnTo>
                      <a:lnTo>
                        <a:pt x="5783" y="1189"/>
                      </a:lnTo>
                      <a:lnTo>
                        <a:pt x="5979" y="1266"/>
                      </a:lnTo>
                      <a:lnTo>
                        <a:pt x="1434" y="6904"/>
                      </a:lnTo>
                      <a:lnTo>
                        <a:pt x="713" y="6108"/>
                      </a:lnTo>
                      <a:lnTo>
                        <a:pt x="29" y="6546"/>
                      </a:lnTo>
                      <a:lnTo>
                        <a:pt x="1" y="6634"/>
                      </a:lnTo>
                      <a:lnTo>
                        <a:pt x="1004" y="7439"/>
                      </a:lnTo>
                      <a:lnTo>
                        <a:pt x="1057" y="7373"/>
                      </a:lnTo>
                      <a:lnTo>
                        <a:pt x="1435" y="6906"/>
                      </a:lnTo>
                      <a:lnTo>
                        <a:pt x="1058" y="7374"/>
                      </a:lnTo>
                      <a:lnTo>
                        <a:pt x="1004" y="7441"/>
                      </a:lnTo>
                      <a:cubicBezTo>
                        <a:pt x="1012" y="7449"/>
                        <a:pt x="1023" y="7455"/>
                        <a:pt x="1032" y="7461"/>
                      </a:cubicBezTo>
                      <a:lnTo>
                        <a:pt x="1040" y="7466"/>
                      </a:lnTo>
                      <a:cubicBezTo>
                        <a:pt x="1048" y="7471"/>
                        <a:pt x="1057" y="7475"/>
                        <a:pt x="1066" y="7479"/>
                      </a:cubicBezTo>
                      <a:cubicBezTo>
                        <a:pt x="1067" y="7480"/>
                        <a:pt x="1069" y="7480"/>
                        <a:pt x="1071" y="7481"/>
                      </a:cubicBezTo>
                      <a:cubicBezTo>
                        <a:pt x="1107" y="7497"/>
                        <a:pt x="1145" y="7504"/>
                        <a:pt x="1183" y="7504"/>
                      </a:cubicBezTo>
                      <a:cubicBezTo>
                        <a:pt x="1266" y="7504"/>
                        <a:pt x="1348" y="7468"/>
                        <a:pt x="1404" y="7397"/>
                      </a:cubicBezTo>
                      <a:lnTo>
                        <a:pt x="6259" y="1375"/>
                      </a:lnTo>
                      <a:lnTo>
                        <a:pt x="6941" y="1641"/>
                      </a:lnTo>
                      <a:lnTo>
                        <a:pt x="7365" y="559"/>
                      </a:lnTo>
                      <a:lnTo>
                        <a:pt x="7365" y="453"/>
                      </a:lnTo>
                      <a:lnTo>
                        <a:pt x="62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128"/>
                <p:cNvSpPr/>
                <p:nvPr/>
              </p:nvSpPr>
              <p:spPr>
                <a:xfrm>
                  <a:off x="-2153650" y="2264638"/>
                  <a:ext cx="39300" cy="38750"/>
                </a:xfrm>
                <a:custGeom>
                  <a:rect b="b" l="l" r="r" t="t"/>
                  <a:pathLst>
                    <a:path extrusionOk="0" h="1550" w="1572">
                      <a:moveTo>
                        <a:pt x="1505" y="876"/>
                      </a:moveTo>
                      <a:lnTo>
                        <a:pt x="1505" y="876"/>
                      </a:lnTo>
                      <a:cubicBezTo>
                        <a:pt x="1504" y="880"/>
                        <a:pt x="1504" y="884"/>
                        <a:pt x="1502" y="887"/>
                      </a:cubicBezTo>
                      <a:cubicBezTo>
                        <a:pt x="1502" y="882"/>
                        <a:pt x="1504" y="880"/>
                        <a:pt x="1505" y="876"/>
                      </a:cubicBezTo>
                      <a:close/>
                      <a:moveTo>
                        <a:pt x="380" y="1370"/>
                      </a:moveTo>
                      <a:lnTo>
                        <a:pt x="380" y="1370"/>
                      </a:lnTo>
                      <a:cubicBezTo>
                        <a:pt x="384" y="1371"/>
                        <a:pt x="387" y="1374"/>
                        <a:pt x="391" y="1376"/>
                      </a:cubicBezTo>
                      <a:cubicBezTo>
                        <a:pt x="387" y="1374"/>
                        <a:pt x="383" y="1372"/>
                        <a:pt x="380" y="1370"/>
                      </a:cubicBezTo>
                      <a:close/>
                      <a:moveTo>
                        <a:pt x="777" y="0"/>
                      </a:moveTo>
                      <a:cubicBezTo>
                        <a:pt x="481" y="0"/>
                        <a:pt x="201" y="179"/>
                        <a:pt x="86" y="471"/>
                      </a:cubicBezTo>
                      <a:cubicBezTo>
                        <a:pt x="0" y="688"/>
                        <a:pt x="25" y="918"/>
                        <a:pt x="131" y="1107"/>
                      </a:cubicBezTo>
                      <a:cubicBezTo>
                        <a:pt x="206" y="1278"/>
                        <a:pt x="346" y="1423"/>
                        <a:pt x="535" y="1498"/>
                      </a:cubicBezTo>
                      <a:cubicBezTo>
                        <a:pt x="623" y="1533"/>
                        <a:pt x="715" y="1550"/>
                        <a:pt x="804" y="1550"/>
                      </a:cubicBezTo>
                      <a:cubicBezTo>
                        <a:pt x="1101" y="1550"/>
                        <a:pt x="1381" y="1370"/>
                        <a:pt x="1495" y="1078"/>
                      </a:cubicBezTo>
                      <a:cubicBezTo>
                        <a:pt x="1572" y="884"/>
                        <a:pt x="1556" y="678"/>
                        <a:pt x="1476" y="500"/>
                      </a:cubicBezTo>
                      <a:cubicBezTo>
                        <a:pt x="1408" y="302"/>
                        <a:pt x="1257" y="134"/>
                        <a:pt x="1046" y="51"/>
                      </a:cubicBezTo>
                      <a:cubicBezTo>
                        <a:pt x="958" y="17"/>
                        <a:pt x="86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128"/>
                <p:cNvSpPr/>
                <p:nvPr/>
              </p:nvSpPr>
              <p:spPr>
                <a:xfrm>
                  <a:off x="-2259050" y="2223338"/>
                  <a:ext cx="39325" cy="38775"/>
                </a:xfrm>
                <a:custGeom>
                  <a:rect b="b" l="l" r="r" t="t"/>
                  <a:pathLst>
                    <a:path extrusionOk="0" h="1551" w="1573">
                      <a:moveTo>
                        <a:pt x="1505" y="877"/>
                      </a:moveTo>
                      <a:cubicBezTo>
                        <a:pt x="1505" y="881"/>
                        <a:pt x="1503" y="885"/>
                        <a:pt x="1502" y="887"/>
                      </a:cubicBezTo>
                      <a:cubicBezTo>
                        <a:pt x="1504" y="883"/>
                        <a:pt x="1505" y="879"/>
                        <a:pt x="1505" y="877"/>
                      </a:cubicBezTo>
                      <a:close/>
                      <a:moveTo>
                        <a:pt x="439" y="1404"/>
                      </a:moveTo>
                      <a:cubicBezTo>
                        <a:pt x="460" y="1413"/>
                        <a:pt x="482" y="1424"/>
                        <a:pt x="504" y="1433"/>
                      </a:cubicBezTo>
                      <a:cubicBezTo>
                        <a:pt x="482" y="1424"/>
                        <a:pt x="460" y="1414"/>
                        <a:pt x="439" y="1404"/>
                      </a:cubicBezTo>
                      <a:close/>
                      <a:moveTo>
                        <a:pt x="777" y="1"/>
                      </a:moveTo>
                      <a:cubicBezTo>
                        <a:pt x="481" y="1"/>
                        <a:pt x="201" y="180"/>
                        <a:pt x="86" y="472"/>
                      </a:cubicBezTo>
                      <a:cubicBezTo>
                        <a:pt x="0" y="689"/>
                        <a:pt x="25" y="919"/>
                        <a:pt x="131" y="1108"/>
                      </a:cubicBezTo>
                      <a:cubicBezTo>
                        <a:pt x="207" y="1279"/>
                        <a:pt x="346" y="1424"/>
                        <a:pt x="535" y="1499"/>
                      </a:cubicBezTo>
                      <a:cubicBezTo>
                        <a:pt x="624" y="1534"/>
                        <a:pt x="715" y="1550"/>
                        <a:pt x="805" y="1550"/>
                      </a:cubicBezTo>
                      <a:cubicBezTo>
                        <a:pt x="1101" y="1550"/>
                        <a:pt x="1381" y="1371"/>
                        <a:pt x="1496" y="1079"/>
                      </a:cubicBezTo>
                      <a:cubicBezTo>
                        <a:pt x="1572" y="883"/>
                        <a:pt x="1558" y="679"/>
                        <a:pt x="1476" y="501"/>
                      </a:cubicBezTo>
                      <a:cubicBezTo>
                        <a:pt x="1408" y="303"/>
                        <a:pt x="1257" y="135"/>
                        <a:pt x="1047" y="52"/>
                      </a:cubicBezTo>
                      <a:cubicBezTo>
                        <a:pt x="958" y="17"/>
                        <a:pt x="867"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128"/>
                <p:cNvSpPr/>
                <p:nvPr/>
              </p:nvSpPr>
              <p:spPr>
                <a:xfrm>
                  <a:off x="-2252275" y="2229838"/>
                  <a:ext cx="24300" cy="23125"/>
                </a:xfrm>
                <a:custGeom>
                  <a:rect b="b" l="l" r="r" t="t"/>
                  <a:pathLst>
                    <a:path extrusionOk="0" h="925" w="972">
                      <a:moveTo>
                        <a:pt x="468" y="1"/>
                      </a:moveTo>
                      <a:cubicBezTo>
                        <a:pt x="236" y="1"/>
                        <a:pt x="40" y="178"/>
                        <a:pt x="18" y="414"/>
                      </a:cubicBezTo>
                      <a:cubicBezTo>
                        <a:pt x="1" y="611"/>
                        <a:pt x="111" y="788"/>
                        <a:pt x="279" y="866"/>
                      </a:cubicBezTo>
                      <a:lnTo>
                        <a:pt x="279" y="869"/>
                      </a:lnTo>
                      <a:cubicBezTo>
                        <a:pt x="333" y="896"/>
                        <a:pt x="393" y="916"/>
                        <a:pt x="456" y="922"/>
                      </a:cubicBezTo>
                      <a:cubicBezTo>
                        <a:pt x="473" y="924"/>
                        <a:pt x="490" y="925"/>
                        <a:pt x="506" y="925"/>
                      </a:cubicBezTo>
                      <a:cubicBezTo>
                        <a:pt x="743" y="925"/>
                        <a:pt x="941" y="751"/>
                        <a:pt x="957" y="516"/>
                      </a:cubicBezTo>
                      <a:cubicBezTo>
                        <a:pt x="972" y="329"/>
                        <a:pt x="870" y="158"/>
                        <a:pt x="714" y="71"/>
                      </a:cubicBezTo>
                      <a:cubicBezTo>
                        <a:pt x="655" y="34"/>
                        <a:pt x="586" y="9"/>
                        <a:pt x="512" y="3"/>
                      </a:cubicBezTo>
                      <a:cubicBezTo>
                        <a:pt x="497" y="1"/>
                        <a:pt x="483"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128"/>
                <p:cNvSpPr/>
                <p:nvPr/>
              </p:nvSpPr>
              <p:spPr>
                <a:xfrm>
                  <a:off x="-1975575" y="2193263"/>
                  <a:ext cx="23375" cy="52875"/>
                </a:xfrm>
                <a:custGeom>
                  <a:rect b="b" l="l" r="r" t="t"/>
                  <a:pathLst>
                    <a:path extrusionOk="0" h="2115" w="935">
                      <a:moveTo>
                        <a:pt x="683" y="0"/>
                      </a:moveTo>
                      <a:lnTo>
                        <a:pt x="1" y="1743"/>
                      </a:lnTo>
                      <a:lnTo>
                        <a:pt x="1" y="2022"/>
                      </a:lnTo>
                      <a:lnTo>
                        <a:pt x="251" y="2115"/>
                      </a:lnTo>
                      <a:lnTo>
                        <a:pt x="935" y="372"/>
                      </a:lnTo>
                      <a:lnTo>
                        <a:pt x="935" y="93"/>
                      </a:lnTo>
                      <a:lnTo>
                        <a:pt x="6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128"/>
                <p:cNvSpPr/>
                <p:nvPr/>
              </p:nvSpPr>
              <p:spPr>
                <a:xfrm>
                  <a:off x="-2167200" y="1989363"/>
                  <a:ext cx="134500" cy="203875"/>
                </a:xfrm>
                <a:custGeom>
                  <a:rect b="b" l="l" r="r" t="t"/>
                  <a:pathLst>
                    <a:path extrusionOk="0" h="8155" w="5380">
                      <a:moveTo>
                        <a:pt x="2881" y="0"/>
                      </a:moveTo>
                      <a:cubicBezTo>
                        <a:pt x="1808" y="0"/>
                        <a:pt x="775" y="428"/>
                        <a:pt x="15" y="1179"/>
                      </a:cubicBezTo>
                      <a:cubicBezTo>
                        <a:pt x="0" y="1485"/>
                        <a:pt x="155" y="1740"/>
                        <a:pt x="660" y="1803"/>
                      </a:cubicBezTo>
                      <a:cubicBezTo>
                        <a:pt x="2133" y="1988"/>
                        <a:pt x="3800" y="2316"/>
                        <a:pt x="2089" y="4028"/>
                      </a:cubicBezTo>
                      <a:cubicBezTo>
                        <a:pt x="595" y="5525"/>
                        <a:pt x="2520" y="5619"/>
                        <a:pt x="3030" y="5619"/>
                      </a:cubicBezTo>
                      <a:cubicBezTo>
                        <a:pt x="3104" y="5619"/>
                        <a:pt x="3148" y="5618"/>
                        <a:pt x="3148" y="5618"/>
                      </a:cubicBezTo>
                      <a:lnTo>
                        <a:pt x="3148" y="5618"/>
                      </a:lnTo>
                      <a:cubicBezTo>
                        <a:pt x="3148" y="5618"/>
                        <a:pt x="4018" y="6541"/>
                        <a:pt x="2706" y="6726"/>
                      </a:cubicBezTo>
                      <a:cubicBezTo>
                        <a:pt x="1948" y="6831"/>
                        <a:pt x="1688" y="7465"/>
                        <a:pt x="1857" y="8022"/>
                      </a:cubicBezTo>
                      <a:cubicBezTo>
                        <a:pt x="2198" y="8112"/>
                        <a:pt x="2542" y="8155"/>
                        <a:pt x="2883" y="8155"/>
                      </a:cubicBezTo>
                      <a:cubicBezTo>
                        <a:pt x="3587" y="8155"/>
                        <a:pt x="4275" y="7970"/>
                        <a:pt x="4881" y="7630"/>
                      </a:cubicBezTo>
                      <a:cubicBezTo>
                        <a:pt x="4438" y="7437"/>
                        <a:pt x="4058" y="7138"/>
                        <a:pt x="4365" y="6727"/>
                      </a:cubicBezTo>
                      <a:cubicBezTo>
                        <a:pt x="4934" y="5963"/>
                        <a:pt x="5380" y="4346"/>
                        <a:pt x="4348" y="4346"/>
                      </a:cubicBezTo>
                      <a:cubicBezTo>
                        <a:pt x="4298" y="4346"/>
                        <a:pt x="4244" y="4350"/>
                        <a:pt x="4187" y="4357"/>
                      </a:cubicBezTo>
                      <a:cubicBezTo>
                        <a:pt x="4143" y="4363"/>
                        <a:pt x="4102" y="4366"/>
                        <a:pt x="4064" y="4366"/>
                      </a:cubicBezTo>
                      <a:cubicBezTo>
                        <a:pt x="3007" y="4366"/>
                        <a:pt x="3753" y="2192"/>
                        <a:pt x="2957" y="1834"/>
                      </a:cubicBezTo>
                      <a:cubicBezTo>
                        <a:pt x="2333" y="1556"/>
                        <a:pt x="2444" y="467"/>
                        <a:pt x="3109" y="7"/>
                      </a:cubicBezTo>
                      <a:cubicBezTo>
                        <a:pt x="3033" y="2"/>
                        <a:pt x="2957" y="0"/>
                        <a:pt x="2881"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128"/>
                <p:cNvSpPr/>
                <p:nvPr/>
              </p:nvSpPr>
              <p:spPr>
                <a:xfrm>
                  <a:off x="-2197600" y="1989338"/>
                  <a:ext cx="205850" cy="207900"/>
                </a:xfrm>
                <a:custGeom>
                  <a:rect b="b" l="l" r="r" t="t"/>
                  <a:pathLst>
                    <a:path extrusionOk="0" h="8316" w="8234">
                      <a:moveTo>
                        <a:pt x="8150" y="4500"/>
                      </a:moveTo>
                      <a:cubicBezTo>
                        <a:pt x="8150" y="4505"/>
                        <a:pt x="8150" y="4512"/>
                        <a:pt x="8149" y="4517"/>
                      </a:cubicBezTo>
                      <a:cubicBezTo>
                        <a:pt x="8149" y="4511"/>
                        <a:pt x="8150" y="4505"/>
                        <a:pt x="8150" y="4500"/>
                      </a:cubicBezTo>
                      <a:close/>
                      <a:moveTo>
                        <a:pt x="8136" y="4636"/>
                      </a:moveTo>
                      <a:cubicBezTo>
                        <a:pt x="8136" y="4637"/>
                        <a:pt x="8135" y="4638"/>
                        <a:pt x="8135" y="4639"/>
                      </a:cubicBezTo>
                      <a:lnTo>
                        <a:pt x="8135" y="4639"/>
                      </a:lnTo>
                      <a:cubicBezTo>
                        <a:pt x="8135" y="4638"/>
                        <a:pt x="8136" y="4637"/>
                        <a:pt x="8136" y="4636"/>
                      </a:cubicBezTo>
                      <a:close/>
                      <a:moveTo>
                        <a:pt x="1080" y="6817"/>
                      </a:moveTo>
                      <a:lnTo>
                        <a:pt x="1080" y="6817"/>
                      </a:lnTo>
                      <a:cubicBezTo>
                        <a:pt x="1081" y="6819"/>
                        <a:pt x="1082" y="6820"/>
                        <a:pt x="1084" y="6822"/>
                      </a:cubicBezTo>
                      <a:cubicBezTo>
                        <a:pt x="1082" y="6821"/>
                        <a:pt x="1081" y="6820"/>
                        <a:pt x="1080" y="6817"/>
                      </a:cubicBezTo>
                      <a:close/>
                      <a:moveTo>
                        <a:pt x="1469" y="7194"/>
                      </a:moveTo>
                      <a:cubicBezTo>
                        <a:pt x="1490" y="7212"/>
                        <a:pt x="1510" y="7229"/>
                        <a:pt x="1531" y="7246"/>
                      </a:cubicBezTo>
                      <a:cubicBezTo>
                        <a:pt x="1509" y="7229"/>
                        <a:pt x="1489" y="7212"/>
                        <a:pt x="1469" y="7194"/>
                      </a:cubicBezTo>
                      <a:close/>
                      <a:moveTo>
                        <a:pt x="1595" y="7297"/>
                      </a:moveTo>
                      <a:lnTo>
                        <a:pt x="1595" y="7297"/>
                      </a:lnTo>
                      <a:cubicBezTo>
                        <a:pt x="1623" y="7318"/>
                        <a:pt x="1651" y="7340"/>
                        <a:pt x="1680" y="7362"/>
                      </a:cubicBezTo>
                      <a:cubicBezTo>
                        <a:pt x="1650" y="7341"/>
                        <a:pt x="1622" y="7319"/>
                        <a:pt x="1595" y="7297"/>
                      </a:cubicBezTo>
                      <a:close/>
                      <a:moveTo>
                        <a:pt x="5632" y="7855"/>
                      </a:moveTo>
                      <a:cubicBezTo>
                        <a:pt x="5566" y="7883"/>
                        <a:pt x="5501" y="7908"/>
                        <a:pt x="5435" y="7930"/>
                      </a:cubicBezTo>
                      <a:cubicBezTo>
                        <a:pt x="5501" y="7906"/>
                        <a:pt x="5566" y="7883"/>
                        <a:pt x="5632" y="7855"/>
                      </a:cubicBezTo>
                      <a:close/>
                      <a:moveTo>
                        <a:pt x="5233" y="7993"/>
                      </a:moveTo>
                      <a:cubicBezTo>
                        <a:pt x="5132" y="8024"/>
                        <a:pt x="5029" y="8049"/>
                        <a:pt x="4925" y="8071"/>
                      </a:cubicBezTo>
                      <a:cubicBezTo>
                        <a:pt x="5028" y="8049"/>
                        <a:pt x="5132" y="8023"/>
                        <a:pt x="5233" y="7993"/>
                      </a:cubicBezTo>
                      <a:close/>
                      <a:moveTo>
                        <a:pt x="4822" y="8091"/>
                      </a:moveTo>
                      <a:cubicBezTo>
                        <a:pt x="4753" y="8105"/>
                        <a:pt x="4683" y="8115"/>
                        <a:pt x="4612" y="8123"/>
                      </a:cubicBezTo>
                      <a:cubicBezTo>
                        <a:pt x="4682" y="8115"/>
                        <a:pt x="4752" y="8105"/>
                        <a:pt x="4822" y="8091"/>
                      </a:cubicBezTo>
                      <a:close/>
                      <a:moveTo>
                        <a:pt x="4097" y="1"/>
                      </a:moveTo>
                      <a:cubicBezTo>
                        <a:pt x="2386" y="1"/>
                        <a:pt x="774" y="1086"/>
                        <a:pt x="212" y="2841"/>
                      </a:cubicBezTo>
                      <a:cubicBezTo>
                        <a:pt x="71" y="3280"/>
                        <a:pt x="11" y="3729"/>
                        <a:pt x="22" y="4170"/>
                      </a:cubicBezTo>
                      <a:cubicBezTo>
                        <a:pt x="1" y="5736"/>
                        <a:pt x="890" y="7240"/>
                        <a:pt x="2366" y="7929"/>
                      </a:cubicBezTo>
                      <a:cubicBezTo>
                        <a:pt x="2930" y="8192"/>
                        <a:pt x="3518" y="8316"/>
                        <a:pt x="4096" y="8316"/>
                      </a:cubicBezTo>
                      <a:cubicBezTo>
                        <a:pt x="5807" y="8316"/>
                        <a:pt x="7419" y="7231"/>
                        <a:pt x="7981" y="5475"/>
                      </a:cubicBezTo>
                      <a:cubicBezTo>
                        <a:pt x="8110" y="5073"/>
                        <a:pt x="8169" y="4663"/>
                        <a:pt x="8169" y="4256"/>
                      </a:cubicBezTo>
                      <a:cubicBezTo>
                        <a:pt x="8234" y="2650"/>
                        <a:pt x="7336" y="1091"/>
                        <a:pt x="5827" y="387"/>
                      </a:cubicBezTo>
                      <a:cubicBezTo>
                        <a:pt x="5264" y="124"/>
                        <a:pt x="4675" y="1"/>
                        <a:pt x="4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128"/>
                <p:cNvSpPr/>
                <p:nvPr/>
              </p:nvSpPr>
              <p:spPr>
                <a:xfrm>
                  <a:off x="-2149900" y="2043388"/>
                  <a:ext cx="109250" cy="95825"/>
                </a:xfrm>
                <a:custGeom>
                  <a:rect b="b" l="l" r="r" t="t"/>
                  <a:pathLst>
                    <a:path extrusionOk="0" h="3833" w="4370">
                      <a:moveTo>
                        <a:pt x="2190" y="0"/>
                      </a:moveTo>
                      <a:cubicBezTo>
                        <a:pt x="1932" y="0"/>
                        <a:pt x="1670" y="52"/>
                        <a:pt x="1419" y="162"/>
                      </a:cubicBezTo>
                      <a:cubicBezTo>
                        <a:pt x="446" y="588"/>
                        <a:pt x="1" y="1718"/>
                        <a:pt x="424" y="2686"/>
                      </a:cubicBezTo>
                      <a:cubicBezTo>
                        <a:pt x="738" y="3404"/>
                        <a:pt x="1441" y="3832"/>
                        <a:pt x="2180" y="3832"/>
                      </a:cubicBezTo>
                      <a:cubicBezTo>
                        <a:pt x="2438" y="3832"/>
                        <a:pt x="2700" y="3780"/>
                        <a:pt x="2951" y="3670"/>
                      </a:cubicBezTo>
                      <a:cubicBezTo>
                        <a:pt x="3924" y="3245"/>
                        <a:pt x="4369" y="2116"/>
                        <a:pt x="3946" y="1147"/>
                      </a:cubicBezTo>
                      <a:cubicBezTo>
                        <a:pt x="3632" y="428"/>
                        <a:pt x="2929" y="0"/>
                        <a:pt x="2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28"/>
                <p:cNvSpPr/>
                <p:nvPr/>
              </p:nvSpPr>
              <p:spPr>
                <a:xfrm>
                  <a:off x="-2107125" y="2079913"/>
                  <a:ext cx="23875" cy="22775"/>
                </a:xfrm>
                <a:custGeom>
                  <a:rect b="b" l="l" r="r" t="t"/>
                  <a:pathLst>
                    <a:path extrusionOk="0" h="911" w="955">
                      <a:moveTo>
                        <a:pt x="478" y="1"/>
                      </a:moveTo>
                      <a:cubicBezTo>
                        <a:pt x="264" y="1"/>
                        <a:pt x="63" y="153"/>
                        <a:pt x="27" y="391"/>
                      </a:cubicBezTo>
                      <a:cubicBezTo>
                        <a:pt x="1" y="560"/>
                        <a:pt x="77" y="735"/>
                        <a:pt x="219" y="830"/>
                      </a:cubicBezTo>
                      <a:cubicBezTo>
                        <a:pt x="300" y="885"/>
                        <a:pt x="390" y="911"/>
                        <a:pt x="477" y="911"/>
                      </a:cubicBezTo>
                      <a:cubicBezTo>
                        <a:pt x="691" y="911"/>
                        <a:pt x="892" y="759"/>
                        <a:pt x="929" y="521"/>
                      </a:cubicBezTo>
                      <a:cubicBezTo>
                        <a:pt x="954" y="351"/>
                        <a:pt x="878" y="177"/>
                        <a:pt x="737" y="81"/>
                      </a:cubicBezTo>
                      <a:cubicBezTo>
                        <a:pt x="655" y="26"/>
                        <a:pt x="565" y="1"/>
                        <a:pt x="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128"/>
                <p:cNvSpPr/>
                <p:nvPr/>
              </p:nvSpPr>
              <p:spPr>
                <a:xfrm>
                  <a:off x="-2146875" y="2271113"/>
                  <a:ext cx="24300" cy="23125"/>
                </a:xfrm>
                <a:custGeom>
                  <a:rect b="b" l="l" r="r" t="t"/>
                  <a:pathLst>
                    <a:path extrusionOk="0" h="925" w="972">
                      <a:moveTo>
                        <a:pt x="468" y="1"/>
                      </a:moveTo>
                      <a:cubicBezTo>
                        <a:pt x="236" y="1"/>
                        <a:pt x="39" y="178"/>
                        <a:pt x="18" y="415"/>
                      </a:cubicBezTo>
                      <a:cubicBezTo>
                        <a:pt x="0" y="611"/>
                        <a:pt x="111" y="788"/>
                        <a:pt x="279" y="867"/>
                      </a:cubicBezTo>
                      <a:lnTo>
                        <a:pt x="279" y="869"/>
                      </a:lnTo>
                      <a:cubicBezTo>
                        <a:pt x="333" y="897"/>
                        <a:pt x="393" y="916"/>
                        <a:pt x="456" y="922"/>
                      </a:cubicBezTo>
                      <a:cubicBezTo>
                        <a:pt x="473" y="924"/>
                        <a:pt x="489" y="925"/>
                        <a:pt x="506" y="925"/>
                      </a:cubicBezTo>
                      <a:cubicBezTo>
                        <a:pt x="742" y="925"/>
                        <a:pt x="941" y="751"/>
                        <a:pt x="957" y="516"/>
                      </a:cubicBezTo>
                      <a:cubicBezTo>
                        <a:pt x="972" y="331"/>
                        <a:pt x="869" y="161"/>
                        <a:pt x="714" y="71"/>
                      </a:cubicBezTo>
                      <a:cubicBezTo>
                        <a:pt x="654" y="34"/>
                        <a:pt x="586" y="9"/>
                        <a:pt x="511" y="3"/>
                      </a:cubicBezTo>
                      <a:cubicBezTo>
                        <a:pt x="497" y="1"/>
                        <a:pt x="482"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128"/>
                <p:cNvSpPr/>
                <p:nvPr/>
              </p:nvSpPr>
              <p:spPr>
                <a:xfrm>
                  <a:off x="-2093700" y="2291263"/>
                  <a:ext cx="24300" cy="23150"/>
                </a:xfrm>
                <a:custGeom>
                  <a:rect b="b" l="l" r="r" t="t"/>
                  <a:pathLst>
                    <a:path extrusionOk="0" h="926" w="972">
                      <a:moveTo>
                        <a:pt x="469" y="1"/>
                      </a:moveTo>
                      <a:cubicBezTo>
                        <a:pt x="236" y="1"/>
                        <a:pt x="39" y="178"/>
                        <a:pt x="18" y="415"/>
                      </a:cubicBezTo>
                      <a:cubicBezTo>
                        <a:pt x="0" y="611"/>
                        <a:pt x="111" y="788"/>
                        <a:pt x="279" y="868"/>
                      </a:cubicBezTo>
                      <a:lnTo>
                        <a:pt x="279" y="869"/>
                      </a:lnTo>
                      <a:cubicBezTo>
                        <a:pt x="333" y="897"/>
                        <a:pt x="393" y="916"/>
                        <a:pt x="456" y="922"/>
                      </a:cubicBezTo>
                      <a:cubicBezTo>
                        <a:pt x="473" y="924"/>
                        <a:pt x="490" y="925"/>
                        <a:pt x="507" y="925"/>
                      </a:cubicBezTo>
                      <a:cubicBezTo>
                        <a:pt x="743" y="925"/>
                        <a:pt x="941" y="751"/>
                        <a:pt x="957" y="517"/>
                      </a:cubicBezTo>
                      <a:cubicBezTo>
                        <a:pt x="972" y="331"/>
                        <a:pt x="870" y="161"/>
                        <a:pt x="714" y="71"/>
                      </a:cubicBezTo>
                      <a:cubicBezTo>
                        <a:pt x="655" y="34"/>
                        <a:pt x="587" y="9"/>
                        <a:pt x="511" y="3"/>
                      </a:cubicBezTo>
                      <a:cubicBezTo>
                        <a:pt x="497" y="2"/>
                        <a:pt x="483"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128"/>
                <p:cNvSpPr/>
                <p:nvPr/>
              </p:nvSpPr>
              <p:spPr>
                <a:xfrm>
                  <a:off x="-2222725" y="2179463"/>
                  <a:ext cx="114350" cy="64025"/>
                </a:xfrm>
                <a:custGeom>
                  <a:rect b="b" l="l" r="r" t="t"/>
                  <a:pathLst>
                    <a:path extrusionOk="0" h="2561" w="4574">
                      <a:moveTo>
                        <a:pt x="355" y="0"/>
                      </a:moveTo>
                      <a:lnTo>
                        <a:pt x="0" y="908"/>
                      </a:lnTo>
                      <a:lnTo>
                        <a:pt x="3360" y="2224"/>
                      </a:lnTo>
                      <a:lnTo>
                        <a:pt x="4010" y="2479"/>
                      </a:lnTo>
                      <a:lnTo>
                        <a:pt x="4217" y="2560"/>
                      </a:lnTo>
                      <a:lnTo>
                        <a:pt x="4573" y="1652"/>
                      </a:lnTo>
                      <a:lnTo>
                        <a:pt x="3807" y="1352"/>
                      </a:lnTo>
                      <a:lnTo>
                        <a:pt x="3596" y="1269"/>
                      </a:lnTo>
                      <a:lnTo>
                        <a:pt x="1863" y="591"/>
                      </a:lnTo>
                      <a:lnTo>
                        <a:pt x="1545" y="466"/>
                      </a:lnTo>
                      <a:lnTo>
                        <a:pt x="3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32" name="Google Shape;10132;p128"/>
            <p:cNvGrpSpPr/>
            <p:nvPr/>
          </p:nvGrpSpPr>
          <p:grpSpPr>
            <a:xfrm>
              <a:off x="8309195" y="92497"/>
              <a:ext cx="500560" cy="472885"/>
              <a:chOff x="-1174275" y="581450"/>
              <a:chExt cx="370100" cy="349638"/>
            </a:xfrm>
          </p:grpSpPr>
          <p:sp>
            <p:nvSpPr>
              <p:cNvPr id="10133" name="Google Shape;10133;p128"/>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128"/>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128"/>
            <p:cNvGrpSpPr/>
            <p:nvPr/>
          </p:nvGrpSpPr>
          <p:grpSpPr>
            <a:xfrm>
              <a:off x="361403" y="3981245"/>
              <a:ext cx="311019" cy="311110"/>
              <a:chOff x="5038846" y="235350"/>
              <a:chExt cx="158691" cy="158738"/>
            </a:xfrm>
          </p:grpSpPr>
          <p:sp>
            <p:nvSpPr>
              <p:cNvPr id="10136" name="Google Shape;10136;p128"/>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128"/>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0138" name="Shape 10138"/>
        <p:cNvGrpSpPr/>
        <p:nvPr/>
      </p:nvGrpSpPr>
      <p:grpSpPr>
        <a:xfrm>
          <a:off x="0" y="0"/>
          <a:ext cx="0" cy="0"/>
          <a:chOff x="0" y="0"/>
          <a:chExt cx="0" cy="0"/>
        </a:xfrm>
      </p:grpSpPr>
      <p:sp>
        <p:nvSpPr>
          <p:cNvPr id="10139" name="Google Shape;10139;p1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0140" name="Google Shape;10140;p129"/>
          <p:cNvGrpSpPr/>
          <p:nvPr/>
        </p:nvGrpSpPr>
        <p:grpSpPr>
          <a:xfrm>
            <a:off x="-240193" y="-184905"/>
            <a:ext cx="9322915" cy="5240515"/>
            <a:chOff x="-240193" y="-184905"/>
            <a:chExt cx="9322915" cy="5240515"/>
          </a:xfrm>
        </p:grpSpPr>
        <p:grpSp>
          <p:nvGrpSpPr>
            <p:cNvPr id="10141" name="Google Shape;10141;p129"/>
            <p:cNvGrpSpPr/>
            <p:nvPr/>
          </p:nvGrpSpPr>
          <p:grpSpPr>
            <a:xfrm>
              <a:off x="8523204" y="58072"/>
              <a:ext cx="311019" cy="311110"/>
              <a:chOff x="5038846" y="235350"/>
              <a:chExt cx="158691" cy="158738"/>
            </a:xfrm>
          </p:grpSpPr>
          <p:sp>
            <p:nvSpPr>
              <p:cNvPr id="10142" name="Google Shape;10142;p129"/>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129"/>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4" name="Google Shape;10144;p129"/>
            <p:cNvGrpSpPr/>
            <p:nvPr/>
          </p:nvGrpSpPr>
          <p:grpSpPr>
            <a:xfrm rot="-1639166">
              <a:off x="-90842" y="4515"/>
              <a:ext cx="1045364" cy="904888"/>
              <a:chOff x="3725309" y="381575"/>
              <a:chExt cx="533375" cy="461700"/>
            </a:xfrm>
          </p:grpSpPr>
          <p:sp>
            <p:nvSpPr>
              <p:cNvPr id="10145" name="Google Shape;10145;p129"/>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129"/>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129"/>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129"/>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129"/>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29"/>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129"/>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129"/>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129"/>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129"/>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129"/>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129"/>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129"/>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129"/>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129"/>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0" name="Google Shape;10160;p129"/>
            <p:cNvGrpSpPr/>
            <p:nvPr/>
          </p:nvGrpSpPr>
          <p:grpSpPr>
            <a:xfrm rot="377969">
              <a:off x="8686995" y="303579"/>
              <a:ext cx="337170" cy="1085895"/>
              <a:chOff x="-507662" y="283925"/>
              <a:chExt cx="249300" cy="802900"/>
            </a:xfrm>
          </p:grpSpPr>
          <p:sp>
            <p:nvSpPr>
              <p:cNvPr id="10161" name="Google Shape;10161;p129"/>
              <p:cNvSpPr/>
              <p:nvPr/>
            </p:nvSpPr>
            <p:spPr>
              <a:xfrm>
                <a:off x="-507662" y="283925"/>
                <a:ext cx="249300" cy="802900"/>
              </a:xfrm>
              <a:custGeom>
                <a:rect b="b" l="l" r="r" t="t"/>
                <a:pathLst>
                  <a:path extrusionOk="0" h="32116" w="9972">
                    <a:moveTo>
                      <a:pt x="4820" y="1"/>
                    </a:moveTo>
                    <a:cubicBezTo>
                      <a:pt x="1333" y="1"/>
                      <a:pt x="220" y="2879"/>
                      <a:pt x="127" y="5466"/>
                    </a:cubicBezTo>
                    <a:cubicBezTo>
                      <a:pt x="45" y="5448"/>
                      <a:pt x="1" y="5439"/>
                      <a:pt x="1" y="5439"/>
                    </a:cubicBezTo>
                    <a:lnTo>
                      <a:pt x="0" y="6146"/>
                    </a:lnTo>
                    <a:cubicBezTo>
                      <a:pt x="0" y="6146"/>
                      <a:pt x="45" y="6157"/>
                      <a:pt x="135" y="6178"/>
                    </a:cubicBezTo>
                    <a:cubicBezTo>
                      <a:pt x="212" y="7236"/>
                      <a:pt x="628" y="8201"/>
                      <a:pt x="1276" y="8965"/>
                    </a:cubicBezTo>
                    <a:cubicBezTo>
                      <a:pt x="1273" y="8964"/>
                      <a:pt x="1272" y="8964"/>
                      <a:pt x="1272" y="8964"/>
                    </a:cubicBezTo>
                    <a:lnTo>
                      <a:pt x="1272" y="8964"/>
                    </a:lnTo>
                    <a:lnTo>
                      <a:pt x="1972" y="9757"/>
                    </a:lnTo>
                    <a:cubicBezTo>
                      <a:pt x="1985" y="9759"/>
                      <a:pt x="1998" y="9763"/>
                      <a:pt x="2013" y="9765"/>
                    </a:cubicBezTo>
                    <a:lnTo>
                      <a:pt x="1987" y="9765"/>
                    </a:lnTo>
                    <a:lnTo>
                      <a:pt x="2989" y="31481"/>
                    </a:lnTo>
                    <a:cubicBezTo>
                      <a:pt x="2989" y="31481"/>
                      <a:pt x="3673" y="32115"/>
                      <a:pt x="5032" y="32116"/>
                    </a:cubicBezTo>
                    <a:cubicBezTo>
                      <a:pt x="5034" y="32116"/>
                      <a:pt x="5035" y="32116"/>
                      <a:pt x="5036" y="32116"/>
                    </a:cubicBezTo>
                    <a:cubicBezTo>
                      <a:pt x="6471" y="32116"/>
                      <a:pt x="7092" y="31486"/>
                      <a:pt x="7092" y="31486"/>
                    </a:cubicBezTo>
                    <a:lnTo>
                      <a:pt x="8145" y="9772"/>
                    </a:lnTo>
                    <a:lnTo>
                      <a:pt x="8084" y="9772"/>
                    </a:lnTo>
                    <a:cubicBezTo>
                      <a:pt x="8114" y="9762"/>
                      <a:pt x="8129" y="9755"/>
                      <a:pt x="8129" y="9755"/>
                    </a:cubicBezTo>
                    <a:lnTo>
                      <a:pt x="8643" y="9035"/>
                    </a:lnTo>
                    <a:cubicBezTo>
                      <a:pt x="9322" y="8263"/>
                      <a:pt x="9763" y="7276"/>
                      <a:pt x="9844" y="6187"/>
                    </a:cubicBezTo>
                    <a:cubicBezTo>
                      <a:pt x="9928" y="6168"/>
                      <a:pt x="9971" y="6157"/>
                      <a:pt x="9971" y="6157"/>
                    </a:cubicBezTo>
                    <a:lnTo>
                      <a:pt x="9972" y="5450"/>
                    </a:lnTo>
                    <a:lnTo>
                      <a:pt x="9972" y="5450"/>
                    </a:lnTo>
                    <a:cubicBezTo>
                      <a:pt x="9972" y="5450"/>
                      <a:pt x="9930" y="5461"/>
                      <a:pt x="9851" y="5480"/>
                    </a:cubicBezTo>
                    <a:cubicBezTo>
                      <a:pt x="9738" y="2878"/>
                      <a:pt x="8299" y="43"/>
                      <a:pt x="4902" y="1"/>
                    </a:cubicBezTo>
                    <a:cubicBezTo>
                      <a:pt x="4875" y="1"/>
                      <a:pt x="4848" y="1"/>
                      <a:pt x="482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2" name="Google Shape;10162;p129"/>
              <p:cNvGrpSpPr/>
              <p:nvPr/>
            </p:nvGrpSpPr>
            <p:grpSpPr>
              <a:xfrm>
                <a:off x="-507662" y="283950"/>
                <a:ext cx="249300" cy="802850"/>
                <a:chOff x="-4628300" y="394775"/>
                <a:chExt cx="249300" cy="802850"/>
              </a:xfrm>
            </p:grpSpPr>
            <p:sp>
              <p:nvSpPr>
                <p:cNvPr id="10163" name="Google Shape;10163;p129"/>
                <p:cNvSpPr/>
                <p:nvPr/>
              </p:nvSpPr>
              <p:spPr>
                <a:xfrm>
                  <a:off x="-4625325" y="394775"/>
                  <a:ext cx="243575" cy="267125"/>
                </a:xfrm>
                <a:custGeom>
                  <a:rect b="b" l="l" r="r" t="t"/>
                  <a:pathLst>
                    <a:path extrusionOk="0" h="10685" w="9743">
                      <a:moveTo>
                        <a:pt x="4703" y="1"/>
                      </a:moveTo>
                      <a:cubicBezTo>
                        <a:pt x="1059" y="1"/>
                        <a:pt x="5" y="3143"/>
                        <a:pt x="2" y="5811"/>
                      </a:cubicBezTo>
                      <a:cubicBezTo>
                        <a:pt x="0" y="8499"/>
                        <a:pt x="2178" y="10682"/>
                        <a:pt x="4866" y="10685"/>
                      </a:cubicBezTo>
                      <a:cubicBezTo>
                        <a:pt x="4868" y="10685"/>
                        <a:pt x="4870" y="10685"/>
                        <a:pt x="4872" y="10685"/>
                      </a:cubicBezTo>
                      <a:cubicBezTo>
                        <a:pt x="7557" y="10685"/>
                        <a:pt x="9737" y="8508"/>
                        <a:pt x="9739" y="5822"/>
                      </a:cubicBezTo>
                      <a:cubicBezTo>
                        <a:pt x="9742" y="3133"/>
                        <a:pt x="8329" y="45"/>
                        <a:pt x="4783" y="1"/>
                      </a:cubicBezTo>
                      <a:cubicBezTo>
                        <a:pt x="4757" y="1"/>
                        <a:pt x="4730" y="1"/>
                        <a:pt x="4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129"/>
                <p:cNvSpPr/>
                <p:nvPr/>
              </p:nvSpPr>
              <p:spPr>
                <a:xfrm>
                  <a:off x="-4578650" y="638800"/>
                  <a:ext cx="153925" cy="558825"/>
                </a:xfrm>
                <a:custGeom>
                  <a:rect b="b" l="l" r="r" t="t"/>
                  <a:pathLst>
                    <a:path extrusionOk="0" h="22353" w="6157">
                      <a:moveTo>
                        <a:pt x="0" y="1"/>
                      </a:moveTo>
                      <a:lnTo>
                        <a:pt x="1002" y="21718"/>
                      </a:lnTo>
                      <a:cubicBezTo>
                        <a:pt x="1002" y="21718"/>
                        <a:pt x="1685" y="22352"/>
                        <a:pt x="3045" y="22353"/>
                      </a:cubicBezTo>
                      <a:cubicBezTo>
                        <a:pt x="3049" y="22353"/>
                        <a:pt x="3052" y="22353"/>
                        <a:pt x="3056" y="22353"/>
                      </a:cubicBezTo>
                      <a:cubicBezTo>
                        <a:pt x="4485" y="22353"/>
                        <a:pt x="5105" y="21723"/>
                        <a:pt x="5105" y="21723"/>
                      </a:cubicBezTo>
                      <a:lnTo>
                        <a:pt x="6157" y="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129"/>
                <p:cNvSpPr/>
                <p:nvPr/>
              </p:nvSpPr>
              <p:spPr>
                <a:xfrm>
                  <a:off x="-4596525" y="618825"/>
                  <a:ext cx="184925" cy="29825"/>
                </a:xfrm>
                <a:custGeom>
                  <a:rect b="b" l="l" r="r" t="t"/>
                  <a:pathLst>
                    <a:path extrusionOk="0" h="1193" w="7397">
                      <a:moveTo>
                        <a:pt x="1" y="0"/>
                      </a:moveTo>
                      <a:lnTo>
                        <a:pt x="701" y="793"/>
                      </a:lnTo>
                      <a:cubicBezTo>
                        <a:pt x="1992" y="1092"/>
                        <a:pt x="3106" y="1192"/>
                        <a:pt x="4019" y="1192"/>
                      </a:cubicBezTo>
                      <a:cubicBezTo>
                        <a:pt x="5843" y="1192"/>
                        <a:pt x="6857" y="793"/>
                        <a:pt x="6857" y="793"/>
                      </a:cubicBezTo>
                      <a:lnTo>
                        <a:pt x="7396" y="38"/>
                      </a:lnTo>
                      <a:lnTo>
                        <a:pt x="7396" y="38"/>
                      </a:lnTo>
                      <a:cubicBezTo>
                        <a:pt x="5867" y="370"/>
                        <a:pt x="4550" y="482"/>
                        <a:pt x="3469" y="482"/>
                      </a:cubicBezTo>
                      <a:cubicBezTo>
                        <a:pt x="1227" y="482"/>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29"/>
                <p:cNvSpPr/>
                <p:nvPr/>
              </p:nvSpPr>
              <p:spPr>
                <a:xfrm>
                  <a:off x="-4628300" y="530675"/>
                  <a:ext cx="249300" cy="29925"/>
                </a:xfrm>
                <a:custGeom>
                  <a:rect b="b" l="l" r="r" t="t"/>
                  <a:pathLst>
                    <a:path extrusionOk="0" h="1197" w="9972">
                      <a:moveTo>
                        <a:pt x="1" y="1"/>
                      </a:moveTo>
                      <a:lnTo>
                        <a:pt x="0" y="708"/>
                      </a:lnTo>
                      <a:cubicBezTo>
                        <a:pt x="0" y="708"/>
                        <a:pt x="1837" y="1193"/>
                        <a:pt x="4994" y="1197"/>
                      </a:cubicBezTo>
                      <a:cubicBezTo>
                        <a:pt x="5001" y="1197"/>
                        <a:pt x="5007" y="1197"/>
                        <a:pt x="5014" y="1197"/>
                      </a:cubicBezTo>
                      <a:cubicBezTo>
                        <a:pt x="8066" y="1197"/>
                        <a:pt x="9971" y="719"/>
                        <a:pt x="9971" y="719"/>
                      </a:cubicBezTo>
                      <a:lnTo>
                        <a:pt x="9972" y="12"/>
                      </a:lnTo>
                      <a:lnTo>
                        <a:pt x="9972" y="12"/>
                      </a:lnTo>
                      <a:cubicBezTo>
                        <a:pt x="9971" y="12"/>
                        <a:pt x="8240" y="490"/>
                        <a:pt x="5054" y="490"/>
                      </a:cubicBezTo>
                      <a:cubicBezTo>
                        <a:pt x="5040" y="490"/>
                        <a:pt x="5027" y="490"/>
                        <a:pt x="5013" y="490"/>
                      </a:cubicBezTo>
                      <a:cubicBezTo>
                        <a:pt x="2056" y="48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129"/>
                <p:cNvSpPr/>
                <p:nvPr/>
              </p:nvSpPr>
              <p:spPr>
                <a:xfrm>
                  <a:off x="-4517700" y="824050"/>
                  <a:ext cx="33375" cy="120300"/>
                </a:xfrm>
                <a:custGeom>
                  <a:rect b="b" l="l" r="r" t="t"/>
                  <a:pathLst>
                    <a:path extrusionOk="0" h="4812" w="1335">
                      <a:moveTo>
                        <a:pt x="630" y="0"/>
                      </a:moveTo>
                      <a:cubicBezTo>
                        <a:pt x="283" y="0"/>
                        <a:pt x="1" y="285"/>
                        <a:pt x="8" y="632"/>
                      </a:cubicBezTo>
                      <a:lnTo>
                        <a:pt x="76" y="4201"/>
                      </a:lnTo>
                      <a:cubicBezTo>
                        <a:pt x="82" y="4515"/>
                        <a:pt x="321" y="4776"/>
                        <a:pt x="633" y="4808"/>
                      </a:cubicBezTo>
                      <a:cubicBezTo>
                        <a:pt x="655" y="4810"/>
                        <a:pt x="677" y="4811"/>
                        <a:pt x="699" y="4811"/>
                      </a:cubicBezTo>
                      <a:cubicBezTo>
                        <a:pt x="1037" y="4811"/>
                        <a:pt x="1319" y="4538"/>
                        <a:pt x="1319" y="4193"/>
                      </a:cubicBezTo>
                      <a:lnTo>
                        <a:pt x="1334" y="627"/>
                      </a:lnTo>
                      <a:cubicBezTo>
                        <a:pt x="1335" y="292"/>
                        <a:pt x="1069" y="15"/>
                        <a:pt x="733" y="4"/>
                      </a:cubicBezTo>
                      <a:lnTo>
                        <a:pt x="651" y="1"/>
                      </a:lnTo>
                      <a:cubicBezTo>
                        <a:pt x="644" y="0"/>
                        <a:pt x="637"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129"/>
                <p:cNvSpPr/>
                <p:nvPr/>
              </p:nvSpPr>
              <p:spPr>
                <a:xfrm>
                  <a:off x="-4512225" y="910675"/>
                  <a:ext cx="23325" cy="18250"/>
                </a:xfrm>
                <a:custGeom>
                  <a:rect b="b" l="l" r="r" t="t"/>
                  <a:pathLst>
                    <a:path extrusionOk="0" h="730" w="933">
                      <a:moveTo>
                        <a:pt x="0" y="0"/>
                      </a:moveTo>
                      <a:lnTo>
                        <a:pt x="28" y="693"/>
                      </a:lnTo>
                      <a:lnTo>
                        <a:pt x="922" y="730"/>
                      </a:lnTo>
                      <a:lnTo>
                        <a:pt x="932"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69" name="Google Shape;10169;p129"/>
            <p:cNvGrpSpPr/>
            <p:nvPr/>
          </p:nvGrpSpPr>
          <p:grpSpPr>
            <a:xfrm>
              <a:off x="8357211" y="4237877"/>
              <a:ext cx="597561" cy="732248"/>
              <a:chOff x="-476487" y="1228650"/>
              <a:chExt cx="263475" cy="322875"/>
            </a:xfrm>
          </p:grpSpPr>
          <p:sp>
            <p:nvSpPr>
              <p:cNvPr id="10170" name="Google Shape;10170;p129"/>
              <p:cNvSpPr/>
              <p:nvPr/>
            </p:nvSpPr>
            <p:spPr>
              <a:xfrm>
                <a:off x="-476487" y="1228650"/>
                <a:ext cx="263475" cy="322875"/>
              </a:xfrm>
              <a:custGeom>
                <a:rect b="b" l="l" r="r" t="t"/>
                <a:pathLst>
                  <a:path extrusionOk="0" h="12915" w="10539">
                    <a:moveTo>
                      <a:pt x="1124" y="0"/>
                    </a:moveTo>
                    <a:lnTo>
                      <a:pt x="1" y="12848"/>
                    </a:lnTo>
                    <a:lnTo>
                      <a:pt x="8339" y="12900"/>
                    </a:lnTo>
                    <a:lnTo>
                      <a:pt x="10538" y="12915"/>
                    </a:lnTo>
                    <a:lnTo>
                      <a:pt x="10124" y="222"/>
                    </a:lnTo>
                    <a:lnTo>
                      <a:pt x="8471" y="182"/>
                    </a:lnTo>
                    <a:lnTo>
                      <a:pt x="1124"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1" name="Google Shape;10171;p129"/>
              <p:cNvGrpSpPr/>
              <p:nvPr/>
            </p:nvGrpSpPr>
            <p:grpSpPr>
              <a:xfrm>
                <a:off x="-476487" y="1228650"/>
                <a:ext cx="263475" cy="322875"/>
                <a:chOff x="-4190125" y="677000"/>
                <a:chExt cx="263475" cy="322875"/>
              </a:xfrm>
            </p:grpSpPr>
            <p:sp>
              <p:nvSpPr>
                <p:cNvPr id="10172" name="Google Shape;10172;p129"/>
                <p:cNvSpPr/>
                <p:nvPr/>
              </p:nvSpPr>
              <p:spPr>
                <a:xfrm>
                  <a:off x="-4190125" y="677000"/>
                  <a:ext cx="263475" cy="322875"/>
                </a:xfrm>
                <a:custGeom>
                  <a:rect b="b" l="l" r="r" t="t"/>
                  <a:pathLst>
                    <a:path extrusionOk="0" h="12915" w="10539">
                      <a:moveTo>
                        <a:pt x="1124" y="0"/>
                      </a:moveTo>
                      <a:lnTo>
                        <a:pt x="1" y="12848"/>
                      </a:lnTo>
                      <a:lnTo>
                        <a:pt x="8339" y="12900"/>
                      </a:lnTo>
                      <a:lnTo>
                        <a:pt x="10538" y="12915"/>
                      </a:lnTo>
                      <a:lnTo>
                        <a:pt x="10124" y="222"/>
                      </a:lnTo>
                      <a:lnTo>
                        <a:pt x="8471" y="183"/>
                      </a:lnTo>
                      <a:lnTo>
                        <a:pt x="11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129"/>
                <p:cNvSpPr/>
                <p:nvPr/>
              </p:nvSpPr>
              <p:spPr>
                <a:xfrm>
                  <a:off x="-3981650" y="681550"/>
                  <a:ext cx="55000" cy="318325"/>
                </a:xfrm>
                <a:custGeom>
                  <a:rect b="b" l="l" r="r" t="t"/>
                  <a:pathLst>
                    <a:path extrusionOk="0" h="12733" w="2200">
                      <a:moveTo>
                        <a:pt x="132" y="1"/>
                      </a:moveTo>
                      <a:lnTo>
                        <a:pt x="0" y="12718"/>
                      </a:lnTo>
                      <a:lnTo>
                        <a:pt x="2199" y="12733"/>
                      </a:lnTo>
                      <a:lnTo>
                        <a:pt x="1785" y="40"/>
                      </a:lnTo>
                      <a:lnTo>
                        <a:pt x="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129"/>
                <p:cNvSpPr/>
                <p:nvPr/>
              </p:nvSpPr>
              <p:spPr>
                <a:xfrm>
                  <a:off x="-4130225" y="705650"/>
                  <a:ext cx="97075" cy="90600"/>
                </a:xfrm>
                <a:custGeom>
                  <a:rect b="b" l="l" r="r" t="t"/>
                  <a:pathLst>
                    <a:path extrusionOk="0" h="3624" w="3883">
                      <a:moveTo>
                        <a:pt x="1944" y="1"/>
                      </a:moveTo>
                      <a:cubicBezTo>
                        <a:pt x="1853" y="1"/>
                        <a:pt x="1761" y="7"/>
                        <a:pt x="1669" y="21"/>
                      </a:cubicBezTo>
                      <a:cubicBezTo>
                        <a:pt x="679" y="172"/>
                        <a:pt x="0" y="1096"/>
                        <a:pt x="151" y="2084"/>
                      </a:cubicBezTo>
                      <a:cubicBezTo>
                        <a:pt x="287" y="2982"/>
                        <a:pt x="1060" y="3623"/>
                        <a:pt x="1940" y="3623"/>
                      </a:cubicBezTo>
                      <a:cubicBezTo>
                        <a:pt x="2030" y="3623"/>
                        <a:pt x="2122" y="3617"/>
                        <a:pt x="2215" y="3603"/>
                      </a:cubicBezTo>
                      <a:cubicBezTo>
                        <a:pt x="3203" y="3452"/>
                        <a:pt x="3882" y="2527"/>
                        <a:pt x="3732" y="1539"/>
                      </a:cubicBezTo>
                      <a:cubicBezTo>
                        <a:pt x="3595" y="642"/>
                        <a:pt x="2823" y="1"/>
                        <a:pt x="1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129"/>
                <p:cNvSpPr/>
                <p:nvPr/>
              </p:nvSpPr>
              <p:spPr>
                <a:xfrm>
                  <a:off x="-4100850" y="732800"/>
                  <a:ext cx="38350" cy="36275"/>
                </a:xfrm>
                <a:custGeom>
                  <a:rect b="b" l="l" r="r" t="t"/>
                  <a:pathLst>
                    <a:path extrusionOk="0" h="1451" w="1534">
                      <a:moveTo>
                        <a:pt x="765" y="1"/>
                      </a:moveTo>
                      <a:cubicBezTo>
                        <a:pt x="402" y="1"/>
                        <a:pt x="90" y="272"/>
                        <a:pt x="47" y="641"/>
                      </a:cubicBezTo>
                      <a:cubicBezTo>
                        <a:pt x="1" y="1039"/>
                        <a:pt x="285" y="1399"/>
                        <a:pt x="683" y="1445"/>
                      </a:cubicBezTo>
                      <a:cubicBezTo>
                        <a:pt x="711" y="1449"/>
                        <a:pt x="740" y="1450"/>
                        <a:pt x="768" y="1450"/>
                      </a:cubicBezTo>
                      <a:cubicBezTo>
                        <a:pt x="1130" y="1450"/>
                        <a:pt x="1443" y="1178"/>
                        <a:pt x="1487" y="810"/>
                      </a:cubicBezTo>
                      <a:cubicBezTo>
                        <a:pt x="1533" y="412"/>
                        <a:pt x="1247" y="52"/>
                        <a:pt x="850" y="6"/>
                      </a:cubicBezTo>
                      <a:cubicBezTo>
                        <a:pt x="821" y="2"/>
                        <a:pt x="793"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129"/>
                <p:cNvSpPr/>
                <p:nvPr/>
              </p:nvSpPr>
              <p:spPr>
                <a:xfrm>
                  <a:off x="-4155525" y="827725"/>
                  <a:ext cx="133525" cy="126375"/>
                </a:xfrm>
                <a:custGeom>
                  <a:rect b="b" l="l" r="r" t="t"/>
                  <a:pathLst>
                    <a:path extrusionOk="0" h="5055" w="5341">
                      <a:moveTo>
                        <a:pt x="2668" y="1"/>
                      </a:moveTo>
                      <a:cubicBezTo>
                        <a:pt x="1402" y="1"/>
                        <a:pt x="309" y="950"/>
                        <a:pt x="161" y="2237"/>
                      </a:cubicBezTo>
                      <a:cubicBezTo>
                        <a:pt x="1" y="3623"/>
                        <a:pt x="993" y="4875"/>
                        <a:pt x="2379" y="5037"/>
                      </a:cubicBezTo>
                      <a:cubicBezTo>
                        <a:pt x="2478" y="5049"/>
                        <a:pt x="2575" y="5054"/>
                        <a:pt x="2672" y="5054"/>
                      </a:cubicBezTo>
                      <a:cubicBezTo>
                        <a:pt x="3937" y="5054"/>
                        <a:pt x="5030" y="4105"/>
                        <a:pt x="5179" y="2819"/>
                      </a:cubicBezTo>
                      <a:cubicBezTo>
                        <a:pt x="5340" y="1433"/>
                        <a:pt x="4346" y="179"/>
                        <a:pt x="2960" y="18"/>
                      </a:cubicBezTo>
                      <a:cubicBezTo>
                        <a:pt x="2862" y="6"/>
                        <a:pt x="2764" y="1"/>
                        <a:pt x="2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129"/>
                <p:cNvSpPr/>
                <p:nvPr/>
              </p:nvSpPr>
              <p:spPr>
                <a:xfrm>
                  <a:off x="-4116600" y="864625"/>
                  <a:ext cx="55600" cy="52625"/>
                </a:xfrm>
                <a:custGeom>
                  <a:rect b="b" l="l" r="r" t="t"/>
                  <a:pathLst>
                    <a:path extrusionOk="0" h="2105" w="2224">
                      <a:moveTo>
                        <a:pt x="1111" y="0"/>
                      </a:moveTo>
                      <a:cubicBezTo>
                        <a:pt x="584" y="0"/>
                        <a:pt x="130" y="394"/>
                        <a:pt x="68" y="931"/>
                      </a:cubicBezTo>
                      <a:cubicBezTo>
                        <a:pt x="1" y="1508"/>
                        <a:pt x="415" y="2030"/>
                        <a:pt x="991" y="2097"/>
                      </a:cubicBezTo>
                      <a:cubicBezTo>
                        <a:pt x="1032" y="2102"/>
                        <a:pt x="1073" y="2104"/>
                        <a:pt x="1113" y="2104"/>
                      </a:cubicBezTo>
                      <a:cubicBezTo>
                        <a:pt x="1640" y="2104"/>
                        <a:pt x="2095" y="1709"/>
                        <a:pt x="2158" y="1173"/>
                      </a:cubicBezTo>
                      <a:cubicBezTo>
                        <a:pt x="2224" y="596"/>
                        <a:pt x="1810" y="74"/>
                        <a:pt x="1234" y="7"/>
                      </a:cubicBezTo>
                      <a:cubicBezTo>
                        <a:pt x="1193" y="2"/>
                        <a:pt x="1152"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129"/>
                <p:cNvSpPr/>
                <p:nvPr/>
              </p:nvSpPr>
              <p:spPr>
                <a:xfrm>
                  <a:off x="-3999000" y="687450"/>
                  <a:ext cx="11200" cy="10600"/>
                </a:xfrm>
                <a:custGeom>
                  <a:rect b="b" l="l" r="r" t="t"/>
                  <a:pathLst>
                    <a:path extrusionOk="0" h="424" w="448">
                      <a:moveTo>
                        <a:pt x="224" y="1"/>
                      </a:moveTo>
                      <a:cubicBezTo>
                        <a:pt x="118" y="1"/>
                        <a:pt x="26" y="80"/>
                        <a:pt x="14" y="188"/>
                      </a:cubicBezTo>
                      <a:cubicBezTo>
                        <a:pt x="1" y="304"/>
                        <a:pt x="83" y="408"/>
                        <a:pt x="200" y="422"/>
                      </a:cubicBezTo>
                      <a:cubicBezTo>
                        <a:pt x="208" y="423"/>
                        <a:pt x="216" y="424"/>
                        <a:pt x="225" y="424"/>
                      </a:cubicBezTo>
                      <a:cubicBezTo>
                        <a:pt x="330" y="424"/>
                        <a:pt x="422" y="345"/>
                        <a:pt x="434" y="237"/>
                      </a:cubicBezTo>
                      <a:cubicBezTo>
                        <a:pt x="448" y="121"/>
                        <a:pt x="365" y="16"/>
                        <a:pt x="248" y="2"/>
                      </a:cubicBezTo>
                      <a:cubicBezTo>
                        <a:pt x="240" y="1"/>
                        <a:pt x="232"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129"/>
                <p:cNvSpPr/>
                <p:nvPr/>
              </p:nvSpPr>
              <p:spPr>
                <a:xfrm>
                  <a:off x="-4158425" y="683025"/>
                  <a:ext cx="11175" cy="10625"/>
                </a:xfrm>
                <a:custGeom>
                  <a:rect b="b" l="l" r="r" t="t"/>
                  <a:pathLst>
                    <a:path extrusionOk="0" h="425" w="447">
                      <a:moveTo>
                        <a:pt x="225" y="1"/>
                      </a:moveTo>
                      <a:cubicBezTo>
                        <a:pt x="119" y="1"/>
                        <a:pt x="27" y="80"/>
                        <a:pt x="14" y="188"/>
                      </a:cubicBezTo>
                      <a:cubicBezTo>
                        <a:pt x="0" y="304"/>
                        <a:pt x="83" y="408"/>
                        <a:pt x="199" y="423"/>
                      </a:cubicBezTo>
                      <a:cubicBezTo>
                        <a:pt x="207" y="424"/>
                        <a:pt x="215" y="424"/>
                        <a:pt x="222" y="424"/>
                      </a:cubicBezTo>
                      <a:cubicBezTo>
                        <a:pt x="328" y="424"/>
                        <a:pt x="421" y="345"/>
                        <a:pt x="434" y="237"/>
                      </a:cubicBezTo>
                      <a:cubicBezTo>
                        <a:pt x="447" y="120"/>
                        <a:pt x="364" y="16"/>
                        <a:pt x="248" y="2"/>
                      </a:cubicBezTo>
                      <a:cubicBezTo>
                        <a:pt x="240" y="1"/>
                        <a:pt x="232"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129"/>
                <p:cNvSpPr/>
                <p:nvPr/>
              </p:nvSpPr>
              <p:spPr>
                <a:xfrm>
                  <a:off x="-4183975" y="979075"/>
                  <a:ext cx="11200" cy="10625"/>
                </a:xfrm>
                <a:custGeom>
                  <a:rect b="b" l="l" r="r" t="t"/>
                  <a:pathLst>
                    <a:path extrusionOk="0" h="425" w="448">
                      <a:moveTo>
                        <a:pt x="225" y="1"/>
                      </a:moveTo>
                      <a:cubicBezTo>
                        <a:pt x="118" y="1"/>
                        <a:pt x="25" y="80"/>
                        <a:pt x="14" y="188"/>
                      </a:cubicBezTo>
                      <a:cubicBezTo>
                        <a:pt x="0" y="304"/>
                        <a:pt x="83" y="409"/>
                        <a:pt x="200" y="423"/>
                      </a:cubicBezTo>
                      <a:cubicBezTo>
                        <a:pt x="207" y="424"/>
                        <a:pt x="215" y="424"/>
                        <a:pt x="223" y="424"/>
                      </a:cubicBezTo>
                      <a:cubicBezTo>
                        <a:pt x="329" y="424"/>
                        <a:pt x="421" y="345"/>
                        <a:pt x="434" y="237"/>
                      </a:cubicBezTo>
                      <a:cubicBezTo>
                        <a:pt x="447" y="121"/>
                        <a:pt x="365" y="16"/>
                        <a:pt x="248" y="2"/>
                      </a:cubicBezTo>
                      <a:cubicBezTo>
                        <a:pt x="240" y="1"/>
                        <a:pt x="233"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129"/>
                <p:cNvSpPr/>
                <p:nvPr/>
              </p:nvSpPr>
              <p:spPr>
                <a:xfrm>
                  <a:off x="-4000300" y="980975"/>
                  <a:ext cx="11200" cy="10600"/>
                </a:xfrm>
                <a:custGeom>
                  <a:rect b="b" l="l" r="r" t="t"/>
                  <a:pathLst>
                    <a:path extrusionOk="0" h="424" w="448">
                      <a:moveTo>
                        <a:pt x="222" y="1"/>
                      </a:moveTo>
                      <a:cubicBezTo>
                        <a:pt x="115" y="1"/>
                        <a:pt x="25" y="81"/>
                        <a:pt x="14" y="188"/>
                      </a:cubicBezTo>
                      <a:cubicBezTo>
                        <a:pt x="0" y="305"/>
                        <a:pt x="83" y="409"/>
                        <a:pt x="199" y="422"/>
                      </a:cubicBezTo>
                      <a:cubicBezTo>
                        <a:pt x="208" y="423"/>
                        <a:pt x="216" y="424"/>
                        <a:pt x="224" y="424"/>
                      </a:cubicBezTo>
                      <a:cubicBezTo>
                        <a:pt x="329" y="424"/>
                        <a:pt x="420" y="345"/>
                        <a:pt x="434" y="237"/>
                      </a:cubicBezTo>
                      <a:cubicBezTo>
                        <a:pt x="447" y="121"/>
                        <a:pt x="363" y="17"/>
                        <a:pt x="248" y="2"/>
                      </a:cubicBezTo>
                      <a:cubicBezTo>
                        <a:pt x="239" y="1"/>
                        <a:pt x="230" y="1"/>
                        <a:pt x="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82" name="Google Shape;10182;p129"/>
            <p:cNvGrpSpPr/>
            <p:nvPr/>
          </p:nvGrpSpPr>
          <p:grpSpPr>
            <a:xfrm rot="-454279">
              <a:off x="156599" y="4194911"/>
              <a:ext cx="786481" cy="812427"/>
              <a:chOff x="-2828900" y="2732900"/>
              <a:chExt cx="312600" cy="322913"/>
            </a:xfrm>
          </p:grpSpPr>
          <p:sp>
            <p:nvSpPr>
              <p:cNvPr id="10183" name="Google Shape;10183;p129"/>
              <p:cNvSpPr/>
              <p:nvPr/>
            </p:nvSpPr>
            <p:spPr>
              <a:xfrm>
                <a:off x="-2828875" y="2732900"/>
                <a:ext cx="312525" cy="322875"/>
              </a:xfrm>
              <a:custGeom>
                <a:rect b="b" l="l" r="r" t="t"/>
                <a:pathLst>
                  <a:path extrusionOk="0" h="12915" w="12501">
                    <a:moveTo>
                      <a:pt x="3980" y="125"/>
                    </a:moveTo>
                    <a:cubicBezTo>
                      <a:pt x="4044" y="125"/>
                      <a:pt x="4112" y="133"/>
                      <a:pt x="4186" y="148"/>
                    </a:cubicBezTo>
                    <a:cubicBezTo>
                      <a:pt x="4545" y="223"/>
                      <a:pt x="4747" y="879"/>
                      <a:pt x="4852" y="1506"/>
                    </a:cubicBezTo>
                    <a:cubicBezTo>
                      <a:pt x="4364" y="1637"/>
                      <a:pt x="3907" y="1839"/>
                      <a:pt x="3485" y="2097"/>
                    </a:cubicBezTo>
                    <a:lnTo>
                      <a:pt x="3426" y="987"/>
                    </a:lnTo>
                    <a:lnTo>
                      <a:pt x="3389" y="987"/>
                    </a:lnTo>
                    <a:lnTo>
                      <a:pt x="3389" y="982"/>
                    </a:lnTo>
                    <a:cubicBezTo>
                      <a:pt x="3389" y="977"/>
                      <a:pt x="3351" y="482"/>
                      <a:pt x="3616" y="249"/>
                    </a:cubicBezTo>
                    <a:cubicBezTo>
                      <a:pt x="3708" y="167"/>
                      <a:pt x="3831" y="125"/>
                      <a:pt x="3980" y="125"/>
                    </a:cubicBezTo>
                    <a:close/>
                    <a:moveTo>
                      <a:pt x="4880" y="1674"/>
                    </a:moveTo>
                    <a:cubicBezTo>
                      <a:pt x="4924" y="1984"/>
                      <a:pt x="4945" y="2272"/>
                      <a:pt x="4952" y="2463"/>
                    </a:cubicBezTo>
                    <a:lnTo>
                      <a:pt x="3505" y="2463"/>
                    </a:lnTo>
                    <a:lnTo>
                      <a:pt x="3497" y="2288"/>
                    </a:lnTo>
                    <a:cubicBezTo>
                      <a:pt x="3921" y="2019"/>
                      <a:pt x="4383" y="1809"/>
                      <a:pt x="4880" y="1674"/>
                    </a:cubicBezTo>
                    <a:close/>
                    <a:moveTo>
                      <a:pt x="6137" y="1506"/>
                    </a:moveTo>
                    <a:cubicBezTo>
                      <a:pt x="7235" y="1506"/>
                      <a:pt x="8215" y="1875"/>
                      <a:pt x="9035" y="2463"/>
                    </a:cubicBezTo>
                    <a:lnTo>
                      <a:pt x="5074" y="2463"/>
                    </a:lnTo>
                    <a:lnTo>
                      <a:pt x="5074" y="2461"/>
                    </a:lnTo>
                    <a:cubicBezTo>
                      <a:pt x="5073" y="2425"/>
                      <a:pt x="5061" y="2072"/>
                      <a:pt x="5000" y="1643"/>
                    </a:cubicBezTo>
                    <a:cubicBezTo>
                      <a:pt x="5362" y="1555"/>
                      <a:pt x="5743" y="1506"/>
                      <a:pt x="6137" y="1506"/>
                    </a:cubicBezTo>
                    <a:close/>
                    <a:moveTo>
                      <a:pt x="9383" y="2733"/>
                    </a:moveTo>
                    <a:cubicBezTo>
                      <a:pt x="10274" y="3482"/>
                      <a:pt x="10943" y="4499"/>
                      <a:pt x="11318" y="5554"/>
                    </a:cubicBezTo>
                    <a:cubicBezTo>
                      <a:pt x="11306" y="5724"/>
                      <a:pt x="11306" y="5978"/>
                      <a:pt x="11392" y="6087"/>
                    </a:cubicBezTo>
                    <a:cubicBezTo>
                      <a:pt x="11438" y="6147"/>
                      <a:pt x="11477" y="6173"/>
                      <a:pt x="11508" y="6185"/>
                    </a:cubicBezTo>
                    <a:cubicBezTo>
                      <a:pt x="12047" y="8400"/>
                      <a:pt x="11367" y="9837"/>
                      <a:pt x="11251" y="10060"/>
                    </a:cubicBezTo>
                    <a:lnTo>
                      <a:pt x="11251" y="9733"/>
                    </a:lnTo>
                    <a:lnTo>
                      <a:pt x="11093" y="9733"/>
                    </a:lnTo>
                    <a:cubicBezTo>
                      <a:pt x="11297" y="9501"/>
                      <a:pt x="11322" y="8806"/>
                      <a:pt x="11116" y="8421"/>
                    </a:cubicBezTo>
                    <a:cubicBezTo>
                      <a:pt x="11012" y="8224"/>
                      <a:pt x="10863" y="8123"/>
                      <a:pt x="10685" y="8123"/>
                    </a:cubicBezTo>
                    <a:cubicBezTo>
                      <a:pt x="10600" y="8123"/>
                      <a:pt x="10507" y="8146"/>
                      <a:pt x="10409" y="8193"/>
                    </a:cubicBezTo>
                    <a:cubicBezTo>
                      <a:pt x="10301" y="8246"/>
                      <a:pt x="10194" y="8268"/>
                      <a:pt x="10091" y="8268"/>
                    </a:cubicBezTo>
                    <a:cubicBezTo>
                      <a:pt x="9809" y="8268"/>
                      <a:pt x="9556" y="8106"/>
                      <a:pt x="9383" y="7956"/>
                    </a:cubicBezTo>
                    <a:lnTo>
                      <a:pt x="9383" y="3642"/>
                    </a:lnTo>
                    <a:lnTo>
                      <a:pt x="9383" y="2733"/>
                    </a:lnTo>
                    <a:close/>
                    <a:moveTo>
                      <a:pt x="9382" y="8113"/>
                    </a:moveTo>
                    <a:cubicBezTo>
                      <a:pt x="9567" y="8255"/>
                      <a:pt x="9816" y="8390"/>
                      <a:pt x="10092" y="8390"/>
                    </a:cubicBezTo>
                    <a:cubicBezTo>
                      <a:pt x="10212" y="8390"/>
                      <a:pt x="10336" y="8365"/>
                      <a:pt x="10463" y="8304"/>
                    </a:cubicBezTo>
                    <a:cubicBezTo>
                      <a:pt x="10542" y="8265"/>
                      <a:pt x="10615" y="8246"/>
                      <a:pt x="10682" y="8246"/>
                    </a:cubicBezTo>
                    <a:cubicBezTo>
                      <a:pt x="10816" y="8246"/>
                      <a:pt x="10925" y="8324"/>
                      <a:pt x="11007" y="8477"/>
                    </a:cubicBezTo>
                    <a:cubicBezTo>
                      <a:pt x="11197" y="8836"/>
                      <a:pt x="11160" y="9489"/>
                      <a:pt x="10998" y="9654"/>
                    </a:cubicBezTo>
                    <a:lnTo>
                      <a:pt x="10998" y="9611"/>
                    </a:lnTo>
                    <a:cubicBezTo>
                      <a:pt x="10998" y="9585"/>
                      <a:pt x="10976" y="9563"/>
                      <a:pt x="10949" y="9563"/>
                    </a:cubicBezTo>
                    <a:lnTo>
                      <a:pt x="10731" y="9563"/>
                    </a:lnTo>
                    <a:lnTo>
                      <a:pt x="10731" y="9169"/>
                    </a:lnTo>
                    <a:lnTo>
                      <a:pt x="9579" y="8916"/>
                    </a:lnTo>
                    <a:cubicBezTo>
                      <a:pt x="9579" y="8916"/>
                      <a:pt x="9474" y="9513"/>
                      <a:pt x="9494" y="10392"/>
                    </a:cubicBezTo>
                    <a:lnTo>
                      <a:pt x="9494" y="10414"/>
                    </a:lnTo>
                    <a:cubicBezTo>
                      <a:pt x="9495" y="10451"/>
                      <a:pt x="9496" y="10489"/>
                      <a:pt x="9498" y="10528"/>
                    </a:cubicBezTo>
                    <a:cubicBezTo>
                      <a:pt x="9498" y="10536"/>
                      <a:pt x="9498" y="10544"/>
                      <a:pt x="9499" y="10554"/>
                    </a:cubicBezTo>
                    <a:cubicBezTo>
                      <a:pt x="9500" y="10595"/>
                      <a:pt x="9503" y="10636"/>
                      <a:pt x="9504" y="10679"/>
                    </a:cubicBezTo>
                    <a:lnTo>
                      <a:pt x="9504" y="10691"/>
                    </a:lnTo>
                    <a:cubicBezTo>
                      <a:pt x="9506" y="10739"/>
                      <a:pt x="9510" y="10787"/>
                      <a:pt x="9513" y="10835"/>
                    </a:cubicBezTo>
                    <a:cubicBezTo>
                      <a:pt x="9513" y="10841"/>
                      <a:pt x="9515" y="10845"/>
                      <a:pt x="9515" y="10850"/>
                    </a:cubicBezTo>
                    <a:cubicBezTo>
                      <a:pt x="9517" y="10891"/>
                      <a:pt x="9521" y="10933"/>
                      <a:pt x="9524" y="10977"/>
                    </a:cubicBezTo>
                    <a:cubicBezTo>
                      <a:pt x="9525" y="10990"/>
                      <a:pt x="9526" y="11006"/>
                      <a:pt x="9527" y="11020"/>
                    </a:cubicBezTo>
                    <a:cubicBezTo>
                      <a:pt x="9530" y="11054"/>
                      <a:pt x="9534" y="11087"/>
                      <a:pt x="9536" y="11122"/>
                    </a:cubicBezTo>
                    <a:cubicBezTo>
                      <a:pt x="9537" y="11139"/>
                      <a:pt x="9541" y="11155"/>
                      <a:pt x="9542" y="11173"/>
                    </a:cubicBezTo>
                    <a:cubicBezTo>
                      <a:pt x="9546" y="11206"/>
                      <a:pt x="9550" y="11241"/>
                      <a:pt x="9553" y="11276"/>
                    </a:cubicBezTo>
                    <a:cubicBezTo>
                      <a:pt x="9554" y="11292"/>
                      <a:pt x="9557" y="11307"/>
                      <a:pt x="9558" y="11322"/>
                    </a:cubicBezTo>
                    <a:cubicBezTo>
                      <a:pt x="9564" y="11371"/>
                      <a:pt x="9569" y="11421"/>
                      <a:pt x="9578" y="11469"/>
                    </a:cubicBezTo>
                    <a:lnTo>
                      <a:pt x="9578" y="11472"/>
                    </a:lnTo>
                    <a:lnTo>
                      <a:pt x="10729" y="11233"/>
                    </a:lnTo>
                    <a:lnTo>
                      <a:pt x="10729" y="10966"/>
                    </a:lnTo>
                    <a:lnTo>
                      <a:pt x="10947" y="10966"/>
                    </a:lnTo>
                    <a:cubicBezTo>
                      <a:pt x="10975" y="10966"/>
                      <a:pt x="10997" y="10944"/>
                      <a:pt x="10997" y="10917"/>
                    </a:cubicBezTo>
                    <a:lnTo>
                      <a:pt x="10997" y="10913"/>
                    </a:lnTo>
                    <a:lnTo>
                      <a:pt x="10997" y="10762"/>
                    </a:lnTo>
                    <a:cubicBezTo>
                      <a:pt x="11698" y="10927"/>
                      <a:pt x="12146" y="11176"/>
                      <a:pt x="12292" y="11485"/>
                    </a:cubicBezTo>
                    <a:cubicBezTo>
                      <a:pt x="12374" y="11659"/>
                      <a:pt x="12360" y="11856"/>
                      <a:pt x="12252" y="12071"/>
                    </a:cubicBezTo>
                    <a:cubicBezTo>
                      <a:pt x="12187" y="12198"/>
                      <a:pt x="11999" y="12276"/>
                      <a:pt x="11767" y="12276"/>
                    </a:cubicBezTo>
                    <a:cubicBezTo>
                      <a:pt x="11731" y="12276"/>
                      <a:pt x="11694" y="12274"/>
                      <a:pt x="11656" y="12270"/>
                    </a:cubicBezTo>
                    <a:cubicBezTo>
                      <a:pt x="11376" y="12243"/>
                      <a:pt x="11016" y="12092"/>
                      <a:pt x="10923" y="11759"/>
                    </a:cubicBezTo>
                    <a:cubicBezTo>
                      <a:pt x="10893" y="11651"/>
                      <a:pt x="10824" y="11567"/>
                      <a:pt x="10719" y="11510"/>
                    </a:cubicBezTo>
                    <a:cubicBezTo>
                      <a:pt x="10599" y="11445"/>
                      <a:pt x="10440" y="11422"/>
                      <a:pt x="10273" y="11422"/>
                    </a:cubicBezTo>
                    <a:cubicBezTo>
                      <a:pt x="9894" y="11422"/>
                      <a:pt x="9476" y="11543"/>
                      <a:pt x="9382" y="11571"/>
                    </a:cubicBezTo>
                    <a:lnTo>
                      <a:pt x="9382" y="8113"/>
                    </a:lnTo>
                    <a:close/>
                    <a:moveTo>
                      <a:pt x="3979" y="1"/>
                    </a:moveTo>
                    <a:cubicBezTo>
                      <a:pt x="3800" y="1"/>
                      <a:pt x="3650" y="52"/>
                      <a:pt x="3534" y="155"/>
                    </a:cubicBezTo>
                    <a:cubicBezTo>
                      <a:pt x="3235" y="420"/>
                      <a:pt x="3262" y="927"/>
                      <a:pt x="3266" y="985"/>
                    </a:cubicBezTo>
                    <a:lnTo>
                      <a:pt x="3215" y="985"/>
                    </a:lnTo>
                    <a:lnTo>
                      <a:pt x="3154" y="2316"/>
                    </a:lnTo>
                    <a:cubicBezTo>
                      <a:pt x="3087" y="2363"/>
                      <a:pt x="3023" y="2410"/>
                      <a:pt x="2960" y="2461"/>
                    </a:cubicBezTo>
                    <a:lnTo>
                      <a:pt x="2892" y="2461"/>
                    </a:lnTo>
                    <a:lnTo>
                      <a:pt x="2892" y="2514"/>
                    </a:lnTo>
                    <a:cubicBezTo>
                      <a:pt x="1740" y="3439"/>
                      <a:pt x="934" y="4792"/>
                      <a:pt x="606" y="6136"/>
                    </a:cubicBezTo>
                    <a:cubicBezTo>
                      <a:pt x="1" y="8615"/>
                      <a:pt x="987" y="10295"/>
                      <a:pt x="1025" y="10358"/>
                    </a:cubicBezTo>
                    <a:lnTo>
                      <a:pt x="1025" y="10716"/>
                    </a:lnTo>
                    <a:lnTo>
                      <a:pt x="1277" y="10716"/>
                    </a:lnTo>
                    <a:lnTo>
                      <a:pt x="1277" y="10916"/>
                    </a:lnTo>
                    <a:lnTo>
                      <a:pt x="1277" y="10919"/>
                    </a:lnTo>
                    <a:cubicBezTo>
                      <a:pt x="1277" y="10947"/>
                      <a:pt x="1300" y="10969"/>
                      <a:pt x="1327" y="10969"/>
                    </a:cubicBezTo>
                    <a:lnTo>
                      <a:pt x="1545" y="10969"/>
                    </a:lnTo>
                    <a:lnTo>
                      <a:pt x="1545" y="10224"/>
                    </a:lnTo>
                    <a:lnTo>
                      <a:pt x="1545" y="9564"/>
                    </a:lnTo>
                    <a:lnTo>
                      <a:pt x="1325" y="9564"/>
                    </a:lnTo>
                    <a:cubicBezTo>
                      <a:pt x="1297" y="9565"/>
                      <a:pt x="1275" y="9587"/>
                      <a:pt x="1275" y="9612"/>
                    </a:cubicBezTo>
                    <a:lnTo>
                      <a:pt x="1275" y="9733"/>
                    </a:lnTo>
                    <a:lnTo>
                      <a:pt x="1022" y="9733"/>
                    </a:lnTo>
                    <a:lnTo>
                      <a:pt x="1022" y="10060"/>
                    </a:lnTo>
                    <a:cubicBezTo>
                      <a:pt x="907" y="9837"/>
                      <a:pt x="227" y="8399"/>
                      <a:pt x="765" y="6185"/>
                    </a:cubicBezTo>
                    <a:cubicBezTo>
                      <a:pt x="799" y="6174"/>
                      <a:pt x="837" y="6147"/>
                      <a:pt x="882" y="6087"/>
                    </a:cubicBezTo>
                    <a:cubicBezTo>
                      <a:pt x="967" y="5979"/>
                      <a:pt x="967" y="5725"/>
                      <a:pt x="955" y="5554"/>
                    </a:cubicBezTo>
                    <a:cubicBezTo>
                      <a:pt x="1332" y="4499"/>
                      <a:pt x="2001" y="3482"/>
                      <a:pt x="2891" y="2733"/>
                    </a:cubicBezTo>
                    <a:lnTo>
                      <a:pt x="2891" y="3642"/>
                    </a:lnTo>
                    <a:lnTo>
                      <a:pt x="2891" y="12915"/>
                    </a:lnTo>
                    <a:lnTo>
                      <a:pt x="9383" y="12915"/>
                    </a:lnTo>
                    <a:lnTo>
                      <a:pt x="9383" y="11697"/>
                    </a:lnTo>
                    <a:cubicBezTo>
                      <a:pt x="9390" y="11697"/>
                      <a:pt x="9396" y="11697"/>
                      <a:pt x="9401" y="11695"/>
                    </a:cubicBezTo>
                    <a:cubicBezTo>
                      <a:pt x="9407" y="11693"/>
                      <a:pt x="9878" y="11545"/>
                      <a:pt x="10278" y="11545"/>
                    </a:cubicBezTo>
                    <a:cubicBezTo>
                      <a:pt x="10424" y="11545"/>
                      <a:pt x="10561" y="11564"/>
                      <a:pt x="10661" y="11619"/>
                    </a:cubicBezTo>
                    <a:cubicBezTo>
                      <a:pt x="10738" y="11660"/>
                      <a:pt x="10784" y="11717"/>
                      <a:pt x="10806" y="11793"/>
                    </a:cubicBezTo>
                    <a:cubicBezTo>
                      <a:pt x="10915" y="12186"/>
                      <a:pt x="11326" y="12362"/>
                      <a:pt x="11644" y="12393"/>
                    </a:cubicBezTo>
                    <a:cubicBezTo>
                      <a:pt x="11685" y="12397"/>
                      <a:pt x="11725" y="12399"/>
                      <a:pt x="11766" y="12399"/>
                    </a:cubicBezTo>
                    <a:cubicBezTo>
                      <a:pt x="12048" y="12399"/>
                      <a:pt x="12275" y="12297"/>
                      <a:pt x="12361" y="12125"/>
                    </a:cubicBezTo>
                    <a:cubicBezTo>
                      <a:pt x="12488" y="11876"/>
                      <a:pt x="12500" y="11641"/>
                      <a:pt x="12402" y="11432"/>
                    </a:cubicBezTo>
                    <a:cubicBezTo>
                      <a:pt x="12256" y="11118"/>
                      <a:pt x="11869" y="10875"/>
                      <a:pt x="11251" y="10701"/>
                    </a:cubicBezTo>
                    <a:lnTo>
                      <a:pt x="11251" y="10357"/>
                    </a:lnTo>
                    <a:cubicBezTo>
                      <a:pt x="11288" y="10294"/>
                      <a:pt x="12275" y="8612"/>
                      <a:pt x="11670" y="6136"/>
                    </a:cubicBezTo>
                    <a:cubicBezTo>
                      <a:pt x="11342" y="4792"/>
                      <a:pt x="10536" y="3440"/>
                      <a:pt x="9383" y="2513"/>
                    </a:cubicBezTo>
                    <a:lnTo>
                      <a:pt x="9383" y="2461"/>
                    </a:lnTo>
                    <a:lnTo>
                      <a:pt x="9316" y="2461"/>
                    </a:lnTo>
                    <a:cubicBezTo>
                      <a:pt x="8434" y="1774"/>
                      <a:pt x="7356" y="1337"/>
                      <a:pt x="6137" y="1337"/>
                    </a:cubicBezTo>
                    <a:cubicBezTo>
                      <a:pt x="5734" y="1337"/>
                      <a:pt x="5345" y="1385"/>
                      <a:pt x="4974" y="1475"/>
                    </a:cubicBezTo>
                    <a:cubicBezTo>
                      <a:pt x="4867" y="840"/>
                      <a:pt x="4650" y="118"/>
                      <a:pt x="4211" y="26"/>
                    </a:cubicBezTo>
                    <a:cubicBezTo>
                      <a:pt x="4129" y="9"/>
                      <a:pt x="4052" y="1"/>
                      <a:pt x="3979"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4" name="Google Shape;10184;p129"/>
              <p:cNvGrpSpPr/>
              <p:nvPr/>
            </p:nvGrpSpPr>
            <p:grpSpPr>
              <a:xfrm>
                <a:off x="-2828900" y="2732988"/>
                <a:ext cx="312600" cy="322825"/>
                <a:chOff x="-2828900" y="1465025"/>
                <a:chExt cx="312600" cy="322825"/>
              </a:xfrm>
            </p:grpSpPr>
            <p:sp>
              <p:nvSpPr>
                <p:cNvPr id="10185" name="Google Shape;10185;p129"/>
                <p:cNvSpPr/>
                <p:nvPr/>
              </p:nvSpPr>
              <p:spPr>
                <a:xfrm>
                  <a:off x="-2828900" y="1498450"/>
                  <a:ext cx="306925" cy="225500"/>
                </a:xfrm>
                <a:custGeom>
                  <a:rect b="b" l="l" r="r" t="t"/>
                  <a:pathLst>
                    <a:path extrusionOk="0" h="9020" w="12277">
                      <a:moveTo>
                        <a:pt x="6138" y="0"/>
                      </a:moveTo>
                      <a:cubicBezTo>
                        <a:pt x="3276" y="0"/>
                        <a:pt x="1188" y="2414"/>
                        <a:pt x="606" y="4799"/>
                      </a:cubicBezTo>
                      <a:cubicBezTo>
                        <a:pt x="1" y="7277"/>
                        <a:pt x="987" y="8958"/>
                        <a:pt x="1024" y="9020"/>
                      </a:cubicBezTo>
                      <a:lnTo>
                        <a:pt x="1042" y="8751"/>
                      </a:lnTo>
                      <a:cubicBezTo>
                        <a:pt x="1033" y="8737"/>
                        <a:pt x="183" y="7247"/>
                        <a:pt x="769" y="4845"/>
                      </a:cubicBezTo>
                      <a:cubicBezTo>
                        <a:pt x="801" y="4834"/>
                        <a:pt x="839" y="4806"/>
                        <a:pt x="884" y="4747"/>
                      </a:cubicBezTo>
                      <a:cubicBezTo>
                        <a:pt x="970" y="4639"/>
                        <a:pt x="970" y="4385"/>
                        <a:pt x="957" y="4213"/>
                      </a:cubicBezTo>
                      <a:cubicBezTo>
                        <a:pt x="1708" y="2113"/>
                        <a:pt x="3613" y="166"/>
                        <a:pt x="6140" y="166"/>
                      </a:cubicBezTo>
                      <a:cubicBezTo>
                        <a:pt x="8666" y="166"/>
                        <a:pt x="10572" y="2114"/>
                        <a:pt x="11322" y="4213"/>
                      </a:cubicBezTo>
                      <a:cubicBezTo>
                        <a:pt x="11310" y="4383"/>
                        <a:pt x="11310" y="4638"/>
                        <a:pt x="11395" y="4747"/>
                      </a:cubicBezTo>
                      <a:cubicBezTo>
                        <a:pt x="11441" y="4806"/>
                        <a:pt x="11481" y="4832"/>
                        <a:pt x="11512" y="4845"/>
                      </a:cubicBezTo>
                      <a:cubicBezTo>
                        <a:pt x="12096" y="7247"/>
                        <a:pt x="11246" y="8736"/>
                        <a:pt x="11238" y="8751"/>
                      </a:cubicBezTo>
                      <a:lnTo>
                        <a:pt x="11255" y="9020"/>
                      </a:lnTo>
                      <a:cubicBezTo>
                        <a:pt x="11290" y="8957"/>
                        <a:pt x="12276" y="7276"/>
                        <a:pt x="11672" y="4799"/>
                      </a:cubicBezTo>
                      <a:cubicBezTo>
                        <a:pt x="11088" y="2414"/>
                        <a:pt x="9001" y="0"/>
                        <a:pt x="6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129"/>
                <p:cNvSpPr/>
                <p:nvPr/>
              </p:nvSpPr>
              <p:spPr>
                <a:xfrm>
                  <a:off x="-2748300" y="1465025"/>
                  <a:ext cx="46375" cy="63075"/>
                </a:xfrm>
                <a:custGeom>
                  <a:rect b="b" l="l" r="r" t="t"/>
                  <a:pathLst>
                    <a:path extrusionOk="0" h="2523" w="1855">
                      <a:moveTo>
                        <a:pt x="755" y="1"/>
                      </a:moveTo>
                      <a:cubicBezTo>
                        <a:pt x="577" y="1"/>
                        <a:pt x="428" y="52"/>
                        <a:pt x="311" y="155"/>
                      </a:cubicBezTo>
                      <a:cubicBezTo>
                        <a:pt x="1" y="430"/>
                        <a:pt x="42" y="967"/>
                        <a:pt x="43" y="990"/>
                      </a:cubicBezTo>
                      <a:cubicBezTo>
                        <a:pt x="45" y="1024"/>
                        <a:pt x="73" y="1047"/>
                        <a:pt x="105" y="1047"/>
                      </a:cubicBezTo>
                      <a:cubicBezTo>
                        <a:pt x="106" y="1047"/>
                        <a:pt x="108" y="1047"/>
                        <a:pt x="109" y="1047"/>
                      </a:cubicBezTo>
                      <a:cubicBezTo>
                        <a:pt x="143" y="1044"/>
                        <a:pt x="168" y="1015"/>
                        <a:pt x="166" y="981"/>
                      </a:cubicBezTo>
                      <a:cubicBezTo>
                        <a:pt x="164" y="976"/>
                        <a:pt x="128" y="482"/>
                        <a:pt x="393" y="248"/>
                      </a:cubicBezTo>
                      <a:cubicBezTo>
                        <a:pt x="485" y="166"/>
                        <a:pt x="607" y="125"/>
                        <a:pt x="755" y="125"/>
                      </a:cubicBezTo>
                      <a:cubicBezTo>
                        <a:pt x="820" y="125"/>
                        <a:pt x="889" y="133"/>
                        <a:pt x="963" y="148"/>
                      </a:cubicBezTo>
                      <a:cubicBezTo>
                        <a:pt x="1534" y="267"/>
                        <a:pt x="1710" y="1859"/>
                        <a:pt x="1729" y="2463"/>
                      </a:cubicBezTo>
                      <a:cubicBezTo>
                        <a:pt x="1730" y="2497"/>
                        <a:pt x="1757" y="2523"/>
                        <a:pt x="1791" y="2523"/>
                      </a:cubicBezTo>
                      <a:lnTo>
                        <a:pt x="1793" y="2523"/>
                      </a:lnTo>
                      <a:cubicBezTo>
                        <a:pt x="1827" y="2522"/>
                        <a:pt x="1854" y="2493"/>
                        <a:pt x="1853" y="2460"/>
                      </a:cubicBezTo>
                      <a:cubicBezTo>
                        <a:pt x="1849" y="2367"/>
                        <a:pt x="1772" y="189"/>
                        <a:pt x="988" y="26"/>
                      </a:cubicBezTo>
                      <a:cubicBezTo>
                        <a:pt x="906" y="9"/>
                        <a:pt x="828" y="1"/>
                        <a:pt x="7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129"/>
                <p:cNvSpPr/>
                <p:nvPr/>
              </p:nvSpPr>
              <p:spPr>
                <a:xfrm>
                  <a:off x="-2603250" y="1657175"/>
                  <a:ext cx="57875" cy="52700"/>
                </a:xfrm>
                <a:custGeom>
                  <a:rect b="b" l="l" r="r" t="t"/>
                  <a:pathLst>
                    <a:path extrusionOk="0" h="2108" w="2315">
                      <a:moveTo>
                        <a:pt x="70" y="1"/>
                      </a:moveTo>
                      <a:cubicBezTo>
                        <a:pt x="57" y="1"/>
                        <a:pt x="44" y="5"/>
                        <a:pt x="33" y="13"/>
                      </a:cubicBezTo>
                      <a:cubicBezTo>
                        <a:pt x="6" y="34"/>
                        <a:pt x="1" y="72"/>
                        <a:pt x="21" y="100"/>
                      </a:cubicBezTo>
                      <a:cubicBezTo>
                        <a:pt x="28" y="108"/>
                        <a:pt x="487" y="704"/>
                        <a:pt x="1066" y="704"/>
                      </a:cubicBezTo>
                      <a:cubicBezTo>
                        <a:pt x="1186" y="704"/>
                        <a:pt x="1311" y="679"/>
                        <a:pt x="1438" y="617"/>
                      </a:cubicBezTo>
                      <a:cubicBezTo>
                        <a:pt x="1517" y="579"/>
                        <a:pt x="1590" y="560"/>
                        <a:pt x="1657" y="560"/>
                      </a:cubicBezTo>
                      <a:cubicBezTo>
                        <a:pt x="1791" y="560"/>
                        <a:pt x="1900" y="637"/>
                        <a:pt x="1982" y="791"/>
                      </a:cubicBezTo>
                      <a:cubicBezTo>
                        <a:pt x="2184" y="1170"/>
                        <a:pt x="2131" y="1884"/>
                        <a:pt x="1942" y="1993"/>
                      </a:cubicBezTo>
                      <a:cubicBezTo>
                        <a:pt x="1914" y="2009"/>
                        <a:pt x="1904" y="2046"/>
                        <a:pt x="1920" y="2076"/>
                      </a:cubicBezTo>
                      <a:cubicBezTo>
                        <a:pt x="1931" y="2096"/>
                        <a:pt x="1952" y="2107"/>
                        <a:pt x="1973" y="2107"/>
                      </a:cubicBezTo>
                      <a:cubicBezTo>
                        <a:pt x="1983" y="2107"/>
                        <a:pt x="1995" y="2104"/>
                        <a:pt x="2003" y="2099"/>
                      </a:cubicBezTo>
                      <a:cubicBezTo>
                        <a:pt x="2265" y="1947"/>
                        <a:pt x="2314" y="1157"/>
                        <a:pt x="2090" y="734"/>
                      </a:cubicBezTo>
                      <a:cubicBezTo>
                        <a:pt x="1986" y="536"/>
                        <a:pt x="1837" y="435"/>
                        <a:pt x="1659" y="435"/>
                      </a:cubicBezTo>
                      <a:cubicBezTo>
                        <a:pt x="1573" y="435"/>
                        <a:pt x="1481" y="458"/>
                        <a:pt x="1383" y="506"/>
                      </a:cubicBezTo>
                      <a:cubicBezTo>
                        <a:pt x="1275" y="558"/>
                        <a:pt x="1168" y="580"/>
                        <a:pt x="1065" y="580"/>
                      </a:cubicBezTo>
                      <a:cubicBezTo>
                        <a:pt x="548" y="580"/>
                        <a:pt x="124" y="32"/>
                        <a:pt x="119" y="25"/>
                      </a:cubicBezTo>
                      <a:cubicBezTo>
                        <a:pt x="107" y="9"/>
                        <a:pt x="89" y="1"/>
                        <a:pt x="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129"/>
                <p:cNvSpPr/>
                <p:nvPr/>
              </p:nvSpPr>
              <p:spPr>
                <a:xfrm>
                  <a:off x="-2596050" y="1731025"/>
                  <a:ext cx="79750" cy="43975"/>
                </a:xfrm>
                <a:custGeom>
                  <a:rect b="b" l="l" r="r" t="t"/>
                  <a:pathLst>
                    <a:path extrusionOk="0" h="1759" w="3190">
                      <a:moveTo>
                        <a:pt x="1686" y="0"/>
                      </a:moveTo>
                      <a:cubicBezTo>
                        <a:pt x="1658" y="0"/>
                        <a:pt x="1632" y="19"/>
                        <a:pt x="1626" y="48"/>
                      </a:cubicBezTo>
                      <a:cubicBezTo>
                        <a:pt x="1618" y="82"/>
                        <a:pt x="1638" y="114"/>
                        <a:pt x="1672" y="122"/>
                      </a:cubicBezTo>
                      <a:cubicBezTo>
                        <a:pt x="2380" y="283"/>
                        <a:pt x="2832" y="533"/>
                        <a:pt x="2979" y="845"/>
                      </a:cubicBezTo>
                      <a:cubicBezTo>
                        <a:pt x="3060" y="1018"/>
                        <a:pt x="3047" y="1215"/>
                        <a:pt x="2939" y="1430"/>
                      </a:cubicBezTo>
                      <a:cubicBezTo>
                        <a:pt x="2874" y="1557"/>
                        <a:pt x="2685" y="1635"/>
                        <a:pt x="2452" y="1635"/>
                      </a:cubicBezTo>
                      <a:cubicBezTo>
                        <a:pt x="2416" y="1635"/>
                        <a:pt x="2380" y="1634"/>
                        <a:pt x="2343" y="1630"/>
                      </a:cubicBezTo>
                      <a:cubicBezTo>
                        <a:pt x="2063" y="1602"/>
                        <a:pt x="1703" y="1451"/>
                        <a:pt x="1610" y="1119"/>
                      </a:cubicBezTo>
                      <a:cubicBezTo>
                        <a:pt x="1580" y="1011"/>
                        <a:pt x="1512" y="926"/>
                        <a:pt x="1406" y="869"/>
                      </a:cubicBezTo>
                      <a:cubicBezTo>
                        <a:pt x="1286" y="805"/>
                        <a:pt x="1128" y="781"/>
                        <a:pt x="962" y="781"/>
                      </a:cubicBezTo>
                      <a:cubicBezTo>
                        <a:pt x="544" y="781"/>
                        <a:pt x="78" y="928"/>
                        <a:pt x="51" y="937"/>
                      </a:cubicBezTo>
                      <a:cubicBezTo>
                        <a:pt x="18" y="947"/>
                        <a:pt x="0" y="982"/>
                        <a:pt x="11" y="1014"/>
                      </a:cubicBezTo>
                      <a:cubicBezTo>
                        <a:pt x="19" y="1041"/>
                        <a:pt x="44" y="1057"/>
                        <a:pt x="69" y="1057"/>
                      </a:cubicBezTo>
                      <a:cubicBezTo>
                        <a:pt x="76" y="1057"/>
                        <a:pt x="82" y="1056"/>
                        <a:pt x="88" y="1054"/>
                      </a:cubicBezTo>
                      <a:cubicBezTo>
                        <a:pt x="95" y="1052"/>
                        <a:pt x="564" y="904"/>
                        <a:pt x="963" y="904"/>
                      </a:cubicBezTo>
                      <a:cubicBezTo>
                        <a:pt x="1110" y="904"/>
                        <a:pt x="1247" y="924"/>
                        <a:pt x="1348" y="979"/>
                      </a:cubicBezTo>
                      <a:cubicBezTo>
                        <a:pt x="1425" y="1020"/>
                        <a:pt x="1472" y="1077"/>
                        <a:pt x="1493" y="1152"/>
                      </a:cubicBezTo>
                      <a:cubicBezTo>
                        <a:pt x="1601" y="1544"/>
                        <a:pt x="2013" y="1722"/>
                        <a:pt x="2332" y="1753"/>
                      </a:cubicBezTo>
                      <a:cubicBezTo>
                        <a:pt x="2373" y="1756"/>
                        <a:pt x="2412" y="1759"/>
                        <a:pt x="2453" y="1759"/>
                      </a:cubicBezTo>
                      <a:cubicBezTo>
                        <a:pt x="2735" y="1759"/>
                        <a:pt x="2962" y="1657"/>
                        <a:pt x="3049" y="1487"/>
                      </a:cubicBezTo>
                      <a:cubicBezTo>
                        <a:pt x="3175" y="1237"/>
                        <a:pt x="3189" y="1003"/>
                        <a:pt x="3090" y="793"/>
                      </a:cubicBezTo>
                      <a:cubicBezTo>
                        <a:pt x="2925" y="440"/>
                        <a:pt x="2457" y="175"/>
                        <a:pt x="1699" y="2"/>
                      </a:cubicBezTo>
                      <a:cubicBezTo>
                        <a:pt x="1695" y="1"/>
                        <a:pt x="1690" y="0"/>
                        <a:pt x="16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129"/>
                <p:cNvSpPr/>
                <p:nvPr/>
              </p:nvSpPr>
              <p:spPr>
                <a:xfrm>
                  <a:off x="-2756600" y="1526525"/>
                  <a:ext cx="162300" cy="261325"/>
                </a:xfrm>
                <a:custGeom>
                  <a:rect b="b" l="l" r="r" t="t"/>
                  <a:pathLst>
                    <a:path extrusionOk="0" h="10453" w="6492">
                      <a:moveTo>
                        <a:pt x="0" y="1"/>
                      </a:moveTo>
                      <a:lnTo>
                        <a:pt x="0" y="1181"/>
                      </a:lnTo>
                      <a:lnTo>
                        <a:pt x="0" y="10453"/>
                      </a:lnTo>
                      <a:lnTo>
                        <a:pt x="6492" y="10453"/>
                      </a:lnTo>
                      <a:lnTo>
                        <a:pt x="6492" y="1181"/>
                      </a:lnTo>
                      <a:lnTo>
                        <a:pt x="64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129"/>
                <p:cNvSpPr/>
                <p:nvPr/>
              </p:nvSpPr>
              <p:spPr>
                <a:xfrm>
                  <a:off x="-2724700" y="1584825"/>
                  <a:ext cx="114325" cy="158500"/>
                </a:xfrm>
                <a:custGeom>
                  <a:rect b="b" l="l" r="r" t="t"/>
                  <a:pathLst>
                    <a:path extrusionOk="0" h="6340" w="4573">
                      <a:moveTo>
                        <a:pt x="4449" y="59"/>
                      </a:moveTo>
                      <a:cubicBezTo>
                        <a:pt x="4483" y="59"/>
                        <a:pt x="4511" y="87"/>
                        <a:pt x="4511" y="121"/>
                      </a:cubicBezTo>
                      <a:lnTo>
                        <a:pt x="4511" y="6216"/>
                      </a:lnTo>
                      <a:cubicBezTo>
                        <a:pt x="4511" y="6251"/>
                        <a:pt x="4482" y="6278"/>
                        <a:pt x="4449" y="6278"/>
                      </a:cubicBezTo>
                      <a:lnTo>
                        <a:pt x="123" y="6278"/>
                      </a:lnTo>
                      <a:cubicBezTo>
                        <a:pt x="89" y="6278"/>
                        <a:pt x="61" y="6250"/>
                        <a:pt x="61" y="6216"/>
                      </a:cubicBezTo>
                      <a:lnTo>
                        <a:pt x="61" y="121"/>
                      </a:lnTo>
                      <a:cubicBezTo>
                        <a:pt x="61" y="86"/>
                        <a:pt x="90" y="59"/>
                        <a:pt x="123" y="59"/>
                      </a:cubicBezTo>
                      <a:close/>
                      <a:moveTo>
                        <a:pt x="123" y="0"/>
                      </a:moveTo>
                      <a:cubicBezTo>
                        <a:pt x="56" y="0"/>
                        <a:pt x="1" y="54"/>
                        <a:pt x="1" y="122"/>
                      </a:cubicBezTo>
                      <a:lnTo>
                        <a:pt x="1" y="6218"/>
                      </a:lnTo>
                      <a:cubicBezTo>
                        <a:pt x="1" y="6285"/>
                        <a:pt x="55" y="6340"/>
                        <a:pt x="123" y="6340"/>
                      </a:cubicBezTo>
                      <a:lnTo>
                        <a:pt x="4449" y="6340"/>
                      </a:lnTo>
                      <a:cubicBezTo>
                        <a:pt x="4517" y="6340"/>
                        <a:pt x="4573" y="6285"/>
                        <a:pt x="4571" y="6218"/>
                      </a:cubicBezTo>
                      <a:lnTo>
                        <a:pt x="4571" y="122"/>
                      </a:lnTo>
                      <a:cubicBezTo>
                        <a:pt x="4571" y="55"/>
                        <a:pt x="4517" y="0"/>
                        <a:pt x="44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129"/>
                <p:cNvSpPr/>
                <p:nvPr/>
              </p:nvSpPr>
              <p:spPr>
                <a:xfrm>
                  <a:off x="-2713425" y="1600200"/>
                  <a:ext cx="91750" cy="127675"/>
                </a:xfrm>
                <a:custGeom>
                  <a:rect b="b" l="l" r="r" t="t"/>
                  <a:pathLst>
                    <a:path extrusionOk="0" h="5107" w="3670">
                      <a:moveTo>
                        <a:pt x="94" y="0"/>
                      </a:moveTo>
                      <a:cubicBezTo>
                        <a:pt x="42" y="0"/>
                        <a:pt x="1" y="42"/>
                        <a:pt x="1" y="93"/>
                      </a:cubicBezTo>
                      <a:lnTo>
                        <a:pt x="1" y="5015"/>
                      </a:lnTo>
                      <a:cubicBezTo>
                        <a:pt x="1" y="5066"/>
                        <a:pt x="42" y="5107"/>
                        <a:pt x="94" y="5107"/>
                      </a:cubicBezTo>
                      <a:lnTo>
                        <a:pt x="3577" y="5107"/>
                      </a:lnTo>
                      <a:cubicBezTo>
                        <a:pt x="3627" y="5107"/>
                        <a:pt x="3669" y="5066"/>
                        <a:pt x="3670" y="5015"/>
                      </a:cubicBezTo>
                      <a:lnTo>
                        <a:pt x="3670" y="93"/>
                      </a:lnTo>
                      <a:cubicBezTo>
                        <a:pt x="3670" y="42"/>
                        <a:pt x="3628" y="0"/>
                        <a:pt x="35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129"/>
                <p:cNvSpPr/>
                <p:nvPr/>
              </p:nvSpPr>
              <p:spPr>
                <a:xfrm>
                  <a:off x="-2706225" y="1600225"/>
                  <a:ext cx="29725" cy="127650"/>
                </a:xfrm>
                <a:custGeom>
                  <a:rect b="b" l="l" r="r" t="t"/>
                  <a:pathLst>
                    <a:path extrusionOk="0" h="5106" w="1189">
                      <a:moveTo>
                        <a:pt x="1" y="0"/>
                      </a:moveTo>
                      <a:lnTo>
                        <a:pt x="1" y="708"/>
                      </a:lnTo>
                      <a:lnTo>
                        <a:pt x="1128" y="1074"/>
                      </a:lnTo>
                      <a:lnTo>
                        <a:pt x="1128" y="4033"/>
                      </a:lnTo>
                      <a:lnTo>
                        <a:pt x="1" y="4398"/>
                      </a:lnTo>
                      <a:lnTo>
                        <a:pt x="1" y="5106"/>
                      </a:lnTo>
                      <a:lnTo>
                        <a:pt x="63" y="5106"/>
                      </a:lnTo>
                      <a:lnTo>
                        <a:pt x="63" y="4443"/>
                      </a:lnTo>
                      <a:lnTo>
                        <a:pt x="1189" y="4077"/>
                      </a:lnTo>
                      <a:lnTo>
                        <a:pt x="1189" y="1028"/>
                      </a:lnTo>
                      <a:lnTo>
                        <a:pt x="63" y="664"/>
                      </a:lnTo>
                      <a:lnTo>
                        <a:pt x="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129"/>
                <p:cNvSpPr/>
                <p:nvPr/>
              </p:nvSpPr>
              <p:spPr>
                <a:xfrm>
                  <a:off x="-2693400" y="1770450"/>
                  <a:ext cx="82250" cy="4800"/>
                </a:xfrm>
                <a:custGeom>
                  <a:rect b="b" l="l" r="r" t="t"/>
                  <a:pathLst>
                    <a:path extrusionOk="0" h="192" w="3290">
                      <a:moveTo>
                        <a:pt x="71" y="0"/>
                      </a:moveTo>
                      <a:cubicBezTo>
                        <a:pt x="32" y="0"/>
                        <a:pt x="1" y="31"/>
                        <a:pt x="1" y="70"/>
                      </a:cubicBezTo>
                      <a:lnTo>
                        <a:pt x="1" y="121"/>
                      </a:lnTo>
                      <a:cubicBezTo>
                        <a:pt x="1" y="160"/>
                        <a:pt x="32" y="191"/>
                        <a:pt x="71" y="191"/>
                      </a:cubicBezTo>
                      <a:lnTo>
                        <a:pt x="3220" y="191"/>
                      </a:lnTo>
                      <a:cubicBezTo>
                        <a:pt x="3259" y="191"/>
                        <a:pt x="3290" y="160"/>
                        <a:pt x="3290" y="121"/>
                      </a:cubicBezTo>
                      <a:lnTo>
                        <a:pt x="3290" y="70"/>
                      </a:lnTo>
                      <a:cubicBezTo>
                        <a:pt x="3290" y="31"/>
                        <a:pt x="3259" y="0"/>
                        <a:pt x="3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129"/>
                <p:cNvSpPr/>
                <p:nvPr/>
              </p:nvSpPr>
              <p:spPr>
                <a:xfrm>
                  <a:off x="-2728150" y="1563400"/>
                  <a:ext cx="92775" cy="4800"/>
                </a:xfrm>
                <a:custGeom>
                  <a:rect b="b" l="l" r="r" t="t"/>
                  <a:pathLst>
                    <a:path extrusionOk="0" h="192" w="3711">
                      <a:moveTo>
                        <a:pt x="70" y="1"/>
                      </a:moveTo>
                      <a:cubicBezTo>
                        <a:pt x="32" y="1"/>
                        <a:pt x="1" y="32"/>
                        <a:pt x="1" y="70"/>
                      </a:cubicBezTo>
                      <a:lnTo>
                        <a:pt x="1" y="121"/>
                      </a:lnTo>
                      <a:cubicBezTo>
                        <a:pt x="1" y="161"/>
                        <a:pt x="32" y="192"/>
                        <a:pt x="70" y="192"/>
                      </a:cubicBezTo>
                      <a:lnTo>
                        <a:pt x="3641" y="192"/>
                      </a:lnTo>
                      <a:cubicBezTo>
                        <a:pt x="3679" y="192"/>
                        <a:pt x="3710" y="158"/>
                        <a:pt x="3711" y="121"/>
                      </a:cubicBezTo>
                      <a:lnTo>
                        <a:pt x="3711" y="70"/>
                      </a:lnTo>
                      <a:cubicBezTo>
                        <a:pt x="3711" y="32"/>
                        <a:pt x="3680" y="1"/>
                        <a:pt x="36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129"/>
                <p:cNvSpPr/>
                <p:nvPr/>
              </p:nvSpPr>
              <p:spPr>
                <a:xfrm>
                  <a:off x="-2621725" y="1534950"/>
                  <a:ext cx="8475" cy="8475"/>
                </a:xfrm>
                <a:custGeom>
                  <a:rect b="b" l="l" r="r" t="t"/>
                  <a:pathLst>
                    <a:path extrusionOk="0" h="339" w="339">
                      <a:moveTo>
                        <a:pt x="169" y="0"/>
                      </a:moveTo>
                      <a:cubicBezTo>
                        <a:pt x="76" y="0"/>
                        <a:pt x="1" y="77"/>
                        <a:pt x="1" y="170"/>
                      </a:cubicBezTo>
                      <a:cubicBezTo>
                        <a:pt x="1" y="262"/>
                        <a:pt x="77" y="339"/>
                        <a:pt x="169" y="339"/>
                      </a:cubicBezTo>
                      <a:cubicBezTo>
                        <a:pt x="263" y="339"/>
                        <a:pt x="338" y="262"/>
                        <a:pt x="338" y="170"/>
                      </a:cubicBezTo>
                      <a:cubicBezTo>
                        <a:pt x="338" y="77"/>
                        <a:pt x="263"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129"/>
                <p:cNvSpPr/>
                <p:nvPr/>
              </p:nvSpPr>
              <p:spPr>
                <a:xfrm>
                  <a:off x="-2643875" y="1534950"/>
                  <a:ext cx="8475" cy="8475"/>
                </a:xfrm>
                <a:custGeom>
                  <a:rect b="b" l="l" r="r" t="t"/>
                  <a:pathLst>
                    <a:path extrusionOk="0" h="339" w="339">
                      <a:moveTo>
                        <a:pt x="169" y="0"/>
                      </a:moveTo>
                      <a:cubicBezTo>
                        <a:pt x="77" y="0"/>
                        <a:pt x="0" y="77"/>
                        <a:pt x="0" y="170"/>
                      </a:cubicBezTo>
                      <a:cubicBezTo>
                        <a:pt x="0" y="262"/>
                        <a:pt x="77" y="339"/>
                        <a:pt x="169" y="339"/>
                      </a:cubicBezTo>
                      <a:cubicBezTo>
                        <a:pt x="262" y="339"/>
                        <a:pt x="339" y="262"/>
                        <a:pt x="339" y="170"/>
                      </a:cubicBezTo>
                      <a:cubicBezTo>
                        <a:pt x="339" y="77"/>
                        <a:pt x="262"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129"/>
                <p:cNvSpPr/>
                <p:nvPr/>
              </p:nvSpPr>
              <p:spPr>
                <a:xfrm>
                  <a:off x="-2666000" y="1534950"/>
                  <a:ext cx="8475" cy="8475"/>
                </a:xfrm>
                <a:custGeom>
                  <a:rect b="b" l="l" r="r" t="t"/>
                  <a:pathLst>
                    <a:path extrusionOk="0" h="339" w="339">
                      <a:moveTo>
                        <a:pt x="169" y="0"/>
                      </a:moveTo>
                      <a:cubicBezTo>
                        <a:pt x="76" y="0"/>
                        <a:pt x="1" y="77"/>
                        <a:pt x="1" y="170"/>
                      </a:cubicBezTo>
                      <a:cubicBezTo>
                        <a:pt x="1" y="262"/>
                        <a:pt x="76" y="339"/>
                        <a:pt x="169" y="339"/>
                      </a:cubicBezTo>
                      <a:cubicBezTo>
                        <a:pt x="262" y="339"/>
                        <a:pt x="338" y="262"/>
                        <a:pt x="338" y="170"/>
                      </a:cubicBezTo>
                      <a:cubicBezTo>
                        <a:pt x="338" y="77"/>
                        <a:pt x="264"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129"/>
                <p:cNvSpPr/>
                <p:nvPr/>
              </p:nvSpPr>
              <p:spPr>
                <a:xfrm>
                  <a:off x="-2687100" y="1534950"/>
                  <a:ext cx="6350" cy="6350"/>
                </a:xfrm>
                <a:custGeom>
                  <a:rect b="b" l="l" r="r" t="t"/>
                  <a:pathLst>
                    <a:path extrusionOk="0" h="254" w="254">
                      <a:moveTo>
                        <a:pt x="126" y="0"/>
                      </a:moveTo>
                      <a:cubicBezTo>
                        <a:pt x="57" y="0"/>
                        <a:pt x="1" y="57"/>
                        <a:pt x="1" y="127"/>
                      </a:cubicBezTo>
                      <a:cubicBezTo>
                        <a:pt x="1" y="196"/>
                        <a:pt x="57" y="253"/>
                        <a:pt x="126" y="253"/>
                      </a:cubicBezTo>
                      <a:cubicBezTo>
                        <a:pt x="197" y="253"/>
                        <a:pt x="253" y="196"/>
                        <a:pt x="253" y="127"/>
                      </a:cubicBezTo>
                      <a:cubicBezTo>
                        <a:pt x="253" y="57"/>
                        <a:pt x="197" y="0"/>
                        <a:pt x="1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129"/>
                <p:cNvSpPr/>
                <p:nvPr/>
              </p:nvSpPr>
              <p:spPr>
                <a:xfrm>
                  <a:off x="-2717475" y="1534950"/>
                  <a:ext cx="6350" cy="6350"/>
                </a:xfrm>
                <a:custGeom>
                  <a:rect b="b" l="l" r="r" t="t"/>
                  <a:pathLst>
                    <a:path extrusionOk="0" h="254" w="254">
                      <a:moveTo>
                        <a:pt x="127" y="0"/>
                      </a:moveTo>
                      <a:cubicBezTo>
                        <a:pt x="57" y="0"/>
                        <a:pt x="1" y="57"/>
                        <a:pt x="1" y="127"/>
                      </a:cubicBezTo>
                      <a:cubicBezTo>
                        <a:pt x="1" y="196"/>
                        <a:pt x="57" y="253"/>
                        <a:pt x="127" y="253"/>
                      </a:cubicBezTo>
                      <a:cubicBezTo>
                        <a:pt x="197" y="253"/>
                        <a:pt x="254" y="196"/>
                        <a:pt x="254" y="127"/>
                      </a:cubicBezTo>
                      <a:cubicBezTo>
                        <a:pt x="254" y="57"/>
                        <a:pt x="197" y="0"/>
                        <a:pt x="1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129"/>
                <p:cNvSpPr/>
                <p:nvPr/>
              </p:nvSpPr>
              <p:spPr>
                <a:xfrm>
                  <a:off x="-2797000" y="1704075"/>
                  <a:ext cx="6700" cy="35175"/>
                </a:xfrm>
                <a:custGeom>
                  <a:rect b="b" l="l" r="r" t="t"/>
                  <a:pathLst>
                    <a:path extrusionOk="0" h="1407" w="268">
                      <a:moveTo>
                        <a:pt x="50" y="0"/>
                      </a:moveTo>
                      <a:cubicBezTo>
                        <a:pt x="22" y="0"/>
                        <a:pt x="0" y="22"/>
                        <a:pt x="0" y="50"/>
                      </a:cubicBezTo>
                      <a:lnTo>
                        <a:pt x="0" y="1357"/>
                      </a:lnTo>
                      <a:cubicBezTo>
                        <a:pt x="0" y="1384"/>
                        <a:pt x="22" y="1407"/>
                        <a:pt x="50" y="1407"/>
                      </a:cubicBezTo>
                      <a:lnTo>
                        <a:pt x="268" y="1407"/>
                      </a:lnTo>
                      <a:lnTo>
                        <a:pt x="2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129"/>
                <p:cNvSpPr/>
                <p:nvPr/>
              </p:nvSpPr>
              <p:spPr>
                <a:xfrm>
                  <a:off x="-2803325" y="1708300"/>
                  <a:ext cx="6350" cy="24575"/>
                </a:xfrm>
                <a:custGeom>
                  <a:rect b="b" l="l" r="r" t="t"/>
                  <a:pathLst>
                    <a:path extrusionOk="0" h="983" w="254">
                      <a:moveTo>
                        <a:pt x="0" y="0"/>
                      </a:moveTo>
                      <a:lnTo>
                        <a:pt x="0" y="983"/>
                      </a:lnTo>
                      <a:lnTo>
                        <a:pt x="253" y="983"/>
                      </a:lnTo>
                      <a:lnTo>
                        <a:pt x="2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129"/>
                <p:cNvSpPr/>
                <p:nvPr/>
              </p:nvSpPr>
              <p:spPr>
                <a:xfrm>
                  <a:off x="-2560600" y="1704075"/>
                  <a:ext cx="6675" cy="35175"/>
                </a:xfrm>
                <a:custGeom>
                  <a:rect b="b" l="l" r="r" t="t"/>
                  <a:pathLst>
                    <a:path extrusionOk="0" h="1407" w="267">
                      <a:moveTo>
                        <a:pt x="0" y="0"/>
                      </a:moveTo>
                      <a:lnTo>
                        <a:pt x="0" y="1407"/>
                      </a:lnTo>
                      <a:lnTo>
                        <a:pt x="218" y="1407"/>
                      </a:lnTo>
                      <a:cubicBezTo>
                        <a:pt x="245" y="1407"/>
                        <a:pt x="267" y="1384"/>
                        <a:pt x="267" y="1357"/>
                      </a:cubicBezTo>
                      <a:lnTo>
                        <a:pt x="267" y="50"/>
                      </a:lnTo>
                      <a:cubicBezTo>
                        <a:pt x="267" y="22"/>
                        <a:pt x="245"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129"/>
                <p:cNvSpPr/>
                <p:nvPr/>
              </p:nvSpPr>
              <p:spPr>
                <a:xfrm>
                  <a:off x="-2553925" y="1708325"/>
                  <a:ext cx="6350" cy="24600"/>
                </a:xfrm>
                <a:custGeom>
                  <a:rect b="b" l="l" r="r" t="t"/>
                  <a:pathLst>
                    <a:path extrusionOk="0" h="984" w="254">
                      <a:moveTo>
                        <a:pt x="1" y="0"/>
                      </a:moveTo>
                      <a:lnTo>
                        <a:pt x="1" y="984"/>
                      </a:lnTo>
                      <a:lnTo>
                        <a:pt x="254" y="984"/>
                      </a:lnTo>
                      <a:lnTo>
                        <a:pt x="2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129"/>
                <p:cNvSpPr/>
                <p:nvPr/>
              </p:nvSpPr>
              <p:spPr>
                <a:xfrm>
                  <a:off x="-2662850" y="1620875"/>
                  <a:ext cx="15450" cy="15475"/>
                </a:xfrm>
                <a:custGeom>
                  <a:rect b="b" l="l" r="r" t="t"/>
                  <a:pathLst>
                    <a:path extrusionOk="0" h="619" w="618">
                      <a:moveTo>
                        <a:pt x="309" y="1"/>
                      </a:moveTo>
                      <a:cubicBezTo>
                        <a:pt x="139" y="1"/>
                        <a:pt x="1" y="139"/>
                        <a:pt x="1" y="309"/>
                      </a:cubicBezTo>
                      <a:cubicBezTo>
                        <a:pt x="1" y="480"/>
                        <a:pt x="139" y="618"/>
                        <a:pt x="309" y="618"/>
                      </a:cubicBezTo>
                      <a:cubicBezTo>
                        <a:pt x="480" y="618"/>
                        <a:pt x="618" y="480"/>
                        <a:pt x="618" y="309"/>
                      </a:cubicBezTo>
                      <a:cubicBezTo>
                        <a:pt x="618" y="139"/>
                        <a:pt x="480" y="1"/>
                        <a:pt x="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129"/>
                <p:cNvSpPr/>
                <p:nvPr/>
              </p:nvSpPr>
              <p:spPr>
                <a:xfrm>
                  <a:off x="-2662850" y="1691775"/>
                  <a:ext cx="15450" cy="15425"/>
                </a:xfrm>
                <a:custGeom>
                  <a:rect b="b" l="l" r="r" t="t"/>
                  <a:pathLst>
                    <a:path extrusionOk="0" h="617" w="618">
                      <a:moveTo>
                        <a:pt x="309" y="1"/>
                      </a:moveTo>
                      <a:cubicBezTo>
                        <a:pt x="139" y="1"/>
                        <a:pt x="1" y="139"/>
                        <a:pt x="1" y="308"/>
                      </a:cubicBezTo>
                      <a:cubicBezTo>
                        <a:pt x="1" y="479"/>
                        <a:pt x="139" y="617"/>
                        <a:pt x="309" y="617"/>
                      </a:cubicBezTo>
                      <a:cubicBezTo>
                        <a:pt x="480" y="617"/>
                        <a:pt x="618" y="479"/>
                        <a:pt x="618" y="308"/>
                      </a:cubicBezTo>
                      <a:cubicBezTo>
                        <a:pt x="618" y="139"/>
                        <a:pt x="480" y="1"/>
                        <a:pt x="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129"/>
                <p:cNvSpPr/>
                <p:nvPr/>
              </p:nvSpPr>
              <p:spPr>
                <a:xfrm>
                  <a:off x="-2756600" y="1526525"/>
                  <a:ext cx="19700" cy="261325"/>
                </a:xfrm>
                <a:custGeom>
                  <a:rect b="b" l="l" r="r" t="t"/>
                  <a:pathLst>
                    <a:path extrusionOk="0" h="10453" w="788">
                      <a:moveTo>
                        <a:pt x="0" y="1"/>
                      </a:moveTo>
                      <a:lnTo>
                        <a:pt x="0" y="1181"/>
                      </a:lnTo>
                      <a:lnTo>
                        <a:pt x="0" y="10453"/>
                      </a:lnTo>
                      <a:lnTo>
                        <a:pt x="788" y="10453"/>
                      </a:lnTo>
                      <a:lnTo>
                        <a:pt x="788" y="1181"/>
                      </a:lnTo>
                      <a:lnTo>
                        <a:pt x="7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129"/>
                <p:cNvSpPr/>
                <p:nvPr/>
              </p:nvSpPr>
              <p:spPr>
                <a:xfrm>
                  <a:off x="-2750625" y="1489650"/>
                  <a:ext cx="9850" cy="48500"/>
                </a:xfrm>
                <a:custGeom>
                  <a:rect b="b" l="l" r="r" t="t"/>
                  <a:pathLst>
                    <a:path extrusionOk="0" h="1940" w="394">
                      <a:moveTo>
                        <a:pt x="84" y="0"/>
                      </a:moveTo>
                      <a:lnTo>
                        <a:pt x="1" y="1798"/>
                      </a:lnTo>
                      <a:cubicBezTo>
                        <a:pt x="1" y="1875"/>
                        <a:pt x="64" y="1939"/>
                        <a:pt x="141" y="1939"/>
                      </a:cubicBezTo>
                      <a:lnTo>
                        <a:pt x="254" y="1939"/>
                      </a:lnTo>
                      <a:cubicBezTo>
                        <a:pt x="331" y="1939"/>
                        <a:pt x="394" y="1877"/>
                        <a:pt x="393" y="1798"/>
                      </a:cubicBezTo>
                      <a:lnTo>
                        <a:pt x="2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129"/>
                <p:cNvSpPr/>
                <p:nvPr/>
              </p:nvSpPr>
              <p:spPr>
                <a:xfrm>
                  <a:off x="-2592025" y="1687950"/>
                  <a:ext cx="31425" cy="63900"/>
                </a:xfrm>
                <a:custGeom>
                  <a:rect b="b" l="l" r="r" t="t"/>
                  <a:pathLst>
                    <a:path extrusionOk="0" h="2556" w="1257">
                      <a:moveTo>
                        <a:pt x="105" y="0"/>
                      </a:moveTo>
                      <a:cubicBezTo>
                        <a:pt x="105" y="0"/>
                        <a:pt x="0" y="598"/>
                        <a:pt x="20" y="1476"/>
                      </a:cubicBezTo>
                      <a:lnTo>
                        <a:pt x="20" y="1497"/>
                      </a:lnTo>
                      <a:cubicBezTo>
                        <a:pt x="21" y="1535"/>
                        <a:pt x="22" y="1573"/>
                        <a:pt x="24" y="1611"/>
                      </a:cubicBezTo>
                      <a:cubicBezTo>
                        <a:pt x="24" y="1620"/>
                        <a:pt x="24" y="1629"/>
                        <a:pt x="25" y="1637"/>
                      </a:cubicBezTo>
                      <a:cubicBezTo>
                        <a:pt x="26" y="1678"/>
                        <a:pt x="29" y="1719"/>
                        <a:pt x="30" y="1763"/>
                      </a:cubicBezTo>
                      <a:cubicBezTo>
                        <a:pt x="30" y="1767"/>
                        <a:pt x="30" y="1771"/>
                        <a:pt x="31" y="1775"/>
                      </a:cubicBezTo>
                      <a:cubicBezTo>
                        <a:pt x="35" y="1823"/>
                        <a:pt x="37" y="1870"/>
                        <a:pt x="41" y="1920"/>
                      </a:cubicBezTo>
                      <a:cubicBezTo>
                        <a:pt x="41" y="1925"/>
                        <a:pt x="42" y="1929"/>
                        <a:pt x="42" y="1934"/>
                      </a:cubicBezTo>
                      <a:cubicBezTo>
                        <a:pt x="45" y="1975"/>
                        <a:pt x="48" y="2018"/>
                        <a:pt x="51" y="2060"/>
                      </a:cubicBezTo>
                      <a:cubicBezTo>
                        <a:pt x="52" y="2074"/>
                        <a:pt x="53" y="2090"/>
                        <a:pt x="55" y="2104"/>
                      </a:cubicBezTo>
                      <a:cubicBezTo>
                        <a:pt x="57" y="2137"/>
                        <a:pt x="61" y="2171"/>
                        <a:pt x="63" y="2205"/>
                      </a:cubicBezTo>
                      <a:cubicBezTo>
                        <a:pt x="65" y="2223"/>
                        <a:pt x="68" y="2239"/>
                        <a:pt x="69" y="2256"/>
                      </a:cubicBezTo>
                      <a:cubicBezTo>
                        <a:pt x="73" y="2290"/>
                        <a:pt x="77" y="2324"/>
                        <a:pt x="80" y="2359"/>
                      </a:cubicBezTo>
                      <a:cubicBezTo>
                        <a:pt x="82" y="2375"/>
                        <a:pt x="84" y="2390"/>
                        <a:pt x="85" y="2406"/>
                      </a:cubicBezTo>
                      <a:cubicBezTo>
                        <a:pt x="92" y="2455"/>
                        <a:pt x="97" y="2504"/>
                        <a:pt x="105" y="2553"/>
                      </a:cubicBezTo>
                      <a:lnTo>
                        <a:pt x="105" y="2555"/>
                      </a:lnTo>
                      <a:lnTo>
                        <a:pt x="1256" y="2317"/>
                      </a:lnTo>
                      <a:lnTo>
                        <a:pt x="1256" y="1348"/>
                      </a:lnTo>
                      <a:lnTo>
                        <a:pt x="1256" y="252"/>
                      </a:lnTo>
                      <a:lnTo>
                        <a:pt x="1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129"/>
                <p:cNvSpPr/>
                <p:nvPr/>
              </p:nvSpPr>
              <p:spPr>
                <a:xfrm>
                  <a:off x="-2790300" y="1687925"/>
                  <a:ext cx="31200" cy="63925"/>
                </a:xfrm>
                <a:custGeom>
                  <a:rect b="b" l="l" r="r" t="t"/>
                  <a:pathLst>
                    <a:path extrusionOk="0" h="2557" w="1248">
                      <a:moveTo>
                        <a:pt x="1152" y="0"/>
                      </a:moveTo>
                      <a:lnTo>
                        <a:pt x="1" y="253"/>
                      </a:lnTo>
                      <a:lnTo>
                        <a:pt x="1" y="1349"/>
                      </a:lnTo>
                      <a:lnTo>
                        <a:pt x="1" y="2318"/>
                      </a:lnTo>
                      <a:lnTo>
                        <a:pt x="1152" y="2556"/>
                      </a:lnTo>
                      <a:lnTo>
                        <a:pt x="1172" y="2406"/>
                      </a:lnTo>
                      <a:cubicBezTo>
                        <a:pt x="1173" y="2390"/>
                        <a:pt x="1176" y="2375"/>
                        <a:pt x="1177" y="2359"/>
                      </a:cubicBezTo>
                      <a:cubicBezTo>
                        <a:pt x="1181" y="2326"/>
                        <a:pt x="1185" y="2291"/>
                        <a:pt x="1187" y="2257"/>
                      </a:cubicBezTo>
                      <a:cubicBezTo>
                        <a:pt x="1188" y="2240"/>
                        <a:pt x="1192" y="2224"/>
                        <a:pt x="1193" y="2207"/>
                      </a:cubicBezTo>
                      <a:cubicBezTo>
                        <a:pt x="1197" y="2172"/>
                        <a:pt x="1199" y="2138"/>
                        <a:pt x="1202" y="2105"/>
                      </a:cubicBezTo>
                      <a:cubicBezTo>
                        <a:pt x="1203" y="2091"/>
                        <a:pt x="1204" y="2076"/>
                        <a:pt x="1206" y="2061"/>
                      </a:cubicBezTo>
                      <a:cubicBezTo>
                        <a:pt x="1209" y="2019"/>
                        <a:pt x="1212" y="1976"/>
                        <a:pt x="1214" y="1935"/>
                      </a:cubicBezTo>
                      <a:cubicBezTo>
                        <a:pt x="1214" y="1931"/>
                        <a:pt x="1216" y="1926"/>
                        <a:pt x="1216" y="1921"/>
                      </a:cubicBezTo>
                      <a:cubicBezTo>
                        <a:pt x="1219" y="1872"/>
                        <a:pt x="1222" y="1824"/>
                        <a:pt x="1225" y="1776"/>
                      </a:cubicBezTo>
                      <a:cubicBezTo>
                        <a:pt x="1225" y="1771"/>
                        <a:pt x="1225" y="1767"/>
                        <a:pt x="1227" y="1764"/>
                      </a:cubicBezTo>
                      <a:cubicBezTo>
                        <a:pt x="1229" y="1720"/>
                        <a:pt x="1230" y="1679"/>
                        <a:pt x="1232" y="1638"/>
                      </a:cubicBezTo>
                      <a:cubicBezTo>
                        <a:pt x="1232" y="1630"/>
                        <a:pt x="1232" y="1620"/>
                        <a:pt x="1233" y="1611"/>
                      </a:cubicBezTo>
                      <a:lnTo>
                        <a:pt x="1237" y="1498"/>
                      </a:lnTo>
                      <a:lnTo>
                        <a:pt x="1237" y="1477"/>
                      </a:lnTo>
                      <a:cubicBezTo>
                        <a:pt x="1238" y="1434"/>
                        <a:pt x="1238" y="1392"/>
                        <a:pt x="1239" y="1351"/>
                      </a:cubicBezTo>
                      <a:lnTo>
                        <a:pt x="1239" y="1349"/>
                      </a:lnTo>
                      <a:cubicBezTo>
                        <a:pt x="1247" y="541"/>
                        <a:pt x="1152" y="0"/>
                        <a:pt x="11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129"/>
                <p:cNvSpPr/>
                <p:nvPr/>
              </p:nvSpPr>
              <p:spPr>
                <a:xfrm>
                  <a:off x="-2803325" y="1720600"/>
                  <a:ext cx="6350" cy="12300"/>
                </a:xfrm>
                <a:custGeom>
                  <a:rect b="b" l="l" r="r" t="t"/>
                  <a:pathLst>
                    <a:path extrusionOk="0" h="492" w="254">
                      <a:moveTo>
                        <a:pt x="0" y="1"/>
                      </a:moveTo>
                      <a:lnTo>
                        <a:pt x="0" y="492"/>
                      </a:lnTo>
                      <a:lnTo>
                        <a:pt x="253" y="492"/>
                      </a:lnTo>
                      <a:lnTo>
                        <a:pt x="2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129"/>
                <p:cNvSpPr/>
                <p:nvPr/>
              </p:nvSpPr>
              <p:spPr>
                <a:xfrm>
                  <a:off x="-2797000" y="1720600"/>
                  <a:ext cx="6700" cy="18650"/>
                </a:xfrm>
                <a:custGeom>
                  <a:rect b="b" l="l" r="r" t="t"/>
                  <a:pathLst>
                    <a:path extrusionOk="0" h="746" w="268">
                      <a:moveTo>
                        <a:pt x="0" y="1"/>
                      </a:moveTo>
                      <a:lnTo>
                        <a:pt x="0" y="692"/>
                      </a:lnTo>
                      <a:cubicBezTo>
                        <a:pt x="0" y="722"/>
                        <a:pt x="24" y="746"/>
                        <a:pt x="53" y="746"/>
                      </a:cubicBezTo>
                      <a:lnTo>
                        <a:pt x="268" y="746"/>
                      </a:lnTo>
                      <a:lnTo>
                        <a:pt x="2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129"/>
                <p:cNvSpPr/>
                <p:nvPr/>
              </p:nvSpPr>
              <p:spPr>
                <a:xfrm>
                  <a:off x="-2560600" y="1720600"/>
                  <a:ext cx="6675" cy="18625"/>
                </a:xfrm>
                <a:custGeom>
                  <a:rect b="b" l="l" r="r" t="t"/>
                  <a:pathLst>
                    <a:path extrusionOk="0" h="745" w="267">
                      <a:moveTo>
                        <a:pt x="0" y="1"/>
                      </a:moveTo>
                      <a:lnTo>
                        <a:pt x="0" y="745"/>
                      </a:lnTo>
                      <a:lnTo>
                        <a:pt x="214" y="745"/>
                      </a:lnTo>
                      <a:cubicBezTo>
                        <a:pt x="244" y="745"/>
                        <a:pt x="267" y="722"/>
                        <a:pt x="267" y="692"/>
                      </a:cubicBezTo>
                      <a:lnTo>
                        <a:pt x="2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129"/>
                <p:cNvSpPr/>
                <p:nvPr/>
              </p:nvSpPr>
              <p:spPr>
                <a:xfrm>
                  <a:off x="-2553950" y="1720600"/>
                  <a:ext cx="6350" cy="12300"/>
                </a:xfrm>
                <a:custGeom>
                  <a:rect b="b" l="l" r="r" t="t"/>
                  <a:pathLst>
                    <a:path extrusionOk="0" h="492" w="254">
                      <a:moveTo>
                        <a:pt x="1" y="1"/>
                      </a:moveTo>
                      <a:lnTo>
                        <a:pt x="1" y="492"/>
                      </a:lnTo>
                      <a:lnTo>
                        <a:pt x="254" y="492"/>
                      </a:lnTo>
                      <a:lnTo>
                        <a:pt x="2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14" name="Google Shape;10214;p129"/>
            <p:cNvGrpSpPr/>
            <p:nvPr/>
          </p:nvGrpSpPr>
          <p:grpSpPr>
            <a:xfrm>
              <a:off x="7951706" y="4657776"/>
              <a:ext cx="311030" cy="295747"/>
              <a:chOff x="5164484" y="526738"/>
              <a:chExt cx="133266" cy="126713"/>
            </a:xfrm>
          </p:grpSpPr>
          <p:sp>
            <p:nvSpPr>
              <p:cNvPr id="10215" name="Google Shape;10215;p129"/>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129"/>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129"/>
            <p:cNvGrpSpPr/>
            <p:nvPr/>
          </p:nvGrpSpPr>
          <p:grpSpPr>
            <a:xfrm>
              <a:off x="456997" y="3974553"/>
              <a:ext cx="185701" cy="172104"/>
              <a:chOff x="3508459" y="336863"/>
              <a:chExt cx="94750" cy="87813"/>
            </a:xfrm>
          </p:grpSpPr>
          <p:sp>
            <p:nvSpPr>
              <p:cNvPr id="10218" name="Google Shape;10218;p129"/>
              <p:cNvSpPr/>
              <p:nvPr/>
            </p:nvSpPr>
            <p:spPr>
              <a:xfrm>
                <a:off x="3508459" y="336863"/>
                <a:ext cx="94750" cy="86125"/>
              </a:xfrm>
              <a:custGeom>
                <a:rect b="b" l="l" r="r" t="t"/>
                <a:pathLst>
                  <a:path extrusionOk="0" h="3445" w="3790">
                    <a:moveTo>
                      <a:pt x="1897" y="0"/>
                    </a:moveTo>
                    <a:cubicBezTo>
                      <a:pt x="1766" y="0"/>
                      <a:pt x="1633" y="15"/>
                      <a:pt x="1500" y="47"/>
                    </a:cubicBezTo>
                    <a:cubicBezTo>
                      <a:pt x="574" y="265"/>
                      <a:pt x="0" y="1192"/>
                      <a:pt x="219" y="2118"/>
                    </a:cubicBezTo>
                    <a:cubicBezTo>
                      <a:pt x="406" y="2911"/>
                      <a:pt x="1114" y="3445"/>
                      <a:pt x="1895" y="3445"/>
                    </a:cubicBezTo>
                    <a:cubicBezTo>
                      <a:pt x="2026" y="3445"/>
                      <a:pt x="2159" y="3430"/>
                      <a:pt x="2291" y="3399"/>
                    </a:cubicBezTo>
                    <a:cubicBezTo>
                      <a:pt x="3217" y="3180"/>
                      <a:pt x="3790" y="2252"/>
                      <a:pt x="3571" y="1326"/>
                    </a:cubicBezTo>
                    <a:cubicBezTo>
                      <a:pt x="3384" y="534"/>
                      <a:pt x="2678" y="0"/>
                      <a:pt x="1897"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129"/>
              <p:cNvSpPr/>
              <p:nvPr/>
            </p:nvSpPr>
            <p:spPr>
              <a:xfrm>
                <a:off x="3514125" y="338525"/>
                <a:ext cx="86100" cy="86150"/>
              </a:xfrm>
              <a:custGeom>
                <a:rect b="b" l="l" r="r" t="t"/>
                <a:pathLst>
                  <a:path extrusionOk="0" h="3446" w="3444">
                    <a:moveTo>
                      <a:pt x="1721" y="1"/>
                    </a:moveTo>
                    <a:cubicBezTo>
                      <a:pt x="771" y="1"/>
                      <a:pt x="0" y="772"/>
                      <a:pt x="0" y="1723"/>
                    </a:cubicBezTo>
                    <a:cubicBezTo>
                      <a:pt x="0" y="2674"/>
                      <a:pt x="771" y="3445"/>
                      <a:pt x="1721" y="3445"/>
                    </a:cubicBezTo>
                    <a:cubicBezTo>
                      <a:pt x="2673" y="3445"/>
                      <a:pt x="3444" y="2674"/>
                      <a:pt x="3444" y="1723"/>
                    </a:cubicBezTo>
                    <a:cubicBezTo>
                      <a:pt x="3444" y="772"/>
                      <a:pt x="2673" y="1"/>
                      <a:pt x="17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129"/>
              <p:cNvSpPr/>
              <p:nvPr/>
            </p:nvSpPr>
            <p:spPr>
              <a:xfrm>
                <a:off x="3514125" y="338525"/>
                <a:ext cx="86100" cy="43075"/>
              </a:xfrm>
              <a:custGeom>
                <a:rect b="b" l="l" r="r" t="t"/>
                <a:pathLst>
                  <a:path extrusionOk="0" h="1723" w="3444">
                    <a:moveTo>
                      <a:pt x="1721" y="1"/>
                    </a:moveTo>
                    <a:cubicBezTo>
                      <a:pt x="771" y="1"/>
                      <a:pt x="0" y="771"/>
                      <a:pt x="0" y="1723"/>
                    </a:cubicBezTo>
                    <a:lnTo>
                      <a:pt x="3444" y="1723"/>
                    </a:lnTo>
                    <a:cubicBezTo>
                      <a:pt x="3444" y="772"/>
                      <a:pt x="2674" y="1"/>
                      <a:pt x="17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129"/>
            <p:cNvGrpSpPr/>
            <p:nvPr/>
          </p:nvGrpSpPr>
          <p:grpSpPr>
            <a:xfrm>
              <a:off x="35776" y="1017715"/>
              <a:ext cx="606934" cy="489723"/>
              <a:chOff x="-1636175" y="409550"/>
              <a:chExt cx="448750" cy="362088"/>
            </a:xfrm>
          </p:grpSpPr>
          <p:sp>
            <p:nvSpPr>
              <p:cNvPr id="10222" name="Google Shape;10222;p129"/>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129"/>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10224" name="Shape 10224"/>
        <p:cNvGrpSpPr/>
        <p:nvPr/>
      </p:nvGrpSpPr>
      <p:grpSpPr>
        <a:xfrm>
          <a:off x="0" y="0"/>
          <a:ext cx="0" cy="0"/>
          <a:chOff x="0" y="0"/>
          <a:chExt cx="0" cy="0"/>
        </a:xfrm>
      </p:grpSpPr>
      <p:sp>
        <p:nvSpPr>
          <p:cNvPr id="10225" name="Google Shape;10225;p1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0226" name="Google Shape;10226;p130"/>
          <p:cNvGrpSpPr/>
          <p:nvPr/>
        </p:nvGrpSpPr>
        <p:grpSpPr>
          <a:xfrm>
            <a:off x="93580" y="49895"/>
            <a:ext cx="8992447" cy="5061162"/>
            <a:chOff x="93580" y="49895"/>
            <a:chExt cx="8992447" cy="5061162"/>
          </a:xfrm>
        </p:grpSpPr>
        <p:grpSp>
          <p:nvGrpSpPr>
            <p:cNvPr id="10227" name="Google Shape;10227;p130"/>
            <p:cNvGrpSpPr/>
            <p:nvPr/>
          </p:nvGrpSpPr>
          <p:grpSpPr>
            <a:xfrm>
              <a:off x="268728" y="228395"/>
              <a:ext cx="311019" cy="311110"/>
              <a:chOff x="5038846" y="235350"/>
              <a:chExt cx="158691" cy="158738"/>
            </a:xfrm>
          </p:grpSpPr>
          <p:sp>
            <p:nvSpPr>
              <p:cNvPr id="10228" name="Google Shape;10228;p130"/>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30"/>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130"/>
            <p:cNvGrpSpPr/>
            <p:nvPr/>
          </p:nvGrpSpPr>
          <p:grpSpPr>
            <a:xfrm>
              <a:off x="1280128" y="4744495"/>
              <a:ext cx="311019" cy="311110"/>
              <a:chOff x="5038846" y="235350"/>
              <a:chExt cx="158691" cy="158738"/>
            </a:xfrm>
          </p:grpSpPr>
          <p:sp>
            <p:nvSpPr>
              <p:cNvPr id="10231" name="Google Shape;10231;p130"/>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130"/>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3" name="Google Shape;10233;p130"/>
            <p:cNvGrpSpPr/>
            <p:nvPr/>
          </p:nvGrpSpPr>
          <p:grpSpPr>
            <a:xfrm>
              <a:off x="8073228" y="49895"/>
              <a:ext cx="311019" cy="311110"/>
              <a:chOff x="5038846" y="235350"/>
              <a:chExt cx="158691" cy="158738"/>
            </a:xfrm>
          </p:grpSpPr>
          <p:sp>
            <p:nvSpPr>
              <p:cNvPr id="10234" name="Google Shape;10234;p130"/>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130"/>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6" name="Google Shape;10236;p130"/>
            <p:cNvGrpSpPr/>
            <p:nvPr/>
          </p:nvGrpSpPr>
          <p:grpSpPr>
            <a:xfrm>
              <a:off x="8234442" y="4262615"/>
              <a:ext cx="769783" cy="770069"/>
              <a:chOff x="3515584" y="2040188"/>
              <a:chExt cx="392766" cy="392913"/>
            </a:xfrm>
          </p:grpSpPr>
          <p:sp>
            <p:nvSpPr>
              <p:cNvPr id="10237" name="Google Shape;10237;p130"/>
              <p:cNvSpPr/>
              <p:nvPr/>
            </p:nvSpPr>
            <p:spPr>
              <a:xfrm>
                <a:off x="3515584" y="2040188"/>
                <a:ext cx="391425" cy="391425"/>
              </a:xfrm>
              <a:custGeom>
                <a:rect b="b" l="l" r="r" t="t"/>
                <a:pathLst>
                  <a:path extrusionOk="0" h="15657" w="15657">
                    <a:moveTo>
                      <a:pt x="5300" y="1"/>
                    </a:moveTo>
                    <a:cubicBezTo>
                      <a:pt x="4809" y="1"/>
                      <a:pt x="4329" y="67"/>
                      <a:pt x="3876" y="196"/>
                    </a:cubicBezTo>
                    <a:cubicBezTo>
                      <a:pt x="2751" y="507"/>
                      <a:pt x="1777" y="1182"/>
                      <a:pt x="1088" y="2086"/>
                    </a:cubicBezTo>
                    <a:cubicBezTo>
                      <a:pt x="725" y="2559"/>
                      <a:pt x="439" y="3098"/>
                      <a:pt x="255" y="3679"/>
                    </a:cubicBezTo>
                    <a:cubicBezTo>
                      <a:pt x="114" y="4117"/>
                      <a:pt x="28" y="4581"/>
                      <a:pt x="6" y="5059"/>
                    </a:cubicBezTo>
                    <a:lnTo>
                      <a:pt x="0" y="5059"/>
                    </a:lnTo>
                    <a:lnTo>
                      <a:pt x="0" y="6981"/>
                    </a:lnTo>
                    <a:lnTo>
                      <a:pt x="0" y="8286"/>
                    </a:lnTo>
                    <a:lnTo>
                      <a:pt x="0" y="10507"/>
                    </a:lnTo>
                    <a:lnTo>
                      <a:pt x="0" y="11688"/>
                    </a:lnTo>
                    <a:lnTo>
                      <a:pt x="0" y="14310"/>
                    </a:lnTo>
                    <a:lnTo>
                      <a:pt x="0" y="15656"/>
                    </a:lnTo>
                    <a:lnTo>
                      <a:pt x="10599" y="15656"/>
                    </a:lnTo>
                    <a:lnTo>
                      <a:pt x="10599" y="15650"/>
                    </a:lnTo>
                    <a:cubicBezTo>
                      <a:pt x="10860" y="15637"/>
                      <a:pt x="11116" y="15609"/>
                      <a:pt x="11368" y="15558"/>
                    </a:cubicBezTo>
                    <a:cubicBezTo>
                      <a:pt x="11843" y="15466"/>
                      <a:pt x="12297" y="15309"/>
                      <a:pt x="12719" y="15098"/>
                    </a:cubicBezTo>
                    <a:cubicBezTo>
                      <a:pt x="13267" y="14823"/>
                      <a:pt x="13763" y="14458"/>
                      <a:pt x="14182" y="14019"/>
                    </a:cubicBezTo>
                    <a:cubicBezTo>
                      <a:pt x="14459" y="13733"/>
                      <a:pt x="14702" y="13415"/>
                      <a:pt x="14907" y="13071"/>
                    </a:cubicBezTo>
                    <a:cubicBezTo>
                      <a:pt x="15182" y="12617"/>
                      <a:pt x="15386" y="12120"/>
                      <a:pt x="15512" y="11590"/>
                    </a:cubicBezTo>
                    <a:cubicBezTo>
                      <a:pt x="15606" y="11193"/>
                      <a:pt x="15657" y="10780"/>
                      <a:pt x="15657" y="10355"/>
                    </a:cubicBezTo>
                    <a:cubicBezTo>
                      <a:pt x="15657" y="9610"/>
                      <a:pt x="15502" y="8902"/>
                      <a:pt x="15224" y="8262"/>
                    </a:cubicBezTo>
                    <a:cubicBezTo>
                      <a:pt x="14989" y="7710"/>
                      <a:pt x="14657" y="7202"/>
                      <a:pt x="14254" y="6767"/>
                    </a:cubicBezTo>
                    <a:cubicBezTo>
                      <a:pt x="13473" y="5919"/>
                      <a:pt x="12417" y="5326"/>
                      <a:pt x="11229" y="5131"/>
                    </a:cubicBezTo>
                    <a:cubicBezTo>
                      <a:pt x="11022" y="5094"/>
                      <a:pt x="10810" y="5072"/>
                      <a:pt x="10593" y="5062"/>
                    </a:cubicBezTo>
                    <a:cubicBezTo>
                      <a:pt x="10579" y="4787"/>
                      <a:pt x="10548" y="4520"/>
                      <a:pt x="10494" y="4258"/>
                    </a:cubicBezTo>
                    <a:cubicBezTo>
                      <a:pt x="10317" y="3379"/>
                      <a:pt x="9924" y="2575"/>
                      <a:pt x="9370" y="1910"/>
                    </a:cubicBezTo>
                    <a:cubicBezTo>
                      <a:pt x="9243" y="1759"/>
                      <a:pt x="9107" y="1614"/>
                      <a:pt x="8965" y="1476"/>
                    </a:cubicBezTo>
                    <a:cubicBezTo>
                      <a:pt x="8764" y="1280"/>
                      <a:pt x="8544" y="1100"/>
                      <a:pt x="8310" y="943"/>
                    </a:cubicBezTo>
                    <a:cubicBezTo>
                      <a:pt x="7500" y="378"/>
                      <a:pt x="6523" y="35"/>
                      <a:pt x="5471" y="4"/>
                    </a:cubicBezTo>
                    <a:cubicBezTo>
                      <a:pt x="5414" y="1"/>
                      <a:pt x="5357" y="1"/>
                      <a:pt x="530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130"/>
              <p:cNvSpPr/>
              <p:nvPr/>
            </p:nvSpPr>
            <p:spPr>
              <a:xfrm>
                <a:off x="3516900" y="2041650"/>
                <a:ext cx="391450" cy="391450"/>
              </a:xfrm>
              <a:custGeom>
                <a:rect b="b" l="l" r="r" t="t"/>
                <a:pathLst>
                  <a:path extrusionOk="0" h="15658" w="15658">
                    <a:moveTo>
                      <a:pt x="5301" y="1"/>
                    </a:moveTo>
                    <a:cubicBezTo>
                      <a:pt x="4810" y="1"/>
                      <a:pt x="4331" y="67"/>
                      <a:pt x="3877" y="196"/>
                    </a:cubicBezTo>
                    <a:cubicBezTo>
                      <a:pt x="2752" y="507"/>
                      <a:pt x="1779" y="1182"/>
                      <a:pt x="1088" y="2086"/>
                    </a:cubicBezTo>
                    <a:cubicBezTo>
                      <a:pt x="726" y="2560"/>
                      <a:pt x="439" y="3098"/>
                      <a:pt x="257" y="3679"/>
                    </a:cubicBezTo>
                    <a:cubicBezTo>
                      <a:pt x="114" y="4116"/>
                      <a:pt x="29" y="4581"/>
                      <a:pt x="7" y="5059"/>
                    </a:cubicBezTo>
                    <a:lnTo>
                      <a:pt x="1" y="5059"/>
                    </a:lnTo>
                    <a:lnTo>
                      <a:pt x="1" y="15657"/>
                    </a:lnTo>
                    <a:lnTo>
                      <a:pt x="10599" y="15657"/>
                    </a:lnTo>
                    <a:lnTo>
                      <a:pt x="10599" y="15651"/>
                    </a:lnTo>
                    <a:cubicBezTo>
                      <a:pt x="10861" y="15639"/>
                      <a:pt x="11116" y="15610"/>
                      <a:pt x="11368" y="15559"/>
                    </a:cubicBezTo>
                    <a:cubicBezTo>
                      <a:pt x="11845" y="15468"/>
                      <a:pt x="12299" y="15310"/>
                      <a:pt x="12720" y="15099"/>
                    </a:cubicBezTo>
                    <a:cubicBezTo>
                      <a:pt x="13268" y="14824"/>
                      <a:pt x="13763" y="14459"/>
                      <a:pt x="14183" y="14020"/>
                    </a:cubicBezTo>
                    <a:cubicBezTo>
                      <a:pt x="14460" y="13735"/>
                      <a:pt x="14703" y="13416"/>
                      <a:pt x="14908" y="13072"/>
                    </a:cubicBezTo>
                    <a:cubicBezTo>
                      <a:pt x="15181" y="12618"/>
                      <a:pt x="15387" y="12120"/>
                      <a:pt x="15512" y="11591"/>
                    </a:cubicBezTo>
                    <a:cubicBezTo>
                      <a:pt x="15607" y="11194"/>
                      <a:pt x="15658" y="10781"/>
                      <a:pt x="15658" y="10356"/>
                    </a:cubicBezTo>
                    <a:cubicBezTo>
                      <a:pt x="15658" y="9612"/>
                      <a:pt x="15503" y="8902"/>
                      <a:pt x="15227" y="8265"/>
                    </a:cubicBezTo>
                    <a:cubicBezTo>
                      <a:pt x="14989" y="7710"/>
                      <a:pt x="14659" y="7202"/>
                      <a:pt x="14256" y="6766"/>
                    </a:cubicBezTo>
                    <a:cubicBezTo>
                      <a:pt x="13474" y="5919"/>
                      <a:pt x="12419" y="5326"/>
                      <a:pt x="11230" y="5131"/>
                    </a:cubicBezTo>
                    <a:cubicBezTo>
                      <a:pt x="11021" y="5093"/>
                      <a:pt x="10811" y="5071"/>
                      <a:pt x="10593" y="5062"/>
                    </a:cubicBezTo>
                    <a:cubicBezTo>
                      <a:pt x="10580" y="4787"/>
                      <a:pt x="10549" y="4520"/>
                      <a:pt x="10495" y="4258"/>
                    </a:cubicBezTo>
                    <a:cubicBezTo>
                      <a:pt x="10318" y="3379"/>
                      <a:pt x="9924" y="2576"/>
                      <a:pt x="9370" y="1910"/>
                    </a:cubicBezTo>
                    <a:cubicBezTo>
                      <a:pt x="9243" y="1759"/>
                      <a:pt x="9108" y="1615"/>
                      <a:pt x="8967" y="1475"/>
                    </a:cubicBezTo>
                    <a:cubicBezTo>
                      <a:pt x="8765" y="1279"/>
                      <a:pt x="8544" y="1100"/>
                      <a:pt x="8311" y="943"/>
                    </a:cubicBezTo>
                    <a:cubicBezTo>
                      <a:pt x="7501" y="378"/>
                      <a:pt x="6524" y="35"/>
                      <a:pt x="5471" y="4"/>
                    </a:cubicBezTo>
                    <a:cubicBezTo>
                      <a:pt x="5414" y="1"/>
                      <a:pt x="5358" y="1"/>
                      <a:pt x="53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130"/>
              <p:cNvSpPr/>
              <p:nvPr/>
            </p:nvSpPr>
            <p:spPr>
              <a:xfrm>
                <a:off x="3516825" y="2216025"/>
                <a:ext cx="179500" cy="59125"/>
              </a:xfrm>
              <a:custGeom>
                <a:rect b="b" l="l" r="r" t="t"/>
                <a:pathLst>
                  <a:path extrusionOk="0" h="2365" w="7180">
                    <a:moveTo>
                      <a:pt x="0" y="1"/>
                    </a:moveTo>
                    <a:lnTo>
                      <a:pt x="0" y="1304"/>
                    </a:lnTo>
                    <a:cubicBezTo>
                      <a:pt x="1815" y="1993"/>
                      <a:pt x="3779" y="2364"/>
                      <a:pt x="5831" y="2364"/>
                    </a:cubicBezTo>
                    <a:cubicBezTo>
                      <a:pt x="5896" y="2364"/>
                      <a:pt x="5960" y="2364"/>
                      <a:pt x="6025" y="2361"/>
                    </a:cubicBezTo>
                    <a:lnTo>
                      <a:pt x="6080" y="2361"/>
                    </a:lnTo>
                    <a:cubicBezTo>
                      <a:pt x="6146" y="2361"/>
                      <a:pt x="6215" y="2359"/>
                      <a:pt x="6285" y="2359"/>
                    </a:cubicBezTo>
                    <a:cubicBezTo>
                      <a:pt x="6292" y="2356"/>
                      <a:pt x="6302" y="2356"/>
                      <a:pt x="6311" y="2356"/>
                    </a:cubicBezTo>
                    <a:lnTo>
                      <a:pt x="6374" y="2356"/>
                    </a:lnTo>
                    <a:cubicBezTo>
                      <a:pt x="6380" y="2354"/>
                      <a:pt x="6386" y="2354"/>
                      <a:pt x="6396" y="2354"/>
                    </a:cubicBezTo>
                    <a:lnTo>
                      <a:pt x="6450" y="2354"/>
                    </a:lnTo>
                    <a:cubicBezTo>
                      <a:pt x="6452" y="2352"/>
                      <a:pt x="6454" y="2352"/>
                      <a:pt x="6455" y="2352"/>
                    </a:cubicBezTo>
                    <a:cubicBezTo>
                      <a:pt x="6457" y="2352"/>
                      <a:pt x="6460" y="2352"/>
                      <a:pt x="6463" y="2354"/>
                    </a:cubicBezTo>
                    <a:cubicBezTo>
                      <a:pt x="6469" y="2351"/>
                      <a:pt x="6479" y="2351"/>
                      <a:pt x="6489" y="2351"/>
                    </a:cubicBezTo>
                    <a:lnTo>
                      <a:pt x="6518" y="2351"/>
                    </a:lnTo>
                    <a:cubicBezTo>
                      <a:pt x="6518" y="2350"/>
                      <a:pt x="6518" y="2349"/>
                      <a:pt x="6519" y="2349"/>
                    </a:cubicBezTo>
                    <a:cubicBezTo>
                      <a:pt x="6521" y="2349"/>
                      <a:pt x="6522" y="2350"/>
                      <a:pt x="6524" y="2351"/>
                    </a:cubicBezTo>
                    <a:cubicBezTo>
                      <a:pt x="6530" y="2349"/>
                      <a:pt x="6536" y="2349"/>
                      <a:pt x="6543" y="2349"/>
                    </a:cubicBezTo>
                    <a:lnTo>
                      <a:pt x="6559" y="2349"/>
                    </a:lnTo>
                    <a:cubicBezTo>
                      <a:pt x="6574" y="2349"/>
                      <a:pt x="6590" y="2346"/>
                      <a:pt x="6608" y="2346"/>
                    </a:cubicBezTo>
                    <a:lnTo>
                      <a:pt x="6618" y="2346"/>
                    </a:lnTo>
                    <a:cubicBezTo>
                      <a:pt x="6803" y="2337"/>
                      <a:pt x="6993" y="2324"/>
                      <a:pt x="7179" y="2309"/>
                    </a:cubicBezTo>
                    <a:cubicBezTo>
                      <a:pt x="7076" y="2299"/>
                      <a:pt x="6968" y="2289"/>
                      <a:pt x="6861" y="2269"/>
                    </a:cubicBezTo>
                    <a:cubicBezTo>
                      <a:pt x="6835" y="2269"/>
                      <a:pt x="6814" y="2266"/>
                      <a:pt x="6792" y="2263"/>
                    </a:cubicBezTo>
                    <a:cubicBezTo>
                      <a:pt x="6726" y="2259"/>
                      <a:pt x="6663" y="2251"/>
                      <a:pt x="6600" y="2244"/>
                    </a:cubicBezTo>
                    <a:lnTo>
                      <a:pt x="6597" y="2244"/>
                    </a:lnTo>
                    <a:lnTo>
                      <a:pt x="6531" y="2235"/>
                    </a:lnTo>
                    <a:cubicBezTo>
                      <a:pt x="6523" y="2235"/>
                      <a:pt x="6515" y="2235"/>
                      <a:pt x="6509" y="2232"/>
                    </a:cubicBezTo>
                    <a:lnTo>
                      <a:pt x="6494" y="2232"/>
                    </a:lnTo>
                    <a:cubicBezTo>
                      <a:pt x="6484" y="2232"/>
                      <a:pt x="6478" y="2230"/>
                      <a:pt x="6472" y="2230"/>
                    </a:cubicBezTo>
                    <a:lnTo>
                      <a:pt x="6459" y="2230"/>
                    </a:lnTo>
                    <a:cubicBezTo>
                      <a:pt x="6453" y="2227"/>
                      <a:pt x="6446" y="2227"/>
                      <a:pt x="6440" y="2227"/>
                    </a:cubicBezTo>
                    <a:cubicBezTo>
                      <a:pt x="6431" y="2225"/>
                      <a:pt x="6421" y="2225"/>
                      <a:pt x="6411" y="2225"/>
                    </a:cubicBezTo>
                    <a:lnTo>
                      <a:pt x="6409" y="2225"/>
                    </a:lnTo>
                    <a:cubicBezTo>
                      <a:pt x="6402" y="2222"/>
                      <a:pt x="6397" y="2222"/>
                      <a:pt x="6394" y="2222"/>
                    </a:cubicBezTo>
                    <a:lnTo>
                      <a:pt x="6386" y="2222"/>
                    </a:lnTo>
                    <a:cubicBezTo>
                      <a:pt x="6374" y="2218"/>
                      <a:pt x="6361" y="2218"/>
                      <a:pt x="6352" y="2216"/>
                    </a:cubicBezTo>
                    <a:cubicBezTo>
                      <a:pt x="6342" y="2216"/>
                      <a:pt x="6333" y="2216"/>
                      <a:pt x="6327" y="2213"/>
                    </a:cubicBezTo>
                    <a:cubicBezTo>
                      <a:pt x="6314" y="2213"/>
                      <a:pt x="6304" y="2210"/>
                      <a:pt x="6296" y="2210"/>
                    </a:cubicBezTo>
                    <a:cubicBezTo>
                      <a:pt x="6288" y="2210"/>
                      <a:pt x="6285" y="2207"/>
                      <a:pt x="6282" y="2207"/>
                    </a:cubicBezTo>
                    <a:cubicBezTo>
                      <a:pt x="6225" y="2201"/>
                      <a:pt x="6169" y="2191"/>
                      <a:pt x="6112" y="2182"/>
                    </a:cubicBezTo>
                    <a:lnTo>
                      <a:pt x="6092" y="2182"/>
                    </a:lnTo>
                    <a:cubicBezTo>
                      <a:pt x="3889" y="1857"/>
                      <a:pt x="1830" y="110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130"/>
              <p:cNvSpPr/>
              <p:nvPr/>
            </p:nvSpPr>
            <p:spPr>
              <a:xfrm>
                <a:off x="3658900" y="2273150"/>
                <a:ext cx="245825" cy="95275"/>
              </a:xfrm>
              <a:custGeom>
                <a:rect b="b" l="l" r="r" t="t"/>
                <a:pathLst>
                  <a:path extrusionOk="0" h="3811" w="9833">
                    <a:moveTo>
                      <a:pt x="1390" y="1"/>
                    </a:moveTo>
                    <a:cubicBezTo>
                      <a:pt x="1375" y="1"/>
                      <a:pt x="1360" y="1"/>
                      <a:pt x="1345" y="1"/>
                    </a:cubicBezTo>
                    <a:lnTo>
                      <a:pt x="1181" y="1"/>
                    </a:lnTo>
                    <a:cubicBezTo>
                      <a:pt x="1152" y="1"/>
                      <a:pt x="1125" y="3"/>
                      <a:pt x="1096" y="3"/>
                    </a:cubicBezTo>
                    <a:cubicBezTo>
                      <a:pt x="1031" y="3"/>
                      <a:pt x="965" y="6"/>
                      <a:pt x="894" y="6"/>
                    </a:cubicBezTo>
                    <a:cubicBezTo>
                      <a:pt x="886" y="6"/>
                      <a:pt x="876" y="6"/>
                      <a:pt x="867" y="8"/>
                    </a:cubicBezTo>
                    <a:lnTo>
                      <a:pt x="807" y="8"/>
                    </a:lnTo>
                    <a:cubicBezTo>
                      <a:pt x="800" y="8"/>
                      <a:pt x="790" y="8"/>
                      <a:pt x="781" y="11"/>
                    </a:cubicBezTo>
                    <a:cubicBezTo>
                      <a:pt x="780" y="10"/>
                      <a:pt x="779" y="10"/>
                      <a:pt x="778" y="10"/>
                    </a:cubicBezTo>
                    <a:cubicBezTo>
                      <a:pt x="775" y="10"/>
                      <a:pt x="770" y="11"/>
                      <a:pt x="765" y="11"/>
                    </a:cubicBezTo>
                    <a:cubicBezTo>
                      <a:pt x="764" y="12"/>
                      <a:pt x="763" y="12"/>
                      <a:pt x="762" y="12"/>
                    </a:cubicBezTo>
                    <a:cubicBezTo>
                      <a:pt x="761" y="12"/>
                      <a:pt x="759" y="11"/>
                      <a:pt x="759" y="11"/>
                    </a:cubicBezTo>
                    <a:lnTo>
                      <a:pt x="716" y="11"/>
                    </a:lnTo>
                    <a:cubicBezTo>
                      <a:pt x="709" y="11"/>
                      <a:pt x="698" y="11"/>
                      <a:pt x="690" y="13"/>
                    </a:cubicBezTo>
                    <a:lnTo>
                      <a:pt x="655" y="13"/>
                    </a:lnTo>
                    <a:cubicBezTo>
                      <a:pt x="649" y="13"/>
                      <a:pt x="642" y="13"/>
                      <a:pt x="635" y="16"/>
                    </a:cubicBezTo>
                    <a:lnTo>
                      <a:pt x="630" y="16"/>
                    </a:lnTo>
                    <a:cubicBezTo>
                      <a:pt x="613" y="16"/>
                      <a:pt x="593" y="16"/>
                      <a:pt x="571" y="18"/>
                    </a:cubicBezTo>
                    <a:lnTo>
                      <a:pt x="568" y="18"/>
                    </a:lnTo>
                    <a:cubicBezTo>
                      <a:pt x="378" y="25"/>
                      <a:pt x="191" y="38"/>
                      <a:pt x="1" y="53"/>
                    </a:cubicBezTo>
                    <a:cubicBezTo>
                      <a:pt x="118" y="63"/>
                      <a:pt x="234" y="71"/>
                      <a:pt x="347" y="84"/>
                    </a:cubicBezTo>
                    <a:cubicBezTo>
                      <a:pt x="363" y="89"/>
                      <a:pt x="378" y="89"/>
                      <a:pt x="392" y="91"/>
                    </a:cubicBezTo>
                    <a:lnTo>
                      <a:pt x="582" y="110"/>
                    </a:lnTo>
                    <a:cubicBezTo>
                      <a:pt x="582" y="110"/>
                      <a:pt x="584" y="110"/>
                      <a:pt x="584" y="112"/>
                    </a:cubicBezTo>
                    <a:cubicBezTo>
                      <a:pt x="605" y="112"/>
                      <a:pt x="628" y="116"/>
                      <a:pt x="650" y="120"/>
                    </a:cubicBezTo>
                    <a:cubicBezTo>
                      <a:pt x="656" y="120"/>
                      <a:pt x="665" y="120"/>
                      <a:pt x="671" y="122"/>
                    </a:cubicBezTo>
                    <a:lnTo>
                      <a:pt x="685" y="122"/>
                    </a:lnTo>
                    <a:cubicBezTo>
                      <a:pt x="691" y="122"/>
                      <a:pt x="701" y="125"/>
                      <a:pt x="711" y="125"/>
                    </a:cubicBezTo>
                    <a:lnTo>
                      <a:pt x="719" y="125"/>
                    </a:lnTo>
                    <a:cubicBezTo>
                      <a:pt x="726" y="127"/>
                      <a:pt x="732" y="127"/>
                      <a:pt x="742" y="127"/>
                    </a:cubicBezTo>
                    <a:cubicBezTo>
                      <a:pt x="748" y="130"/>
                      <a:pt x="758" y="130"/>
                      <a:pt x="767" y="130"/>
                    </a:cubicBezTo>
                    <a:lnTo>
                      <a:pt x="774" y="130"/>
                    </a:lnTo>
                    <a:cubicBezTo>
                      <a:pt x="778" y="132"/>
                      <a:pt x="780" y="132"/>
                      <a:pt x="786" y="132"/>
                    </a:cubicBezTo>
                    <a:lnTo>
                      <a:pt x="795" y="132"/>
                    </a:lnTo>
                    <a:cubicBezTo>
                      <a:pt x="805" y="136"/>
                      <a:pt x="817" y="136"/>
                      <a:pt x="830" y="138"/>
                    </a:cubicBezTo>
                    <a:cubicBezTo>
                      <a:pt x="837" y="138"/>
                      <a:pt x="843" y="138"/>
                      <a:pt x="852" y="141"/>
                    </a:cubicBezTo>
                    <a:cubicBezTo>
                      <a:pt x="861" y="141"/>
                      <a:pt x="874" y="143"/>
                      <a:pt x="887" y="143"/>
                    </a:cubicBezTo>
                    <a:cubicBezTo>
                      <a:pt x="889" y="146"/>
                      <a:pt x="893" y="146"/>
                      <a:pt x="896" y="146"/>
                    </a:cubicBezTo>
                    <a:cubicBezTo>
                      <a:pt x="953" y="153"/>
                      <a:pt x="1012" y="163"/>
                      <a:pt x="1069" y="172"/>
                    </a:cubicBezTo>
                    <a:cubicBezTo>
                      <a:pt x="1075" y="172"/>
                      <a:pt x="1084" y="172"/>
                      <a:pt x="1090" y="174"/>
                    </a:cubicBezTo>
                    <a:cubicBezTo>
                      <a:pt x="4157" y="625"/>
                      <a:pt x="6952" y="1920"/>
                      <a:pt x="9228" y="3811"/>
                    </a:cubicBezTo>
                    <a:cubicBezTo>
                      <a:pt x="9501" y="3357"/>
                      <a:pt x="9707" y="2859"/>
                      <a:pt x="9832" y="2330"/>
                    </a:cubicBezTo>
                    <a:cubicBezTo>
                      <a:pt x="7361" y="854"/>
                      <a:pt x="4474" y="1"/>
                      <a:pt x="13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130"/>
              <p:cNvSpPr/>
              <p:nvPr/>
            </p:nvSpPr>
            <p:spPr>
              <a:xfrm>
                <a:off x="3676675" y="2065100"/>
                <a:ext cx="74500" cy="227675"/>
              </a:xfrm>
              <a:custGeom>
                <a:rect b="b" l="l" r="r" t="t"/>
                <a:pathLst>
                  <a:path extrusionOk="0" h="9107" w="2980">
                    <a:moveTo>
                      <a:pt x="1930" y="1"/>
                    </a:moveTo>
                    <a:cubicBezTo>
                      <a:pt x="697" y="2318"/>
                      <a:pt x="1" y="4955"/>
                      <a:pt x="1" y="7759"/>
                    </a:cubicBezTo>
                    <a:cubicBezTo>
                      <a:pt x="1" y="7825"/>
                      <a:pt x="1" y="7888"/>
                      <a:pt x="3" y="7954"/>
                    </a:cubicBezTo>
                    <a:lnTo>
                      <a:pt x="3" y="8009"/>
                    </a:lnTo>
                    <a:cubicBezTo>
                      <a:pt x="3" y="8074"/>
                      <a:pt x="6" y="8140"/>
                      <a:pt x="6" y="8210"/>
                    </a:cubicBezTo>
                    <a:cubicBezTo>
                      <a:pt x="8" y="8219"/>
                      <a:pt x="8" y="8229"/>
                      <a:pt x="8" y="8238"/>
                    </a:cubicBezTo>
                    <a:lnTo>
                      <a:pt x="8" y="8254"/>
                    </a:lnTo>
                    <a:lnTo>
                      <a:pt x="8" y="8260"/>
                    </a:lnTo>
                    <a:lnTo>
                      <a:pt x="8" y="8298"/>
                    </a:lnTo>
                    <a:cubicBezTo>
                      <a:pt x="11" y="8304"/>
                      <a:pt x="11" y="8315"/>
                      <a:pt x="11" y="8324"/>
                    </a:cubicBezTo>
                    <a:lnTo>
                      <a:pt x="11" y="8373"/>
                    </a:lnTo>
                    <a:cubicBezTo>
                      <a:pt x="13" y="8376"/>
                      <a:pt x="13" y="8383"/>
                      <a:pt x="11" y="8389"/>
                    </a:cubicBezTo>
                    <a:cubicBezTo>
                      <a:pt x="13" y="8396"/>
                      <a:pt x="13" y="8406"/>
                      <a:pt x="13" y="8415"/>
                    </a:cubicBezTo>
                    <a:lnTo>
                      <a:pt x="13" y="8440"/>
                    </a:lnTo>
                    <a:lnTo>
                      <a:pt x="13" y="8448"/>
                    </a:lnTo>
                    <a:cubicBezTo>
                      <a:pt x="16" y="8454"/>
                      <a:pt x="16" y="8460"/>
                      <a:pt x="16" y="8469"/>
                    </a:cubicBezTo>
                    <a:lnTo>
                      <a:pt x="16" y="8482"/>
                    </a:lnTo>
                    <a:cubicBezTo>
                      <a:pt x="16" y="8499"/>
                      <a:pt x="18" y="8517"/>
                      <a:pt x="18" y="8536"/>
                    </a:cubicBezTo>
                    <a:lnTo>
                      <a:pt x="18" y="8543"/>
                    </a:lnTo>
                    <a:cubicBezTo>
                      <a:pt x="28" y="8732"/>
                      <a:pt x="41" y="8917"/>
                      <a:pt x="56" y="9106"/>
                    </a:cubicBezTo>
                    <a:cubicBezTo>
                      <a:pt x="65" y="9000"/>
                      <a:pt x="74" y="8897"/>
                      <a:pt x="87" y="8791"/>
                    </a:cubicBezTo>
                    <a:cubicBezTo>
                      <a:pt x="87" y="8766"/>
                      <a:pt x="90" y="8744"/>
                      <a:pt x="94" y="8722"/>
                    </a:cubicBezTo>
                    <a:cubicBezTo>
                      <a:pt x="98" y="8656"/>
                      <a:pt x="106" y="8593"/>
                      <a:pt x="113" y="8530"/>
                    </a:cubicBezTo>
                    <a:lnTo>
                      <a:pt x="113" y="8527"/>
                    </a:lnTo>
                    <a:cubicBezTo>
                      <a:pt x="115" y="8505"/>
                      <a:pt x="119" y="8480"/>
                      <a:pt x="121" y="8458"/>
                    </a:cubicBezTo>
                    <a:cubicBezTo>
                      <a:pt x="121" y="8451"/>
                      <a:pt x="121" y="8443"/>
                      <a:pt x="125" y="8435"/>
                    </a:cubicBezTo>
                    <a:lnTo>
                      <a:pt x="125" y="8429"/>
                    </a:lnTo>
                    <a:lnTo>
                      <a:pt x="125" y="8423"/>
                    </a:lnTo>
                    <a:cubicBezTo>
                      <a:pt x="125" y="8417"/>
                      <a:pt x="127" y="8406"/>
                      <a:pt x="127" y="8397"/>
                    </a:cubicBezTo>
                    <a:lnTo>
                      <a:pt x="127" y="8388"/>
                    </a:lnTo>
                    <a:cubicBezTo>
                      <a:pt x="130" y="8382"/>
                      <a:pt x="130" y="8375"/>
                      <a:pt x="130" y="8366"/>
                    </a:cubicBezTo>
                    <a:cubicBezTo>
                      <a:pt x="132" y="8360"/>
                      <a:pt x="132" y="8350"/>
                      <a:pt x="132" y="8340"/>
                    </a:cubicBezTo>
                    <a:lnTo>
                      <a:pt x="132" y="8337"/>
                    </a:lnTo>
                    <a:cubicBezTo>
                      <a:pt x="135" y="8335"/>
                      <a:pt x="135" y="8329"/>
                      <a:pt x="135" y="8322"/>
                    </a:cubicBezTo>
                    <a:lnTo>
                      <a:pt x="135" y="8314"/>
                    </a:lnTo>
                    <a:cubicBezTo>
                      <a:pt x="139" y="8304"/>
                      <a:pt x="139" y="8291"/>
                      <a:pt x="141" y="8278"/>
                    </a:cubicBezTo>
                    <a:cubicBezTo>
                      <a:pt x="141" y="8272"/>
                      <a:pt x="141" y="8265"/>
                      <a:pt x="144" y="8259"/>
                    </a:cubicBezTo>
                    <a:cubicBezTo>
                      <a:pt x="144" y="8247"/>
                      <a:pt x="146" y="8235"/>
                      <a:pt x="146" y="8222"/>
                    </a:cubicBezTo>
                    <a:cubicBezTo>
                      <a:pt x="146" y="8220"/>
                      <a:pt x="149" y="8216"/>
                      <a:pt x="149" y="8212"/>
                    </a:cubicBezTo>
                    <a:cubicBezTo>
                      <a:pt x="156" y="8156"/>
                      <a:pt x="166" y="8097"/>
                      <a:pt x="175" y="8040"/>
                    </a:cubicBezTo>
                    <a:cubicBezTo>
                      <a:pt x="175" y="8034"/>
                      <a:pt x="175" y="8025"/>
                      <a:pt x="177" y="8018"/>
                    </a:cubicBezTo>
                    <a:cubicBezTo>
                      <a:pt x="559" y="5424"/>
                      <a:pt x="1543" y="3026"/>
                      <a:pt x="2979" y="971"/>
                    </a:cubicBezTo>
                    <a:cubicBezTo>
                      <a:pt x="2853" y="820"/>
                      <a:pt x="2717" y="674"/>
                      <a:pt x="2585" y="533"/>
                    </a:cubicBezTo>
                    <a:cubicBezTo>
                      <a:pt x="2384" y="337"/>
                      <a:pt x="2163" y="158"/>
                      <a:pt x="1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130"/>
              <p:cNvSpPr/>
              <p:nvPr/>
            </p:nvSpPr>
            <p:spPr>
              <a:xfrm>
                <a:off x="3620675" y="2255375"/>
                <a:ext cx="58100" cy="177700"/>
              </a:xfrm>
              <a:custGeom>
                <a:rect b="b" l="l" r="r" t="t"/>
                <a:pathLst>
                  <a:path extrusionOk="0" h="7108" w="2324">
                    <a:moveTo>
                      <a:pt x="2261" y="1"/>
                    </a:moveTo>
                    <a:cubicBezTo>
                      <a:pt x="2252" y="118"/>
                      <a:pt x="2243" y="234"/>
                      <a:pt x="2230" y="348"/>
                    </a:cubicBezTo>
                    <a:cubicBezTo>
                      <a:pt x="2226" y="363"/>
                      <a:pt x="2226" y="376"/>
                      <a:pt x="2223" y="392"/>
                    </a:cubicBezTo>
                    <a:cubicBezTo>
                      <a:pt x="2217" y="455"/>
                      <a:pt x="2211" y="518"/>
                      <a:pt x="2205" y="578"/>
                    </a:cubicBezTo>
                    <a:cubicBezTo>
                      <a:pt x="2205" y="580"/>
                      <a:pt x="2201" y="580"/>
                      <a:pt x="2201" y="580"/>
                    </a:cubicBezTo>
                    <a:cubicBezTo>
                      <a:pt x="2201" y="601"/>
                      <a:pt x="2197" y="624"/>
                      <a:pt x="2195" y="646"/>
                    </a:cubicBezTo>
                    <a:cubicBezTo>
                      <a:pt x="2195" y="655"/>
                      <a:pt x="2195" y="661"/>
                      <a:pt x="2192" y="667"/>
                    </a:cubicBezTo>
                    <a:lnTo>
                      <a:pt x="2192" y="681"/>
                    </a:lnTo>
                    <a:lnTo>
                      <a:pt x="2192" y="683"/>
                    </a:lnTo>
                    <a:cubicBezTo>
                      <a:pt x="2192" y="692"/>
                      <a:pt x="2190" y="698"/>
                      <a:pt x="2190" y="705"/>
                    </a:cubicBezTo>
                    <a:lnTo>
                      <a:pt x="2190" y="718"/>
                    </a:lnTo>
                    <a:cubicBezTo>
                      <a:pt x="2188" y="724"/>
                      <a:pt x="2188" y="730"/>
                      <a:pt x="2188" y="738"/>
                    </a:cubicBezTo>
                    <a:cubicBezTo>
                      <a:pt x="2185" y="746"/>
                      <a:pt x="2185" y="756"/>
                      <a:pt x="2185" y="765"/>
                    </a:cubicBezTo>
                    <a:lnTo>
                      <a:pt x="2185" y="769"/>
                    </a:lnTo>
                    <a:cubicBezTo>
                      <a:pt x="2183" y="775"/>
                      <a:pt x="2183" y="780"/>
                      <a:pt x="2183" y="784"/>
                    </a:cubicBezTo>
                    <a:lnTo>
                      <a:pt x="2183" y="790"/>
                    </a:lnTo>
                    <a:cubicBezTo>
                      <a:pt x="2179" y="803"/>
                      <a:pt x="2179" y="816"/>
                      <a:pt x="2176" y="825"/>
                    </a:cubicBezTo>
                    <a:cubicBezTo>
                      <a:pt x="2176" y="836"/>
                      <a:pt x="2174" y="844"/>
                      <a:pt x="2174" y="851"/>
                    </a:cubicBezTo>
                    <a:cubicBezTo>
                      <a:pt x="2174" y="863"/>
                      <a:pt x="2171" y="873"/>
                      <a:pt x="2171" y="882"/>
                    </a:cubicBezTo>
                    <a:cubicBezTo>
                      <a:pt x="2168" y="888"/>
                      <a:pt x="2165" y="892"/>
                      <a:pt x="2168" y="894"/>
                    </a:cubicBezTo>
                    <a:cubicBezTo>
                      <a:pt x="2162" y="951"/>
                      <a:pt x="2152" y="1008"/>
                      <a:pt x="2143" y="1065"/>
                    </a:cubicBezTo>
                    <a:lnTo>
                      <a:pt x="2143" y="1084"/>
                    </a:lnTo>
                    <a:cubicBezTo>
                      <a:pt x="1822" y="3259"/>
                      <a:pt x="1081" y="5295"/>
                      <a:pt x="0" y="7107"/>
                    </a:cubicBezTo>
                    <a:lnTo>
                      <a:pt x="1292" y="7107"/>
                    </a:lnTo>
                    <a:cubicBezTo>
                      <a:pt x="1961" y="5315"/>
                      <a:pt x="2323" y="3372"/>
                      <a:pt x="2323" y="1347"/>
                    </a:cubicBezTo>
                    <a:lnTo>
                      <a:pt x="2323" y="1182"/>
                    </a:lnTo>
                    <a:cubicBezTo>
                      <a:pt x="2323" y="1154"/>
                      <a:pt x="2319" y="1126"/>
                      <a:pt x="2311" y="1097"/>
                    </a:cubicBezTo>
                    <a:cubicBezTo>
                      <a:pt x="2311" y="1032"/>
                      <a:pt x="2309" y="962"/>
                      <a:pt x="2309" y="892"/>
                    </a:cubicBezTo>
                    <a:cubicBezTo>
                      <a:pt x="2309" y="885"/>
                      <a:pt x="2309" y="875"/>
                      <a:pt x="2306" y="867"/>
                    </a:cubicBezTo>
                    <a:lnTo>
                      <a:pt x="2306" y="803"/>
                    </a:lnTo>
                    <a:cubicBezTo>
                      <a:pt x="2306" y="796"/>
                      <a:pt x="2306" y="790"/>
                      <a:pt x="2304" y="781"/>
                    </a:cubicBezTo>
                    <a:cubicBezTo>
                      <a:pt x="2306" y="779"/>
                      <a:pt x="2304" y="772"/>
                      <a:pt x="2304" y="765"/>
                    </a:cubicBezTo>
                    <a:lnTo>
                      <a:pt x="2304" y="759"/>
                    </a:lnTo>
                    <a:lnTo>
                      <a:pt x="2304" y="715"/>
                    </a:lnTo>
                    <a:cubicBezTo>
                      <a:pt x="2304" y="709"/>
                      <a:pt x="2304" y="703"/>
                      <a:pt x="2301" y="693"/>
                    </a:cubicBezTo>
                    <a:lnTo>
                      <a:pt x="2301" y="652"/>
                    </a:lnTo>
                    <a:cubicBezTo>
                      <a:pt x="2301" y="650"/>
                      <a:pt x="2301" y="643"/>
                      <a:pt x="2299" y="636"/>
                    </a:cubicBezTo>
                    <a:lnTo>
                      <a:pt x="2301" y="634"/>
                    </a:lnTo>
                    <a:cubicBezTo>
                      <a:pt x="2301" y="630"/>
                      <a:pt x="2301" y="627"/>
                      <a:pt x="2299" y="627"/>
                    </a:cubicBezTo>
                    <a:cubicBezTo>
                      <a:pt x="2299" y="609"/>
                      <a:pt x="2299" y="590"/>
                      <a:pt x="2295" y="570"/>
                    </a:cubicBezTo>
                    <a:lnTo>
                      <a:pt x="2295" y="568"/>
                    </a:lnTo>
                    <a:cubicBezTo>
                      <a:pt x="2289" y="378"/>
                      <a:pt x="2277" y="191"/>
                      <a:pt x="2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130"/>
              <p:cNvSpPr/>
              <p:nvPr/>
            </p:nvSpPr>
            <p:spPr>
              <a:xfrm>
                <a:off x="3516850" y="2264450"/>
                <a:ext cx="176775" cy="69400"/>
              </a:xfrm>
              <a:custGeom>
                <a:rect b="b" l="l" r="r" t="t"/>
                <a:pathLst>
                  <a:path extrusionOk="0" h="2776" w="7071">
                    <a:moveTo>
                      <a:pt x="7071" y="0"/>
                    </a:moveTo>
                    <a:cubicBezTo>
                      <a:pt x="6981" y="44"/>
                      <a:pt x="6889" y="86"/>
                      <a:pt x="6788" y="128"/>
                    </a:cubicBezTo>
                    <a:cubicBezTo>
                      <a:pt x="6766" y="140"/>
                      <a:pt x="6741" y="154"/>
                      <a:pt x="6716" y="163"/>
                    </a:cubicBezTo>
                    <a:cubicBezTo>
                      <a:pt x="6659" y="189"/>
                      <a:pt x="6599" y="217"/>
                      <a:pt x="6539" y="238"/>
                    </a:cubicBezTo>
                    <a:cubicBezTo>
                      <a:pt x="6539" y="238"/>
                      <a:pt x="6539" y="242"/>
                      <a:pt x="6536" y="242"/>
                    </a:cubicBezTo>
                    <a:cubicBezTo>
                      <a:pt x="6518" y="252"/>
                      <a:pt x="6496" y="261"/>
                      <a:pt x="6473" y="267"/>
                    </a:cubicBezTo>
                    <a:cubicBezTo>
                      <a:pt x="6469" y="272"/>
                      <a:pt x="6464" y="275"/>
                      <a:pt x="6460" y="275"/>
                    </a:cubicBezTo>
                    <a:cubicBezTo>
                      <a:pt x="6458" y="275"/>
                      <a:pt x="6456" y="274"/>
                      <a:pt x="6455" y="273"/>
                    </a:cubicBezTo>
                    <a:lnTo>
                      <a:pt x="6452" y="277"/>
                    </a:lnTo>
                    <a:cubicBezTo>
                      <a:pt x="6447" y="279"/>
                      <a:pt x="6447" y="279"/>
                      <a:pt x="6445" y="279"/>
                    </a:cubicBezTo>
                    <a:cubicBezTo>
                      <a:pt x="6445" y="279"/>
                      <a:pt x="6445" y="281"/>
                      <a:pt x="6442" y="281"/>
                    </a:cubicBezTo>
                    <a:lnTo>
                      <a:pt x="6440" y="281"/>
                    </a:lnTo>
                    <a:cubicBezTo>
                      <a:pt x="6431" y="288"/>
                      <a:pt x="6418" y="291"/>
                      <a:pt x="6409" y="294"/>
                    </a:cubicBezTo>
                    <a:lnTo>
                      <a:pt x="6406" y="294"/>
                    </a:lnTo>
                    <a:cubicBezTo>
                      <a:pt x="6400" y="300"/>
                      <a:pt x="6398" y="300"/>
                      <a:pt x="6391" y="303"/>
                    </a:cubicBezTo>
                    <a:cubicBezTo>
                      <a:pt x="6384" y="305"/>
                      <a:pt x="6375" y="310"/>
                      <a:pt x="6369" y="312"/>
                    </a:cubicBezTo>
                    <a:lnTo>
                      <a:pt x="6367" y="312"/>
                    </a:lnTo>
                    <a:cubicBezTo>
                      <a:pt x="6360" y="316"/>
                      <a:pt x="6353" y="319"/>
                      <a:pt x="6347" y="319"/>
                    </a:cubicBezTo>
                    <a:lnTo>
                      <a:pt x="6347" y="321"/>
                    </a:lnTo>
                    <a:cubicBezTo>
                      <a:pt x="6334" y="327"/>
                      <a:pt x="6318" y="334"/>
                      <a:pt x="6306" y="336"/>
                    </a:cubicBezTo>
                    <a:cubicBezTo>
                      <a:pt x="6300" y="340"/>
                      <a:pt x="6293" y="343"/>
                      <a:pt x="6286" y="346"/>
                    </a:cubicBezTo>
                    <a:cubicBezTo>
                      <a:pt x="6275" y="352"/>
                      <a:pt x="6262" y="355"/>
                      <a:pt x="6249" y="361"/>
                    </a:cubicBezTo>
                    <a:lnTo>
                      <a:pt x="6246" y="361"/>
                    </a:lnTo>
                    <a:cubicBezTo>
                      <a:pt x="6191" y="386"/>
                      <a:pt x="6135" y="408"/>
                      <a:pt x="6080" y="427"/>
                    </a:cubicBezTo>
                    <a:cubicBezTo>
                      <a:pt x="6078" y="430"/>
                      <a:pt x="6074" y="433"/>
                      <a:pt x="6071" y="433"/>
                    </a:cubicBezTo>
                    <a:cubicBezTo>
                      <a:pt x="4098" y="1218"/>
                      <a:pt x="2040" y="1593"/>
                      <a:pt x="1" y="1593"/>
                    </a:cubicBezTo>
                    <a:lnTo>
                      <a:pt x="1" y="2775"/>
                    </a:lnTo>
                    <a:cubicBezTo>
                      <a:pt x="2034" y="2488"/>
                      <a:pt x="4048" y="1810"/>
                      <a:pt x="5936" y="719"/>
                    </a:cubicBezTo>
                    <a:cubicBezTo>
                      <a:pt x="5980" y="696"/>
                      <a:pt x="6027" y="667"/>
                      <a:pt x="6071" y="641"/>
                    </a:cubicBezTo>
                    <a:cubicBezTo>
                      <a:pt x="6100" y="624"/>
                      <a:pt x="6125" y="609"/>
                      <a:pt x="6153" y="593"/>
                    </a:cubicBezTo>
                    <a:cubicBezTo>
                      <a:pt x="6210" y="558"/>
                      <a:pt x="6270" y="523"/>
                      <a:pt x="6327" y="486"/>
                    </a:cubicBezTo>
                    <a:cubicBezTo>
                      <a:pt x="6333" y="484"/>
                      <a:pt x="6336" y="480"/>
                      <a:pt x="6342" y="477"/>
                    </a:cubicBezTo>
                    <a:cubicBezTo>
                      <a:pt x="6351" y="474"/>
                      <a:pt x="6358" y="466"/>
                      <a:pt x="6364" y="464"/>
                    </a:cubicBezTo>
                    <a:cubicBezTo>
                      <a:pt x="6370" y="461"/>
                      <a:pt x="6374" y="458"/>
                      <a:pt x="6377" y="455"/>
                    </a:cubicBezTo>
                    <a:cubicBezTo>
                      <a:pt x="6385" y="451"/>
                      <a:pt x="6393" y="445"/>
                      <a:pt x="6399" y="443"/>
                    </a:cubicBezTo>
                    <a:cubicBezTo>
                      <a:pt x="6405" y="436"/>
                      <a:pt x="6411" y="432"/>
                      <a:pt x="6418" y="429"/>
                    </a:cubicBezTo>
                    <a:cubicBezTo>
                      <a:pt x="6425" y="427"/>
                      <a:pt x="6429" y="423"/>
                      <a:pt x="6431" y="420"/>
                    </a:cubicBezTo>
                    <a:cubicBezTo>
                      <a:pt x="6434" y="420"/>
                      <a:pt x="6437" y="418"/>
                      <a:pt x="6440" y="418"/>
                    </a:cubicBezTo>
                    <a:cubicBezTo>
                      <a:pt x="6446" y="412"/>
                      <a:pt x="6453" y="408"/>
                      <a:pt x="6456" y="405"/>
                    </a:cubicBezTo>
                    <a:cubicBezTo>
                      <a:pt x="6460" y="405"/>
                      <a:pt x="6462" y="405"/>
                      <a:pt x="6462" y="402"/>
                    </a:cubicBezTo>
                    <a:cubicBezTo>
                      <a:pt x="6468" y="398"/>
                      <a:pt x="6472" y="396"/>
                      <a:pt x="6475" y="396"/>
                    </a:cubicBezTo>
                    <a:cubicBezTo>
                      <a:pt x="6483" y="389"/>
                      <a:pt x="6491" y="387"/>
                      <a:pt x="6497" y="381"/>
                    </a:cubicBezTo>
                    <a:cubicBezTo>
                      <a:pt x="6507" y="374"/>
                      <a:pt x="6517" y="372"/>
                      <a:pt x="6523" y="365"/>
                    </a:cubicBezTo>
                    <a:cubicBezTo>
                      <a:pt x="6529" y="361"/>
                      <a:pt x="6535" y="355"/>
                      <a:pt x="6542" y="352"/>
                    </a:cubicBezTo>
                    <a:cubicBezTo>
                      <a:pt x="6545" y="352"/>
                      <a:pt x="6549" y="350"/>
                      <a:pt x="6549" y="350"/>
                    </a:cubicBezTo>
                    <a:cubicBezTo>
                      <a:pt x="6568" y="336"/>
                      <a:pt x="6584" y="328"/>
                      <a:pt x="6599" y="315"/>
                    </a:cubicBezTo>
                    <a:lnTo>
                      <a:pt x="6601" y="315"/>
                    </a:lnTo>
                    <a:cubicBezTo>
                      <a:pt x="6759" y="212"/>
                      <a:pt x="6916" y="107"/>
                      <a:pt x="7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30"/>
              <p:cNvSpPr/>
              <p:nvPr/>
            </p:nvSpPr>
            <p:spPr>
              <a:xfrm>
                <a:off x="3661625" y="2210750"/>
                <a:ext cx="235925" cy="72900"/>
              </a:xfrm>
              <a:custGeom>
                <a:rect b="b" l="l" r="r" t="t"/>
                <a:pathLst>
                  <a:path extrusionOk="0" h="2916" w="9437">
                    <a:moveTo>
                      <a:pt x="8465" y="0"/>
                    </a:moveTo>
                    <a:cubicBezTo>
                      <a:pt x="5963" y="138"/>
                      <a:pt x="3451" y="850"/>
                      <a:pt x="1131" y="2193"/>
                    </a:cubicBezTo>
                    <a:cubicBezTo>
                      <a:pt x="1088" y="2218"/>
                      <a:pt x="1046" y="2244"/>
                      <a:pt x="1002" y="2272"/>
                    </a:cubicBezTo>
                    <a:cubicBezTo>
                      <a:pt x="970" y="2287"/>
                      <a:pt x="941" y="2307"/>
                      <a:pt x="911" y="2329"/>
                    </a:cubicBezTo>
                    <a:cubicBezTo>
                      <a:pt x="856" y="2358"/>
                      <a:pt x="801" y="2392"/>
                      <a:pt x="744" y="2433"/>
                    </a:cubicBezTo>
                    <a:cubicBezTo>
                      <a:pt x="743" y="2432"/>
                      <a:pt x="741" y="2432"/>
                      <a:pt x="740" y="2432"/>
                    </a:cubicBezTo>
                    <a:cubicBezTo>
                      <a:pt x="734" y="2432"/>
                      <a:pt x="727" y="2437"/>
                      <a:pt x="722" y="2442"/>
                    </a:cubicBezTo>
                    <a:lnTo>
                      <a:pt x="720" y="2444"/>
                    </a:lnTo>
                    <a:cubicBezTo>
                      <a:pt x="719" y="2443"/>
                      <a:pt x="718" y="2443"/>
                      <a:pt x="717" y="2443"/>
                    </a:cubicBezTo>
                    <a:cubicBezTo>
                      <a:pt x="715" y="2443"/>
                      <a:pt x="713" y="2445"/>
                      <a:pt x="713" y="2447"/>
                    </a:cubicBezTo>
                    <a:lnTo>
                      <a:pt x="711" y="2447"/>
                    </a:lnTo>
                    <a:cubicBezTo>
                      <a:pt x="711" y="2447"/>
                      <a:pt x="711" y="2451"/>
                      <a:pt x="708" y="2453"/>
                    </a:cubicBezTo>
                    <a:cubicBezTo>
                      <a:pt x="707" y="2452"/>
                      <a:pt x="707" y="2452"/>
                      <a:pt x="706" y="2452"/>
                    </a:cubicBezTo>
                    <a:cubicBezTo>
                      <a:pt x="704" y="2452"/>
                      <a:pt x="701" y="2454"/>
                      <a:pt x="700" y="2457"/>
                    </a:cubicBezTo>
                    <a:cubicBezTo>
                      <a:pt x="690" y="2460"/>
                      <a:pt x="680" y="2467"/>
                      <a:pt x="671" y="2475"/>
                    </a:cubicBezTo>
                    <a:cubicBezTo>
                      <a:pt x="665" y="2475"/>
                      <a:pt x="658" y="2482"/>
                      <a:pt x="651" y="2489"/>
                    </a:cubicBezTo>
                    <a:cubicBezTo>
                      <a:pt x="651" y="2487"/>
                      <a:pt x="650" y="2487"/>
                      <a:pt x="649" y="2487"/>
                    </a:cubicBezTo>
                    <a:cubicBezTo>
                      <a:pt x="647" y="2487"/>
                      <a:pt x="644" y="2489"/>
                      <a:pt x="643" y="2491"/>
                    </a:cubicBezTo>
                    <a:cubicBezTo>
                      <a:pt x="640" y="2491"/>
                      <a:pt x="636" y="2495"/>
                      <a:pt x="634" y="2498"/>
                    </a:cubicBezTo>
                    <a:cubicBezTo>
                      <a:pt x="627" y="2501"/>
                      <a:pt x="620" y="2504"/>
                      <a:pt x="614" y="2510"/>
                    </a:cubicBezTo>
                    <a:cubicBezTo>
                      <a:pt x="610" y="2510"/>
                      <a:pt x="608" y="2510"/>
                      <a:pt x="608" y="2513"/>
                    </a:cubicBezTo>
                    <a:cubicBezTo>
                      <a:pt x="602" y="2513"/>
                      <a:pt x="598" y="2516"/>
                      <a:pt x="594" y="2520"/>
                    </a:cubicBezTo>
                    <a:cubicBezTo>
                      <a:pt x="588" y="2524"/>
                      <a:pt x="582" y="2530"/>
                      <a:pt x="576" y="2532"/>
                    </a:cubicBezTo>
                    <a:cubicBezTo>
                      <a:pt x="566" y="2539"/>
                      <a:pt x="558" y="2541"/>
                      <a:pt x="550" y="2547"/>
                    </a:cubicBezTo>
                    <a:lnTo>
                      <a:pt x="550" y="2550"/>
                    </a:lnTo>
                    <a:lnTo>
                      <a:pt x="547" y="2550"/>
                    </a:lnTo>
                    <a:cubicBezTo>
                      <a:pt x="541" y="2553"/>
                      <a:pt x="538" y="2557"/>
                      <a:pt x="532" y="2560"/>
                    </a:cubicBezTo>
                    <a:cubicBezTo>
                      <a:pt x="529" y="2560"/>
                      <a:pt x="525" y="2563"/>
                      <a:pt x="522" y="2566"/>
                    </a:cubicBezTo>
                    <a:cubicBezTo>
                      <a:pt x="506" y="2575"/>
                      <a:pt x="490" y="2586"/>
                      <a:pt x="475" y="2601"/>
                    </a:cubicBezTo>
                    <a:cubicBezTo>
                      <a:pt x="475" y="2598"/>
                      <a:pt x="473" y="2598"/>
                      <a:pt x="473" y="2598"/>
                    </a:cubicBezTo>
                    <a:cubicBezTo>
                      <a:pt x="473" y="2601"/>
                      <a:pt x="470" y="2601"/>
                      <a:pt x="470" y="2601"/>
                    </a:cubicBezTo>
                    <a:cubicBezTo>
                      <a:pt x="309" y="2704"/>
                      <a:pt x="155" y="2808"/>
                      <a:pt x="0" y="2916"/>
                    </a:cubicBezTo>
                    <a:cubicBezTo>
                      <a:pt x="94" y="2871"/>
                      <a:pt x="190" y="2828"/>
                      <a:pt x="284" y="2787"/>
                    </a:cubicBezTo>
                    <a:cubicBezTo>
                      <a:pt x="305" y="2774"/>
                      <a:pt x="328" y="2764"/>
                      <a:pt x="354" y="2756"/>
                    </a:cubicBezTo>
                    <a:cubicBezTo>
                      <a:pt x="411" y="2727"/>
                      <a:pt x="471" y="2701"/>
                      <a:pt x="530" y="2679"/>
                    </a:cubicBezTo>
                    <a:lnTo>
                      <a:pt x="533" y="2676"/>
                    </a:lnTo>
                    <a:cubicBezTo>
                      <a:pt x="551" y="2666"/>
                      <a:pt x="571" y="2658"/>
                      <a:pt x="592" y="2651"/>
                    </a:cubicBezTo>
                    <a:cubicBezTo>
                      <a:pt x="599" y="2644"/>
                      <a:pt x="608" y="2642"/>
                      <a:pt x="614" y="2642"/>
                    </a:cubicBezTo>
                    <a:cubicBezTo>
                      <a:pt x="618" y="2639"/>
                      <a:pt x="618" y="2639"/>
                      <a:pt x="620" y="2639"/>
                    </a:cubicBezTo>
                    <a:cubicBezTo>
                      <a:pt x="623" y="2637"/>
                      <a:pt x="627" y="2637"/>
                      <a:pt x="630" y="2637"/>
                    </a:cubicBezTo>
                    <a:cubicBezTo>
                      <a:pt x="639" y="2630"/>
                      <a:pt x="651" y="2624"/>
                      <a:pt x="661" y="2624"/>
                    </a:cubicBezTo>
                    <a:lnTo>
                      <a:pt x="664" y="2622"/>
                    </a:lnTo>
                    <a:cubicBezTo>
                      <a:pt x="667" y="2618"/>
                      <a:pt x="674" y="2614"/>
                      <a:pt x="676" y="2614"/>
                    </a:cubicBezTo>
                    <a:cubicBezTo>
                      <a:pt x="682" y="2612"/>
                      <a:pt x="691" y="2608"/>
                      <a:pt x="698" y="2606"/>
                    </a:cubicBezTo>
                    <a:cubicBezTo>
                      <a:pt x="701" y="2603"/>
                      <a:pt x="705" y="2603"/>
                      <a:pt x="707" y="2603"/>
                    </a:cubicBezTo>
                    <a:cubicBezTo>
                      <a:pt x="711" y="2599"/>
                      <a:pt x="717" y="2597"/>
                      <a:pt x="720" y="2597"/>
                    </a:cubicBezTo>
                    <a:lnTo>
                      <a:pt x="722" y="2597"/>
                    </a:lnTo>
                    <a:cubicBezTo>
                      <a:pt x="734" y="2591"/>
                      <a:pt x="747" y="2584"/>
                      <a:pt x="760" y="2581"/>
                    </a:cubicBezTo>
                    <a:cubicBezTo>
                      <a:pt x="770" y="2575"/>
                      <a:pt x="779" y="2571"/>
                      <a:pt x="785" y="2568"/>
                    </a:cubicBezTo>
                    <a:cubicBezTo>
                      <a:pt x="798" y="2565"/>
                      <a:pt x="808" y="2558"/>
                      <a:pt x="816" y="2556"/>
                    </a:cubicBezTo>
                    <a:cubicBezTo>
                      <a:pt x="820" y="2556"/>
                      <a:pt x="824" y="2554"/>
                      <a:pt x="824" y="2554"/>
                    </a:cubicBezTo>
                    <a:cubicBezTo>
                      <a:pt x="880" y="2531"/>
                      <a:pt x="933" y="2509"/>
                      <a:pt x="987" y="2490"/>
                    </a:cubicBezTo>
                    <a:cubicBezTo>
                      <a:pt x="994" y="2488"/>
                      <a:pt x="996" y="2483"/>
                      <a:pt x="1002" y="2481"/>
                    </a:cubicBezTo>
                    <a:cubicBezTo>
                      <a:pt x="2970" y="1701"/>
                      <a:pt x="5022" y="1325"/>
                      <a:pt x="7053" y="1325"/>
                    </a:cubicBezTo>
                    <a:cubicBezTo>
                      <a:pt x="7853" y="1325"/>
                      <a:pt x="8650" y="1383"/>
                      <a:pt x="9437" y="1498"/>
                    </a:cubicBezTo>
                    <a:cubicBezTo>
                      <a:pt x="9200" y="944"/>
                      <a:pt x="8870" y="436"/>
                      <a:pt x="84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130"/>
              <p:cNvSpPr/>
              <p:nvPr/>
            </p:nvSpPr>
            <p:spPr>
              <a:xfrm>
                <a:off x="3612275" y="2041600"/>
                <a:ext cx="74925" cy="248375"/>
              </a:xfrm>
              <a:custGeom>
                <a:rect b="b" l="l" r="r" t="t"/>
                <a:pathLst>
                  <a:path extrusionOk="0" h="9935" w="2997">
                    <a:moveTo>
                      <a:pt x="1487" y="1"/>
                    </a:moveTo>
                    <a:cubicBezTo>
                      <a:pt x="995" y="1"/>
                      <a:pt x="517" y="66"/>
                      <a:pt x="63" y="195"/>
                    </a:cubicBezTo>
                    <a:cubicBezTo>
                      <a:pt x="1" y="3117"/>
                      <a:pt x="709" y="6092"/>
                      <a:pt x="2278" y="8806"/>
                    </a:cubicBezTo>
                    <a:cubicBezTo>
                      <a:pt x="2304" y="8850"/>
                      <a:pt x="2329" y="8893"/>
                      <a:pt x="2355" y="8935"/>
                    </a:cubicBezTo>
                    <a:cubicBezTo>
                      <a:pt x="2371" y="8964"/>
                      <a:pt x="2387" y="8991"/>
                      <a:pt x="2402" y="9017"/>
                    </a:cubicBezTo>
                    <a:cubicBezTo>
                      <a:pt x="2442" y="9078"/>
                      <a:pt x="2476" y="9137"/>
                      <a:pt x="2514" y="9194"/>
                    </a:cubicBezTo>
                    <a:cubicBezTo>
                      <a:pt x="2516" y="9201"/>
                      <a:pt x="2520" y="9207"/>
                      <a:pt x="2522" y="9209"/>
                    </a:cubicBezTo>
                    <a:cubicBezTo>
                      <a:pt x="2526" y="9218"/>
                      <a:pt x="2532" y="9225"/>
                      <a:pt x="2535" y="9232"/>
                    </a:cubicBezTo>
                    <a:lnTo>
                      <a:pt x="2535" y="9234"/>
                    </a:lnTo>
                    <a:cubicBezTo>
                      <a:pt x="2540" y="9237"/>
                      <a:pt x="2542" y="9240"/>
                      <a:pt x="2542" y="9243"/>
                    </a:cubicBezTo>
                    <a:cubicBezTo>
                      <a:pt x="2548" y="9254"/>
                      <a:pt x="2555" y="9263"/>
                      <a:pt x="2557" y="9269"/>
                    </a:cubicBezTo>
                    <a:cubicBezTo>
                      <a:pt x="2563" y="9275"/>
                      <a:pt x="2567" y="9281"/>
                      <a:pt x="2571" y="9289"/>
                    </a:cubicBezTo>
                    <a:cubicBezTo>
                      <a:pt x="2573" y="9295"/>
                      <a:pt x="2577" y="9299"/>
                      <a:pt x="2579" y="9301"/>
                    </a:cubicBezTo>
                    <a:cubicBezTo>
                      <a:pt x="2579" y="9305"/>
                      <a:pt x="2582" y="9307"/>
                      <a:pt x="2582" y="9307"/>
                    </a:cubicBezTo>
                    <a:cubicBezTo>
                      <a:pt x="2584" y="9314"/>
                      <a:pt x="2588" y="9321"/>
                      <a:pt x="2591" y="9323"/>
                    </a:cubicBezTo>
                    <a:cubicBezTo>
                      <a:pt x="2594" y="9326"/>
                      <a:pt x="2593" y="9328"/>
                      <a:pt x="2597" y="9332"/>
                    </a:cubicBezTo>
                    <a:cubicBezTo>
                      <a:pt x="2601" y="9336"/>
                      <a:pt x="2604" y="9342"/>
                      <a:pt x="2604" y="9345"/>
                    </a:cubicBezTo>
                    <a:cubicBezTo>
                      <a:pt x="2610" y="9352"/>
                      <a:pt x="2613" y="9358"/>
                      <a:pt x="2619" y="9364"/>
                    </a:cubicBezTo>
                    <a:cubicBezTo>
                      <a:pt x="2623" y="9374"/>
                      <a:pt x="2629" y="9382"/>
                      <a:pt x="2632" y="9390"/>
                    </a:cubicBezTo>
                    <a:cubicBezTo>
                      <a:pt x="2635" y="9390"/>
                      <a:pt x="2635" y="9393"/>
                      <a:pt x="2635" y="9393"/>
                    </a:cubicBezTo>
                    <a:cubicBezTo>
                      <a:pt x="2639" y="9399"/>
                      <a:pt x="2645" y="9405"/>
                      <a:pt x="2648" y="9412"/>
                    </a:cubicBezTo>
                    <a:cubicBezTo>
                      <a:pt x="2648" y="9416"/>
                      <a:pt x="2650" y="9416"/>
                      <a:pt x="2650" y="9419"/>
                    </a:cubicBezTo>
                    <a:cubicBezTo>
                      <a:pt x="2659" y="9434"/>
                      <a:pt x="2669" y="9450"/>
                      <a:pt x="2681" y="9462"/>
                    </a:cubicBezTo>
                    <a:cubicBezTo>
                      <a:pt x="2681" y="9466"/>
                      <a:pt x="2684" y="9469"/>
                      <a:pt x="2684" y="9469"/>
                    </a:cubicBezTo>
                    <a:lnTo>
                      <a:pt x="2684" y="9471"/>
                    </a:lnTo>
                    <a:cubicBezTo>
                      <a:pt x="2788" y="9632"/>
                      <a:pt x="2891" y="9786"/>
                      <a:pt x="2997" y="9935"/>
                    </a:cubicBezTo>
                    <a:cubicBezTo>
                      <a:pt x="2949" y="9837"/>
                      <a:pt x="2906" y="9739"/>
                      <a:pt x="2862" y="9637"/>
                    </a:cubicBezTo>
                    <a:cubicBezTo>
                      <a:pt x="2851" y="9620"/>
                      <a:pt x="2842" y="9600"/>
                      <a:pt x="2836" y="9579"/>
                    </a:cubicBezTo>
                    <a:cubicBezTo>
                      <a:pt x="2808" y="9522"/>
                      <a:pt x="2783" y="9465"/>
                      <a:pt x="2757" y="9405"/>
                    </a:cubicBezTo>
                    <a:lnTo>
                      <a:pt x="2757" y="9403"/>
                    </a:lnTo>
                    <a:cubicBezTo>
                      <a:pt x="2747" y="9385"/>
                      <a:pt x="2738" y="9365"/>
                      <a:pt x="2732" y="9343"/>
                    </a:cubicBezTo>
                    <a:cubicBezTo>
                      <a:pt x="2725" y="9337"/>
                      <a:pt x="2722" y="9328"/>
                      <a:pt x="2722" y="9322"/>
                    </a:cubicBezTo>
                    <a:cubicBezTo>
                      <a:pt x="2718" y="9319"/>
                      <a:pt x="2716" y="9315"/>
                      <a:pt x="2716" y="9312"/>
                    </a:cubicBezTo>
                    <a:lnTo>
                      <a:pt x="2716" y="9310"/>
                    </a:lnTo>
                    <a:cubicBezTo>
                      <a:pt x="2710" y="9301"/>
                      <a:pt x="2706" y="9288"/>
                      <a:pt x="2703" y="9279"/>
                    </a:cubicBezTo>
                    <a:lnTo>
                      <a:pt x="2703" y="9276"/>
                    </a:lnTo>
                    <a:cubicBezTo>
                      <a:pt x="2696" y="9270"/>
                      <a:pt x="2696" y="9268"/>
                      <a:pt x="2694" y="9261"/>
                    </a:cubicBezTo>
                    <a:cubicBezTo>
                      <a:pt x="2691" y="9250"/>
                      <a:pt x="2687" y="9244"/>
                      <a:pt x="2685" y="9235"/>
                    </a:cubicBezTo>
                    <a:cubicBezTo>
                      <a:pt x="2682" y="9235"/>
                      <a:pt x="2682" y="9235"/>
                      <a:pt x="2682" y="9233"/>
                    </a:cubicBezTo>
                    <a:cubicBezTo>
                      <a:pt x="2680" y="9229"/>
                      <a:pt x="2680" y="9223"/>
                      <a:pt x="2680" y="9219"/>
                    </a:cubicBezTo>
                    <a:cubicBezTo>
                      <a:pt x="2677" y="9216"/>
                      <a:pt x="2677" y="9216"/>
                      <a:pt x="2677" y="9213"/>
                    </a:cubicBezTo>
                    <a:cubicBezTo>
                      <a:pt x="2671" y="9202"/>
                      <a:pt x="2664" y="9189"/>
                      <a:pt x="2661" y="9176"/>
                    </a:cubicBezTo>
                    <a:cubicBezTo>
                      <a:pt x="2659" y="9167"/>
                      <a:pt x="2655" y="9161"/>
                      <a:pt x="2653" y="9154"/>
                    </a:cubicBezTo>
                    <a:cubicBezTo>
                      <a:pt x="2646" y="9141"/>
                      <a:pt x="2644" y="9129"/>
                      <a:pt x="2638" y="9119"/>
                    </a:cubicBezTo>
                    <a:lnTo>
                      <a:pt x="2638" y="9116"/>
                    </a:lnTo>
                    <a:cubicBezTo>
                      <a:pt x="2613" y="9062"/>
                      <a:pt x="2591" y="9005"/>
                      <a:pt x="2572" y="8950"/>
                    </a:cubicBezTo>
                    <a:cubicBezTo>
                      <a:pt x="2567" y="8948"/>
                      <a:pt x="2565" y="8944"/>
                      <a:pt x="2565" y="8941"/>
                    </a:cubicBezTo>
                    <a:cubicBezTo>
                      <a:pt x="1415" y="6035"/>
                      <a:pt x="1137" y="2940"/>
                      <a:pt x="1657" y="3"/>
                    </a:cubicBezTo>
                    <a:cubicBezTo>
                      <a:pt x="1600" y="1"/>
                      <a:pt x="1544" y="1"/>
                      <a:pt x="14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130"/>
              <p:cNvSpPr/>
              <p:nvPr/>
            </p:nvSpPr>
            <p:spPr>
              <a:xfrm>
                <a:off x="3668025" y="2258075"/>
                <a:ext cx="69200" cy="175000"/>
              </a:xfrm>
              <a:custGeom>
                <a:rect b="b" l="l" r="r" t="t"/>
                <a:pathLst>
                  <a:path extrusionOk="0" h="7000" w="2768">
                    <a:moveTo>
                      <a:pt x="1" y="0"/>
                    </a:moveTo>
                    <a:lnTo>
                      <a:pt x="1" y="0"/>
                    </a:lnTo>
                    <a:cubicBezTo>
                      <a:pt x="44" y="91"/>
                      <a:pt x="86" y="183"/>
                      <a:pt x="127" y="277"/>
                    </a:cubicBezTo>
                    <a:cubicBezTo>
                      <a:pt x="139" y="299"/>
                      <a:pt x="150" y="321"/>
                      <a:pt x="158" y="347"/>
                    </a:cubicBezTo>
                    <a:cubicBezTo>
                      <a:pt x="187" y="404"/>
                      <a:pt x="212" y="465"/>
                      <a:pt x="237" y="523"/>
                    </a:cubicBezTo>
                    <a:cubicBezTo>
                      <a:pt x="237" y="523"/>
                      <a:pt x="239" y="527"/>
                      <a:pt x="239" y="530"/>
                    </a:cubicBezTo>
                    <a:cubicBezTo>
                      <a:pt x="250" y="549"/>
                      <a:pt x="259" y="571"/>
                      <a:pt x="265" y="594"/>
                    </a:cubicBezTo>
                    <a:cubicBezTo>
                      <a:pt x="271" y="600"/>
                      <a:pt x="274" y="609"/>
                      <a:pt x="274" y="615"/>
                    </a:cubicBezTo>
                    <a:lnTo>
                      <a:pt x="277" y="617"/>
                    </a:lnTo>
                    <a:cubicBezTo>
                      <a:pt x="280" y="620"/>
                      <a:pt x="280" y="624"/>
                      <a:pt x="280" y="627"/>
                    </a:cubicBezTo>
                    <a:cubicBezTo>
                      <a:pt x="286" y="640"/>
                      <a:pt x="290" y="648"/>
                      <a:pt x="292" y="662"/>
                    </a:cubicBezTo>
                    <a:lnTo>
                      <a:pt x="295" y="662"/>
                    </a:lnTo>
                    <a:cubicBezTo>
                      <a:pt x="299" y="668"/>
                      <a:pt x="299" y="671"/>
                      <a:pt x="301" y="677"/>
                    </a:cubicBezTo>
                    <a:cubicBezTo>
                      <a:pt x="305" y="683"/>
                      <a:pt x="307" y="689"/>
                      <a:pt x="307" y="697"/>
                    </a:cubicBezTo>
                    <a:cubicBezTo>
                      <a:pt x="312" y="699"/>
                      <a:pt x="315" y="703"/>
                      <a:pt x="315" y="705"/>
                    </a:cubicBezTo>
                    <a:cubicBezTo>
                      <a:pt x="318" y="712"/>
                      <a:pt x="318" y="714"/>
                      <a:pt x="321" y="720"/>
                    </a:cubicBezTo>
                    <a:cubicBezTo>
                      <a:pt x="327" y="734"/>
                      <a:pt x="333" y="749"/>
                      <a:pt x="336" y="762"/>
                    </a:cubicBezTo>
                    <a:cubicBezTo>
                      <a:pt x="338" y="769"/>
                      <a:pt x="343" y="777"/>
                      <a:pt x="346" y="784"/>
                    </a:cubicBezTo>
                    <a:cubicBezTo>
                      <a:pt x="352" y="797"/>
                      <a:pt x="354" y="810"/>
                      <a:pt x="360" y="818"/>
                    </a:cubicBezTo>
                    <a:lnTo>
                      <a:pt x="360" y="826"/>
                    </a:lnTo>
                    <a:cubicBezTo>
                      <a:pt x="385" y="882"/>
                      <a:pt x="408" y="935"/>
                      <a:pt x="426" y="989"/>
                    </a:cubicBezTo>
                    <a:cubicBezTo>
                      <a:pt x="429" y="996"/>
                      <a:pt x="433" y="998"/>
                      <a:pt x="435" y="1004"/>
                    </a:cubicBezTo>
                    <a:cubicBezTo>
                      <a:pt x="1208" y="2953"/>
                      <a:pt x="1584" y="4986"/>
                      <a:pt x="1592" y="6999"/>
                    </a:cubicBezTo>
                    <a:lnTo>
                      <a:pt x="2768" y="6999"/>
                    </a:lnTo>
                    <a:cubicBezTo>
                      <a:pt x="2474" y="4988"/>
                      <a:pt x="1799" y="3000"/>
                      <a:pt x="725" y="1133"/>
                    </a:cubicBezTo>
                    <a:cubicBezTo>
                      <a:pt x="698" y="1084"/>
                      <a:pt x="669" y="1035"/>
                      <a:pt x="638" y="986"/>
                    </a:cubicBezTo>
                    <a:cubicBezTo>
                      <a:pt x="625" y="961"/>
                      <a:pt x="610" y="939"/>
                      <a:pt x="596" y="913"/>
                    </a:cubicBezTo>
                    <a:cubicBezTo>
                      <a:pt x="562" y="857"/>
                      <a:pt x="527" y="800"/>
                      <a:pt x="489" y="743"/>
                    </a:cubicBezTo>
                    <a:cubicBezTo>
                      <a:pt x="486" y="736"/>
                      <a:pt x="483" y="730"/>
                      <a:pt x="477" y="724"/>
                    </a:cubicBezTo>
                    <a:cubicBezTo>
                      <a:pt x="477" y="717"/>
                      <a:pt x="473" y="713"/>
                      <a:pt x="471" y="710"/>
                    </a:cubicBezTo>
                    <a:cubicBezTo>
                      <a:pt x="471" y="707"/>
                      <a:pt x="471" y="704"/>
                      <a:pt x="467" y="704"/>
                    </a:cubicBezTo>
                    <a:cubicBezTo>
                      <a:pt x="467" y="702"/>
                      <a:pt x="463" y="698"/>
                      <a:pt x="461" y="695"/>
                    </a:cubicBezTo>
                    <a:cubicBezTo>
                      <a:pt x="459" y="684"/>
                      <a:pt x="452" y="676"/>
                      <a:pt x="446" y="669"/>
                    </a:cubicBezTo>
                    <a:cubicBezTo>
                      <a:pt x="442" y="663"/>
                      <a:pt x="440" y="656"/>
                      <a:pt x="433" y="650"/>
                    </a:cubicBezTo>
                    <a:cubicBezTo>
                      <a:pt x="433" y="643"/>
                      <a:pt x="429" y="640"/>
                      <a:pt x="426" y="637"/>
                    </a:cubicBezTo>
                    <a:cubicBezTo>
                      <a:pt x="423" y="635"/>
                      <a:pt x="423" y="631"/>
                      <a:pt x="420" y="628"/>
                    </a:cubicBezTo>
                    <a:cubicBezTo>
                      <a:pt x="416" y="621"/>
                      <a:pt x="410" y="615"/>
                      <a:pt x="408" y="609"/>
                    </a:cubicBezTo>
                    <a:cubicBezTo>
                      <a:pt x="405" y="609"/>
                      <a:pt x="405" y="606"/>
                      <a:pt x="405" y="606"/>
                    </a:cubicBezTo>
                    <a:cubicBezTo>
                      <a:pt x="405" y="604"/>
                      <a:pt x="400" y="600"/>
                      <a:pt x="398" y="597"/>
                    </a:cubicBezTo>
                    <a:cubicBezTo>
                      <a:pt x="394" y="588"/>
                      <a:pt x="392" y="581"/>
                      <a:pt x="385" y="575"/>
                    </a:cubicBezTo>
                    <a:cubicBezTo>
                      <a:pt x="379" y="566"/>
                      <a:pt x="373" y="555"/>
                      <a:pt x="366" y="547"/>
                    </a:cubicBezTo>
                    <a:cubicBezTo>
                      <a:pt x="363" y="540"/>
                      <a:pt x="359" y="534"/>
                      <a:pt x="357" y="532"/>
                    </a:cubicBezTo>
                    <a:cubicBezTo>
                      <a:pt x="357" y="528"/>
                      <a:pt x="353" y="524"/>
                      <a:pt x="351" y="522"/>
                    </a:cubicBezTo>
                    <a:cubicBezTo>
                      <a:pt x="342" y="503"/>
                      <a:pt x="331" y="487"/>
                      <a:pt x="316" y="472"/>
                    </a:cubicBezTo>
                    <a:lnTo>
                      <a:pt x="316" y="470"/>
                    </a:lnTo>
                    <a:cubicBezTo>
                      <a:pt x="313" y="470"/>
                      <a:pt x="313" y="470"/>
                      <a:pt x="313" y="467"/>
                    </a:cubicBezTo>
                    <a:cubicBezTo>
                      <a:pt x="213" y="308"/>
                      <a:pt x="108" y="15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130"/>
              <p:cNvSpPr/>
              <p:nvPr/>
            </p:nvSpPr>
            <p:spPr>
              <a:xfrm>
                <a:off x="3516850" y="2257675"/>
                <a:ext cx="169850" cy="175375"/>
              </a:xfrm>
              <a:custGeom>
                <a:rect b="b" l="l" r="r" t="t"/>
                <a:pathLst>
                  <a:path extrusionOk="0" h="7015" w="6794">
                    <a:moveTo>
                      <a:pt x="6793" y="1"/>
                    </a:moveTo>
                    <a:lnTo>
                      <a:pt x="6793" y="1"/>
                    </a:lnTo>
                    <a:cubicBezTo>
                      <a:pt x="6734" y="88"/>
                      <a:pt x="6674" y="173"/>
                      <a:pt x="6602" y="257"/>
                    </a:cubicBezTo>
                    <a:cubicBezTo>
                      <a:pt x="6593" y="276"/>
                      <a:pt x="6577" y="294"/>
                      <a:pt x="6565" y="313"/>
                    </a:cubicBezTo>
                    <a:cubicBezTo>
                      <a:pt x="6528" y="368"/>
                      <a:pt x="6487" y="421"/>
                      <a:pt x="6448" y="474"/>
                    </a:cubicBezTo>
                    <a:lnTo>
                      <a:pt x="6448" y="477"/>
                    </a:lnTo>
                    <a:cubicBezTo>
                      <a:pt x="6437" y="494"/>
                      <a:pt x="6425" y="509"/>
                      <a:pt x="6411" y="525"/>
                    </a:cubicBezTo>
                    <a:cubicBezTo>
                      <a:pt x="6405" y="534"/>
                      <a:pt x="6399" y="540"/>
                      <a:pt x="6396" y="547"/>
                    </a:cubicBezTo>
                    <a:cubicBezTo>
                      <a:pt x="6392" y="551"/>
                      <a:pt x="6392" y="554"/>
                      <a:pt x="6390" y="554"/>
                    </a:cubicBezTo>
                    <a:cubicBezTo>
                      <a:pt x="6390" y="557"/>
                      <a:pt x="6383" y="560"/>
                      <a:pt x="6383" y="560"/>
                    </a:cubicBezTo>
                    <a:cubicBezTo>
                      <a:pt x="6380" y="569"/>
                      <a:pt x="6374" y="575"/>
                      <a:pt x="6368" y="582"/>
                    </a:cubicBezTo>
                    <a:lnTo>
                      <a:pt x="6365" y="582"/>
                    </a:lnTo>
                    <a:lnTo>
                      <a:pt x="6365" y="585"/>
                    </a:lnTo>
                    <a:cubicBezTo>
                      <a:pt x="6361" y="591"/>
                      <a:pt x="6359" y="597"/>
                      <a:pt x="6352" y="600"/>
                    </a:cubicBezTo>
                    <a:cubicBezTo>
                      <a:pt x="6352" y="606"/>
                      <a:pt x="6349" y="611"/>
                      <a:pt x="6343" y="613"/>
                    </a:cubicBezTo>
                    <a:cubicBezTo>
                      <a:pt x="6343" y="619"/>
                      <a:pt x="6341" y="623"/>
                      <a:pt x="6334" y="626"/>
                    </a:cubicBezTo>
                    <a:cubicBezTo>
                      <a:pt x="6334" y="632"/>
                      <a:pt x="6332" y="636"/>
                      <a:pt x="6326" y="638"/>
                    </a:cubicBezTo>
                    <a:cubicBezTo>
                      <a:pt x="6326" y="642"/>
                      <a:pt x="6323" y="642"/>
                      <a:pt x="6323" y="642"/>
                    </a:cubicBezTo>
                    <a:cubicBezTo>
                      <a:pt x="6316" y="650"/>
                      <a:pt x="6310" y="660"/>
                      <a:pt x="6301" y="669"/>
                    </a:cubicBezTo>
                    <a:cubicBezTo>
                      <a:pt x="6298" y="680"/>
                      <a:pt x="6292" y="689"/>
                      <a:pt x="6285" y="695"/>
                    </a:cubicBezTo>
                    <a:cubicBezTo>
                      <a:pt x="6275" y="704"/>
                      <a:pt x="6269" y="715"/>
                      <a:pt x="6260" y="724"/>
                    </a:cubicBezTo>
                    <a:cubicBezTo>
                      <a:pt x="6260" y="726"/>
                      <a:pt x="6256" y="726"/>
                      <a:pt x="6256" y="726"/>
                    </a:cubicBezTo>
                    <a:cubicBezTo>
                      <a:pt x="6224" y="774"/>
                      <a:pt x="6187" y="822"/>
                      <a:pt x="6152" y="865"/>
                    </a:cubicBezTo>
                    <a:cubicBezTo>
                      <a:pt x="6148" y="872"/>
                      <a:pt x="6142" y="875"/>
                      <a:pt x="6140" y="881"/>
                    </a:cubicBezTo>
                    <a:cubicBezTo>
                      <a:pt x="4469" y="2992"/>
                      <a:pt x="2348" y="4606"/>
                      <a:pt x="1" y="5668"/>
                    </a:cubicBezTo>
                    <a:lnTo>
                      <a:pt x="1" y="7014"/>
                    </a:lnTo>
                    <a:lnTo>
                      <a:pt x="518" y="7014"/>
                    </a:lnTo>
                    <a:cubicBezTo>
                      <a:pt x="2787" y="5621"/>
                      <a:pt x="4750" y="3660"/>
                      <a:pt x="6172" y="1192"/>
                    </a:cubicBezTo>
                    <a:cubicBezTo>
                      <a:pt x="6200" y="1144"/>
                      <a:pt x="6225" y="1098"/>
                      <a:pt x="6254" y="1050"/>
                    </a:cubicBezTo>
                    <a:cubicBezTo>
                      <a:pt x="6267" y="1025"/>
                      <a:pt x="6282" y="1000"/>
                      <a:pt x="6296" y="972"/>
                    </a:cubicBezTo>
                    <a:cubicBezTo>
                      <a:pt x="6331" y="915"/>
                      <a:pt x="6362" y="858"/>
                      <a:pt x="6390" y="798"/>
                    </a:cubicBezTo>
                    <a:cubicBezTo>
                      <a:pt x="6394" y="792"/>
                      <a:pt x="6396" y="786"/>
                      <a:pt x="6403" y="779"/>
                    </a:cubicBezTo>
                    <a:cubicBezTo>
                      <a:pt x="6403" y="777"/>
                      <a:pt x="6406" y="771"/>
                      <a:pt x="6409" y="763"/>
                    </a:cubicBezTo>
                    <a:cubicBezTo>
                      <a:pt x="6413" y="763"/>
                      <a:pt x="6413" y="760"/>
                      <a:pt x="6415" y="757"/>
                    </a:cubicBezTo>
                    <a:cubicBezTo>
                      <a:pt x="6415" y="755"/>
                      <a:pt x="6420" y="748"/>
                      <a:pt x="6422" y="742"/>
                    </a:cubicBezTo>
                    <a:cubicBezTo>
                      <a:pt x="6426" y="735"/>
                      <a:pt x="6429" y="729"/>
                      <a:pt x="6435" y="720"/>
                    </a:cubicBezTo>
                    <a:cubicBezTo>
                      <a:pt x="6437" y="714"/>
                      <a:pt x="6441" y="707"/>
                      <a:pt x="6444" y="698"/>
                    </a:cubicBezTo>
                    <a:cubicBezTo>
                      <a:pt x="6447" y="695"/>
                      <a:pt x="6447" y="691"/>
                      <a:pt x="6450" y="689"/>
                    </a:cubicBezTo>
                    <a:cubicBezTo>
                      <a:pt x="6455" y="685"/>
                      <a:pt x="6455" y="683"/>
                      <a:pt x="6457" y="676"/>
                    </a:cubicBezTo>
                    <a:cubicBezTo>
                      <a:pt x="6461" y="673"/>
                      <a:pt x="6461" y="669"/>
                      <a:pt x="6463" y="667"/>
                    </a:cubicBezTo>
                    <a:cubicBezTo>
                      <a:pt x="6463" y="663"/>
                      <a:pt x="6467" y="657"/>
                      <a:pt x="6470" y="654"/>
                    </a:cubicBezTo>
                    <a:cubicBezTo>
                      <a:pt x="6470" y="650"/>
                      <a:pt x="6473" y="644"/>
                      <a:pt x="6476" y="642"/>
                    </a:cubicBezTo>
                    <a:cubicBezTo>
                      <a:pt x="6480" y="634"/>
                      <a:pt x="6482" y="626"/>
                      <a:pt x="6489" y="619"/>
                    </a:cubicBezTo>
                    <a:cubicBezTo>
                      <a:pt x="6493" y="611"/>
                      <a:pt x="6499" y="600"/>
                      <a:pt x="6502" y="591"/>
                    </a:cubicBezTo>
                    <a:cubicBezTo>
                      <a:pt x="6504" y="585"/>
                      <a:pt x="6508" y="578"/>
                      <a:pt x="6511" y="571"/>
                    </a:cubicBezTo>
                    <a:lnTo>
                      <a:pt x="6511" y="569"/>
                    </a:lnTo>
                    <a:lnTo>
                      <a:pt x="6513" y="566"/>
                    </a:lnTo>
                    <a:cubicBezTo>
                      <a:pt x="6524" y="550"/>
                      <a:pt x="6530" y="534"/>
                      <a:pt x="6539" y="519"/>
                    </a:cubicBezTo>
                    <a:cubicBezTo>
                      <a:pt x="6539" y="517"/>
                      <a:pt x="6542" y="513"/>
                      <a:pt x="6542" y="509"/>
                    </a:cubicBezTo>
                    <a:cubicBezTo>
                      <a:pt x="6544" y="509"/>
                      <a:pt x="6544" y="507"/>
                      <a:pt x="6544" y="507"/>
                    </a:cubicBezTo>
                    <a:cubicBezTo>
                      <a:pt x="6630" y="341"/>
                      <a:pt x="6711" y="171"/>
                      <a:pt x="67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130"/>
              <p:cNvSpPr/>
              <p:nvPr/>
            </p:nvSpPr>
            <p:spPr>
              <a:xfrm>
                <a:off x="3668550" y="2147925"/>
                <a:ext cx="129075" cy="142450"/>
              </a:xfrm>
              <a:custGeom>
                <a:rect b="b" l="l" r="r" t="t"/>
                <a:pathLst>
                  <a:path extrusionOk="0" h="5698" w="5163">
                    <a:moveTo>
                      <a:pt x="4428" y="1"/>
                    </a:moveTo>
                    <a:cubicBezTo>
                      <a:pt x="2938" y="1223"/>
                      <a:pt x="1643" y="2732"/>
                      <a:pt x="621" y="4501"/>
                    </a:cubicBezTo>
                    <a:cubicBezTo>
                      <a:pt x="593" y="4549"/>
                      <a:pt x="567" y="4595"/>
                      <a:pt x="538" y="4642"/>
                    </a:cubicBezTo>
                    <a:cubicBezTo>
                      <a:pt x="526" y="4667"/>
                      <a:pt x="510" y="4696"/>
                      <a:pt x="497" y="4722"/>
                    </a:cubicBezTo>
                    <a:cubicBezTo>
                      <a:pt x="462" y="4783"/>
                      <a:pt x="430" y="4839"/>
                      <a:pt x="399" y="4898"/>
                    </a:cubicBezTo>
                    <a:cubicBezTo>
                      <a:pt x="395" y="4905"/>
                      <a:pt x="389" y="4914"/>
                      <a:pt x="387" y="4920"/>
                    </a:cubicBezTo>
                    <a:cubicBezTo>
                      <a:pt x="382" y="4924"/>
                      <a:pt x="382" y="4930"/>
                      <a:pt x="379" y="4933"/>
                    </a:cubicBezTo>
                    <a:cubicBezTo>
                      <a:pt x="379" y="4933"/>
                      <a:pt x="379" y="4936"/>
                      <a:pt x="377" y="4936"/>
                    </a:cubicBezTo>
                    <a:cubicBezTo>
                      <a:pt x="377" y="4942"/>
                      <a:pt x="373" y="4945"/>
                      <a:pt x="371" y="4951"/>
                    </a:cubicBezTo>
                    <a:cubicBezTo>
                      <a:pt x="364" y="4961"/>
                      <a:pt x="361" y="4968"/>
                      <a:pt x="358" y="4977"/>
                    </a:cubicBezTo>
                    <a:cubicBezTo>
                      <a:pt x="352" y="4983"/>
                      <a:pt x="348" y="4990"/>
                      <a:pt x="348" y="4996"/>
                    </a:cubicBezTo>
                    <a:cubicBezTo>
                      <a:pt x="346" y="5003"/>
                      <a:pt x="342" y="5007"/>
                      <a:pt x="340" y="5009"/>
                    </a:cubicBezTo>
                    <a:cubicBezTo>
                      <a:pt x="336" y="5016"/>
                      <a:pt x="336" y="5019"/>
                      <a:pt x="333" y="5022"/>
                    </a:cubicBezTo>
                    <a:cubicBezTo>
                      <a:pt x="330" y="5028"/>
                      <a:pt x="330" y="5033"/>
                      <a:pt x="327" y="5035"/>
                    </a:cubicBezTo>
                    <a:cubicBezTo>
                      <a:pt x="325" y="5038"/>
                      <a:pt x="325" y="5042"/>
                      <a:pt x="325" y="5044"/>
                    </a:cubicBezTo>
                    <a:cubicBezTo>
                      <a:pt x="321" y="5047"/>
                      <a:pt x="317" y="5050"/>
                      <a:pt x="317" y="5053"/>
                    </a:cubicBezTo>
                    <a:cubicBezTo>
                      <a:pt x="311" y="5063"/>
                      <a:pt x="307" y="5073"/>
                      <a:pt x="305" y="5079"/>
                    </a:cubicBezTo>
                    <a:cubicBezTo>
                      <a:pt x="299" y="5089"/>
                      <a:pt x="295" y="5099"/>
                      <a:pt x="292" y="5105"/>
                    </a:cubicBezTo>
                    <a:lnTo>
                      <a:pt x="290" y="5107"/>
                    </a:lnTo>
                    <a:cubicBezTo>
                      <a:pt x="285" y="5114"/>
                      <a:pt x="283" y="5120"/>
                      <a:pt x="283" y="5122"/>
                    </a:cubicBezTo>
                    <a:cubicBezTo>
                      <a:pt x="280" y="5130"/>
                      <a:pt x="276" y="5133"/>
                      <a:pt x="274" y="5136"/>
                    </a:cubicBezTo>
                    <a:cubicBezTo>
                      <a:pt x="268" y="5151"/>
                      <a:pt x="261" y="5164"/>
                      <a:pt x="255" y="5177"/>
                    </a:cubicBezTo>
                    <a:cubicBezTo>
                      <a:pt x="252" y="5183"/>
                      <a:pt x="249" y="5187"/>
                      <a:pt x="252" y="5189"/>
                    </a:cubicBezTo>
                    <a:lnTo>
                      <a:pt x="249" y="5192"/>
                    </a:lnTo>
                    <a:cubicBezTo>
                      <a:pt x="162" y="5360"/>
                      <a:pt x="79" y="5527"/>
                      <a:pt x="1" y="5697"/>
                    </a:cubicBezTo>
                    <a:cubicBezTo>
                      <a:pt x="59" y="5609"/>
                      <a:pt x="120" y="5524"/>
                      <a:pt x="186" y="5439"/>
                    </a:cubicBezTo>
                    <a:cubicBezTo>
                      <a:pt x="197" y="5416"/>
                      <a:pt x="212" y="5399"/>
                      <a:pt x="228" y="5379"/>
                    </a:cubicBezTo>
                    <a:cubicBezTo>
                      <a:pt x="263" y="5329"/>
                      <a:pt x="301" y="5279"/>
                      <a:pt x="338" y="5229"/>
                    </a:cubicBezTo>
                    <a:lnTo>
                      <a:pt x="338" y="5222"/>
                    </a:lnTo>
                    <a:cubicBezTo>
                      <a:pt x="354" y="5203"/>
                      <a:pt x="367" y="5191"/>
                      <a:pt x="379" y="5172"/>
                    </a:cubicBezTo>
                    <a:cubicBezTo>
                      <a:pt x="382" y="5166"/>
                      <a:pt x="389" y="5163"/>
                      <a:pt x="395" y="5156"/>
                    </a:cubicBezTo>
                    <a:cubicBezTo>
                      <a:pt x="395" y="5153"/>
                      <a:pt x="395" y="5150"/>
                      <a:pt x="398" y="5147"/>
                    </a:cubicBezTo>
                    <a:lnTo>
                      <a:pt x="407" y="5138"/>
                    </a:lnTo>
                    <a:cubicBezTo>
                      <a:pt x="410" y="5132"/>
                      <a:pt x="418" y="5125"/>
                      <a:pt x="420" y="5119"/>
                    </a:cubicBezTo>
                    <a:cubicBezTo>
                      <a:pt x="424" y="5115"/>
                      <a:pt x="424" y="5112"/>
                      <a:pt x="426" y="5112"/>
                    </a:cubicBezTo>
                    <a:cubicBezTo>
                      <a:pt x="429" y="5106"/>
                      <a:pt x="433" y="5102"/>
                      <a:pt x="435" y="5100"/>
                    </a:cubicBezTo>
                    <a:cubicBezTo>
                      <a:pt x="439" y="5093"/>
                      <a:pt x="441" y="5086"/>
                      <a:pt x="449" y="5084"/>
                    </a:cubicBezTo>
                    <a:cubicBezTo>
                      <a:pt x="449" y="5081"/>
                      <a:pt x="452" y="5078"/>
                      <a:pt x="455" y="5075"/>
                    </a:cubicBezTo>
                    <a:cubicBezTo>
                      <a:pt x="459" y="5069"/>
                      <a:pt x="461" y="5065"/>
                      <a:pt x="467" y="5062"/>
                    </a:cubicBezTo>
                    <a:lnTo>
                      <a:pt x="467" y="5059"/>
                    </a:lnTo>
                    <a:cubicBezTo>
                      <a:pt x="474" y="5048"/>
                      <a:pt x="485" y="5038"/>
                      <a:pt x="493" y="5028"/>
                    </a:cubicBezTo>
                    <a:cubicBezTo>
                      <a:pt x="496" y="5020"/>
                      <a:pt x="502" y="5013"/>
                      <a:pt x="508" y="5007"/>
                    </a:cubicBezTo>
                    <a:cubicBezTo>
                      <a:pt x="516" y="4995"/>
                      <a:pt x="524" y="4985"/>
                      <a:pt x="531" y="4976"/>
                    </a:cubicBezTo>
                    <a:lnTo>
                      <a:pt x="533" y="4976"/>
                    </a:lnTo>
                    <a:cubicBezTo>
                      <a:pt x="564" y="4930"/>
                      <a:pt x="599" y="4887"/>
                      <a:pt x="634" y="4843"/>
                    </a:cubicBezTo>
                    <a:cubicBezTo>
                      <a:pt x="640" y="4836"/>
                      <a:pt x="645" y="4827"/>
                      <a:pt x="653" y="4821"/>
                    </a:cubicBezTo>
                    <a:cubicBezTo>
                      <a:pt x="1929" y="3211"/>
                      <a:pt x="3464" y="1888"/>
                      <a:pt x="5163" y="879"/>
                    </a:cubicBezTo>
                    <a:cubicBezTo>
                      <a:pt x="4955" y="841"/>
                      <a:pt x="4744" y="818"/>
                      <a:pt x="4526" y="804"/>
                    </a:cubicBezTo>
                    <a:cubicBezTo>
                      <a:pt x="4513" y="529"/>
                      <a:pt x="4482" y="263"/>
                      <a:pt x="44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130"/>
              <p:cNvSpPr/>
              <p:nvPr/>
            </p:nvSpPr>
            <p:spPr>
              <a:xfrm>
                <a:off x="3523325" y="2093775"/>
                <a:ext cx="170775" cy="189275"/>
              </a:xfrm>
              <a:custGeom>
                <a:rect b="b" l="l" r="r" t="t"/>
                <a:pathLst>
                  <a:path extrusionOk="0" h="7571" w="6831">
                    <a:moveTo>
                      <a:pt x="832" y="0"/>
                    </a:moveTo>
                    <a:cubicBezTo>
                      <a:pt x="470" y="474"/>
                      <a:pt x="184" y="1012"/>
                      <a:pt x="1" y="1593"/>
                    </a:cubicBezTo>
                    <a:cubicBezTo>
                      <a:pt x="1377" y="3736"/>
                      <a:pt x="3275" y="5593"/>
                      <a:pt x="5635" y="6954"/>
                    </a:cubicBezTo>
                    <a:cubicBezTo>
                      <a:pt x="5683" y="6982"/>
                      <a:pt x="5729" y="7008"/>
                      <a:pt x="5778" y="7037"/>
                    </a:cubicBezTo>
                    <a:cubicBezTo>
                      <a:pt x="5801" y="7049"/>
                      <a:pt x="5827" y="7064"/>
                      <a:pt x="5856" y="7078"/>
                    </a:cubicBezTo>
                    <a:cubicBezTo>
                      <a:pt x="5913" y="7112"/>
                      <a:pt x="5974" y="7145"/>
                      <a:pt x="6033" y="7176"/>
                    </a:cubicBezTo>
                    <a:cubicBezTo>
                      <a:pt x="6039" y="7179"/>
                      <a:pt x="6046" y="7186"/>
                      <a:pt x="6054" y="7188"/>
                    </a:cubicBezTo>
                    <a:lnTo>
                      <a:pt x="6057" y="7188"/>
                    </a:lnTo>
                    <a:cubicBezTo>
                      <a:pt x="6061" y="7191"/>
                      <a:pt x="6061" y="7191"/>
                      <a:pt x="6064" y="7191"/>
                    </a:cubicBezTo>
                    <a:cubicBezTo>
                      <a:pt x="6064" y="7194"/>
                      <a:pt x="6068" y="7194"/>
                      <a:pt x="6070" y="7198"/>
                    </a:cubicBezTo>
                    <a:cubicBezTo>
                      <a:pt x="6073" y="7198"/>
                      <a:pt x="6079" y="7202"/>
                      <a:pt x="6085" y="7204"/>
                    </a:cubicBezTo>
                    <a:cubicBezTo>
                      <a:pt x="6092" y="7208"/>
                      <a:pt x="6099" y="7214"/>
                      <a:pt x="6108" y="7217"/>
                    </a:cubicBezTo>
                    <a:cubicBezTo>
                      <a:pt x="6114" y="7219"/>
                      <a:pt x="6120" y="7223"/>
                      <a:pt x="6130" y="7225"/>
                    </a:cubicBezTo>
                    <a:cubicBezTo>
                      <a:pt x="6132" y="7229"/>
                      <a:pt x="6136" y="7233"/>
                      <a:pt x="6139" y="7233"/>
                    </a:cubicBezTo>
                    <a:cubicBezTo>
                      <a:pt x="6141" y="7236"/>
                      <a:pt x="6145" y="7236"/>
                      <a:pt x="6147" y="7239"/>
                    </a:cubicBezTo>
                    <a:cubicBezTo>
                      <a:pt x="6154" y="7241"/>
                      <a:pt x="6161" y="7245"/>
                      <a:pt x="6167" y="7248"/>
                    </a:cubicBezTo>
                    <a:cubicBezTo>
                      <a:pt x="6171" y="7248"/>
                      <a:pt x="6171" y="7250"/>
                      <a:pt x="6173" y="7250"/>
                    </a:cubicBezTo>
                    <a:cubicBezTo>
                      <a:pt x="6177" y="7254"/>
                      <a:pt x="6183" y="7254"/>
                      <a:pt x="6186" y="7256"/>
                    </a:cubicBezTo>
                    <a:cubicBezTo>
                      <a:pt x="6193" y="7260"/>
                      <a:pt x="6202" y="7267"/>
                      <a:pt x="6208" y="7270"/>
                    </a:cubicBezTo>
                    <a:cubicBezTo>
                      <a:pt x="6217" y="7274"/>
                      <a:pt x="6228" y="7280"/>
                      <a:pt x="6237" y="7282"/>
                    </a:cubicBezTo>
                    <a:lnTo>
                      <a:pt x="6239" y="7285"/>
                    </a:lnTo>
                    <a:cubicBezTo>
                      <a:pt x="6245" y="7289"/>
                      <a:pt x="6248" y="7291"/>
                      <a:pt x="6254" y="7291"/>
                    </a:cubicBezTo>
                    <a:lnTo>
                      <a:pt x="6261" y="7298"/>
                    </a:lnTo>
                    <a:cubicBezTo>
                      <a:pt x="6278" y="7305"/>
                      <a:pt x="6294" y="7313"/>
                      <a:pt x="6309" y="7320"/>
                    </a:cubicBezTo>
                    <a:cubicBezTo>
                      <a:pt x="6311" y="7322"/>
                      <a:pt x="6315" y="7322"/>
                      <a:pt x="6317" y="7322"/>
                    </a:cubicBezTo>
                    <a:lnTo>
                      <a:pt x="6317" y="7325"/>
                    </a:lnTo>
                    <a:cubicBezTo>
                      <a:pt x="6488" y="7410"/>
                      <a:pt x="6658" y="7496"/>
                      <a:pt x="6830" y="7570"/>
                    </a:cubicBezTo>
                    <a:cubicBezTo>
                      <a:pt x="6742" y="7511"/>
                      <a:pt x="6657" y="7450"/>
                      <a:pt x="6572" y="7384"/>
                    </a:cubicBezTo>
                    <a:cubicBezTo>
                      <a:pt x="6553" y="7375"/>
                      <a:pt x="6534" y="7360"/>
                      <a:pt x="6516" y="7347"/>
                    </a:cubicBezTo>
                    <a:cubicBezTo>
                      <a:pt x="6461" y="7310"/>
                      <a:pt x="6410" y="7271"/>
                      <a:pt x="6361" y="7234"/>
                    </a:cubicBezTo>
                    <a:lnTo>
                      <a:pt x="6358" y="7231"/>
                    </a:lnTo>
                    <a:cubicBezTo>
                      <a:pt x="6338" y="7219"/>
                      <a:pt x="6319" y="7207"/>
                      <a:pt x="6304" y="7193"/>
                    </a:cubicBezTo>
                    <a:cubicBezTo>
                      <a:pt x="6297" y="7187"/>
                      <a:pt x="6291" y="7184"/>
                      <a:pt x="6284" y="7178"/>
                    </a:cubicBezTo>
                    <a:cubicBezTo>
                      <a:pt x="6280" y="7178"/>
                      <a:pt x="6278" y="7176"/>
                      <a:pt x="6278" y="7176"/>
                    </a:cubicBezTo>
                    <a:lnTo>
                      <a:pt x="6269" y="7167"/>
                    </a:lnTo>
                    <a:cubicBezTo>
                      <a:pt x="6260" y="7163"/>
                      <a:pt x="6253" y="7157"/>
                      <a:pt x="6247" y="7151"/>
                    </a:cubicBezTo>
                    <a:cubicBezTo>
                      <a:pt x="6244" y="7151"/>
                      <a:pt x="6244" y="7151"/>
                      <a:pt x="6244" y="7148"/>
                    </a:cubicBezTo>
                    <a:cubicBezTo>
                      <a:pt x="6238" y="7146"/>
                      <a:pt x="6234" y="7142"/>
                      <a:pt x="6232" y="7140"/>
                    </a:cubicBezTo>
                    <a:cubicBezTo>
                      <a:pt x="6224" y="7136"/>
                      <a:pt x="6218" y="7132"/>
                      <a:pt x="6216" y="7126"/>
                    </a:cubicBezTo>
                    <a:cubicBezTo>
                      <a:pt x="6209" y="7126"/>
                      <a:pt x="6206" y="7124"/>
                      <a:pt x="6203" y="7117"/>
                    </a:cubicBezTo>
                    <a:cubicBezTo>
                      <a:pt x="6197" y="7117"/>
                      <a:pt x="6193" y="7115"/>
                      <a:pt x="6190" y="7109"/>
                    </a:cubicBezTo>
                    <a:lnTo>
                      <a:pt x="6187" y="7109"/>
                    </a:lnTo>
                    <a:cubicBezTo>
                      <a:pt x="6178" y="7098"/>
                      <a:pt x="6168" y="7091"/>
                      <a:pt x="6159" y="7083"/>
                    </a:cubicBezTo>
                    <a:cubicBezTo>
                      <a:pt x="6149" y="7080"/>
                      <a:pt x="6140" y="7074"/>
                      <a:pt x="6134" y="7067"/>
                    </a:cubicBezTo>
                    <a:cubicBezTo>
                      <a:pt x="6124" y="7057"/>
                      <a:pt x="6114" y="7050"/>
                      <a:pt x="6105" y="7042"/>
                    </a:cubicBezTo>
                    <a:lnTo>
                      <a:pt x="6103" y="7042"/>
                    </a:lnTo>
                    <a:cubicBezTo>
                      <a:pt x="6100" y="7042"/>
                      <a:pt x="6100" y="7042"/>
                      <a:pt x="6100" y="7039"/>
                    </a:cubicBezTo>
                    <a:cubicBezTo>
                      <a:pt x="6052" y="7003"/>
                      <a:pt x="6005" y="6969"/>
                      <a:pt x="5960" y="6931"/>
                    </a:cubicBezTo>
                    <a:cubicBezTo>
                      <a:pt x="5954" y="6928"/>
                      <a:pt x="5951" y="6921"/>
                      <a:pt x="5945" y="6919"/>
                    </a:cubicBezTo>
                    <a:cubicBezTo>
                      <a:pt x="3603" y="5062"/>
                      <a:pt x="1873" y="2658"/>
                      <a:pt x="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130"/>
              <p:cNvSpPr/>
              <p:nvPr/>
            </p:nvSpPr>
            <p:spPr>
              <a:xfrm>
                <a:off x="3661325" y="2264975"/>
                <a:ext cx="173575" cy="165675"/>
              </a:xfrm>
              <a:custGeom>
                <a:rect b="b" l="l" r="r" t="t"/>
                <a:pathLst>
                  <a:path extrusionOk="0" h="6627" w="6943">
                    <a:moveTo>
                      <a:pt x="1" y="1"/>
                    </a:moveTo>
                    <a:cubicBezTo>
                      <a:pt x="88" y="61"/>
                      <a:pt x="173" y="121"/>
                      <a:pt x="259" y="186"/>
                    </a:cubicBezTo>
                    <a:cubicBezTo>
                      <a:pt x="280" y="197"/>
                      <a:pt x="299" y="212"/>
                      <a:pt x="317" y="228"/>
                    </a:cubicBezTo>
                    <a:cubicBezTo>
                      <a:pt x="372" y="263"/>
                      <a:pt x="423" y="300"/>
                      <a:pt x="472" y="341"/>
                    </a:cubicBezTo>
                    <a:lnTo>
                      <a:pt x="475" y="341"/>
                    </a:lnTo>
                    <a:cubicBezTo>
                      <a:pt x="491" y="354"/>
                      <a:pt x="510" y="366"/>
                      <a:pt x="526" y="379"/>
                    </a:cubicBezTo>
                    <a:cubicBezTo>
                      <a:pt x="532" y="386"/>
                      <a:pt x="538" y="388"/>
                      <a:pt x="545" y="395"/>
                    </a:cubicBezTo>
                    <a:cubicBezTo>
                      <a:pt x="548" y="395"/>
                      <a:pt x="552" y="398"/>
                      <a:pt x="554" y="401"/>
                    </a:cubicBezTo>
                    <a:cubicBezTo>
                      <a:pt x="558" y="401"/>
                      <a:pt x="560" y="407"/>
                      <a:pt x="560" y="407"/>
                    </a:cubicBezTo>
                    <a:cubicBezTo>
                      <a:pt x="567" y="411"/>
                      <a:pt x="573" y="413"/>
                      <a:pt x="575" y="421"/>
                    </a:cubicBezTo>
                    <a:cubicBezTo>
                      <a:pt x="579" y="421"/>
                      <a:pt x="583" y="424"/>
                      <a:pt x="585" y="427"/>
                    </a:cubicBezTo>
                    <a:cubicBezTo>
                      <a:pt x="591" y="429"/>
                      <a:pt x="598" y="433"/>
                      <a:pt x="600" y="436"/>
                    </a:cubicBezTo>
                    <a:cubicBezTo>
                      <a:pt x="606" y="439"/>
                      <a:pt x="611" y="442"/>
                      <a:pt x="614" y="449"/>
                    </a:cubicBezTo>
                    <a:cubicBezTo>
                      <a:pt x="616" y="449"/>
                      <a:pt x="620" y="453"/>
                      <a:pt x="622" y="455"/>
                    </a:cubicBezTo>
                    <a:cubicBezTo>
                      <a:pt x="629" y="459"/>
                      <a:pt x="635" y="462"/>
                      <a:pt x="637" y="468"/>
                    </a:cubicBezTo>
                    <a:cubicBezTo>
                      <a:pt x="641" y="468"/>
                      <a:pt x="641" y="470"/>
                      <a:pt x="641" y="470"/>
                    </a:cubicBezTo>
                    <a:cubicBezTo>
                      <a:pt x="650" y="477"/>
                      <a:pt x="660" y="484"/>
                      <a:pt x="668" y="493"/>
                    </a:cubicBezTo>
                    <a:cubicBezTo>
                      <a:pt x="678" y="495"/>
                      <a:pt x="684" y="501"/>
                      <a:pt x="691" y="508"/>
                    </a:cubicBezTo>
                    <a:cubicBezTo>
                      <a:pt x="699" y="515"/>
                      <a:pt x="710" y="521"/>
                      <a:pt x="719" y="527"/>
                    </a:cubicBezTo>
                    <a:cubicBezTo>
                      <a:pt x="719" y="531"/>
                      <a:pt x="722" y="534"/>
                      <a:pt x="722" y="534"/>
                    </a:cubicBezTo>
                    <a:cubicBezTo>
                      <a:pt x="770" y="566"/>
                      <a:pt x="813" y="603"/>
                      <a:pt x="861" y="638"/>
                    </a:cubicBezTo>
                    <a:cubicBezTo>
                      <a:pt x="868" y="645"/>
                      <a:pt x="870" y="649"/>
                      <a:pt x="877" y="651"/>
                    </a:cubicBezTo>
                    <a:cubicBezTo>
                      <a:pt x="2938" y="2283"/>
                      <a:pt x="4530" y="4344"/>
                      <a:pt x="5591" y="6626"/>
                    </a:cubicBezTo>
                    <a:cubicBezTo>
                      <a:pt x="6068" y="6535"/>
                      <a:pt x="6522" y="6377"/>
                      <a:pt x="6943" y="6166"/>
                    </a:cubicBezTo>
                    <a:cubicBezTo>
                      <a:pt x="5557" y="3943"/>
                      <a:pt x="3619" y="2021"/>
                      <a:pt x="1197" y="622"/>
                    </a:cubicBezTo>
                    <a:cubicBezTo>
                      <a:pt x="1148" y="593"/>
                      <a:pt x="1102" y="567"/>
                      <a:pt x="1054" y="539"/>
                    </a:cubicBezTo>
                    <a:cubicBezTo>
                      <a:pt x="1030" y="526"/>
                      <a:pt x="1002" y="510"/>
                      <a:pt x="976" y="498"/>
                    </a:cubicBezTo>
                    <a:cubicBezTo>
                      <a:pt x="919" y="463"/>
                      <a:pt x="859" y="431"/>
                      <a:pt x="803" y="400"/>
                    </a:cubicBezTo>
                    <a:cubicBezTo>
                      <a:pt x="796" y="400"/>
                      <a:pt x="790" y="397"/>
                      <a:pt x="784" y="391"/>
                    </a:cubicBezTo>
                    <a:cubicBezTo>
                      <a:pt x="777" y="388"/>
                      <a:pt x="768" y="385"/>
                      <a:pt x="761" y="381"/>
                    </a:cubicBezTo>
                    <a:lnTo>
                      <a:pt x="761" y="379"/>
                    </a:lnTo>
                    <a:cubicBezTo>
                      <a:pt x="755" y="379"/>
                      <a:pt x="753" y="375"/>
                      <a:pt x="746" y="372"/>
                    </a:cubicBezTo>
                    <a:cubicBezTo>
                      <a:pt x="740" y="369"/>
                      <a:pt x="730" y="366"/>
                      <a:pt x="724" y="360"/>
                    </a:cubicBezTo>
                    <a:cubicBezTo>
                      <a:pt x="718" y="357"/>
                      <a:pt x="709" y="354"/>
                      <a:pt x="702" y="351"/>
                    </a:cubicBezTo>
                    <a:cubicBezTo>
                      <a:pt x="696" y="348"/>
                      <a:pt x="692" y="344"/>
                      <a:pt x="689" y="341"/>
                    </a:cubicBezTo>
                    <a:cubicBezTo>
                      <a:pt x="683" y="341"/>
                      <a:pt x="679" y="338"/>
                      <a:pt x="677" y="335"/>
                    </a:cubicBezTo>
                    <a:cubicBezTo>
                      <a:pt x="674" y="335"/>
                      <a:pt x="674" y="333"/>
                      <a:pt x="674" y="333"/>
                    </a:cubicBezTo>
                    <a:cubicBezTo>
                      <a:pt x="673" y="334"/>
                      <a:pt x="671" y="334"/>
                      <a:pt x="671" y="334"/>
                    </a:cubicBezTo>
                    <a:cubicBezTo>
                      <a:pt x="669" y="334"/>
                      <a:pt x="667" y="333"/>
                      <a:pt x="667" y="333"/>
                    </a:cubicBezTo>
                    <a:cubicBezTo>
                      <a:pt x="665" y="329"/>
                      <a:pt x="661" y="329"/>
                      <a:pt x="658" y="326"/>
                    </a:cubicBezTo>
                    <a:cubicBezTo>
                      <a:pt x="652" y="326"/>
                      <a:pt x="648" y="323"/>
                      <a:pt x="646" y="320"/>
                    </a:cubicBezTo>
                    <a:cubicBezTo>
                      <a:pt x="635" y="315"/>
                      <a:pt x="626" y="309"/>
                      <a:pt x="620" y="307"/>
                    </a:cubicBezTo>
                    <a:cubicBezTo>
                      <a:pt x="610" y="303"/>
                      <a:pt x="600" y="297"/>
                      <a:pt x="594" y="294"/>
                    </a:cubicBezTo>
                    <a:lnTo>
                      <a:pt x="594" y="292"/>
                    </a:lnTo>
                    <a:cubicBezTo>
                      <a:pt x="588" y="292"/>
                      <a:pt x="581" y="288"/>
                      <a:pt x="574" y="284"/>
                    </a:cubicBezTo>
                    <a:cubicBezTo>
                      <a:pt x="568" y="282"/>
                      <a:pt x="564" y="278"/>
                      <a:pt x="562" y="276"/>
                    </a:cubicBezTo>
                    <a:cubicBezTo>
                      <a:pt x="547" y="269"/>
                      <a:pt x="533" y="263"/>
                      <a:pt x="521" y="257"/>
                    </a:cubicBezTo>
                    <a:cubicBezTo>
                      <a:pt x="514" y="254"/>
                      <a:pt x="507" y="250"/>
                      <a:pt x="505" y="247"/>
                    </a:cubicBezTo>
                    <a:cubicBezTo>
                      <a:pt x="337" y="165"/>
                      <a:pt x="171" y="8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130"/>
            <p:cNvGrpSpPr/>
            <p:nvPr/>
          </p:nvGrpSpPr>
          <p:grpSpPr>
            <a:xfrm>
              <a:off x="8580621" y="3918294"/>
              <a:ext cx="505392" cy="244130"/>
              <a:chOff x="3129734" y="107288"/>
              <a:chExt cx="257866" cy="124563"/>
            </a:xfrm>
          </p:grpSpPr>
          <p:sp>
            <p:nvSpPr>
              <p:cNvPr id="10252" name="Google Shape;10252;p130"/>
              <p:cNvSpPr/>
              <p:nvPr/>
            </p:nvSpPr>
            <p:spPr>
              <a:xfrm>
                <a:off x="3129734" y="107288"/>
                <a:ext cx="256475" cy="123125"/>
              </a:xfrm>
              <a:custGeom>
                <a:rect b="b" l="l" r="r" t="t"/>
                <a:pathLst>
                  <a:path extrusionOk="0" h="4925" w="10259">
                    <a:moveTo>
                      <a:pt x="5130" y="0"/>
                    </a:moveTo>
                    <a:cubicBezTo>
                      <a:pt x="2297" y="0"/>
                      <a:pt x="1" y="2463"/>
                      <a:pt x="1" y="2463"/>
                    </a:cubicBezTo>
                    <a:cubicBezTo>
                      <a:pt x="1" y="2463"/>
                      <a:pt x="2297" y="4925"/>
                      <a:pt x="5130" y="4925"/>
                    </a:cubicBezTo>
                    <a:cubicBezTo>
                      <a:pt x="7962" y="4925"/>
                      <a:pt x="10259" y="2463"/>
                      <a:pt x="10259" y="2463"/>
                    </a:cubicBezTo>
                    <a:cubicBezTo>
                      <a:pt x="10259" y="2463"/>
                      <a:pt x="7962" y="0"/>
                      <a:pt x="5130"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130"/>
              <p:cNvSpPr/>
              <p:nvPr/>
            </p:nvSpPr>
            <p:spPr>
              <a:xfrm>
                <a:off x="3131125" y="108700"/>
                <a:ext cx="256475" cy="123150"/>
              </a:xfrm>
              <a:custGeom>
                <a:rect b="b" l="l" r="r" t="t"/>
                <a:pathLst>
                  <a:path extrusionOk="0" h="4926" w="10259">
                    <a:moveTo>
                      <a:pt x="5129" y="0"/>
                    </a:moveTo>
                    <a:cubicBezTo>
                      <a:pt x="2296" y="0"/>
                      <a:pt x="0" y="2463"/>
                      <a:pt x="0" y="2463"/>
                    </a:cubicBezTo>
                    <a:cubicBezTo>
                      <a:pt x="0" y="2463"/>
                      <a:pt x="2296" y="4926"/>
                      <a:pt x="5129" y="4926"/>
                    </a:cubicBezTo>
                    <a:cubicBezTo>
                      <a:pt x="7962" y="4926"/>
                      <a:pt x="10258" y="2463"/>
                      <a:pt x="10258" y="2463"/>
                    </a:cubicBezTo>
                    <a:cubicBezTo>
                      <a:pt x="10258" y="2463"/>
                      <a:pt x="7962" y="0"/>
                      <a:pt x="51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30"/>
              <p:cNvSpPr/>
              <p:nvPr/>
            </p:nvSpPr>
            <p:spPr>
              <a:xfrm>
                <a:off x="3205475" y="116400"/>
                <a:ext cx="107725" cy="107750"/>
              </a:xfrm>
              <a:custGeom>
                <a:rect b="b" l="l" r="r" t="t"/>
                <a:pathLst>
                  <a:path extrusionOk="0" h="4310" w="4309">
                    <a:moveTo>
                      <a:pt x="2155" y="1"/>
                    </a:moveTo>
                    <a:cubicBezTo>
                      <a:pt x="965" y="1"/>
                      <a:pt x="0" y="966"/>
                      <a:pt x="0" y="2155"/>
                    </a:cubicBezTo>
                    <a:cubicBezTo>
                      <a:pt x="0" y="3344"/>
                      <a:pt x="965" y="4309"/>
                      <a:pt x="2155" y="4309"/>
                    </a:cubicBezTo>
                    <a:cubicBezTo>
                      <a:pt x="3345" y="4309"/>
                      <a:pt x="4309" y="3344"/>
                      <a:pt x="4309" y="2155"/>
                    </a:cubicBezTo>
                    <a:cubicBezTo>
                      <a:pt x="4309" y="966"/>
                      <a:pt x="3345" y="1"/>
                      <a:pt x="21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130"/>
              <p:cNvSpPr/>
              <p:nvPr/>
            </p:nvSpPr>
            <p:spPr>
              <a:xfrm>
                <a:off x="3222550" y="135325"/>
                <a:ext cx="73550" cy="69900"/>
              </a:xfrm>
              <a:custGeom>
                <a:rect b="b" l="l" r="r" t="t"/>
                <a:pathLst>
                  <a:path extrusionOk="0" h="2796" w="2942">
                    <a:moveTo>
                      <a:pt x="1793" y="0"/>
                    </a:moveTo>
                    <a:cubicBezTo>
                      <a:pt x="1732" y="0"/>
                      <a:pt x="1670" y="30"/>
                      <a:pt x="1633" y="96"/>
                    </a:cubicBezTo>
                    <a:cubicBezTo>
                      <a:pt x="1598" y="160"/>
                      <a:pt x="1534" y="192"/>
                      <a:pt x="1471" y="192"/>
                    </a:cubicBezTo>
                    <a:cubicBezTo>
                      <a:pt x="1408" y="192"/>
                      <a:pt x="1344" y="160"/>
                      <a:pt x="1308" y="96"/>
                    </a:cubicBezTo>
                    <a:cubicBezTo>
                      <a:pt x="1271" y="30"/>
                      <a:pt x="1209" y="0"/>
                      <a:pt x="1148" y="0"/>
                    </a:cubicBezTo>
                    <a:cubicBezTo>
                      <a:pt x="1053" y="0"/>
                      <a:pt x="958" y="72"/>
                      <a:pt x="960" y="189"/>
                    </a:cubicBezTo>
                    <a:cubicBezTo>
                      <a:pt x="962" y="300"/>
                      <a:pt x="872" y="379"/>
                      <a:pt x="774" y="379"/>
                    </a:cubicBezTo>
                    <a:cubicBezTo>
                      <a:pt x="742" y="379"/>
                      <a:pt x="709" y="370"/>
                      <a:pt x="679" y="352"/>
                    </a:cubicBezTo>
                    <a:cubicBezTo>
                      <a:pt x="647" y="333"/>
                      <a:pt x="614" y="324"/>
                      <a:pt x="583" y="324"/>
                    </a:cubicBezTo>
                    <a:cubicBezTo>
                      <a:pt x="452" y="324"/>
                      <a:pt x="345" y="473"/>
                      <a:pt x="425" y="606"/>
                    </a:cubicBezTo>
                    <a:cubicBezTo>
                      <a:pt x="499" y="730"/>
                      <a:pt x="409" y="888"/>
                      <a:pt x="264" y="888"/>
                    </a:cubicBezTo>
                    <a:cubicBezTo>
                      <a:pt x="264" y="888"/>
                      <a:pt x="263" y="888"/>
                      <a:pt x="262" y="888"/>
                    </a:cubicBezTo>
                    <a:cubicBezTo>
                      <a:pt x="260" y="888"/>
                      <a:pt x="259" y="888"/>
                      <a:pt x="258" y="888"/>
                    </a:cubicBezTo>
                    <a:cubicBezTo>
                      <a:pt x="69" y="888"/>
                      <a:pt x="1" y="1142"/>
                      <a:pt x="169" y="1235"/>
                    </a:cubicBezTo>
                    <a:cubicBezTo>
                      <a:pt x="297" y="1307"/>
                      <a:pt x="297" y="1489"/>
                      <a:pt x="169" y="1560"/>
                    </a:cubicBezTo>
                    <a:cubicBezTo>
                      <a:pt x="0" y="1654"/>
                      <a:pt x="68" y="1909"/>
                      <a:pt x="259" y="1909"/>
                    </a:cubicBezTo>
                    <a:cubicBezTo>
                      <a:pt x="260" y="1909"/>
                      <a:pt x="261" y="1909"/>
                      <a:pt x="262" y="1909"/>
                    </a:cubicBezTo>
                    <a:cubicBezTo>
                      <a:pt x="263" y="1909"/>
                      <a:pt x="264" y="1909"/>
                      <a:pt x="266" y="1909"/>
                    </a:cubicBezTo>
                    <a:cubicBezTo>
                      <a:pt x="410" y="1909"/>
                      <a:pt x="498" y="2066"/>
                      <a:pt x="425" y="2190"/>
                    </a:cubicBezTo>
                    <a:cubicBezTo>
                      <a:pt x="345" y="2323"/>
                      <a:pt x="451" y="2472"/>
                      <a:pt x="582" y="2472"/>
                    </a:cubicBezTo>
                    <a:cubicBezTo>
                      <a:pt x="614" y="2472"/>
                      <a:pt x="647" y="2463"/>
                      <a:pt x="679" y="2444"/>
                    </a:cubicBezTo>
                    <a:cubicBezTo>
                      <a:pt x="709" y="2426"/>
                      <a:pt x="741" y="2418"/>
                      <a:pt x="773" y="2418"/>
                    </a:cubicBezTo>
                    <a:cubicBezTo>
                      <a:pt x="871" y="2418"/>
                      <a:pt x="962" y="2497"/>
                      <a:pt x="960" y="2607"/>
                    </a:cubicBezTo>
                    <a:cubicBezTo>
                      <a:pt x="958" y="2724"/>
                      <a:pt x="1053" y="2796"/>
                      <a:pt x="1148" y="2796"/>
                    </a:cubicBezTo>
                    <a:cubicBezTo>
                      <a:pt x="1210" y="2796"/>
                      <a:pt x="1271" y="2766"/>
                      <a:pt x="1308" y="2700"/>
                    </a:cubicBezTo>
                    <a:cubicBezTo>
                      <a:pt x="1344" y="2636"/>
                      <a:pt x="1407" y="2604"/>
                      <a:pt x="1471" y="2604"/>
                    </a:cubicBezTo>
                    <a:cubicBezTo>
                      <a:pt x="1534" y="2604"/>
                      <a:pt x="1598" y="2636"/>
                      <a:pt x="1633" y="2700"/>
                    </a:cubicBezTo>
                    <a:cubicBezTo>
                      <a:pt x="1670" y="2766"/>
                      <a:pt x="1732" y="2796"/>
                      <a:pt x="1793" y="2796"/>
                    </a:cubicBezTo>
                    <a:cubicBezTo>
                      <a:pt x="1889" y="2796"/>
                      <a:pt x="1983" y="2724"/>
                      <a:pt x="1982" y="2607"/>
                    </a:cubicBezTo>
                    <a:cubicBezTo>
                      <a:pt x="1980" y="2497"/>
                      <a:pt x="2070" y="2418"/>
                      <a:pt x="2168" y="2418"/>
                    </a:cubicBezTo>
                    <a:cubicBezTo>
                      <a:pt x="2200" y="2418"/>
                      <a:pt x="2232" y="2426"/>
                      <a:pt x="2263" y="2444"/>
                    </a:cubicBezTo>
                    <a:cubicBezTo>
                      <a:pt x="2295" y="2463"/>
                      <a:pt x="2327" y="2472"/>
                      <a:pt x="2359" y="2472"/>
                    </a:cubicBezTo>
                    <a:cubicBezTo>
                      <a:pt x="2490" y="2472"/>
                      <a:pt x="2597" y="2323"/>
                      <a:pt x="2517" y="2190"/>
                    </a:cubicBezTo>
                    <a:cubicBezTo>
                      <a:pt x="2443" y="2066"/>
                      <a:pt x="2532" y="1909"/>
                      <a:pt x="2675" y="1909"/>
                    </a:cubicBezTo>
                    <a:cubicBezTo>
                      <a:pt x="2677" y="1909"/>
                      <a:pt x="2678" y="1909"/>
                      <a:pt x="2680" y="1909"/>
                    </a:cubicBezTo>
                    <a:cubicBezTo>
                      <a:pt x="2680" y="1909"/>
                      <a:pt x="2681" y="1909"/>
                      <a:pt x="2682" y="1909"/>
                    </a:cubicBezTo>
                    <a:cubicBezTo>
                      <a:pt x="2872" y="1909"/>
                      <a:pt x="2941" y="1654"/>
                      <a:pt x="2772" y="1560"/>
                    </a:cubicBezTo>
                    <a:cubicBezTo>
                      <a:pt x="2644" y="1489"/>
                      <a:pt x="2644" y="1307"/>
                      <a:pt x="2772" y="1235"/>
                    </a:cubicBezTo>
                    <a:cubicBezTo>
                      <a:pt x="2941" y="1142"/>
                      <a:pt x="2873" y="888"/>
                      <a:pt x="2683" y="888"/>
                    </a:cubicBezTo>
                    <a:cubicBezTo>
                      <a:pt x="2682" y="888"/>
                      <a:pt x="2681" y="888"/>
                      <a:pt x="2680" y="888"/>
                    </a:cubicBezTo>
                    <a:cubicBezTo>
                      <a:pt x="2679" y="888"/>
                      <a:pt x="2678" y="888"/>
                      <a:pt x="2677" y="888"/>
                    </a:cubicBezTo>
                    <a:cubicBezTo>
                      <a:pt x="2533" y="888"/>
                      <a:pt x="2443" y="730"/>
                      <a:pt x="2517" y="606"/>
                    </a:cubicBezTo>
                    <a:cubicBezTo>
                      <a:pt x="2597" y="473"/>
                      <a:pt x="2490" y="324"/>
                      <a:pt x="2359" y="324"/>
                    </a:cubicBezTo>
                    <a:cubicBezTo>
                      <a:pt x="2327" y="324"/>
                      <a:pt x="2294" y="333"/>
                      <a:pt x="2263" y="352"/>
                    </a:cubicBezTo>
                    <a:cubicBezTo>
                      <a:pt x="2232" y="370"/>
                      <a:pt x="2200" y="378"/>
                      <a:pt x="2168" y="378"/>
                    </a:cubicBezTo>
                    <a:cubicBezTo>
                      <a:pt x="2070" y="378"/>
                      <a:pt x="1980" y="299"/>
                      <a:pt x="1982" y="189"/>
                    </a:cubicBezTo>
                    <a:cubicBezTo>
                      <a:pt x="1983" y="72"/>
                      <a:pt x="1888" y="0"/>
                      <a:pt x="17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130"/>
              <p:cNvSpPr/>
              <p:nvPr/>
            </p:nvSpPr>
            <p:spPr>
              <a:xfrm>
                <a:off x="3243500" y="154425"/>
                <a:ext cx="31675" cy="31700"/>
              </a:xfrm>
              <a:custGeom>
                <a:rect b="b" l="l" r="r" t="t"/>
                <a:pathLst>
                  <a:path extrusionOk="0" h="1268" w="1267">
                    <a:moveTo>
                      <a:pt x="634" y="1"/>
                    </a:moveTo>
                    <a:cubicBezTo>
                      <a:pt x="284" y="1"/>
                      <a:pt x="1" y="285"/>
                      <a:pt x="1" y="634"/>
                    </a:cubicBezTo>
                    <a:cubicBezTo>
                      <a:pt x="1" y="983"/>
                      <a:pt x="284" y="1267"/>
                      <a:pt x="634" y="1267"/>
                    </a:cubicBezTo>
                    <a:cubicBezTo>
                      <a:pt x="984" y="1267"/>
                      <a:pt x="1267" y="983"/>
                      <a:pt x="1267" y="634"/>
                    </a:cubicBezTo>
                    <a:cubicBezTo>
                      <a:pt x="1267" y="285"/>
                      <a:pt x="984" y="1"/>
                      <a:pt x="6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7" name="Google Shape;10257;p130"/>
            <p:cNvGrpSpPr/>
            <p:nvPr/>
          </p:nvGrpSpPr>
          <p:grpSpPr>
            <a:xfrm rot="-806723">
              <a:off x="167614" y="4329546"/>
              <a:ext cx="659906" cy="714584"/>
              <a:chOff x="-2686850" y="3696525"/>
              <a:chExt cx="332050" cy="359563"/>
            </a:xfrm>
          </p:grpSpPr>
          <p:sp>
            <p:nvSpPr>
              <p:cNvPr id="10258" name="Google Shape;10258;p130"/>
              <p:cNvSpPr/>
              <p:nvPr/>
            </p:nvSpPr>
            <p:spPr>
              <a:xfrm>
                <a:off x="-2686850" y="3696525"/>
                <a:ext cx="332050" cy="359525"/>
              </a:xfrm>
              <a:custGeom>
                <a:rect b="b" l="l" r="r" t="t"/>
                <a:pathLst>
                  <a:path extrusionOk="0" h="14381" w="13282">
                    <a:moveTo>
                      <a:pt x="12504" y="10802"/>
                    </a:moveTo>
                    <a:lnTo>
                      <a:pt x="12497" y="10829"/>
                    </a:lnTo>
                    <a:lnTo>
                      <a:pt x="12497" y="10806"/>
                    </a:lnTo>
                    <a:lnTo>
                      <a:pt x="12504" y="10802"/>
                    </a:lnTo>
                    <a:close/>
                    <a:moveTo>
                      <a:pt x="6678" y="1"/>
                    </a:moveTo>
                    <a:cubicBezTo>
                      <a:pt x="4442" y="1"/>
                      <a:pt x="2280" y="1136"/>
                      <a:pt x="1036" y="2962"/>
                    </a:cubicBezTo>
                    <a:cubicBezTo>
                      <a:pt x="902" y="3158"/>
                      <a:pt x="912" y="3410"/>
                      <a:pt x="1042" y="3594"/>
                    </a:cubicBezTo>
                    <a:cubicBezTo>
                      <a:pt x="505" y="4550"/>
                      <a:pt x="247" y="5625"/>
                      <a:pt x="300" y="6729"/>
                    </a:cubicBezTo>
                    <a:cubicBezTo>
                      <a:pt x="352" y="7770"/>
                      <a:pt x="675" y="10117"/>
                      <a:pt x="739" y="10573"/>
                    </a:cubicBezTo>
                    <a:lnTo>
                      <a:pt x="739" y="10663"/>
                    </a:lnTo>
                    <a:lnTo>
                      <a:pt x="256" y="8957"/>
                    </a:lnTo>
                    <a:cubicBezTo>
                      <a:pt x="241" y="8903"/>
                      <a:pt x="192" y="8868"/>
                      <a:pt x="138" y="8868"/>
                    </a:cubicBezTo>
                    <a:cubicBezTo>
                      <a:pt x="126" y="8868"/>
                      <a:pt x="115" y="8869"/>
                      <a:pt x="103" y="8873"/>
                    </a:cubicBezTo>
                    <a:cubicBezTo>
                      <a:pt x="37" y="8890"/>
                      <a:pt x="0" y="8958"/>
                      <a:pt x="19" y="9024"/>
                    </a:cubicBezTo>
                    <a:lnTo>
                      <a:pt x="738" y="11566"/>
                    </a:lnTo>
                    <a:lnTo>
                      <a:pt x="738" y="12528"/>
                    </a:lnTo>
                    <a:lnTo>
                      <a:pt x="738" y="13556"/>
                    </a:lnTo>
                    <a:lnTo>
                      <a:pt x="738" y="13808"/>
                    </a:lnTo>
                    <a:lnTo>
                      <a:pt x="1665" y="13808"/>
                    </a:lnTo>
                    <a:lnTo>
                      <a:pt x="1665" y="14373"/>
                    </a:lnTo>
                    <a:lnTo>
                      <a:pt x="1947" y="14373"/>
                    </a:lnTo>
                    <a:lnTo>
                      <a:pt x="1947" y="14380"/>
                    </a:lnTo>
                    <a:lnTo>
                      <a:pt x="2635" y="14380"/>
                    </a:lnTo>
                    <a:lnTo>
                      <a:pt x="2635" y="14369"/>
                    </a:lnTo>
                    <a:cubicBezTo>
                      <a:pt x="3018" y="14307"/>
                      <a:pt x="3314" y="13987"/>
                      <a:pt x="3411" y="13555"/>
                    </a:cubicBezTo>
                    <a:cubicBezTo>
                      <a:pt x="3433" y="13457"/>
                      <a:pt x="3446" y="13353"/>
                      <a:pt x="3446" y="13245"/>
                    </a:cubicBezTo>
                    <a:lnTo>
                      <a:pt x="3446" y="12527"/>
                    </a:lnTo>
                    <a:lnTo>
                      <a:pt x="3446" y="11097"/>
                    </a:lnTo>
                    <a:cubicBezTo>
                      <a:pt x="3446" y="10515"/>
                      <a:pt x="3105" y="10039"/>
                      <a:pt x="2635" y="9961"/>
                    </a:cubicBezTo>
                    <a:lnTo>
                      <a:pt x="2635" y="9948"/>
                    </a:lnTo>
                    <a:lnTo>
                      <a:pt x="1985" y="9948"/>
                    </a:lnTo>
                    <a:lnTo>
                      <a:pt x="1985" y="9942"/>
                    </a:lnTo>
                    <a:lnTo>
                      <a:pt x="1665" y="9942"/>
                    </a:lnTo>
                    <a:lnTo>
                      <a:pt x="1665" y="10506"/>
                    </a:lnTo>
                    <a:lnTo>
                      <a:pt x="1165" y="10506"/>
                    </a:lnTo>
                    <a:cubicBezTo>
                      <a:pt x="1100" y="10047"/>
                      <a:pt x="780" y="7711"/>
                      <a:pt x="731" y="6704"/>
                    </a:cubicBezTo>
                    <a:cubicBezTo>
                      <a:pt x="680" y="5690"/>
                      <a:pt x="918" y="4700"/>
                      <a:pt x="1409" y="3819"/>
                    </a:cubicBezTo>
                    <a:cubicBezTo>
                      <a:pt x="1438" y="3823"/>
                      <a:pt x="1466" y="3825"/>
                      <a:pt x="1494" y="3825"/>
                    </a:cubicBezTo>
                    <a:cubicBezTo>
                      <a:pt x="1671" y="3825"/>
                      <a:pt x="1845" y="3741"/>
                      <a:pt x="1952" y="3583"/>
                    </a:cubicBezTo>
                    <a:cubicBezTo>
                      <a:pt x="2992" y="2056"/>
                      <a:pt x="4803" y="1106"/>
                      <a:pt x="6678" y="1106"/>
                    </a:cubicBezTo>
                    <a:cubicBezTo>
                      <a:pt x="8431" y="1106"/>
                      <a:pt x="10117" y="1922"/>
                      <a:pt x="11187" y="3286"/>
                    </a:cubicBezTo>
                    <a:cubicBezTo>
                      <a:pt x="11297" y="3426"/>
                      <a:pt x="11458" y="3497"/>
                      <a:pt x="11621" y="3497"/>
                    </a:cubicBezTo>
                    <a:cubicBezTo>
                      <a:pt x="11663" y="3497"/>
                      <a:pt x="11704" y="3493"/>
                      <a:pt x="11744" y="3484"/>
                    </a:cubicBezTo>
                    <a:cubicBezTo>
                      <a:pt x="12373" y="4446"/>
                      <a:pt x="12682" y="5559"/>
                      <a:pt x="12626" y="6704"/>
                    </a:cubicBezTo>
                    <a:cubicBezTo>
                      <a:pt x="12576" y="7711"/>
                      <a:pt x="12255" y="10047"/>
                      <a:pt x="12191" y="10506"/>
                    </a:cubicBezTo>
                    <a:lnTo>
                      <a:pt x="11569" y="10506"/>
                    </a:lnTo>
                    <a:lnTo>
                      <a:pt x="11569" y="9942"/>
                    </a:lnTo>
                    <a:lnTo>
                      <a:pt x="11249" y="9942"/>
                    </a:lnTo>
                    <a:lnTo>
                      <a:pt x="11249" y="9948"/>
                    </a:lnTo>
                    <a:lnTo>
                      <a:pt x="10602" y="9948"/>
                    </a:lnTo>
                    <a:lnTo>
                      <a:pt x="10602" y="9961"/>
                    </a:lnTo>
                    <a:cubicBezTo>
                      <a:pt x="10130" y="10039"/>
                      <a:pt x="9790" y="10515"/>
                      <a:pt x="9790" y="11097"/>
                    </a:cubicBezTo>
                    <a:lnTo>
                      <a:pt x="9790" y="12526"/>
                    </a:lnTo>
                    <a:lnTo>
                      <a:pt x="9790" y="13244"/>
                    </a:lnTo>
                    <a:cubicBezTo>
                      <a:pt x="9790" y="13353"/>
                      <a:pt x="9803" y="13456"/>
                      <a:pt x="9825" y="13554"/>
                    </a:cubicBezTo>
                    <a:cubicBezTo>
                      <a:pt x="9922" y="13984"/>
                      <a:pt x="10218" y="14306"/>
                      <a:pt x="10602" y="14368"/>
                    </a:cubicBezTo>
                    <a:lnTo>
                      <a:pt x="10602" y="14379"/>
                    </a:lnTo>
                    <a:lnTo>
                      <a:pt x="11289" y="14379"/>
                    </a:lnTo>
                    <a:lnTo>
                      <a:pt x="11289" y="14371"/>
                    </a:lnTo>
                    <a:lnTo>
                      <a:pt x="11572" y="14371"/>
                    </a:lnTo>
                    <a:lnTo>
                      <a:pt x="11572" y="13807"/>
                    </a:lnTo>
                    <a:lnTo>
                      <a:pt x="12498" y="13807"/>
                    </a:lnTo>
                    <a:lnTo>
                      <a:pt x="12498" y="13555"/>
                    </a:lnTo>
                    <a:lnTo>
                      <a:pt x="12498" y="12527"/>
                    </a:lnTo>
                    <a:lnTo>
                      <a:pt x="12498" y="11733"/>
                    </a:lnTo>
                    <a:lnTo>
                      <a:pt x="13265" y="9024"/>
                    </a:lnTo>
                    <a:cubicBezTo>
                      <a:pt x="13282" y="8957"/>
                      <a:pt x="13245" y="8889"/>
                      <a:pt x="13179" y="8871"/>
                    </a:cubicBezTo>
                    <a:cubicBezTo>
                      <a:pt x="13168" y="8868"/>
                      <a:pt x="13157" y="8866"/>
                      <a:pt x="13146" y="8866"/>
                    </a:cubicBezTo>
                    <a:cubicBezTo>
                      <a:pt x="13092" y="8866"/>
                      <a:pt x="13042" y="8901"/>
                      <a:pt x="13027" y="8956"/>
                    </a:cubicBezTo>
                    <a:lnTo>
                      <a:pt x="12664" y="10236"/>
                    </a:lnTo>
                    <a:cubicBezTo>
                      <a:pt x="12775" y="9420"/>
                      <a:pt x="13013" y="7608"/>
                      <a:pt x="13056" y="6728"/>
                    </a:cubicBezTo>
                    <a:cubicBezTo>
                      <a:pt x="13118" y="5484"/>
                      <a:pt x="12780" y="4275"/>
                      <a:pt x="12095" y="3234"/>
                    </a:cubicBezTo>
                    <a:cubicBezTo>
                      <a:pt x="12211" y="3042"/>
                      <a:pt x="12205" y="2791"/>
                      <a:pt x="12058" y="2604"/>
                    </a:cubicBezTo>
                    <a:cubicBezTo>
                      <a:pt x="10778" y="974"/>
                      <a:pt x="8767" y="1"/>
                      <a:pt x="6678"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9" name="Google Shape;10259;p130"/>
              <p:cNvGrpSpPr/>
              <p:nvPr/>
            </p:nvGrpSpPr>
            <p:grpSpPr>
              <a:xfrm>
                <a:off x="-2686850" y="3696563"/>
                <a:ext cx="332050" cy="359525"/>
                <a:chOff x="-2348725" y="2237525"/>
                <a:chExt cx="332050" cy="359525"/>
              </a:xfrm>
            </p:grpSpPr>
            <p:sp>
              <p:nvSpPr>
                <p:cNvPr id="10260" name="Google Shape;10260;p130"/>
                <p:cNvSpPr/>
                <p:nvPr/>
              </p:nvSpPr>
              <p:spPr>
                <a:xfrm>
                  <a:off x="-2343200" y="2245975"/>
                  <a:ext cx="322925" cy="262375"/>
                </a:xfrm>
                <a:custGeom>
                  <a:rect b="b" l="l" r="r" t="t"/>
                  <a:pathLst>
                    <a:path extrusionOk="0" h="10495" w="12917">
                      <a:moveTo>
                        <a:pt x="6459" y="0"/>
                      </a:moveTo>
                      <a:cubicBezTo>
                        <a:pt x="4680" y="0"/>
                        <a:pt x="2959" y="736"/>
                        <a:pt x="1736" y="2022"/>
                      </a:cubicBezTo>
                      <a:cubicBezTo>
                        <a:pt x="588" y="3226"/>
                        <a:pt x="0" y="4778"/>
                        <a:pt x="79" y="6389"/>
                      </a:cubicBezTo>
                      <a:cubicBezTo>
                        <a:pt x="135" y="7520"/>
                        <a:pt x="513" y="10195"/>
                        <a:pt x="528" y="10309"/>
                      </a:cubicBezTo>
                      <a:cubicBezTo>
                        <a:pt x="544" y="10417"/>
                        <a:pt x="636" y="10494"/>
                        <a:pt x="742" y="10494"/>
                      </a:cubicBezTo>
                      <a:cubicBezTo>
                        <a:pt x="752" y="10494"/>
                        <a:pt x="761" y="10494"/>
                        <a:pt x="773" y="10491"/>
                      </a:cubicBezTo>
                      <a:cubicBezTo>
                        <a:pt x="890" y="10475"/>
                        <a:pt x="972" y="10365"/>
                        <a:pt x="956" y="10248"/>
                      </a:cubicBezTo>
                      <a:cubicBezTo>
                        <a:pt x="952" y="10221"/>
                        <a:pt x="567" y="7479"/>
                        <a:pt x="511" y="6368"/>
                      </a:cubicBezTo>
                      <a:cubicBezTo>
                        <a:pt x="438" y="4875"/>
                        <a:pt x="982" y="3437"/>
                        <a:pt x="2049" y="2318"/>
                      </a:cubicBezTo>
                      <a:cubicBezTo>
                        <a:pt x="3190" y="1119"/>
                        <a:pt x="4798" y="430"/>
                        <a:pt x="6459" y="430"/>
                      </a:cubicBezTo>
                      <a:cubicBezTo>
                        <a:pt x="8120" y="430"/>
                        <a:pt x="9728" y="1119"/>
                        <a:pt x="10869" y="2318"/>
                      </a:cubicBezTo>
                      <a:cubicBezTo>
                        <a:pt x="11935" y="3437"/>
                        <a:pt x="12481" y="4875"/>
                        <a:pt x="12407" y="6368"/>
                      </a:cubicBezTo>
                      <a:cubicBezTo>
                        <a:pt x="12353" y="7479"/>
                        <a:pt x="11966" y="10221"/>
                        <a:pt x="11962" y="10248"/>
                      </a:cubicBezTo>
                      <a:cubicBezTo>
                        <a:pt x="11945" y="10367"/>
                        <a:pt x="12028" y="10475"/>
                        <a:pt x="12146" y="10491"/>
                      </a:cubicBezTo>
                      <a:cubicBezTo>
                        <a:pt x="12156" y="10493"/>
                        <a:pt x="12166" y="10493"/>
                        <a:pt x="12176" y="10493"/>
                      </a:cubicBezTo>
                      <a:cubicBezTo>
                        <a:pt x="12282" y="10493"/>
                        <a:pt x="12374" y="10415"/>
                        <a:pt x="12389" y="10309"/>
                      </a:cubicBezTo>
                      <a:cubicBezTo>
                        <a:pt x="12405" y="10195"/>
                        <a:pt x="12782" y="7520"/>
                        <a:pt x="12838" y="6389"/>
                      </a:cubicBezTo>
                      <a:cubicBezTo>
                        <a:pt x="12916" y="4778"/>
                        <a:pt x="12328" y="3226"/>
                        <a:pt x="11182" y="2022"/>
                      </a:cubicBezTo>
                      <a:cubicBezTo>
                        <a:pt x="9959" y="737"/>
                        <a:pt x="8237"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130"/>
                <p:cNvSpPr/>
                <p:nvPr/>
              </p:nvSpPr>
              <p:spPr>
                <a:xfrm>
                  <a:off x="-2327125" y="2237525"/>
                  <a:ext cx="284600" cy="95700"/>
                </a:xfrm>
                <a:custGeom>
                  <a:rect b="b" l="l" r="r" t="t"/>
                  <a:pathLst>
                    <a:path extrusionOk="0" h="3828" w="11384">
                      <a:moveTo>
                        <a:pt x="5815" y="1"/>
                      </a:moveTo>
                      <a:cubicBezTo>
                        <a:pt x="3578" y="1"/>
                        <a:pt x="1417" y="1136"/>
                        <a:pt x="173" y="2964"/>
                      </a:cubicBezTo>
                      <a:cubicBezTo>
                        <a:pt x="1" y="3216"/>
                        <a:pt x="66" y="3560"/>
                        <a:pt x="319" y="3732"/>
                      </a:cubicBezTo>
                      <a:cubicBezTo>
                        <a:pt x="415" y="3796"/>
                        <a:pt x="523" y="3827"/>
                        <a:pt x="630" y="3827"/>
                      </a:cubicBezTo>
                      <a:cubicBezTo>
                        <a:pt x="807" y="3827"/>
                        <a:pt x="981" y="3743"/>
                        <a:pt x="1088" y="3585"/>
                      </a:cubicBezTo>
                      <a:cubicBezTo>
                        <a:pt x="2128" y="2057"/>
                        <a:pt x="3939" y="1108"/>
                        <a:pt x="5814" y="1108"/>
                      </a:cubicBezTo>
                      <a:cubicBezTo>
                        <a:pt x="7567" y="1108"/>
                        <a:pt x="9251" y="1923"/>
                        <a:pt x="10323" y="3289"/>
                      </a:cubicBezTo>
                      <a:cubicBezTo>
                        <a:pt x="10433" y="3428"/>
                        <a:pt x="10595" y="3500"/>
                        <a:pt x="10760" y="3500"/>
                      </a:cubicBezTo>
                      <a:cubicBezTo>
                        <a:pt x="10879" y="3500"/>
                        <a:pt x="11000" y="3462"/>
                        <a:pt x="11101" y="3382"/>
                      </a:cubicBezTo>
                      <a:cubicBezTo>
                        <a:pt x="11343" y="3193"/>
                        <a:pt x="11384" y="2845"/>
                        <a:pt x="11195" y="2604"/>
                      </a:cubicBezTo>
                      <a:cubicBezTo>
                        <a:pt x="9915" y="974"/>
                        <a:pt x="7904" y="1"/>
                        <a:pt x="58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130"/>
                <p:cNvSpPr/>
                <p:nvPr/>
              </p:nvSpPr>
              <p:spPr>
                <a:xfrm>
                  <a:off x="-2083125" y="2486225"/>
                  <a:ext cx="4050" cy="450"/>
                </a:xfrm>
                <a:custGeom>
                  <a:rect b="b" l="l" r="r" t="t"/>
                  <a:pathLst>
                    <a:path extrusionOk="0" h="18" w="162">
                      <a:moveTo>
                        <a:pt x="1" y="0"/>
                      </a:moveTo>
                      <a:lnTo>
                        <a:pt x="1" y="18"/>
                      </a:lnTo>
                      <a:cubicBezTo>
                        <a:pt x="53" y="7"/>
                        <a:pt x="107" y="0"/>
                        <a:pt x="162" y="0"/>
                      </a:cubicBezTo>
                      <a:close/>
                    </a:path>
                  </a:pathLst>
                </a:custGeom>
                <a:solidFill>
                  <a:srgbClr val="E61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130"/>
                <p:cNvSpPr/>
                <p:nvPr/>
              </p:nvSpPr>
              <p:spPr>
                <a:xfrm>
                  <a:off x="-2330250" y="2550650"/>
                  <a:ext cx="23150" cy="32050"/>
                </a:xfrm>
                <a:custGeom>
                  <a:rect b="b" l="l" r="r" t="t"/>
                  <a:pathLst>
                    <a:path extrusionOk="0" h="1282" w="926">
                      <a:moveTo>
                        <a:pt x="0" y="1"/>
                      </a:moveTo>
                      <a:lnTo>
                        <a:pt x="0" y="1030"/>
                      </a:lnTo>
                      <a:lnTo>
                        <a:pt x="0"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130"/>
                <p:cNvSpPr/>
                <p:nvPr/>
              </p:nvSpPr>
              <p:spPr>
                <a:xfrm>
                  <a:off x="-2307125" y="2550650"/>
                  <a:ext cx="7075" cy="46200"/>
                </a:xfrm>
                <a:custGeom>
                  <a:rect b="b" l="l" r="r" t="t"/>
                  <a:pathLst>
                    <a:path extrusionOk="0" h="1848" w="283">
                      <a:moveTo>
                        <a:pt x="1" y="1"/>
                      </a:moveTo>
                      <a:lnTo>
                        <a:pt x="1" y="1030"/>
                      </a:lnTo>
                      <a:lnTo>
                        <a:pt x="1" y="1282"/>
                      </a:lnTo>
                      <a:lnTo>
                        <a:pt x="1" y="1847"/>
                      </a:lnTo>
                      <a:lnTo>
                        <a:pt x="283" y="1847"/>
                      </a:lnTo>
                      <a:lnTo>
                        <a:pt x="283" y="1030"/>
                      </a:lnTo>
                      <a:lnTo>
                        <a:pt x="283" y="1"/>
                      </a:lnTo>
                      <a:close/>
                    </a:path>
                  </a:pathLst>
                </a:custGeom>
                <a:solidFill>
                  <a:srgbClr val="B20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130"/>
                <p:cNvSpPr/>
                <p:nvPr/>
              </p:nvSpPr>
              <p:spPr>
                <a:xfrm>
                  <a:off x="-2282875" y="2486550"/>
                  <a:ext cx="20300" cy="110225"/>
                </a:xfrm>
                <a:custGeom>
                  <a:rect b="b" l="l" r="r" t="t"/>
                  <a:pathLst>
                    <a:path extrusionOk="0" h="4409" w="812">
                      <a:moveTo>
                        <a:pt x="1" y="0"/>
                      </a:moveTo>
                      <a:lnTo>
                        <a:pt x="1" y="2566"/>
                      </a:lnTo>
                      <a:lnTo>
                        <a:pt x="1" y="3594"/>
                      </a:lnTo>
                      <a:lnTo>
                        <a:pt x="1" y="4408"/>
                      </a:lnTo>
                      <a:cubicBezTo>
                        <a:pt x="384" y="4346"/>
                        <a:pt x="680" y="4026"/>
                        <a:pt x="777" y="3594"/>
                      </a:cubicBezTo>
                      <a:cubicBezTo>
                        <a:pt x="799" y="3496"/>
                        <a:pt x="812" y="3392"/>
                        <a:pt x="812" y="3284"/>
                      </a:cubicBezTo>
                      <a:lnTo>
                        <a:pt x="812" y="2566"/>
                      </a:lnTo>
                      <a:lnTo>
                        <a:pt x="812" y="1137"/>
                      </a:lnTo>
                      <a:cubicBezTo>
                        <a:pt x="812" y="554"/>
                        <a:pt x="471" y="7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130"/>
                <p:cNvSpPr/>
                <p:nvPr/>
              </p:nvSpPr>
              <p:spPr>
                <a:xfrm>
                  <a:off x="-2330250" y="2500225"/>
                  <a:ext cx="23150" cy="82475"/>
                </a:xfrm>
                <a:custGeom>
                  <a:rect b="b" l="l" r="r" t="t"/>
                  <a:pathLst>
                    <a:path extrusionOk="0" h="3299" w="926">
                      <a:moveTo>
                        <a:pt x="0" y="0"/>
                      </a:moveTo>
                      <a:lnTo>
                        <a:pt x="0" y="2018"/>
                      </a:lnTo>
                      <a:lnTo>
                        <a:pt x="0" y="3047"/>
                      </a:lnTo>
                      <a:lnTo>
                        <a:pt x="0"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130"/>
                <p:cNvSpPr/>
                <p:nvPr/>
              </p:nvSpPr>
              <p:spPr>
                <a:xfrm>
                  <a:off x="-2307125" y="2486050"/>
                  <a:ext cx="8025" cy="110800"/>
                </a:xfrm>
                <a:custGeom>
                  <a:rect b="b" l="l" r="r" t="t"/>
                  <a:pathLst>
                    <a:path extrusionOk="0" h="4432" w="321">
                      <a:moveTo>
                        <a:pt x="1" y="1"/>
                      </a:moveTo>
                      <a:lnTo>
                        <a:pt x="1" y="567"/>
                      </a:lnTo>
                      <a:lnTo>
                        <a:pt x="1" y="2585"/>
                      </a:lnTo>
                      <a:lnTo>
                        <a:pt x="1" y="3614"/>
                      </a:lnTo>
                      <a:lnTo>
                        <a:pt x="1" y="3866"/>
                      </a:lnTo>
                      <a:lnTo>
                        <a:pt x="1" y="4431"/>
                      </a:lnTo>
                      <a:lnTo>
                        <a:pt x="283" y="4431"/>
                      </a:lnTo>
                      <a:lnTo>
                        <a:pt x="283" y="3614"/>
                      </a:lnTo>
                      <a:lnTo>
                        <a:pt x="283" y="2585"/>
                      </a:lnTo>
                      <a:lnTo>
                        <a:pt x="283" y="7"/>
                      </a:lnTo>
                      <a:lnTo>
                        <a:pt x="321" y="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130"/>
                <p:cNvSpPr/>
                <p:nvPr/>
              </p:nvSpPr>
              <p:spPr>
                <a:xfrm>
                  <a:off x="-2300075" y="2486225"/>
                  <a:ext cx="17225" cy="110825"/>
                </a:xfrm>
                <a:custGeom>
                  <a:rect b="b" l="l" r="r" t="t"/>
                  <a:pathLst>
                    <a:path extrusionOk="0" h="4433" w="689">
                      <a:moveTo>
                        <a:pt x="1" y="0"/>
                      </a:moveTo>
                      <a:lnTo>
                        <a:pt x="1" y="2578"/>
                      </a:lnTo>
                      <a:lnTo>
                        <a:pt x="1" y="3607"/>
                      </a:lnTo>
                      <a:lnTo>
                        <a:pt x="1" y="4424"/>
                      </a:lnTo>
                      <a:lnTo>
                        <a:pt x="1" y="4432"/>
                      </a:lnTo>
                      <a:lnTo>
                        <a:pt x="689" y="4432"/>
                      </a:lnTo>
                      <a:lnTo>
                        <a:pt x="689" y="4420"/>
                      </a:lnTo>
                      <a:lnTo>
                        <a:pt x="689" y="3607"/>
                      </a:lnTo>
                      <a:lnTo>
                        <a:pt x="689" y="2578"/>
                      </a:lnTo>
                      <a:lnTo>
                        <a:pt x="689" y="13"/>
                      </a:lnTo>
                      <a:lnTo>
                        <a:pt x="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130"/>
                <p:cNvSpPr/>
                <p:nvPr/>
              </p:nvSpPr>
              <p:spPr>
                <a:xfrm>
                  <a:off x="-2059450" y="2550650"/>
                  <a:ext cx="23150" cy="32050"/>
                </a:xfrm>
                <a:custGeom>
                  <a:rect b="b" l="l" r="r" t="t"/>
                  <a:pathLst>
                    <a:path extrusionOk="0" h="1282" w="926">
                      <a:moveTo>
                        <a:pt x="1" y="1"/>
                      </a:moveTo>
                      <a:lnTo>
                        <a:pt x="1" y="1030"/>
                      </a:lnTo>
                      <a:lnTo>
                        <a:pt x="1"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130"/>
                <p:cNvSpPr/>
                <p:nvPr/>
              </p:nvSpPr>
              <p:spPr>
                <a:xfrm>
                  <a:off x="-2104000" y="2486525"/>
                  <a:ext cx="20325" cy="110225"/>
                </a:xfrm>
                <a:custGeom>
                  <a:rect b="b" l="l" r="r" t="t"/>
                  <a:pathLst>
                    <a:path extrusionOk="0" h="4409" w="813">
                      <a:moveTo>
                        <a:pt x="813" y="0"/>
                      </a:moveTo>
                      <a:cubicBezTo>
                        <a:pt x="341" y="79"/>
                        <a:pt x="1" y="555"/>
                        <a:pt x="1" y="1137"/>
                      </a:cubicBezTo>
                      <a:lnTo>
                        <a:pt x="1" y="2566"/>
                      </a:lnTo>
                      <a:lnTo>
                        <a:pt x="1" y="3284"/>
                      </a:lnTo>
                      <a:cubicBezTo>
                        <a:pt x="1" y="3393"/>
                        <a:pt x="14" y="3496"/>
                        <a:pt x="36" y="3594"/>
                      </a:cubicBezTo>
                      <a:cubicBezTo>
                        <a:pt x="133" y="4024"/>
                        <a:pt x="429" y="4346"/>
                        <a:pt x="813" y="4408"/>
                      </a:cubicBezTo>
                      <a:lnTo>
                        <a:pt x="813" y="3594"/>
                      </a:lnTo>
                      <a:lnTo>
                        <a:pt x="813" y="2566"/>
                      </a:lnTo>
                      <a:lnTo>
                        <a:pt x="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130"/>
                <p:cNvSpPr/>
                <p:nvPr/>
              </p:nvSpPr>
              <p:spPr>
                <a:xfrm>
                  <a:off x="-2059450" y="2500225"/>
                  <a:ext cx="23150" cy="82475"/>
                </a:xfrm>
                <a:custGeom>
                  <a:rect b="b" l="l" r="r" t="t"/>
                  <a:pathLst>
                    <a:path extrusionOk="0" h="3299" w="926">
                      <a:moveTo>
                        <a:pt x="1" y="0"/>
                      </a:moveTo>
                      <a:lnTo>
                        <a:pt x="1" y="2018"/>
                      </a:lnTo>
                      <a:lnTo>
                        <a:pt x="1" y="3047"/>
                      </a:lnTo>
                      <a:lnTo>
                        <a:pt x="1"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30"/>
                <p:cNvSpPr/>
                <p:nvPr/>
              </p:nvSpPr>
              <p:spPr>
                <a:xfrm>
                  <a:off x="-2067450" y="2486050"/>
                  <a:ext cx="8025" cy="110800"/>
                </a:xfrm>
                <a:custGeom>
                  <a:rect b="b" l="l" r="r" t="t"/>
                  <a:pathLst>
                    <a:path extrusionOk="0" h="4432" w="321">
                      <a:moveTo>
                        <a:pt x="1" y="1"/>
                      </a:moveTo>
                      <a:lnTo>
                        <a:pt x="1" y="7"/>
                      </a:lnTo>
                      <a:lnTo>
                        <a:pt x="37" y="7"/>
                      </a:lnTo>
                      <a:lnTo>
                        <a:pt x="37" y="2585"/>
                      </a:lnTo>
                      <a:lnTo>
                        <a:pt x="37" y="3614"/>
                      </a:lnTo>
                      <a:lnTo>
                        <a:pt x="37" y="4431"/>
                      </a:lnTo>
                      <a:lnTo>
                        <a:pt x="321" y="4431"/>
                      </a:lnTo>
                      <a:lnTo>
                        <a:pt x="321" y="3866"/>
                      </a:lnTo>
                      <a:lnTo>
                        <a:pt x="321" y="3614"/>
                      </a:lnTo>
                      <a:lnTo>
                        <a:pt x="321" y="2585"/>
                      </a:lnTo>
                      <a:lnTo>
                        <a:pt x="321" y="56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30"/>
                <p:cNvSpPr/>
                <p:nvPr/>
              </p:nvSpPr>
              <p:spPr>
                <a:xfrm>
                  <a:off x="-2083700" y="2486225"/>
                  <a:ext cx="17200" cy="110825"/>
                </a:xfrm>
                <a:custGeom>
                  <a:rect b="b" l="l" r="r" t="t"/>
                  <a:pathLst>
                    <a:path extrusionOk="0" h="4433" w="688">
                      <a:moveTo>
                        <a:pt x="1" y="0"/>
                      </a:moveTo>
                      <a:lnTo>
                        <a:pt x="1" y="13"/>
                      </a:lnTo>
                      <a:lnTo>
                        <a:pt x="1" y="2578"/>
                      </a:lnTo>
                      <a:lnTo>
                        <a:pt x="1" y="3607"/>
                      </a:lnTo>
                      <a:lnTo>
                        <a:pt x="1" y="4420"/>
                      </a:lnTo>
                      <a:lnTo>
                        <a:pt x="1" y="4432"/>
                      </a:lnTo>
                      <a:lnTo>
                        <a:pt x="687" y="4432"/>
                      </a:lnTo>
                      <a:lnTo>
                        <a:pt x="687" y="4424"/>
                      </a:lnTo>
                      <a:lnTo>
                        <a:pt x="687" y="3607"/>
                      </a:lnTo>
                      <a:lnTo>
                        <a:pt x="687" y="2578"/>
                      </a:lnTo>
                      <a:lnTo>
                        <a:pt x="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130"/>
                <p:cNvSpPr/>
                <p:nvPr/>
              </p:nvSpPr>
              <p:spPr>
                <a:xfrm>
                  <a:off x="-2047700" y="2459150"/>
                  <a:ext cx="31025" cy="91650"/>
                </a:xfrm>
                <a:custGeom>
                  <a:rect b="b" l="l" r="r" t="t"/>
                  <a:pathLst>
                    <a:path extrusionOk="0" h="3666" w="1241">
                      <a:moveTo>
                        <a:pt x="1105" y="0"/>
                      </a:moveTo>
                      <a:cubicBezTo>
                        <a:pt x="1050" y="0"/>
                        <a:pt x="1001" y="35"/>
                        <a:pt x="986" y="90"/>
                      </a:cubicBezTo>
                      <a:lnTo>
                        <a:pt x="18" y="3507"/>
                      </a:lnTo>
                      <a:cubicBezTo>
                        <a:pt x="0" y="3573"/>
                        <a:pt x="38" y="3641"/>
                        <a:pt x="104" y="3660"/>
                      </a:cubicBezTo>
                      <a:cubicBezTo>
                        <a:pt x="115" y="3663"/>
                        <a:pt x="125" y="3665"/>
                        <a:pt x="137" y="3665"/>
                      </a:cubicBezTo>
                      <a:cubicBezTo>
                        <a:pt x="191" y="3665"/>
                        <a:pt x="240" y="3629"/>
                        <a:pt x="255" y="3574"/>
                      </a:cubicBezTo>
                      <a:lnTo>
                        <a:pt x="1223" y="157"/>
                      </a:lnTo>
                      <a:cubicBezTo>
                        <a:pt x="1241" y="91"/>
                        <a:pt x="1204" y="23"/>
                        <a:pt x="1138" y="5"/>
                      </a:cubicBezTo>
                      <a:cubicBezTo>
                        <a:pt x="1127" y="2"/>
                        <a:pt x="1116" y="0"/>
                        <a:pt x="1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130"/>
                <p:cNvSpPr/>
                <p:nvPr/>
              </p:nvSpPr>
              <p:spPr>
                <a:xfrm>
                  <a:off x="-2348725" y="2459175"/>
                  <a:ext cx="31050" cy="91625"/>
                </a:xfrm>
                <a:custGeom>
                  <a:rect b="b" l="l" r="r" t="t"/>
                  <a:pathLst>
                    <a:path extrusionOk="0" h="3665" w="1242">
                      <a:moveTo>
                        <a:pt x="138" y="1"/>
                      </a:moveTo>
                      <a:cubicBezTo>
                        <a:pt x="126" y="1"/>
                        <a:pt x="115" y="2"/>
                        <a:pt x="103" y="6"/>
                      </a:cubicBezTo>
                      <a:cubicBezTo>
                        <a:pt x="37" y="24"/>
                        <a:pt x="0" y="91"/>
                        <a:pt x="19" y="157"/>
                      </a:cubicBezTo>
                      <a:lnTo>
                        <a:pt x="986" y="3574"/>
                      </a:lnTo>
                      <a:cubicBezTo>
                        <a:pt x="1001" y="3629"/>
                        <a:pt x="1051" y="3664"/>
                        <a:pt x="1104" y="3664"/>
                      </a:cubicBezTo>
                      <a:cubicBezTo>
                        <a:pt x="1116" y="3664"/>
                        <a:pt x="1128" y="3661"/>
                        <a:pt x="1138" y="3660"/>
                      </a:cubicBezTo>
                      <a:cubicBezTo>
                        <a:pt x="1203" y="3640"/>
                        <a:pt x="1242" y="3573"/>
                        <a:pt x="1223" y="3507"/>
                      </a:cubicBezTo>
                      <a:lnTo>
                        <a:pt x="256" y="90"/>
                      </a:lnTo>
                      <a:cubicBezTo>
                        <a:pt x="240" y="36"/>
                        <a:pt x="191" y="1"/>
                        <a:pt x="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76" name="Google Shape;10276;p130"/>
            <p:cNvGrpSpPr/>
            <p:nvPr/>
          </p:nvGrpSpPr>
          <p:grpSpPr>
            <a:xfrm>
              <a:off x="8430767" y="149213"/>
              <a:ext cx="655260" cy="780572"/>
              <a:chOff x="-2294600" y="1951375"/>
              <a:chExt cx="438125" cy="521913"/>
            </a:xfrm>
          </p:grpSpPr>
          <p:sp>
            <p:nvSpPr>
              <p:cNvPr id="10277" name="Google Shape;10277;p130"/>
              <p:cNvSpPr/>
              <p:nvPr/>
            </p:nvSpPr>
            <p:spPr>
              <a:xfrm>
                <a:off x="-2294600" y="1951375"/>
                <a:ext cx="438100" cy="521900"/>
              </a:xfrm>
              <a:custGeom>
                <a:rect b="b" l="l" r="r" t="t"/>
                <a:pathLst>
                  <a:path extrusionOk="0" h="20876" w="17524">
                    <a:moveTo>
                      <a:pt x="5361" y="0"/>
                    </a:moveTo>
                    <a:lnTo>
                      <a:pt x="0" y="13683"/>
                    </a:lnTo>
                    <a:lnTo>
                      <a:pt x="965" y="16487"/>
                    </a:lnTo>
                    <a:lnTo>
                      <a:pt x="12161" y="20875"/>
                    </a:lnTo>
                    <a:lnTo>
                      <a:pt x="17524" y="7192"/>
                    </a:lnTo>
                    <a:lnTo>
                      <a:pt x="16559" y="4387"/>
                    </a:lnTo>
                    <a:lnTo>
                      <a:pt x="5361"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8" name="Google Shape;10278;p130"/>
              <p:cNvGrpSpPr/>
              <p:nvPr/>
            </p:nvGrpSpPr>
            <p:grpSpPr>
              <a:xfrm>
                <a:off x="-2294575" y="1951463"/>
                <a:ext cx="438100" cy="521825"/>
                <a:chOff x="-2294575" y="1951463"/>
                <a:chExt cx="438100" cy="521825"/>
              </a:xfrm>
            </p:grpSpPr>
            <p:sp>
              <p:nvSpPr>
                <p:cNvPr id="10279" name="Google Shape;10279;p130"/>
                <p:cNvSpPr/>
                <p:nvPr/>
              </p:nvSpPr>
              <p:spPr>
                <a:xfrm>
                  <a:off x="-2294550" y="1951463"/>
                  <a:ext cx="413950" cy="451750"/>
                </a:xfrm>
                <a:custGeom>
                  <a:rect b="b" l="l" r="r" t="t"/>
                  <a:pathLst>
                    <a:path extrusionOk="0" h="18070" w="16558">
                      <a:moveTo>
                        <a:pt x="5361" y="0"/>
                      </a:moveTo>
                      <a:lnTo>
                        <a:pt x="0" y="13684"/>
                      </a:lnTo>
                      <a:lnTo>
                        <a:pt x="11196" y="18070"/>
                      </a:lnTo>
                      <a:lnTo>
                        <a:pt x="16558" y="4387"/>
                      </a:lnTo>
                      <a:lnTo>
                        <a:pt x="53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130"/>
                <p:cNvSpPr/>
                <p:nvPr/>
              </p:nvSpPr>
              <p:spPr>
                <a:xfrm>
                  <a:off x="-1933525" y="2073913"/>
                  <a:ext cx="20450" cy="14275"/>
                </a:xfrm>
                <a:custGeom>
                  <a:rect b="b" l="l" r="r" t="t"/>
                  <a:pathLst>
                    <a:path extrusionOk="0" h="571" w="818">
                      <a:moveTo>
                        <a:pt x="0" y="0"/>
                      </a:moveTo>
                      <a:lnTo>
                        <a:pt x="0" y="159"/>
                      </a:lnTo>
                      <a:lnTo>
                        <a:pt x="2" y="159"/>
                      </a:lnTo>
                      <a:cubicBezTo>
                        <a:pt x="2" y="322"/>
                        <a:pt x="99" y="477"/>
                        <a:pt x="261" y="542"/>
                      </a:cubicBezTo>
                      <a:cubicBezTo>
                        <a:pt x="310" y="561"/>
                        <a:pt x="361" y="570"/>
                        <a:pt x="411" y="570"/>
                      </a:cubicBezTo>
                      <a:cubicBezTo>
                        <a:pt x="576" y="570"/>
                        <a:pt x="731" y="471"/>
                        <a:pt x="795" y="310"/>
                      </a:cubicBezTo>
                      <a:cubicBezTo>
                        <a:pt x="812" y="259"/>
                        <a:pt x="817" y="209"/>
                        <a:pt x="817" y="159"/>
                      </a:cubicBezTo>
                      <a:lnTo>
                        <a:pt x="817" y="0"/>
                      </a:lnTo>
                      <a:close/>
                    </a:path>
                  </a:pathLst>
                </a:custGeom>
                <a:solidFill>
                  <a:srgbClr val="11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130"/>
                <p:cNvSpPr/>
                <p:nvPr/>
              </p:nvSpPr>
              <p:spPr>
                <a:xfrm>
                  <a:off x="-1934925" y="2064938"/>
                  <a:ext cx="23300" cy="20575"/>
                </a:xfrm>
                <a:custGeom>
                  <a:rect b="b" l="l" r="r" t="t"/>
                  <a:pathLst>
                    <a:path extrusionOk="0" h="823" w="932">
                      <a:moveTo>
                        <a:pt x="466" y="0"/>
                      </a:moveTo>
                      <a:cubicBezTo>
                        <a:pt x="302" y="0"/>
                        <a:pt x="147" y="99"/>
                        <a:pt x="84" y="261"/>
                      </a:cubicBezTo>
                      <a:cubicBezTo>
                        <a:pt x="0" y="473"/>
                        <a:pt x="105" y="711"/>
                        <a:pt x="316" y="794"/>
                      </a:cubicBezTo>
                      <a:cubicBezTo>
                        <a:pt x="366" y="813"/>
                        <a:pt x="417" y="823"/>
                        <a:pt x="467" y="823"/>
                      </a:cubicBezTo>
                      <a:cubicBezTo>
                        <a:pt x="631" y="823"/>
                        <a:pt x="785" y="723"/>
                        <a:pt x="849" y="561"/>
                      </a:cubicBezTo>
                      <a:cubicBezTo>
                        <a:pt x="931" y="351"/>
                        <a:pt x="828" y="113"/>
                        <a:pt x="616" y="29"/>
                      </a:cubicBezTo>
                      <a:cubicBezTo>
                        <a:pt x="567" y="9"/>
                        <a:pt x="516" y="0"/>
                        <a:pt x="4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130"/>
                <p:cNvSpPr/>
                <p:nvPr/>
              </p:nvSpPr>
              <p:spPr>
                <a:xfrm>
                  <a:off x="-2100450" y="2284813"/>
                  <a:ext cx="39275" cy="38750"/>
                </a:xfrm>
                <a:custGeom>
                  <a:rect b="b" l="l" r="r" t="t"/>
                  <a:pathLst>
                    <a:path extrusionOk="0" h="1550" w="1571">
                      <a:moveTo>
                        <a:pt x="1488" y="944"/>
                      </a:moveTo>
                      <a:cubicBezTo>
                        <a:pt x="1482" y="967"/>
                        <a:pt x="1474" y="988"/>
                        <a:pt x="1465" y="1012"/>
                      </a:cubicBezTo>
                      <a:cubicBezTo>
                        <a:pt x="1474" y="988"/>
                        <a:pt x="1482" y="966"/>
                        <a:pt x="1488" y="944"/>
                      </a:cubicBezTo>
                      <a:close/>
                      <a:moveTo>
                        <a:pt x="379" y="1369"/>
                      </a:moveTo>
                      <a:cubicBezTo>
                        <a:pt x="383" y="1370"/>
                        <a:pt x="387" y="1373"/>
                        <a:pt x="390" y="1375"/>
                      </a:cubicBezTo>
                      <a:cubicBezTo>
                        <a:pt x="387" y="1373"/>
                        <a:pt x="383" y="1372"/>
                        <a:pt x="379" y="1369"/>
                      </a:cubicBezTo>
                      <a:close/>
                      <a:moveTo>
                        <a:pt x="439" y="1403"/>
                      </a:moveTo>
                      <a:cubicBezTo>
                        <a:pt x="459" y="1413"/>
                        <a:pt x="480" y="1422"/>
                        <a:pt x="502" y="1431"/>
                      </a:cubicBezTo>
                      <a:cubicBezTo>
                        <a:pt x="479" y="1422"/>
                        <a:pt x="459" y="1413"/>
                        <a:pt x="439" y="1403"/>
                      </a:cubicBezTo>
                      <a:close/>
                      <a:moveTo>
                        <a:pt x="775" y="1"/>
                      </a:moveTo>
                      <a:cubicBezTo>
                        <a:pt x="480" y="1"/>
                        <a:pt x="199" y="179"/>
                        <a:pt x="85" y="471"/>
                      </a:cubicBezTo>
                      <a:cubicBezTo>
                        <a:pt x="0" y="688"/>
                        <a:pt x="24" y="919"/>
                        <a:pt x="130" y="1107"/>
                      </a:cubicBezTo>
                      <a:cubicBezTo>
                        <a:pt x="206" y="1279"/>
                        <a:pt x="346" y="1424"/>
                        <a:pt x="534" y="1498"/>
                      </a:cubicBezTo>
                      <a:cubicBezTo>
                        <a:pt x="622" y="1533"/>
                        <a:pt x="714" y="1550"/>
                        <a:pt x="804" y="1550"/>
                      </a:cubicBezTo>
                      <a:cubicBezTo>
                        <a:pt x="1100" y="1550"/>
                        <a:pt x="1380" y="1371"/>
                        <a:pt x="1494" y="1079"/>
                      </a:cubicBezTo>
                      <a:cubicBezTo>
                        <a:pt x="1571" y="883"/>
                        <a:pt x="1555" y="677"/>
                        <a:pt x="1476" y="501"/>
                      </a:cubicBezTo>
                      <a:cubicBezTo>
                        <a:pt x="1407" y="302"/>
                        <a:pt x="1256" y="135"/>
                        <a:pt x="1045" y="52"/>
                      </a:cubicBezTo>
                      <a:cubicBezTo>
                        <a:pt x="957" y="17"/>
                        <a:pt x="865" y="1"/>
                        <a:pt x="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130"/>
                <p:cNvSpPr/>
                <p:nvPr/>
              </p:nvSpPr>
              <p:spPr>
                <a:xfrm>
                  <a:off x="-2193050" y="2258163"/>
                  <a:ext cx="13675" cy="12050"/>
                </a:xfrm>
                <a:custGeom>
                  <a:rect b="b" l="l" r="r" t="t"/>
                  <a:pathLst>
                    <a:path extrusionOk="0" h="482" w="547">
                      <a:moveTo>
                        <a:pt x="273" y="0"/>
                      </a:moveTo>
                      <a:cubicBezTo>
                        <a:pt x="177" y="0"/>
                        <a:pt x="86" y="58"/>
                        <a:pt x="48" y="153"/>
                      </a:cubicBezTo>
                      <a:cubicBezTo>
                        <a:pt x="0" y="277"/>
                        <a:pt x="61" y="417"/>
                        <a:pt x="185" y="465"/>
                      </a:cubicBezTo>
                      <a:cubicBezTo>
                        <a:pt x="214" y="476"/>
                        <a:pt x="243" y="482"/>
                        <a:pt x="272" y="482"/>
                      </a:cubicBezTo>
                      <a:cubicBezTo>
                        <a:pt x="368" y="482"/>
                        <a:pt x="459" y="424"/>
                        <a:pt x="497" y="329"/>
                      </a:cubicBezTo>
                      <a:cubicBezTo>
                        <a:pt x="546" y="205"/>
                        <a:pt x="485" y="66"/>
                        <a:pt x="359" y="16"/>
                      </a:cubicBezTo>
                      <a:cubicBezTo>
                        <a:pt x="331" y="5"/>
                        <a:pt x="302"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130"/>
                <p:cNvSpPr/>
                <p:nvPr/>
              </p:nvSpPr>
              <p:spPr>
                <a:xfrm>
                  <a:off x="-2031325" y="2321538"/>
                  <a:ext cx="13650" cy="12050"/>
                </a:xfrm>
                <a:custGeom>
                  <a:rect b="b" l="l" r="r" t="t"/>
                  <a:pathLst>
                    <a:path extrusionOk="0" h="482" w="546">
                      <a:moveTo>
                        <a:pt x="272" y="0"/>
                      </a:moveTo>
                      <a:cubicBezTo>
                        <a:pt x="176" y="0"/>
                        <a:pt x="85" y="58"/>
                        <a:pt x="48" y="153"/>
                      </a:cubicBezTo>
                      <a:cubicBezTo>
                        <a:pt x="1" y="277"/>
                        <a:pt x="61" y="416"/>
                        <a:pt x="184" y="466"/>
                      </a:cubicBezTo>
                      <a:cubicBezTo>
                        <a:pt x="213" y="477"/>
                        <a:pt x="242" y="482"/>
                        <a:pt x="271" y="482"/>
                      </a:cubicBezTo>
                      <a:cubicBezTo>
                        <a:pt x="368" y="482"/>
                        <a:pt x="459" y="424"/>
                        <a:pt x="497" y="328"/>
                      </a:cubicBezTo>
                      <a:cubicBezTo>
                        <a:pt x="546" y="205"/>
                        <a:pt x="486" y="65"/>
                        <a:pt x="360" y="17"/>
                      </a:cubicBezTo>
                      <a:cubicBezTo>
                        <a:pt x="331" y="6"/>
                        <a:pt x="301"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130"/>
                <p:cNvSpPr/>
                <p:nvPr/>
              </p:nvSpPr>
              <p:spPr>
                <a:xfrm>
                  <a:off x="-2294575" y="2061113"/>
                  <a:ext cx="438100" cy="412175"/>
                </a:xfrm>
                <a:custGeom>
                  <a:rect b="b" l="l" r="r" t="t"/>
                  <a:pathLst>
                    <a:path extrusionOk="0" h="16487" w="17524">
                      <a:moveTo>
                        <a:pt x="16558" y="0"/>
                      </a:moveTo>
                      <a:lnTo>
                        <a:pt x="11197" y="13682"/>
                      </a:lnTo>
                      <a:lnTo>
                        <a:pt x="0" y="9296"/>
                      </a:lnTo>
                      <a:lnTo>
                        <a:pt x="965" y="12098"/>
                      </a:lnTo>
                      <a:lnTo>
                        <a:pt x="12162" y="16486"/>
                      </a:lnTo>
                      <a:lnTo>
                        <a:pt x="17524" y="2803"/>
                      </a:lnTo>
                      <a:lnTo>
                        <a:pt x="165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130"/>
                <p:cNvSpPr/>
                <p:nvPr/>
              </p:nvSpPr>
              <p:spPr>
                <a:xfrm>
                  <a:off x="-2087625" y="2056038"/>
                  <a:ext cx="184150" cy="187625"/>
                </a:xfrm>
                <a:custGeom>
                  <a:rect b="b" l="l" r="r" t="t"/>
                  <a:pathLst>
                    <a:path extrusionOk="0" h="7505" w="7366">
                      <a:moveTo>
                        <a:pt x="6207" y="0"/>
                      </a:moveTo>
                      <a:lnTo>
                        <a:pt x="5783" y="1083"/>
                      </a:lnTo>
                      <a:lnTo>
                        <a:pt x="5783" y="1189"/>
                      </a:lnTo>
                      <a:lnTo>
                        <a:pt x="5979" y="1266"/>
                      </a:lnTo>
                      <a:lnTo>
                        <a:pt x="1434" y="6904"/>
                      </a:lnTo>
                      <a:lnTo>
                        <a:pt x="713" y="6108"/>
                      </a:lnTo>
                      <a:lnTo>
                        <a:pt x="29" y="6546"/>
                      </a:lnTo>
                      <a:lnTo>
                        <a:pt x="1" y="6634"/>
                      </a:lnTo>
                      <a:lnTo>
                        <a:pt x="1004" y="7439"/>
                      </a:lnTo>
                      <a:lnTo>
                        <a:pt x="1057" y="7373"/>
                      </a:lnTo>
                      <a:lnTo>
                        <a:pt x="1435" y="6906"/>
                      </a:lnTo>
                      <a:lnTo>
                        <a:pt x="1058" y="7374"/>
                      </a:lnTo>
                      <a:lnTo>
                        <a:pt x="1004" y="7441"/>
                      </a:lnTo>
                      <a:cubicBezTo>
                        <a:pt x="1012" y="7449"/>
                        <a:pt x="1023" y="7455"/>
                        <a:pt x="1032" y="7461"/>
                      </a:cubicBezTo>
                      <a:lnTo>
                        <a:pt x="1040" y="7466"/>
                      </a:lnTo>
                      <a:cubicBezTo>
                        <a:pt x="1048" y="7471"/>
                        <a:pt x="1057" y="7475"/>
                        <a:pt x="1066" y="7479"/>
                      </a:cubicBezTo>
                      <a:cubicBezTo>
                        <a:pt x="1067" y="7480"/>
                        <a:pt x="1069" y="7480"/>
                        <a:pt x="1071" y="7481"/>
                      </a:cubicBezTo>
                      <a:cubicBezTo>
                        <a:pt x="1107" y="7497"/>
                        <a:pt x="1145" y="7504"/>
                        <a:pt x="1183" y="7504"/>
                      </a:cubicBezTo>
                      <a:cubicBezTo>
                        <a:pt x="1266" y="7504"/>
                        <a:pt x="1348" y="7468"/>
                        <a:pt x="1404" y="7397"/>
                      </a:cubicBezTo>
                      <a:lnTo>
                        <a:pt x="6259" y="1375"/>
                      </a:lnTo>
                      <a:lnTo>
                        <a:pt x="6941" y="1641"/>
                      </a:lnTo>
                      <a:lnTo>
                        <a:pt x="7365" y="559"/>
                      </a:lnTo>
                      <a:lnTo>
                        <a:pt x="7365" y="453"/>
                      </a:lnTo>
                      <a:lnTo>
                        <a:pt x="62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130"/>
                <p:cNvSpPr/>
                <p:nvPr/>
              </p:nvSpPr>
              <p:spPr>
                <a:xfrm>
                  <a:off x="-2153650" y="2264638"/>
                  <a:ext cx="39300" cy="38750"/>
                </a:xfrm>
                <a:custGeom>
                  <a:rect b="b" l="l" r="r" t="t"/>
                  <a:pathLst>
                    <a:path extrusionOk="0" h="1550" w="1572">
                      <a:moveTo>
                        <a:pt x="1505" y="876"/>
                      </a:moveTo>
                      <a:lnTo>
                        <a:pt x="1505" y="876"/>
                      </a:lnTo>
                      <a:cubicBezTo>
                        <a:pt x="1504" y="880"/>
                        <a:pt x="1504" y="884"/>
                        <a:pt x="1502" y="887"/>
                      </a:cubicBezTo>
                      <a:cubicBezTo>
                        <a:pt x="1502" y="882"/>
                        <a:pt x="1504" y="880"/>
                        <a:pt x="1505" y="876"/>
                      </a:cubicBezTo>
                      <a:close/>
                      <a:moveTo>
                        <a:pt x="380" y="1370"/>
                      </a:moveTo>
                      <a:lnTo>
                        <a:pt x="380" y="1370"/>
                      </a:lnTo>
                      <a:cubicBezTo>
                        <a:pt x="384" y="1371"/>
                        <a:pt x="387" y="1374"/>
                        <a:pt x="391" y="1376"/>
                      </a:cubicBezTo>
                      <a:cubicBezTo>
                        <a:pt x="387" y="1374"/>
                        <a:pt x="383" y="1372"/>
                        <a:pt x="380" y="1370"/>
                      </a:cubicBezTo>
                      <a:close/>
                      <a:moveTo>
                        <a:pt x="777" y="0"/>
                      </a:moveTo>
                      <a:cubicBezTo>
                        <a:pt x="481" y="0"/>
                        <a:pt x="201" y="179"/>
                        <a:pt x="86" y="471"/>
                      </a:cubicBezTo>
                      <a:cubicBezTo>
                        <a:pt x="0" y="688"/>
                        <a:pt x="25" y="918"/>
                        <a:pt x="131" y="1107"/>
                      </a:cubicBezTo>
                      <a:cubicBezTo>
                        <a:pt x="206" y="1278"/>
                        <a:pt x="346" y="1423"/>
                        <a:pt x="535" y="1498"/>
                      </a:cubicBezTo>
                      <a:cubicBezTo>
                        <a:pt x="623" y="1533"/>
                        <a:pt x="715" y="1550"/>
                        <a:pt x="804" y="1550"/>
                      </a:cubicBezTo>
                      <a:cubicBezTo>
                        <a:pt x="1101" y="1550"/>
                        <a:pt x="1381" y="1370"/>
                        <a:pt x="1495" y="1078"/>
                      </a:cubicBezTo>
                      <a:cubicBezTo>
                        <a:pt x="1572" y="884"/>
                        <a:pt x="1556" y="678"/>
                        <a:pt x="1476" y="500"/>
                      </a:cubicBezTo>
                      <a:cubicBezTo>
                        <a:pt x="1408" y="302"/>
                        <a:pt x="1257" y="134"/>
                        <a:pt x="1046" y="51"/>
                      </a:cubicBezTo>
                      <a:cubicBezTo>
                        <a:pt x="958" y="17"/>
                        <a:pt x="86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30"/>
                <p:cNvSpPr/>
                <p:nvPr/>
              </p:nvSpPr>
              <p:spPr>
                <a:xfrm>
                  <a:off x="-2259050" y="2223338"/>
                  <a:ext cx="39325" cy="38775"/>
                </a:xfrm>
                <a:custGeom>
                  <a:rect b="b" l="l" r="r" t="t"/>
                  <a:pathLst>
                    <a:path extrusionOk="0" h="1551" w="1573">
                      <a:moveTo>
                        <a:pt x="1505" y="877"/>
                      </a:moveTo>
                      <a:cubicBezTo>
                        <a:pt x="1505" y="881"/>
                        <a:pt x="1503" y="885"/>
                        <a:pt x="1502" y="887"/>
                      </a:cubicBezTo>
                      <a:cubicBezTo>
                        <a:pt x="1504" y="883"/>
                        <a:pt x="1505" y="879"/>
                        <a:pt x="1505" y="877"/>
                      </a:cubicBezTo>
                      <a:close/>
                      <a:moveTo>
                        <a:pt x="439" y="1404"/>
                      </a:moveTo>
                      <a:cubicBezTo>
                        <a:pt x="460" y="1413"/>
                        <a:pt x="482" y="1424"/>
                        <a:pt x="504" y="1433"/>
                      </a:cubicBezTo>
                      <a:cubicBezTo>
                        <a:pt x="482" y="1424"/>
                        <a:pt x="460" y="1414"/>
                        <a:pt x="439" y="1404"/>
                      </a:cubicBezTo>
                      <a:close/>
                      <a:moveTo>
                        <a:pt x="777" y="1"/>
                      </a:moveTo>
                      <a:cubicBezTo>
                        <a:pt x="481" y="1"/>
                        <a:pt x="201" y="180"/>
                        <a:pt x="86" y="472"/>
                      </a:cubicBezTo>
                      <a:cubicBezTo>
                        <a:pt x="0" y="689"/>
                        <a:pt x="25" y="919"/>
                        <a:pt x="131" y="1108"/>
                      </a:cubicBezTo>
                      <a:cubicBezTo>
                        <a:pt x="207" y="1279"/>
                        <a:pt x="346" y="1424"/>
                        <a:pt x="535" y="1499"/>
                      </a:cubicBezTo>
                      <a:cubicBezTo>
                        <a:pt x="624" y="1534"/>
                        <a:pt x="715" y="1550"/>
                        <a:pt x="805" y="1550"/>
                      </a:cubicBezTo>
                      <a:cubicBezTo>
                        <a:pt x="1101" y="1550"/>
                        <a:pt x="1381" y="1371"/>
                        <a:pt x="1496" y="1079"/>
                      </a:cubicBezTo>
                      <a:cubicBezTo>
                        <a:pt x="1572" y="883"/>
                        <a:pt x="1558" y="679"/>
                        <a:pt x="1476" y="501"/>
                      </a:cubicBezTo>
                      <a:cubicBezTo>
                        <a:pt x="1408" y="303"/>
                        <a:pt x="1257" y="135"/>
                        <a:pt x="1047" y="52"/>
                      </a:cubicBezTo>
                      <a:cubicBezTo>
                        <a:pt x="958" y="17"/>
                        <a:pt x="867"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130"/>
                <p:cNvSpPr/>
                <p:nvPr/>
              </p:nvSpPr>
              <p:spPr>
                <a:xfrm>
                  <a:off x="-2252275" y="2229838"/>
                  <a:ext cx="24300" cy="23125"/>
                </a:xfrm>
                <a:custGeom>
                  <a:rect b="b" l="l" r="r" t="t"/>
                  <a:pathLst>
                    <a:path extrusionOk="0" h="925" w="972">
                      <a:moveTo>
                        <a:pt x="468" y="1"/>
                      </a:moveTo>
                      <a:cubicBezTo>
                        <a:pt x="236" y="1"/>
                        <a:pt x="40" y="178"/>
                        <a:pt x="18" y="414"/>
                      </a:cubicBezTo>
                      <a:cubicBezTo>
                        <a:pt x="1" y="611"/>
                        <a:pt x="111" y="788"/>
                        <a:pt x="279" y="866"/>
                      </a:cubicBezTo>
                      <a:lnTo>
                        <a:pt x="279" y="869"/>
                      </a:lnTo>
                      <a:cubicBezTo>
                        <a:pt x="333" y="896"/>
                        <a:pt x="393" y="916"/>
                        <a:pt x="456" y="922"/>
                      </a:cubicBezTo>
                      <a:cubicBezTo>
                        <a:pt x="473" y="924"/>
                        <a:pt x="490" y="925"/>
                        <a:pt x="506" y="925"/>
                      </a:cubicBezTo>
                      <a:cubicBezTo>
                        <a:pt x="743" y="925"/>
                        <a:pt x="941" y="751"/>
                        <a:pt x="957" y="516"/>
                      </a:cubicBezTo>
                      <a:cubicBezTo>
                        <a:pt x="972" y="329"/>
                        <a:pt x="870" y="158"/>
                        <a:pt x="714" y="71"/>
                      </a:cubicBezTo>
                      <a:cubicBezTo>
                        <a:pt x="655" y="34"/>
                        <a:pt x="586" y="9"/>
                        <a:pt x="512" y="3"/>
                      </a:cubicBezTo>
                      <a:cubicBezTo>
                        <a:pt x="497" y="1"/>
                        <a:pt x="483"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130"/>
                <p:cNvSpPr/>
                <p:nvPr/>
              </p:nvSpPr>
              <p:spPr>
                <a:xfrm>
                  <a:off x="-1975575" y="2193263"/>
                  <a:ext cx="23375" cy="52875"/>
                </a:xfrm>
                <a:custGeom>
                  <a:rect b="b" l="l" r="r" t="t"/>
                  <a:pathLst>
                    <a:path extrusionOk="0" h="2115" w="935">
                      <a:moveTo>
                        <a:pt x="683" y="0"/>
                      </a:moveTo>
                      <a:lnTo>
                        <a:pt x="1" y="1743"/>
                      </a:lnTo>
                      <a:lnTo>
                        <a:pt x="1" y="2022"/>
                      </a:lnTo>
                      <a:lnTo>
                        <a:pt x="251" y="2115"/>
                      </a:lnTo>
                      <a:lnTo>
                        <a:pt x="935" y="372"/>
                      </a:lnTo>
                      <a:lnTo>
                        <a:pt x="935" y="93"/>
                      </a:lnTo>
                      <a:lnTo>
                        <a:pt x="6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130"/>
                <p:cNvSpPr/>
                <p:nvPr/>
              </p:nvSpPr>
              <p:spPr>
                <a:xfrm>
                  <a:off x="-2167200" y="1989363"/>
                  <a:ext cx="134500" cy="203875"/>
                </a:xfrm>
                <a:custGeom>
                  <a:rect b="b" l="l" r="r" t="t"/>
                  <a:pathLst>
                    <a:path extrusionOk="0" h="8155" w="5380">
                      <a:moveTo>
                        <a:pt x="2881" y="0"/>
                      </a:moveTo>
                      <a:cubicBezTo>
                        <a:pt x="1808" y="0"/>
                        <a:pt x="775" y="428"/>
                        <a:pt x="15" y="1179"/>
                      </a:cubicBezTo>
                      <a:cubicBezTo>
                        <a:pt x="0" y="1485"/>
                        <a:pt x="155" y="1740"/>
                        <a:pt x="660" y="1803"/>
                      </a:cubicBezTo>
                      <a:cubicBezTo>
                        <a:pt x="2133" y="1988"/>
                        <a:pt x="3800" y="2316"/>
                        <a:pt x="2089" y="4028"/>
                      </a:cubicBezTo>
                      <a:cubicBezTo>
                        <a:pt x="595" y="5525"/>
                        <a:pt x="2520" y="5619"/>
                        <a:pt x="3030" y="5619"/>
                      </a:cubicBezTo>
                      <a:cubicBezTo>
                        <a:pt x="3104" y="5619"/>
                        <a:pt x="3148" y="5618"/>
                        <a:pt x="3148" y="5618"/>
                      </a:cubicBezTo>
                      <a:lnTo>
                        <a:pt x="3148" y="5618"/>
                      </a:lnTo>
                      <a:cubicBezTo>
                        <a:pt x="3148" y="5618"/>
                        <a:pt x="4018" y="6541"/>
                        <a:pt x="2706" y="6726"/>
                      </a:cubicBezTo>
                      <a:cubicBezTo>
                        <a:pt x="1948" y="6831"/>
                        <a:pt x="1688" y="7465"/>
                        <a:pt x="1857" y="8022"/>
                      </a:cubicBezTo>
                      <a:cubicBezTo>
                        <a:pt x="2198" y="8112"/>
                        <a:pt x="2542" y="8155"/>
                        <a:pt x="2883" y="8155"/>
                      </a:cubicBezTo>
                      <a:cubicBezTo>
                        <a:pt x="3587" y="8155"/>
                        <a:pt x="4275" y="7970"/>
                        <a:pt x="4881" y="7630"/>
                      </a:cubicBezTo>
                      <a:cubicBezTo>
                        <a:pt x="4438" y="7437"/>
                        <a:pt x="4058" y="7138"/>
                        <a:pt x="4365" y="6727"/>
                      </a:cubicBezTo>
                      <a:cubicBezTo>
                        <a:pt x="4934" y="5963"/>
                        <a:pt x="5380" y="4346"/>
                        <a:pt x="4348" y="4346"/>
                      </a:cubicBezTo>
                      <a:cubicBezTo>
                        <a:pt x="4298" y="4346"/>
                        <a:pt x="4244" y="4350"/>
                        <a:pt x="4187" y="4357"/>
                      </a:cubicBezTo>
                      <a:cubicBezTo>
                        <a:pt x="4143" y="4363"/>
                        <a:pt x="4102" y="4366"/>
                        <a:pt x="4064" y="4366"/>
                      </a:cubicBezTo>
                      <a:cubicBezTo>
                        <a:pt x="3007" y="4366"/>
                        <a:pt x="3753" y="2192"/>
                        <a:pt x="2957" y="1834"/>
                      </a:cubicBezTo>
                      <a:cubicBezTo>
                        <a:pt x="2333" y="1556"/>
                        <a:pt x="2444" y="467"/>
                        <a:pt x="3109" y="7"/>
                      </a:cubicBezTo>
                      <a:cubicBezTo>
                        <a:pt x="3033" y="2"/>
                        <a:pt x="2957" y="0"/>
                        <a:pt x="2881"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130"/>
                <p:cNvSpPr/>
                <p:nvPr/>
              </p:nvSpPr>
              <p:spPr>
                <a:xfrm>
                  <a:off x="-2197600" y="1989338"/>
                  <a:ext cx="205850" cy="207900"/>
                </a:xfrm>
                <a:custGeom>
                  <a:rect b="b" l="l" r="r" t="t"/>
                  <a:pathLst>
                    <a:path extrusionOk="0" h="8316" w="8234">
                      <a:moveTo>
                        <a:pt x="8150" y="4500"/>
                      </a:moveTo>
                      <a:cubicBezTo>
                        <a:pt x="8150" y="4505"/>
                        <a:pt x="8150" y="4512"/>
                        <a:pt x="8149" y="4517"/>
                      </a:cubicBezTo>
                      <a:cubicBezTo>
                        <a:pt x="8149" y="4511"/>
                        <a:pt x="8150" y="4505"/>
                        <a:pt x="8150" y="4500"/>
                      </a:cubicBezTo>
                      <a:close/>
                      <a:moveTo>
                        <a:pt x="8136" y="4636"/>
                      </a:moveTo>
                      <a:cubicBezTo>
                        <a:pt x="8136" y="4637"/>
                        <a:pt x="8135" y="4638"/>
                        <a:pt x="8135" y="4639"/>
                      </a:cubicBezTo>
                      <a:lnTo>
                        <a:pt x="8135" y="4639"/>
                      </a:lnTo>
                      <a:cubicBezTo>
                        <a:pt x="8135" y="4638"/>
                        <a:pt x="8136" y="4637"/>
                        <a:pt x="8136" y="4636"/>
                      </a:cubicBezTo>
                      <a:close/>
                      <a:moveTo>
                        <a:pt x="1080" y="6817"/>
                      </a:moveTo>
                      <a:lnTo>
                        <a:pt x="1080" y="6817"/>
                      </a:lnTo>
                      <a:cubicBezTo>
                        <a:pt x="1081" y="6819"/>
                        <a:pt x="1082" y="6820"/>
                        <a:pt x="1084" y="6822"/>
                      </a:cubicBezTo>
                      <a:cubicBezTo>
                        <a:pt x="1082" y="6821"/>
                        <a:pt x="1081" y="6820"/>
                        <a:pt x="1080" y="6817"/>
                      </a:cubicBezTo>
                      <a:close/>
                      <a:moveTo>
                        <a:pt x="1469" y="7194"/>
                      </a:moveTo>
                      <a:cubicBezTo>
                        <a:pt x="1490" y="7212"/>
                        <a:pt x="1510" y="7229"/>
                        <a:pt x="1531" y="7246"/>
                      </a:cubicBezTo>
                      <a:cubicBezTo>
                        <a:pt x="1509" y="7229"/>
                        <a:pt x="1489" y="7212"/>
                        <a:pt x="1469" y="7194"/>
                      </a:cubicBezTo>
                      <a:close/>
                      <a:moveTo>
                        <a:pt x="1595" y="7297"/>
                      </a:moveTo>
                      <a:lnTo>
                        <a:pt x="1595" y="7297"/>
                      </a:lnTo>
                      <a:cubicBezTo>
                        <a:pt x="1623" y="7318"/>
                        <a:pt x="1651" y="7340"/>
                        <a:pt x="1680" y="7362"/>
                      </a:cubicBezTo>
                      <a:cubicBezTo>
                        <a:pt x="1650" y="7341"/>
                        <a:pt x="1622" y="7319"/>
                        <a:pt x="1595" y="7297"/>
                      </a:cubicBezTo>
                      <a:close/>
                      <a:moveTo>
                        <a:pt x="5632" y="7855"/>
                      </a:moveTo>
                      <a:cubicBezTo>
                        <a:pt x="5566" y="7883"/>
                        <a:pt x="5501" y="7908"/>
                        <a:pt x="5435" y="7930"/>
                      </a:cubicBezTo>
                      <a:cubicBezTo>
                        <a:pt x="5501" y="7906"/>
                        <a:pt x="5566" y="7883"/>
                        <a:pt x="5632" y="7855"/>
                      </a:cubicBezTo>
                      <a:close/>
                      <a:moveTo>
                        <a:pt x="5233" y="7993"/>
                      </a:moveTo>
                      <a:cubicBezTo>
                        <a:pt x="5132" y="8024"/>
                        <a:pt x="5029" y="8049"/>
                        <a:pt x="4925" y="8071"/>
                      </a:cubicBezTo>
                      <a:cubicBezTo>
                        <a:pt x="5028" y="8049"/>
                        <a:pt x="5132" y="8023"/>
                        <a:pt x="5233" y="7993"/>
                      </a:cubicBezTo>
                      <a:close/>
                      <a:moveTo>
                        <a:pt x="4822" y="8091"/>
                      </a:moveTo>
                      <a:cubicBezTo>
                        <a:pt x="4753" y="8105"/>
                        <a:pt x="4683" y="8115"/>
                        <a:pt x="4612" y="8123"/>
                      </a:cubicBezTo>
                      <a:cubicBezTo>
                        <a:pt x="4682" y="8115"/>
                        <a:pt x="4752" y="8105"/>
                        <a:pt x="4822" y="8091"/>
                      </a:cubicBezTo>
                      <a:close/>
                      <a:moveTo>
                        <a:pt x="4097" y="1"/>
                      </a:moveTo>
                      <a:cubicBezTo>
                        <a:pt x="2386" y="1"/>
                        <a:pt x="774" y="1086"/>
                        <a:pt x="212" y="2841"/>
                      </a:cubicBezTo>
                      <a:cubicBezTo>
                        <a:pt x="71" y="3280"/>
                        <a:pt x="11" y="3729"/>
                        <a:pt x="22" y="4170"/>
                      </a:cubicBezTo>
                      <a:cubicBezTo>
                        <a:pt x="1" y="5736"/>
                        <a:pt x="890" y="7240"/>
                        <a:pt x="2366" y="7929"/>
                      </a:cubicBezTo>
                      <a:cubicBezTo>
                        <a:pt x="2930" y="8192"/>
                        <a:pt x="3518" y="8316"/>
                        <a:pt x="4096" y="8316"/>
                      </a:cubicBezTo>
                      <a:cubicBezTo>
                        <a:pt x="5807" y="8316"/>
                        <a:pt x="7419" y="7231"/>
                        <a:pt x="7981" y="5475"/>
                      </a:cubicBezTo>
                      <a:cubicBezTo>
                        <a:pt x="8110" y="5073"/>
                        <a:pt x="8169" y="4663"/>
                        <a:pt x="8169" y="4256"/>
                      </a:cubicBezTo>
                      <a:cubicBezTo>
                        <a:pt x="8234" y="2650"/>
                        <a:pt x="7336" y="1091"/>
                        <a:pt x="5827" y="387"/>
                      </a:cubicBezTo>
                      <a:cubicBezTo>
                        <a:pt x="5264" y="124"/>
                        <a:pt x="4675" y="1"/>
                        <a:pt x="4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130"/>
                <p:cNvSpPr/>
                <p:nvPr/>
              </p:nvSpPr>
              <p:spPr>
                <a:xfrm>
                  <a:off x="-2149900" y="2043388"/>
                  <a:ext cx="109250" cy="95825"/>
                </a:xfrm>
                <a:custGeom>
                  <a:rect b="b" l="l" r="r" t="t"/>
                  <a:pathLst>
                    <a:path extrusionOk="0" h="3833" w="4370">
                      <a:moveTo>
                        <a:pt x="2190" y="0"/>
                      </a:moveTo>
                      <a:cubicBezTo>
                        <a:pt x="1932" y="0"/>
                        <a:pt x="1670" y="52"/>
                        <a:pt x="1419" y="162"/>
                      </a:cubicBezTo>
                      <a:cubicBezTo>
                        <a:pt x="446" y="588"/>
                        <a:pt x="1" y="1718"/>
                        <a:pt x="424" y="2686"/>
                      </a:cubicBezTo>
                      <a:cubicBezTo>
                        <a:pt x="738" y="3404"/>
                        <a:pt x="1441" y="3832"/>
                        <a:pt x="2180" y="3832"/>
                      </a:cubicBezTo>
                      <a:cubicBezTo>
                        <a:pt x="2438" y="3832"/>
                        <a:pt x="2700" y="3780"/>
                        <a:pt x="2951" y="3670"/>
                      </a:cubicBezTo>
                      <a:cubicBezTo>
                        <a:pt x="3924" y="3245"/>
                        <a:pt x="4369" y="2116"/>
                        <a:pt x="3946" y="1147"/>
                      </a:cubicBezTo>
                      <a:cubicBezTo>
                        <a:pt x="3632" y="428"/>
                        <a:pt x="2929" y="0"/>
                        <a:pt x="2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130"/>
                <p:cNvSpPr/>
                <p:nvPr/>
              </p:nvSpPr>
              <p:spPr>
                <a:xfrm>
                  <a:off x="-2107125" y="2079913"/>
                  <a:ext cx="23875" cy="22775"/>
                </a:xfrm>
                <a:custGeom>
                  <a:rect b="b" l="l" r="r" t="t"/>
                  <a:pathLst>
                    <a:path extrusionOk="0" h="911" w="955">
                      <a:moveTo>
                        <a:pt x="478" y="1"/>
                      </a:moveTo>
                      <a:cubicBezTo>
                        <a:pt x="264" y="1"/>
                        <a:pt x="63" y="153"/>
                        <a:pt x="27" y="391"/>
                      </a:cubicBezTo>
                      <a:cubicBezTo>
                        <a:pt x="1" y="560"/>
                        <a:pt x="77" y="735"/>
                        <a:pt x="219" y="830"/>
                      </a:cubicBezTo>
                      <a:cubicBezTo>
                        <a:pt x="300" y="885"/>
                        <a:pt x="390" y="911"/>
                        <a:pt x="477" y="911"/>
                      </a:cubicBezTo>
                      <a:cubicBezTo>
                        <a:pt x="691" y="911"/>
                        <a:pt x="892" y="759"/>
                        <a:pt x="929" y="521"/>
                      </a:cubicBezTo>
                      <a:cubicBezTo>
                        <a:pt x="954" y="351"/>
                        <a:pt x="878" y="177"/>
                        <a:pt x="737" y="81"/>
                      </a:cubicBezTo>
                      <a:cubicBezTo>
                        <a:pt x="655" y="26"/>
                        <a:pt x="565" y="1"/>
                        <a:pt x="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130"/>
                <p:cNvSpPr/>
                <p:nvPr/>
              </p:nvSpPr>
              <p:spPr>
                <a:xfrm>
                  <a:off x="-2146875" y="2271113"/>
                  <a:ext cx="24300" cy="23125"/>
                </a:xfrm>
                <a:custGeom>
                  <a:rect b="b" l="l" r="r" t="t"/>
                  <a:pathLst>
                    <a:path extrusionOk="0" h="925" w="972">
                      <a:moveTo>
                        <a:pt x="468" y="1"/>
                      </a:moveTo>
                      <a:cubicBezTo>
                        <a:pt x="236" y="1"/>
                        <a:pt x="39" y="178"/>
                        <a:pt x="18" y="415"/>
                      </a:cubicBezTo>
                      <a:cubicBezTo>
                        <a:pt x="0" y="611"/>
                        <a:pt x="111" y="788"/>
                        <a:pt x="279" y="867"/>
                      </a:cubicBezTo>
                      <a:lnTo>
                        <a:pt x="279" y="869"/>
                      </a:lnTo>
                      <a:cubicBezTo>
                        <a:pt x="333" y="897"/>
                        <a:pt x="393" y="916"/>
                        <a:pt x="456" y="922"/>
                      </a:cubicBezTo>
                      <a:cubicBezTo>
                        <a:pt x="473" y="924"/>
                        <a:pt x="489" y="925"/>
                        <a:pt x="506" y="925"/>
                      </a:cubicBezTo>
                      <a:cubicBezTo>
                        <a:pt x="742" y="925"/>
                        <a:pt x="941" y="751"/>
                        <a:pt x="957" y="516"/>
                      </a:cubicBezTo>
                      <a:cubicBezTo>
                        <a:pt x="972" y="331"/>
                        <a:pt x="869" y="161"/>
                        <a:pt x="714" y="71"/>
                      </a:cubicBezTo>
                      <a:cubicBezTo>
                        <a:pt x="654" y="34"/>
                        <a:pt x="586" y="9"/>
                        <a:pt x="511" y="3"/>
                      </a:cubicBezTo>
                      <a:cubicBezTo>
                        <a:pt x="497" y="1"/>
                        <a:pt x="482"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130"/>
                <p:cNvSpPr/>
                <p:nvPr/>
              </p:nvSpPr>
              <p:spPr>
                <a:xfrm>
                  <a:off x="-2093700" y="2291263"/>
                  <a:ext cx="24300" cy="23150"/>
                </a:xfrm>
                <a:custGeom>
                  <a:rect b="b" l="l" r="r" t="t"/>
                  <a:pathLst>
                    <a:path extrusionOk="0" h="926" w="972">
                      <a:moveTo>
                        <a:pt x="469" y="1"/>
                      </a:moveTo>
                      <a:cubicBezTo>
                        <a:pt x="236" y="1"/>
                        <a:pt x="39" y="178"/>
                        <a:pt x="18" y="415"/>
                      </a:cubicBezTo>
                      <a:cubicBezTo>
                        <a:pt x="0" y="611"/>
                        <a:pt x="111" y="788"/>
                        <a:pt x="279" y="868"/>
                      </a:cubicBezTo>
                      <a:lnTo>
                        <a:pt x="279" y="869"/>
                      </a:lnTo>
                      <a:cubicBezTo>
                        <a:pt x="333" y="897"/>
                        <a:pt x="393" y="916"/>
                        <a:pt x="456" y="922"/>
                      </a:cubicBezTo>
                      <a:cubicBezTo>
                        <a:pt x="473" y="924"/>
                        <a:pt x="490" y="925"/>
                        <a:pt x="507" y="925"/>
                      </a:cubicBezTo>
                      <a:cubicBezTo>
                        <a:pt x="743" y="925"/>
                        <a:pt x="941" y="751"/>
                        <a:pt x="957" y="517"/>
                      </a:cubicBezTo>
                      <a:cubicBezTo>
                        <a:pt x="972" y="331"/>
                        <a:pt x="870" y="161"/>
                        <a:pt x="714" y="71"/>
                      </a:cubicBezTo>
                      <a:cubicBezTo>
                        <a:pt x="655" y="34"/>
                        <a:pt x="587" y="9"/>
                        <a:pt x="511" y="3"/>
                      </a:cubicBezTo>
                      <a:cubicBezTo>
                        <a:pt x="497" y="2"/>
                        <a:pt x="483"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130"/>
                <p:cNvSpPr/>
                <p:nvPr/>
              </p:nvSpPr>
              <p:spPr>
                <a:xfrm>
                  <a:off x="-2222725" y="2179463"/>
                  <a:ext cx="114350" cy="64025"/>
                </a:xfrm>
                <a:custGeom>
                  <a:rect b="b" l="l" r="r" t="t"/>
                  <a:pathLst>
                    <a:path extrusionOk="0" h="2561" w="4574">
                      <a:moveTo>
                        <a:pt x="355" y="0"/>
                      </a:moveTo>
                      <a:lnTo>
                        <a:pt x="0" y="908"/>
                      </a:lnTo>
                      <a:lnTo>
                        <a:pt x="3360" y="2224"/>
                      </a:lnTo>
                      <a:lnTo>
                        <a:pt x="4010" y="2479"/>
                      </a:lnTo>
                      <a:lnTo>
                        <a:pt x="4217" y="2560"/>
                      </a:lnTo>
                      <a:lnTo>
                        <a:pt x="4573" y="1652"/>
                      </a:lnTo>
                      <a:lnTo>
                        <a:pt x="3807" y="1352"/>
                      </a:lnTo>
                      <a:lnTo>
                        <a:pt x="3596" y="1269"/>
                      </a:lnTo>
                      <a:lnTo>
                        <a:pt x="1863" y="591"/>
                      </a:lnTo>
                      <a:lnTo>
                        <a:pt x="1545" y="466"/>
                      </a:lnTo>
                      <a:lnTo>
                        <a:pt x="3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98" name="Google Shape;10298;p130"/>
            <p:cNvGrpSpPr/>
            <p:nvPr/>
          </p:nvGrpSpPr>
          <p:grpSpPr>
            <a:xfrm>
              <a:off x="173795" y="766572"/>
              <a:ext cx="500560" cy="472885"/>
              <a:chOff x="-1174275" y="581450"/>
              <a:chExt cx="370100" cy="349638"/>
            </a:xfrm>
          </p:grpSpPr>
          <p:sp>
            <p:nvSpPr>
              <p:cNvPr id="10299" name="Google Shape;10299;p130"/>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130"/>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1_1">
    <p:spTree>
      <p:nvGrpSpPr>
        <p:cNvPr id="10301" name="Shape 10301"/>
        <p:cNvGrpSpPr/>
        <p:nvPr/>
      </p:nvGrpSpPr>
      <p:grpSpPr>
        <a:xfrm>
          <a:off x="0" y="0"/>
          <a:ext cx="0" cy="0"/>
          <a:chOff x="0" y="0"/>
          <a:chExt cx="0" cy="0"/>
        </a:xfrm>
      </p:grpSpPr>
      <p:sp>
        <p:nvSpPr>
          <p:cNvPr id="10302" name="Google Shape;10302;p1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0303" name="Google Shape;10303;p131"/>
          <p:cNvGrpSpPr/>
          <p:nvPr/>
        </p:nvGrpSpPr>
        <p:grpSpPr>
          <a:xfrm>
            <a:off x="-106331" y="228395"/>
            <a:ext cx="9066642" cy="4867970"/>
            <a:chOff x="-106331" y="228395"/>
            <a:chExt cx="9066642" cy="4867970"/>
          </a:xfrm>
        </p:grpSpPr>
        <p:grpSp>
          <p:nvGrpSpPr>
            <p:cNvPr id="10304" name="Google Shape;10304;p131"/>
            <p:cNvGrpSpPr/>
            <p:nvPr/>
          </p:nvGrpSpPr>
          <p:grpSpPr>
            <a:xfrm>
              <a:off x="268728" y="228395"/>
              <a:ext cx="311019" cy="311110"/>
              <a:chOff x="5038846" y="235350"/>
              <a:chExt cx="158691" cy="158738"/>
            </a:xfrm>
          </p:grpSpPr>
          <p:sp>
            <p:nvSpPr>
              <p:cNvPr id="10305" name="Google Shape;10305;p131"/>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131"/>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7" name="Google Shape;10307;p131"/>
            <p:cNvGrpSpPr/>
            <p:nvPr/>
          </p:nvGrpSpPr>
          <p:grpSpPr>
            <a:xfrm>
              <a:off x="8595003" y="3815420"/>
              <a:ext cx="311019" cy="311110"/>
              <a:chOff x="5038846" y="235350"/>
              <a:chExt cx="158691" cy="158738"/>
            </a:xfrm>
          </p:grpSpPr>
          <p:sp>
            <p:nvSpPr>
              <p:cNvPr id="10308" name="Google Shape;10308;p131"/>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131"/>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0" name="Google Shape;10310;p131"/>
            <p:cNvGrpSpPr/>
            <p:nvPr/>
          </p:nvGrpSpPr>
          <p:grpSpPr>
            <a:xfrm>
              <a:off x="193003" y="3862920"/>
              <a:ext cx="311019" cy="311110"/>
              <a:chOff x="5038846" y="235350"/>
              <a:chExt cx="158691" cy="158738"/>
            </a:xfrm>
          </p:grpSpPr>
          <p:sp>
            <p:nvSpPr>
              <p:cNvPr id="10311" name="Google Shape;10311;p131"/>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131"/>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3" name="Google Shape;10313;p131"/>
            <p:cNvGrpSpPr/>
            <p:nvPr/>
          </p:nvGrpSpPr>
          <p:grpSpPr>
            <a:xfrm>
              <a:off x="408055" y="1622578"/>
              <a:ext cx="215033" cy="215222"/>
              <a:chOff x="5062659" y="967188"/>
              <a:chExt cx="109716" cy="109813"/>
            </a:xfrm>
          </p:grpSpPr>
          <p:sp>
            <p:nvSpPr>
              <p:cNvPr id="10314" name="Google Shape;10314;p131"/>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131"/>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131"/>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7" name="Google Shape;10317;p131"/>
            <p:cNvGrpSpPr/>
            <p:nvPr/>
          </p:nvGrpSpPr>
          <p:grpSpPr>
            <a:xfrm>
              <a:off x="-106331" y="675544"/>
              <a:ext cx="514376" cy="759657"/>
              <a:chOff x="1886004" y="3062663"/>
              <a:chExt cx="262450" cy="387600"/>
            </a:xfrm>
          </p:grpSpPr>
          <p:sp>
            <p:nvSpPr>
              <p:cNvPr id="10318" name="Google Shape;10318;p131"/>
              <p:cNvSpPr/>
              <p:nvPr/>
            </p:nvSpPr>
            <p:spPr>
              <a:xfrm>
                <a:off x="1886029" y="3062663"/>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9" name="Google Shape;10319;p131"/>
              <p:cNvGrpSpPr/>
              <p:nvPr/>
            </p:nvGrpSpPr>
            <p:grpSpPr>
              <a:xfrm>
                <a:off x="1886004" y="3062688"/>
                <a:ext cx="262450" cy="387550"/>
                <a:chOff x="2433900" y="2829400"/>
                <a:chExt cx="262450" cy="387550"/>
              </a:xfrm>
            </p:grpSpPr>
            <p:sp>
              <p:nvSpPr>
                <p:cNvPr id="10320" name="Google Shape;10320;p131"/>
                <p:cNvSpPr/>
                <p:nvPr/>
              </p:nvSpPr>
              <p:spPr>
                <a:xfrm>
                  <a:off x="2433900" y="2829400"/>
                  <a:ext cx="262450" cy="387550"/>
                </a:xfrm>
                <a:custGeom>
                  <a:rect b="b" l="l" r="r" t="t"/>
                  <a:pathLst>
                    <a:path extrusionOk="0" h="15502" w="10498">
                      <a:moveTo>
                        <a:pt x="0" y="1"/>
                      </a:moveTo>
                      <a:lnTo>
                        <a:pt x="0" y="10257"/>
                      </a:lnTo>
                      <a:cubicBezTo>
                        <a:pt x="0" y="10417"/>
                        <a:pt x="7" y="10575"/>
                        <a:pt x="22" y="10733"/>
                      </a:cubicBezTo>
                      <a:cubicBezTo>
                        <a:pt x="26" y="10779"/>
                        <a:pt x="31" y="10826"/>
                        <a:pt x="36" y="10871"/>
                      </a:cubicBezTo>
                      <a:cubicBezTo>
                        <a:pt x="56" y="11038"/>
                        <a:pt x="84" y="11204"/>
                        <a:pt x="119" y="11367"/>
                      </a:cubicBezTo>
                      <a:cubicBezTo>
                        <a:pt x="133" y="11431"/>
                        <a:pt x="147" y="11495"/>
                        <a:pt x="164" y="11558"/>
                      </a:cubicBezTo>
                      <a:cubicBezTo>
                        <a:pt x="224" y="11795"/>
                        <a:pt x="300" y="12024"/>
                        <a:pt x="392" y="12246"/>
                      </a:cubicBezTo>
                      <a:cubicBezTo>
                        <a:pt x="490" y="12484"/>
                        <a:pt x="605" y="12714"/>
                        <a:pt x="735" y="12933"/>
                      </a:cubicBezTo>
                      <a:cubicBezTo>
                        <a:pt x="846" y="13119"/>
                        <a:pt x="967" y="13298"/>
                        <a:pt x="1100" y="13468"/>
                      </a:cubicBezTo>
                      <a:cubicBezTo>
                        <a:pt x="1140" y="13520"/>
                        <a:pt x="1182" y="13571"/>
                        <a:pt x="1223" y="13621"/>
                      </a:cubicBezTo>
                      <a:cubicBezTo>
                        <a:pt x="1317" y="13733"/>
                        <a:pt x="1416" y="13843"/>
                        <a:pt x="1521" y="13947"/>
                      </a:cubicBezTo>
                      <a:lnTo>
                        <a:pt x="1539" y="13965"/>
                      </a:lnTo>
                      <a:cubicBezTo>
                        <a:pt x="1658" y="14086"/>
                        <a:pt x="1785" y="14200"/>
                        <a:pt x="1916" y="14309"/>
                      </a:cubicBezTo>
                      <a:cubicBezTo>
                        <a:pt x="2028" y="14400"/>
                        <a:pt x="2142" y="14486"/>
                        <a:pt x="2261" y="14569"/>
                      </a:cubicBezTo>
                      <a:cubicBezTo>
                        <a:pt x="2425" y="14682"/>
                        <a:pt x="2596" y="14788"/>
                        <a:pt x="2772" y="14882"/>
                      </a:cubicBezTo>
                      <a:cubicBezTo>
                        <a:pt x="2847" y="14922"/>
                        <a:pt x="2922" y="14960"/>
                        <a:pt x="2998" y="14996"/>
                      </a:cubicBezTo>
                      <a:cubicBezTo>
                        <a:pt x="3200" y="15093"/>
                        <a:pt x="3411" y="15176"/>
                        <a:pt x="3628" y="15247"/>
                      </a:cubicBezTo>
                      <a:cubicBezTo>
                        <a:pt x="3774" y="15294"/>
                        <a:pt x="3923" y="15335"/>
                        <a:pt x="4075" y="15370"/>
                      </a:cubicBezTo>
                      <a:cubicBezTo>
                        <a:pt x="4452" y="15456"/>
                        <a:pt x="4845" y="15501"/>
                        <a:pt x="5249" y="15501"/>
                      </a:cubicBezTo>
                      <a:cubicBezTo>
                        <a:pt x="5501" y="15501"/>
                        <a:pt x="5748" y="15485"/>
                        <a:pt x="5991" y="15450"/>
                      </a:cubicBezTo>
                      <a:cubicBezTo>
                        <a:pt x="6186" y="15422"/>
                        <a:pt x="6378" y="15384"/>
                        <a:pt x="6565" y="15335"/>
                      </a:cubicBezTo>
                      <a:cubicBezTo>
                        <a:pt x="6890" y="15252"/>
                        <a:pt x="7202" y="15138"/>
                        <a:pt x="7500" y="14996"/>
                      </a:cubicBezTo>
                      <a:cubicBezTo>
                        <a:pt x="7533" y="14980"/>
                        <a:pt x="7565" y="14964"/>
                        <a:pt x="7597" y="14948"/>
                      </a:cubicBezTo>
                      <a:cubicBezTo>
                        <a:pt x="7689" y="14902"/>
                        <a:pt x="7778" y="14854"/>
                        <a:pt x="7868" y="14803"/>
                      </a:cubicBezTo>
                      <a:cubicBezTo>
                        <a:pt x="8121" y="14656"/>
                        <a:pt x="8359" y="14490"/>
                        <a:pt x="8582" y="14307"/>
                      </a:cubicBezTo>
                      <a:cubicBezTo>
                        <a:pt x="8683" y="14223"/>
                        <a:pt x="8780" y="14137"/>
                        <a:pt x="8875" y="14046"/>
                      </a:cubicBezTo>
                      <a:cubicBezTo>
                        <a:pt x="8963" y="13963"/>
                        <a:pt x="9048" y="13875"/>
                        <a:pt x="9130" y="13784"/>
                      </a:cubicBezTo>
                      <a:cubicBezTo>
                        <a:pt x="9180" y="13730"/>
                        <a:pt x="9228" y="13675"/>
                        <a:pt x="9275" y="13618"/>
                      </a:cubicBezTo>
                      <a:cubicBezTo>
                        <a:pt x="9455" y="13402"/>
                        <a:pt x="9618" y="13173"/>
                        <a:pt x="9763" y="12931"/>
                      </a:cubicBezTo>
                      <a:cubicBezTo>
                        <a:pt x="9772" y="12914"/>
                        <a:pt x="9782" y="12899"/>
                        <a:pt x="9791" y="12881"/>
                      </a:cubicBezTo>
                      <a:cubicBezTo>
                        <a:pt x="9855" y="12772"/>
                        <a:pt x="9913" y="12661"/>
                        <a:pt x="9969" y="12548"/>
                      </a:cubicBezTo>
                      <a:cubicBezTo>
                        <a:pt x="10018" y="12447"/>
                        <a:pt x="10063" y="12345"/>
                        <a:pt x="10105" y="12241"/>
                      </a:cubicBezTo>
                      <a:cubicBezTo>
                        <a:pt x="10197" y="12020"/>
                        <a:pt x="10274" y="11790"/>
                        <a:pt x="10334" y="11554"/>
                      </a:cubicBezTo>
                      <a:cubicBezTo>
                        <a:pt x="10392" y="11331"/>
                        <a:pt x="10435" y="11101"/>
                        <a:pt x="10461" y="10867"/>
                      </a:cubicBezTo>
                      <a:cubicBezTo>
                        <a:pt x="10486" y="10666"/>
                        <a:pt x="10498" y="10460"/>
                        <a:pt x="10498" y="10253"/>
                      </a:cubicBezTo>
                      <a:lnTo>
                        <a:pt x="10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131"/>
                <p:cNvSpPr/>
                <p:nvPr/>
              </p:nvSpPr>
              <p:spPr>
                <a:xfrm>
                  <a:off x="2433925" y="28430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131"/>
                <p:cNvSpPr/>
                <p:nvPr/>
              </p:nvSpPr>
              <p:spPr>
                <a:xfrm>
                  <a:off x="2433925" y="2877500"/>
                  <a:ext cx="262425" cy="17200"/>
                </a:xfrm>
                <a:custGeom>
                  <a:rect b="b" l="l" r="r" t="t"/>
                  <a:pathLst>
                    <a:path extrusionOk="0" h="688"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131"/>
                <p:cNvSpPr/>
                <p:nvPr/>
              </p:nvSpPr>
              <p:spPr>
                <a:xfrm>
                  <a:off x="2433925" y="2911875"/>
                  <a:ext cx="262425" cy="17225"/>
                </a:xfrm>
                <a:custGeom>
                  <a:rect b="b" l="l" r="r" t="t"/>
                  <a:pathLst>
                    <a:path extrusionOk="0" h="689" w="10497">
                      <a:moveTo>
                        <a:pt x="0" y="0"/>
                      </a:moveTo>
                      <a:lnTo>
                        <a:pt x="0" y="689"/>
                      </a:lnTo>
                      <a:lnTo>
                        <a:pt x="10497" y="689"/>
                      </a:lnTo>
                      <a:lnTo>
                        <a:pt x="104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131"/>
                <p:cNvSpPr/>
                <p:nvPr/>
              </p:nvSpPr>
              <p:spPr>
                <a:xfrm>
                  <a:off x="2433925" y="29462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131"/>
                <p:cNvSpPr/>
                <p:nvPr/>
              </p:nvSpPr>
              <p:spPr>
                <a:xfrm>
                  <a:off x="2433925" y="2980700"/>
                  <a:ext cx="262425" cy="17200"/>
                </a:xfrm>
                <a:custGeom>
                  <a:rect b="b" l="l" r="r" t="t"/>
                  <a:pathLst>
                    <a:path extrusionOk="0" h="688"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131"/>
                <p:cNvSpPr/>
                <p:nvPr/>
              </p:nvSpPr>
              <p:spPr>
                <a:xfrm>
                  <a:off x="2433925" y="3015075"/>
                  <a:ext cx="262425" cy="17225"/>
                </a:xfrm>
                <a:custGeom>
                  <a:rect b="b" l="l" r="r" t="t"/>
                  <a:pathLst>
                    <a:path extrusionOk="0" h="689" w="10497">
                      <a:moveTo>
                        <a:pt x="0" y="0"/>
                      </a:moveTo>
                      <a:lnTo>
                        <a:pt x="0" y="688"/>
                      </a:lnTo>
                      <a:lnTo>
                        <a:pt x="10497" y="688"/>
                      </a:lnTo>
                      <a:lnTo>
                        <a:pt x="104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31"/>
                <p:cNvSpPr/>
                <p:nvPr/>
              </p:nvSpPr>
              <p:spPr>
                <a:xfrm>
                  <a:off x="2433925" y="3049475"/>
                  <a:ext cx="262425" cy="17225"/>
                </a:xfrm>
                <a:custGeom>
                  <a:rect b="b" l="l" r="r" t="t"/>
                  <a:pathLst>
                    <a:path extrusionOk="0" h="689" w="10497">
                      <a:moveTo>
                        <a:pt x="0" y="1"/>
                      </a:moveTo>
                      <a:lnTo>
                        <a:pt x="0" y="688"/>
                      </a:lnTo>
                      <a:lnTo>
                        <a:pt x="10497" y="688"/>
                      </a:lnTo>
                      <a:lnTo>
                        <a:pt x="104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131"/>
                <p:cNvSpPr/>
                <p:nvPr/>
              </p:nvSpPr>
              <p:spPr>
                <a:xfrm>
                  <a:off x="2433900" y="3083900"/>
                  <a:ext cx="262450" cy="17200"/>
                </a:xfrm>
                <a:custGeom>
                  <a:rect b="b" l="l" r="r" t="t"/>
                  <a:pathLst>
                    <a:path extrusionOk="0" h="688" w="10498">
                      <a:moveTo>
                        <a:pt x="0" y="1"/>
                      </a:moveTo>
                      <a:lnTo>
                        <a:pt x="0" y="74"/>
                      </a:lnTo>
                      <a:cubicBezTo>
                        <a:pt x="0" y="234"/>
                        <a:pt x="7" y="393"/>
                        <a:pt x="22" y="550"/>
                      </a:cubicBezTo>
                      <a:cubicBezTo>
                        <a:pt x="26" y="596"/>
                        <a:pt x="31" y="642"/>
                        <a:pt x="36" y="688"/>
                      </a:cubicBezTo>
                      <a:lnTo>
                        <a:pt x="10461" y="688"/>
                      </a:lnTo>
                      <a:cubicBezTo>
                        <a:pt x="10486" y="487"/>
                        <a:pt x="10498" y="281"/>
                        <a:pt x="10498" y="74"/>
                      </a:cubicBezTo>
                      <a:lnTo>
                        <a:pt x="104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131"/>
                <p:cNvSpPr/>
                <p:nvPr/>
              </p:nvSpPr>
              <p:spPr>
                <a:xfrm>
                  <a:off x="2438000" y="3118275"/>
                  <a:ext cx="254300" cy="17225"/>
                </a:xfrm>
                <a:custGeom>
                  <a:rect b="b" l="l" r="r" t="t"/>
                  <a:pathLst>
                    <a:path extrusionOk="0" h="689" w="10172">
                      <a:moveTo>
                        <a:pt x="0" y="0"/>
                      </a:moveTo>
                      <a:cubicBezTo>
                        <a:pt x="60" y="236"/>
                        <a:pt x="136" y="467"/>
                        <a:pt x="228" y="688"/>
                      </a:cubicBezTo>
                      <a:lnTo>
                        <a:pt x="9943" y="688"/>
                      </a:lnTo>
                      <a:cubicBezTo>
                        <a:pt x="10034" y="467"/>
                        <a:pt x="10111" y="236"/>
                        <a:pt x="101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31"/>
                <p:cNvSpPr/>
                <p:nvPr/>
              </p:nvSpPr>
              <p:spPr>
                <a:xfrm>
                  <a:off x="2452250" y="3152675"/>
                  <a:ext cx="225750" cy="17225"/>
                </a:xfrm>
                <a:custGeom>
                  <a:rect b="b" l="l" r="r" t="t"/>
                  <a:pathLst>
                    <a:path extrusionOk="0" h="689" w="9030">
                      <a:moveTo>
                        <a:pt x="1" y="1"/>
                      </a:moveTo>
                      <a:cubicBezTo>
                        <a:pt x="112" y="187"/>
                        <a:pt x="233" y="366"/>
                        <a:pt x="366" y="536"/>
                      </a:cubicBezTo>
                      <a:cubicBezTo>
                        <a:pt x="406" y="588"/>
                        <a:pt x="448" y="639"/>
                        <a:pt x="489" y="688"/>
                      </a:cubicBezTo>
                      <a:lnTo>
                        <a:pt x="8543" y="688"/>
                      </a:lnTo>
                      <a:cubicBezTo>
                        <a:pt x="8723" y="473"/>
                        <a:pt x="8885" y="243"/>
                        <a:pt x="90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31"/>
                <p:cNvSpPr/>
                <p:nvPr/>
              </p:nvSpPr>
              <p:spPr>
                <a:xfrm>
                  <a:off x="2481800" y="3187100"/>
                  <a:ext cx="166675" cy="17225"/>
                </a:xfrm>
                <a:custGeom>
                  <a:rect b="b" l="l" r="r" t="t"/>
                  <a:pathLst>
                    <a:path extrusionOk="0" h="689" w="6667">
                      <a:moveTo>
                        <a:pt x="6666" y="1"/>
                      </a:moveTo>
                      <a:cubicBezTo>
                        <a:pt x="6666" y="1"/>
                        <a:pt x="6665" y="1"/>
                        <a:pt x="6665" y="2"/>
                      </a:cubicBezTo>
                      <a:lnTo>
                        <a:pt x="6666" y="2"/>
                      </a:lnTo>
                      <a:lnTo>
                        <a:pt x="6666" y="1"/>
                      </a:lnTo>
                      <a:close/>
                      <a:moveTo>
                        <a:pt x="0" y="2"/>
                      </a:moveTo>
                      <a:cubicBezTo>
                        <a:pt x="112" y="93"/>
                        <a:pt x="226" y="180"/>
                        <a:pt x="345" y="263"/>
                      </a:cubicBezTo>
                      <a:cubicBezTo>
                        <a:pt x="509" y="376"/>
                        <a:pt x="680" y="481"/>
                        <a:pt x="856" y="575"/>
                      </a:cubicBezTo>
                      <a:cubicBezTo>
                        <a:pt x="931" y="615"/>
                        <a:pt x="1006" y="653"/>
                        <a:pt x="1082" y="689"/>
                      </a:cubicBezTo>
                      <a:lnTo>
                        <a:pt x="5584" y="689"/>
                      </a:lnTo>
                      <a:cubicBezTo>
                        <a:pt x="5617" y="673"/>
                        <a:pt x="5649" y="657"/>
                        <a:pt x="5681" y="641"/>
                      </a:cubicBezTo>
                      <a:cubicBezTo>
                        <a:pt x="5773" y="595"/>
                        <a:pt x="5862" y="547"/>
                        <a:pt x="5952" y="496"/>
                      </a:cubicBezTo>
                      <a:cubicBezTo>
                        <a:pt x="6204" y="351"/>
                        <a:pt x="6442" y="184"/>
                        <a:pt x="6665"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32" name="Google Shape;10332;p131"/>
            <p:cNvGrpSpPr/>
            <p:nvPr/>
          </p:nvGrpSpPr>
          <p:grpSpPr>
            <a:xfrm>
              <a:off x="113988" y="4366257"/>
              <a:ext cx="866978" cy="636471"/>
              <a:chOff x="-3031700" y="3408550"/>
              <a:chExt cx="323475" cy="237463"/>
            </a:xfrm>
          </p:grpSpPr>
          <p:sp>
            <p:nvSpPr>
              <p:cNvPr id="10333" name="Google Shape;10333;p131"/>
              <p:cNvSpPr/>
              <p:nvPr/>
            </p:nvSpPr>
            <p:spPr>
              <a:xfrm>
                <a:off x="-3031700" y="3408550"/>
                <a:ext cx="323425" cy="236300"/>
              </a:xfrm>
              <a:custGeom>
                <a:rect b="b" l="l" r="r" t="t"/>
                <a:pathLst>
                  <a:path extrusionOk="0" h="9452" w="12937">
                    <a:moveTo>
                      <a:pt x="6968" y="1"/>
                    </a:moveTo>
                    <a:cubicBezTo>
                      <a:pt x="6829" y="1"/>
                      <a:pt x="6706" y="95"/>
                      <a:pt x="6686" y="228"/>
                    </a:cubicBezTo>
                    <a:lnTo>
                      <a:pt x="6684" y="228"/>
                    </a:lnTo>
                    <a:cubicBezTo>
                      <a:pt x="6683" y="239"/>
                      <a:pt x="6682" y="251"/>
                      <a:pt x="6682" y="263"/>
                    </a:cubicBezTo>
                    <a:lnTo>
                      <a:pt x="6682" y="289"/>
                    </a:lnTo>
                    <a:lnTo>
                      <a:pt x="792" y="289"/>
                    </a:lnTo>
                    <a:cubicBezTo>
                      <a:pt x="356" y="289"/>
                      <a:pt x="1" y="642"/>
                      <a:pt x="1" y="1079"/>
                    </a:cubicBezTo>
                    <a:lnTo>
                      <a:pt x="1" y="8660"/>
                    </a:lnTo>
                    <a:cubicBezTo>
                      <a:pt x="1" y="9097"/>
                      <a:pt x="355" y="9452"/>
                      <a:pt x="792" y="9452"/>
                    </a:cubicBezTo>
                    <a:lnTo>
                      <a:pt x="12146" y="9452"/>
                    </a:lnTo>
                    <a:cubicBezTo>
                      <a:pt x="12583" y="9452"/>
                      <a:pt x="12937" y="9098"/>
                      <a:pt x="12937" y="8660"/>
                    </a:cubicBezTo>
                    <a:lnTo>
                      <a:pt x="12937" y="1079"/>
                    </a:lnTo>
                    <a:cubicBezTo>
                      <a:pt x="12936" y="642"/>
                      <a:pt x="12583" y="289"/>
                      <a:pt x="12146" y="289"/>
                    </a:cubicBezTo>
                    <a:lnTo>
                      <a:pt x="11872" y="289"/>
                    </a:lnTo>
                    <a:lnTo>
                      <a:pt x="11872" y="263"/>
                    </a:lnTo>
                    <a:cubicBezTo>
                      <a:pt x="11872" y="251"/>
                      <a:pt x="11870" y="239"/>
                      <a:pt x="11869" y="228"/>
                    </a:cubicBezTo>
                    <a:lnTo>
                      <a:pt x="11868" y="228"/>
                    </a:lnTo>
                    <a:cubicBezTo>
                      <a:pt x="11851" y="95"/>
                      <a:pt x="11743" y="1"/>
                      <a:pt x="11604" y="1"/>
                    </a:cubicBezTo>
                    <a:lnTo>
                      <a:pt x="10284" y="1"/>
                    </a:lnTo>
                    <a:lnTo>
                      <a:pt x="10284" y="228"/>
                    </a:lnTo>
                    <a:lnTo>
                      <a:pt x="10284" y="288"/>
                    </a:lnTo>
                    <a:lnTo>
                      <a:pt x="10085" y="288"/>
                    </a:lnTo>
                    <a:lnTo>
                      <a:pt x="10085" y="228"/>
                    </a:lnTo>
                    <a:lnTo>
                      <a:pt x="10085" y="1"/>
                    </a:lnTo>
                    <a:lnTo>
                      <a:pt x="8497" y="1"/>
                    </a:lnTo>
                    <a:lnTo>
                      <a:pt x="8497" y="228"/>
                    </a:lnTo>
                    <a:lnTo>
                      <a:pt x="8497" y="288"/>
                    </a:lnTo>
                    <a:lnTo>
                      <a:pt x="8270" y="288"/>
                    </a:lnTo>
                    <a:lnTo>
                      <a:pt x="8270" y="228"/>
                    </a:lnTo>
                    <a:lnTo>
                      <a:pt x="8270" y="1"/>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4" name="Google Shape;10334;p131"/>
              <p:cNvGrpSpPr/>
              <p:nvPr/>
            </p:nvGrpSpPr>
            <p:grpSpPr>
              <a:xfrm>
                <a:off x="-3031650" y="3408613"/>
                <a:ext cx="323425" cy="237400"/>
                <a:chOff x="-2707800" y="2378775"/>
                <a:chExt cx="323425" cy="237400"/>
              </a:xfrm>
            </p:grpSpPr>
            <p:sp>
              <p:nvSpPr>
                <p:cNvPr id="10335" name="Google Shape;10335;p131"/>
                <p:cNvSpPr/>
                <p:nvPr/>
              </p:nvSpPr>
              <p:spPr>
                <a:xfrm>
                  <a:off x="-2540875" y="2378775"/>
                  <a:ext cx="39725" cy="29125"/>
                </a:xfrm>
                <a:custGeom>
                  <a:rect b="b" l="l" r="r" t="t"/>
                  <a:pathLst>
                    <a:path extrusionOk="0" h="1165" w="1589">
                      <a:moveTo>
                        <a:pt x="287" y="1"/>
                      </a:moveTo>
                      <a:cubicBezTo>
                        <a:pt x="147" y="2"/>
                        <a:pt x="24" y="96"/>
                        <a:pt x="4" y="229"/>
                      </a:cubicBezTo>
                      <a:cubicBezTo>
                        <a:pt x="2" y="240"/>
                        <a:pt x="1" y="252"/>
                        <a:pt x="1" y="263"/>
                      </a:cubicBezTo>
                      <a:lnTo>
                        <a:pt x="1" y="1165"/>
                      </a:lnTo>
                      <a:lnTo>
                        <a:pt x="1588" y="1165"/>
                      </a:lnTo>
                      <a:lnTo>
                        <a:pt x="1588" y="228"/>
                      </a:lnTo>
                      <a:lnTo>
                        <a:pt x="15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131"/>
                <p:cNvSpPr/>
                <p:nvPr/>
              </p:nvSpPr>
              <p:spPr>
                <a:xfrm>
                  <a:off x="-2495450" y="2378800"/>
                  <a:ext cx="39700" cy="29075"/>
                </a:xfrm>
                <a:custGeom>
                  <a:rect b="b" l="l" r="r" t="t"/>
                  <a:pathLst>
                    <a:path extrusionOk="0" h="1163" w="1588">
                      <a:moveTo>
                        <a:pt x="0" y="1"/>
                      </a:moveTo>
                      <a:lnTo>
                        <a:pt x="0" y="228"/>
                      </a:lnTo>
                      <a:lnTo>
                        <a:pt x="0" y="1163"/>
                      </a:lnTo>
                      <a:lnTo>
                        <a:pt x="1587" y="1163"/>
                      </a:lnTo>
                      <a:lnTo>
                        <a:pt x="1587" y="228"/>
                      </a:lnTo>
                      <a:lnTo>
                        <a:pt x="15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131"/>
                <p:cNvSpPr/>
                <p:nvPr/>
              </p:nvSpPr>
              <p:spPr>
                <a:xfrm>
                  <a:off x="-2450775" y="2378775"/>
                  <a:ext cx="39725" cy="29125"/>
                </a:xfrm>
                <a:custGeom>
                  <a:rect b="b" l="l" r="r" t="t"/>
                  <a:pathLst>
                    <a:path extrusionOk="0" h="1165" w="1589">
                      <a:moveTo>
                        <a:pt x="1" y="1"/>
                      </a:moveTo>
                      <a:lnTo>
                        <a:pt x="1" y="229"/>
                      </a:lnTo>
                      <a:lnTo>
                        <a:pt x="1" y="1165"/>
                      </a:lnTo>
                      <a:lnTo>
                        <a:pt x="1589" y="1165"/>
                      </a:lnTo>
                      <a:lnTo>
                        <a:pt x="1589" y="263"/>
                      </a:lnTo>
                      <a:cubicBezTo>
                        <a:pt x="1588" y="251"/>
                        <a:pt x="1588" y="240"/>
                        <a:pt x="1586" y="229"/>
                      </a:cubicBezTo>
                      <a:cubicBezTo>
                        <a:pt x="1568" y="96"/>
                        <a:pt x="1460" y="1"/>
                        <a:pt x="13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131"/>
                <p:cNvSpPr/>
                <p:nvPr/>
              </p:nvSpPr>
              <p:spPr>
                <a:xfrm>
                  <a:off x="-2707800" y="2387075"/>
                  <a:ext cx="323425" cy="229100"/>
                </a:xfrm>
                <a:custGeom>
                  <a:rect b="b" l="l" r="r" t="t"/>
                  <a:pathLst>
                    <a:path extrusionOk="0" h="9164" w="12937">
                      <a:moveTo>
                        <a:pt x="792" y="1"/>
                      </a:moveTo>
                      <a:cubicBezTo>
                        <a:pt x="355" y="1"/>
                        <a:pt x="1" y="356"/>
                        <a:pt x="1" y="791"/>
                      </a:cubicBezTo>
                      <a:lnTo>
                        <a:pt x="1" y="8373"/>
                      </a:lnTo>
                      <a:cubicBezTo>
                        <a:pt x="1" y="8810"/>
                        <a:pt x="356" y="9164"/>
                        <a:pt x="792" y="9164"/>
                      </a:cubicBezTo>
                      <a:lnTo>
                        <a:pt x="12146" y="9164"/>
                      </a:lnTo>
                      <a:cubicBezTo>
                        <a:pt x="12583" y="9164"/>
                        <a:pt x="12936" y="8809"/>
                        <a:pt x="12937" y="8373"/>
                      </a:cubicBezTo>
                      <a:lnTo>
                        <a:pt x="12937" y="791"/>
                      </a:lnTo>
                      <a:cubicBezTo>
                        <a:pt x="12937" y="355"/>
                        <a:pt x="12583" y="1"/>
                        <a:pt x="121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131"/>
                <p:cNvSpPr/>
                <p:nvPr/>
              </p:nvSpPr>
              <p:spPr>
                <a:xfrm>
                  <a:off x="-2645875" y="2538050"/>
                  <a:ext cx="224800" cy="29075"/>
                </a:xfrm>
                <a:custGeom>
                  <a:rect b="b" l="l" r="r" t="t"/>
                  <a:pathLst>
                    <a:path extrusionOk="0" h="1163" w="8992">
                      <a:moveTo>
                        <a:pt x="141" y="0"/>
                      </a:moveTo>
                      <a:cubicBezTo>
                        <a:pt x="64" y="0"/>
                        <a:pt x="1" y="63"/>
                        <a:pt x="1" y="141"/>
                      </a:cubicBezTo>
                      <a:lnTo>
                        <a:pt x="1" y="1022"/>
                      </a:lnTo>
                      <a:cubicBezTo>
                        <a:pt x="1" y="1099"/>
                        <a:pt x="64" y="1162"/>
                        <a:pt x="141" y="1162"/>
                      </a:cubicBezTo>
                      <a:lnTo>
                        <a:pt x="8851" y="1162"/>
                      </a:lnTo>
                      <a:cubicBezTo>
                        <a:pt x="8928" y="1162"/>
                        <a:pt x="8991" y="1099"/>
                        <a:pt x="8991" y="1022"/>
                      </a:cubicBezTo>
                      <a:lnTo>
                        <a:pt x="8991" y="141"/>
                      </a:lnTo>
                      <a:cubicBezTo>
                        <a:pt x="8991" y="63"/>
                        <a:pt x="8928" y="0"/>
                        <a:pt x="8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131"/>
                <p:cNvSpPr/>
                <p:nvPr/>
              </p:nvSpPr>
              <p:spPr>
                <a:xfrm>
                  <a:off x="-2700050" y="2444600"/>
                  <a:ext cx="307650" cy="165175"/>
                </a:xfrm>
                <a:custGeom>
                  <a:rect b="b" l="l" r="r" t="t"/>
                  <a:pathLst>
                    <a:path extrusionOk="0" h="6607" w="12306">
                      <a:moveTo>
                        <a:pt x="1508" y="0"/>
                      </a:moveTo>
                      <a:lnTo>
                        <a:pt x="1" y="604"/>
                      </a:lnTo>
                      <a:lnTo>
                        <a:pt x="1" y="6137"/>
                      </a:lnTo>
                      <a:cubicBezTo>
                        <a:pt x="1" y="6396"/>
                        <a:pt x="210" y="6606"/>
                        <a:pt x="470" y="6606"/>
                      </a:cubicBezTo>
                      <a:lnTo>
                        <a:pt x="11837" y="6606"/>
                      </a:lnTo>
                      <a:cubicBezTo>
                        <a:pt x="12097" y="6606"/>
                        <a:pt x="12306" y="6396"/>
                        <a:pt x="12306" y="6137"/>
                      </a:cubicBezTo>
                      <a:lnTo>
                        <a:pt x="12306" y="604"/>
                      </a:lnTo>
                      <a:lnTo>
                        <a:pt x="11702" y="0"/>
                      </a:lnTo>
                      <a:lnTo>
                        <a:pt x="11702" y="5772"/>
                      </a:lnTo>
                      <a:lnTo>
                        <a:pt x="11704" y="5772"/>
                      </a:lnTo>
                      <a:cubicBezTo>
                        <a:pt x="11704" y="5899"/>
                        <a:pt x="11601" y="6003"/>
                        <a:pt x="11474" y="6003"/>
                      </a:cubicBezTo>
                      <a:lnTo>
                        <a:pt x="1737" y="6003"/>
                      </a:lnTo>
                      <a:cubicBezTo>
                        <a:pt x="1611" y="6003"/>
                        <a:pt x="1508" y="5899"/>
                        <a:pt x="1508" y="5772"/>
                      </a:cubicBezTo>
                      <a:lnTo>
                        <a:pt x="150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131"/>
                <p:cNvSpPr/>
                <p:nvPr/>
              </p:nvSpPr>
              <p:spPr>
                <a:xfrm>
                  <a:off x="-2687925" y="2582975"/>
                  <a:ext cx="4275" cy="32075"/>
                </a:xfrm>
                <a:custGeom>
                  <a:rect b="b" l="l" r="r" t="t"/>
                  <a:pathLst>
                    <a:path extrusionOk="0" h="1283" w="171">
                      <a:moveTo>
                        <a:pt x="1" y="0"/>
                      </a:moveTo>
                      <a:lnTo>
                        <a:pt x="1" y="1283"/>
                      </a:lnTo>
                      <a:lnTo>
                        <a:pt x="171" y="1283"/>
                      </a:lnTo>
                      <a:lnTo>
                        <a:pt x="171" y="81"/>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131"/>
                <p:cNvSpPr/>
                <p:nvPr/>
              </p:nvSpPr>
              <p:spPr>
                <a:xfrm>
                  <a:off x="-2681550" y="2586050"/>
                  <a:ext cx="3575" cy="29000"/>
                </a:xfrm>
                <a:custGeom>
                  <a:rect b="b" l="l" r="r" t="t"/>
                  <a:pathLst>
                    <a:path extrusionOk="0" h="1160" w="143">
                      <a:moveTo>
                        <a:pt x="0" y="1"/>
                      </a:moveTo>
                      <a:lnTo>
                        <a:pt x="0" y="1160"/>
                      </a:lnTo>
                      <a:lnTo>
                        <a:pt x="143" y="1160"/>
                      </a:lnTo>
                      <a:lnTo>
                        <a:pt x="143" y="80"/>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31"/>
                <p:cNvSpPr/>
                <p:nvPr/>
              </p:nvSpPr>
              <p:spPr>
                <a:xfrm>
                  <a:off x="-2675875" y="2589125"/>
                  <a:ext cx="3575" cy="25925"/>
                </a:xfrm>
                <a:custGeom>
                  <a:rect b="b" l="l" r="r" t="t"/>
                  <a:pathLst>
                    <a:path extrusionOk="0" h="1037" w="143">
                      <a:moveTo>
                        <a:pt x="0" y="1"/>
                      </a:moveTo>
                      <a:lnTo>
                        <a:pt x="0" y="1037"/>
                      </a:lnTo>
                      <a:lnTo>
                        <a:pt x="143" y="1037"/>
                      </a:lnTo>
                      <a:lnTo>
                        <a:pt x="143" y="79"/>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131"/>
                <p:cNvSpPr/>
                <p:nvPr/>
              </p:nvSpPr>
              <p:spPr>
                <a:xfrm>
                  <a:off x="-2700000" y="2395100"/>
                  <a:ext cx="307825" cy="72175"/>
                </a:xfrm>
                <a:custGeom>
                  <a:rect b="b" l="l" r="r" t="t"/>
                  <a:pathLst>
                    <a:path extrusionOk="0" h="2887" w="12313">
                      <a:moveTo>
                        <a:pt x="468" y="0"/>
                      </a:moveTo>
                      <a:cubicBezTo>
                        <a:pt x="208" y="0"/>
                        <a:pt x="1" y="229"/>
                        <a:pt x="1" y="489"/>
                      </a:cubicBezTo>
                      <a:lnTo>
                        <a:pt x="1" y="2584"/>
                      </a:lnTo>
                      <a:lnTo>
                        <a:pt x="484" y="2390"/>
                      </a:lnTo>
                      <a:lnTo>
                        <a:pt x="484" y="2560"/>
                      </a:lnTo>
                      <a:lnTo>
                        <a:pt x="654" y="2639"/>
                      </a:lnTo>
                      <a:lnTo>
                        <a:pt x="654" y="2322"/>
                      </a:lnTo>
                      <a:lnTo>
                        <a:pt x="738" y="2288"/>
                      </a:lnTo>
                      <a:lnTo>
                        <a:pt x="738" y="2684"/>
                      </a:lnTo>
                      <a:lnTo>
                        <a:pt x="881" y="2763"/>
                      </a:lnTo>
                      <a:lnTo>
                        <a:pt x="881" y="2231"/>
                      </a:lnTo>
                      <a:lnTo>
                        <a:pt x="965" y="2198"/>
                      </a:lnTo>
                      <a:lnTo>
                        <a:pt x="965" y="2808"/>
                      </a:lnTo>
                      <a:lnTo>
                        <a:pt x="1108" y="2887"/>
                      </a:lnTo>
                      <a:lnTo>
                        <a:pt x="1108" y="2141"/>
                      </a:lnTo>
                      <a:lnTo>
                        <a:pt x="1505" y="1981"/>
                      </a:lnTo>
                      <a:lnTo>
                        <a:pt x="1505" y="1456"/>
                      </a:lnTo>
                      <a:cubicBezTo>
                        <a:pt x="1505" y="1330"/>
                        <a:pt x="1609" y="1222"/>
                        <a:pt x="1735" y="1222"/>
                      </a:cubicBezTo>
                      <a:lnTo>
                        <a:pt x="11472" y="1222"/>
                      </a:lnTo>
                      <a:cubicBezTo>
                        <a:pt x="11599" y="1222"/>
                        <a:pt x="11688" y="1330"/>
                        <a:pt x="11688" y="1456"/>
                      </a:cubicBezTo>
                      <a:lnTo>
                        <a:pt x="11688" y="1981"/>
                      </a:lnTo>
                      <a:lnTo>
                        <a:pt x="12312" y="2585"/>
                      </a:lnTo>
                      <a:lnTo>
                        <a:pt x="12312" y="490"/>
                      </a:lnTo>
                      <a:cubicBezTo>
                        <a:pt x="12312" y="229"/>
                        <a:pt x="12096" y="0"/>
                        <a:pt x="118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131"/>
                <p:cNvSpPr/>
                <p:nvPr/>
              </p:nvSpPr>
              <p:spPr>
                <a:xfrm>
                  <a:off x="-2667425" y="2422755"/>
                  <a:ext cx="265550" cy="169850"/>
                </a:xfrm>
                <a:custGeom>
                  <a:rect b="b" l="l" r="r" t="t"/>
                  <a:pathLst>
                    <a:path extrusionOk="0" h="6794" w="10622">
                      <a:moveTo>
                        <a:pt x="10163" y="337"/>
                      </a:moveTo>
                      <a:cubicBezTo>
                        <a:pt x="10244" y="337"/>
                        <a:pt x="10308" y="406"/>
                        <a:pt x="10308" y="493"/>
                      </a:cubicBezTo>
                      <a:lnTo>
                        <a:pt x="10308" y="6302"/>
                      </a:lnTo>
                      <a:cubicBezTo>
                        <a:pt x="10308" y="6388"/>
                        <a:pt x="10244" y="6457"/>
                        <a:pt x="10163" y="6457"/>
                      </a:cubicBezTo>
                      <a:lnTo>
                        <a:pt x="460" y="6457"/>
                      </a:lnTo>
                      <a:cubicBezTo>
                        <a:pt x="379" y="6457"/>
                        <a:pt x="315" y="6388"/>
                        <a:pt x="315" y="6302"/>
                      </a:cubicBezTo>
                      <a:lnTo>
                        <a:pt x="315" y="493"/>
                      </a:lnTo>
                      <a:cubicBezTo>
                        <a:pt x="315" y="406"/>
                        <a:pt x="379" y="337"/>
                        <a:pt x="460" y="337"/>
                      </a:cubicBezTo>
                      <a:close/>
                      <a:moveTo>
                        <a:pt x="458" y="0"/>
                      </a:moveTo>
                      <a:cubicBezTo>
                        <a:pt x="205" y="0"/>
                        <a:pt x="0" y="220"/>
                        <a:pt x="0" y="493"/>
                      </a:cubicBezTo>
                      <a:lnTo>
                        <a:pt x="0" y="6302"/>
                      </a:lnTo>
                      <a:cubicBezTo>
                        <a:pt x="0" y="6574"/>
                        <a:pt x="205" y="6794"/>
                        <a:pt x="458" y="6794"/>
                      </a:cubicBezTo>
                      <a:lnTo>
                        <a:pt x="10162" y="6794"/>
                      </a:lnTo>
                      <a:cubicBezTo>
                        <a:pt x="10415" y="6794"/>
                        <a:pt x="10622" y="6572"/>
                        <a:pt x="10621" y="6302"/>
                      </a:cubicBezTo>
                      <a:lnTo>
                        <a:pt x="10621" y="493"/>
                      </a:lnTo>
                      <a:cubicBezTo>
                        <a:pt x="10621" y="220"/>
                        <a:pt x="10415" y="0"/>
                        <a:pt x="10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6" name="Google Shape;10346;p131"/>
                <p:cNvGrpSpPr/>
                <p:nvPr/>
              </p:nvGrpSpPr>
              <p:grpSpPr>
                <a:xfrm rot="-30288">
                  <a:off x="-2658134" y="2392530"/>
                  <a:ext cx="249296" cy="188952"/>
                  <a:chOff x="-2273495" y="2002057"/>
                  <a:chExt cx="332782" cy="252263"/>
                </a:xfrm>
              </p:grpSpPr>
              <p:sp>
                <p:nvSpPr>
                  <p:cNvPr id="10347" name="Google Shape;10347;p131"/>
                  <p:cNvSpPr/>
                  <p:nvPr/>
                </p:nvSpPr>
                <p:spPr>
                  <a:xfrm rot="1176986">
                    <a:off x="-2254782" y="2046919"/>
                    <a:ext cx="295356" cy="162539"/>
                  </a:xfrm>
                  <a:custGeom>
                    <a:rect b="b" l="l" r="r" t="t"/>
                    <a:pathLst>
                      <a:path extrusionOk="0" h="6502" w="11815">
                        <a:moveTo>
                          <a:pt x="10085" y="0"/>
                        </a:moveTo>
                        <a:cubicBezTo>
                          <a:pt x="9955" y="0"/>
                          <a:pt x="9824" y="21"/>
                          <a:pt x="9694" y="66"/>
                        </a:cubicBezTo>
                        <a:lnTo>
                          <a:pt x="962" y="3066"/>
                        </a:lnTo>
                        <a:cubicBezTo>
                          <a:pt x="334" y="3281"/>
                          <a:pt x="1" y="3965"/>
                          <a:pt x="217" y="4593"/>
                        </a:cubicBezTo>
                        <a:lnTo>
                          <a:pt x="594" y="5690"/>
                        </a:lnTo>
                        <a:cubicBezTo>
                          <a:pt x="764" y="6188"/>
                          <a:pt x="1230" y="6501"/>
                          <a:pt x="1729" y="6501"/>
                        </a:cubicBezTo>
                        <a:cubicBezTo>
                          <a:pt x="1859" y="6501"/>
                          <a:pt x="1992" y="6480"/>
                          <a:pt x="2121" y="6435"/>
                        </a:cubicBezTo>
                        <a:lnTo>
                          <a:pt x="10853" y="3435"/>
                        </a:lnTo>
                        <a:cubicBezTo>
                          <a:pt x="11482" y="3220"/>
                          <a:pt x="11815" y="2535"/>
                          <a:pt x="11598" y="1908"/>
                        </a:cubicBezTo>
                        <a:lnTo>
                          <a:pt x="11222" y="811"/>
                        </a:lnTo>
                        <a:cubicBezTo>
                          <a:pt x="11051" y="313"/>
                          <a:pt x="10585" y="0"/>
                          <a:pt x="100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31"/>
                  <p:cNvSpPr/>
                  <p:nvPr/>
                </p:nvSpPr>
                <p:spPr>
                  <a:xfrm rot="1176986">
                    <a:off x="-2157279" y="2104752"/>
                    <a:ext cx="66346" cy="46472"/>
                  </a:xfrm>
                  <a:custGeom>
                    <a:rect b="b" l="l" r="r" t="t"/>
                    <a:pathLst>
                      <a:path extrusionOk="0" h="1859" w="2654">
                        <a:moveTo>
                          <a:pt x="1786" y="1"/>
                        </a:moveTo>
                        <a:cubicBezTo>
                          <a:pt x="1704" y="1"/>
                          <a:pt x="1619" y="14"/>
                          <a:pt x="1536" y="43"/>
                        </a:cubicBezTo>
                        <a:lnTo>
                          <a:pt x="617" y="359"/>
                        </a:lnTo>
                        <a:cubicBezTo>
                          <a:pt x="214" y="497"/>
                          <a:pt x="1" y="936"/>
                          <a:pt x="138" y="1338"/>
                        </a:cubicBezTo>
                        <a:cubicBezTo>
                          <a:pt x="248" y="1658"/>
                          <a:pt x="547" y="1858"/>
                          <a:pt x="868" y="1858"/>
                        </a:cubicBezTo>
                        <a:cubicBezTo>
                          <a:pt x="951" y="1858"/>
                          <a:pt x="1035" y="1845"/>
                          <a:pt x="1117" y="1817"/>
                        </a:cubicBezTo>
                        <a:lnTo>
                          <a:pt x="2037" y="1500"/>
                        </a:lnTo>
                        <a:cubicBezTo>
                          <a:pt x="2439" y="1363"/>
                          <a:pt x="2654" y="924"/>
                          <a:pt x="2516" y="522"/>
                        </a:cubicBezTo>
                        <a:cubicBezTo>
                          <a:pt x="2406" y="202"/>
                          <a:pt x="2107" y="1"/>
                          <a:pt x="1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131"/>
                  <p:cNvSpPr/>
                  <p:nvPr/>
                </p:nvSpPr>
                <p:spPr>
                  <a:xfrm rot="1176986">
                    <a:off x="-2079543" y="2109983"/>
                    <a:ext cx="25498" cy="37298"/>
                  </a:xfrm>
                  <a:custGeom>
                    <a:rect b="b" l="l" r="r" t="t"/>
                    <a:pathLst>
                      <a:path extrusionOk="0" h="1492" w="1020">
                        <a:moveTo>
                          <a:pt x="365" y="0"/>
                        </a:moveTo>
                        <a:cubicBezTo>
                          <a:pt x="330" y="0"/>
                          <a:pt x="294" y="6"/>
                          <a:pt x="259" y="18"/>
                        </a:cubicBezTo>
                        <a:cubicBezTo>
                          <a:pt x="91" y="75"/>
                          <a:pt x="0" y="260"/>
                          <a:pt x="58" y="429"/>
                        </a:cubicBezTo>
                        <a:lnTo>
                          <a:pt x="349" y="1273"/>
                        </a:lnTo>
                        <a:cubicBezTo>
                          <a:pt x="395" y="1407"/>
                          <a:pt x="521" y="1491"/>
                          <a:pt x="655" y="1491"/>
                        </a:cubicBezTo>
                        <a:cubicBezTo>
                          <a:pt x="690" y="1491"/>
                          <a:pt x="725" y="1486"/>
                          <a:pt x="760" y="1474"/>
                        </a:cubicBezTo>
                        <a:cubicBezTo>
                          <a:pt x="929" y="1416"/>
                          <a:pt x="1020" y="1231"/>
                          <a:pt x="961" y="1063"/>
                        </a:cubicBezTo>
                        <a:lnTo>
                          <a:pt x="671" y="219"/>
                        </a:lnTo>
                        <a:cubicBezTo>
                          <a:pt x="625" y="84"/>
                          <a:pt x="500"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131"/>
                  <p:cNvSpPr/>
                  <p:nvPr/>
                </p:nvSpPr>
                <p:spPr>
                  <a:xfrm rot="1176986">
                    <a:off x="-2240196" y="2097709"/>
                    <a:ext cx="63896" cy="58221"/>
                  </a:xfrm>
                  <a:custGeom>
                    <a:rect b="b" l="l" r="r" t="t"/>
                    <a:pathLst>
                      <a:path extrusionOk="0" h="2329" w="2556">
                        <a:moveTo>
                          <a:pt x="1278" y="1"/>
                        </a:moveTo>
                        <a:cubicBezTo>
                          <a:pt x="980" y="1"/>
                          <a:pt x="683" y="114"/>
                          <a:pt x="456" y="341"/>
                        </a:cubicBezTo>
                        <a:cubicBezTo>
                          <a:pt x="0" y="796"/>
                          <a:pt x="0" y="1532"/>
                          <a:pt x="456" y="1988"/>
                        </a:cubicBezTo>
                        <a:cubicBezTo>
                          <a:pt x="683" y="2215"/>
                          <a:pt x="980" y="2328"/>
                          <a:pt x="1278" y="2328"/>
                        </a:cubicBezTo>
                        <a:cubicBezTo>
                          <a:pt x="1576" y="2328"/>
                          <a:pt x="1874" y="2215"/>
                          <a:pt x="2101" y="1988"/>
                        </a:cubicBezTo>
                        <a:cubicBezTo>
                          <a:pt x="2556" y="1532"/>
                          <a:pt x="2556"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131"/>
                  <p:cNvSpPr/>
                  <p:nvPr/>
                </p:nvSpPr>
                <p:spPr>
                  <a:xfrm rot="1176986">
                    <a:off x="-2220723" y="2114887"/>
                    <a:ext cx="26098" cy="24223"/>
                  </a:xfrm>
                  <a:custGeom>
                    <a:rect b="b" l="l" r="r" t="t"/>
                    <a:pathLst>
                      <a:path extrusionOk="0" h="969" w="1044">
                        <a:moveTo>
                          <a:pt x="501" y="1"/>
                        </a:moveTo>
                        <a:cubicBezTo>
                          <a:pt x="449" y="1"/>
                          <a:pt x="395" y="10"/>
                          <a:pt x="343" y="29"/>
                        </a:cubicBezTo>
                        <a:cubicBezTo>
                          <a:pt x="221" y="71"/>
                          <a:pt x="123" y="158"/>
                          <a:pt x="67" y="273"/>
                        </a:cubicBezTo>
                        <a:cubicBezTo>
                          <a:pt x="10" y="390"/>
                          <a:pt x="1" y="520"/>
                          <a:pt x="43" y="643"/>
                        </a:cubicBezTo>
                        <a:cubicBezTo>
                          <a:pt x="110" y="837"/>
                          <a:pt x="294" y="969"/>
                          <a:pt x="500" y="969"/>
                        </a:cubicBezTo>
                        <a:cubicBezTo>
                          <a:pt x="553" y="969"/>
                          <a:pt x="605" y="960"/>
                          <a:pt x="657" y="942"/>
                        </a:cubicBezTo>
                        <a:cubicBezTo>
                          <a:pt x="910" y="855"/>
                          <a:pt x="1044" y="579"/>
                          <a:pt x="957" y="327"/>
                        </a:cubicBezTo>
                        <a:cubicBezTo>
                          <a:pt x="890" y="133"/>
                          <a:pt x="708" y="1"/>
                          <a:pt x="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131"/>
                  <p:cNvSpPr/>
                  <p:nvPr/>
                </p:nvSpPr>
                <p:spPr>
                  <a:xfrm rot="1176986">
                    <a:off x="-2038830" y="2100022"/>
                    <a:ext cx="63871" cy="58196"/>
                  </a:xfrm>
                  <a:custGeom>
                    <a:rect b="b" l="l" r="r" t="t"/>
                    <a:pathLst>
                      <a:path extrusionOk="0" h="2328" w="2555">
                        <a:moveTo>
                          <a:pt x="1278" y="1"/>
                        </a:moveTo>
                        <a:cubicBezTo>
                          <a:pt x="980" y="1"/>
                          <a:pt x="682" y="114"/>
                          <a:pt x="455" y="341"/>
                        </a:cubicBezTo>
                        <a:cubicBezTo>
                          <a:pt x="1" y="796"/>
                          <a:pt x="1" y="1533"/>
                          <a:pt x="455" y="1987"/>
                        </a:cubicBezTo>
                        <a:cubicBezTo>
                          <a:pt x="682" y="2214"/>
                          <a:pt x="980" y="2328"/>
                          <a:pt x="1278" y="2328"/>
                        </a:cubicBezTo>
                        <a:cubicBezTo>
                          <a:pt x="1576" y="2328"/>
                          <a:pt x="1874" y="2214"/>
                          <a:pt x="2101" y="1987"/>
                        </a:cubicBezTo>
                        <a:cubicBezTo>
                          <a:pt x="2555" y="1533"/>
                          <a:pt x="2555"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131"/>
                  <p:cNvSpPr/>
                  <p:nvPr/>
                </p:nvSpPr>
                <p:spPr>
                  <a:xfrm rot="1176986">
                    <a:off x="-2020432" y="2117028"/>
                    <a:ext cx="27248" cy="24223"/>
                  </a:xfrm>
                  <a:custGeom>
                    <a:rect b="b" l="l" r="r" t="t"/>
                    <a:pathLst>
                      <a:path extrusionOk="0" h="969" w="1090">
                        <a:moveTo>
                          <a:pt x="544" y="1"/>
                        </a:moveTo>
                        <a:cubicBezTo>
                          <a:pt x="492" y="1"/>
                          <a:pt x="439" y="10"/>
                          <a:pt x="387" y="28"/>
                        </a:cubicBezTo>
                        <a:cubicBezTo>
                          <a:pt x="135" y="114"/>
                          <a:pt x="0" y="391"/>
                          <a:pt x="86" y="642"/>
                        </a:cubicBezTo>
                        <a:cubicBezTo>
                          <a:pt x="153" y="837"/>
                          <a:pt x="337" y="969"/>
                          <a:pt x="543" y="969"/>
                        </a:cubicBezTo>
                        <a:cubicBezTo>
                          <a:pt x="597" y="969"/>
                          <a:pt x="651" y="960"/>
                          <a:pt x="702" y="941"/>
                        </a:cubicBezTo>
                        <a:cubicBezTo>
                          <a:pt x="955" y="854"/>
                          <a:pt x="1089" y="579"/>
                          <a:pt x="1002" y="327"/>
                        </a:cubicBezTo>
                        <a:cubicBezTo>
                          <a:pt x="935" y="132"/>
                          <a:pt x="751" y="1"/>
                          <a:pt x="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354" name="Google Shape;10354;p131"/>
            <p:cNvGrpSpPr/>
            <p:nvPr/>
          </p:nvGrpSpPr>
          <p:grpSpPr>
            <a:xfrm rot="-808174">
              <a:off x="7977374" y="4371454"/>
              <a:ext cx="922714" cy="626057"/>
              <a:chOff x="-3794680" y="4317442"/>
              <a:chExt cx="866989" cy="588248"/>
            </a:xfrm>
          </p:grpSpPr>
          <p:sp>
            <p:nvSpPr>
              <p:cNvPr id="10355" name="Google Shape;10355;p131"/>
              <p:cNvSpPr/>
              <p:nvPr/>
            </p:nvSpPr>
            <p:spPr>
              <a:xfrm>
                <a:off x="-3794375" y="4317442"/>
                <a:ext cx="866684" cy="558918"/>
              </a:xfrm>
              <a:custGeom>
                <a:rect b="b" l="l" r="r" t="t"/>
                <a:pathLst>
                  <a:path extrusionOk="0" h="5499" w="8527">
                    <a:moveTo>
                      <a:pt x="7325" y="858"/>
                    </a:moveTo>
                    <a:cubicBezTo>
                      <a:pt x="7416" y="858"/>
                      <a:pt x="7489" y="932"/>
                      <a:pt x="7489" y="1022"/>
                    </a:cubicBezTo>
                    <a:lnTo>
                      <a:pt x="7489" y="1282"/>
                    </a:lnTo>
                    <a:lnTo>
                      <a:pt x="4440" y="1287"/>
                    </a:lnTo>
                    <a:lnTo>
                      <a:pt x="4440" y="1287"/>
                    </a:lnTo>
                    <a:lnTo>
                      <a:pt x="5199" y="858"/>
                    </a:lnTo>
                    <a:close/>
                    <a:moveTo>
                      <a:pt x="5031" y="858"/>
                    </a:moveTo>
                    <a:lnTo>
                      <a:pt x="4270" y="1287"/>
                    </a:lnTo>
                    <a:lnTo>
                      <a:pt x="4225" y="1287"/>
                    </a:lnTo>
                    <a:lnTo>
                      <a:pt x="3464" y="858"/>
                    </a:lnTo>
                    <a:close/>
                    <a:moveTo>
                      <a:pt x="3296" y="858"/>
                    </a:moveTo>
                    <a:lnTo>
                      <a:pt x="4058" y="1287"/>
                    </a:lnTo>
                    <a:lnTo>
                      <a:pt x="1032" y="1291"/>
                    </a:lnTo>
                    <a:lnTo>
                      <a:pt x="1032" y="1022"/>
                    </a:lnTo>
                    <a:cubicBezTo>
                      <a:pt x="1032" y="932"/>
                      <a:pt x="1106" y="858"/>
                      <a:pt x="1196" y="858"/>
                    </a:cubicBezTo>
                    <a:close/>
                    <a:moveTo>
                      <a:pt x="2091" y="1"/>
                    </a:moveTo>
                    <a:cubicBezTo>
                      <a:pt x="2019" y="1"/>
                      <a:pt x="1962" y="58"/>
                      <a:pt x="1962" y="130"/>
                    </a:cubicBezTo>
                    <a:cubicBezTo>
                      <a:pt x="1962" y="200"/>
                      <a:pt x="2019" y="259"/>
                      <a:pt x="2091" y="259"/>
                    </a:cubicBezTo>
                    <a:cubicBezTo>
                      <a:pt x="2124" y="259"/>
                      <a:pt x="2154" y="245"/>
                      <a:pt x="2176" y="225"/>
                    </a:cubicBezTo>
                    <a:lnTo>
                      <a:pt x="2783" y="566"/>
                    </a:lnTo>
                    <a:lnTo>
                      <a:pt x="1196" y="566"/>
                    </a:lnTo>
                    <a:cubicBezTo>
                      <a:pt x="946" y="566"/>
                      <a:pt x="744" y="771"/>
                      <a:pt x="744" y="1019"/>
                    </a:cubicBezTo>
                    <a:lnTo>
                      <a:pt x="744" y="1289"/>
                    </a:lnTo>
                    <a:lnTo>
                      <a:pt x="447" y="1289"/>
                    </a:lnTo>
                    <a:cubicBezTo>
                      <a:pt x="202" y="1289"/>
                      <a:pt x="1" y="1490"/>
                      <a:pt x="1" y="1735"/>
                    </a:cubicBezTo>
                    <a:lnTo>
                      <a:pt x="2" y="2143"/>
                    </a:lnTo>
                    <a:lnTo>
                      <a:pt x="7" y="4856"/>
                    </a:lnTo>
                    <a:lnTo>
                      <a:pt x="7" y="5050"/>
                    </a:lnTo>
                    <a:cubicBezTo>
                      <a:pt x="8" y="5295"/>
                      <a:pt x="207" y="5496"/>
                      <a:pt x="453" y="5496"/>
                    </a:cubicBezTo>
                    <a:cubicBezTo>
                      <a:pt x="454" y="5496"/>
                      <a:pt x="454" y="5496"/>
                      <a:pt x="455" y="5496"/>
                    </a:cubicBezTo>
                    <a:lnTo>
                      <a:pt x="3144" y="5492"/>
                    </a:lnTo>
                    <a:lnTo>
                      <a:pt x="3144" y="5498"/>
                    </a:lnTo>
                    <a:lnTo>
                      <a:pt x="5382" y="5498"/>
                    </a:lnTo>
                    <a:lnTo>
                      <a:pt x="5382" y="5492"/>
                    </a:lnTo>
                    <a:lnTo>
                      <a:pt x="8079" y="5488"/>
                    </a:lnTo>
                    <a:cubicBezTo>
                      <a:pt x="8325" y="5487"/>
                      <a:pt x="8526" y="5287"/>
                      <a:pt x="8526" y="5040"/>
                    </a:cubicBezTo>
                    <a:lnTo>
                      <a:pt x="8526" y="4857"/>
                    </a:lnTo>
                    <a:lnTo>
                      <a:pt x="8521" y="2144"/>
                    </a:lnTo>
                    <a:lnTo>
                      <a:pt x="8519" y="1725"/>
                    </a:lnTo>
                    <a:cubicBezTo>
                      <a:pt x="8518" y="1480"/>
                      <a:pt x="8318" y="1280"/>
                      <a:pt x="8072" y="1280"/>
                    </a:cubicBezTo>
                    <a:lnTo>
                      <a:pt x="7776" y="1280"/>
                    </a:lnTo>
                    <a:lnTo>
                      <a:pt x="7776" y="1019"/>
                    </a:lnTo>
                    <a:cubicBezTo>
                      <a:pt x="7776" y="770"/>
                      <a:pt x="7573" y="566"/>
                      <a:pt x="7324" y="566"/>
                    </a:cubicBezTo>
                    <a:lnTo>
                      <a:pt x="5712" y="566"/>
                    </a:lnTo>
                    <a:lnTo>
                      <a:pt x="6319" y="225"/>
                    </a:lnTo>
                    <a:cubicBezTo>
                      <a:pt x="6341" y="245"/>
                      <a:pt x="6371" y="259"/>
                      <a:pt x="6405" y="259"/>
                    </a:cubicBezTo>
                    <a:cubicBezTo>
                      <a:pt x="6476" y="259"/>
                      <a:pt x="6534" y="200"/>
                      <a:pt x="6534" y="130"/>
                    </a:cubicBezTo>
                    <a:cubicBezTo>
                      <a:pt x="6534" y="58"/>
                      <a:pt x="6476" y="1"/>
                      <a:pt x="6405" y="1"/>
                    </a:cubicBezTo>
                    <a:cubicBezTo>
                      <a:pt x="6334" y="1"/>
                      <a:pt x="6276" y="58"/>
                      <a:pt x="6276" y="130"/>
                    </a:cubicBezTo>
                    <a:cubicBezTo>
                      <a:pt x="6276" y="137"/>
                      <a:pt x="6277" y="146"/>
                      <a:pt x="6279" y="153"/>
                    </a:cubicBezTo>
                    <a:lnTo>
                      <a:pt x="5545" y="566"/>
                    </a:lnTo>
                    <a:lnTo>
                      <a:pt x="2950" y="566"/>
                    </a:lnTo>
                    <a:lnTo>
                      <a:pt x="2217" y="153"/>
                    </a:lnTo>
                    <a:cubicBezTo>
                      <a:pt x="2218" y="146"/>
                      <a:pt x="2220" y="138"/>
                      <a:pt x="2220" y="130"/>
                    </a:cubicBezTo>
                    <a:cubicBezTo>
                      <a:pt x="2220" y="58"/>
                      <a:pt x="2161" y="1"/>
                      <a:pt x="2091"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131"/>
              <p:cNvSpPr/>
              <p:nvPr/>
            </p:nvSpPr>
            <p:spPr>
              <a:xfrm>
                <a:off x="-3794680" y="4447695"/>
                <a:ext cx="866989" cy="428718"/>
              </a:xfrm>
              <a:custGeom>
                <a:rect b="b" l="l" r="r" t="t"/>
                <a:pathLst>
                  <a:path extrusionOk="0" h="4218" w="8530">
                    <a:moveTo>
                      <a:pt x="8075" y="0"/>
                    </a:moveTo>
                    <a:lnTo>
                      <a:pt x="448" y="11"/>
                    </a:lnTo>
                    <a:cubicBezTo>
                      <a:pt x="201" y="11"/>
                      <a:pt x="1" y="212"/>
                      <a:pt x="1" y="457"/>
                    </a:cubicBezTo>
                    <a:lnTo>
                      <a:pt x="2" y="864"/>
                    </a:lnTo>
                    <a:lnTo>
                      <a:pt x="7" y="3577"/>
                    </a:lnTo>
                    <a:lnTo>
                      <a:pt x="7" y="3772"/>
                    </a:lnTo>
                    <a:cubicBezTo>
                      <a:pt x="9" y="4017"/>
                      <a:pt x="210" y="4217"/>
                      <a:pt x="455" y="4217"/>
                    </a:cubicBezTo>
                    <a:lnTo>
                      <a:pt x="8082" y="4208"/>
                    </a:lnTo>
                    <a:cubicBezTo>
                      <a:pt x="8329" y="4207"/>
                      <a:pt x="8529" y="4006"/>
                      <a:pt x="8529" y="3761"/>
                    </a:cubicBezTo>
                    <a:lnTo>
                      <a:pt x="8529" y="3577"/>
                    </a:lnTo>
                    <a:lnTo>
                      <a:pt x="8524" y="864"/>
                    </a:lnTo>
                    <a:lnTo>
                      <a:pt x="8523" y="445"/>
                    </a:lnTo>
                    <a:cubicBezTo>
                      <a:pt x="8521" y="200"/>
                      <a:pt x="8320" y="0"/>
                      <a:pt x="8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131"/>
              <p:cNvSpPr/>
              <p:nvPr/>
            </p:nvSpPr>
            <p:spPr>
              <a:xfrm>
                <a:off x="-3594959" y="4317696"/>
                <a:ext cx="464800" cy="141788"/>
              </a:xfrm>
              <a:custGeom>
                <a:rect b="b" l="l" r="r" t="t"/>
                <a:pathLst>
                  <a:path extrusionOk="0" h="1395" w="4573">
                    <a:moveTo>
                      <a:pt x="130" y="1"/>
                    </a:moveTo>
                    <a:cubicBezTo>
                      <a:pt x="59" y="1"/>
                      <a:pt x="1" y="59"/>
                      <a:pt x="1" y="130"/>
                    </a:cubicBezTo>
                    <a:cubicBezTo>
                      <a:pt x="1" y="201"/>
                      <a:pt x="59" y="259"/>
                      <a:pt x="130" y="259"/>
                    </a:cubicBezTo>
                    <a:cubicBezTo>
                      <a:pt x="163" y="259"/>
                      <a:pt x="193" y="246"/>
                      <a:pt x="216" y="225"/>
                    </a:cubicBezTo>
                    <a:lnTo>
                      <a:pt x="2286" y="1394"/>
                    </a:lnTo>
                    <a:lnTo>
                      <a:pt x="4357" y="227"/>
                    </a:lnTo>
                    <a:cubicBezTo>
                      <a:pt x="4381" y="247"/>
                      <a:pt x="4409" y="260"/>
                      <a:pt x="4443" y="260"/>
                    </a:cubicBezTo>
                    <a:cubicBezTo>
                      <a:pt x="4515" y="260"/>
                      <a:pt x="4572" y="202"/>
                      <a:pt x="4572" y="131"/>
                    </a:cubicBezTo>
                    <a:cubicBezTo>
                      <a:pt x="4572" y="61"/>
                      <a:pt x="4516" y="1"/>
                      <a:pt x="4443" y="1"/>
                    </a:cubicBezTo>
                    <a:cubicBezTo>
                      <a:pt x="4372" y="1"/>
                      <a:pt x="4314" y="59"/>
                      <a:pt x="4314" y="130"/>
                    </a:cubicBezTo>
                    <a:cubicBezTo>
                      <a:pt x="4314" y="138"/>
                      <a:pt x="4315" y="146"/>
                      <a:pt x="4317" y="155"/>
                    </a:cubicBezTo>
                    <a:lnTo>
                      <a:pt x="2287" y="1298"/>
                    </a:lnTo>
                    <a:lnTo>
                      <a:pt x="256" y="155"/>
                    </a:lnTo>
                    <a:cubicBezTo>
                      <a:pt x="258" y="146"/>
                      <a:pt x="259" y="139"/>
                      <a:pt x="259" y="130"/>
                    </a:cubicBezTo>
                    <a:cubicBezTo>
                      <a:pt x="259" y="59"/>
                      <a:pt x="201" y="1"/>
                      <a:pt x="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131"/>
              <p:cNvSpPr/>
              <p:nvPr/>
            </p:nvSpPr>
            <p:spPr>
              <a:xfrm>
                <a:off x="-3718857" y="4375428"/>
                <a:ext cx="715037" cy="76637"/>
              </a:xfrm>
              <a:custGeom>
                <a:rect b="b" l="l" r="r" t="t"/>
                <a:pathLst>
                  <a:path extrusionOk="0" h="754" w="7035">
                    <a:moveTo>
                      <a:pt x="453" y="0"/>
                    </a:moveTo>
                    <a:cubicBezTo>
                      <a:pt x="204" y="0"/>
                      <a:pt x="1" y="203"/>
                      <a:pt x="1" y="453"/>
                    </a:cubicBezTo>
                    <a:lnTo>
                      <a:pt x="1" y="754"/>
                    </a:lnTo>
                    <a:lnTo>
                      <a:pt x="289" y="754"/>
                    </a:lnTo>
                    <a:lnTo>
                      <a:pt x="289" y="453"/>
                    </a:lnTo>
                    <a:cubicBezTo>
                      <a:pt x="289" y="363"/>
                      <a:pt x="363" y="289"/>
                      <a:pt x="453" y="289"/>
                    </a:cubicBezTo>
                    <a:lnTo>
                      <a:pt x="6582" y="289"/>
                    </a:lnTo>
                    <a:cubicBezTo>
                      <a:pt x="6673" y="289"/>
                      <a:pt x="6746" y="363"/>
                      <a:pt x="6746" y="453"/>
                    </a:cubicBezTo>
                    <a:lnTo>
                      <a:pt x="6746" y="754"/>
                    </a:lnTo>
                    <a:lnTo>
                      <a:pt x="7035" y="754"/>
                    </a:lnTo>
                    <a:lnTo>
                      <a:pt x="7035" y="453"/>
                    </a:lnTo>
                    <a:cubicBezTo>
                      <a:pt x="7035" y="203"/>
                      <a:pt x="6833" y="0"/>
                      <a:pt x="65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131"/>
              <p:cNvSpPr/>
              <p:nvPr/>
            </p:nvSpPr>
            <p:spPr>
              <a:xfrm>
                <a:off x="-3530000" y="4363021"/>
                <a:ext cx="338351" cy="54275"/>
              </a:xfrm>
              <a:custGeom>
                <a:rect b="b" l="l" r="r" t="t"/>
                <a:pathLst>
                  <a:path extrusionOk="0" h="290" w="3329">
                    <a:moveTo>
                      <a:pt x="1" y="0"/>
                    </a:moveTo>
                    <a:lnTo>
                      <a:pt x="1" y="289"/>
                    </a:lnTo>
                    <a:lnTo>
                      <a:pt x="3329" y="289"/>
                    </a:lnTo>
                    <a:lnTo>
                      <a:pt x="33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131"/>
              <p:cNvSpPr/>
              <p:nvPr/>
            </p:nvSpPr>
            <p:spPr>
              <a:xfrm>
                <a:off x="-3794579" y="4447797"/>
                <a:ext cx="866379" cy="88020"/>
              </a:xfrm>
              <a:custGeom>
                <a:rect b="b" l="l" r="r" t="t"/>
                <a:pathLst>
                  <a:path extrusionOk="0" h="866" w="8524">
                    <a:moveTo>
                      <a:pt x="8075" y="0"/>
                    </a:moveTo>
                    <a:lnTo>
                      <a:pt x="448" y="11"/>
                    </a:lnTo>
                    <a:cubicBezTo>
                      <a:pt x="201" y="11"/>
                      <a:pt x="1" y="212"/>
                      <a:pt x="1" y="457"/>
                    </a:cubicBezTo>
                    <a:lnTo>
                      <a:pt x="2" y="865"/>
                    </a:lnTo>
                    <a:lnTo>
                      <a:pt x="8523" y="865"/>
                    </a:lnTo>
                    <a:lnTo>
                      <a:pt x="8523" y="445"/>
                    </a:lnTo>
                    <a:cubicBezTo>
                      <a:pt x="8521" y="201"/>
                      <a:pt x="8320" y="0"/>
                      <a:pt x="8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31"/>
              <p:cNvSpPr/>
              <p:nvPr/>
            </p:nvSpPr>
            <p:spPr>
              <a:xfrm>
                <a:off x="-3679930" y="4464669"/>
                <a:ext cx="638198" cy="54276"/>
              </a:xfrm>
              <a:custGeom>
                <a:rect b="b" l="l" r="r" t="t"/>
                <a:pathLst>
                  <a:path extrusionOk="0" h="534" w="6279">
                    <a:moveTo>
                      <a:pt x="6278" y="1"/>
                    </a:moveTo>
                    <a:lnTo>
                      <a:pt x="1" y="9"/>
                    </a:lnTo>
                    <a:lnTo>
                      <a:pt x="1" y="533"/>
                    </a:lnTo>
                    <a:lnTo>
                      <a:pt x="6278" y="533"/>
                    </a:lnTo>
                    <a:lnTo>
                      <a:pt x="62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131"/>
              <p:cNvSpPr/>
              <p:nvPr/>
            </p:nvSpPr>
            <p:spPr>
              <a:xfrm>
                <a:off x="-3490068" y="4488555"/>
                <a:ext cx="430445" cy="6403"/>
              </a:xfrm>
              <a:custGeom>
                <a:rect b="b" l="l" r="r" t="t"/>
                <a:pathLst>
                  <a:path extrusionOk="0" h="63" w="4235">
                    <a:moveTo>
                      <a:pt x="32" y="1"/>
                    </a:moveTo>
                    <a:cubicBezTo>
                      <a:pt x="15" y="1"/>
                      <a:pt x="1" y="15"/>
                      <a:pt x="1" y="32"/>
                    </a:cubicBezTo>
                    <a:cubicBezTo>
                      <a:pt x="1" y="48"/>
                      <a:pt x="15" y="63"/>
                      <a:pt x="32" y="63"/>
                    </a:cubicBezTo>
                    <a:lnTo>
                      <a:pt x="4204" y="63"/>
                    </a:lnTo>
                    <a:cubicBezTo>
                      <a:pt x="4222" y="63"/>
                      <a:pt x="4235" y="48"/>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131"/>
              <p:cNvSpPr/>
              <p:nvPr/>
            </p:nvSpPr>
            <p:spPr>
              <a:xfrm>
                <a:off x="-3490068" y="4475545"/>
                <a:ext cx="430649" cy="6403"/>
              </a:xfrm>
              <a:custGeom>
                <a:rect b="b" l="l" r="r" t="t"/>
                <a:pathLst>
                  <a:path extrusionOk="0" h="63" w="4237">
                    <a:moveTo>
                      <a:pt x="32" y="1"/>
                    </a:moveTo>
                    <a:cubicBezTo>
                      <a:pt x="15" y="1"/>
                      <a:pt x="1" y="15"/>
                      <a:pt x="1" y="32"/>
                    </a:cubicBezTo>
                    <a:cubicBezTo>
                      <a:pt x="1" y="48"/>
                      <a:pt x="15" y="63"/>
                      <a:pt x="32" y="63"/>
                    </a:cubicBezTo>
                    <a:lnTo>
                      <a:pt x="4204" y="63"/>
                    </a:lnTo>
                    <a:cubicBezTo>
                      <a:pt x="4222" y="63"/>
                      <a:pt x="4236" y="51"/>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131"/>
              <p:cNvSpPr/>
              <p:nvPr/>
            </p:nvSpPr>
            <p:spPr>
              <a:xfrm>
                <a:off x="-3490068" y="4501565"/>
                <a:ext cx="430649" cy="6403"/>
              </a:xfrm>
              <a:custGeom>
                <a:rect b="b" l="l" r="r" t="t"/>
                <a:pathLst>
                  <a:path extrusionOk="0" h="63" w="4237">
                    <a:moveTo>
                      <a:pt x="32" y="1"/>
                    </a:moveTo>
                    <a:cubicBezTo>
                      <a:pt x="15" y="1"/>
                      <a:pt x="1" y="14"/>
                      <a:pt x="1" y="32"/>
                    </a:cubicBezTo>
                    <a:cubicBezTo>
                      <a:pt x="1" y="48"/>
                      <a:pt x="15" y="63"/>
                      <a:pt x="32" y="63"/>
                    </a:cubicBezTo>
                    <a:lnTo>
                      <a:pt x="4204" y="63"/>
                    </a:lnTo>
                    <a:cubicBezTo>
                      <a:pt x="4222" y="63"/>
                      <a:pt x="4236" y="48"/>
                      <a:pt x="4235" y="32"/>
                    </a:cubicBezTo>
                    <a:cubicBezTo>
                      <a:pt x="4235" y="14"/>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131"/>
              <p:cNvSpPr/>
              <p:nvPr/>
            </p:nvSpPr>
            <p:spPr>
              <a:xfrm>
                <a:off x="-3136466" y="4472800"/>
                <a:ext cx="6403" cy="46246"/>
              </a:xfrm>
              <a:custGeom>
                <a:rect b="b" l="l" r="r" t="t"/>
                <a:pathLst>
                  <a:path extrusionOk="0" h="455" w="63">
                    <a:moveTo>
                      <a:pt x="1" y="0"/>
                    </a:moveTo>
                    <a:lnTo>
                      <a:pt x="1" y="454"/>
                    </a:lnTo>
                    <a:lnTo>
                      <a:pt x="62" y="454"/>
                    </a:lnTo>
                    <a:lnTo>
                      <a:pt x="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131"/>
              <p:cNvSpPr/>
              <p:nvPr/>
            </p:nvSpPr>
            <p:spPr>
              <a:xfrm>
                <a:off x="-3656045" y="4473105"/>
                <a:ext cx="37302" cy="37302"/>
              </a:xfrm>
              <a:custGeom>
                <a:rect b="b" l="l" r="r" t="t"/>
                <a:pathLst>
                  <a:path extrusionOk="0" h="367" w="367">
                    <a:moveTo>
                      <a:pt x="184" y="0"/>
                    </a:moveTo>
                    <a:cubicBezTo>
                      <a:pt x="83" y="0"/>
                      <a:pt x="0" y="83"/>
                      <a:pt x="0" y="184"/>
                    </a:cubicBezTo>
                    <a:cubicBezTo>
                      <a:pt x="0" y="285"/>
                      <a:pt x="83"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131"/>
              <p:cNvSpPr/>
              <p:nvPr/>
            </p:nvSpPr>
            <p:spPr>
              <a:xfrm>
                <a:off x="-3637445" y="4473105"/>
                <a:ext cx="18702" cy="18702"/>
              </a:xfrm>
              <a:custGeom>
                <a:rect b="b" l="l" r="r" t="t"/>
                <a:pathLst>
                  <a:path extrusionOk="0" h="184" w="184">
                    <a:moveTo>
                      <a:pt x="1" y="0"/>
                    </a:moveTo>
                    <a:lnTo>
                      <a:pt x="1" y="184"/>
                    </a:lnTo>
                    <a:lnTo>
                      <a:pt x="183" y="184"/>
                    </a:lnTo>
                    <a:cubicBezTo>
                      <a:pt x="183" y="83"/>
                      <a:pt x="10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131"/>
              <p:cNvSpPr/>
              <p:nvPr/>
            </p:nvSpPr>
            <p:spPr>
              <a:xfrm>
                <a:off x="-3600550" y="4473105"/>
                <a:ext cx="37302" cy="37302"/>
              </a:xfrm>
              <a:custGeom>
                <a:rect b="b" l="l" r="r" t="t"/>
                <a:pathLst>
                  <a:path extrusionOk="0" h="367" w="367">
                    <a:moveTo>
                      <a:pt x="183" y="0"/>
                    </a:moveTo>
                    <a:cubicBezTo>
                      <a:pt x="82" y="0"/>
                      <a:pt x="0" y="83"/>
                      <a:pt x="0" y="184"/>
                    </a:cubicBezTo>
                    <a:cubicBezTo>
                      <a:pt x="0" y="285"/>
                      <a:pt x="82" y="367"/>
                      <a:pt x="183" y="367"/>
                    </a:cubicBezTo>
                    <a:cubicBezTo>
                      <a:pt x="285" y="367"/>
                      <a:pt x="366" y="285"/>
                      <a:pt x="366" y="184"/>
                    </a:cubicBezTo>
                    <a:cubicBezTo>
                      <a:pt x="366" y="83"/>
                      <a:pt x="285"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131"/>
              <p:cNvSpPr/>
              <p:nvPr/>
            </p:nvSpPr>
            <p:spPr>
              <a:xfrm>
                <a:off x="-3595163" y="4473207"/>
                <a:ext cx="26325" cy="18600"/>
              </a:xfrm>
              <a:custGeom>
                <a:rect b="b" l="l" r="r" t="t"/>
                <a:pathLst>
                  <a:path extrusionOk="0" h="183" w="259">
                    <a:moveTo>
                      <a:pt x="130" y="0"/>
                    </a:moveTo>
                    <a:cubicBezTo>
                      <a:pt x="83" y="0"/>
                      <a:pt x="36" y="18"/>
                      <a:pt x="1" y="54"/>
                    </a:cubicBezTo>
                    <a:lnTo>
                      <a:pt x="130" y="183"/>
                    </a:lnTo>
                    <a:lnTo>
                      <a:pt x="259" y="54"/>
                    </a:lnTo>
                    <a:cubicBezTo>
                      <a:pt x="223" y="18"/>
                      <a:pt x="176" y="0"/>
                      <a:pt x="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131"/>
              <p:cNvSpPr/>
              <p:nvPr/>
            </p:nvSpPr>
            <p:spPr>
              <a:xfrm>
                <a:off x="-3545258" y="4473105"/>
                <a:ext cx="37302" cy="37302"/>
              </a:xfrm>
              <a:custGeom>
                <a:rect b="b" l="l" r="r" t="t"/>
                <a:pathLst>
                  <a:path extrusionOk="0" h="367" w="367">
                    <a:moveTo>
                      <a:pt x="184" y="0"/>
                    </a:moveTo>
                    <a:cubicBezTo>
                      <a:pt x="82" y="0"/>
                      <a:pt x="1" y="83"/>
                      <a:pt x="1" y="184"/>
                    </a:cubicBezTo>
                    <a:cubicBezTo>
                      <a:pt x="1" y="285"/>
                      <a:pt x="82"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131"/>
              <p:cNvSpPr/>
              <p:nvPr/>
            </p:nvSpPr>
            <p:spPr>
              <a:xfrm>
                <a:off x="-3545360" y="4491706"/>
                <a:ext cx="18803" cy="18702"/>
              </a:xfrm>
              <a:custGeom>
                <a:rect b="b" l="l" r="r" t="t"/>
                <a:pathLst>
                  <a:path extrusionOk="0" h="184" w="185">
                    <a:moveTo>
                      <a:pt x="1" y="1"/>
                    </a:moveTo>
                    <a:cubicBezTo>
                      <a:pt x="1" y="103"/>
                      <a:pt x="84" y="184"/>
                      <a:pt x="185" y="184"/>
                    </a:cubicBezTo>
                    <a:lnTo>
                      <a:pt x="1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131"/>
              <p:cNvSpPr/>
              <p:nvPr/>
            </p:nvSpPr>
            <p:spPr>
              <a:xfrm>
                <a:off x="-3474924" y="4596193"/>
                <a:ext cx="227674" cy="280323"/>
              </a:xfrm>
              <a:custGeom>
                <a:rect b="b" l="l" r="r" t="t"/>
                <a:pathLst>
                  <a:path extrusionOk="0" h="2758" w="2240">
                    <a:moveTo>
                      <a:pt x="284" y="1"/>
                    </a:moveTo>
                    <a:cubicBezTo>
                      <a:pt x="126" y="1"/>
                      <a:pt x="0" y="129"/>
                      <a:pt x="0" y="285"/>
                    </a:cubicBezTo>
                    <a:lnTo>
                      <a:pt x="0" y="2757"/>
                    </a:lnTo>
                    <a:lnTo>
                      <a:pt x="2240" y="2757"/>
                    </a:lnTo>
                    <a:lnTo>
                      <a:pt x="2240" y="285"/>
                    </a:lnTo>
                    <a:cubicBezTo>
                      <a:pt x="2240" y="128"/>
                      <a:pt x="2112" y="1"/>
                      <a:pt x="19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131"/>
              <p:cNvSpPr/>
              <p:nvPr/>
            </p:nvSpPr>
            <p:spPr>
              <a:xfrm>
                <a:off x="-3458153" y="4612963"/>
                <a:ext cx="194132" cy="263553"/>
              </a:xfrm>
              <a:custGeom>
                <a:rect b="b" l="l" r="r" t="t"/>
                <a:pathLst>
                  <a:path extrusionOk="0" h="2593" w="1910">
                    <a:moveTo>
                      <a:pt x="0" y="1"/>
                    </a:moveTo>
                    <a:lnTo>
                      <a:pt x="0" y="2592"/>
                    </a:lnTo>
                    <a:lnTo>
                      <a:pt x="1910" y="2592"/>
                    </a:lnTo>
                    <a:lnTo>
                      <a:pt x="19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131"/>
              <p:cNvSpPr/>
              <p:nvPr/>
            </p:nvSpPr>
            <p:spPr>
              <a:xfrm>
                <a:off x="-3441789" y="4631259"/>
                <a:ext cx="161303" cy="93407"/>
              </a:xfrm>
              <a:custGeom>
                <a:rect b="b" l="l" r="r" t="t"/>
                <a:pathLst>
                  <a:path extrusionOk="0" h="919" w="1587">
                    <a:moveTo>
                      <a:pt x="0" y="0"/>
                    </a:moveTo>
                    <a:lnTo>
                      <a:pt x="0" y="919"/>
                    </a:lnTo>
                    <a:lnTo>
                      <a:pt x="1587" y="919"/>
                    </a:lnTo>
                    <a:lnTo>
                      <a:pt x="15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131"/>
              <p:cNvSpPr/>
              <p:nvPr/>
            </p:nvSpPr>
            <p:spPr>
              <a:xfrm>
                <a:off x="-3793969" y="4811265"/>
                <a:ext cx="866278" cy="65151"/>
              </a:xfrm>
              <a:custGeom>
                <a:rect b="b" l="l" r="r" t="t"/>
                <a:pathLst>
                  <a:path extrusionOk="0" h="641" w="8523">
                    <a:moveTo>
                      <a:pt x="0" y="0"/>
                    </a:moveTo>
                    <a:lnTo>
                      <a:pt x="0" y="195"/>
                    </a:lnTo>
                    <a:cubicBezTo>
                      <a:pt x="2" y="440"/>
                      <a:pt x="203" y="640"/>
                      <a:pt x="448" y="640"/>
                    </a:cubicBezTo>
                    <a:lnTo>
                      <a:pt x="8075" y="631"/>
                    </a:lnTo>
                    <a:cubicBezTo>
                      <a:pt x="8322" y="630"/>
                      <a:pt x="8522" y="429"/>
                      <a:pt x="8522" y="184"/>
                    </a:cubicBezTo>
                    <a:lnTo>
                      <a:pt x="85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131"/>
              <p:cNvSpPr/>
              <p:nvPr/>
            </p:nvSpPr>
            <p:spPr>
              <a:xfrm>
                <a:off x="-3773336" y="4511932"/>
                <a:ext cx="47466" cy="47568"/>
              </a:xfrm>
              <a:custGeom>
                <a:rect b="b" l="l" r="r" t="t"/>
                <a:pathLst>
                  <a:path extrusionOk="0" h="468" w="467">
                    <a:moveTo>
                      <a:pt x="234" y="0"/>
                    </a:moveTo>
                    <a:cubicBezTo>
                      <a:pt x="105" y="0"/>
                      <a:pt x="0" y="105"/>
                      <a:pt x="0" y="234"/>
                    </a:cubicBezTo>
                    <a:cubicBezTo>
                      <a:pt x="0" y="362"/>
                      <a:pt x="105" y="468"/>
                      <a:pt x="234" y="468"/>
                    </a:cubicBezTo>
                    <a:cubicBezTo>
                      <a:pt x="363" y="468"/>
                      <a:pt x="467" y="362"/>
                      <a:pt x="467" y="234"/>
                    </a:cubicBezTo>
                    <a:cubicBezTo>
                      <a:pt x="467"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131"/>
              <p:cNvSpPr/>
              <p:nvPr/>
            </p:nvSpPr>
            <p:spPr>
              <a:xfrm>
                <a:off x="-3766425" y="4518945"/>
                <a:ext cx="33643" cy="33643"/>
              </a:xfrm>
              <a:custGeom>
                <a:rect b="b" l="l" r="r" t="t"/>
                <a:pathLst>
                  <a:path extrusionOk="0" h="331" w="331">
                    <a:moveTo>
                      <a:pt x="166" y="0"/>
                    </a:moveTo>
                    <a:cubicBezTo>
                      <a:pt x="74" y="0"/>
                      <a:pt x="0" y="73"/>
                      <a:pt x="0" y="165"/>
                    </a:cubicBezTo>
                    <a:cubicBezTo>
                      <a:pt x="0" y="256"/>
                      <a:pt x="74" y="330"/>
                      <a:pt x="166" y="330"/>
                    </a:cubicBezTo>
                    <a:cubicBezTo>
                      <a:pt x="256" y="330"/>
                      <a:pt x="331" y="256"/>
                      <a:pt x="331" y="165"/>
                    </a:cubicBezTo>
                    <a:cubicBezTo>
                      <a:pt x="331" y="73"/>
                      <a:pt x="256"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131"/>
              <p:cNvSpPr/>
              <p:nvPr/>
            </p:nvSpPr>
            <p:spPr>
              <a:xfrm>
                <a:off x="-3770084"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131"/>
              <p:cNvSpPr/>
              <p:nvPr/>
            </p:nvSpPr>
            <p:spPr>
              <a:xfrm>
                <a:off x="-3759513"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2" y="2194"/>
                      <a:pt x="2194" y="1703"/>
                      <a:pt x="2194" y="1098"/>
                    </a:cubicBezTo>
                    <a:cubicBezTo>
                      <a:pt x="2194" y="492"/>
                      <a:pt x="1702"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131"/>
              <p:cNvSpPr/>
              <p:nvPr/>
            </p:nvSpPr>
            <p:spPr>
              <a:xfrm>
                <a:off x="-3689890" y="4635629"/>
                <a:ext cx="83751" cy="83853"/>
              </a:xfrm>
              <a:custGeom>
                <a:rect b="b" l="l" r="r" t="t"/>
                <a:pathLst>
                  <a:path extrusionOk="0" h="825" w="824">
                    <a:moveTo>
                      <a:pt x="413" y="1"/>
                    </a:moveTo>
                    <a:cubicBezTo>
                      <a:pt x="184" y="1"/>
                      <a:pt x="1" y="186"/>
                      <a:pt x="1" y="413"/>
                    </a:cubicBezTo>
                    <a:cubicBezTo>
                      <a:pt x="1" y="640"/>
                      <a:pt x="184"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131"/>
              <p:cNvSpPr/>
              <p:nvPr/>
            </p:nvSpPr>
            <p:spPr>
              <a:xfrm>
                <a:off x="-2996407" y="4511932"/>
                <a:ext cx="47568" cy="47568"/>
              </a:xfrm>
              <a:custGeom>
                <a:rect b="b" l="l" r="r" t="t"/>
                <a:pathLst>
                  <a:path extrusionOk="0" h="468" w="468">
                    <a:moveTo>
                      <a:pt x="234" y="0"/>
                    </a:moveTo>
                    <a:cubicBezTo>
                      <a:pt x="105" y="0"/>
                      <a:pt x="0" y="105"/>
                      <a:pt x="0" y="234"/>
                    </a:cubicBezTo>
                    <a:cubicBezTo>
                      <a:pt x="0" y="362"/>
                      <a:pt x="105" y="468"/>
                      <a:pt x="234" y="468"/>
                    </a:cubicBezTo>
                    <a:cubicBezTo>
                      <a:pt x="363" y="468"/>
                      <a:pt x="468" y="362"/>
                      <a:pt x="468" y="234"/>
                    </a:cubicBezTo>
                    <a:cubicBezTo>
                      <a:pt x="468"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131"/>
              <p:cNvSpPr/>
              <p:nvPr/>
            </p:nvSpPr>
            <p:spPr>
              <a:xfrm>
                <a:off x="-2989496" y="4518945"/>
                <a:ext cx="33643" cy="33643"/>
              </a:xfrm>
              <a:custGeom>
                <a:rect b="b" l="l" r="r" t="t"/>
                <a:pathLst>
                  <a:path extrusionOk="0" h="331" w="331">
                    <a:moveTo>
                      <a:pt x="166" y="0"/>
                    </a:moveTo>
                    <a:cubicBezTo>
                      <a:pt x="75" y="0"/>
                      <a:pt x="0" y="73"/>
                      <a:pt x="0" y="165"/>
                    </a:cubicBezTo>
                    <a:cubicBezTo>
                      <a:pt x="0" y="256"/>
                      <a:pt x="75" y="330"/>
                      <a:pt x="166" y="330"/>
                    </a:cubicBezTo>
                    <a:cubicBezTo>
                      <a:pt x="257" y="330"/>
                      <a:pt x="331" y="256"/>
                      <a:pt x="331" y="165"/>
                    </a:cubicBezTo>
                    <a:cubicBezTo>
                      <a:pt x="331" y="73"/>
                      <a:pt x="257"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131"/>
              <p:cNvSpPr/>
              <p:nvPr/>
            </p:nvSpPr>
            <p:spPr>
              <a:xfrm>
                <a:off x="-3196229"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131"/>
              <p:cNvSpPr/>
              <p:nvPr/>
            </p:nvSpPr>
            <p:spPr>
              <a:xfrm>
                <a:off x="-3185659"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3" y="2194"/>
                      <a:pt x="2194" y="1703"/>
                      <a:pt x="2194" y="1098"/>
                    </a:cubicBezTo>
                    <a:cubicBezTo>
                      <a:pt x="2194" y="492"/>
                      <a:pt x="1703"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131"/>
              <p:cNvSpPr/>
              <p:nvPr/>
            </p:nvSpPr>
            <p:spPr>
              <a:xfrm>
                <a:off x="-3116036" y="4635629"/>
                <a:ext cx="83751" cy="83853"/>
              </a:xfrm>
              <a:custGeom>
                <a:rect b="b" l="l" r="r" t="t"/>
                <a:pathLst>
                  <a:path extrusionOk="0" h="825" w="824">
                    <a:moveTo>
                      <a:pt x="413" y="1"/>
                    </a:moveTo>
                    <a:cubicBezTo>
                      <a:pt x="186" y="1"/>
                      <a:pt x="1" y="186"/>
                      <a:pt x="1" y="413"/>
                    </a:cubicBezTo>
                    <a:cubicBezTo>
                      <a:pt x="1" y="640"/>
                      <a:pt x="186"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131"/>
              <p:cNvSpPr/>
              <p:nvPr/>
            </p:nvSpPr>
            <p:spPr>
              <a:xfrm>
                <a:off x="-3400219" y="4700171"/>
                <a:ext cx="78161" cy="24089"/>
              </a:xfrm>
              <a:custGeom>
                <a:rect b="b" l="l" r="r" t="t"/>
                <a:pathLst>
                  <a:path extrusionOk="0" h="237" w="769">
                    <a:moveTo>
                      <a:pt x="228" y="0"/>
                    </a:moveTo>
                    <a:cubicBezTo>
                      <a:pt x="159" y="0"/>
                      <a:pt x="94" y="41"/>
                      <a:pt x="63" y="104"/>
                    </a:cubicBezTo>
                    <a:lnTo>
                      <a:pt x="0" y="237"/>
                    </a:lnTo>
                    <a:lnTo>
                      <a:pt x="769" y="237"/>
                    </a:lnTo>
                    <a:lnTo>
                      <a:pt x="706" y="104"/>
                    </a:lnTo>
                    <a:cubicBezTo>
                      <a:pt x="676" y="41"/>
                      <a:pt x="611" y="0"/>
                      <a:pt x="5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131"/>
              <p:cNvSpPr/>
              <p:nvPr/>
            </p:nvSpPr>
            <p:spPr>
              <a:xfrm>
                <a:off x="-3427458" y="4657990"/>
                <a:ext cx="31407" cy="31305"/>
              </a:xfrm>
              <a:custGeom>
                <a:rect b="b" l="l" r="r" t="t"/>
                <a:pathLst>
                  <a:path extrusionOk="0" h="308" w="309">
                    <a:moveTo>
                      <a:pt x="155" y="82"/>
                    </a:moveTo>
                    <a:cubicBezTo>
                      <a:pt x="194" y="82"/>
                      <a:pt x="226" y="114"/>
                      <a:pt x="226" y="152"/>
                    </a:cubicBezTo>
                    <a:cubicBezTo>
                      <a:pt x="226" y="193"/>
                      <a:pt x="195" y="224"/>
                      <a:pt x="155" y="224"/>
                    </a:cubicBezTo>
                    <a:cubicBezTo>
                      <a:pt x="116" y="224"/>
                      <a:pt x="83" y="192"/>
                      <a:pt x="83" y="152"/>
                    </a:cubicBezTo>
                    <a:cubicBezTo>
                      <a:pt x="83" y="114"/>
                      <a:pt x="116" y="82"/>
                      <a:pt x="155" y="82"/>
                    </a:cubicBezTo>
                    <a:close/>
                    <a:moveTo>
                      <a:pt x="155" y="1"/>
                    </a:moveTo>
                    <a:cubicBezTo>
                      <a:pt x="71" y="1"/>
                      <a:pt x="1" y="69"/>
                      <a:pt x="1" y="153"/>
                    </a:cubicBezTo>
                    <a:cubicBezTo>
                      <a:pt x="1" y="239"/>
                      <a:pt x="71" y="307"/>
                      <a:pt x="155" y="307"/>
                    </a:cubicBezTo>
                    <a:cubicBezTo>
                      <a:pt x="240" y="307"/>
                      <a:pt x="308" y="239"/>
                      <a:pt x="308" y="153"/>
                    </a:cubicBezTo>
                    <a:cubicBezTo>
                      <a:pt x="308" y="69"/>
                      <a:pt x="240"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131"/>
              <p:cNvSpPr/>
              <p:nvPr/>
            </p:nvSpPr>
            <p:spPr>
              <a:xfrm>
                <a:off x="-3326226" y="4657990"/>
                <a:ext cx="31407" cy="31305"/>
              </a:xfrm>
              <a:custGeom>
                <a:rect b="b" l="l" r="r" t="t"/>
                <a:pathLst>
                  <a:path extrusionOk="0" h="308" w="309">
                    <a:moveTo>
                      <a:pt x="154" y="82"/>
                    </a:moveTo>
                    <a:cubicBezTo>
                      <a:pt x="193" y="82"/>
                      <a:pt x="226" y="114"/>
                      <a:pt x="226" y="152"/>
                    </a:cubicBezTo>
                    <a:cubicBezTo>
                      <a:pt x="226" y="193"/>
                      <a:pt x="195" y="224"/>
                      <a:pt x="154" y="224"/>
                    </a:cubicBezTo>
                    <a:cubicBezTo>
                      <a:pt x="115" y="224"/>
                      <a:pt x="83" y="192"/>
                      <a:pt x="83" y="152"/>
                    </a:cubicBezTo>
                    <a:cubicBezTo>
                      <a:pt x="83" y="114"/>
                      <a:pt x="115" y="82"/>
                      <a:pt x="154" y="82"/>
                    </a:cubicBezTo>
                    <a:close/>
                    <a:moveTo>
                      <a:pt x="154" y="1"/>
                    </a:moveTo>
                    <a:cubicBezTo>
                      <a:pt x="69" y="1"/>
                      <a:pt x="1" y="69"/>
                      <a:pt x="1" y="153"/>
                    </a:cubicBezTo>
                    <a:cubicBezTo>
                      <a:pt x="1" y="239"/>
                      <a:pt x="71" y="307"/>
                      <a:pt x="154" y="307"/>
                    </a:cubicBezTo>
                    <a:cubicBezTo>
                      <a:pt x="238" y="307"/>
                      <a:pt x="308" y="239"/>
                      <a:pt x="308" y="153"/>
                    </a:cubicBezTo>
                    <a:cubicBezTo>
                      <a:pt x="308" y="69"/>
                      <a:pt x="240" y="1"/>
                      <a:pt x="1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131"/>
              <p:cNvSpPr/>
              <p:nvPr/>
            </p:nvSpPr>
            <p:spPr>
              <a:xfrm>
                <a:off x="-3393511" y="4658092"/>
                <a:ext cx="64745" cy="31102"/>
              </a:xfrm>
              <a:custGeom>
                <a:rect b="b" l="l" r="r" t="t"/>
                <a:pathLst>
                  <a:path extrusionOk="0" h="306" w="637">
                    <a:moveTo>
                      <a:pt x="2" y="1"/>
                    </a:moveTo>
                    <a:cubicBezTo>
                      <a:pt x="36" y="42"/>
                      <a:pt x="57" y="95"/>
                      <a:pt x="57" y="151"/>
                    </a:cubicBezTo>
                    <a:cubicBezTo>
                      <a:pt x="57" y="210"/>
                      <a:pt x="36" y="264"/>
                      <a:pt x="0" y="305"/>
                    </a:cubicBezTo>
                    <a:lnTo>
                      <a:pt x="637" y="305"/>
                    </a:lnTo>
                    <a:cubicBezTo>
                      <a:pt x="602" y="264"/>
                      <a:pt x="580" y="210"/>
                      <a:pt x="580" y="151"/>
                    </a:cubicBezTo>
                    <a:cubicBezTo>
                      <a:pt x="580" y="94"/>
                      <a:pt x="600" y="42"/>
                      <a:pt x="6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31"/>
              <p:cNvSpPr/>
              <p:nvPr/>
            </p:nvSpPr>
            <p:spPr>
              <a:xfrm>
                <a:off x="-338273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31"/>
              <p:cNvSpPr/>
              <p:nvPr/>
            </p:nvSpPr>
            <p:spPr>
              <a:xfrm>
                <a:off x="-3411704"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131"/>
              <p:cNvSpPr/>
              <p:nvPr/>
            </p:nvSpPr>
            <p:spPr>
              <a:xfrm>
                <a:off x="-335356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131"/>
              <p:cNvSpPr/>
              <p:nvPr/>
            </p:nvSpPr>
            <p:spPr>
              <a:xfrm>
                <a:off x="-3324600"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131"/>
              <p:cNvSpPr/>
              <p:nvPr/>
            </p:nvSpPr>
            <p:spPr>
              <a:xfrm>
                <a:off x="-3295429" y="4738795"/>
                <a:ext cx="14535" cy="38522"/>
              </a:xfrm>
              <a:custGeom>
                <a:rect b="b" l="l" r="r" t="t"/>
                <a:pathLst>
                  <a:path extrusionOk="0" h="379" w="143">
                    <a:moveTo>
                      <a:pt x="0" y="0"/>
                    </a:moveTo>
                    <a:lnTo>
                      <a:pt x="0" y="379"/>
                    </a:lnTo>
                    <a:lnTo>
                      <a:pt x="142" y="379"/>
                    </a:lnTo>
                    <a:lnTo>
                      <a:pt x="1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131"/>
              <p:cNvSpPr/>
              <p:nvPr/>
            </p:nvSpPr>
            <p:spPr>
              <a:xfrm>
                <a:off x="-3440773"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131"/>
              <p:cNvSpPr/>
              <p:nvPr/>
            </p:nvSpPr>
            <p:spPr>
              <a:xfrm>
                <a:off x="-3714080" y="4876315"/>
                <a:ext cx="67184" cy="29374"/>
              </a:xfrm>
              <a:custGeom>
                <a:rect b="b" l="l" r="r" t="t"/>
                <a:pathLst>
                  <a:path extrusionOk="0" h="289" w="661">
                    <a:moveTo>
                      <a:pt x="0" y="0"/>
                    </a:moveTo>
                    <a:lnTo>
                      <a:pt x="0" y="50"/>
                    </a:lnTo>
                    <a:cubicBezTo>
                      <a:pt x="0" y="181"/>
                      <a:pt x="107" y="288"/>
                      <a:pt x="239" y="288"/>
                    </a:cubicBezTo>
                    <a:lnTo>
                      <a:pt x="421" y="288"/>
                    </a:lnTo>
                    <a:cubicBezTo>
                      <a:pt x="555" y="288"/>
                      <a:pt x="661" y="182"/>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131"/>
              <p:cNvSpPr/>
              <p:nvPr/>
            </p:nvSpPr>
            <p:spPr>
              <a:xfrm>
                <a:off x="-3075279" y="4876315"/>
                <a:ext cx="67184" cy="29374"/>
              </a:xfrm>
              <a:custGeom>
                <a:rect b="b" l="l" r="r" t="t"/>
                <a:pathLst>
                  <a:path extrusionOk="0" h="289" w="661">
                    <a:moveTo>
                      <a:pt x="0" y="0"/>
                    </a:moveTo>
                    <a:lnTo>
                      <a:pt x="0" y="50"/>
                    </a:lnTo>
                    <a:cubicBezTo>
                      <a:pt x="0" y="182"/>
                      <a:pt x="107" y="288"/>
                      <a:pt x="239" y="288"/>
                    </a:cubicBezTo>
                    <a:lnTo>
                      <a:pt x="421" y="288"/>
                    </a:lnTo>
                    <a:cubicBezTo>
                      <a:pt x="553" y="288"/>
                      <a:pt x="661" y="181"/>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131"/>
              <p:cNvSpPr/>
              <p:nvPr/>
            </p:nvSpPr>
            <p:spPr>
              <a:xfrm>
                <a:off x="-3447075" y="4828646"/>
                <a:ext cx="171873" cy="10875"/>
              </a:xfrm>
              <a:custGeom>
                <a:rect b="b" l="l" r="r" t="t"/>
                <a:pathLst>
                  <a:path extrusionOk="0" h="107" w="1691">
                    <a:moveTo>
                      <a:pt x="44" y="1"/>
                    </a:moveTo>
                    <a:cubicBezTo>
                      <a:pt x="19" y="1"/>
                      <a:pt x="1" y="20"/>
                      <a:pt x="1" y="45"/>
                    </a:cubicBezTo>
                    <a:lnTo>
                      <a:pt x="1" y="63"/>
                    </a:lnTo>
                    <a:cubicBezTo>
                      <a:pt x="1" y="87"/>
                      <a:pt x="19" y="107"/>
                      <a:pt x="44" y="107"/>
                    </a:cubicBezTo>
                    <a:lnTo>
                      <a:pt x="1647" y="107"/>
                    </a:lnTo>
                    <a:cubicBezTo>
                      <a:pt x="1671" y="107"/>
                      <a:pt x="1690" y="87"/>
                      <a:pt x="1690" y="63"/>
                    </a:cubicBezTo>
                    <a:lnTo>
                      <a:pt x="1690" y="45"/>
                    </a:lnTo>
                    <a:cubicBezTo>
                      <a:pt x="1690" y="20"/>
                      <a:pt x="1672" y="1"/>
                      <a:pt x="16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131"/>
              <p:cNvSpPr/>
              <p:nvPr/>
            </p:nvSpPr>
            <p:spPr>
              <a:xfrm>
                <a:off x="-3447075" y="4849990"/>
                <a:ext cx="171873" cy="10774"/>
              </a:xfrm>
              <a:custGeom>
                <a:rect b="b" l="l" r="r" t="t"/>
                <a:pathLst>
                  <a:path extrusionOk="0" h="106" w="1691">
                    <a:moveTo>
                      <a:pt x="44" y="0"/>
                    </a:moveTo>
                    <a:cubicBezTo>
                      <a:pt x="19" y="0"/>
                      <a:pt x="1" y="19"/>
                      <a:pt x="1" y="44"/>
                    </a:cubicBezTo>
                    <a:lnTo>
                      <a:pt x="1" y="62"/>
                    </a:lnTo>
                    <a:cubicBezTo>
                      <a:pt x="1" y="86"/>
                      <a:pt x="19" y="105"/>
                      <a:pt x="44" y="105"/>
                    </a:cubicBezTo>
                    <a:lnTo>
                      <a:pt x="1647" y="105"/>
                    </a:lnTo>
                    <a:cubicBezTo>
                      <a:pt x="1671" y="105"/>
                      <a:pt x="1690" y="86"/>
                      <a:pt x="1690" y="62"/>
                    </a:cubicBezTo>
                    <a:lnTo>
                      <a:pt x="1690" y="44"/>
                    </a:lnTo>
                    <a:cubicBezTo>
                      <a:pt x="1690" y="21"/>
                      <a:pt x="1672" y="0"/>
                      <a:pt x="16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0" name="Google Shape;10400;p131"/>
            <p:cNvGrpSpPr/>
            <p:nvPr/>
          </p:nvGrpSpPr>
          <p:grpSpPr>
            <a:xfrm>
              <a:off x="1174565" y="4702860"/>
              <a:ext cx="261189" cy="248344"/>
              <a:chOff x="5164484" y="526738"/>
              <a:chExt cx="133266" cy="126713"/>
            </a:xfrm>
          </p:grpSpPr>
          <p:sp>
            <p:nvSpPr>
              <p:cNvPr id="10401" name="Google Shape;10401;p131"/>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131"/>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0403" name="Shape 10403"/>
        <p:cNvGrpSpPr/>
        <p:nvPr/>
      </p:nvGrpSpPr>
      <p:grpSpPr>
        <a:xfrm>
          <a:off x="0" y="0"/>
          <a:ext cx="0" cy="0"/>
          <a:chOff x="0" y="0"/>
          <a:chExt cx="0" cy="0"/>
        </a:xfrm>
      </p:grpSpPr>
      <p:sp>
        <p:nvSpPr>
          <p:cNvPr id="10404" name="Google Shape;10404;p132"/>
          <p:cNvSpPr txBox="1"/>
          <p:nvPr>
            <p:ph hasCustomPrompt="1" type="title"/>
          </p:nvPr>
        </p:nvSpPr>
        <p:spPr>
          <a:xfrm>
            <a:off x="969300" y="1005788"/>
            <a:ext cx="3602700" cy="7314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500">
                <a:solidFill>
                  <a:schemeClr val="lt2"/>
                </a:solidFill>
              </a:defRPr>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10405" name="Google Shape;10405;p132"/>
          <p:cNvSpPr txBox="1"/>
          <p:nvPr>
            <p:ph idx="1" type="subTitle"/>
          </p:nvPr>
        </p:nvSpPr>
        <p:spPr>
          <a:xfrm>
            <a:off x="969300" y="1737188"/>
            <a:ext cx="3602700" cy="365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2400"/>
              <a:buNone/>
              <a:defRPr>
                <a:solidFill>
                  <a:schemeClr val="dk1"/>
                </a:solidFill>
              </a:defRPr>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None/>
              <a:defRPr sz="2100">
                <a:solidFill>
                  <a:schemeClr val="dk1"/>
                </a:solidFill>
              </a:defRPr>
            </a:lvl4pPr>
            <a:lvl5pPr lvl="4" algn="ctr">
              <a:lnSpc>
                <a:spcPct val="100000"/>
              </a:lnSpc>
              <a:spcBef>
                <a:spcPts val="0"/>
              </a:spcBef>
              <a:spcAft>
                <a:spcPts val="0"/>
              </a:spcAft>
              <a:buClr>
                <a:schemeClr val="dk1"/>
              </a:buClr>
              <a:buSzPts val="2100"/>
              <a:buNone/>
              <a:defRPr sz="2100">
                <a:solidFill>
                  <a:schemeClr val="dk1"/>
                </a:solidFill>
              </a:defRPr>
            </a:lvl5pPr>
            <a:lvl6pPr lvl="5" algn="ctr">
              <a:lnSpc>
                <a:spcPct val="100000"/>
              </a:lnSpc>
              <a:spcBef>
                <a:spcPts val="0"/>
              </a:spcBef>
              <a:spcAft>
                <a:spcPts val="0"/>
              </a:spcAft>
              <a:buClr>
                <a:schemeClr val="dk1"/>
              </a:buClr>
              <a:buSzPts val="2100"/>
              <a:buNone/>
              <a:defRPr sz="2100">
                <a:solidFill>
                  <a:schemeClr val="dk1"/>
                </a:solidFill>
              </a:defRPr>
            </a:lvl6pPr>
            <a:lvl7pPr lvl="6" algn="ctr">
              <a:lnSpc>
                <a:spcPct val="100000"/>
              </a:lnSpc>
              <a:spcBef>
                <a:spcPts val="0"/>
              </a:spcBef>
              <a:spcAft>
                <a:spcPts val="0"/>
              </a:spcAft>
              <a:buClr>
                <a:schemeClr val="dk1"/>
              </a:buClr>
              <a:buSzPts val="2100"/>
              <a:buNone/>
              <a:defRPr sz="2100">
                <a:solidFill>
                  <a:schemeClr val="dk1"/>
                </a:solidFill>
              </a:defRPr>
            </a:lvl7pPr>
            <a:lvl8pPr lvl="7" algn="ctr">
              <a:lnSpc>
                <a:spcPct val="100000"/>
              </a:lnSpc>
              <a:spcBef>
                <a:spcPts val="0"/>
              </a:spcBef>
              <a:spcAft>
                <a:spcPts val="0"/>
              </a:spcAft>
              <a:buClr>
                <a:schemeClr val="dk1"/>
              </a:buClr>
              <a:buSzPts val="2100"/>
              <a:buNone/>
              <a:defRPr sz="2100">
                <a:solidFill>
                  <a:schemeClr val="dk1"/>
                </a:solidFill>
              </a:defRPr>
            </a:lvl8pPr>
            <a:lvl9pPr lvl="8" algn="ctr">
              <a:lnSpc>
                <a:spcPct val="100000"/>
              </a:lnSpc>
              <a:spcBef>
                <a:spcPts val="0"/>
              </a:spcBef>
              <a:spcAft>
                <a:spcPts val="0"/>
              </a:spcAft>
              <a:buClr>
                <a:schemeClr val="dk1"/>
              </a:buClr>
              <a:buSzPts val="2100"/>
              <a:buNone/>
              <a:defRPr sz="2100">
                <a:solidFill>
                  <a:schemeClr val="dk1"/>
                </a:solidFill>
              </a:defRPr>
            </a:lvl9pPr>
          </a:lstStyle>
          <a:p/>
        </p:txBody>
      </p:sp>
      <p:sp>
        <p:nvSpPr>
          <p:cNvPr id="10406" name="Google Shape;10406;p132"/>
          <p:cNvSpPr txBox="1"/>
          <p:nvPr>
            <p:ph hasCustomPrompt="1" idx="2" type="title"/>
          </p:nvPr>
        </p:nvSpPr>
        <p:spPr>
          <a:xfrm>
            <a:off x="4572000" y="1005781"/>
            <a:ext cx="3602700" cy="7314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500">
                <a:solidFill>
                  <a:schemeClr val="accent5"/>
                </a:solidFill>
              </a:defRPr>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10407" name="Google Shape;10407;p132"/>
          <p:cNvSpPr txBox="1"/>
          <p:nvPr>
            <p:ph idx="3" type="subTitle"/>
          </p:nvPr>
        </p:nvSpPr>
        <p:spPr>
          <a:xfrm>
            <a:off x="4572000" y="1739753"/>
            <a:ext cx="3602700" cy="365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2400"/>
              <a:buNone/>
              <a:defRPr>
                <a:solidFill>
                  <a:schemeClr val="dk1"/>
                </a:solidFill>
              </a:defRPr>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None/>
              <a:defRPr sz="2100">
                <a:solidFill>
                  <a:schemeClr val="dk1"/>
                </a:solidFill>
              </a:defRPr>
            </a:lvl4pPr>
            <a:lvl5pPr lvl="4" algn="ctr">
              <a:lnSpc>
                <a:spcPct val="100000"/>
              </a:lnSpc>
              <a:spcBef>
                <a:spcPts val="0"/>
              </a:spcBef>
              <a:spcAft>
                <a:spcPts val="0"/>
              </a:spcAft>
              <a:buClr>
                <a:schemeClr val="dk1"/>
              </a:buClr>
              <a:buSzPts val="2100"/>
              <a:buNone/>
              <a:defRPr sz="2100">
                <a:solidFill>
                  <a:schemeClr val="dk1"/>
                </a:solidFill>
              </a:defRPr>
            </a:lvl5pPr>
            <a:lvl6pPr lvl="5" algn="ctr">
              <a:lnSpc>
                <a:spcPct val="100000"/>
              </a:lnSpc>
              <a:spcBef>
                <a:spcPts val="0"/>
              </a:spcBef>
              <a:spcAft>
                <a:spcPts val="0"/>
              </a:spcAft>
              <a:buClr>
                <a:schemeClr val="dk1"/>
              </a:buClr>
              <a:buSzPts val="2100"/>
              <a:buNone/>
              <a:defRPr sz="2100">
                <a:solidFill>
                  <a:schemeClr val="dk1"/>
                </a:solidFill>
              </a:defRPr>
            </a:lvl6pPr>
            <a:lvl7pPr lvl="6" algn="ctr">
              <a:lnSpc>
                <a:spcPct val="100000"/>
              </a:lnSpc>
              <a:spcBef>
                <a:spcPts val="0"/>
              </a:spcBef>
              <a:spcAft>
                <a:spcPts val="0"/>
              </a:spcAft>
              <a:buClr>
                <a:schemeClr val="dk1"/>
              </a:buClr>
              <a:buSzPts val="2100"/>
              <a:buNone/>
              <a:defRPr sz="2100">
                <a:solidFill>
                  <a:schemeClr val="dk1"/>
                </a:solidFill>
              </a:defRPr>
            </a:lvl7pPr>
            <a:lvl8pPr lvl="7" algn="ctr">
              <a:lnSpc>
                <a:spcPct val="100000"/>
              </a:lnSpc>
              <a:spcBef>
                <a:spcPts val="0"/>
              </a:spcBef>
              <a:spcAft>
                <a:spcPts val="0"/>
              </a:spcAft>
              <a:buClr>
                <a:schemeClr val="dk1"/>
              </a:buClr>
              <a:buSzPts val="2100"/>
              <a:buNone/>
              <a:defRPr sz="2100">
                <a:solidFill>
                  <a:schemeClr val="dk1"/>
                </a:solidFill>
              </a:defRPr>
            </a:lvl8pPr>
            <a:lvl9pPr lvl="8" algn="ctr">
              <a:lnSpc>
                <a:spcPct val="100000"/>
              </a:lnSpc>
              <a:spcBef>
                <a:spcPts val="0"/>
              </a:spcBef>
              <a:spcAft>
                <a:spcPts val="0"/>
              </a:spcAft>
              <a:buClr>
                <a:schemeClr val="dk1"/>
              </a:buClr>
              <a:buSzPts val="2100"/>
              <a:buNone/>
              <a:defRPr sz="2100">
                <a:solidFill>
                  <a:schemeClr val="dk1"/>
                </a:solidFill>
              </a:defRPr>
            </a:lvl9pPr>
          </a:lstStyle>
          <a:p/>
        </p:txBody>
      </p:sp>
      <p:sp>
        <p:nvSpPr>
          <p:cNvPr id="10408" name="Google Shape;10408;p132"/>
          <p:cNvSpPr txBox="1"/>
          <p:nvPr>
            <p:ph hasCustomPrompt="1" idx="4" type="title"/>
          </p:nvPr>
        </p:nvSpPr>
        <p:spPr>
          <a:xfrm>
            <a:off x="2770650" y="3036750"/>
            <a:ext cx="3602700" cy="731400"/>
          </a:xfrm>
          <a:prstGeom prst="rect">
            <a:avLst/>
          </a:prstGeom>
          <a:noFill/>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sz="4500">
                <a:solidFill>
                  <a:schemeClr val="accent2"/>
                </a:solidFill>
              </a:defRPr>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10409" name="Google Shape;10409;p132"/>
          <p:cNvSpPr txBox="1"/>
          <p:nvPr>
            <p:ph idx="5" type="subTitle"/>
          </p:nvPr>
        </p:nvSpPr>
        <p:spPr>
          <a:xfrm>
            <a:off x="2770650" y="3773293"/>
            <a:ext cx="3602700" cy="365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2400"/>
              <a:buNone/>
              <a:defRPr>
                <a:solidFill>
                  <a:schemeClr val="dk1"/>
                </a:solidFill>
              </a:defRPr>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None/>
              <a:defRPr sz="2100">
                <a:solidFill>
                  <a:schemeClr val="dk1"/>
                </a:solidFill>
              </a:defRPr>
            </a:lvl4pPr>
            <a:lvl5pPr lvl="4" algn="ctr">
              <a:lnSpc>
                <a:spcPct val="100000"/>
              </a:lnSpc>
              <a:spcBef>
                <a:spcPts val="0"/>
              </a:spcBef>
              <a:spcAft>
                <a:spcPts val="0"/>
              </a:spcAft>
              <a:buClr>
                <a:schemeClr val="dk1"/>
              </a:buClr>
              <a:buSzPts val="2100"/>
              <a:buNone/>
              <a:defRPr sz="2100">
                <a:solidFill>
                  <a:schemeClr val="dk1"/>
                </a:solidFill>
              </a:defRPr>
            </a:lvl5pPr>
            <a:lvl6pPr lvl="5" algn="ctr">
              <a:lnSpc>
                <a:spcPct val="100000"/>
              </a:lnSpc>
              <a:spcBef>
                <a:spcPts val="0"/>
              </a:spcBef>
              <a:spcAft>
                <a:spcPts val="0"/>
              </a:spcAft>
              <a:buClr>
                <a:schemeClr val="dk1"/>
              </a:buClr>
              <a:buSzPts val="2100"/>
              <a:buNone/>
              <a:defRPr sz="2100">
                <a:solidFill>
                  <a:schemeClr val="dk1"/>
                </a:solidFill>
              </a:defRPr>
            </a:lvl6pPr>
            <a:lvl7pPr lvl="6" algn="ctr">
              <a:lnSpc>
                <a:spcPct val="100000"/>
              </a:lnSpc>
              <a:spcBef>
                <a:spcPts val="0"/>
              </a:spcBef>
              <a:spcAft>
                <a:spcPts val="0"/>
              </a:spcAft>
              <a:buClr>
                <a:schemeClr val="dk1"/>
              </a:buClr>
              <a:buSzPts val="2100"/>
              <a:buNone/>
              <a:defRPr sz="2100">
                <a:solidFill>
                  <a:schemeClr val="dk1"/>
                </a:solidFill>
              </a:defRPr>
            </a:lvl7pPr>
            <a:lvl8pPr lvl="7" algn="ctr">
              <a:lnSpc>
                <a:spcPct val="100000"/>
              </a:lnSpc>
              <a:spcBef>
                <a:spcPts val="0"/>
              </a:spcBef>
              <a:spcAft>
                <a:spcPts val="0"/>
              </a:spcAft>
              <a:buClr>
                <a:schemeClr val="dk1"/>
              </a:buClr>
              <a:buSzPts val="2100"/>
              <a:buNone/>
              <a:defRPr sz="2100">
                <a:solidFill>
                  <a:schemeClr val="dk1"/>
                </a:solidFill>
              </a:defRPr>
            </a:lvl8pPr>
            <a:lvl9pPr lvl="8" algn="ctr">
              <a:lnSpc>
                <a:spcPct val="100000"/>
              </a:lnSpc>
              <a:spcBef>
                <a:spcPts val="0"/>
              </a:spcBef>
              <a:spcAft>
                <a:spcPts val="0"/>
              </a:spcAft>
              <a:buClr>
                <a:schemeClr val="dk1"/>
              </a:buClr>
              <a:buSzPts val="2100"/>
              <a:buNone/>
              <a:defRPr sz="2100">
                <a:solidFill>
                  <a:schemeClr val="dk1"/>
                </a:solidFill>
              </a:defRPr>
            </a:lvl9pPr>
          </a:lstStyle>
          <a:p/>
        </p:txBody>
      </p:sp>
      <p:grpSp>
        <p:nvGrpSpPr>
          <p:cNvPr id="10410" name="Google Shape;10410;p132"/>
          <p:cNvGrpSpPr/>
          <p:nvPr/>
        </p:nvGrpSpPr>
        <p:grpSpPr>
          <a:xfrm>
            <a:off x="281690" y="-1"/>
            <a:ext cx="8777168" cy="5059520"/>
            <a:chOff x="281690" y="-1"/>
            <a:chExt cx="8777168" cy="5059520"/>
          </a:xfrm>
        </p:grpSpPr>
        <p:grpSp>
          <p:nvGrpSpPr>
            <p:cNvPr id="10411" name="Google Shape;10411;p132"/>
            <p:cNvGrpSpPr/>
            <p:nvPr/>
          </p:nvGrpSpPr>
          <p:grpSpPr>
            <a:xfrm>
              <a:off x="281690" y="3567810"/>
              <a:ext cx="261189" cy="248344"/>
              <a:chOff x="5164484" y="526738"/>
              <a:chExt cx="133266" cy="126713"/>
            </a:xfrm>
          </p:grpSpPr>
          <p:sp>
            <p:nvSpPr>
              <p:cNvPr id="10412" name="Google Shape;10412;p132"/>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132"/>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132"/>
            <p:cNvGrpSpPr/>
            <p:nvPr/>
          </p:nvGrpSpPr>
          <p:grpSpPr>
            <a:xfrm rot="-666286">
              <a:off x="4044854" y="84508"/>
              <a:ext cx="958174" cy="829369"/>
              <a:chOff x="3725309" y="381575"/>
              <a:chExt cx="533375" cy="461700"/>
            </a:xfrm>
          </p:grpSpPr>
          <p:sp>
            <p:nvSpPr>
              <p:cNvPr id="10415" name="Google Shape;10415;p132"/>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132"/>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132"/>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132"/>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132"/>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32"/>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32"/>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132"/>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132"/>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132"/>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132"/>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132"/>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132"/>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132"/>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132"/>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132"/>
            <p:cNvGrpSpPr/>
            <p:nvPr/>
          </p:nvGrpSpPr>
          <p:grpSpPr>
            <a:xfrm>
              <a:off x="2210174" y="4604008"/>
              <a:ext cx="185799" cy="185799"/>
              <a:chOff x="5035425" y="2779450"/>
              <a:chExt cx="94800" cy="94800"/>
            </a:xfrm>
          </p:grpSpPr>
          <p:sp>
            <p:nvSpPr>
              <p:cNvPr id="10431" name="Google Shape;10431;p132"/>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32"/>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3" name="Google Shape;10433;p132"/>
            <p:cNvGrpSpPr/>
            <p:nvPr/>
          </p:nvGrpSpPr>
          <p:grpSpPr>
            <a:xfrm rot="-1471223">
              <a:off x="8377683" y="3816187"/>
              <a:ext cx="606923" cy="489714"/>
              <a:chOff x="-1636175" y="409550"/>
              <a:chExt cx="448750" cy="362088"/>
            </a:xfrm>
          </p:grpSpPr>
          <p:sp>
            <p:nvSpPr>
              <p:cNvPr id="10434" name="Google Shape;10434;p132"/>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132"/>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6" name="Google Shape;10436;p132"/>
            <p:cNvGrpSpPr/>
            <p:nvPr/>
          </p:nvGrpSpPr>
          <p:grpSpPr>
            <a:xfrm rot="1102078">
              <a:off x="7792398" y="4519810"/>
              <a:ext cx="500563" cy="472887"/>
              <a:chOff x="-1174275" y="581450"/>
              <a:chExt cx="370100" cy="349638"/>
            </a:xfrm>
          </p:grpSpPr>
          <p:sp>
            <p:nvSpPr>
              <p:cNvPr id="10437" name="Google Shape;10437;p132"/>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132"/>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132"/>
            <p:cNvGrpSpPr/>
            <p:nvPr/>
          </p:nvGrpSpPr>
          <p:grpSpPr>
            <a:xfrm rot="464907">
              <a:off x="465174" y="3768061"/>
              <a:ext cx="1592198" cy="1080298"/>
              <a:chOff x="-3794680" y="4317442"/>
              <a:chExt cx="866989" cy="588248"/>
            </a:xfrm>
          </p:grpSpPr>
          <p:sp>
            <p:nvSpPr>
              <p:cNvPr id="10440" name="Google Shape;10440;p132"/>
              <p:cNvSpPr/>
              <p:nvPr/>
            </p:nvSpPr>
            <p:spPr>
              <a:xfrm>
                <a:off x="-3794375" y="4317442"/>
                <a:ext cx="866684" cy="558918"/>
              </a:xfrm>
              <a:custGeom>
                <a:rect b="b" l="l" r="r" t="t"/>
                <a:pathLst>
                  <a:path extrusionOk="0" h="5499" w="8527">
                    <a:moveTo>
                      <a:pt x="7325" y="858"/>
                    </a:moveTo>
                    <a:cubicBezTo>
                      <a:pt x="7416" y="858"/>
                      <a:pt x="7489" y="932"/>
                      <a:pt x="7489" y="1022"/>
                    </a:cubicBezTo>
                    <a:lnTo>
                      <a:pt x="7489" y="1282"/>
                    </a:lnTo>
                    <a:lnTo>
                      <a:pt x="4440" y="1287"/>
                    </a:lnTo>
                    <a:lnTo>
                      <a:pt x="4440" y="1287"/>
                    </a:lnTo>
                    <a:lnTo>
                      <a:pt x="5199" y="858"/>
                    </a:lnTo>
                    <a:close/>
                    <a:moveTo>
                      <a:pt x="5031" y="858"/>
                    </a:moveTo>
                    <a:lnTo>
                      <a:pt x="4270" y="1287"/>
                    </a:lnTo>
                    <a:lnTo>
                      <a:pt x="4225" y="1287"/>
                    </a:lnTo>
                    <a:lnTo>
                      <a:pt x="3464" y="858"/>
                    </a:lnTo>
                    <a:close/>
                    <a:moveTo>
                      <a:pt x="3296" y="858"/>
                    </a:moveTo>
                    <a:lnTo>
                      <a:pt x="4058" y="1287"/>
                    </a:lnTo>
                    <a:lnTo>
                      <a:pt x="1032" y="1291"/>
                    </a:lnTo>
                    <a:lnTo>
                      <a:pt x="1032" y="1022"/>
                    </a:lnTo>
                    <a:cubicBezTo>
                      <a:pt x="1032" y="932"/>
                      <a:pt x="1106" y="858"/>
                      <a:pt x="1196" y="858"/>
                    </a:cubicBezTo>
                    <a:close/>
                    <a:moveTo>
                      <a:pt x="2091" y="1"/>
                    </a:moveTo>
                    <a:cubicBezTo>
                      <a:pt x="2019" y="1"/>
                      <a:pt x="1962" y="58"/>
                      <a:pt x="1962" y="130"/>
                    </a:cubicBezTo>
                    <a:cubicBezTo>
                      <a:pt x="1962" y="200"/>
                      <a:pt x="2019" y="259"/>
                      <a:pt x="2091" y="259"/>
                    </a:cubicBezTo>
                    <a:cubicBezTo>
                      <a:pt x="2124" y="259"/>
                      <a:pt x="2154" y="245"/>
                      <a:pt x="2176" y="225"/>
                    </a:cubicBezTo>
                    <a:lnTo>
                      <a:pt x="2783" y="566"/>
                    </a:lnTo>
                    <a:lnTo>
                      <a:pt x="1196" y="566"/>
                    </a:lnTo>
                    <a:cubicBezTo>
                      <a:pt x="946" y="566"/>
                      <a:pt x="744" y="771"/>
                      <a:pt x="744" y="1019"/>
                    </a:cubicBezTo>
                    <a:lnTo>
                      <a:pt x="744" y="1289"/>
                    </a:lnTo>
                    <a:lnTo>
                      <a:pt x="447" y="1289"/>
                    </a:lnTo>
                    <a:cubicBezTo>
                      <a:pt x="202" y="1289"/>
                      <a:pt x="1" y="1490"/>
                      <a:pt x="1" y="1735"/>
                    </a:cubicBezTo>
                    <a:lnTo>
                      <a:pt x="2" y="2143"/>
                    </a:lnTo>
                    <a:lnTo>
                      <a:pt x="7" y="4856"/>
                    </a:lnTo>
                    <a:lnTo>
                      <a:pt x="7" y="5050"/>
                    </a:lnTo>
                    <a:cubicBezTo>
                      <a:pt x="8" y="5295"/>
                      <a:pt x="207" y="5496"/>
                      <a:pt x="453" y="5496"/>
                    </a:cubicBezTo>
                    <a:cubicBezTo>
                      <a:pt x="454" y="5496"/>
                      <a:pt x="454" y="5496"/>
                      <a:pt x="455" y="5496"/>
                    </a:cubicBezTo>
                    <a:lnTo>
                      <a:pt x="3144" y="5492"/>
                    </a:lnTo>
                    <a:lnTo>
                      <a:pt x="3144" y="5498"/>
                    </a:lnTo>
                    <a:lnTo>
                      <a:pt x="5382" y="5498"/>
                    </a:lnTo>
                    <a:lnTo>
                      <a:pt x="5382" y="5492"/>
                    </a:lnTo>
                    <a:lnTo>
                      <a:pt x="8079" y="5488"/>
                    </a:lnTo>
                    <a:cubicBezTo>
                      <a:pt x="8325" y="5487"/>
                      <a:pt x="8526" y="5287"/>
                      <a:pt x="8526" y="5040"/>
                    </a:cubicBezTo>
                    <a:lnTo>
                      <a:pt x="8526" y="4857"/>
                    </a:lnTo>
                    <a:lnTo>
                      <a:pt x="8521" y="2144"/>
                    </a:lnTo>
                    <a:lnTo>
                      <a:pt x="8519" y="1725"/>
                    </a:lnTo>
                    <a:cubicBezTo>
                      <a:pt x="8518" y="1480"/>
                      <a:pt x="8318" y="1280"/>
                      <a:pt x="8072" y="1280"/>
                    </a:cubicBezTo>
                    <a:lnTo>
                      <a:pt x="7776" y="1280"/>
                    </a:lnTo>
                    <a:lnTo>
                      <a:pt x="7776" y="1019"/>
                    </a:lnTo>
                    <a:cubicBezTo>
                      <a:pt x="7776" y="770"/>
                      <a:pt x="7573" y="566"/>
                      <a:pt x="7324" y="566"/>
                    </a:cubicBezTo>
                    <a:lnTo>
                      <a:pt x="5712" y="566"/>
                    </a:lnTo>
                    <a:lnTo>
                      <a:pt x="6319" y="225"/>
                    </a:lnTo>
                    <a:cubicBezTo>
                      <a:pt x="6341" y="245"/>
                      <a:pt x="6371" y="259"/>
                      <a:pt x="6405" y="259"/>
                    </a:cubicBezTo>
                    <a:cubicBezTo>
                      <a:pt x="6476" y="259"/>
                      <a:pt x="6534" y="200"/>
                      <a:pt x="6534" y="130"/>
                    </a:cubicBezTo>
                    <a:cubicBezTo>
                      <a:pt x="6534" y="58"/>
                      <a:pt x="6476" y="1"/>
                      <a:pt x="6405" y="1"/>
                    </a:cubicBezTo>
                    <a:cubicBezTo>
                      <a:pt x="6334" y="1"/>
                      <a:pt x="6276" y="58"/>
                      <a:pt x="6276" y="130"/>
                    </a:cubicBezTo>
                    <a:cubicBezTo>
                      <a:pt x="6276" y="137"/>
                      <a:pt x="6277" y="146"/>
                      <a:pt x="6279" y="153"/>
                    </a:cubicBezTo>
                    <a:lnTo>
                      <a:pt x="5545" y="566"/>
                    </a:lnTo>
                    <a:lnTo>
                      <a:pt x="2950" y="566"/>
                    </a:lnTo>
                    <a:lnTo>
                      <a:pt x="2217" y="153"/>
                    </a:lnTo>
                    <a:cubicBezTo>
                      <a:pt x="2218" y="146"/>
                      <a:pt x="2220" y="138"/>
                      <a:pt x="2220" y="130"/>
                    </a:cubicBezTo>
                    <a:cubicBezTo>
                      <a:pt x="2220" y="58"/>
                      <a:pt x="2161" y="1"/>
                      <a:pt x="2091"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132"/>
              <p:cNvSpPr/>
              <p:nvPr/>
            </p:nvSpPr>
            <p:spPr>
              <a:xfrm>
                <a:off x="-3794680" y="4447695"/>
                <a:ext cx="866989" cy="428718"/>
              </a:xfrm>
              <a:custGeom>
                <a:rect b="b" l="l" r="r" t="t"/>
                <a:pathLst>
                  <a:path extrusionOk="0" h="4218" w="8530">
                    <a:moveTo>
                      <a:pt x="8075" y="0"/>
                    </a:moveTo>
                    <a:lnTo>
                      <a:pt x="448" y="11"/>
                    </a:lnTo>
                    <a:cubicBezTo>
                      <a:pt x="201" y="11"/>
                      <a:pt x="1" y="212"/>
                      <a:pt x="1" y="457"/>
                    </a:cubicBezTo>
                    <a:lnTo>
                      <a:pt x="2" y="864"/>
                    </a:lnTo>
                    <a:lnTo>
                      <a:pt x="7" y="3577"/>
                    </a:lnTo>
                    <a:lnTo>
                      <a:pt x="7" y="3772"/>
                    </a:lnTo>
                    <a:cubicBezTo>
                      <a:pt x="9" y="4017"/>
                      <a:pt x="210" y="4217"/>
                      <a:pt x="455" y="4217"/>
                    </a:cubicBezTo>
                    <a:lnTo>
                      <a:pt x="8082" y="4208"/>
                    </a:lnTo>
                    <a:cubicBezTo>
                      <a:pt x="8329" y="4207"/>
                      <a:pt x="8529" y="4006"/>
                      <a:pt x="8529" y="3761"/>
                    </a:cubicBezTo>
                    <a:lnTo>
                      <a:pt x="8529" y="3577"/>
                    </a:lnTo>
                    <a:lnTo>
                      <a:pt x="8524" y="864"/>
                    </a:lnTo>
                    <a:lnTo>
                      <a:pt x="8523" y="445"/>
                    </a:lnTo>
                    <a:cubicBezTo>
                      <a:pt x="8521" y="200"/>
                      <a:pt x="8320" y="0"/>
                      <a:pt x="8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32"/>
              <p:cNvSpPr/>
              <p:nvPr/>
            </p:nvSpPr>
            <p:spPr>
              <a:xfrm>
                <a:off x="-3594959" y="4317696"/>
                <a:ext cx="464800" cy="141788"/>
              </a:xfrm>
              <a:custGeom>
                <a:rect b="b" l="l" r="r" t="t"/>
                <a:pathLst>
                  <a:path extrusionOk="0" h="1395" w="4573">
                    <a:moveTo>
                      <a:pt x="130" y="1"/>
                    </a:moveTo>
                    <a:cubicBezTo>
                      <a:pt x="59" y="1"/>
                      <a:pt x="1" y="59"/>
                      <a:pt x="1" y="130"/>
                    </a:cubicBezTo>
                    <a:cubicBezTo>
                      <a:pt x="1" y="201"/>
                      <a:pt x="59" y="259"/>
                      <a:pt x="130" y="259"/>
                    </a:cubicBezTo>
                    <a:cubicBezTo>
                      <a:pt x="163" y="259"/>
                      <a:pt x="193" y="246"/>
                      <a:pt x="216" y="225"/>
                    </a:cubicBezTo>
                    <a:lnTo>
                      <a:pt x="2286" y="1394"/>
                    </a:lnTo>
                    <a:lnTo>
                      <a:pt x="4357" y="227"/>
                    </a:lnTo>
                    <a:cubicBezTo>
                      <a:pt x="4381" y="247"/>
                      <a:pt x="4409" y="260"/>
                      <a:pt x="4443" y="260"/>
                    </a:cubicBezTo>
                    <a:cubicBezTo>
                      <a:pt x="4515" y="260"/>
                      <a:pt x="4572" y="202"/>
                      <a:pt x="4572" y="131"/>
                    </a:cubicBezTo>
                    <a:cubicBezTo>
                      <a:pt x="4572" y="61"/>
                      <a:pt x="4516" y="1"/>
                      <a:pt x="4443" y="1"/>
                    </a:cubicBezTo>
                    <a:cubicBezTo>
                      <a:pt x="4372" y="1"/>
                      <a:pt x="4314" y="59"/>
                      <a:pt x="4314" y="130"/>
                    </a:cubicBezTo>
                    <a:cubicBezTo>
                      <a:pt x="4314" y="138"/>
                      <a:pt x="4315" y="146"/>
                      <a:pt x="4317" y="155"/>
                    </a:cubicBezTo>
                    <a:lnTo>
                      <a:pt x="2287" y="1298"/>
                    </a:lnTo>
                    <a:lnTo>
                      <a:pt x="256" y="155"/>
                    </a:lnTo>
                    <a:cubicBezTo>
                      <a:pt x="258" y="146"/>
                      <a:pt x="259" y="139"/>
                      <a:pt x="259" y="130"/>
                    </a:cubicBezTo>
                    <a:cubicBezTo>
                      <a:pt x="259" y="59"/>
                      <a:pt x="201" y="1"/>
                      <a:pt x="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132"/>
              <p:cNvSpPr/>
              <p:nvPr/>
            </p:nvSpPr>
            <p:spPr>
              <a:xfrm>
                <a:off x="-3718857" y="4375428"/>
                <a:ext cx="715037" cy="76637"/>
              </a:xfrm>
              <a:custGeom>
                <a:rect b="b" l="l" r="r" t="t"/>
                <a:pathLst>
                  <a:path extrusionOk="0" h="754" w="7035">
                    <a:moveTo>
                      <a:pt x="453" y="0"/>
                    </a:moveTo>
                    <a:cubicBezTo>
                      <a:pt x="204" y="0"/>
                      <a:pt x="1" y="203"/>
                      <a:pt x="1" y="453"/>
                    </a:cubicBezTo>
                    <a:lnTo>
                      <a:pt x="1" y="754"/>
                    </a:lnTo>
                    <a:lnTo>
                      <a:pt x="289" y="754"/>
                    </a:lnTo>
                    <a:lnTo>
                      <a:pt x="289" y="453"/>
                    </a:lnTo>
                    <a:cubicBezTo>
                      <a:pt x="289" y="363"/>
                      <a:pt x="363" y="289"/>
                      <a:pt x="453" y="289"/>
                    </a:cubicBezTo>
                    <a:lnTo>
                      <a:pt x="6582" y="289"/>
                    </a:lnTo>
                    <a:cubicBezTo>
                      <a:pt x="6673" y="289"/>
                      <a:pt x="6746" y="363"/>
                      <a:pt x="6746" y="453"/>
                    </a:cubicBezTo>
                    <a:lnTo>
                      <a:pt x="6746" y="754"/>
                    </a:lnTo>
                    <a:lnTo>
                      <a:pt x="7035" y="754"/>
                    </a:lnTo>
                    <a:lnTo>
                      <a:pt x="7035" y="453"/>
                    </a:lnTo>
                    <a:cubicBezTo>
                      <a:pt x="7035" y="203"/>
                      <a:pt x="6833" y="0"/>
                      <a:pt x="65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132"/>
              <p:cNvSpPr/>
              <p:nvPr/>
            </p:nvSpPr>
            <p:spPr>
              <a:xfrm>
                <a:off x="-3530000" y="4363021"/>
                <a:ext cx="338351" cy="54275"/>
              </a:xfrm>
              <a:custGeom>
                <a:rect b="b" l="l" r="r" t="t"/>
                <a:pathLst>
                  <a:path extrusionOk="0" h="290" w="3329">
                    <a:moveTo>
                      <a:pt x="1" y="0"/>
                    </a:moveTo>
                    <a:lnTo>
                      <a:pt x="1" y="289"/>
                    </a:lnTo>
                    <a:lnTo>
                      <a:pt x="3329" y="289"/>
                    </a:lnTo>
                    <a:lnTo>
                      <a:pt x="33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132"/>
              <p:cNvSpPr/>
              <p:nvPr/>
            </p:nvSpPr>
            <p:spPr>
              <a:xfrm>
                <a:off x="-3794579" y="4447797"/>
                <a:ext cx="866379" cy="88020"/>
              </a:xfrm>
              <a:custGeom>
                <a:rect b="b" l="l" r="r" t="t"/>
                <a:pathLst>
                  <a:path extrusionOk="0" h="866" w="8524">
                    <a:moveTo>
                      <a:pt x="8075" y="0"/>
                    </a:moveTo>
                    <a:lnTo>
                      <a:pt x="448" y="11"/>
                    </a:lnTo>
                    <a:cubicBezTo>
                      <a:pt x="201" y="11"/>
                      <a:pt x="1" y="212"/>
                      <a:pt x="1" y="457"/>
                    </a:cubicBezTo>
                    <a:lnTo>
                      <a:pt x="2" y="865"/>
                    </a:lnTo>
                    <a:lnTo>
                      <a:pt x="8523" y="865"/>
                    </a:lnTo>
                    <a:lnTo>
                      <a:pt x="8523" y="445"/>
                    </a:lnTo>
                    <a:cubicBezTo>
                      <a:pt x="8521" y="201"/>
                      <a:pt x="8320" y="0"/>
                      <a:pt x="8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132"/>
              <p:cNvSpPr/>
              <p:nvPr/>
            </p:nvSpPr>
            <p:spPr>
              <a:xfrm>
                <a:off x="-3679930" y="4464669"/>
                <a:ext cx="638198" cy="54276"/>
              </a:xfrm>
              <a:custGeom>
                <a:rect b="b" l="l" r="r" t="t"/>
                <a:pathLst>
                  <a:path extrusionOk="0" h="534" w="6279">
                    <a:moveTo>
                      <a:pt x="6278" y="1"/>
                    </a:moveTo>
                    <a:lnTo>
                      <a:pt x="1" y="9"/>
                    </a:lnTo>
                    <a:lnTo>
                      <a:pt x="1" y="533"/>
                    </a:lnTo>
                    <a:lnTo>
                      <a:pt x="6278" y="533"/>
                    </a:lnTo>
                    <a:lnTo>
                      <a:pt x="62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132"/>
              <p:cNvSpPr/>
              <p:nvPr/>
            </p:nvSpPr>
            <p:spPr>
              <a:xfrm>
                <a:off x="-3490068" y="4488555"/>
                <a:ext cx="430445" cy="6403"/>
              </a:xfrm>
              <a:custGeom>
                <a:rect b="b" l="l" r="r" t="t"/>
                <a:pathLst>
                  <a:path extrusionOk="0" h="63" w="4235">
                    <a:moveTo>
                      <a:pt x="32" y="1"/>
                    </a:moveTo>
                    <a:cubicBezTo>
                      <a:pt x="15" y="1"/>
                      <a:pt x="1" y="15"/>
                      <a:pt x="1" y="32"/>
                    </a:cubicBezTo>
                    <a:cubicBezTo>
                      <a:pt x="1" y="48"/>
                      <a:pt x="15" y="63"/>
                      <a:pt x="32" y="63"/>
                    </a:cubicBezTo>
                    <a:lnTo>
                      <a:pt x="4204" y="63"/>
                    </a:lnTo>
                    <a:cubicBezTo>
                      <a:pt x="4222" y="63"/>
                      <a:pt x="4235" y="48"/>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132"/>
              <p:cNvSpPr/>
              <p:nvPr/>
            </p:nvSpPr>
            <p:spPr>
              <a:xfrm>
                <a:off x="-3490068" y="4475545"/>
                <a:ext cx="430649" cy="6403"/>
              </a:xfrm>
              <a:custGeom>
                <a:rect b="b" l="l" r="r" t="t"/>
                <a:pathLst>
                  <a:path extrusionOk="0" h="63" w="4237">
                    <a:moveTo>
                      <a:pt x="32" y="1"/>
                    </a:moveTo>
                    <a:cubicBezTo>
                      <a:pt x="15" y="1"/>
                      <a:pt x="1" y="15"/>
                      <a:pt x="1" y="32"/>
                    </a:cubicBezTo>
                    <a:cubicBezTo>
                      <a:pt x="1" y="48"/>
                      <a:pt x="15" y="63"/>
                      <a:pt x="32" y="63"/>
                    </a:cubicBezTo>
                    <a:lnTo>
                      <a:pt x="4204" y="63"/>
                    </a:lnTo>
                    <a:cubicBezTo>
                      <a:pt x="4222" y="63"/>
                      <a:pt x="4236" y="51"/>
                      <a:pt x="4235" y="32"/>
                    </a:cubicBezTo>
                    <a:cubicBezTo>
                      <a:pt x="4235" y="15"/>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132"/>
              <p:cNvSpPr/>
              <p:nvPr/>
            </p:nvSpPr>
            <p:spPr>
              <a:xfrm>
                <a:off x="-3490068" y="4501565"/>
                <a:ext cx="430649" cy="6403"/>
              </a:xfrm>
              <a:custGeom>
                <a:rect b="b" l="l" r="r" t="t"/>
                <a:pathLst>
                  <a:path extrusionOk="0" h="63" w="4237">
                    <a:moveTo>
                      <a:pt x="32" y="1"/>
                    </a:moveTo>
                    <a:cubicBezTo>
                      <a:pt x="15" y="1"/>
                      <a:pt x="1" y="14"/>
                      <a:pt x="1" y="32"/>
                    </a:cubicBezTo>
                    <a:cubicBezTo>
                      <a:pt x="1" y="48"/>
                      <a:pt x="15" y="63"/>
                      <a:pt x="32" y="63"/>
                    </a:cubicBezTo>
                    <a:lnTo>
                      <a:pt x="4204" y="63"/>
                    </a:lnTo>
                    <a:cubicBezTo>
                      <a:pt x="4222" y="63"/>
                      <a:pt x="4236" y="48"/>
                      <a:pt x="4235" y="32"/>
                    </a:cubicBezTo>
                    <a:cubicBezTo>
                      <a:pt x="4235" y="14"/>
                      <a:pt x="4222" y="1"/>
                      <a:pt x="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132"/>
              <p:cNvSpPr/>
              <p:nvPr/>
            </p:nvSpPr>
            <p:spPr>
              <a:xfrm>
                <a:off x="-3136466" y="4472800"/>
                <a:ext cx="6403" cy="46246"/>
              </a:xfrm>
              <a:custGeom>
                <a:rect b="b" l="l" r="r" t="t"/>
                <a:pathLst>
                  <a:path extrusionOk="0" h="455" w="63">
                    <a:moveTo>
                      <a:pt x="1" y="0"/>
                    </a:moveTo>
                    <a:lnTo>
                      <a:pt x="1" y="454"/>
                    </a:lnTo>
                    <a:lnTo>
                      <a:pt x="62" y="454"/>
                    </a:lnTo>
                    <a:lnTo>
                      <a:pt x="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132"/>
              <p:cNvSpPr/>
              <p:nvPr/>
            </p:nvSpPr>
            <p:spPr>
              <a:xfrm>
                <a:off x="-3656045" y="4473105"/>
                <a:ext cx="37302" cy="37302"/>
              </a:xfrm>
              <a:custGeom>
                <a:rect b="b" l="l" r="r" t="t"/>
                <a:pathLst>
                  <a:path extrusionOk="0" h="367" w="367">
                    <a:moveTo>
                      <a:pt x="184" y="0"/>
                    </a:moveTo>
                    <a:cubicBezTo>
                      <a:pt x="83" y="0"/>
                      <a:pt x="0" y="83"/>
                      <a:pt x="0" y="184"/>
                    </a:cubicBezTo>
                    <a:cubicBezTo>
                      <a:pt x="0" y="285"/>
                      <a:pt x="83"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132"/>
              <p:cNvSpPr/>
              <p:nvPr/>
            </p:nvSpPr>
            <p:spPr>
              <a:xfrm>
                <a:off x="-3637445" y="4473105"/>
                <a:ext cx="18702" cy="18702"/>
              </a:xfrm>
              <a:custGeom>
                <a:rect b="b" l="l" r="r" t="t"/>
                <a:pathLst>
                  <a:path extrusionOk="0" h="184" w="184">
                    <a:moveTo>
                      <a:pt x="1" y="0"/>
                    </a:moveTo>
                    <a:lnTo>
                      <a:pt x="1" y="184"/>
                    </a:lnTo>
                    <a:lnTo>
                      <a:pt x="183" y="184"/>
                    </a:lnTo>
                    <a:cubicBezTo>
                      <a:pt x="183" y="83"/>
                      <a:pt x="10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132"/>
              <p:cNvSpPr/>
              <p:nvPr/>
            </p:nvSpPr>
            <p:spPr>
              <a:xfrm>
                <a:off x="-3600550" y="4473105"/>
                <a:ext cx="37302" cy="37302"/>
              </a:xfrm>
              <a:custGeom>
                <a:rect b="b" l="l" r="r" t="t"/>
                <a:pathLst>
                  <a:path extrusionOk="0" h="367" w="367">
                    <a:moveTo>
                      <a:pt x="183" y="0"/>
                    </a:moveTo>
                    <a:cubicBezTo>
                      <a:pt x="82" y="0"/>
                      <a:pt x="0" y="83"/>
                      <a:pt x="0" y="184"/>
                    </a:cubicBezTo>
                    <a:cubicBezTo>
                      <a:pt x="0" y="285"/>
                      <a:pt x="82" y="367"/>
                      <a:pt x="183" y="367"/>
                    </a:cubicBezTo>
                    <a:cubicBezTo>
                      <a:pt x="285" y="367"/>
                      <a:pt x="366" y="285"/>
                      <a:pt x="366" y="184"/>
                    </a:cubicBezTo>
                    <a:cubicBezTo>
                      <a:pt x="366" y="83"/>
                      <a:pt x="285"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132"/>
              <p:cNvSpPr/>
              <p:nvPr/>
            </p:nvSpPr>
            <p:spPr>
              <a:xfrm>
                <a:off x="-3595163" y="4473207"/>
                <a:ext cx="26325" cy="18600"/>
              </a:xfrm>
              <a:custGeom>
                <a:rect b="b" l="l" r="r" t="t"/>
                <a:pathLst>
                  <a:path extrusionOk="0" h="183" w="259">
                    <a:moveTo>
                      <a:pt x="130" y="0"/>
                    </a:moveTo>
                    <a:cubicBezTo>
                      <a:pt x="83" y="0"/>
                      <a:pt x="36" y="18"/>
                      <a:pt x="1" y="54"/>
                    </a:cubicBezTo>
                    <a:lnTo>
                      <a:pt x="130" y="183"/>
                    </a:lnTo>
                    <a:lnTo>
                      <a:pt x="259" y="54"/>
                    </a:lnTo>
                    <a:cubicBezTo>
                      <a:pt x="223" y="18"/>
                      <a:pt x="176" y="0"/>
                      <a:pt x="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132"/>
              <p:cNvSpPr/>
              <p:nvPr/>
            </p:nvSpPr>
            <p:spPr>
              <a:xfrm>
                <a:off x="-3545258" y="4473105"/>
                <a:ext cx="37302" cy="37302"/>
              </a:xfrm>
              <a:custGeom>
                <a:rect b="b" l="l" r="r" t="t"/>
                <a:pathLst>
                  <a:path extrusionOk="0" h="367" w="367">
                    <a:moveTo>
                      <a:pt x="184" y="0"/>
                    </a:moveTo>
                    <a:cubicBezTo>
                      <a:pt x="82" y="0"/>
                      <a:pt x="1" y="83"/>
                      <a:pt x="1" y="184"/>
                    </a:cubicBezTo>
                    <a:cubicBezTo>
                      <a:pt x="1" y="285"/>
                      <a:pt x="82" y="367"/>
                      <a:pt x="184" y="367"/>
                    </a:cubicBezTo>
                    <a:cubicBezTo>
                      <a:pt x="285" y="367"/>
                      <a:pt x="366" y="285"/>
                      <a:pt x="366" y="184"/>
                    </a:cubicBezTo>
                    <a:cubicBezTo>
                      <a:pt x="366" y="83"/>
                      <a:pt x="285"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132"/>
              <p:cNvSpPr/>
              <p:nvPr/>
            </p:nvSpPr>
            <p:spPr>
              <a:xfrm>
                <a:off x="-3545360" y="4491706"/>
                <a:ext cx="18803" cy="18702"/>
              </a:xfrm>
              <a:custGeom>
                <a:rect b="b" l="l" r="r" t="t"/>
                <a:pathLst>
                  <a:path extrusionOk="0" h="184" w="185">
                    <a:moveTo>
                      <a:pt x="1" y="1"/>
                    </a:moveTo>
                    <a:cubicBezTo>
                      <a:pt x="1" y="103"/>
                      <a:pt x="84" y="184"/>
                      <a:pt x="185" y="184"/>
                    </a:cubicBezTo>
                    <a:lnTo>
                      <a:pt x="1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132"/>
              <p:cNvSpPr/>
              <p:nvPr/>
            </p:nvSpPr>
            <p:spPr>
              <a:xfrm>
                <a:off x="-3474924" y="4596193"/>
                <a:ext cx="227674" cy="280323"/>
              </a:xfrm>
              <a:custGeom>
                <a:rect b="b" l="l" r="r" t="t"/>
                <a:pathLst>
                  <a:path extrusionOk="0" h="2758" w="2240">
                    <a:moveTo>
                      <a:pt x="284" y="1"/>
                    </a:moveTo>
                    <a:cubicBezTo>
                      <a:pt x="126" y="1"/>
                      <a:pt x="0" y="129"/>
                      <a:pt x="0" y="285"/>
                    </a:cubicBezTo>
                    <a:lnTo>
                      <a:pt x="0" y="2757"/>
                    </a:lnTo>
                    <a:lnTo>
                      <a:pt x="2240" y="2757"/>
                    </a:lnTo>
                    <a:lnTo>
                      <a:pt x="2240" y="285"/>
                    </a:lnTo>
                    <a:cubicBezTo>
                      <a:pt x="2240" y="128"/>
                      <a:pt x="2112" y="1"/>
                      <a:pt x="19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132"/>
              <p:cNvSpPr/>
              <p:nvPr/>
            </p:nvSpPr>
            <p:spPr>
              <a:xfrm>
                <a:off x="-3458153" y="4612963"/>
                <a:ext cx="194132" cy="263553"/>
              </a:xfrm>
              <a:custGeom>
                <a:rect b="b" l="l" r="r" t="t"/>
                <a:pathLst>
                  <a:path extrusionOk="0" h="2593" w="1910">
                    <a:moveTo>
                      <a:pt x="0" y="1"/>
                    </a:moveTo>
                    <a:lnTo>
                      <a:pt x="0" y="2592"/>
                    </a:lnTo>
                    <a:lnTo>
                      <a:pt x="1910" y="2592"/>
                    </a:lnTo>
                    <a:lnTo>
                      <a:pt x="19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132"/>
              <p:cNvSpPr/>
              <p:nvPr/>
            </p:nvSpPr>
            <p:spPr>
              <a:xfrm>
                <a:off x="-3441789" y="4631259"/>
                <a:ext cx="161303" cy="93407"/>
              </a:xfrm>
              <a:custGeom>
                <a:rect b="b" l="l" r="r" t="t"/>
                <a:pathLst>
                  <a:path extrusionOk="0" h="919" w="1587">
                    <a:moveTo>
                      <a:pt x="0" y="0"/>
                    </a:moveTo>
                    <a:lnTo>
                      <a:pt x="0" y="919"/>
                    </a:lnTo>
                    <a:lnTo>
                      <a:pt x="1587" y="919"/>
                    </a:lnTo>
                    <a:lnTo>
                      <a:pt x="15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132"/>
              <p:cNvSpPr/>
              <p:nvPr/>
            </p:nvSpPr>
            <p:spPr>
              <a:xfrm>
                <a:off x="-3793969" y="4811265"/>
                <a:ext cx="866278" cy="65151"/>
              </a:xfrm>
              <a:custGeom>
                <a:rect b="b" l="l" r="r" t="t"/>
                <a:pathLst>
                  <a:path extrusionOk="0" h="641" w="8523">
                    <a:moveTo>
                      <a:pt x="0" y="0"/>
                    </a:moveTo>
                    <a:lnTo>
                      <a:pt x="0" y="195"/>
                    </a:lnTo>
                    <a:cubicBezTo>
                      <a:pt x="2" y="440"/>
                      <a:pt x="203" y="640"/>
                      <a:pt x="448" y="640"/>
                    </a:cubicBezTo>
                    <a:lnTo>
                      <a:pt x="8075" y="631"/>
                    </a:lnTo>
                    <a:cubicBezTo>
                      <a:pt x="8322" y="630"/>
                      <a:pt x="8522" y="429"/>
                      <a:pt x="8522" y="184"/>
                    </a:cubicBezTo>
                    <a:lnTo>
                      <a:pt x="85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132"/>
              <p:cNvSpPr/>
              <p:nvPr/>
            </p:nvSpPr>
            <p:spPr>
              <a:xfrm>
                <a:off x="-3773336" y="4511932"/>
                <a:ext cx="47466" cy="47568"/>
              </a:xfrm>
              <a:custGeom>
                <a:rect b="b" l="l" r="r" t="t"/>
                <a:pathLst>
                  <a:path extrusionOk="0" h="468" w="467">
                    <a:moveTo>
                      <a:pt x="234" y="0"/>
                    </a:moveTo>
                    <a:cubicBezTo>
                      <a:pt x="105" y="0"/>
                      <a:pt x="0" y="105"/>
                      <a:pt x="0" y="234"/>
                    </a:cubicBezTo>
                    <a:cubicBezTo>
                      <a:pt x="0" y="362"/>
                      <a:pt x="105" y="468"/>
                      <a:pt x="234" y="468"/>
                    </a:cubicBezTo>
                    <a:cubicBezTo>
                      <a:pt x="363" y="468"/>
                      <a:pt x="467" y="362"/>
                      <a:pt x="467" y="234"/>
                    </a:cubicBezTo>
                    <a:cubicBezTo>
                      <a:pt x="467"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132"/>
              <p:cNvSpPr/>
              <p:nvPr/>
            </p:nvSpPr>
            <p:spPr>
              <a:xfrm>
                <a:off x="-3766425" y="4518945"/>
                <a:ext cx="33643" cy="33643"/>
              </a:xfrm>
              <a:custGeom>
                <a:rect b="b" l="l" r="r" t="t"/>
                <a:pathLst>
                  <a:path extrusionOk="0" h="331" w="331">
                    <a:moveTo>
                      <a:pt x="166" y="0"/>
                    </a:moveTo>
                    <a:cubicBezTo>
                      <a:pt x="74" y="0"/>
                      <a:pt x="0" y="73"/>
                      <a:pt x="0" y="165"/>
                    </a:cubicBezTo>
                    <a:cubicBezTo>
                      <a:pt x="0" y="256"/>
                      <a:pt x="74" y="330"/>
                      <a:pt x="166" y="330"/>
                    </a:cubicBezTo>
                    <a:cubicBezTo>
                      <a:pt x="256" y="330"/>
                      <a:pt x="331" y="256"/>
                      <a:pt x="331" y="165"/>
                    </a:cubicBezTo>
                    <a:cubicBezTo>
                      <a:pt x="331" y="73"/>
                      <a:pt x="256"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132"/>
              <p:cNvSpPr/>
              <p:nvPr/>
            </p:nvSpPr>
            <p:spPr>
              <a:xfrm>
                <a:off x="-3770084"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132"/>
              <p:cNvSpPr/>
              <p:nvPr/>
            </p:nvSpPr>
            <p:spPr>
              <a:xfrm>
                <a:off x="-3759513"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2" y="2194"/>
                      <a:pt x="2194" y="1703"/>
                      <a:pt x="2194" y="1098"/>
                    </a:cubicBezTo>
                    <a:cubicBezTo>
                      <a:pt x="2194" y="492"/>
                      <a:pt x="1702"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132"/>
              <p:cNvSpPr/>
              <p:nvPr/>
            </p:nvSpPr>
            <p:spPr>
              <a:xfrm>
                <a:off x="-3689890" y="4635629"/>
                <a:ext cx="83751" cy="83853"/>
              </a:xfrm>
              <a:custGeom>
                <a:rect b="b" l="l" r="r" t="t"/>
                <a:pathLst>
                  <a:path extrusionOk="0" h="825" w="824">
                    <a:moveTo>
                      <a:pt x="413" y="1"/>
                    </a:moveTo>
                    <a:cubicBezTo>
                      <a:pt x="184" y="1"/>
                      <a:pt x="1" y="186"/>
                      <a:pt x="1" y="413"/>
                    </a:cubicBezTo>
                    <a:cubicBezTo>
                      <a:pt x="1" y="640"/>
                      <a:pt x="184"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132"/>
              <p:cNvSpPr/>
              <p:nvPr/>
            </p:nvSpPr>
            <p:spPr>
              <a:xfrm>
                <a:off x="-2996407" y="4511932"/>
                <a:ext cx="47568" cy="47568"/>
              </a:xfrm>
              <a:custGeom>
                <a:rect b="b" l="l" r="r" t="t"/>
                <a:pathLst>
                  <a:path extrusionOk="0" h="468" w="468">
                    <a:moveTo>
                      <a:pt x="234" y="0"/>
                    </a:moveTo>
                    <a:cubicBezTo>
                      <a:pt x="105" y="0"/>
                      <a:pt x="0" y="105"/>
                      <a:pt x="0" y="234"/>
                    </a:cubicBezTo>
                    <a:cubicBezTo>
                      <a:pt x="0" y="362"/>
                      <a:pt x="105" y="468"/>
                      <a:pt x="234" y="468"/>
                    </a:cubicBezTo>
                    <a:cubicBezTo>
                      <a:pt x="363" y="468"/>
                      <a:pt x="468" y="362"/>
                      <a:pt x="468" y="234"/>
                    </a:cubicBezTo>
                    <a:cubicBezTo>
                      <a:pt x="468" y="105"/>
                      <a:pt x="363"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132"/>
              <p:cNvSpPr/>
              <p:nvPr/>
            </p:nvSpPr>
            <p:spPr>
              <a:xfrm>
                <a:off x="-2989496" y="4518945"/>
                <a:ext cx="33643" cy="33643"/>
              </a:xfrm>
              <a:custGeom>
                <a:rect b="b" l="l" r="r" t="t"/>
                <a:pathLst>
                  <a:path extrusionOk="0" h="331" w="331">
                    <a:moveTo>
                      <a:pt x="166" y="0"/>
                    </a:moveTo>
                    <a:cubicBezTo>
                      <a:pt x="75" y="0"/>
                      <a:pt x="0" y="73"/>
                      <a:pt x="0" y="165"/>
                    </a:cubicBezTo>
                    <a:cubicBezTo>
                      <a:pt x="0" y="256"/>
                      <a:pt x="75" y="330"/>
                      <a:pt x="166" y="330"/>
                    </a:cubicBezTo>
                    <a:cubicBezTo>
                      <a:pt x="257" y="330"/>
                      <a:pt x="331" y="256"/>
                      <a:pt x="331" y="165"/>
                    </a:cubicBezTo>
                    <a:cubicBezTo>
                      <a:pt x="331" y="73"/>
                      <a:pt x="257"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132"/>
              <p:cNvSpPr/>
              <p:nvPr/>
            </p:nvSpPr>
            <p:spPr>
              <a:xfrm>
                <a:off x="-3196229" y="4555435"/>
                <a:ext cx="244139" cy="244241"/>
              </a:xfrm>
              <a:custGeom>
                <a:rect b="b" l="l" r="r" t="t"/>
                <a:pathLst>
                  <a:path extrusionOk="0" h="2403" w="2402">
                    <a:moveTo>
                      <a:pt x="1202" y="0"/>
                    </a:moveTo>
                    <a:cubicBezTo>
                      <a:pt x="538" y="0"/>
                      <a:pt x="0" y="538"/>
                      <a:pt x="0" y="1202"/>
                    </a:cubicBezTo>
                    <a:cubicBezTo>
                      <a:pt x="0" y="1865"/>
                      <a:pt x="538" y="2403"/>
                      <a:pt x="1202" y="2403"/>
                    </a:cubicBezTo>
                    <a:cubicBezTo>
                      <a:pt x="1864" y="2403"/>
                      <a:pt x="2402" y="1865"/>
                      <a:pt x="2402" y="1202"/>
                    </a:cubicBezTo>
                    <a:cubicBezTo>
                      <a:pt x="2402" y="538"/>
                      <a:pt x="186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132"/>
              <p:cNvSpPr/>
              <p:nvPr/>
            </p:nvSpPr>
            <p:spPr>
              <a:xfrm>
                <a:off x="-3185659" y="4566005"/>
                <a:ext cx="222998" cy="222998"/>
              </a:xfrm>
              <a:custGeom>
                <a:rect b="b" l="l" r="r" t="t"/>
                <a:pathLst>
                  <a:path extrusionOk="0" h="2194" w="2194">
                    <a:moveTo>
                      <a:pt x="1098" y="1"/>
                    </a:moveTo>
                    <a:cubicBezTo>
                      <a:pt x="492" y="1"/>
                      <a:pt x="1" y="492"/>
                      <a:pt x="1" y="1098"/>
                    </a:cubicBezTo>
                    <a:cubicBezTo>
                      <a:pt x="1" y="1703"/>
                      <a:pt x="492" y="2194"/>
                      <a:pt x="1098" y="2194"/>
                    </a:cubicBezTo>
                    <a:cubicBezTo>
                      <a:pt x="1703" y="2194"/>
                      <a:pt x="2194" y="1703"/>
                      <a:pt x="2194" y="1098"/>
                    </a:cubicBezTo>
                    <a:cubicBezTo>
                      <a:pt x="2194" y="492"/>
                      <a:pt x="1703"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132"/>
              <p:cNvSpPr/>
              <p:nvPr/>
            </p:nvSpPr>
            <p:spPr>
              <a:xfrm>
                <a:off x="-3116036" y="4635629"/>
                <a:ext cx="83751" cy="83853"/>
              </a:xfrm>
              <a:custGeom>
                <a:rect b="b" l="l" r="r" t="t"/>
                <a:pathLst>
                  <a:path extrusionOk="0" h="825" w="824">
                    <a:moveTo>
                      <a:pt x="413" y="1"/>
                    </a:moveTo>
                    <a:cubicBezTo>
                      <a:pt x="186" y="1"/>
                      <a:pt x="1" y="186"/>
                      <a:pt x="1" y="413"/>
                    </a:cubicBezTo>
                    <a:cubicBezTo>
                      <a:pt x="1" y="640"/>
                      <a:pt x="186" y="824"/>
                      <a:pt x="413" y="824"/>
                    </a:cubicBezTo>
                    <a:cubicBezTo>
                      <a:pt x="640" y="824"/>
                      <a:pt x="823" y="640"/>
                      <a:pt x="823" y="413"/>
                    </a:cubicBezTo>
                    <a:cubicBezTo>
                      <a:pt x="823" y="186"/>
                      <a:pt x="640"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132"/>
              <p:cNvSpPr/>
              <p:nvPr/>
            </p:nvSpPr>
            <p:spPr>
              <a:xfrm>
                <a:off x="-3400219" y="4700171"/>
                <a:ext cx="78161" cy="24089"/>
              </a:xfrm>
              <a:custGeom>
                <a:rect b="b" l="l" r="r" t="t"/>
                <a:pathLst>
                  <a:path extrusionOk="0" h="237" w="769">
                    <a:moveTo>
                      <a:pt x="228" y="0"/>
                    </a:moveTo>
                    <a:cubicBezTo>
                      <a:pt x="159" y="0"/>
                      <a:pt x="94" y="41"/>
                      <a:pt x="63" y="104"/>
                    </a:cubicBezTo>
                    <a:lnTo>
                      <a:pt x="0" y="237"/>
                    </a:lnTo>
                    <a:lnTo>
                      <a:pt x="769" y="237"/>
                    </a:lnTo>
                    <a:lnTo>
                      <a:pt x="706" y="104"/>
                    </a:lnTo>
                    <a:cubicBezTo>
                      <a:pt x="676" y="41"/>
                      <a:pt x="611" y="0"/>
                      <a:pt x="5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132"/>
              <p:cNvSpPr/>
              <p:nvPr/>
            </p:nvSpPr>
            <p:spPr>
              <a:xfrm>
                <a:off x="-3427458" y="4657990"/>
                <a:ext cx="31407" cy="31305"/>
              </a:xfrm>
              <a:custGeom>
                <a:rect b="b" l="l" r="r" t="t"/>
                <a:pathLst>
                  <a:path extrusionOk="0" h="308" w="309">
                    <a:moveTo>
                      <a:pt x="155" y="82"/>
                    </a:moveTo>
                    <a:cubicBezTo>
                      <a:pt x="194" y="82"/>
                      <a:pt x="226" y="114"/>
                      <a:pt x="226" y="152"/>
                    </a:cubicBezTo>
                    <a:cubicBezTo>
                      <a:pt x="226" y="193"/>
                      <a:pt x="195" y="224"/>
                      <a:pt x="155" y="224"/>
                    </a:cubicBezTo>
                    <a:cubicBezTo>
                      <a:pt x="116" y="224"/>
                      <a:pt x="83" y="192"/>
                      <a:pt x="83" y="152"/>
                    </a:cubicBezTo>
                    <a:cubicBezTo>
                      <a:pt x="83" y="114"/>
                      <a:pt x="116" y="82"/>
                      <a:pt x="155" y="82"/>
                    </a:cubicBezTo>
                    <a:close/>
                    <a:moveTo>
                      <a:pt x="155" y="1"/>
                    </a:moveTo>
                    <a:cubicBezTo>
                      <a:pt x="71" y="1"/>
                      <a:pt x="1" y="69"/>
                      <a:pt x="1" y="153"/>
                    </a:cubicBezTo>
                    <a:cubicBezTo>
                      <a:pt x="1" y="239"/>
                      <a:pt x="71" y="307"/>
                      <a:pt x="155" y="307"/>
                    </a:cubicBezTo>
                    <a:cubicBezTo>
                      <a:pt x="240" y="307"/>
                      <a:pt x="308" y="239"/>
                      <a:pt x="308" y="153"/>
                    </a:cubicBezTo>
                    <a:cubicBezTo>
                      <a:pt x="308" y="69"/>
                      <a:pt x="240"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132"/>
              <p:cNvSpPr/>
              <p:nvPr/>
            </p:nvSpPr>
            <p:spPr>
              <a:xfrm>
                <a:off x="-3326226" y="4657990"/>
                <a:ext cx="31407" cy="31305"/>
              </a:xfrm>
              <a:custGeom>
                <a:rect b="b" l="l" r="r" t="t"/>
                <a:pathLst>
                  <a:path extrusionOk="0" h="308" w="309">
                    <a:moveTo>
                      <a:pt x="154" y="82"/>
                    </a:moveTo>
                    <a:cubicBezTo>
                      <a:pt x="193" y="82"/>
                      <a:pt x="226" y="114"/>
                      <a:pt x="226" y="152"/>
                    </a:cubicBezTo>
                    <a:cubicBezTo>
                      <a:pt x="226" y="193"/>
                      <a:pt x="195" y="224"/>
                      <a:pt x="154" y="224"/>
                    </a:cubicBezTo>
                    <a:cubicBezTo>
                      <a:pt x="115" y="224"/>
                      <a:pt x="83" y="192"/>
                      <a:pt x="83" y="152"/>
                    </a:cubicBezTo>
                    <a:cubicBezTo>
                      <a:pt x="83" y="114"/>
                      <a:pt x="115" y="82"/>
                      <a:pt x="154" y="82"/>
                    </a:cubicBezTo>
                    <a:close/>
                    <a:moveTo>
                      <a:pt x="154" y="1"/>
                    </a:moveTo>
                    <a:cubicBezTo>
                      <a:pt x="69" y="1"/>
                      <a:pt x="1" y="69"/>
                      <a:pt x="1" y="153"/>
                    </a:cubicBezTo>
                    <a:cubicBezTo>
                      <a:pt x="1" y="239"/>
                      <a:pt x="71" y="307"/>
                      <a:pt x="154" y="307"/>
                    </a:cubicBezTo>
                    <a:cubicBezTo>
                      <a:pt x="238" y="307"/>
                      <a:pt x="308" y="239"/>
                      <a:pt x="308" y="153"/>
                    </a:cubicBezTo>
                    <a:cubicBezTo>
                      <a:pt x="308" y="69"/>
                      <a:pt x="240" y="1"/>
                      <a:pt x="1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32"/>
              <p:cNvSpPr/>
              <p:nvPr/>
            </p:nvSpPr>
            <p:spPr>
              <a:xfrm>
                <a:off x="-3393511" y="4658092"/>
                <a:ext cx="64745" cy="31102"/>
              </a:xfrm>
              <a:custGeom>
                <a:rect b="b" l="l" r="r" t="t"/>
                <a:pathLst>
                  <a:path extrusionOk="0" h="306" w="637">
                    <a:moveTo>
                      <a:pt x="2" y="1"/>
                    </a:moveTo>
                    <a:cubicBezTo>
                      <a:pt x="36" y="42"/>
                      <a:pt x="57" y="95"/>
                      <a:pt x="57" y="151"/>
                    </a:cubicBezTo>
                    <a:cubicBezTo>
                      <a:pt x="57" y="210"/>
                      <a:pt x="36" y="264"/>
                      <a:pt x="0" y="305"/>
                    </a:cubicBezTo>
                    <a:lnTo>
                      <a:pt x="637" y="305"/>
                    </a:lnTo>
                    <a:cubicBezTo>
                      <a:pt x="602" y="264"/>
                      <a:pt x="580" y="210"/>
                      <a:pt x="580" y="151"/>
                    </a:cubicBezTo>
                    <a:cubicBezTo>
                      <a:pt x="580" y="94"/>
                      <a:pt x="600" y="42"/>
                      <a:pt x="6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32"/>
              <p:cNvSpPr/>
              <p:nvPr/>
            </p:nvSpPr>
            <p:spPr>
              <a:xfrm>
                <a:off x="-338273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132"/>
              <p:cNvSpPr/>
              <p:nvPr/>
            </p:nvSpPr>
            <p:spPr>
              <a:xfrm>
                <a:off x="-3411704"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132"/>
              <p:cNvSpPr/>
              <p:nvPr/>
            </p:nvSpPr>
            <p:spPr>
              <a:xfrm>
                <a:off x="-3353567"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32"/>
              <p:cNvSpPr/>
              <p:nvPr/>
            </p:nvSpPr>
            <p:spPr>
              <a:xfrm>
                <a:off x="-3324600" y="4738795"/>
                <a:ext cx="14636" cy="38522"/>
              </a:xfrm>
              <a:custGeom>
                <a:rect b="b" l="l" r="r" t="t"/>
                <a:pathLst>
                  <a:path extrusionOk="0" h="379" w="144">
                    <a:moveTo>
                      <a:pt x="0" y="0"/>
                    </a:moveTo>
                    <a:lnTo>
                      <a:pt x="0"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32"/>
              <p:cNvSpPr/>
              <p:nvPr/>
            </p:nvSpPr>
            <p:spPr>
              <a:xfrm>
                <a:off x="-3295429" y="4738795"/>
                <a:ext cx="14535" cy="38522"/>
              </a:xfrm>
              <a:custGeom>
                <a:rect b="b" l="l" r="r" t="t"/>
                <a:pathLst>
                  <a:path extrusionOk="0" h="379" w="143">
                    <a:moveTo>
                      <a:pt x="0" y="0"/>
                    </a:moveTo>
                    <a:lnTo>
                      <a:pt x="0" y="379"/>
                    </a:lnTo>
                    <a:lnTo>
                      <a:pt x="142" y="379"/>
                    </a:lnTo>
                    <a:lnTo>
                      <a:pt x="1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132"/>
              <p:cNvSpPr/>
              <p:nvPr/>
            </p:nvSpPr>
            <p:spPr>
              <a:xfrm>
                <a:off x="-3440773" y="4738795"/>
                <a:ext cx="14738" cy="38522"/>
              </a:xfrm>
              <a:custGeom>
                <a:rect b="b" l="l" r="r" t="t"/>
                <a:pathLst>
                  <a:path extrusionOk="0" h="379" w="145">
                    <a:moveTo>
                      <a:pt x="1" y="0"/>
                    </a:moveTo>
                    <a:lnTo>
                      <a:pt x="1" y="379"/>
                    </a:lnTo>
                    <a:lnTo>
                      <a:pt x="144" y="379"/>
                    </a:lnTo>
                    <a:lnTo>
                      <a:pt x="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32"/>
              <p:cNvSpPr/>
              <p:nvPr/>
            </p:nvSpPr>
            <p:spPr>
              <a:xfrm>
                <a:off x="-3714080" y="4876315"/>
                <a:ext cx="67184" cy="29374"/>
              </a:xfrm>
              <a:custGeom>
                <a:rect b="b" l="l" r="r" t="t"/>
                <a:pathLst>
                  <a:path extrusionOk="0" h="289" w="661">
                    <a:moveTo>
                      <a:pt x="0" y="0"/>
                    </a:moveTo>
                    <a:lnTo>
                      <a:pt x="0" y="50"/>
                    </a:lnTo>
                    <a:cubicBezTo>
                      <a:pt x="0" y="181"/>
                      <a:pt x="107" y="288"/>
                      <a:pt x="239" y="288"/>
                    </a:cubicBezTo>
                    <a:lnTo>
                      <a:pt x="421" y="288"/>
                    </a:lnTo>
                    <a:cubicBezTo>
                      <a:pt x="555" y="288"/>
                      <a:pt x="661" y="182"/>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132"/>
              <p:cNvSpPr/>
              <p:nvPr/>
            </p:nvSpPr>
            <p:spPr>
              <a:xfrm>
                <a:off x="-3075279" y="4876315"/>
                <a:ext cx="67184" cy="29374"/>
              </a:xfrm>
              <a:custGeom>
                <a:rect b="b" l="l" r="r" t="t"/>
                <a:pathLst>
                  <a:path extrusionOk="0" h="289" w="661">
                    <a:moveTo>
                      <a:pt x="0" y="0"/>
                    </a:moveTo>
                    <a:lnTo>
                      <a:pt x="0" y="50"/>
                    </a:lnTo>
                    <a:cubicBezTo>
                      <a:pt x="0" y="182"/>
                      <a:pt x="107" y="288"/>
                      <a:pt x="239" y="288"/>
                    </a:cubicBezTo>
                    <a:lnTo>
                      <a:pt x="421" y="288"/>
                    </a:lnTo>
                    <a:cubicBezTo>
                      <a:pt x="553" y="288"/>
                      <a:pt x="661" y="181"/>
                      <a:pt x="661" y="50"/>
                    </a:cubicBezTo>
                    <a:lnTo>
                      <a:pt x="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32"/>
              <p:cNvSpPr/>
              <p:nvPr/>
            </p:nvSpPr>
            <p:spPr>
              <a:xfrm>
                <a:off x="-3447075" y="4828646"/>
                <a:ext cx="171873" cy="10875"/>
              </a:xfrm>
              <a:custGeom>
                <a:rect b="b" l="l" r="r" t="t"/>
                <a:pathLst>
                  <a:path extrusionOk="0" h="107" w="1691">
                    <a:moveTo>
                      <a:pt x="44" y="1"/>
                    </a:moveTo>
                    <a:cubicBezTo>
                      <a:pt x="19" y="1"/>
                      <a:pt x="1" y="20"/>
                      <a:pt x="1" y="45"/>
                    </a:cubicBezTo>
                    <a:lnTo>
                      <a:pt x="1" y="63"/>
                    </a:lnTo>
                    <a:cubicBezTo>
                      <a:pt x="1" y="87"/>
                      <a:pt x="19" y="107"/>
                      <a:pt x="44" y="107"/>
                    </a:cubicBezTo>
                    <a:lnTo>
                      <a:pt x="1647" y="107"/>
                    </a:lnTo>
                    <a:cubicBezTo>
                      <a:pt x="1671" y="107"/>
                      <a:pt x="1690" y="87"/>
                      <a:pt x="1690" y="63"/>
                    </a:cubicBezTo>
                    <a:lnTo>
                      <a:pt x="1690" y="45"/>
                    </a:lnTo>
                    <a:cubicBezTo>
                      <a:pt x="1690" y="20"/>
                      <a:pt x="1672" y="1"/>
                      <a:pt x="16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132"/>
              <p:cNvSpPr/>
              <p:nvPr/>
            </p:nvSpPr>
            <p:spPr>
              <a:xfrm>
                <a:off x="-3447075" y="4849990"/>
                <a:ext cx="171873" cy="10774"/>
              </a:xfrm>
              <a:custGeom>
                <a:rect b="b" l="l" r="r" t="t"/>
                <a:pathLst>
                  <a:path extrusionOk="0" h="106" w="1691">
                    <a:moveTo>
                      <a:pt x="44" y="0"/>
                    </a:moveTo>
                    <a:cubicBezTo>
                      <a:pt x="19" y="0"/>
                      <a:pt x="1" y="19"/>
                      <a:pt x="1" y="44"/>
                    </a:cubicBezTo>
                    <a:lnTo>
                      <a:pt x="1" y="62"/>
                    </a:lnTo>
                    <a:cubicBezTo>
                      <a:pt x="1" y="86"/>
                      <a:pt x="19" y="105"/>
                      <a:pt x="44" y="105"/>
                    </a:cubicBezTo>
                    <a:lnTo>
                      <a:pt x="1647" y="105"/>
                    </a:lnTo>
                    <a:cubicBezTo>
                      <a:pt x="1671" y="105"/>
                      <a:pt x="1690" y="86"/>
                      <a:pt x="1690" y="62"/>
                    </a:cubicBezTo>
                    <a:lnTo>
                      <a:pt x="1690" y="44"/>
                    </a:lnTo>
                    <a:cubicBezTo>
                      <a:pt x="1690" y="21"/>
                      <a:pt x="1672" y="0"/>
                      <a:pt x="16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132"/>
            <p:cNvGrpSpPr/>
            <p:nvPr/>
          </p:nvGrpSpPr>
          <p:grpSpPr>
            <a:xfrm>
              <a:off x="4996628" y="313295"/>
              <a:ext cx="311019" cy="311110"/>
              <a:chOff x="5038846" y="235350"/>
              <a:chExt cx="158691" cy="158738"/>
            </a:xfrm>
          </p:grpSpPr>
          <p:sp>
            <p:nvSpPr>
              <p:cNvPr id="10486" name="Google Shape;10486;p132"/>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132"/>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8" name="Google Shape;10488;p132"/>
            <p:cNvGrpSpPr/>
            <p:nvPr/>
          </p:nvGrpSpPr>
          <p:grpSpPr>
            <a:xfrm>
              <a:off x="3798686" y="121328"/>
              <a:ext cx="248329" cy="248348"/>
              <a:chOff x="5035425" y="2779450"/>
              <a:chExt cx="94800" cy="94800"/>
            </a:xfrm>
          </p:grpSpPr>
          <p:sp>
            <p:nvSpPr>
              <p:cNvPr id="10489" name="Google Shape;10489;p132"/>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132"/>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10491" name="Shape 10491"/>
        <p:cNvGrpSpPr/>
        <p:nvPr/>
      </p:nvGrpSpPr>
      <p:grpSpPr>
        <a:xfrm>
          <a:off x="0" y="0"/>
          <a:ext cx="0" cy="0"/>
          <a:chOff x="0" y="0"/>
          <a:chExt cx="0" cy="0"/>
        </a:xfrm>
      </p:grpSpPr>
      <p:sp>
        <p:nvSpPr>
          <p:cNvPr id="10492" name="Google Shape;10492;p133"/>
          <p:cNvSpPr txBox="1"/>
          <p:nvPr>
            <p:ph type="title"/>
          </p:nvPr>
        </p:nvSpPr>
        <p:spPr>
          <a:xfrm>
            <a:off x="1168725" y="2518175"/>
            <a:ext cx="6755700" cy="8418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0493" name="Google Shape;10493;p133"/>
          <p:cNvSpPr txBox="1"/>
          <p:nvPr>
            <p:ph hasCustomPrompt="1" idx="2" type="title"/>
          </p:nvPr>
        </p:nvSpPr>
        <p:spPr>
          <a:xfrm>
            <a:off x="3922651" y="1497600"/>
            <a:ext cx="1298700" cy="841800"/>
          </a:xfrm>
          <a:prstGeom prst="rect">
            <a:avLst/>
          </a:prstGeom>
          <a:noFill/>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solidFill>
                  <a:schemeClr val="lt2"/>
                </a:solidFill>
              </a:defRPr>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10494" name="Google Shape;10494;p133"/>
          <p:cNvSpPr txBox="1"/>
          <p:nvPr>
            <p:ph idx="1" type="subTitle"/>
          </p:nvPr>
        </p:nvSpPr>
        <p:spPr>
          <a:xfrm>
            <a:off x="1168725" y="3270900"/>
            <a:ext cx="6755700" cy="3750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10495" name="Google Shape;10495;p133"/>
          <p:cNvGrpSpPr/>
          <p:nvPr/>
        </p:nvGrpSpPr>
        <p:grpSpPr>
          <a:xfrm>
            <a:off x="211374" y="49052"/>
            <a:ext cx="8723306" cy="5150587"/>
            <a:chOff x="211374" y="49052"/>
            <a:chExt cx="8723306" cy="5150587"/>
          </a:xfrm>
        </p:grpSpPr>
        <p:grpSp>
          <p:nvGrpSpPr>
            <p:cNvPr id="10496" name="Google Shape;10496;p133"/>
            <p:cNvGrpSpPr/>
            <p:nvPr/>
          </p:nvGrpSpPr>
          <p:grpSpPr>
            <a:xfrm>
              <a:off x="1473971" y="4675685"/>
              <a:ext cx="927849" cy="523955"/>
              <a:chOff x="3701784" y="1690738"/>
              <a:chExt cx="473416" cy="267338"/>
            </a:xfrm>
          </p:grpSpPr>
          <p:sp>
            <p:nvSpPr>
              <p:cNvPr id="10497" name="Google Shape;10497;p133"/>
              <p:cNvSpPr/>
              <p:nvPr/>
            </p:nvSpPr>
            <p:spPr>
              <a:xfrm>
                <a:off x="3701784" y="1690738"/>
                <a:ext cx="472025" cy="265900"/>
              </a:xfrm>
              <a:custGeom>
                <a:rect b="b" l="l" r="r" t="t"/>
                <a:pathLst>
                  <a:path extrusionOk="0" h="10636" w="18881">
                    <a:moveTo>
                      <a:pt x="9441" y="0"/>
                    </a:moveTo>
                    <a:cubicBezTo>
                      <a:pt x="4235" y="0"/>
                      <a:pt x="0" y="4236"/>
                      <a:pt x="0" y="9440"/>
                    </a:cubicBezTo>
                    <a:cubicBezTo>
                      <a:pt x="0" y="10102"/>
                      <a:pt x="536" y="10635"/>
                      <a:pt x="1195" y="10635"/>
                    </a:cubicBezTo>
                    <a:cubicBezTo>
                      <a:pt x="1855" y="10635"/>
                      <a:pt x="2389" y="10100"/>
                      <a:pt x="2389" y="9440"/>
                    </a:cubicBezTo>
                    <a:cubicBezTo>
                      <a:pt x="2389" y="5553"/>
                      <a:pt x="5552" y="2390"/>
                      <a:pt x="9439" y="2390"/>
                    </a:cubicBezTo>
                    <a:cubicBezTo>
                      <a:pt x="13326" y="2390"/>
                      <a:pt x="16489" y="5554"/>
                      <a:pt x="16489" y="9440"/>
                    </a:cubicBezTo>
                    <a:cubicBezTo>
                      <a:pt x="16489" y="10102"/>
                      <a:pt x="17024" y="10635"/>
                      <a:pt x="17683" y="10635"/>
                    </a:cubicBezTo>
                    <a:cubicBezTo>
                      <a:pt x="18343" y="10635"/>
                      <a:pt x="18878" y="10100"/>
                      <a:pt x="18878" y="9440"/>
                    </a:cubicBezTo>
                    <a:cubicBezTo>
                      <a:pt x="18880" y="4236"/>
                      <a:pt x="14646" y="0"/>
                      <a:pt x="9441"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133"/>
              <p:cNvSpPr/>
              <p:nvPr/>
            </p:nvSpPr>
            <p:spPr>
              <a:xfrm>
                <a:off x="3703175" y="1692175"/>
                <a:ext cx="472025" cy="265900"/>
              </a:xfrm>
              <a:custGeom>
                <a:rect b="b" l="l" r="r" t="t"/>
                <a:pathLst>
                  <a:path extrusionOk="0" h="10636" w="18881">
                    <a:moveTo>
                      <a:pt x="9441" y="0"/>
                    </a:moveTo>
                    <a:cubicBezTo>
                      <a:pt x="4236" y="0"/>
                      <a:pt x="1" y="4236"/>
                      <a:pt x="1" y="9440"/>
                    </a:cubicBezTo>
                    <a:cubicBezTo>
                      <a:pt x="1" y="10099"/>
                      <a:pt x="535" y="10635"/>
                      <a:pt x="1196" y="10635"/>
                    </a:cubicBezTo>
                    <a:cubicBezTo>
                      <a:pt x="1855" y="10635"/>
                      <a:pt x="2390" y="10100"/>
                      <a:pt x="2390" y="9440"/>
                    </a:cubicBezTo>
                    <a:cubicBezTo>
                      <a:pt x="2390" y="5553"/>
                      <a:pt x="5552" y="2390"/>
                      <a:pt x="9440" y="2390"/>
                    </a:cubicBezTo>
                    <a:cubicBezTo>
                      <a:pt x="13327" y="2390"/>
                      <a:pt x="16490" y="5552"/>
                      <a:pt x="16490" y="9440"/>
                    </a:cubicBezTo>
                    <a:cubicBezTo>
                      <a:pt x="16490" y="10099"/>
                      <a:pt x="17023" y="10635"/>
                      <a:pt x="17684" y="10635"/>
                    </a:cubicBezTo>
                    <a:cubicBezTo>
                      <a:pt x="18344" y="10635"/>
                      <a:pt x="18879" y="10099"/>
                      <a:pt x="18881" y="9440"/>
                    </a:cubicBezTo>
                    <a:cubicBezTo>
                      <a:pt x="18881" y="4236"/>
                      <a:pt x="14646" y="0"/>
                      <a:pt x="9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133"/>
            <p:cNvGrpSpPr/>
            <p:nvPr/>
          </p:nvGrpSpPr>
          <p:grpSpPr>
            <a:xfrm>
              <a:off x="8721849" y="1115708"/>
              <a:ext cx="185799" cy="185799"/>
              <a:chOff x="5035425" y="2779450"/>
              <a:chExt cx="94800" cy="94800"/>
            </a:xfrm>
          </p:grpSpPr>
          <p:sp>
            <p:nvSpPr>
              <p:cNvPr id="10500" name="Google Shape;10500;p133"/>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33"/>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2" name="Google Shape;10502;p133"/>
            <p:cNvGrpSpPr/>
            <p:nvPr/>
          </p:nvGrpSpPr>
          <p:grpSpPr>
            <a:xfrm>
              <a:off x="8006824" y="3606683"/>
              <a:ext cx="927856" cy="1370885"/>
              <a:chOff x="3074375" y="2791788"/>
              <a:chExt cx="262425" cy="387738"/>
            </a:xfrm>
          </p:grpSpPr>
          <p:sp>
            <p:nvSpPr>
              <p:cNvPr id="10503" name="Google Shape;10503;p133"/>
              <p:cNvSpPr/>
              <p:nvPr/>
            </p:nvSpPr>
            <p:spPr>
              <a:xfrm>
                <a:off x="3074396" y="2791788"/>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4" name="Google Shape;10504;p133"/>
              <p:cNvGrpSpPr/>
              <p:nvPr/>
            </p:nvGrpSpPr>
            <p:grpSpPr>
              <a:xfrm>
                <a:off x="3074375" y="2791800"/>
                <a:ext cx="262425" cy="387725"/>
                <a:chOff x="3074375" y="2791800"/>
                <a:chExt cx="262425" cy="387725"/>
              </a:xfrm>
            </p:grpSpPr>
            <p:sp>
              <p:nvSpPr>
                <p:cNvPr id="10505" name="Google Shape;10505;p133"/>
                <p:cNvSpPr/>
                <p:nvPr/>
              </p:nvSpPr>
              <p:spPr>
                <a:xfrm>
                  <a:off x="3074425" y="2791925"/>
                  <a:ext cx="262375" cy="387600"/>
                </a:xfrm>
                <a:custGeom>
                  <a:rect b="b" l="l" r="r" t="t"/>
                  <a:pathLst>
                    <a:path extrusionOk="0" h="15504" w="10495">
                      <a:moveTo>
                        <a:pt x="0" y="1"/>
                      </a:moveTo>
                      <a:lnTo>
                        <a:pt x="0" y="10256"/>
                      </a:lnTo>
                      <a:cubicBezTo>
                        <a:pt x="0" y="10416"/>
                        <a:pt x="9" y="10575"/>
                        <a:pt x="22" y="10733"/>
                      </a:cubicBezTo>
                      <a:cubicBezTo>
                        <a:pt x="31" y="10834"/>
                        <a:pt x="44" y="10937"/>
                        <a:pt x="59" y="11038"/>
                      </a:cubicBezTo>
                      <a:cubicBezTo>
                        <a:pt x="62" y="11068"/>
                        <a:pt x="67" y="11099"/>
                        <a:pt x="73" y="11128"/>
                      </a:cubicBezTo>
                      <a:cubicBezTo>
                        <a:pt x="86" y="11208"/>
                        <a:pt x="102" y="11288"/>
                        <a:pt x="118" y="11367"/>
                      </a:cubicBezTo>
                      <a:cubicBezTo>
                        <a:pt x="180" y="11653"/>
                        <a:pt x="266" y="11930"/>
                        <a:pt x="371" y="12196"/>
                      </a:cubicBezTo>
                      <a:cubicBezTo>
                        <a:pt x="479" y="12468"/>
                        <a:pt x="609" y="12730"/>
                        <a:pt x="760" y="12977"/>
                      </a:cubicBezTo>
                      <a:cubicBezTo>
                        <a:pt x="865" y="13148"/>
                        <a:pt x="977" y="13311"/>
                        <a:pt x="1099" y="13468"/>
                      </a:cubicBezTo>
                      <a:cubicBezTo>
                        <a:pt x="1209" y="13609"/>
                        <a:pt x="1325" y="13744"/>
                        <a:pt x="1449" y="13873"/>
                      </a:cubicBezTo>
                      <a:cubicBezTo>
                        <a:pt x="1473" y="13898"/>
                        <a:pt x="1496" y="13923"/>
                        <a:pt x="1520" y="13947"/>
                      </a:cubicBezTo>
                      <a:lnTo>
                        <a:pt x="1538" y="13965"/>
                      </a:lnTo>
                      <a:cubicBezTo>
                        <a:pt x="1646" y="14074"/>
                        <a:pt x="1761" y="14177"/>
                        <a:pt x="1879" y="14278"/>
                      </a:cubicBezTo>
                      <a:cubicBezTo>
                        <a:pt x="1962" y="14348"/>
                        <a:pt x="2048" y="14415"/>
                        <a:pt x="2137" y="14481"/>
                      </a:cubicBezTo>
                      <a:cubicBezTo>
                        <a:pt x="2177" y="14511"/>
                        <a:pt x="2219" y="14542"/>
                        <a:pt x="2260" y="14570"/>
                      </a:cubicBezTo>
                      <a:cubicBezTo>
                        <a:pt x="2425" y="14683"/>
                        <a:pt x="2595" y="14789"/>
                        <a:pt x="2771" y="14883"/>
                      </a:cubicBezTo>
                      <a:cubicBezTo>
                        <a:pt x="2790" y="14894"/>
                        <a:pt x="2806" y="14903"/>
                        <a:pt x="2825" y="14912"/>
                      </a:cubicBezTo>
                      <a:cubicBezTo>
                        <a:pt x="2889" y="14945"/>
                        <a:pt x="2954" y="14977"/>
                        <a:pt x="3019" y="15008"/>
                      </a:cubicBezTo>
                      <a:cubicBezTo>
                        <a:pt x="3179" y="15084"/>
                        <a:pt x="3344" y="15151"/>
                        <a:pt x="3512" y="15209"/>
                      </a:cubicBezTo>
                      <a:cubicBezTo>
                        <a:pt x="3550" y="15223"/>
                        <a:pt x="3589" y="15235"/>
                        <a:pt x="3627" y="15249"/>
                      </a:cubicBezTo>
                      <a:cubicBezTo>
                        <a:pt x="3774" y="15296"/>
                        <a:pt x="3922" y="15337"/>
                        <a:pt x="4075" y="15372"/>
                      </a:cubicBezTo>
                      <a:cubicBezTo>
                        <a:pt x="4117" y="15382"/>
                        <a:pt x="4158" y="15392"/>
                        <a:pt x="4201" y="15399"/>
                      </a:cubicBezTo>
                      <a:cubicBezTo>
                        <a:pt x="4426" y="15446"/>
                        <a:pt x="4655" y="15477"/>
                        <a:pt x="4889" y="15492"/>
                      </a:cubicBezTo>
                      <a:cubicBezTo>
                        <a:pt x="5008" y="15500"/>
                        <a:pt x="5127" y="15504"/>
                        <a:pt x="5248" y="15504"/>
                      </a:cubicBezTo>
                      <a:cubicBezTo>
                        <a:pt x="5358" y="15504"/>
                        <a:pt x="5468" y="15500"/>
                        <a:pt x="5576" y="15493"/>
                      </a:cubicBezTo>
                      <a:cubicBezTo>
                        <a:pt x="5690" y="15486"/>
                        <a:pt x="5801" y="15476"/>
                        <a:pt x="5913" y="15461"/>
                      </a:cubicBezTo>
                      <a:cubicBezTo>
                        <a:pt x="5937" y="15457"/>
                        <a:pt x="5963" y="15455"/>
                        <a:pt x="5989" y="15451"/>
                      </a:cubicBezTo>
                      <a:cubicBezTo>
                        <a:pt x="6082" y="15439"/>
                        <a:pt x="6174" y="15423"/>
                        <a:pt x="6264" y="15404"/>
                      </a:cubicBezTo>
                      <a:cubicBezTo>
                        <a:pt x="6365" y="15384"/>
                        <a:pt x="6464" y="15362"/>
                        <a:pt x="6563" y="15336"/>
                      </a:cubicBezTo>
                      <a:cubicBezTo>
                        <a:pt x="6695" y="15302"/>
                        <a:pt x="6824" y="15264"/>
                        <a:pt x="6951" y="15220"/>
                      </a:cubicBezTo>
                      <a:cubicBezTo>
                        <a:pt x="7098" y="15170"/>
                        <a:pt x="7242" y="15113"/>
                        <a:pt x="7381" y="15052"/>
                      </a:cubicBezTo>
                      <a:cubicBezTo>
                        <a:pt x="7452" y="15019"/>
                        <a:pt x="7526" y="14985"/>
                        <a:pt x="7596" y="14949"/>
                      </a:cubicBezTo>
                      <a:cubicBezTo>
                        <a:pt x="7610" y="14941"/>
                        <a:pt x="7625" y="14935"/>
                        <a:pt x="7639" y="14928"/>
                      </a:cubicBezTo>
                      <a:cubicBezTo>
                        <a:pt x="7715" y="14887"/>
                        <a:pt x="7791" y="14847"/>
                        <a:pt x="7866" y="14804"/>
                      </a:cubicBezTo>
                      <a:cubicBezTo>
                        <a:pt x="8024" y="14712"/>
                        <a:pt x="8178" y="14611"/>
                        <a:pt x="8326" y="14505"/>
                      </a:cubicBezTo>
                      <a:cubicBezTo>
                        <a:pt x="8519" y="14365"/>
                        <a:pt x="8702" y="14213"/>
                        <a:pt x="8873" y="14048"/>
                      </a:cubicBezTo>
                      <a:cubicBezTo>
                        <a:pt x="8921" y="14002"/>
                        <a:pt x="8967" y="13956"/>
                        <a:pt x="9014" y="13908"/>
                      </a:cubicBezTo>
                      <a:cubicBezTo>
                        <a:pt x="9052" y="13868"/>
                        <a:pt x="9091" y="13827"/>
                        <a:pt x="9128" y="13785"/>
                      </a:cubicBezTo>
                      <a:cubicBezTo>
                        <a:pt x="9343" y="13551"/>
                        <a:pt x="9535" y="13298"/>
                        <a:pt x="9702" y="13029"/>
                      </a:cubicBezTo>
                      <a:cubicBezTo>
                        <a:pt x="9721" y="13000"/>
                        <a:pt x="9737" y="12973"/>
                        <a:pt x="9754" y="12944"/>
                      </a:cubicBezTo>
                      <a:cubicBezTo>
                        <a:pt x="9766" y="12924"/>
                        <a:pt x="9779" y="12903"/>
                        <a:pt x="9790" y="12882"/>
                      </a:cubicBezTo>
                      <a:cubicBezTo>
                        <a:pt x="9854" y="12773"/>
                        <a:pt x="9913" y="12662"/>
                        <a:pt x="9968" y="12549"/>
                      </a:cubicBezTo>
                      <a:cubicBezTo>
                        <a:pt x="10132" y="12210"/>
                        <a:pt x="10263" y="11853"/>
                        <a:pt x="10351" y="11479"/>
                      </a:cubicBezTo>
                      <a:cubicBezTo>
                        <a:pt x="10366" y="11421"/>
                        <a:pt x="10379" y="11362"/>
                        <a:pt x="10390" y="11302"/>
                      </a:cubicBezTo>
                      <a:cubicBezTo>
                        <a:pt x="10459" y="10964"/>
                        <a:pt x="10495" y="10613"/>
                        <a:pt x="10495" y="10253"/>
                      </a:cubicBezTo>
                      <a:lnTo>
                        <a:pt x="104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133"/>
                <p:cNvSpPr/>
                <p:nvPr/>
              </p:nvSpPr>
              <p:spPr>
                <a:xfrm>
                  <a:off x="3074425" y="2912325"/>
                  <a:ext cx="152250" cy="55200"/>
                </a:xfrm>
                <a:custGeom>
                  <a:rect b="b" l="l" r="r" t="t"/>
                  <a:pathLst>
                    <a:path extrusionOk="0" h="2208" w="6090">
                      <a:moveTo>
                        <a:pt x="0" y="0"/>
                      </a:moveTo>
                      <a:lnTo>
                        <a:pt x="0" y="1144"/>
                      </a:lnTo>
                      <a:cubicBezTo>
                        <a:pt x="1551" y="1827"/>
                        <a:pt x="3267" y="2208"/>
                        <a:pt x="5071" y="2208"/>
                      </a:cubicBezTo>
                      <a:cubicBezTo>
                        <a:pt x="5109" y="2208"/>
                        <a:pt x="5146" y="2208"/>
                        <a:pt x="5185" y="2204"/>
                      </a:cubicBezTo>
                      <a:cubicBezTo>
                        <a:pt x="5198" y="2205"/>
                        <a:pt x="5210" y="2206"/>
                        <a:pt x="5223" y="2206"/>
                      </a:cubicBezTo>
                      <a:cubicBezTo>
                        <a:pt x="5240" y="2206"/>
                        <a:pt x="5257" y="2204"/>
                        <a:pt x="5275" y="2200"/>
                      </a:cubicBezTo>
                      <a:cubicBezTo>
                        <a:pt x="5293" y="2201"/>
                        <a:pt x="5310" y="2202"/>
                        <a:pt x="5327" y="2202"/>
                      </a:cubicBezTo>
                      <a:cubicBezTo>
                        <a:pt x="5357" y="2202"/>
                        <a:pt x="5386" y="2200"/>
                        <a:pt x="5417" y="2196"/>
                      </a:cubicBezTo>
                      <a:cubicBezTo>
                        <a:pt x="5420" y="2198"/>
                        <a:pt x="5424" y="2199"/>
                        <a:pt x="5428" y="2199"/>
                      </a:cubicBezTo>
                      <a:cubicBezTo>
                        <a:pt x="5431" y="2199"/>
                        <a:pt x="5435" y="2198"/>
                        <a:pt x="5438" y="2196"/>
                      </a:cubicBezTo>
                      <a:cubicBezTo>
                        <a:pt x="5439" y="2197"/>
                        <a:pt x="5440" y="2198"/>
                        <a:pt x="5443" y="2198"/>
                      </a:cubicBezTo>
                      <a:cubicBezTo>
                        <a:pt x="5445" y="2198"/>
                        <a:pt x="5447" y="2197"/>
                        <a:pt x="5448" y="2196"/>
                      </a:cubicBezTo>
                      <a:cubicBezTo>
                        <a:pt x="5450" y="2198"/>
                        <a:pt x="5452" y="2199"/>
                        <a:pt x="5453" y="2199"/>
                      </a:cubicBezTo>
                      <a:cubicBezTo>
                        <a:pt x="5455" y="2199"/>
                        <a:pt x="5457" y="2198"/>
                        <a:pt x="5459" y="2196"/>
                      </a:cubicBezTo>
                      <a:cubicBezTo>
                        <a:pt x="5462" y="2198"/>
                        <a:pt x="5467" y="2199"/>
                        <a:pt x="5471" y="2199"/>
                      </a:cubicBezTo>
                      <a:cubicBezTo>
                        <a:pt x="5475" y="2199"/>
                        <a:pt x="5480" y="2198"/>
                        <a:pt x="5483" y="2196"/>
                      </a:cubicBezTo>
                      <a:cubicBezTo>
                        <a:pt x="5485" y="2198"/>
                        <a:pt x="5487" y="2199"/>
                        <a:pt x="5490" y="2199"/>
                      </a:cubicBezTo>
                      <a:cubicBezTo>
                        <a:pt x="5493" y="2199"/>
                        <a:pt x="5495" y="2198"/>
                        <a:pt x="5497" y="2196"/>
                      </a:cubicBezTo>
                      <a:cubicBezTo>
                        <a:pt x="5498" y="2198"/>
                        <a:pt x="5499" y="2198"/>
                        <a:pt x="5501" y="2198"/>
                      </a:cubicBezTo>
                      <a:cubicBezTo>
                        <a:pt x="5503" y="2198"/>
                        <a:pt x="5505" y="2196"/>
                        <a:pt x="5507" y="2196"/>
                      </a:cubicBezTo>
                      <a:lnTo>
                        <a:pt x="5514" y="2196"/>
                      </a:lnTo>
                      <a:cubicBezTo>
                        <a:pt x="5521" y="2196"/>
                        <a:pt x="5525" y="2196"/>
                        <a:pt x="5531" y="2192"/>
                      </a:cubicBezTo>
                      <a:cubicBezTo>
                        <a:pt x="5532" y="2194"/>
                        <a:pt x="5532" y="2195"/>
                        <a:pt x="5533" y="2195"/>
                      </a:cubicBezTo>
                      <a:cubicBezTo>
                        <a:pt x="5534" y="2195"/>
                        <a:pt x="5535" y="2194"/>
                        <a:pt x="5537" y="2192"/>
                      </a:cubicBezTo>
                      <a:cubicBezTo>
                        <a:pt x="5537" y="2192"/>
                        <a:pt x="5538" y="2194"/>
                        <a:pt x="5540" y="2194"/>
                      </a:cubicBezTo>
                      <a:cubicBezTo>
                        <a:pt x="5541" y="2194"/>
                        <a:pt x="5542" y="2194"/>
                        <a:pt x="5543" y="2192"/>
                      </a:cubicBezTo>
                      <a:cubicBezTo>
                        <a:pt x="5545" y="2194"/>
                        <a:pt x="5548" y="2195"/>
                        <a:pt x="5552" y="2195"/>
                      </a:cubicBezTo>
                      <a:cubicBezTo>
                        <a:pt x="5555" y="2195"/>
                        <a:pt x="5559" y="2194"/>
                        <a:pt x="5562" y="2192"/>
                      </a:cubicBezTo>
                      <a:cubicBezTo>
                        <a:pt x="5565" y="2194"/>
                        <a:pt x="5568" y="2195"/>
                        <a:pt x="5573" y="2195"/>
                      </a:cubicBezTo>
                      <a:cubicBezTo>
                        <a:pt x="5577" y="2195"/>
                        <a:pt x="5581" y="2194"/>
                        <a:pt x="5587" y="2192"/>
                      </a:cubicBezTo>
                      <a:lnTo>
                        <a:pt x="5603" y="2192"/>
                      </a:lnTo>
                      <a:cubicBezTo>
                        <a:pt x="5620" y="2192"/>
                        <a:pt x="5636" y="2192"/>
                        <a:pt x="5655" y="2188"/>
                      </a:cubicBezTo>
                      <a:lnTo>
                        <a:pt x="5659" y="2188"/>
                      </a:lnTo>
                      <a:cubicBezTo>
                        <a:pt x="5660" y="2187"/>
                        <a:pt x="5661" y="2187"/>
                        <a:pt x="5661" y="2187"/>
                      </a:cubicBezTo>
                      <a:cubicBezTo>
                        <a:pt x="5662" y="2187"/>
                        <a:pt x="5662" y="2188"/>
                        <a:pt x="5662" y="2188"/>
                      </a:cubicBezTo>
                      <a:cubicBezTo>
                        <a:pt x="5804" y="2181"/>
                        <a:pt x="5948" y="2170"/>
                        <a:pt x="6089" y="2160"/>
                      </a:cubicBezTo>
                      <a:cubicBezTo>
                        <a:pt x="6014" y="2154"/>
                        <a:pt x="5937" y="2146"/>
                        <a:pt x="5862" y="2145"/>
                      </a:cubicBezTo>
                      <a:cubicBezTo>
                        <a:pt x="5840" y="2142"/>
                        <a:pt x="5820" y="2142"/>
                        <a:pt x="5799" y="2138"/>
                      </a:cubicBezTo>
                      <a:cubicBezTo>
                        <a:pt x="5751" y="2135"/>
                        <a:pt x="5702" y="2128"/>
                        <a:pt x="5654" y="2121"/>
                      </a:cubicBezTo>
                      <a:lnTo>
                        <a:pt x="5650" y="2121"/>
                      </a:lnTo>
                      <a:cubicBezTo>
                        <a:pt x="5633" y="2121"/>
                        <a:pt x="5616" y="2118"/>
                        <a:pt x="5598" y="2118"/>
                      </a:cubicBezTo>
                      <a:cubicBezTo>
                        <a:pt x="5594" y="2118"/>
                        <a:pt x="5588" y="2114"/>
                        <a:pt x="5583" y="2114"/>
                      </a:cubicBezTo>
                      <a:lnTo>
                        <a:pt x="5571" y="2114"/>
                      </a:lnTo>
                      <a:cubicBezTo>
                        <a:pt x="5565" y="2114"/>
                        <a:pt x="5557" y="2110"/>
                        <a:pt x="5550" y="2110"/>
                      </a:cubicBezTo>
                      <a:lnTo>
                        <a:pt x="5546" y="2110"/>
                      </a:lnTo>
                      <a:cubicBezTo>
                        <a:pt x="5539" y="2110"/>
                        <a:pt x="5536" y="2110"/>
                        <a:pt x="5532" y="2105"/>
                      </a:cubicBezTo>
                      <a:lnTo>
                        <a:pt x="5515" y="2105"/>
                      </a:lnTo>
                      <a:cubicBezTo>
                        <a:pt x="5513" y="2105"/>
                        <a:pt x="5511" y="2104"/>
                        <a:pt x="5509" y="2104"/>
                      </a:cubicBezTo>
                      <a:cubicBezTo>
                        <a:pt x="5508" y="2104"/>
                        <a:pt x="5506" y="2104"/>
                        <a:pt x="5505" y="2105"/>
                      </a:cubicBezTo>
                      <a:cubicBezTo>
                        <a:pt x="5501" y="2102"/>
                        <a:pt x="5499" y="2102"/>
                        <a:pt x="5495" y="2102"/>
                      </a:cubicBezTo>
                      <a:lnTo>
                        <a:pt x="5491" y="2102"/>
                      </a:lnTo>
                      <a:cubicBezTo>
                        <a:pt x="5480" y="2102"/>
                        <a:pt x="5471" y="2098"/>
                        <a:pt x="5464" y="2098"/>
                      </a:cubicBezTo>
                      <a:cubicBezTo>
                        <a:pt x="5457" y="2098"/>
                        <a:pt x="5449" y="2094"/>
                        <a:pt x="5446" y="2094"/>
                      </a:cubicBezTo>
                      <a:cubicBezTo>
                        <a:pt x="5436" y="2094"/>
                        <a:pt x="5426" y="2090"/>
                        <a:pt x="5415" y="2090"/>
                      </a:cubicBezTo>
                      <a:lnTo>
                        <a:pt x="5411" y="2090"/>
                      </a:lnTo>
                      <a:cubicBezTo>
                        <a:pt x="5370" y="2084"/>
                        <a:pt x="5328" y="2080"/>
                        <a:pt x="5286" y="2073"/>
                      </a:cubicBezTo>
                      <a:cubicBezTo>
                        <a:pt x="5279" y="2069"/>
                        <a:pt x="5272" y="2069"/>
                        <a:pt x="5266" y="2069"/>
                      </a:cubicBezTo>
                      <a:cubicBezTo>
                        <a:pt x="3332" y="1783"/>
                        <a:pt x="1542" y="106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33"/>
                <p:cNvSpPr/>
                <p:nvPr/>
              </p:nvSpPr>
              <p:spPr>
                <a:xfrm>
                  <a:off x="3198150" y="2965550"/>
                  <a:ext cx="138650" cy="46475"/>
                </a:xfrm>
                <a:custGeom>
                  <a:rect b="b" l="l" r="r" t="t"/>
                  <a:pathLst>
                    <a:path extrusionOk="0" h="1859" w="5546">
                      <a:moveTo>
                        <a:pt x="1025" y="0"/>
                      </a:moveTo>
                      <a:cubicBezTo>
                        <a:pt x="985" y="0"/>
                        <a:pt x="948" y="0"/>
                        <a:pt x="909" y="3"/>
                      </a:cubicBezTo>
                      <a:cubicBezTo>
                        <a:pt x="899" y="3"/>
                        <a:pt x="889" y="2"/>
                        <a:pt x="879" y="2"/>
                      </a:cubicBezTo>
                      <a:cubicBezTo>
                        <a:pt x="861" y="2"/>
                        <a:pt x="844" y="4"/>
                        <a:pt x="825" y="7"/>
                      </a:cubicBezTo>
                      <a:cubicBezTo>
                        <a:pt x="808" y="7"/>
                        <a:pt x="789" y="6"/>
                        <a:pt x="771" y="6"/>
                      </a:cubicBezTo>
                      <a:cubicBezTo>
                        <a:pt x="739" y="6"/>
                        <a:pt x="707" y="8"/>
                        <a:pt x="676" y="12"/>
                      </a:cubicBezTo>
                      <a:cubicBezTo>
                        <a:pt x="672" y="9"/>
                        <a:pt x="668" y="8"/>
                        <a:pt x="663" y="8"/>
                      </a:cubicBezTo>
                      <a:cubicBezTo>
                        <a:pt x="659" y="8"/>
                        <a:pt x="655" y="9"/>
                        <a:pt x="651" y="12"/>
                      </a:cubicBezTo>
                      <a:cubicBezTo>
                        <a:pt x="650" y="11"/>
                        <a:pt x="648" y="8"/>
                        <a:pt x="646" y="8"/>
                      </a:cubicBezTo>
                      <a:cubicBezTo>
                        <a:pt x="644" y="8"/>
                        <a:pt x="643" y="11"/>
                        <a:pt x="641" y="12"/>
                      </a:cubicBezTo>
                      <a:cubicBezTo>
                        <a:pt x="640" y="9"/>
                        <a:pt x="639" y="8"/>
                        <a:pt x="638" y="8"/>
                      </a:cubicBezTo>
                      <a:cubicBezTo>
                        <a:pt x="638" y="8"/>
                        <a:pt x="637" y="9"/>
                        <a:pt x="634" y="12"/>
                      </a:cubicBezTo>
                      <a:cubicBezTo>
                        <a:pt x="631" y="9"/>
                        <a:pt x="627" y="8"/>
                        <a:pt x="622" y="8"/>
                      </a:cubicBezTo>
                      <a:cubicBezTo>
                        <a:pt x="618" y="8"/>
                        <a:pt x="613" y="9"/>
                        <a:pt x="610" y="12"/>
                      </a:cubicBezTo>
                      <a:cubicBezTo>
                        <a:pt x="606" y="9"/>
                        <a:pt x="603" y="8"/>
                        <a:pt x="601" y="8"/>
                      </a:cubicBezTo>
                      <a:cubicBezTo>
                        <a:pt x="598" y="8"/>
                        <a:pt x="595" y="9"/>
                        <a:pt x="592" y="12"/>
                      </a:cubicBezTo>
                      <a:lnTo>
                        <a:pt x="576" y="12"/>
                      </a:lnTo>
                      <a:cubicBezTo>
                        <a:pt x="568" y="12"/>
                        <a:pt x="565" y="12"/>
                        <a:pt x="558" y="16"/>
                      </a:cubicBezTo>
                      <a:lnTo>
                        <a:pt x="555" y="16"/>
                      </a:lnTo>
                      <a:cubicBezTo>
                        <a:pt x="553" y="14"/>
                        <a:pt x="551" y="13"/>
                        <a:pt x="549" y="13"/>
                      </a:cubicBezTo>
                      <a:cubicBezTo>
                        <a:pt x="548" y="13"/>
                        <a:pt x="546" y="14"/>
                        <a:pt x="545" y="16"/>
                      </a:cubicBezTo>
                      <a:cubicBezTo>
                        <a:pt x="543" y="14"/>
                        <a:pt x="540" y="13"/>
                        <a:pt x="536" y="13"/>
                      </a:cubicBezTo>
                      <a:cubicBezTo>
                        <a:pt x="533" y="13"/>
                        <a:pt x="529" y="14"/>
                        <a:pt x="526" y="16"/>
                      </a:cubicBezTo>
                      <a:cubicBezTo>
                        <a:pt x="523" y="14"/>
                        <a:pt x="519" y="13"/>
                        <a:pt x="515" y="13"/>
                      </a:cubicBezTo>
                      <a:cubicBezTo>
                        <a:pt x="511" y="13"/>
                        <a:pt x="506" y="14"/>
                        <a:pt x="501" y="16"/>
                      </a:cubicBezTo>
                      <a:lnTo>
                        <a:pt x="473" y="16"/>
                      </a:lnTo>
                      <a:cubicBezTo>
                        <a:pt x="462" y="17"/>
                        <a:pt x="449" y="17"/>
                        <a:pt x="436" y="19"/>
                      </a:cubicBezTo>
                      <a:lnTo>
                        <a:pt x="432" y="19"/>
                      </a:lnTo>
                      <a:cubicBezTo>
                        <a:pt x="290" y="27"/>
                        <a:pt x="143" y="37"/>
                        <a:pt x="1" y="48"/>
                      </a:cubicBezTo>
                      <a:cubicBezTo>
                        <a:pt x="77" y="54"/>
                        <a:pt x="155" y="62"/>
                        <a:pt x="231" y="68"/>
                      </a:cubicBezTo>
                      <a:cubicBezTo>
                        <a:pt x="256" y="70"/>
                        <a:pt x="276" y="70"/>
                        <a:pt x="300" y="75"/>
                      </a:cubicBezTo>
                      <a:cubicBezTo>
                        <a:pt x="345" y="79"/>
                        <a:pt x="395" y="86"/>
                        <a:pt x="439" y="93"/>
                      </a:cubicBezTo>
                      <a:lnTo>
                        <a:pt x="444" y="93"/>
                      </a:lnTo>
                      <a:cubicBezTo>
                        <a:pt x="462" y="93"/>
                        <a:pt x="476" y="96"/>
                        <a:pt x="493" y="96"/>
                      </a:cubicBezTo>
                      <a:cubicBezTo>
                        <a:pt x="500" y="96"/>
                        <a:pt x="504" y="100"/>
                        <a:pt x="511" y="100"/>
                      </a:cubicBezTo>
                      <a:lnTo>
                        <a:pt x="525" y="100"/>
                      </a:lnTo>
                      <a:cubicBezTo>
                        <a:pt x="531" y="100"/>
                        <a:pt x="535" y="104"/>
                        <a:pt x="542" y="104"/>
                      </a:cubicBezTo>
                      <a:lnTo>
                        <a:pt x="546" y="104"/>
                      </a:lnTo>
                      <a:cubicBezTo>
                        <a:pt x="552" y="104"/>
                        <a:pt x="558" y="104"/>
                        <a:pt x="562" y="109"/>
                      </a:cubicBezTo>
                      <a:lnTo>
                        <a:pt x="587" y="109"/>
                      </a:lnTo>
                      <a:cubicBezTo>
                        <a:pt x="591" y="113"/>
                        <a:pt x="593" y="113"/>
                        <a:pt x="597" y="113"/>
                      </a:cubicBezTo>
                      <a:lnTo>
                        <a:pt x="606" y="113"/>
                      </a:lnTo>
                      <a:cubicBezTo>
                        <a:pt x="616" y="113"/>
                        <a:pt x="623" y="116"/>
                        <a:pt x="629" y="116"/>
                      </a:cubicBezTo>
                      <a:cubicBezTo>
                        <a:pt x="637" y="116"/>
                        <a:pt x="640" y="116"/>
                        <a:pt x="647" y="120"/>
                      </a:cubicBezTo>
                      <a:cubicBezTo>
                        <a:pt x="657" y="120"/>
                        <a:pt x="671" y="124"/>
                        <a:pt x="681" y="124"/>
                      </a:cubicBezTo>
                      <a:cubicBezTo>
                        <a:pt x="722" y="131"/>
                        <a:pt x="761" y="135"/>
                        <a:pt x="803" y="142"/>
                      </a:cubicBezTo>
                      <a:cubicBezTo>
                        <a:pt x="810" y="142"/>
                        <a:pt x="820" y="146"/>
                        <a:pt x="826" y="146"/>
                      </a:cubicBezTo>
                      <a:cubicBezTo>
                        <a:pt x="2536" y="396"/>
                        <a:pt x="4133" y="992"/>
                        <a:pt x="5546" y="1859"/>
                      </a:cubicBezTo>
                      <a:lnTo>
                        <a:pt x="5546" y="845"/>
                      </a:lnTo>
                      <a:cubicBezTo>
                        <a:pt x="4143" y="305"/>
                        <a:pt x="2619" y="6"/>
                        <a:pt x="1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133"/>
                <p:cNvSpPr/>
                <p:nvPr/>
              </p:nvSpPr>
              <p:spPr>
                <a:xfrm>
                  <a:off x="3211425" y="2791800"/>
                  <a:ext cx="84900" cy="189025"/>
                </a:xfrm>
                <a:custGeom>
                  <a:rect b="b" l="l" r="r" t="t"/>
                  <a:pathLst>
                    <a:path extrusionOk="0" h="7561" w="3396">
                      <a:moveTo>
                        <a:pt x="1835" y="1"/>
                      </a:moveTo>
                      <a:cubicBezTo>
                        <a:pt x="671" y="1906"/>
                        <a:pt x="0" y="4144"/>
                        <a:pt x="0" y="6538"/>
                      </a:cubicBezTo>
                      <a:cubicBezTo>
                        <a:pt x="0" y="6580"/>
                        <a:pt x="0" y="6619"/>
                        <a:pt x="4" y="6660"/>
                      </a:cubicBezTo>
                      <a:cubicBezTo>
                        <a:pt x="0" y="6684"/>
                        <a:pt x="0" y="6705"/>
                        <a:pt x="4" y="6729"/>
                      </a:cubicBezTo>
                      <a:cubicBezTo>
                        <a:pt x="4" y="6782"/>
                        <a:pt x="4" y="6832"/>
                        <a:pt x="9" y="6883"/>
                      </a:cubicBezTo>
                      <a:lnTo>
                        <a:pt x="9" y="6949"/>
                      </a:lnTo>
                      <a:cubicBezTo>
                        <a:pt x="9" y="6955"/>
                        <a:pt x="9" y="6963"/>
                        <a:pt x="12" y="6970"/>
                      </a:cubicBezTo>
                      <a:lnTo>
                        <a:pt x="12" y="7055"/>
                      </a:lnTo>
                      <a:cubicBezTo>
                        <a:pt x="12" y="7055"/>
                        <a:pt x="16" y="7055"/>
                        <a:pt x="12" y="7060"/>
                      </a:cubicBezTo>
                      <a:cubicBezTo>
                        <a:pt x="16" y="7064"/>
                        <a:pt x="16" y="7068"/>
                        <a:pt x="12" y="7074"/>
                      </a:cubicBezTo>
                      <a:cubicBezTo>
                        <a:pt x="16" y="7078"/>
                        <a:pt x="16" y="7080"/>
                        <a:pt x="16" y="7084"/>
                      </a:cubicBezTo>
                      <a:lnTo>
                        <a:pt x="16" y="7115"/>
                      </a:lnTo>
                      <a:cubicBezTo>
                        <a:pt x="16" y="7119"/>
                        <a:pt x="20" y="7126"/>
                        <a:pt x="20" y="7130"/>
                      </a:cubicBezTo>
                      <a:cubicBezTo>
                        <a:pt x="26" y="7271"/>
                        <a:pt x="36" y="7419"/>
                        <a:pt x="47" y="7560"/>
                      </a:cubicBezTo>
                      <a:cubicBezTo>
                        <a:pt x="53" y="7481"/>
                        <a:pt x="61" y="7404"/>
                        <a:pt x="67" y="7324"/>
                      </a:cubicBezTo>
                      <a:cubicBezTo>
                        <a:pt x="70" y="7303"/>
                        <a:pt x="70" y="7283"/>
                        <a:pt x="74" y="7262"/>
                      </a:cubicBezTo>
                      <a:lnTo>
                        <a:pt x="74" y="7259"/>
                      </a:lnTo>
                      <a:cubicBezTo>
                        <a:pt x="78" y="7213"/>
                        <a:pt x="86" y="7168"/>
                        <a:pt x="92" y="7123"/>
                      </a:cubicBezTo>
                      <a:lnTo>
                        <a:pt x="92" y="7119"/>
                      </a:lnTo>
                      <a:cubicBezTo>
                        <a:pt x="92" y="7102"/>
                        <a:pt x="96" y="7085"/>
                        <a:pt x="96" y="7068"/>
                      </a:cubicBezTo>
                      <a:cubicBezTo>
                        <a:pt x="96" y="7060"/>
                        <a:pt x="99" y="7055"/>
                        <a:pt x="99" y="7049"/>
                      </a:cubicBezTo>
                      <a:cubicBezTo>
                        <a:pt x="103" y="7049"/>
                        <a:pt x="99" y="7045"/>
                        <a:pt x="99" y="7045"/>
                      </a:cubicBezTo>
                      <a:lnTo>
                        <a:pt x="99" y="7039"/>
                      </a:lnTo>
                      <a:cubicBezTo>
                        <a:pt x="99" y="7033"/>
                        <a:pt x="103" y="7025"/>
                        <a:pt x="103" y="7018"/>
                      </a:cubicBezTo>
                      <a:lnTo>
                        <a:pt x="103" y="7012"/>
                      </a:lnTo>
                      <a:cubicBezTo>
                        <a:pt x="103" y="7008"/>
                        <a:pt x="103" y="7006"/>
                        <a:pt x="108" y="7002"/>
                      </a:cubicBezTo>
                      <a:lnTo>
                        <a:pt x="108" y="6977"/>
                      </a:lnTo>
                      <a:lnTo>
                        <a:pt x="108" y="6973"/>
                      </a:lnTo>
                      <a:cubicBezTo>
                        <a:pt x="112" y="6971"/>
                        <a:pt x="112" y="6967"/>
                        <a:pt x="112" y="6967"/>
                      </a:cubicBezTo>
                      <a:lnTo>
                        <a:pt x="112" y="6961"/>
                      </a:lnTo>
                      <a:cubicBezTo>
                        <a:pt x="112" y="6950"/>
                        <a:pt x="115" y="6941"/>
                        <a:pt x="115" y="6934"/>
                      </a:cubicBezTo>
                      <a:cubicBezTo>
                        <a:pt x="115" y="6925"/>
                        <a:pt x="119" y="6921"/>
                        <a:pt x="119" y="6915"/>
                      </a:cubicBezTo>
                      <a:cubicBezTo>
                        <a:pt x="119" y="6905"/>
                        <a:pt x="123" y="6899"/>
                        <a:pt x="123" y="6888"/>
                      </a:cubicBezTo>
                      <a:lnTo>
                        <a:pt x="123" y="6884"/>
                      </a:lnTo>
                      <a:cubicBezTo>
                        <a:pt x="129" y="6842"/>
                        <a:pt x="133" y="6796"/>
                        <a:pt x="140" y="6755"/>
                      </a:cubicBezTo>
                      <a:cubicBezTo>
                        <a:pt x="140" y="6751"/>
                        <a:pt x="144" y="6745"/>
                        <a:pt x="144" y="6741"/>
                      </a:cubicBezTo>
                      <a:cubicBezTo>
                        <a:pt x="523" y="4152"/>
                        <a:pt x="1692" y="1822"/>
                        <a:pt x="3396" y="2"/>
                      </a:cubicBezTo>
                      <a:lnTo>
                        <a:pt x="33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133"/>
                <p:cNvSpPr/>
                <p:nvPr/>
              </p:nvSpPr>
              <p:spPr>
                <a:xfrm>
                  <a:off x="3121350" y="2952350"/>
                  <a:ext cx="92075" cy="214750"/>
                </a:xfrm>
                <a:custGeom>
                  <a:rect b="b" l="l" r="r" t="t"/>
                  <a:pathLst>
                    <a:path extrusionOk="0" h="8590" w="3683">
                      <a:moveTo>
                        <a:pt x="3636" y="1"/>
                      </a:moveTo>
                      <a:cubicBezTo>
                        <a:pt x="3629" y="80"/>
                        <a:pt x="3622" y="157"/>
                        <a:pt x="3615" y="236"/>
                      </a:cubicBezTo>
                      <a:cubicBezTo>
                        <a:pt x="3613" y="254"/>
                        <a:pt x="3613" y="270"/>
                        <a:pt x="3608" y="288"/>
                      </a:cubicBezTo>
                      <a:cubicBezTo>
                        <a:pt x="3606" y="337"/>
                        <a:pt x="3598" y="389"/>
                        <a:pt x="3592" y="437"/>
                      </a:cubicBezTo>
                      <a:cubicBezTo>
                        <a:pt x="3592" y="455"/>
                        <a:pt x="3592" y="472"/>
                        <a:pt x="3588" y="489"/>
                      </a:cubicBezTo>
                      <a:cubicBezTo>
                        <a:pt x="3588" y="497"/>
                        <a:pt x="3588" y="501"/>
                        <a:pt x="3584" y="508"/>
                      </a:cubicBezTo>
                      <a:lnTo>
                        <a:pt x="3584" y="522"/>
                      </a:lnTo>
                      <a:cubicBezTo>
                        <a:pt x="3584" y="528"/>
                        <a:pt x="3581" y="535"/>
                        <a:pt x="3581" y="543"/>
                      </a:cubicBezTo>
                      <a:lnTo>
                        <a:pt x="3581" y="546"/>
                      </a:lnTo>
                      <a:lnTo>
                        <a:pt x="3581" y="556"/>
                      </a:lnTo>
                      <a:cubicBezTo>
                        <a:pt x="3576" y="564"/>
                        <a:pt x="3576" y="568"/>
                        <a:pt x="3576" y="575"/>
                      </a:cubicBezTo>
                      <a:lnTo>
                        <a:pt x="3576" y="585"/>
                      </a:lnTo>
                      <a:cubicBezTo>
                        <a:pt x="3576" y="587"/>
                        <a:pt x="3572" y="589"/>
                        <a:pt x="3572" y="591"/>
                      </a:cubicBezTo>
                      <a:lnTo>
                        <a:pt x="3572" y="597"/>
                      </a:lnTo>
                      <a:lnTo>
                        <a:pt x="3572" y="601"/>
                      </a:lnTo>
                      <a:cubicBezTo>
                        <a:pt x="3572" y="610"/>
                        <a:pt x="3568" y="620"/>
                        <a:pt x="3568" y="626"/>
                      </a:cubicBezTo>
                      <a:cubicBezTo>
                        <a:pt x="3568" y="633"/>
                        <a:pt x="3568" y="638"/>
                        <a:pt x="3565" y="644"/>
                      </a:cubicBezTo>
                      <a:cubicBezTo>
                        <a:pt x="3565" y="654"/>
                        <a:pt x="3565" y="664"/>
                        <a:pt x="3561" y="675"/>
                      </a:cubicBezTo>
                      <a:lnTo>
                        <a:pt x="3561" y="679"/>
                      </a:lnTo>
                      <a:cubicBezTo>
                        <a:pt x="3555" y="721"/>
                        <a:pt x="3551" y="767"/>
                        <a:pt x="3544" y="808"/>
                      </a:cubicBezTo>
                      <a:cubicBezTo>
                        <a:pt x="3544" y="811"/>
                        <a:pt x="3544" y="818"/>
                        <a:pt x="3540" y="824"/>
                      </a:cubicBezTo>
                      <a:cubicBezTo>
                        <a:pt x="3139" y="3551"/>
                        <a:pt x="1860" y="5997"/>
                        <a:pt x="1" y="7857"/>
                      </a:cubicBezTo>
                      <a:cubicBezTo>
                        <a:pt x="84" y="7929"/>
                        <a:pt x="170" y="7996"/>
                        <a:pt x="259" y="8062"/>
                      </a:cubicBezTo>
                      <a:cubicBezTo>
                        <a:pt x="299" y="8092"/>
                        <a:pt x="341" y="8123"/>
                        <a:pt x="382" y="8151"/>
                      </a:cubicBezTo>
                      <a:cubicBezTo>
                        <a:pt x="546" y="8264"/>
                        <a:pt x="717" y="8370"/>
                        <a:pt x="893" y="8464"/>
                      </a:cubicBezTo>
                      <a:cubicBezTo>
                        <a:pt x="911" y="8475"/>
                        <a:pt x="928" y="8484"/>
                        <a:pt x="946" y="8492"/>
                      </a:cubicBezTo>
                      <a:cubicBezTo>
                        <a:pt x="1011" y="8526"/>
                        <a:pt x="1075" y="8558"/>
                        <a:pt x="1141" y="8589"/>
                      </a:cubicBezTo>
                      <a:cubicBezTo>
                        <a:pt x="2733" y="6483"/>
                        <a:pt x="3678" y="3863"/>
                        <a:pt x="3678" y="1020"/>
                      </a:cubicBezTo>
                      <a:cubicBezTo>
                        <a:pt x="3678" y="983"/>
                        <a:pt x="3678" y="941"/>
                        <a:pt x="3680" y="897"/>
                      </a:cubicBezTo>
                      <a:cubicBezTo>
                        <a:pt x="3683" y="871"/>
                        <a:pt x="3683" y="844"/>
                        <a:pt x="3680" y="818"/>
                      </a:cubicBezTo>
                      <a:lnTo>
                        <a:pt x="3680" y="814"/>
                      </a:lnTo>
                      <a:cubicBezTo>
                        <a:pt x="3680" y="767"/>
                        <a:pt x="3680" y="718"/>
                        <a:pt x="3675" y="673"/>
                      </a:cubicBezTo>
                      <a:lnTo>
                        <a:pt x="3675" y="652"/>
                      </a:lnTo>
                      <a:lnTo>
                        <a:pt x="3675" y="646"/>
                      </a:lnTo>
                      <a:lnTo>
                        <a:pt x="3675" y="639"/>
                      </a:lnTo>
                      <a:lnTo>
                        <a:pt x="3675" y="608"/>
                      </a:lnTo>
                      <a:cubicBezTo>
                        <a:pt x="3675" y="601"/>
                        <a:pt x="3675" y="594"/>
                        <a:pt x="3672" y="587"/>
                      </a:cubicBezTo>
                      <a:lnTo>
                        <a:pt x="3672" y="581"/>
                      </a:lnTo>
                      <a:lnTo>
                        <a:pt x="3672" y="575"/>
                      </a:lnTo>
                      <a:lnTo>
                        <a:pt x="3672" y="501"/>
                      </a:lnTo>
                      <a:cubicBezTo>
                        <a:pt x="3668" y="497"/>
                        <a:pt x="3672" y="497"/>
                        <a:pt x="3672" y="497"/>
                      </a:cubicBezTo>
                      <a:cubicBezTo>
                        <a:pt x="3668" y="489"/>
                        <a:pt x="3668" y="487"/>
                        <a:pt x="3672" y="483"/>
                      </a:cubicBezTo>
                      <a:cubicBezTo>
                        <a:pt x="3668" y="481"/>
                        <a:pt x="3668" y="477"/>
                        <a:pt x="3668" y="477"/>
                      </a:cubicBezTo>
                      <a:lnTo>
                        <a:pt x="3668" y="431"/>
                      </a:lnTo>
                      <a:lnTo>
                        <a:pt x="3664" y="431"/>
                      </a:lnTo>
                      <a:cubicBezTo>
                        <a:pt x="3657" y="286"/>
                        <a:pt x="3647" y="142"/>
                        <a:pt x="3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133"/>
                <p:cNvSpPr/>
                <p:nvPr/>
              </p:nvSpPr>
              <p:spPr>
                <a:xfrm>
                  <a:off x="3074375" y="2959275"/>
                  <a:ext cx="150200" cy="54575"/>
                </a:xfrm>
                <a:custGeom>
                  <a:rect b="b" l="l" r="r" t="t"/>
                  <a:pathLst>
                    <a:path extrusionOk="0" h="2183" w="6008">
                      <a:moveTo>
                        <a:pt x="6008" y="0"/>
                      </a:moveTo>
                      <a:cubicBezTo>
                        <a:pt x="5935" y="36"/>
                        <a:pt x="5859" y="71"/>
                        <a:pt x="5785" y="104"/>
                      </a:cubicBezTo>
                      <a:cubicBezTo>
                        <a:pt x="5768" y="110"/>
                        <a:pt x="5754" y="118"/>
                        <a:pt x="5739" y="124"/>
                      </a:cubicBezTo>
                      <a:cubicBezTo>
                        <a:pt x="5694" y="141"/>
                        <a:pt x="5649" y="162"/>
                        <a:pt x="5608" y="180"/>
                      </a:cubicBezTo>
                      <a:cubicBezTo>
                        <a:pt x="5608" y="184"/>
                        <a:pt x="5608" y="184"/>
                        <a:pt x="5604" y="184"/>
                      </a:cubicBezTo>
                      <a:cubicBezTo>
                        <a:pt x="5588" y="190"/>
                        <a:pt x="5573" y="197"/>
                        <a:pt x="5559" y="201"/>
                      </a:cubicBezTo>
                      <a:cubicBezTo>
                        <a:pt x="5551" y="204"/>
                        <a:pt x="5547" y="207"/>
                        <a:pt x="5544" y="207"/>
                      </a:cubicBezTo>
                      <a:cubicBezTo>
                        <a:pt x="5542" y="207"/>
                        <a:pt x="5538" y="211"/>
                        <a:pt x="5538" y="211"/>
                      </a:cubicBezTo>
                      <a:lnTo>
                        <a:pt x="5534" y="211"/>
                      </a:lnTo>
                      <a:lnTo>
                        <a:pt x="5534" y="215"/>
                      </a:lnTo>
                      <a:cubicBezTo>
                        <a:pt x="5528" y="215"/>
                        <a:pt x="5520" y="217"/>
                        <a:pt x="5513" y="221"/>
                      </a:cubicBezTo>
                      <a:cubicBezTo>
                        <a:pt x="5511" y="221"/>
                        <a:pt x="5507" y="225"/>
                        <a:pt x="5507" y="225"/>
                      </a:cubicBezTo>
                      <a:cubicBezTo>
                        <a:pt x="5500" y="225"/>
                        <a:pt x="5497" y="230"/>
                        <a:pt x="5493" y="230"/>
                      </a:cubicBezTo>
                      <a:cubicBezTo>
                        <a:pt x="5485" y="232"/>
                        <a:pt x="5482" y="236"/>
                        <a:pt x="5479" y="236"/>
                      </a:cubicBezTo>
                      <a:cubicBezTo>
                        <a:pt x="5479" y="240"/>
                        <a:pt x="5479" y="240"/>
                        <a:pt x="5475" y="240"/>
                      </a:cubicBezTo>
                      <a:lnTo>
                        <a:pt x="5471" y="240"/>
                      </a:lnTo>
                      <a:cubicBezTo>
                        <a:pt x="5468" y="240"/>
                        <a:pt x="5465" y="243"/>
                        <a:pt x="5465" y="243"/>
                      </a:cubicBezTo>
                      <a:cubicBezTo>
                        <a:pt x="5462" y="243"/>
                        <a:pt x="5457" y="243"/>
                        <a:pt x="5457" y="247"/>
                      </a:cubicBezTo>
                      <a:cubicBezTo>
                        <a:pt x="5448" y="251"/>
                        <a:pt x="5440" y="253"/>
                        <a:pt x="5434" y="257"/>
                      </a:cubicBezTo>
                      <a:cubicBezTo>
                        <a:pt x="5425" y="257"/>
                        <a:pt x="5423" y="260"/>
                        <a:pt x="5419" y="264"/>
                      </a:cubicBezTo>
                      <a:cubicBezTo>
                        <a:pt x="5409" y="268"/>
                        <a:pt x="5399" y="271"/>
                        <a:pt x="5388" y="274"/>
                      </a:cubicBezTo>
                      <a:lnTo>
                        <a:pt x="5384" y="274"/>
                      </a:lnTo>
                      <a:lnTo>
                        <a:pt x="5384" y="278"/>
                      </a:lnTo>
                      <a:cubicBezTo>
                        <a:pt x="5347" y="292"/>
                        <a:pt x="5308" y="305"/>
                        <a:pt x="5274" y="319"/>
                      </a:cubicBezTo>
                      <a:cubicBezTo>
                        <a:pt x="5267" y="323"/>
                        <a:pt x="5259" y="326"/>
                        <a:pt x="5253" y="330"/>
                      </a:cubicBezTo>
                      <a:cubicBezTo>
                        <a:pt x="3756" y="923"/>
                        <a:pt x="2195" y="1209"/>
                        <a:pt x="648" y="1209"/>
                      </a:cubicBezTo>
                      <a:cubicBezTo>
                        <a:pt x="432" y="1209"/>
                        <a:pt x="216" y="1204"/>
                        <a:pt x="0" y="1192"/>
                      </a:cubicBezTo>
                      <a:lnTo>
                        <a:pt x="0" y="2182"/>
                      </a:lnTo>
                      <a:cubicBezTo>
                        <a:pt x="1762" y="2025"/>
                        <a:pt x="3517" y="1490"/>
                        <a:pt x="5150" y="549"/>
                      </a:cubicBezTo>
                      <a:cubicBezTo>
                        <a:pt x="5188" y="525"/>
                        <a:pt x="5229" y="504"/>
                        <a:pt x="5269" y="475"/>
                      </a:cubicBezTo>
                      <a:cubicBezTo>
                        <a:pt x="5275" y="473"/>
                        <a:pt x="5281" y="470"/>
                        <a:pt x="5287" y="467"/>
                      </a:cubicBezTo>
                      <a:lnTo>
                        <a:pt x="5289" y="467"/>
                      </a:lnTo>
                      <a:cubicBezTo>
                        <a:pt x="5300" y="460"/>
                        <a:pt x="5310" y="453"/>
                        <a:pt x="5320" y="444"/>
                      </a:cubicBezTo>
                      <a:cubicBezTo>
                        <a:pt x="5362" y="424"/>
                        <a:pt x="5400" y="397"/>
                        <a:pt x="5441" y="369"/>
                      </a:cubicBezTo>
                      <a:cubicBezTo>
                        <a:pt x="5447" y="369"/>
                        <a:pt x="5455" y="365"/>
                        <a:pt x="5462" y="359"/>
                      </a:cubicBezTo>
                      <a:lnTo>
                        <a:pt x="5462" y="354"/>
                      </a:lnTo>
                      <a:lnTo>
                        <a:pt x="5466" y="354"/>
                      </a:lnTo>
                      <a:cubicBezTo>
                        <a:pt x="5468" y="354"/>
                        <a:pt x="5468" y="354"/>
                        <a:pt x="5472" y="350"/>
                      </a:cubicBezTo>
                      <a:cubicBezTo>
                        <a:pt x="5475" y="350"/>
                        <a:pt x="5475" y="350"/>
                        <a:pt x="5478" y="346"/>
                      </a:cubicBezTo>
                      <a:cubicBezTo>
                        <a:pt x="5486" y="343"/>
                        <a:pt x="5491" y="339"/>
                        <a:pt x="5497" y="333"/>
                      </a:cubicBezTo>
                      <a:cubicBezTo>
                        <a:pt x="5503" y="333"/>
                        <a:pt x="5507" y="329"/>
                        <a:pt x="5513" y="322"/>
                      </a:cubicBezTo>
                      <a:cubicBezTo>
                        <a:pt x="5517" y="322"/>
                        <a:pt x="5519" y="322"/>
                        <a:pt x="5524" y="318"/>
                      </a:cubicBezTo>
                      <a:cubicBezTo>
                        <a:pt x="5527" y="318"/>
                        <a:pt x="5527" y="315"/>
                        <a:pt x="5530" y="312"/>
                      </a:cubicBezTo>
                      <a:cubicBezTo>
                        <a:pt x="5534" y="312"/>
                        <a:pt x="5537" y="309"/>
                        <a:pt x="5540" y="305"/>
                      </a:cubicBezTo>
                      <a:lnTo>
                        <a:pt x="5544" y="305"/>
                      </a:lnTo>
                      <a:cubicBezTo>
                        <a:pt x="5547" y="305"/>
                        <a:pt x="5550" y="299"/>
                        <a:pt x="5550" y="299"/>
                      </a:cubicBezTo>
                      <a:cubicBezTo>
                        <a:pt x="5559" y="299"/>
                        <a:pt x="5565" y="292"/>
                        <a:pt x="5569" y="292"/>
                      </a:cubicBezTo>
                      <a:cubicBezTo>
                        <a:pt x="5575" y="284"/>
                        <a:pt x="5583" y="282"/>
                        <a:pt x="5590" y="278"/>
                      </a:cubicBezTo>
                      <a:lnTo>
                        <a:pt x="5590" y="274"/>
                      </a:lnTo>
                      <a:cubicBezTo>
                        <a:pt x="5597" y="274"/>
                        <a:pt x="5600" y="272"/>
                        <a:pt x="5604" y="268"/>
                      </a:cubicBezTo>
                      <a:cubicBezTo>
                        <a:pt x="5621" y="257"/>
                        <a:pt x="5635" y="251"/>
                        <a:pt x="5648" y="237"/>
                      </a:cubicBezTo>
                      <a:lnTo>
                        <a:pt x="5653" y="237"/>
                      </a:lnTo>
                      <a:cubicBezTo>
                        <a:pt x="5771" y="160"/>
                        <a:pt x="5889" y="81"/>
                        <a:pt x="6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133"/>
                <p:cNvSpPr/>
                <p:nvPr/>
              </p:nvSpPr>
              <p:spPr>
                <a:xfrm>
                  <a:off x="3200150" y="2920825"/>
                  <a:ext cx="136650" cy="53025"/>
                </a:xfrm>
                <a:custGeom>
                  <a:rect b="b" l="l" r="r" t="t"/>
                  <a:pathLst>
                    <a:path extrusionOk="0" h="2121" w="5466">
                      <a:moveTo>
                        <a:pt x="5466" y="1"/>
                      </a:moveTo>
                      <a:cubicBezTo>
                        <a:pt x="3891" y="212"/>
                        <a:pt x="2329" y="730"/>
                        <a:pt x="862" y="1569"/>
                      </a:cubicBezTo>
                      <a:cubicBezTo>
                        <a:pt x="824" y="1590"/>
                        <a:pt x="790" y="1615"/>
                        <a:pt x="751" y="1640"/>
                      </a:cubicBezTo>
                      <a:cubicBezTo>
                        <a:pt x="734" y="1646"/>
                        <a:pt x="712" y="1656"/>
                        <a:pt x="695" y="1675"/>
                      </a:cubicBezTo>
                      <a:cubicBezTo>
                        <a:pt x="652" y="1694"/>
                        <a:pt x="607" y="1723"/>
                        <a:pt x="566" y="1750"/>
                      </a:cubicBezTo>
                      <a:cubicBezTo>
                        <a:pt x="563" y="1750"/>
                        <a:pt x="555" y="1754"/>
                        <a:pt x="552" y="1760"/>
                      </a:cubicBezTo>
                      <a:cubicBezTo>
                        <a:pt x="551" y="1760"/>
                        <a:pt x="550" y="1760"/>
                        <a:pt x="549" y="1760"/>
                      </a:cubicBezTo>
                      <a:cubicBezTo>
                        <a:pt x="547" y="1760"/>
                        <a:pt x="544" y="1761"/>
                        <a:pt x="542" y="1764"/>
                      </a:cubicBezTo>
                      <a:lnTo>
                        <a:pt x="538" y="1769"/>
                      </a:lnTo>
                      <a:cubicBezTo>
                        <a:pt x="535" y="1769"/>
                        <a:pt x="535" y="1769"/>
                        <a:pt x="532" y="1773"/>
                      </a:cubicBezTo>
                      <a:cubicBezTo>
                        <a:pt x="525" y="1776"/>
                        <a:pt x="517" y="1780"/>
                        <a:pt x="511" y="1786"/>
                      </a:cubicBezTo>
                      <a:cubicBezTo>
                        <a:pt x="503" y="1786"/>
                        <a:pt x="499" y="1790"/>
                        <a:pt x="493" y="1796"/>
                      </a:cubicBezTo>
                      <a:cubicBezTo>
                        <a:pt x="490" y="1796"/>
                        <a:pt x="490" y="1796"/>
                        <a:pt x="486" y="1801"/>
                      </a:cubicBezTo>
                      <a:cubicBezTo>
                        <a:pt x="482" y="1801"/>
                        <a:pt x="480" y="1804"/>
                        <a:pt x="476" y="1807"/>
                      </a:cubicBezTo>
                      <a:lnTo>
                        <a:pt x="472" y="1807"/>
                      </a:lnTo>
                      <a:cubicBezTo>
                        <a:pt x="472" y="1807"/>
                        <a:pt x="468" y="1807"/>
                        <a:pt x="468" y="1811"/>
                      </a:cubicBezTo>
                      <a:cubicBezTo>
                        <a:pt x="466" y="1811"/>
                        <a:pt x="462" y="1817"/>
                        <a:pt x="462" y="1817"/>
                      </a:cubicBezTo>
                      <a:cubicBezTo>
                        <a:pt x="460" y="1817"/>
                        <a:pt x="455" y="1821"/>
                        <a:pt x="455" y="1821"/>
                      </a:cubicBezTo>
                      <a:cubicBezTo>
                        <a:pt x="447" y="1821"/>
                        <a:pt x="445" y="1824"/>
                        <a:pt x="441" y="1827"/>
                      </a:cubicBezTo>
                      <a:cubicBezTo>
                        <a:pt x="435" y="1832"/>
                        <a:pt x="426" y="1838"/>
                        <a:pt x="420" y="1842"/>
                      </a:cubicBezTo>
                      <a:cubicBezTo>
                        <a:pt x="416" y="1842"/>
                        <a:pt x="416" y="1846"/>
                        <a:pt x="416" y="1846"/>
                      </a:cubicBezTo>
                      <a:cubicBezTo>
                        <a:pt x="409" y="1846"/>
                        <a:pt x="406" y="1848"/>
                        <a:pt x="403" y="1852"/>
                      </a:cubicBezTo>
                      <a:cubicBezTo>
                        <a:pt x="389" y="1862"/>
                        <a:pt x="375" y="1871"/>
                        <a:pt x="361" y="1881"/>
                      </a:cubicBezTo>
                      <a:cubicBezTo>
                        <a:pt x="357" y="1881"/>
                        <a:pt x="357" y="1884"/>
                        <a:pt x="357" y="1884"/>
                      </a:cubicBezTo>
                      <a:cubicBezTo>
                        <a:pt x="236" y="1961"/>
                        <a:pt x="119" y="2041"/>
                        <a:pt x="0" y="2120"/>
                      </a:cubicBezTo>
                      <a:cubicBezTo>
                        <a:pt x="76" y="2083"/>
                        <a:pt x="156" y="2048"/>
                        <a:pt x="232" y="2013"/>
                      </a:cubicBezTo>
                      <a:cubicBezTo>
                        <a:pt x="239" y="2011"/>
                        <a:pt x="245" y="2007"/>
                        <a:pt x="251" y="2005"/>
                      </a:cubicBezTo>
                      <a:lnTo>
                        <a:pt x="253" y="2005"/>
                      </a:lnTo>
                      <a:cubicBezTo>
                        <a:pt x="259" y="2001"/>
                        <a:pt x="267" y="1998"/>
                        <a:pt x="274" y="1997"/>
                      </a:cubicBezTo>
                      <a:cubicBezTo>
                        <a:pt x="318" y="1976"/>
                        <a:pt x="361" y="1958"/>
                        <a:pt x="403" y="1941"/>
                      </a:cubicBezTo>
                      <a:lnTo>
                        <a:pt x="403" y="1938"/>
                      </a:lnTo>
                      <a:cubicBezTo>
                        <a:pt x="420" y="1931"/>
                        <a:pt x="437" y="1924"/>
                        <a:pt x="451" y="1920"/>
                      </a:cubicBezTo>
                      <a:cubicBezTo>
                        <a:pt x="455" y="1918"/>
                        <a:pt x="457" y="1918"/>
                        <a:pt x="462" y="1914"/>
                      </a:cubicBezTo>
                      <a:cubicBezTo>
                        <a:pt x="466" y="1914"/>
                        <a:pt x="468" y="1910"/>
                        <a:pt x="472" y="1910"/>
                      </a:cubicBezTo>
                      <a:cubicBezTo>
                        <a:pt x="474" y="1908"/>
                        <a:pt x="475" y="1908"/>
                        <a:pt x="476" y="1908"/>
                      </a:cubicBezTo>
                      <a:cubicBezTo>
                        <a:pt x="476" y="1908"/>
                        <a:pt x="476" y="1908"/>
                        <a:pt x="476" y="1910"/>
                      </a:cubicBezTo>
                      <a:cubicBezTo>
                        <a:pt x="482" y="1907"/>
                        <a:pt x="490" y="1904"/>
                        <a:pt x="497" y="1900"/>
                      </a:cubicBezTo>
                      <a:lnTo>
                        <a:pt x="504" y="1900"/>
                      </a:lnTo>
                      <a:cubicBezTo>
                        <a:pt x="508" y="1898"/>
                        <a:pt x="511" y="1893"/>
                        <a:pt x="514" y="1893"/>
                      </a:cubicBezTo>
                      <a:cubicBezTo>
                        <a:pt x="522" y="1891"/>
                        <a:pt x="529" y="1887"/>
                        <a:pt x="533" y="1887"/>
                      </a:cubicBezTo>
                      <a:cubicBezTo>
                        <a:pt x="533" y="1887"/>
                        <a:pt x="533" y="1883"/>
                        <a:pt x="537" y="1883"/>
                      </a:cubicBezTo>
                      <a:lnTo>
                        <a:pt x="547" y="1883"/>
                      </a:lnTo>
                      <a:lnTo>
                        <a:pt x="551" y="1879"/>
                      </a:lnTo>
                      <a:cubicBezTo>
                        <a:pt x="562" y="1873"/>
                        <a:pt x="573" y="1869"/>
                        <a:pt x="579" y="1869"/>
                      </a:cubicBezTo>
                      <a:cubicBezTo>
                        <a:pt x="587" y="1867"/>
                        <a:pt x="590" y="1862"/>
                        <a:pt x="594" y="1862"/>
                      </a:cubicBezTo>
                      <a:cubicBezTo>
                        <a:pt x="604" y="1855"/>
                        <a:pt x="614" y="1852"/>
                        <a:pt x="625" y="1848"/>
                      </a:cubicBezTo>
                      <a:lnTo>
                        <a:pt x="629" y="1848"/>
                      </a:lnTo>
                      <a:cubicBezTo>
                        <a:pt x="630" y="1847"/>
                        <a:pt x="630" y="1847"/>
                        <a:pt x="631" y="1847"/>
                      </a:cubicBezTo>
                      <a:cubicBezTo>
                        <a:pt x="632" y="1847"/>
                        <a:pt x="632" y="1848"/>
                        <a:pt x="632" y="1848"/>
                      </a:cubicBezTo>
                      <a:cubicBezTo>
                        <a:pt x="671" y="1832"/>
                        <a:pt x="708" y="1814"/>
                        <a:pt x="746" y="1804"/>
                      </a:cubicBezTo>
                      <a:cubicBezTo>
                        <a:pt x="754" y="1796"/>
                        <a:pt x="761" y="1793"/>
                        <a:pt x="768" y="1793"/>
                      </a:cubicBezTo>
                      <a:cubicBezTo>
                        <a:pt x="2265" y="1198"/>
                        <a:pt x="3829" y="913"/>
                        <a:pt x="5375" y="913"/>
                      </a:cubicBezTo>
                      <a:cubicBezTo>
                        <a:pt x="5405" y="913"/>
                        <a:pt x="5436" y="913"/>
                        <a:pt x="5466" y="913"/>
                      </a:cubicBezTo>
                      <a:lnTo>
                        <a:pt x="546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33"/>
                <p:cNvSpPr/>
                <p:nvPr/>
              </p:nvSpPr>
              <p:spPr>
                <a:xfrm>
                  <a:off x="3162475" y="2791825"/>
                  <a:ext cx="57350" cy="186975"/>
                </a:xfrm>
                <a:custGeom>
                  <a:rect b="b" l="l" r="r" t="t"/>
                  <a:pathLst>
                    <a:path extrusionOk="0" h="7479" w="2294">
                      <a:moveTo>
                        <a:pt x="65" y="1"/>
                      </a:moveTo>
                      <a:cubicBezTo>
                        <a:pt x="1" y="2243"/>
                        <a:pt x="538" y="4529"/>
                        <a:pt x="1743" y="6615"/>
                      </a:cubicBezTo>
                      <a:cubicBezTo>
                        <a:pt x="1760" y="6647"/>
                        <a:pt x="1778" y="6678"/>
                        <a:pt x="1798" y="6709"/>
                      </a:cubicBezTo>
                      <a:cubicBezTo>
                        <a:pt x="1813" y="6734"/>
                        <a:pt x="1827" y="6760"/>
                        <a:pt x="1848" y="6785"/>
                      </a:cubicBezTo>
                      <a:cubicBezTo>
                        <a:pt x="1870" y="6826"/>
                        <a:pt x="1892" y="6869"/>
                        <a:pt x="1921" y="6910"/>
                      </a:cubicBezTo>
                      <a:cubicBezTo>
                        <a:pt x="1925" y="6916"/>
                        <a:pt x="1928" y="6924"/>
                        <a:pt x="1936" y="6931"/>
                      </a:cubicBezTo>
                      <a:cubicBezTo>
                        <a:pt x="1936" y="6935"/>
                        <a:pt x="1936" y="6937"/>
                        <a:pt x="1942" y="6941"/>
                      </a:cubicBezTo>
                      <a:cubicBezTo>
                        <a:pt x="1939" y="6944"/>
                        <a:pt x="1942" y="6944"/>
                        <a:pt x="1946" y="6947"/>
                      </a:cubicBezTo>
                      <a:cubicBezTo>
                        <a:pt x="1949" y="6954"/>
                        <a:pt x="1952" y="6962"/>
                        <a:pt x="1956" y="6968"/>
                      </a:cubicBezTo>
                      <a:cubicBezTo>
                        <a:pt x="1959" y="6972"/>
                        <a:pt x="1962" y="6978"/>
                        <a:pt x="1967" y="6982"/>
                      </a:cubicBezTo>
                      <a:cubicBezTo>
                        <a:pt x="1967" y="6985"/>
                        <a:pt x="1967" y="6985"/>
                        <a:pt x="1970" y="6988"/>
                      </a:cubicBezTo>
                      <a:lnTo>
                        <a:pt x="1974" y="6993"/>
                      </a:lnTo>
                      <a:cubicBezTo>
                        <a:pt x="1974" y="6997"/>
                        <a:pt x="1977" y="7003"/>
                        <a:pt x="1980" y="7007"/>
                      </a:cubicBezTo>
                      <a:lnTo>
                        <a:pt x="1982" y="7008"/>
                      </a:lnTo>
                      <a:cubicBezTo>
                        <a:pt x="1984" y="7011"/>
                        <a:pt x="1984" y="7013"/>
                        <a:pt x="1984" y="7013"/>
                      </a:cubicBezTo>
                      <a:cubicBezTo>
                        <a:pt x="1987" y="7016"/>
                        <a:pt x="1987" y="7019"/>
                        <a:pt x="1990" y="7019"/>
                      </a:cubicBezTo>
                      <a:cubicBezTo>
                        <a:pt x="1994" y="7028"/>
                        <a:pt x="1997" y="7034"/>
                        <a:pt x="2001" y="7038"/>
                      </a:cubicBezTo>
                      <a:cubicBezTo>
                        <a:pt x="2005" y="7044"/>
                        <a:pt x="2008" y="7052"/>
                        <a:pt x="2011" y="7059"/>
                      </a:cubicBezTo>
                      <a:lnTo>
                        <a:pt x="2015" y="7059"/>
                      </a:lnTo>
                      <a:cubicBezTo>
                        <a:pt x="2018" y="7067"/>
                        <a:pt x="2018" y="7069"/>
                        <a:pt x="2021" y="7073"/>
                      </a:cubicBezTo>
                      <a:cubicBezTo>
                        <a:pt x="2021" y="7077"/>
                        <a:pt x="2025" y="7077"/>
                        <a:pt x="2025" y="7077"/>
                      </a:cubicBezTo>
                      <a:cubicBezTo>
                        <a:pt x="2036" y="7091"/>
                        <a:pt x="2044" y="7104"/>
                        <a:pt x="2054" y="7118"/>
                      </a:cubicBezTo>
                      <a:lnTo>
                        <a:pt x="2054" y="7122"/>
                      </a:lnTo>
                      <a:cubicBezTo>
                        <a:pt x="2133" y="7244"/>
                        <a:pt x="2213" y="7362"/>
                        <a:pt x="2294" y="7479"/>
                      </a:cubicBezTo>
                      <a:cubicBezTo>
                        <a:pt x="2262" y="7414"/>
                        <a:pt x="2231" y="7343"/>
                        <a:pt x="2200" y="7277"/>
                      </a:cubicBezTo>
                      <a:cubicBezTo>
                        <a:pt x="2189" y="7256"/>
                        <a:pt x="2181" y="7235"/>
                        <a:pt x="2171" y="7214"/>
                      </a:cubicBezTo>
                      <a:cubicBezTo>
                        <a:pt x="2149" y="7166"/>
                        <a:pt x="2129" y="7121"/>
                        <a:pt x="2108" y="7075"/>
                      </a:cubicBezTo>
                      <a:cubicBezTo>
                        <a:pt x="2102" y="7058"/>
                        <a:pt x="2093" y="7044"/>
                        <a:pt x="2087" y="7030"/>
                      </a:cubicBezTo>
                      <a:cubicBezTo>
                        <a:pt x="2087" y="7022"/>
                        <a:pt x="2085" y="7016"/>
                        <a:pt x="2081" y="7012"/>
                      </a:cubicBezTo>
                      <a:cubicBezTo>
                        <a:pt x="2081" y="7008"/>
                        <a:pt x="2081" y="7006"/>
                        <a:pt x="2077" y="7002"/>
                      </a:cubicBezTo>
                      <a:cubicBezTo>
                        <a:pt x="2073" y="6992"/>
                        <a:pt x="2071" y="6983"/>
                        <a:pt x="2067" y="6977"/>
                      </a:cubicBezTo>
                      <a:lnTo>
                        <a:pt x="2067" y="6973"/>
                      </a:lnTo>
                      <a:cubicBezTo>
                        <a:pt x="2062" y="6971"/>
                        <a:pt x="2062" y="6967"/>
                        <a:pt x="2062" y="6967"/>
                      </a:cubicBezTo>
                      <a:cubicBezTo>
                        <a:pt x="2060" y="6961"/>
                        <a:pt x="2056" y="6952"/>
                        <a:pt x="2056" y="6946"/>
                      </a:cubicBezTo>
                      <a:lnTo>
                        <a:pt x="2052" y="6946"/>
                      </a:lnTo>
                      <a:cubicBezTo>
                        <a:pt x="2052" y="6946"/>
                        <a:pt x="2051" y="6946"/>
                        <a:pt x="2051" y="6945"/>
                      </a:cubicBezTo>
                      <a:cubicBezTo>
                        <a:pt x="2051" y="6944"/>
                        <a:pt x="2051" y="6944"/>
                        <a:pt x="2052" y="6942"/>
                      </a:cubicBezTo>
                      <a:cubicBezTo>
                        <a:pt x="2052" y="6939"/>
                        <a:pt x="2049" y="6936"/>
                        <a:pt x="2049" y="6932"/>
                      </a:cubicBezTo>
                      <a:cubicBezTo>
                        <a:pt x="2049" y="6929"/>
                        <a:pt x="2045" y="6929"/>
                        <a:pt x="2045" y="6929"/>
                      </a:cubicBezTo>
                      <a:cubicBezTo>
                        <a:pt x="2041" y="6918"/>
                        <a:pt x="2039" y="6906"/>
                        <a:pt x="2035" y="6900"/>
                      </a:cubicBezTo>
                      <a:cubicBezTo>
                        <a:pt x="2032" y="6893"/>
                        <a:pt x="2032" y="6887"/>
                        <a:pt x="2028" y="6883"/>
                      </a:cubicBezTo>
                      <a:cubicBezTo>
                        <a:pt x="2024" y="6873"/>
                        <a:pt x="2021" y="6861"/>
                        <a:pt x="2018" y="6854"/>
                      </a:cubicBezTo>
                      <a:lnTo>
                        <a:pt x="2014" y="6854"/>
                      </a:lnTo>
                      <a:cubicBezTo>
                        <a:pt x="2000" y="6813"/>
                        <a:pt x="1983" y="6771"/>
                        <a:pt x="1964" y="6729"/>
                      </a:cubicBezTo>
                      <a:cubicBezTo>
                        <a:pt x="1962" y="6722"/>
                        <a:pt x="1962" y="6715"/>
                        <a:pt x="1958" y="6712"/>
                      </a:cubicBezTo>
                      <a:cubicBezTo>
                        <a:pt x="1094" y="4529"/>
                        <a:pt x="883" y="2209"/>
                        <a:pt x="12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33"/>
                <p:cNvSpPr/>
                <p:nvPr/>
              </p:nvSpPr>
              <p:spPr>
                <a:xfrm>
                  <a:off x="3205100" y="2954350"/>
                  <a:ext cx="61225" cy="224100"/>
                </a:xfrm>
                <a:custGeom>
                  <a:rect b="b" l="l" r="r" t="t"/>
                  <a:pathLst>
                    <a:path extrusionOk="0" h="8964" w="2449">
                      <a:moveTo>
                        <a:pt x="0" y="0"/>
                      </a:moveTo>
                      <a:lnTo>
                        <a:pt x="0" y="0"/>
                      </a:lnTo>
                      <a:cubicBezTo>
                        <a:pt x="31" y="69"/>
                        <a:pt x="67" y="136"/>
                        <a:pt x="94" y="206"/>
                      </a:cubicBezTo>
                      <a:cubicBezTo>
                        <a:pt x="105" y="227"/>
                        <a:pt x="115" y="248"/>
                        <a:pt x="125" y="269"/>
                      </a:cubicBezTo>
                      <a:cubicBezTo>
                        <a:pt x="144" y="314"/>
                        <a:pt x="165" y="358"/>
                        <a:pt x="185" y="404"/>
                      </a:cubicBezTo>
                      <a:cubicBezTo>
                        <a:pt x="191" y="422"/>
                        <a:pt x="200" y="439"/>
                        <a:pt x="206" y="453"/>
                      </a:cubicBezTo>
                      <a:cubicBezTo>
                        <a:pt x="206" y="461"/>
                        <a:pt x="210" y="464"/>
                        <a:pt x="210" y="467"/>
                      </a:cubicBezTo>
                      <a:lnTo>
                        <a:pt x="213" y="467"/>
                      </a:lnTo>
                      <a:lnTo>
                        <a:pt x="213" y="471"/>
                      </a:lnTo>
                      <a:cubicBezTo>
                        <a:pt x="213" y="474"/>
                        <a:pt x="217" y="478"/>
                        <a:pt x="217" y="478"/>
                      </a:cubicBezTo>
                      <a:cubicBezTo>
                        <a:pt x="220" y="485"/>
                        <a:pt x="220" y="492"/>
                        <a:pt x="223" y="496"/>
                      </a:cubicBezTo>
                      <a:cubicBezTo>
                        <a:pt x="223" y="498"/>
                        <a:pt x="227" y="502"/>
                        <a:pt x="227" y="502"/>
                      </a:cubicBezTo>
                      <a:cubicBezTo>
                        <a:pt x="227" y="506"/>
                        <a:pt x="232" y="508"/>
                        <a:pt x="232" y="512"/>
                      </a:cubicBezTo>
                      <a:cubicBezTo>
                        <a:pt x="236" y="523"/>
                        <a:pt x="238" y="531"/>
                        <a:pt x="242" y="537"/>
                      </a:cubicBezTo>
                      <a:cubicBezTo>
                        <a:pt x="242" y="541"/>
                        <a:pt x="246" y="543"/>
                        <a:pt x="246" y="547"/>
                      </a:cubicBezTo>
                      <a:cubicBezTo>
                        <a:pt x="246" y="551"/>
                        <a:pt x="250" y="551"/>
                        <a:pt x="250" y="551"/>
                      </a:cubicBezTo>
                      <a:cubicBezTo>
                        <a:pt x="253" y="562"/>
                        <a:pt x="257" y="572"/>
                        <a:pt x="260" y="579"/>
                      </a:cubicBezTo>
                      <a:cubicBezTo>
                        <a:pt x="263" y="588"/>
                        <a:pt x="263" y="590"/>
                        <a:pt x="267" y="594"/>
                      </a:cubicBezTo>
                      <a:cubicBezTo>
                        <a:pt x="269" y="600"/>
                        <a:pt x="269" y="608"/>
                        <a:pt x="273" y="614"/>
                      </a:cubicBezTo>
                      <a:cubicBezTo>
                        <a:pt x="276" y="618"/>
                        <a:pt x="276" y="621"/>
                        <a:pt x="279" y="625"/>
                      </a:cubicBezTo>
                      <a:cubicBezTo>
                        <a:pt x="294" y="664"/>
                        <a:pt x="307" y="701"/>
                        <a:pt x="324" y="739"/>
                      </a:cubicBezTo>
                      <a:lnTo>
                        <a:pt x="324" y="743"/>
                      </a:lnTo>
                      <a:cubicBezTo>
                        <a:pt x="325" y="749"/>
                        <a:pt x="329" y="754"/>
                        <a:pt x="331" y="757"/>
                      </a:cubicBezTo>
                      <a:lnTo>
                        <a:pt x="331" y="760"/>
                      </a:lnTo>
                      <a:cubicBezTo>
                        <a:pt x="1393" y="3440"/>
                        <a:pt x="1471" y="6327"/>
                        <a:pt x="685" y="8963"/>
                      </a:cubicBezTo>
                      <a:cubicBezTo>
                        <a:pt x="708" y="8959"/>
                        <a:pt x="734" y="8957"/>
                        <a:pt x="760" y="8953"/>
                      </a:cubicBezTo>
                      <a:cubicBezTo>
                        <a:pt x="853" y="8941"/>
                        <a:pt x="945" y="8925"/>
                        <a:pt x="1036" y="8906"/>
                      </a:cubicBezTo>
                      <a:cubicBezTo>
                        <a:pt x="1136" y="8886"/>
                        <a:pt x="1235" y="8864"/>
                        <a:pt x="1335" y="8838"/>
                      </a:cubicBezTo>
                      <a:cubicBezTo>
                        <a:pt x="1466" y="8804"/>
                        <a:pt x="1595" y="8766"/>
                        <a:pt x="1723" y="8722"/>
                      </a:cubicBezTo>
                      <a:cubicBezTo>
                        <a:pt x="1870" y="8672"/>
                        <a:pt x="2013" y="8615"/>
                        <a:pt x="2152" y="8554"/>
                      </a:cubicBezTo>
                      <a:cubicBezTo>
                        <a:pt x="2448" y="5975"/>
                        <a:pt x="1949" y="3282"/>
                        <a:pt x="550" y="861"/>
                      </a:cubicBezTo>
                      <a:cubicBezTo>
                        <a:pt x="534" y="830"/>
                        <a:pt x="515" y="799"/>
                        <a:pt x="495" y="770"/>
                      </a:cubicBezTo>
                      <a:cubicBezTo>
                        <a:pt x="480" y="743"/>
                        <a:pt x="467" y="719"/>
                        <a:pt x="446" y="695"/>
                      </a:cubicBezTo>
                      <a:cubicBezTo>
                        <a:pt x="426" y="652"/>
                        <a:pt x="401" y="607"/>
                        <a:pt x="370" y="566"/>
                      </a:cubicBezTo>
                      <a:cubicBezTo>
                        <a:pt x="370" y="559"/>
                        <a:pt x="366" y="551"/>
                        <a:pt x="360" y="545"/>
                      </a:cubicBezTo>
                      <a:lnTo>
                        <a:pt x="355" y="545"/>
                      </a:lnTo>
                      <a:cubicBezTo>
                        <a:pt x="360" y="545"/>
                        <a:pt x="355" y="541"/>
                        <a:pt x="355" y="541"/>
                      </a:cubicBezTo>
                      <a:cubicBezTo>
                        <a:pt x="355" y="541"/>
                        <a:pt x="359" y="540"/>
                        <a:pt x="355" y="538"/>
                      </a:cubicBezTo>
                      <a:lnTo>
                        <a:pt x="351" y="538"/>
                      </a:lnTo>
                      <a:cubicBezTo>
                        <a:pt x="354" y="536"/>
                        <a:pt x="351" y="536"/>
                        <a:pt x="348" y="532"/>
                      </a:cubicBezTo>
                      <a:cubicBezTo>
                        <a:pt x="348" y="526"/>
                        <a:pt x="340" y="514"/>
                        <a:pt x="334" y="507"/>
                      </a:cubicBezTo>
                      <a:cubicBezTo>
                        <a:pt x="334" y="504"/>
                        <a:pt x="330" y="497"/>
                        <a:pt x="323" y="494"/>
                      </a:cubicBezTo>
                      <a:cubicBezTo>
                        <a:pt x="325" y="491"/>
                        <a:pt x="323" y="491"/>
                        <a:pt x="319" y="486"/>
                      </a:cubicBezTo>
                      <a:lnTo>
                        <a:pt x="315" y="483"/>
                      </a:lnTo>
                      <a:cubicBezTo>
                        <a:pt x="315" y="479"/>
                        <a:pt x="313" y="473"/>
                        <a:pt x="309" y="469"/>
                      </a:cubicBezTo>
                      <a:cubicBezTo>
                        <a:pt x="309" y="466"/>
                        <a:pt x="309" y="463"/>
                        <a:pt x="305" y="463"/>
                      </a:cubicBezTo>
                      <a:cubicBezTo>
                        <a:pt x="305" y="460"/>
                        <a:pt x="299" y="455"/>
                        <a:pt x="299" y="455"/>
                      </a:cubicBezTo>
                      <a:cubicBezTo>
                        <a:pt x="299" y="449"/>
                        <a:pt x="296" y="443"/>
                        <a:pt x="292" y="439"/>
                      </a:cubicBezTo>
                      <a:cubicBezTo>
                        <a:pt x="288" y="432"/>
                        <a:pt x="284" y="424"/>
                        <a:pt x="278" y="421"/>
                      </a:cubicBezTo>
                      <a:cubicBezTo>
                        <a:pt x="278" y="417"/>
                        <a:pt x="274" y="417"/>
                        <a:pt x="274" y="417"/>
                      </a:cubicBezTo>
                      <a:cubicBezTo>
                        <a:pt x="274" y="413"/>
                        <a:pt x="274" y="411"/>
                        <a:pt x="270" y="407"/>
                      </a:cubicBezTo>
                      <a:cubicBezTo>
                        <a:pt x="270" y="404"/>
                        <a:pt x="264" y="401"/>
                        <a:pt x="264" y="401"/>
                      </a:cubicBezTo>
                      <a:cubicBezTo>
                        <a:pt x="257" y="387"/>
                        <a:pt x="247" y="373"/>
                        <a:pt x="237" y="359"/>
                      </a:cubicBezTo>
                      <a:lnTo>
                        <a:pt x="237" y="355"/>
                      </a:lnTo>
                      <a:cubicBezTo>
                        <a:pt x="160" y="233"/>
                        <a:pt x="81"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133"/>
                <p:cNvSpPr/>
                <p:nvPr/>
              </p:nvSpPr>
              <p:spPr>
                <a:xfrm>
                  <a:off x="3075950" y="2954175"/>
                  <a:ext cx="143450" cy="142575"/>
                </a:xfrm>
                <a:custGeom>
                  <a:rect b="b" l="l" r="r" t="t"/>
                  <a:pathLst>
                    <a:path extrusionOk="0" h="5703" w="5738">
                      <a:moveTo>
                        <a:pt x="5737" y="0"/>
                      </a:moveTo>
                      <a:cubicBezTo>
                        <a:pt x="5688" y="69"/>
                        <a:pt x="5639" y="139"/>
                        <a:pt x="5598" y="199"/>
                      </a:cubicBezTo>
                      <a:cubicBezTo>
                        <a:pt x="5587" y="213"/>
                        <a:pt x="5579" y="227"/>
                        <a:pt x="5569" y="241"/>
                      </a:cubicBezTo>
                      <a:cubicBezTo>
                        <a:pt x="5541" y="280"/>
                        <a:pt x="5514" y="317"/>
                        <a:pt x="5485" y="356"/>
                      </a:cubicBezTo>
                      <a:lnTo>
                        <a:pt x="5481" y="356"/>
                      </a:lnTo>
                      <a:cubicBezTo>
                        <a:pt x="5474" y="370"/>
                        <a:pt x="5464" y="380"/>
                        <a:pt x="5453" y="394"/>
                      </a:cubicBezTo>
                      <a:cubicBezTo>
                        <a:pt x="5449" y="401"/>
                        <a:pt x="5447" y="405"/>
                        <a:pt x="5443" y="411"/>
                      </a:cubicBezTo>
                      <a:lnTo>
                        <a:pt x="5437" y="415"/>
                      </a:lnTo>
                      <a:lnTo>
                        <a:pt x="5437" y="419"/>
                      </a:lnTo>
                      <a:lnTo>
                        <a:pt x="5433" y="419"/>
                      </a:lnTo>
                      <a:cubicBezTo>
                        <a:pt x="5433" y="426"/>
                        <a:pt x="5426" y="434"/>
                        <a:pt x="5422" y="437"/>
                      </a:cubicBezTo>
                      <a:cubicBezTo>
                        <a:pt x="5422" y="441"/>
                        <a:pt x="5422" y="441"/>
                        <a:pt x="5418" y="441"/>
                      </a:cubicBezTo>
                      <a:cubicBezTo>
                        <a:pt x="5418" y="445"/>
                        <a:pt x="5416" y="447"/>
                        <a:pt x="5412" y="451"/>
                      </a:cubicBezTo>
                      <a:cubicBezTo>
                        <a:pt x="5408" y="459"/>
                        <a:pt x="5404" y="466"/>
                        <a:pt x="5398" y="470"/>
                      </a:cubicBezTo>
                      <a:lnTo>
                        <a:pt x="5398" y="473"/>
                      </a:lnTo>
                      <a:lnTo>
                        <a:pt x="5393" y="473"/>
                      </a:lnTo>
                      <a:cubicBezTo>
                        <a:pt x="5393" y="476"/>
                        <a:pt x="5390" y="480"/>
                        <a:pt x="5390" y="480"/>
                      </a:cubicBezTo>
                      <a:cubicBezTo>
                        <a:pt x="5390" y="483"/>
                        <a:pt x="5386" y="483"/>
                        <a:pt x="5386" y="483"/>
                      </a:cubicBezTo>
                      <a:cubicBezTo>
                        <a:pt x="5379" y="493"/>
                        <a:pt x="5376" y="502"/>
                        <a:pt x="5366" y="508"/>
                      </a:cubicBezTo>
                      <a:cubicBezTo>
                        <a:pt x="5366" y="512"/>
                        <a:pt x="5362" y="514"/>
                        <a:pt x="5358" y="518"/>
                      </a:cubicBezTo>
                      <a:cubicBezTo>
                        <a:pt x="5352" y="528"/>
                        <a:pt x="5345" y="540"/>
                        <a:pt x="5338" y="547"/>
                      </a:cubicBezTo>
                      <a:lnTo>
                        <a:pt x="5338" y="550"/>
                      </a:lnTo>
                      <a:lnTo>
                        <a:pt x="5335" y="550"/>
                      </a:lnTo>
                      <a:cubicBezTo>
                        <a:pt x="5311" y="585"/>
                        <a:pt x="5286" y="616"/>
                        <a:pt x="5262" y="647"/>
                      </a:cubicBezTo>
                      <a:cubicBezTo>
                        <a:pt x="5258" y="651"/>
                        <a:pt x="5255" y="657"/>
                        <a:pt x="5252" y="662"/>
                      </a:cubicBezTo>
                      <a:cubicBezTo>
                        <a:pt x="3841" y="2441"/>
                        <a:pt x="2018" y="3757"/>
                        <a:pt x="0" y="4544"/>
                      </a:cubicBezTo>
                      <a:cubicBezTo>
                        <a:pt x="4" y="4574"/>
                        <a:pt x="10" y="4605"/>
                        <a:pt x="15" y="4635"/>
                      </a:cubicBezTo>
                      <a:cubicBezTo>
                        <a:pt x="27" y="4714"/>
                        <a:pt x="43" y="4795"/>
                        <a:pt x="59" y="4873"/>
                      </a:cubicBezTo>
                      <a:cubicBezTo>
                        <a:pt x="121" y="5160"/>
                        <a:pt x="207" y="5436"/>
                        <a:pt x="312" y="5703"/>
                      </a:cubicBezTo>
                      <a:cubicBezTo>
                        <a:pt x="2313" y="4637"/>
                        <a:pt x="4050" y="3015"/>
                        <a:pt x="5269" y="905"/>
                      </a:cubicBezTo>
                      <a:cubicBezTo>
                        <a:pt x="5289" y="868"/>
                        <a:pt x="5310" y="833"/>
                        <a:pt x="5331" y="795"/>
                      </a:cubicBezTo>
                      <a:cubicBezTo>
                        <a:pt x="5333" y="791"/>
                        <a:pt x="5336" y="786"/>
                        <a:pt x="5338" y="781"/>
                      </a:cubicBezTo>
                      <a:cubicBezTo>
                        <a:pt x="5346" y="767"/>
                        <a:pt x="5353" y="751"/>
                        <a:pt x="5361" y="736"/>
                      </a:cubicBezTo>
                      <a:cubicBezTo>
                        <a:pt x="5384" y="692"/>
                        <a:pt x="5409" y="646"/>
                        <a:pt x="5434" y="601"/>
                      </a:cubicBezTo>
                      <a:cubicBezTo>
                        <a:pt x="5436" y="597"/>
                        <a:pt x="5438" y="595"/>
                        <a:pt x="5440" y="590"/>
                      </a:cubicBezTo>
                      <a:cubicBezTo>
                        <a:pt x="5443" y="586"/>
                        <a:pt x="5443" y="583"/>
                        <a:pt x="5446" y="576"/>
                      </a:cubicBezTo>
                      <a:lnTo>
                        <a:pt x="5446" y="573"/>
                      </a:lnTo>
                      <a:lnTo>
                        <a:pt x="5453" y="566"/>
                      </a:lnTo>
                      <a:cubicBezTo>
                        <a:pt x="5456" y="559"/>
                        <a:pt x="5460" y="552"/>
                        <a:pt x="5464" y="545"/>
                      </a:cubicBezTo>
                      <a:cubicBezTo>
                        <a:pt x="5466" y="542"/>
                        <a:pt x="5470" y="534"/>
                        <a:pt x="5470" y="527"/>
                      </a:cubicBezTo>
                      <a:cubicBezTo>
                        <a:pt x="5472" y="523"/>
                        <a:pt x="5476" y="521"/>
                        <a:pt x="5476" y="517"/>
                      </a:cubicBezTo>
                      <a:cubicBezTo>
                        <a:pt x="5480" y="517"/>
                        <a:pt x="5480" y="514"/>
                        <a:pt x="5480" y="511"/>
                      </a:cubicBezTo>
                      <a:lnTo>
                        <a:pt x="5484" y="511"/>
                      </a:lnTo>
                      <a:lnTo>
                        <a:pt x="5484" y="504"/>
                      </a:lnTo>
                      <a:cubicBezTo>
                        <a:pt x="5487" y="504"/>
                        <a:pt x="5487" y="502"/>
                        <a:pt x="5487" y="498"/>
                      </a:cubicBezTo>
                      <a:cubicBezTo>
                        <a:pt x="5490" y="498"/>
                        <a:pt x="5490" y="495"/>
                        <a:pt x="5495" y="491"/>
                      </a:cubicBezTo>
                      <a:cubicBezTo>
                        <a:pt x="5495" y="487"/>
                        <a:pt x="5497" y="480"/>
                        <a:pt x="5501" y="473"/>
                      </a:cubicBezTo>
                      <a:cubicBezTo>
                        <a:pt x="5505" y="467"/>
                        <a:pt x="5508" y="459"/>
                        <a:pt x="5515" y="452"/>
                      </a:cubicBezTo>
                      <a:lnTo>
                        <a:pt x="5513" y="452"/>
                      </a:lnTo>
                      <a:lnTo>
                        <a:pt x="5513" y="451"/>
                      </a:lnTo>
                      <a:lnTo>
                        <a:pt x="5515" y="450"/>
                      </a:lnTo>
                      <a:cubicBezTo>
                        <a:pt x="5515" y="446"/>
                        <a:pt x="5517" y="442"/>
                        <a:pt x="5521" y="436"/>
                      </a:cubicBezTo>
                      <a:lnTo>
                        <a:pt x="5526" y="431"/>
                      </a:lnTo>
                      <a:cubicBezTo>
                        <a:pt x="5528" y="420"/>
                        <a:pt x="5536" y="408"/>
                        <a:pt x="5542" y="393"/>
                      </a:cubicBezTo>
                      <a:lnTo>
                        <a:pt x="5542" y="389"/>
                      </a:lnTo>
                      <a:cubicBezTo>
                        <a:pt x="5546" y="389"/>
                        <a:pt x="5546" y="389"/>
                        <a:pt x="5546" y="385"/>
                      </a:cubicBezTo>
                      <a:cubicBezTo>
                        <a:pt x="5612" y="256"/>
                        <a:pt x="5675" y="129"/>
                        <a:pt x="57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133"/>
                <p:cNvSpPr/>
                <p:nvPr/>
              </p:nvSpPr>
              <p:spPr>
                <a:xfrm>
                  <a:off x="3205550" y="2838800"/>
                  <a:ext cx="131250" cy="140225"/>
                </a:xfrm>
                <a:custGeom>
                  <a:rect b="b" l="l" r="r" t="t"/>
                  <a:pathLst>
                    <a:path extrusionOk="0" h="5609" w="5250">
                      <a:moveTo>
                        <a:pt x="5250" y="0"/>
                      </a:moveTo>
                      <a:cubicBezTo>
                        <a:pt x="3324" y="1067"/>
                        <a:pt x="1653" y="2654"/>
                        <a:pt x="474" y="4701"/>
                      </a:cubicBezTo>
                      <a:cubicBezTo>
                        <a:pt x="450" y="4740"/>
                        <a:pt x="429" y="4781"/>
                        <a:pt x="409" y="4819"/>
                      </a:cubicBezTo>
                      <a:cubicBezTo>
                        <a:pt x="398" y="4836"/>
                        <a:pt x="388" y="4855"/>
                        <a:pt x="378" y="4875"/>
                      </a:cubicBezTo>
                      <a:cubicBezTo>
                        <a:pt x="353" y="4917"/>
                        <a:pt x="328" y="4959"/>
                        <a:pt x="307" y="5004"/>
                      </a:cubicBezTo>
                      <a:cubicBezTo>
                        <a:pt x="303" y="5006"/>
                        <a:pt x="301" y="5014"/>
                        <a:pt x="297" y="5021"/>
                      </a:cubicBezTo>
                      <a:cubicBezTo>
                        <a:pt x="293" y="5025"/>
                        <a:pt x="293" y="5027"/>
                        <a:pt x="293" y="5031"/>
                      </a:cubicBezTo>
                      <a:cubicBezTo>
                        <a:pt x="293" y="5031"/>
                        <a:pt x="290" y="5031"/>
                        <a:pt x="290" y="5035"/>
                      </a:cubicBezTo>
                      <a:cubicBezTo>
                        <a:pt x="290" y="5035"/>
                        <a:pt x="286" y="5037"/>
                        <a:pt x="286" y="5041"/>
                      </a:cubicBezTo>
                      <a:cubicBezTo>
                        <a:pt x="282" y="5049"/>
                        <a:pt x="280" y="5056"/>
                        <a:pt x="276" y="5062"/>
                      </a:cubicBezTo>
                      <a:cubicBezTo>
                        <a:pt x="271" y="5065"/>
                        <a:pt x="269" y="5072"/>
                        <a:pt x="265" y="5079"/>
                      </a:cubicBezTo>
                      <a:cubicBezTo>
                        <a:pt x="261" y="5083"/>
                        <a:pt x="261" y="5086"/>
                        <a:pt x="261" y="5090"/>
                      </a:cubicBezTo>
                      <a:cubicBezTo>
                        <a:pt x="261" y="5090"/>
                        <a:pt x="257" y="5090"/>
                        <a:pt x="257" y="5093"/>
                      </a:cubicBezTo>
                      <a:cubicBezTo>
                        <a:pt x="255" y="5097"/>
                        <a:pt x="251" y="5105"/>
                        <a:pt x="251" y="5111"/>
                      </a:cubicBezTo>
                      <a:lnTo>
                        <a:pt x="247" y="5111"/>
                      </a:lnTo>
                      <a:cubicBezTo>
                        <a:pt x="247" y="5116"/>
                        <a:pt x="244" y="5118"/>
                        <a:pt x="244" y="5122"/>
                      </a:cubicBezTo>
                      <a:cubicBezTo>
                        <a:pt x="240" y="5126"/>
                        <a:pt x="236" y="5129"/>
                        <a:pt x="236" y="5136"/>
                      </a:cubicBezTo>
                      <a:cubicBezTo>
                        <a:pt x="229" y="5142"/>
                        <a:pt x="226" y="5150"/>
                        <a:pt x="223" y="5160"/>
                      </a:cubicBezTo>
                      <a:cubicBezTo>
                        <a:pt x="220" y="5164"/>
                        <a:pt x="220" y="5168"/>
                        <a:pt x="216" y="5174"/>
                      </a:cubicBezTo>
                      <a:lnTo>
                        <a:pt x="216" y="5179"/>
                      </a:lnTo>
                      <a:cubicBezTo>
                        <a:pt x="205" y="5191"/>
                        <a:pt x="198" y="5205"/>
                        <a:pt x="192" y="5220"/>
                      </a:cubicBezTo>
                      <a:lnTo>
                        <a:pt x="192" y="5224"/>
                      </a:lnTo>
                      <a:cubicBezTo>
                        <a:pt x="126" y="5353"/>
                        <a:pt x="63" y="5480"/>
                        <a:pt x="1" y="5609"/>
                      </a:cubicBezTo>
                      <a:cubicBezTo>
                        <a:pt x="45" y="5542"/>
                        <a:pt x="94" y="5477"/>
                        <a:pt x="142" y="5411"/>
                      </a:cubicBezTo>
                      <a:cubicBezTo>
                        <a:pt x="145" y="5407"/>
                        <a:pt x="148" y="5401"/>
                        <a:pt x="151" y="5397"/>
                      </a:cubicBezTo>
                      <a:cubicBezTo>
                        <a:pt x="156" y="5389"/>
                        <a:pt x="163" y="5379"/>
                        <a:pt x="169" y="5369"/>
                      </a:cubicBezTo>
                      <a:cubicBezTo>
                        <a:pt x="197" y="5330"/>
                        <a:pt x="225" y="5289"/>
                        <a:pt x="256" y="5251"/>
                      </a:cubicBezTo>
                      <a:lnTo>
                        <a:pt x="260" y="5247"/>
                      </a:lnTo>
                      <a:cubicBezTo>
                        <a:pt x="266" y="5232"/>
                        <a:pt x="277" y="5222"/>
                        <a:pt x="287" y="5208"/>
                      </a:cubicBezTo>
                      <a:cubicBezTo>
                        <a:pt x="291" y="5204"/>
                        <a:pt x="293" y="5198"/>
                        <a:pt x="297" y="5194"/>
                      </a:cubicBezTo>
                      <a:lnTo>
                        <a:pt x="301" y="5190"/>
                      </a:lnTo>
                      <a:cubicBezTo>
                        <a:pt x="301" y="5188"/>
                        <a:pt x="301" y="5188"/>
                        <a:pt x="305" y="5184"/>
                      </a:cubicBezTo>
                      <a:lnTo>
                        <a:pt x="309" y="5184"/>
                      </a:lnTo>
                      <a:cubicBezTo>
                        <a:pt x="309" y="5178"/>
                        <a:pt x="316" y="5173"/>
                        <a:pt x="319" y="5167"/>
                      </a:cubicBezTo>
                      <a:cubicBezTo>
                        <a:pt x="319" y="5167"/>
                        <a:pt x="319" y="5163"/>
                        <a:pt x="323" y="5163"/>
                      </a:cubicBezTo>
                      <a:cubicBezTo>
                        <a:pt x="323" y="5160"/>
                        <a:pt x="326" y="5160"/>
                        <a:pt x="329" y="5157"/>
                      </a:cubicBezTo>
                      <a:cubicBezTo>
                        <a:pt x="329" y="5149"/>
                        <a:pt x="336" y="5145"/>
                        <a:pt x="339" y="5138"/>
                      </a:cubicBezTo>
                      <a:cubicBezTo>
                        <a:pt x="339" y="5136"/>
                        <a:pt x="343" y="5136"/>
                        <a:pt x="347" y="5132"/>
                      </a:cubicBezTo>
                      <a:cubicBezTo>
                        <a:pt x="347" y="5129"/>
                        <a:pt x="347" y="5129"/>
                        <a:pt x="350" y="5126"/>
                      </a:cubicBezTo>
                      <a:cubicBezTo>
                        <a:pt x="350" y="5126"/>
                        <a:pt x="350" y="5122"/>
                        <a:pt x="354" y="5122"/>
                      </a:cubicBezTo>
                      <a:cubicBezTo>
                        <a:pt x="358" y="5116"/>
                        <a:pt x="365" y="5103"/>
                        <a:pt x="373" y="5097"/>
                      </a:cubicBezTo>
                      <a:lnTo>
                        <a:pt x="383" y="5087"/>
                      </a:lnTo>
                      <a:cubicBezTo>
                        <a:pt x="389" y="5076"/>
                        <a:pt x="397" y="5066"/>
                        <a:pt x="403" y="5056"/>
                      </a:cubicBezTo>
                      <a:lnTo>
                        <a:pt x="408" y="5056"/>
                      </a:lnTo>
                      <a:cubicBezTo>
                        <a:pt x="427" y="5025"/>
                        <a:pt x="455" y="4990"/>
                        <a:pt x="483" y="4959"/>
                      </a:cubicBezTo>
                      <a:cubicBezTo>
                        <a:pt x="483" y="4956"/>
                        <a:pt x="487" y="4948"/>
                        <a:pt x="493" y="4945"/>
                      </a:cubicBezTo>
                      <a:cubicBezTo>
                        <a:pt x="1783" y="3313"/>
                        <a:pt x="3427" y="2071"/>
                        <a:pt x="5250" y="1267"/>
                      </a:cubicBezTo>
                      <a:lnTo>
                        <a:pt x="525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33"/>
                <p:cNvSpPr/>
                <p:nvPr/>
              </p:nvSpPr>
              <p:spPr>
                <a:xfrm>
                  <a:off x="3074400" y="2791850"/>
                  <a:ext cx="150450" cy="181600"/>
                </a:xfrm>
                <a:custGeom>
                  <a:rect b="b" l="l" r="r" t="t"/>
                  <a:pathLst>
                    <a:path extrusionOk="0" h="7264" w="6018">
                      <a:moveTo>
                        <a:pt x="523" y="1"/>
                      </a:moveTo>
                      <a:cubicBezTo>
                        <a:pt x="343" y="129"/>
                        <a:pt x="170" y="264"/>
                        <a:pt x="0" y="406"/>
                      </a:cubicBezTo>
                      <a:lnTo>
                        <a:pt x="0" y="1203"/>
                      </a:lnTo>
                      <a:cubicBezTo>
                        <a:pt x="1049" y="3471"/>
                        <a:pt x="2786" y="5450"/>
                        <a:pt x="5115" y="6795"/>
                      </a:cubicBezTo>
                      <a:cubicBezTo>
                        <a:pt x="5147" y="6812"/>
                        <a:pt x="5178" y="6831"/>
                        <a:pt x="5209" y="6847"/>
                      </a:cubicBezTo>
                      <a:cubicBezTo>
                        <a:pt x="5216" y="6851"/>
                        <a:pt x="5222" y="6855"/>
                        <a:pt x="5227" y="6857"/>
                      </a:cubicBezTo>
                      <a:lnTo>
                        <a:pt x="5228" y="6857"/>
                      </a:lnTo>
                      <a:cubicBezTo>
                        <a:pt x="5247" y="6868"/>
                        <a:pt x="5266" y="6878"/>
                        <a:pt x="5286" y="6888"/>
                      </a:cubicBezTo>
                      <a:cubicBezTo>
                        <a:pt x="5332" y="6915"/>
                        <a:pt x="5377" y="6940"/>
                        <a:pt x="5422" y="6961"/>
                      </a:cubicBezTo>
                      <a:cubicBezTo>
                        <a:pt x="5423" y="6964"/>
                        <a:pt x="5426" y="6966"/>
                        <a:pt x="5429" y="6967"/>
                      </a:cubicBezTo>
                      <a:cubicBezTo>
                        <a:pt x="5430" y="6968"/>
                        <a:pt x="5431" y="6968"/>
                        <a:pt x="5433" y="6968"/>
                      </a:cubicBezTo>
                      <a:cubicBezTo>
                        <a:pt x="5435" y="6968"/>
                        <a:pt x="5437" y="6968"/>
                        <a:pt x="5439" y="6967"/>
                      </a:cubicBezTo>
                      <a:cubicBezTo>
                        <a:pt x="5439" y="6972"/>
                        <a:pt x="5439" y="6974"/>
                        <a:pt x="5440" y="6974"/>
                      </a:cubicBezTo>
                      <a:cubicBezTo>
                        <a:pt x="5440" y="6974"/>
                        <a:pt x="5441" y="6973"/>
                        <a:pt x="5443" y="6971"/>
                      </a:cubicBezTo>
                      <a:cubicBezTo>
                        <a:pt x="5443" y="6971"/>
                        <a:pt x="5444" y="6976"/>
                        <a:pt x="5447" y="6976"/>
                      </a:cubicBezTo>
                      <a:cubicBezTo>
                        <a:pt x="5448" y="6976"/>
                        <a:pt x="5448" y="6976"/>
                        <a:pt x="5449" y="6975"/>
                      </a:cubicBezTo>
                      <a:cubicBezTo>
                        <a:pt x="5449" y="6975"/>
                        <a:pt x="5451" y="6980"/>
                        <a:pt x="5453" y="6980"/>
                      </a:cubicBezTo>
                      <a:cubicBezTo>
                        <a:pt x="5454" y="6980"/>
                        <a:pt x="5455" y="6980"/>
                        <a:pt x="5455" y="6979"/>
                      </a:cubicBezTo>
                      <a:cubicBezTo>
                        <a:pt x="5462" y="6985"/>
                        <a:pt x="5470" y="6989"/>
                        <a:pt x="5476" y="6989"/>
                      </a:cubicBezTo>
                      <a:cubicBezTo>
                        <a:pt x="5480" y="6996"/>
                        <a:pt x="5484" y="7000"/>
                        <a:pt x="5491" y="7000"/>
                      </a:cubicBezTo>
                      <a:cubicBezTo>
                        <a:pt x="5491" y="7004"/>
                        <a:pt x="5493" y="7004"/>
                        <a:pt x="5497" y="7004"/>
                      </a:cubicBezTo>
                      <a:cubicBezTo>
                        <a:pt x="5497" y="7007"/>
                        <a:pt x="5500" y="7007"/>
                        <a:pt x="5504" y="7007"/>
                      </a:cubicBezTo>
                      <a:lnTo>
                        <a:pt x="5505" y="7009"/>
                      </a:lnTo>
                      <a:cubicBezTo>
                        <a:pt x="5507" y="7011"/>
                        <a:pt x="5511" y="7014"/>
                        <a:pt x="5514" y="7014"/>
                      </a:cubicBezTo>
                      <a:cubicBezTo>
                        <a:pt x="5517" y="7017"/>
                        <a:pt x="5520" y="7017"/>
                        <a:pt x="5525" y="7017"/>
                      </a:cubicBezTo>
                      <a:cubicBezTo>
                        <a:pt x="5525" y="7017"/>
                        <a:pt x="5527" y="7021"/>
                        <a:pt x="5531" y="7021"/>
                      </a:cubicBezTo>
                      <a:cubicBezTo>
                        <a:pt x="5534" y="7028"/>
                        <a:pt x="5542" y="7032"/>
                        <a:pt x="5548" y="7032"/>
                      </a:cubicBezTo>
                      <a:cubicBezTo>
                        <a:pt x="5556" y="7036"/>
                        <a:pt x="5563" y="7038"/>
                        <a:pt x="5569" y="7042"/>
                      </a:cubicBezTo>
                      <a:lnTo>
                        <a:pt x="5573" y="7042"/>
                      </a:lnTo>
                      <a:cubicBezTo>
                        <a:pt x="5577" y="7048"/>
                        <a:pt x="5579" y="7048"/>
                        <a:pt x="5583" y="7048"/>
                      </a:cubicBezTo>
                      <a:lnTo>
                        <a:pt x="5588" y="7048"/>
                      </a:lnTo>
                      <a:cubicBezTo>
                        <a:pt x="5602" y="7059"/>
                        <a:pt x="5615" y="7069"/>
                        <a:pt x="5633" y="7073"/>
                      </a:cubicBezTo>
                      <a:cubicBezTo>
                        <a:pt x="5762" y="7143"/>
                        <a:pt x="5889" y="7205"/>
                        <a:pt x="6018" y="7264"/>
                      </a:cubicBezTo>
                      <a:cubicBezTo>
                        <a:pt x="5955" y="7223"/>
                        <a:pt x="5896" y="7180"/>
                        <a:pt x="5839" y="7135"/>
                      </a:cubicBezTo>
                      <a:cubicBezTo>
                        <a:pt x="5819" y="7121"/>
                        <a:pt x="5800" y="7108"/>
                        <a:pt x="5780" y="7094"/>
                      </a:cubicBezTo>
                      <a:cubicBezTo>
                        <a:pt x="5742" y="7067"/>
                        <a:pt x="5701" y="7038"/>
                        <a:pt x="5662" y="7007"/>
                      </a:cubicBezTo>
                      <a:lnTo>
                        <a:pt x="5659" y="7007"/>
                      </a:lnTo>
                      <a:cubicBezTo>
                        <a:pt x="5644" y="6997"/>
                        <a:pt x="5634" y="6986"/>
                        <a:pt x="5620" y="6976"/>
                      </a:cubicBezTo>
                      <a:cubicBezTo>
                        <a:pt x="5615" y="6973"/>
                        <a:pt x="5609" y="6970"/>
                        <a:pt x="5605" y="6966"/>
                      </a:cubicBezTo>
                      <a:cubicBezTo>
                        <a:pt x="5604" y="6966"/>
                        <a:pt x="5602" y="6965"/>
                        <a:pt x="5600" y="6964"/>
                      </a:cubicBezTo>
                      <a:cubicBezTo>
                        <a:pt x="5598" y="6963"/>
                        <a:pt x="5597" y="6961"/>
                        <a:pt x="5595" y="6960"/>
                      </a:cubicBezTo>
                      <a:cubicBezTo>
                        <a:pt x="5592" y="6955"/>
                        <a:pt x="5584" y="6952"/>
                        <a:pt x="5581" y="6945"/>
                      </a:cubicBezTo>
                      <a:lnTo>
                        <a:pt x="5577" y="6945"/>
                      </a:lnTo>
                      <a:lnTo>
                        <a:pt x="5575" y="6944"/>
                      </a:lnTo>
                      <a:cubicBezTo>
                        <a:pt x="5573" y="6942"/>
                        <a:pt x="5569" y="6942"/>
                        <a:pt x="5567" y="6935"/>
                      </a:cubicBezTo>
                      <a:cubicBezTo>
                        <a:pt x="5559" y="6935"/>
                        <a:pt x="5556" y="6929"/>
                        <a:pt x="5548" y="6924"/>
                      </a:cubicBezTo>
                      <a:cubicBezTo>
                        <a:pt x="5548" y="6924"/>
                        <a:pt x="5544" y="6924"/>
                        <a:pt x="5544" y="6921"/>
                      </a:cubicBezTo>
                      <a:cubicBezTo>
                        <a:pt x="5541" y="6921"/>
                        <a:pt x="5538" y="6918"/>
                        <a:pt x="5534" y="6914"/>
                      </a:cubicBezTo>
                      <a:lnTo>
                        <a:pt x="5534" y="6911"/>
                      </a:lnTo>
                      <a:cubicBezTo>
                        <a:pt x="5527" y="6908"/>
                        <a:pt x="5516" y="6904"/>
                        <a:pt x="5510" y="6894"/>
                      </a:cubicBezTo>
                      <a:cubicBezTo>
                        <a:pt x="5504" y="6889"/>
                        <a:pt x="5500" y="6887"/>
                        <a:pt x="5493" y="6883"/>
                      </a:cubicBezTo>
                      <a:cubicBezTo>
                        <a:pt x="5482" y="6877"/>
                        <a:pt x="5476" y="6869"/>
                        <a:pt x="5466" y="6863"/>
                      </a:cubicBezTo>
                      <a:lnTo>
                        <a:pt x="5466" y="6858"/>
                      </a:lnTo>
                      <a:cubicBezTo>
                        <a:pt x="5434" y="6838"/>
                        <a:pt x="5403" y="6814"/>
                        <a:pt x="5372" y="6785"/>
                      </a:cubicBezTo>
                      <a:cubicBezTo>
                        <a:pt x="5366" y="6781"/>
                        <a:pt x="5362" y="6778"/>
                        <a:pt x="5355" y="6771"/>
                      </a:cubicBezTo>
                      <a:cubicBezTo>
                        <a:pt x="3140" y="5020"/>
                        <a:pt x="1640" y="2619"/>
                        <a:pt x="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33"/>
                <p:cNvSpPr/>
                <p:nvPr/>
              </p:nvSpPr>
              <p:spPr>
                <a:xfrm>
                  <a:off x="3199975" y="2959675"/>
                  <a:ext cx="133250" cy="155900"/>
                </a:xfrm>
                <a:custGeom>
                  <a:rect b="b" l="l" r="r" t="t"/>
                  <a:pathLst>
                    <a:path extrusionOk="0" h="6236" w="5330">
                      <a:moveTo>
                        <a:pt x="0" y="1"/>
                      </a:moveTo>
                      <a:lnTo>
                        <a:pt x="0" y="1"/>
                      </a:lnTo>
                      <a:cubicBezTo>
                        <a:pt x="64" y="42"/>
                        <a:pt x="126" y="88"/>
                        <a:pt x="185" y="133"/>
                      </a:cubicBezTo>
                      <a:cubicBezTo>
                        <a:pt x="190" y="135"/>
                        <a:pt x="197" y="138"/>
                        <a:pt x="201" y="142"/>
                      </a:cubicBezTo>
                      <a:cubicBezTo>
                        <a:pt x="201" y="143"/>
                        <a:pt x="203" y="143"/>
                        <a:pt x="203" y="143"/>
                      </a:cubicBezTo>
                      <a:cubicBezTo>
                        <a:pt x="216" y="153"/>
                        <a:pt x="229" y="161"/>
                        <a:pt x="241" y="171"/>
                      </a:cubicBezTo>
                      <a:cubicBezTo>
                        <a:pt x="282" y="199"/>
                        <a:pt x="320" y="231"/>
                        <a:pt x="361" y="258"/>
                      </a:cubicBezTo>
                      <a:lnTo>
                        <a:pt x="361" y="262"/>
                      </a:lnTo>
                      <a:cubicBezTo>
                        <a:pt x="376" y="269"/>
                        <a:pt x="386" y="280"/>
                        <a:pt x="400" y="290"/>
                      </a:cubicBezTo>
                      <a:cubicBezTo>
                        <a:pt x="405" y="294"/>
                        <a:pt x="411" y="297"/>
                        <a:pt x="415" y="300"/>
                      </a:cubicBezTo>
                      <a:cubicBezTo>
                        <a:pt x="416" y="300"/>
                        <a:pt x="417" y="302"/>
                        <a:pt x="420" y="303"/>
                      </a:cubicBezTo>
                      <a:cubicBezTo>
                        <a:pt x="422" y="304"/>
                        <a:pt x="423" y="305"/>
                        <a:pt x="425" y="307"/>
                      </a:cubicBezTo>
                      <a:lnTo>
                        <a:pt x="425" y="311"/>
                      </a:lnTo>
                      <a:cubicBezTo>
                        <a:pt x="431" y="311"/>
                        <a:pt x="439" y="319"/>
                        <a:pt x="446" y="325"/>
                      </a:cubicBezTo>
                      <a:cubicBezTo>
                        <a:pt x="449" y="325"/>
                        <a:pt x="452" y="328"/>
                        <a:pt x="456" y="331"/>
                      </a:cubicBezTo>
                      <a:cubicBezTo>
                        <a:pt x="463" y="335"/>
                        <a:pt x="467" y="338"/>
                        <a:pt x="470" y="342"/>
                      </a:cubicBezTo>
                      <a:cubicBezTo>
                        <a:pt x="474" y="342"/>
                        <a:pt x="474" y="342"/>
                        <a:pt x="474" y="346"/>
                      </a:cubicBezTo>
                      <a:cubicBezTo>
                        <a:pt x="478" y="346"/>
                        <a:pt x="481" y="349"/>
                        <a:pt x="484" y="352"/>
                      </a:cubicBezTo>
                      <a:lnTo>
                        <a:pt x="484" y="356"/>
                      </a:lnTo>
                      <a:cubicBezTo>
                        <a:pt x="486" y="354"/>
                        <a:pt x="487" y="353"/>
                        <a:pt x="488" y="353"/>
                      </a:cubicBezTo>
                      <a:cubicBezTo>
                        <a:pt x="488" y="353"/>
                        <a:pt x="488" y="354"/>
                        <a:pt x="488" y="356"/>
                      </a:cubicBezTo>
                      <a:cubicBezTo>
                        <a:pt x="499" y="360"/>
                        <a:pt x="507" y="367"/>
                        <a:pt x="513" y="375"/>
                      </a:cubicBezTo>
                      <a:cubicBezTo>
                        <a:pt x="520" y="378"/>
                        <a:pt x="523" y="381"/>
                        <a:pt x="527" y="385"/>
                      </a:cubicBezTo>
                      <a:cubicBezTo>
                        <a:pt x="538" y="391"/>
                        <a:pt x="549" y="398"/>
                        <a:pt x="555" y="405"/>
                      </a:cubicBezTo>
                      <a:lnTo>
                        <a:pt x="555" y="409"/>
                      </a:lnTo>
                      <a:cubicBezTo>
                        <a:pt x="589" y="429"/>
                        <a:pt x="621" y="457"/>
                        <a:pt x="652" y="485"/>
                      </a:cubicBezTo>
                      <a:cubicBezTo>
                        <a:pt x="658" y="489"/>
                        <a:pt x="667" y="493"/>
                        <a:pt x="673" y="499"/>
                      </a:cubicBezTo>
                      <a:cubicBezTo>
                        <a:pt x="2593" y="2017"/>
                        <a:pt x="3971" y="4025"/>
                        <a:pt x="4733" y="6235"/>
                      </a:cubicBezTo>
                      <a:cubicBezTo>
                        <a:pt x="4744" y="6214"/>
                        <a:pt x="4757" y="6194"/>
                        <a:pt x="4769" y="6173"/>
                      </a:cubicBezTo>
                      <a:cubicBezTo>
                        <a:pt x="4832" y="6063"/>
                        <a:pt x="4891" y="5952"/>
                        <a:pt x="4946" y="5839"/>
                      </a:cubicBezTo>
                      <a:cubicBezTo>
                        <a:pt x="5110" y="5500"/>
                        <a:pt x="5241" y="5143"/>
                        <a:pt x="5329" y="4770"/>
                      </a:cubicBezTo>
                      <a:cubicBezTo>
                        <a:pt x="4271" y="3048"/>
                        <a:pt x="2782" y="1557"/>
                        <a:pt x="906" y="473"/>
                      </a:cubicBezTo>
                      <a:cubicBezTo>
                        <a:pt x="874" y="455"/>
                        <a:pt x="843" y="437"/>
                        <a:pt x="812" y="421"/>
                      </a:cubicBezTo>
                      <a:cubicBezTo>
                        <a:pt x="783" y="402"/>
                        <a:pt x="755" y="390"/>
                        <a:pt x="729" y="376"/>
                      </a:cubicBezTo>
                      <a:cubicBezTo>
                        <a:pt x="685" y="347"/>
                        <a:pt x="644" y="327"/>
                        <a:pt x="600" y="305"/>
                      </a:cubicBezTo>
                      <a:cubicBezTo>
                        <a:pt x="592" y="299"/>
                        <a:pt x="585" y="295"/>
                        <a:pt x="579" y="295"/>
                      </a:cubicBezTo>
                      <a:cubicBezTo>
                        <a:pt x="579" y="295"/>
                        <a:pt x="576" y="289"/>
                        <a:pt x="572" y="289"/>
                      </a:cubicBezTo>
                      <a:cubicBezTo>
                        <a:pt x="572" y="289"/>
                        <a:pt x="570" y="285"/>
                        <a:pt x="566" y="285"/>
                      </a:cubicBezTo>
                      <a:cubicBezTo>
                        <a:pt x="559" y="282"/>
                        <a:pt x="551" y="279"/>
                        <a:pt x="545" y="274"/>
                      </a:cubicBezTo>
                      <a:cubicBezTo>
                        <a:pt x="541" y="272"/>
                        <a:pt x="538" y="268"/>
                        <a:pt x="530" y="268"/>
                      </a:cubicBezTo>
                      <a:cubicBezTo>
                        <a:pt x="527" y="266"/>
                        <a:pt x="524" y="262"/>
                        <a:pt x="520" y="262"/>
                      </a:cubicBezTo>
                      <a:cubicBezTo>
                        <a:pt x="520" y="262"/>
                        <a:pt x="518" y="258"/>
                        <a:pt x="514" y="258"/>
                      </a:cubicBezTo>
                      <a:cubicBezTo>
                        <a:pt x="510" y="256"/>
                        <a:pt x="508" y="256"/>
                        <a:pt x="504" y="252"/>
                      </a:cubicBezTo>
                      <a:cubicBezTo>
                        <a:pt x="504" y="252"/>
                        <a:pt x="502" y="252"/>
                        <a:pt x="497" y="248"/>
                      </a:cubicBezTo>
                      <a:cubicBezTo>
                        <a:pt x="493" y="248"/>
                        <a:pt x="491" y="243"/>
                        <a:pt x="487" y="243"/>
                      </a:cubicBezTo>
                      <a:cubicBezTo>
                        <a:pt x="484" y="240"/>
                        <a:pt x="477" y="237"/>
                        <a:pt x="470" y="233"/>
                      </a:cubicBezTo>
                      <a:cubicBezTo>
                        <a:pt x="468" y="230"/>
                        <a:pt x="459" y="227"/>
                        <a:pt x="453" y="223"/>
                      </a:cubicBezTo>
                      <a:lnTo>
                        <a:pt x="449" y="223"/>
                      </a:lnTo>
                      <a:cubicBezTo>
                        <a:pt x="446" y="221"/>
                        <a:pt x="442" y="221"/>
                        <a:pt x="436" y="217"/>
                      </a:cubicBezTo>
                      <a:cubicBezTo>
                        <a:pt x="421" y="210"/>
                        <a:pt x="407" y="199"/>
                        <a:pt x="390" y="192"/>
                      </a:cubicBezTo>
                      <a:lnTo>
                        <a:pt x="386" y="192"/>
                      </a:lnTo>
                      <a:cubicBezTo>
                        <a:pt x="257" y="127"/>
                        <a:pt x="129" y="65"/>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18" name="Google Shape;10518;p133"/>
            <p:cNvGrpSpPr/>
            <p:nvPr/>
          </p:nvGrpSpPr>
          <p:grpSpPr>
            <a:xfrm rot="-1155472">
              <a:off x="285960" y="4079022"/>
              <a:ext cx="980615" cy="618634"/>
              <a:chOff x="-1963525" y="3710875"/>
              <a:chExt cx="260450" cy="164313"/>
            </a:xfrm>
          </p:grpSpPr>
          <p:sp>
            <p:nvSpPr>
              <p:cNvPr id="10519" name="Google Shape;10519;p133"/>
              <p:cNvSpPr/>
              <p:nvPr/>
            </p:nvSpPr>
            <p:spPr>
              <a:xfrm>
                <a:off x="-1963525" y="3710875"/>
                <a:ext cx="260450" cy="164225"/>
              </a:xfrm>
              <a:custGeom>
                <a:rect b="b" l="l" r="r" t="t"/>
                <a:pathLst>
                  <a:path extrusionOk="0" h="6569" w="10418">
                    <a:moveTo>
                      <a:pt x="10075" y="0"/>
                    </a:moveTo>
                    <a:lnTo>
                      <a:pt x="365" y="1"/>
                    </a:lnTo>
                    <a:cubicBezTo>
                      <a:pt x="242" y="1"/>
                      <a:pt x="138" y="109"/>
                      <a:pt x="138" y="230"/>
                    </a:cubicBezTo>
                    <a:lnTo>
                      <a:pt x="138" y="739"/>
                    </a:lnTo>
                    <a:lnTo>
                      <a:pt x="138" y="3629"/>
                    </a:lnTo>
                    <a:lnTo>
                      <a:pt x="53" y="3629"/>
                    </a:lnTo>
                    <a:cubicBezTo>
                      <a:pt x="32" y="3656"/>
                      <a:pt x="28" y="3672"/>
                      <a:pt x="1" y="3695"/>
                    </a:cubicBezTo>
                    <a:lnTo>
                      <a:pt x="1" y="5827"/>
                    </a:lnTo>
                    <a:cubicBezTo>
                      <a:pt x="28" y="5849"/>
                      <a:pt x="33" y="5860"/>
                      <a:pt x="53" y="5883"/>
                    </a:cubicBezTo>
                    <a:lnTo>
                      <a:pt x="138" y="5883"/>
                    </a:lnTo>
                    <a:lnTo>
                      <a:pt x="138" y="6359"/>
                    </a:lnTo>
                    <a:cubicBezTo>
                      <a:pt x="138" y="6482"/>
                      <a:pt x="241" y="6569"/>
                      <a:pt x="365" y="6569"/>
                    </a:cubicBezTo>
                    <a:lnTo>
                      <a:pt x="10075" y="6567"/>
                    </a:lnTo>
                    <a:cubicBezTo>
                      <a:pt x="10197" y="6567"/>
                      <a:pt x="10282" y="6481"/>
                      <a:pt x="10282" y="6358"/>
                    </a:cubicBezTo>
                    <a:lnTo>
                      <a:pt x="10282" y="5881"/>
                    </a:lnTo>
                    <a:lnTo>
                      <a:pt x="10369" y="5881"/>
                    </a:lnTo>
                    <a:cubicBezTo>
                      <a:pt x="10391" y="5859"/>
                      <a:pt x="10391" y="5848"/>
                      <a:pt x="10418" y="5826"/>
                    </a:cubicBezTo>
                    <a:lnTo>
                      <a:pt x="10418" y="3693"/>
                    </a:lnTo>
                    <a:cubicBezTo>
                      <a:pt x="10391" y="3672"/>
                      <a:pt x="10391" y="3656"/>
                      <a:pt x="10369" y="3628"/>
                    </a:cubicBezTo>
                    <a:lnTo>
                      <a:pt x="10282" y="3628"/>
                    </a:lnTo>
                    <a:lnTo>
                      <a:pt x="10282" y="738"/>
                    </a:lnTo>
                    <a:lnTo>
                      <a:pt x="10282" y="229"/>
                    </a:lnTo>
                    <a:cubicBezTo>
                      <a:pt x="10282" y="107"/>
                      <a:pt x="10197" y="0"/>
                      <a:pt x="10075"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0" name="Google Shape;10520;p133"/>
              <p:cNvGrpSpPr/>
              <p:nvPr/>
            </p:nvGrpSpPr>
            <p:grpSpPr>
              <a:xfrm>
                <a:off x="-1963525" y="3710913"/>
                <a:ext cx="260450" cy="164275"/>
                <a:chOff x="-1963525" y="2442950"/>
                <a:chExt cx="260450" cy="164275"/>
              </a:xfrm>
            </p:grpSpPr>
            <p:sp>
              <p:nvSpPr>
                <p:cNvPr id="10521" name="Google Shape;10521;p133"/>
                <p:cNvSpPr/>
                <p:nvPr/>
              </p:nvSpPr>
              <p:spPr>
                <a:xfrm>
                  <a:off x="-1963525" y="2533650"/>
                  <a:ext cx="260450" cy="56425"/>
                </a:xfrm>
                <a:custGeom>
                  <a:rect b="b" l="l" r="r" t="t"/>
                  <a:pathLst>
                    <a:path extrusionOk="0" h="2257" w="10418">
                      <a:moveTo>
                        <a:pt x="10369" y="1"/>
                      </a:moveTo>
                      <a:lnTo>
                        <a:pt x="53" y="3"/>
                      </a:lnTo>
                      <a:cubicBezTo>
                        <a:pt x="33" y="31"/>
                        <a:pt x="28" y="47"/>
                        <a:pt x="1" y="69"/>
                      </a:cubicBezTo>
                      <a:lnTo>
                        <a:pt x="1" y="2202"/>
                      </a:lnTo>
                      <a:cubicBezTo>
                        <a:pt x="28" y="2224"/>
                        <a:pt x="32" y="2235"/>
                        <a:pt x="53" y="2257"/>
                      </a:cubicBezTo>
                      <a:lnTo>
                        <a:pt x="10369" y="2255"/>
                      </a:lnTo>
                      <a:cubicBezTo>
                        <a:pt x="10391" y="2233"/>
                        <a:pt x="10391" y="2221"/>
                        <a:pt x="10418" y="2199"/>
                      </a:cubicBezTo>
                      <a:lnTo>
                        <a:pt x="10418" y="67"/>
                      </a:lnTo>
                      <a:cubicBezTo>
                        <a:pt x="10391" y="44"/>
                        <a:pt x="10391" y="28"/>
                        <a:pt x="103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133"/>
                <p:cNvSpPr/>
                <p:nvPr/>
              </p:nvSpPr>
              <p:spPr>
                <a:xfrm>
                  <a:off x="-1960125" y="2442950"/>
                  <a:ext cx="253650" cy="164275"/>
                </a:xfrm>
                <a:custGeom>
                  <a:rect b="b" l="l" r="r" t="t"/>
                  <a:pathLst>
                    <a:path extrusionOk="0" h="6571" w="10146">
                      <a:moveTo>
                        <a:pt x="9937" y="0"/>
                      </a:moveTo>
                      <a:lnTo>
                        <a:pt x="227" y="1"/>
                      </a:lnTo>
                      <a:cubicBezTo>
                        <a:pt x="105" y="1"/>
                        <a:pt x="0" y="109"/>
                        <a:pt x="0" y="232"/>
                      </a:cubicBezTo>
                      <a:lnTo>
                        <a:pt x="0" y="739"/>
                      </a:lnTo>
                      <a:lnTo>
                        <a:pt x="2" y="6362"/>
                      </a:lnTo>
                      <a:cubicBezTo>
                        <a:pt x="2" y="6483"/>
                        <a:pt x="105" y="6570"/>
                        <a:pt x="229" y="6570"/>
                      </a:cubicBezTo>
                      <a:lnTo>
                        <a:pt x="9939" y="6569"/>
                      </a:lnTo>
                      <a:cubicBezTo>
                        <a:pt x="10061" y="6569"/>
                        <a:pt x="10146" y="6482"/>
                        <a:pt x="10146" y="6360"/>
                      </a:cubicBezTo>
                      <a:lnTo>
                        <a:pt x="10143" y="738"/>
                      </a:lnTo>
                      <a:lnTo>
                        <a:pt x="10143" y="230"/>
                      </a:lnTo>
                      <a:cubicBezTo>
                        <a:pt x="10143" y="108"/>
                        <a:pt x="10061" y="0"/>
                        <a:pt x="99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133"/>
                <p:cNvSpPr/>
                <p:nvPr/>
              </p:nvSpPr>
              <p:spPr>
                <a:xfrm>
                  <a:off x="-1953625" y="2448675"/>
                  <a:ext cx="11300" cy="11325"/>
                </a:xfrm>
                <a:custGeom>
                  <a:rect b="b" l="l" r="r" t="t"/>
                  <a:pathLst>
                    <a:path extrusionOk="0" h="453" w="452">
                      <a:moveTo>
                        <a:pt x="225" y="1"/>
                      </a:moveTo>
                      <a:cubicBezTo>
                        <a:pt x="100" y="1"/>
                        <a:pt x="0" y="102"/>
                        <a:pt x="0" y="227"/>
                      </a:cubicBezTo>
                      <a:cubicBezTo>
                        <a:pt x="0" y="351"/>
                        <a:pt x="100" y="453"/>
                        <a:pt x="225" y="453"/>
                      </a:cubicBezTo>
                      <a:cubicBezTo>
                        <a:pt x="351" y="453"/>
                        <a:pt x="451" y="351"/>
                        <a:pt x="451" y="227"/>
                      </a:cubicBezTo>
                      <a:cubicBezTo>
                        <a:pt x="451" y="102"/>
                        <a:pt x="350"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33"/>
                <p:cNvSpPr/>
                <p:nvPr/>
              </p:nvSpPr>
              <p:spPr>
                <a:xfrm>
                  <a:off x="-1724150" y="2448650"/>
                  <a:ext cx="11300" cy="11325"/>
                </a:xfrm>
                <a:custGeom>
                  <a:rect b="b" l="l" r="r" t="t"/>
                  <a:pathLst>
                    <a:path extrusionOk="0" h="453" w="452">
                      <a:moveTo>
                        <a:pt x="229" y="0"/>
                      </a:moveTo>
                      <a:cubicBezTo>
                        <a:pt x="228" y="0"/>
                        <a:pt x="227" y="0"/>
                        <a:pt x="227" y="0"/>
                      </a:cubicBezTo>
                      <a:cubicBezTo>
                        <a:pt x="101" y="0"/>
                        <a:pt x="1" y="102"/>
                        <a:pt x="1" y="226"/>
                      </a:cubicBezTo>
                      <a:cubicBezTo>
                        <a:pt x="1" y="351"/>
                        <a:pt x="101" y="452"/>
                        <a:pt x="227" y="452"/>
                      </a:cubicBezTo>
                      <a:cubicBezTo>
                        <a:pt x="352" y="452"/>
                        <a:pt x="452" y="351"/>
                        <a:pt x="452" y="226"/>
                      </a:cubicBezTo>
                      <a:cubicBezTo>
                        <a:pt x="452" y="102"/>
                        <a:pt x="353" y="0"/>
                        <a:pt x="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133"/>
                <p:cNvSpPr/>
                <p:nvPr/>
              </p:nvSpPr>
              <p:spPr>
                <a:xfrm>
                  <a:off x="-1953600" y="2590250"/>
                  <a:ext cx="11325" cy="11300"/>
                </a:xfrm>
                <a:custGeom>
                  <a:rect b="b" l="l" r="r" t="t"/>
                  <a:pathLst>
                    <a:path extrusionOk="0" h="452" w="453">
                      <a:moveTo>
                        <a:pt x="226" y="0"/>
                      </a:moveTo>
                      <a:cubicBezTo>
                        <a:pt x="100" y="0"/>
                        <a:pt x="0" y="100"/>
                        <a:pt x="0" y="225"/>
                      </a:cubicBezTo>
                      <a:cubicBezTo>
                        <a:pt x="0" y="351"/>
                        <a:pt x="100" y="451"/>
                        <a:pt x="226" y="451"/>
                      </a:cubicBezTo>
                      <a:cubicBezTo>
                        <a:pt x="351" y="451"/>
                        <a:pt x="452" y="351"/>
                        <a:pt x="452" y="225"/>
                      </a:cubicBezTo>
                      <a:cubicBezTo>
                        <a:pt x="452" y="100"/>
                        <a:pt x="350" y="0"/>
                        <a:pt x="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133"/>
                <p:cNvSpPr/>
                <p:nvPr/>
              </p:nvSpPr>
              <p:spPr>
                <a:xfrm>
                  <a:off x="-1724125" y="2590175"/>
                  <a:ext cx="11325" cy="11350"/>
                </a:xfrm>
                <a:custGeom>
                  <a:rect b="b" l="l" r="r" t="t"/>
                  <a:pathLst>
                    <a:path extrusionOk="0" h="454" w="453">
                      <a:moveTo>
                        <a:pt x="229" y="1"/>
                      </a:moveTo>
                      <a:cubicBezTo>
                        <a:pt x="228" y="1"/>
                        <a:pt x="227" y="1"/>
                        <a:pt x="227" y="1"/>
                      </a:cubicBezTo>
                      <a:cubicBezTo>
                        <a:pt x="101" y="1"/>
                        <a:pt x="1" y="102"/>
                        <a:pt x="1" y="227"/>
                      </a:cubicBezTo>
                      <a:cubicBezTo>
                        <a:pt x="1" y="352"/>
                        <a:pt x="101" y="453"/>
                        <a:pt x="227" y="453"/>
                      </a:cubicBezTo>
                      <a:cubicBezTo>
                        <a:pt x="352" y="453"/>
                        <a:pt x="453" y="352"/>
                        <a:pt x="453" y="227"/>
                      </a:cubicBezTo>
                      <a:cubicBezTo>
                        <a:pt x="453" y="103"/>
                        <a:pt x="352" y="1"/>
                        <a:pt x="2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133"/>
                <p:cNvSpPr/>
                <p:nvPr/>
              </p:nvSpPr>
              <p:spPr>
                <a:xfrm>
                  <a:off x="-1942900" y="2460125"/>
                  <a:ext cx="219250" cy="102425"/>
                </a:xfrm>
                <a:custGeom>
                  <a:rect b="b" l="l" r="r" t="t"/>
                  <a:pathLst>
                    <a:path extrusionOk="0" h="4097" w="8770">
                      <a:moveTo>
                        <a:pt x="8330" y="1"/>
                      </a:moveTo>
                      <a:lnTo>
                        <a:pt x="441" y="2"/>
                      </a:lnTo>
                      <a:cubicBezTo>
                        <a:pt x="270" y="174"/>
                        <a:pt x="166" y="270"/>
                        <a:pt x="0" y="442"/>
                      </a:cubicBezTo>
                      <a:lnTo>
                        <a:pt x="1" y="4018"/>
                      </a:lnTo>
                      <a:cubicBezTo>
                        <a:pt x="1" y="4062"/>
                        <a:pt x="39" y="4097"/>
                        <a:pt x="83" y="4097"/>
                      </a:cubicBezTo>
                      <a:lnTo>
                        <a:pt x="8692" y="4096"/>
                      </a:lnTo>
                      <a:cubicBezTo>
                        <a:pt x="8736" y="4096"/>
                        <a:pt x="8769" y="4061"/>
                        <a:pt x="8769" y="4016"/>
                      </a:cubicBezTo>
                      <a:lnTo>
                        <a:pt x="8768" y="440"/>
                      </a:lnTo>
                      <a:cubicBezTo>
                        <a:pt x="8603" y="269"/>
                        <a:pt x="8501" y="172"/>
                        <a:pt x="8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33"/>
                <p:cNvSpPr/>
                <p:nvPr/>
              </p:nvSpPr>
              <p:spPr>
                <a:xfrm>
                  <a:off x="-1912775" y="2568700"/>
                  <a:ext cx="159150" cy="38525"/>
                </a:xfrm>
                <a:custGeom>
                  <a:rect b="b" l="l" r="r" t="t"/>
                  <a:pathLst>
                    <a:path extrusionOk="0" h="1541" w="6366">
                      <a:moveTo>
                        <a:pt x="5940" y="0"/>
                      </a:moveTo>
                      <a:lnTo>
                        <a:pt x="425" y="1"/>
                      </a:lnTo>
                      <a:cubicBezTo>
                        <a:pt x="338" y="1"/>
                        <a:pt x="264" y="69"/>
                        <a:pt x="248" y="155"/>
                      </a:cubicBezTo>
                      <a:lnTo>
                        <a:pt x="1" y="1540"/>
                      </a:lnTo>
                      <a:lnTo>
                        <a:pt x="6365" y="1539"/>
                      </a:lnTo>
                      <a:lnTo>
                        <a:pt x="6116" y="153"/>
                      </a:lnTo>
                      <a:cubicBezTo>
                        <a:pt x="6101" y="68"/>
                        <a:pt x="6026" y="0"/>
                        <a:pt x="59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33"/>
                <p:cNvSpPr/>
                <p:nvPr/>
              </p:nvSpPr>
              <p:spPr>
                <a:xfrm>
                  <a:off x="-1895300" y="2591325"/>
                  <a:ext cx="12525" cy="12525"/>
                </a:xfrm>
                <a:custGeom>
                  <a:rect b="b" l="l" r="r" t="t"/>
                  <a:pathLst>
                    <a:path extrusionOk="0" h="501" w="501">
                      <a:moveTo>
                        <a:pt x="253" y="0"/>
                      </a:moveTo>
                      <a:cubicBezTo>
                        <a:pt x="252" y="0"/>
                        <a:pt x="252" y="0"/>
                        <a:pt x="251" y="0"/>
                      </a:cubicBezTo>
                      <a:cubicBezTo>
                        <a:pt x="113" y="0"/>
                        <a:pt x="0" y="113"/>
                        <a:pt x="0" y="251"/>
                      </a:cubicBezTo>
                      <a:cubicBezTo>
                        <a:pt x="0" y="388"/>
                        <a:pt x="113" y="501"/>
                        <a:pt x="251" y="501"/>
                      </a:cubicBezTo>
                      <a:cubicBezTo>
                        <a:pt x="388" y="501"/>
                        <a:pt x="501" y="388"/>
                        <a:pt x="501" y="251"/>
                      </a:cubicBezTo>
                      <a:cubicBezTo>
                        <a:pt x="501" y="113"/>
                        <a:pt x="389" y="0"/>
                        <a:pt x="2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133"/>
                <p:cNvSpPr/>
                <p:nvPr/>
              </p:nvSpPr>
              <p:spPr>
                <a:xfrm>
                  <a:off x="-1783650" y="2591300"/>
                  <a:ext cx="12550" cy="12525"/>
                </a:xfrm>
                <a:custGeom>
                  <a:rect b="b" l="l" r="r" t="t"/>
                  <a:pathLst>
                    <a:path extrusionOk="0" h="501" w="502">
                      <a:moveTo>
                        <a:pt x="251" y="0"/>
                      </a:moveTo>
                      <a:cubicBezTo>
                        <a:pt x="112" y="0"/>
                        <a:pt x="1" y="113"/>
                        <a:pt x="1" y="250"/>
                      </a:cubicBezTo>
                      <a:cubicBezTo>
                        <a:pt x="1" y="388"/>
                        <a:pt x="112" y="501"/>
                        <a:pt x="251" y="501"/>
                      </a:cubicBezTo>
                      <a:cubicBezTo>
                        <a:pt x="389" y="501"/>
                        <a:pt x="501" y="388"/>
                        <a:pt x="501" y="250"/>
                      </a:cubicBezTo>
                      <a:cubicBezTo>
                        <a:pt x="501" y="113"/>
                        <a:pt x="389" y="0"/>
                        <a:pt x="2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133"/>
                <p:cNvSpPr/>
                <p:nvPr/>
              </p:nvSpPr>
              <p:spPr>
                <a:xfrm>
                  <a:off x="-1869350" y="2588650"/>
                  <a:ext cx="9650" cy="9650"/>
                </a:xfrm>
                <a:custGeom>
                  <a:rect b="b" l="l" r="r" t="t"/>
                  <a:pathLst>
                    <a:path extrusionOk="0" h="386" w="386">
                      <a:moveTo>
                        <a:pt x="188" y="0"/>
                      </a:moveTo>
                      <a:cubicBezTo>
                        <a:pt x="85" y="0"/>
                        <a:pt x="1" y="85"/>
                        <a:pt x="1" y="188"/>
                      </a:cubicBezTo>
                      <a:lnTo>
                        <a:pt x="1" y="198"/>
                      </a:lnTo>
                      <a:cubicBezTo>
                        <a:pt x="1" y="301"/>
                        <a:pt x="85" y="385"/>
                        <a:pt x="188" y="385"/>
                      </a:cubicBezTo>
                      <a:lnTo>
                        <a:pt x="199" y="385"/>
                      </a:lnTo>
                      <a:cubicBezTo>
                        <a:pt x="302" y="385"/>
                        <a:pt x="386" y="301"/>
                        <a:pt x="386" y="198"/>
                      </a:cubicBezTo>
                      <a:lnTo>
                        <a:pt x="386" y="188"/>
                      </a:lnTo>
                      <a:cubicBezTo>
                        <a:pt x="386" y="85"/>
                        <a:pt x="302" y="0"/>
                        <a:pt x="1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133"/>
                <p:cNvSpPr/>
                <p:nvPr/>
              </p:nvSpPr>
              <p:spPr>
                <a:xfrm>
                  <a:off x="-1806800" y="2588650"/>
                  <a:ext cx="9650" cy="9650"/>
                </a:xfrm>
                <a:custGeom>
                  <a:rect b="b" l="l" r="r" t="t"/>
                  <a:pathLst>
                    <a:path extrusionOk="0" h="386" w="386">
                      <a:moveTo>
                        <a:pt x="187" y="0"/>
                      </a:moveTo>
                      <a:cubicBezTo>
                        <a:pt x="84" y="0"/>
                        <a:pt x="0" y="85"/>
                        <a:pt x="0" y="188"/>
                      </a:cubicBezTo>
                      <a:lnTo>
                        <a:pt x="0" y="198"/>
                      </a:lnTo>
                      <a:cubicBezTo>
                        <a:pt x="0" y="301"/>
                        <a:pt x="84" y="385"/>
                        <a:pt x="187" y="385"/>
                      </a:cubicBezTo>
                      <a:lnTo>
                        <a:pt x="197" y="385"/>
                      </a:lnTo>
                      <a:cubicBezTo>
                        <a:pt x="300" y="385"/>
                        <a:pt x="385" y="301"/>
                        <a:pt x="385" y="198"/>
                      </a:cubicBezTo>
                      <a:lnTo>
                        <a:pt x="385" y="188"/>
                      </a:lnTo>
                      <a:cubicBezTo>
                        <a:pt x="385" y="85"/>
                        <a:pt x="300" y="0"/>
                        <a:pt x="1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133"/>
                <p:cNvSpPr/>
                <p:nvPr/>
              </p:nvSpPr>
              <p:spPr>
                <a:xfrm>
                  <a:off x="-1905125" y="2464250"/>
                  <a:ext cx="144350" cy="22725"/>
                </a:xfrm>
                <a:custGeom>
                  <a:rect b="b" l="l" r="r" t="t"/>
                  <a:pathLst>
                    <a:path extrusionOk="0" h="909" w="5774">
                      <a:moveTo>
                        <a:pt x="5436" y="1"/>
                      </a:moveTo>
                      <a:lnTo>
                        <a:pt x="337" y="2"/>
                      </a:lnTo>
                      <a:cubicBezTo>
                        <a:pt x="151" y="2"/>
                        <a:pt x="0" y="154"/>
                        <a:pt x="0" y="339"/>
                      </a:cubicBezTo>
                      <a:lnTo>
                        <a:pt x="0" y="573"/>
                      </a:lnTo>
                      <a:cubicBezTo>
                        <a:pt x="0" y="758"/>
                        <a:pt x="151" y="909"/>
                        <a:pt x="337" y="909"/>
                      </a:cubicBezTo>
                      <a:lnTo>
                        <a:pt x="5436" y="908"/>
                      </a:lnTo>
                      <a:cubicBezTo>
                        <a:pt x="5622" y="908"/>
                        <a:pt x="5773" y="757"/>
                        <a:pt x="5773" y="572"/>
                      </a:cubicBezTo>
                      <a:lnTo>
                        <a:pt x="5773" y="337"/>
                      </a:lnTo>
                      <a:cubicBezTo>
                        <a:pt x="5773" y="151"/>
                        <a:pt x="5622" y="1"/>
                        <a:pt x="54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133"/>
                <p:cNvSpPr/>
                <p:nvPr/>
              </p:nvSpPr>
              <p:spPr>
                <a:xfrm>
                  <a:off x="-1941500" y="2483875"/>
                  <a:ext cx="218450" cy="77300"/>
                </a:xfrm>
                <a:custGeom>
                  <a:rect b="b" l="l" r="r" t="t"/>
                  <a:pathLst>
                    <a:path extrusionOk="0" h="3092" w="8738">
                      <a:moveTo>
                        <a:pt x="8737" y="0"/>
                      </a:moveTo>
                      <a:lnTo>
                        <a:pt x="0" y="2241"/>
                      </a:lnTo>
                      <a:lnTo>
                        <a:pt x="0" y="3092"/>
                      </a:lnTo>
                      <a:lnTo>
                        <a:pt x="8738" y="853"/>
                      </a:lnTo>
                      <a:lnTo>
                        <a:pt x="87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133"/>
                <p:cNvSpPr/>
                <p:nvPr/>
              </p:nvSpPr>
              <p:spPr>
                <a:xfrm>
                  <a:off x="-1900975" y="2470700"/>
                  <a:ext cx="135375" cy="1575"/>
                </a:xfrm>
                <a:custGeom>
                  <a:rect b="b" l="l" r="r" t="t"/>
                  <a:pathLst>
                    <a:path extrusionOk="0" h="63" w="5415">
                      <a:moveTo>
                        <a:pt x="0" y="1"/>
                      </a:moveTo>
                      <a:lnTo>
                        <a:pt x="0" y="63"/>
                      </a:lnTo>
                      <a:lnTo>
                        <a:pt x="5414" y="63"/>
                      </a:lnTo>
                      <a:lnTo>
                        <a:pt x="54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33"/>
                <p:cNvSpPr/>
                <p:nvPr/>
              </p:nvSpPr>
              <p:spPr>
                <a:xfrm>
                  <a:off x="-1900975" y="2478975"/>
                  <a:ext cx="135375" cy="1550"/>
                </a:xfrm>
                <a:custGeom>
                  <a:rect b="b" l="l" r="r" t="t"/>
                  <a:pathLst>
                    <a:path extrusionOk="0" h="62" w="5415">
                      <a:moveTo>
                        <a:pt x="0" y="0"/>
                      </a:moveTo>
                      <a:lnTo>
                        <a:pt x="0" y="62"/>
                      </a:lnTo>
                      <a:lnTo>
                        <a:pt x="5414" y="62"/>
                      </a:lnTo>
                      <a:lnTo>
                        <a:pt x="54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133"/>
                <p:cNvSpPr/>
                <p:nvPr/>
              </p:nvSpPr>
              <p:spPr>
                <a:xfrm>
                  <a:off x="-1910875" y="2493450"/>
                  <a:ext cx="155275" cy="44050"/>
                </a:xfrm>
                <a:custGeom>
                  <a:rect b="b" l="l" r="r" t="t"/>
                  <a:pathLst>
                    <a:path extrusionOk="0" h="1762" w="6211">
                      <a:moveTo>
                        <a:pt x="5330" y="0"/>
                      </a:moveTo>
                      <a:lnTo>
                        <a:pt x="880" y="2"/>
                      </a:lnTo>
                      <a:cubicBezTo>
                        <a:pt x="395" y="2"/>
                        <a:pt x="0" y="396"/>
                        <a:pt x="0" y="881"/>
                      </a:cubicBezTo>
                      <a:cubicBezTo>
                        <a:pt x="0" y="1366"/>
                        <a:pt x="395" y="1762"/>
                        <a:pt x="880" y="1762"/>
                      </a:cubicBezTo>
                      <a:lnTo>
                        <a:pt x="5330" y="1760"/>
                      </a:lnTo>
                      <a:cubicBezTo>
                        <a:pt x="5815" y="1760"/>
                        <a:pt x="6211" y="1365"/>
                        <a:pt x="6211" y="880"/>
                      </a:cubicBezTo>
                      <a:cubicBezTo>
                        <a:pt x="6211" y="395"/>
                        <a:pt x="5815" y="0"/>
                        <a:pt x="5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133"/>
                <p:cNvSpPr/>
                <p:nvPr/>
              </p:nvSpPr>
              <p:spPr>
                <a:xfrm>
                  <a:off x="-1907850" y="2496900"/>
                  <a:ext cx="148425" cy="37150"/>
                </a:xfrm>
                <a:custGeom>
                  <a:rect b="b" l="l" r="r" t="t"/>
                  <a:pathLst>
                    <a:path extrusionOk="0" h="1486" w="5937">
                      <a:moveTo>
                        <a:pt x="5196" y="0"/>
                      </a:moveTo>
                      <a:lnTo>
                        <a:pt x="742" y="1"/>
                      </a:lnTo>
                      <a:cubicBezTo>
                        <a:pt x="332" y="1"/>
                        <a:pt x="1" y="334"/>
                        <a:pt x="1" y="743"/>
                      </a:cubicBezTo>
                      <a:cubicBezTo>
                        <a:pt x="1" y="1154"/>
                        <a:pt x="332" y="1485"/>
                        <a:pt x="742" y="1485"/>
                      </a:cubicBezTo>
                      <a:lnTo>
                        <a:pt x="5196" y="1484"/>
                      </a:lnTo>
                      <a:cubicBezTo>
                        <a:pt x="5606" y="1484"/>
                        <a:pt x="5937" y="1152"/>
                        <a:pt x="5937" y="742"/>
                      </a:cubicBezTo>
                      <a:cubicBezTo>
                        <a:pt x="5937" y="334"/>
                        <a:pt x="5605" y="0"/>
                        <a:pt x="5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133"/>
                <p:cNvSpPr/>
                <p:nvPr/>
              </p:nvSpPr>
              <p:spPr>
                <a:xfrm>
                  <a:off x="-179827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33"/>
                <p:cNvSpPr/>
                <p:nvPr/>
              </p:nvSpPr>
              <p:spPr>
                <a:xfrm>
                  <a:off x="-179664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33"/>
                <p:cNvSpPr/>
                <p:nvPr/>
              </p:nvSpPr>
              <p:spPr>
                <a:xfrm>
                  <a:off x="-178585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33"/>
                <p:cNvSpPr/>
                <p:nvPr/>
              </p:nvSpPr>
              <p:spPr>
                <a:xfrm>
                  <a:off x="-191052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133"/>
                <p:cNvSpPr/>
                <p:nvPr/>
              </p:nvSpPr>
              <p:spPr>
                <a:xfrm>
                  <a:off x="-190889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133"/>
                <p:cNvSpPr/>
                <p:nvPr/>
              </p:nvSpPr>
              <p:spPr>
                <a:xfrm>
                  <a:off x="-189810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45" name="Google Shape;10545;p133"/>
            <p:cNvGrpSpPr/>
            <p:nvPr/>
          </p:nvGrpSpPr>
          <p:grpSpPr>
            <a:xfrm rot="1269901">
              <a:off x="7784185" y="317152"/>
              <a:ext cx="980614" cy="618549"/>
              <a:chOff x="-2470750" y="3433500"/>
              <a:chExt cx="260450" cy="164288"/>
            </a:xfrm>
          </p:grpSpPr>
          <p:sp>
            <p:nvSpPr>
              <p:cNvPr id="10546" name="Google Shape;10546;p133"/>
              <p:cNvSpPr/>
              <p:nvPr/>
            </p:nvSpPr>
            <p:spPr>
              <a:xfrm>
                <a:off x="-2470750" y="3433500"/>
                <a:ext cx="260450" cy="164200"/>
              </a:xfrm>
              <a:custGeom>
                <a:rect b="b" l="l" r="r" t="t"/>
                <a:pathLst>
                  <a:path extrusionOk="0" h="6568" w="10418">
                    <a:moveTo>
                      <a:pt x="365" y="1"/>
                    </a:moveTo>
                    <a:cubicBezTo>
                      <a:pt x="242" y="1"/>
                      <a:pt x="138" y="107"/>
                      <a:pt x="138" y="230"/>
                    </a:cubicBezTo>
                    <a:lnTo>
                      <a:pt x="138" y="739"/>
                    </a:lnTo>
                    <a:lnTo>
                      <a:pt x="138" y="3628"/>
                    </a:lnTo>
                    <a:lnTo>
                      <a:pt x="53" y="3628"/>
                    </a:lnTo>
                    <a:cubicBezTo>
                      <a:pt x="32" y="3655"/>
                      <a:pt x="28" y="3672"/>
                      <a:pt x="1" y="3693"/>
                    </a:cubicBezTo>
                    <a:lnTo>
                      <a:pt x="1" y="5827"/>
                    </a:lnTo>
                    <a:cubicBezTo>
                      <a:pt x="28" y="5848"/>
                      <a:pt x="33" y="5860"/>
                      <a:pt x="53" y="5881"/>
                    </a:cubicBezTo>
                    <a:lnTo>
                      <a:pt x="138" y="5881"/>
                    </a:lnTo>
                    <a:lnTo>
                      <a:pt x="138" y="6359"/>
                    </a:lnTo>
                    <a:cubicBezTo>
                      <a:pt x="138" y="6481"/>
                      <a:pt x="241" y="6567"/>
                      <a:pt x="365" y="6567"/>
                    </a:cubicBezTo>
                    <a:lnTo>
                      <a:pt x="10074" y="6567"/>
                    </a:lnTo>
                    <a:cubicBezTo>
                      <a:pt x="10197" y="6567"/>
                      <a:pt x="10281" y="6481"/>
                      <a:pt x="10281" y="6359"/>
                    </a:cubicBezTo>
                    <a:lnTo>
                      <a:pt x="10281" y="5881"/>
                    </a:lnTo>
                    <a:lnTo>
                      <a:pt x="10368" y="5881"/>
                    </a:lnTo>
                    <a:cubicBezTo>
                      <a:pt x="10391" y="5860"/>
                      <a:pt x="10391" y="5848"/>
                      <a:pt x="10418" y="5827"/>
                    </a:cubicBezTo>
                    <a:lnTo>
                      <a:pt x="10418" y="3693"/>
                    </a:lnTo>
                    <a:cubicBezTo>
                      <a:pt x="10391" y="3672"/>
                      <a:pt x="10389" y="3655"/>
                      <a:pt x="10368" y="3628"/>
                    </a:cubicBezTo>
                    <a:lnTo>
                      <a:pt x="10281" y="3628"/>
                    </a:lnTo>
                    <a:lnTo>
                      <a:pt x="10281" y="739"/>
                    </a:lnTo>
                    <a:lnTo>
                      <a:pt x="10281" y="230"/>
                    </a:lnTo>
                    <a:lnTo>
                      <a:pt x="10282" y="230"/>
                    </a:lnTo>
                    <a:cubicBezTo>
                      <a:pt x="10282" y="107"/>
                      <a:pt x="10197" y="1"/>
                      <a:pt x="10075"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7" name="Google Shape;10547;p133"/>
              <p:cNvGrpSpPr/>
              <p:nvPr/>
            </p:nvGrpSpPr>
            <p:grpSpPr>
              <a:xfrm>
                <a:off x="-2470750" y="3433513"/>
                <a:ext cx="260450" cy="164275"/>
                <a:chOff x="-1963525" y="2264375"/>
                <a:chExt cx="260450" cy="164275"/>
              </a:xfrm>
            </p:grpSpPr>
            <p:sp>
              <p:nvSpPr>
                <p:cNvPr id="10548" name="Google Shape;10548;p133"/>
                <p:cNvSpPr/>
                <p:nvPr/>
              </p:nvSpPr>
              <p:spPr>
                <a:xfrm>
                  <a:off x="-1963525" y="2355100"/>
                  <a:ext cx="260450" cy="56375"/>
                </a:xfrm>
                <a:custGeom>
                  <a:rect b="b" l="l" r="r" t="t"/>
                  <a:pathLst>
                    <a:path extrusionOk="0" h="2255" w="10418">
                      <a:moveTo>
                        <a:pt x="53" y="0"/>
                      </a:moveTo>
                      <a:cubicBezTo>
                        <a:pt x="33" y="27"/>
                        <a:pt x="28" y="44"/>
                        <a:pt x="1" y="66"/>
                      </a:cubicBezTo>
                      <a:lnTo>
                        <a:pt x="1" y="2199"/>
                      </a:lnTo>
                      <a:cubicBezTo>
                        <a:pt x="28" y="2220"/>
                        <a:pt x="32" y="2232"/>
                        <a:pt x="53" y="2254"/>
                      </a:cubicBezTo>
                      <a:lnTo>
                        <a:pt x="10369" y="2254"/>
                      </a:lnTo>
                      <a:cubicBezTo>
                        <a:pt x="10391" y="2232"/>
                        <a:pt x="10391" y="2220"/>
                        <a:pt x="10418" y="2199"/>
                      </a:cubicBezTo>
                      <a:lnTo>
                        <a:pt x="10418" y="66"/>
                      </a:lnTo>
                      <a:cubicBezTo>
                        <a:pt x="10391" y="44"/>
                        <a:pt x="10391" y="27"/>
                        <a:pt x="103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133"/>
                <p:cNvSpPr/>
                <p:nvPr/>
              </p:nvSpPr>
              <p:spPr>
                <a:xfrm>
                  <a:off x="-1960075" y="2264375"/>
                  <a:ext cx="253600" cy="164250"/>
                </a:xfrm>
                <a:custGeom>
                  <a:rect b="b" l="l" r="r" t="t"/>
                  <a:pathLst>
                    <a:path extrusionOk="0" h="6570" w="10144">
                      <a:moveTo>
                        <a:pt x="227" y="1"/>
                      </a:moveTo>
                      <a:cubicBezTo>
                        <a:pt x="104" y="1"/>
                        <a:pt x="0" y="107"/>
                        <a:pt x="0" y="230"/>
                      </a:cubicBezTo>
                      <a:lnTo>
                        <a:pt x="0" y="739"/>
                      </a:lnTo>
                      <a:lnTo>
                        <a:pt x="0" y="6360"/>
                      </a:lnTo>
                      <a:cubicBezTo>
                        <a:pt x="0" y="6483"/>
                        <a:pt x="103" y="6570"/>
                        <a:pt x="227" y="6570"/>
                      </a:cubicBezTo>
                      <a:lnTo>
                        <a:pt x="9937" y="6570"/>
                      </a:lnTo>
                      <a:cubicBezTo>
                        <a:pt x="10059" y="6570"/>
                        <a:pt x="10144" y="6483"/>
                        <a:pt x="10144" y="6360"/>
                      </a:cubicBezTo>
                      <a:lnTo>
                        <a:pt x="10144" y="739"/>
                      </a:lnTo>
                      <a:lnTo>
                        <a:pt x="10144" y="230"/>
                      </a:lnTo>
                      <a:cubicBezTo>
                        <a:pt x="10144" y="107"/>
                        <a:pt x="10059" y="1"/>
                        <a:pt x="99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33"/>
                <p:cNvSpPr/>
                <p:nvPr/>
              </p:nvSpPr>
              <p:spPr>
                <a:xfrm>
                  <a:off x="-1953625" y="2270100"/>
                  <a:ext cx="11300" cy="11275"/>
                </a:xfrm>
                <a:custGeom>
                  <a:rect b="b" l="l" r="r" t="t"/>
                  <a:pathLst>
                    <a:path extrusionOk="0" h="451" w="452">
                      <a:moveTo>
                        <a:pt x="225" y="0"/>
                      </a:moveTo>
                      <a:cubicBezTo>
                        <a:pt x="101" y="0"/>
                        <a:pt x="0" y="101"/>
                        <a:pt x="0" y="226"/>
                      </a:cubicBezTo>
                      <a:cubicBezTo>
                        <a:pt x="0" y="350"/>
                        <a:pt x="101" y="451"/>
                        <a:pt x="225" y="451"/>
                      </a:cubicBezTo>
                      <a:cubicBezTo>
                        <a:pt x="350" y="451"/>
                        <a:pt x="451" y="350"/>
                        <a:pt x="451" y="226"/>
                      </a:cubicBezTo>
                      <a:cubicBezTo>
                        <a:pt x="451" y="101"/>
                        <a:pt x="350" y="0"/>
                        <a:pt x="2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133"/>
                <p:cNvSpPr/>
                <p:nvPr/>
              </p:nvSpPr>
              <p:spPr>
                <a:xfrm>
                  <a:off x="-1724150" y="2270100"/>
                  <a:ext cx="11300" cy="11275"/>
                </a:xfrm>
                <a:custGeom>
                  <a:rect b="b" l="l" r="r" t="t"/>
                  <a:pathLst>
                    <a:path extrusionOk="0" h="451" w="452">
                      <a:moveTo>
                        <a:pt x="227" y="0"/>
                      </a:moveTo>
                      <a:cubicBezTo>
                        <a:pt x="102" y="0"/>
                        <a:pt x="1" y="101"/>
                        <a:pt x="1" y="226"/>
                      </a:cubicBezTo>
                      <a:cubicBezTo>
                        <a:pt x="1" y="350"/>
                        <a:pt x="102" y="451"/>
                        <a:pt x="227" y="451"/>
                      </a:cubicBezTo>
                      <a:cubicBezTo>
                        <a:pt x="351" y="451"/>
                        <a:pt x="452" y="350"/>
                        <a:pt x="452" y="226"/>
                      </a:cubicBezTo>
                      <a:cubicBezTo>
                        <a:pt x="452" y="101"/>
                        <a:pt x="351" y="0"/>
                        <a:pt x="2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133"/>
                <p:cNvSpPr/>
                <p:nvPr/>
              </p:nvSpPr>
              <p:spPr>
                <a:xfrm>
                  <a:off x="-1953600" y="2411625"/>
                  <a:ext cx="11325" cy="11325"/>
                </a:xfrm>
                <a:custGeom>
                  <a:rect b="b" l="l" r="r" t="t"/>
                  <a:pathLst>
                    <a:path extrusionOk="0" h="453" w="453">
                      <a:moveTo>
                        <a:pt x="226" y="1"/>
                      </a:moveTo>
                      <a:cubicBezTo>
                        <a:pt x="100" y="1"/>
                        <a:pt x="0" y="102"/>
                        <a:pt x="0" y="227"/>
                      </a:cubicBezTo>
                      <a:cubicBezTo>
                        <a:pt x="0" y="351"/>
                        <a:pt x="100" y="453"/>
                        <a:pt x="226" y="453"/>
                      </a:cubicBezTo>
                      <a:cubicBezTo>
                        <a:pt x="351" y="453"/>
                        <a:pt x="452" y="351"/>
                        <a:pt x="452" y="227"/>
                      </a:cubicBezTo>
                      <a:cubicBezTo>
                        <a:pt x="452" y="102"/>
                        <a:pt x="350"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133"/>
                <p:cNvSpPr/>
                <p:nvPr/>
              </p:nvSpPr>
              <p:spPr>
                <a:xfrm>
                  <a:off x="-1724125" y="2411625"/>
                  <a:ext cx="11325" cy="11325"/>
                </a:xfrm>
                <a:custGeom>
                  <a:rect b="b" l="l" r="r" t="t"/>
                  <a:pathLst>
                    <a:path extrusionOk="0" h="453" w="453">
                      <a:moveTo>
                        <a:pt x="227" y="1"/>
                      </a:moveTo>
                      <a:cubicBezTo>
                        <a:pt x="101" y="1"/>
                        <a:pt x="1" y="102"/>
                        <a:pt x="1" y="227"/>
                      </a:cubicBezTo>
                      <a:cubicBezTo>
                        <a:pt x="1" y="351"/>
                        <a:pt x="101" y="453"/>
                        <a:pt x="227" y="453"/>
                      </a:cubicBezTo>
                      <a:cubicBezTo>
                        <a:pt x="352" y="453"/>
                        <a:pt x="453" y="351"/>
                        <a:pt x="453" y="227"/>
                      </a:cubicBezTo>
                      <a:cubicBezTo>
                        <a:pt x="453" y="102"/>
                        <a:pt x="351" y="1"/>
                        <a:pt x="2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133"/>
                <p:cNvSpPr/>
                <p:nvPr/>
              </p:nvSpPr>
              <p:spPr>
                <a:xfrm>
                  <a:off x="-1942900" y="2281575"/>
                  <a:ext cx="219225" cy="102375"/>
                </a:xfrm>
                <a:custGeom>
                  <a:rect b="b" l="l" r="r" t="t"/>
                  <a:pathLst>
                    <a:path extrusionOk="0" h="4095" w="8769">
                      <a:moveTo>
                        <a:pt x="441" y="0"/>
                      </a:moveTo>
                      <a:cubicBezTo>
                        <a:pt x="270" y="172"/>
                        <a:pt x="166" y="269"/>
                        <a:pt x="0" y="440"/>
                      </a:cubicBezTo>
                      <a:lnTo>
                        <a:pt x="0" y="4016"/>
                      </a:lnTo>
                      <a:cubicBezTo>
                        <a:pt x="0" y="4059"/>
                        <a:pt x="38" y="4094"/>
                        <a:pt x="82" y="4094"/>
                      </a:cubicBezTo>
                      <a:lnTo>
                        <a:pt x="8691" y="4094"/>
                      </a:lnTo>
                      <a:cubicBezTo>
                        <a:pt x="8735" y="4094"/>
                        <a:pt x="8768" y="4060"/>
                        <a:pt x="8768" y="4016"/>
                      </a:cubicBezTo>
                      <a:lnTo>
                        <a:pt x="8768" y="440"/>
                      </a:lnTo>
                      <a:cubicBezTo>
                        <a:pt x="8603" y="269"/>
                        <a:pt x="8501" y="172"/>
                        <a:pt x="83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33"/>
                <p:cNvSpPr/>
                <p:nvPr/>
              </p:nvSpPr>
              <p:spPr>
                <a:xfrm>
                  <a:off x="-1912825" y="2390150"/>
                  <a:ext cx="159175" cy="38500"/>
                </a:xfrm>
                <a:custGeom>
                  <a:rect b="b" l="l" r="r" t="t"/>
                  <a:pathLst>
                    <a:path extrusionOk="0" h="1540" w="6367">
                      <a:moveTo>
                        <a:pt x="426" y="1"/>
                      </a:moveTo>
                      <a:cubicBezTo>
                        <a:pt x="339" y="1"/>
                        <a:pt x="264" y="69"/>
                        <a:pt x="248" y="154"/>
                      </a:cubicBezTo>
                      <a:lnTo>
                        <a:pt x="1" y="1540"/>
                      </a:lnTo>
                      <a:lnTo>
                        <a:pt x="6366" y="1540"/>
                      </a:lnTo>
                      <a:lnTo>
                        <a:pt x="6117" y="154"/>
                      </a:lnTo>
                      <a:cubicBezTo>
                        <a:pt x="6102" y="69"/>
                        <a:pt x="6027" y="1"/>
                        <a:pt x="59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133"/>
                <p:cNvSpPr/>
                <p:nvPr/>
              </p:nvSpPr>
              <p:spPr>
                <a:xfrm>
                  <a:off x="-1895300" y="2412725"/>
                  <a:ext cx="12525" cy="12525"/>
                </a:xfrm>
                <a:custGeom>
                  <a:rect b="b" l="l" r="r" t="t"/>
                  <a:pathLst>
                    <a:path extrusionOk="0" h="501" w="501">
                      <a:moveTo>
                        <a:pt x="251" y="1"/>
                      </a:moveTo>
                      <a:cubicBezTo>
                        <a:pt x="113" y="1"/>
                        <a:pt x="0" y="112"/>
                        <a:pt x="0" y="251"/>
                      </a:cubicBezTo>
                      <a:cubicBezTo>
                        <a:pt x="0" y="389"/>
                        <a:pt x="113" y="500"/>
                        <a:pt x="251" y="500"/>
                      </a:cubicBezTo>
                      <a:cubicBezTo>
                        <a:pt x="388" y="500"/>
                        <a:pt x="501" y="389"/>
                        <a:pt x="501" y="251"/>
                      </a:cubicBezTo>
                      <a:cubicBezTo>
                        <a:pt x="501" y="112"/>
                        <a:pt x="388" y="1"/>
                        <a:pt x="2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133"/>
                <p:cNvSpPr/>
                <p:nvPr/>
              </p:nvSpPr>
              <p:spPr>
                <a:xfrm>
                  <a:off x="-1783700" y="2412700"/>
                  <a:ext cx="12550" cy="12550"/>
                </a:xfrm>
                <a:custGeom>
                  <a:rect b="b" l="l" r="r" t="t"/>
                  <a:pathLst>
                    <a:path extrusionOk="0" h="502" w="502">
                      <a:moveTo>
                        <a:pt x="252" y="1"/>
                      </a:moveTo>
                      <a:cubicBezTo>
                        <a:pt x="113" y="1"/>
                        <a:pt x="1" y="113"/>
                        <a:pt x="1" y="252"/>
                      </a:cubicBezTo>
                      <a:cubicBezTo>
                        <a:pt x="1" y="390"/>
                        <a:pt x="113" y="501"/>
                        <a:pt x="252" y="501"/>
                      </a:cubicBezTo>
                      <a:cubicBezTo>
                        <a:pt x="390" y="501"/>
                        <a:pt x="501" y="390"/>
                        <a:pt x="501" y="252"/>
                      </a:cubicBezTo>
                      <a:cubicBezTo>
                        <a:pt x="501" y="113"/>
                        <a:pt x="390" y="1"/>
                        <a:pt x="2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33"/>
                <p:cNvSpPr/>
                <p:nvPr/>
              </p:nvSpPr>
              <p:spPr>
                <a:xfrm>
                  <a:off x="-1869375" y="2410075"/>
                  <a:ext cx="9675" cy="9650"/>
                </a:xfrm>
                <a:custGeom>
                  <a:rect b="b" l="l" r="r" t="t"/>
                  <a:pathLst>
                    <a:path extrusionOk="0" h="386" w="387">
                      <a:moveTo>
                        <a:pt x="187" y="1"/>
                      </a:moveTo>
                      <a:cubicBezTo>
                        <a:pt x="84" y="1"/>
                        <a:pt x="1" y="84"/>
                        <a:pt x="1" y="187"/>
                      </a:cubicBezTo>
                      <a:lnTo>
                        <a:pt x="1" y="198"/>
                      </a:lnTo>
                      <a:cubicBezTo>
                        <a:pt x="1" y="301"/>
                        <a:pt x="84" y="386"/>
                        <a:pt x="187" y="386"/>
                      </a:cubicBezTo>
                      <a:lnTo>
                        <a:pt x="198" y="386"/>
                      </a:lnTo>
                      <a:cubicBezTo>
                        <a:pt x="303" y="386"/>
                        <a:pt x="387" y="301"/>
                        <a:pt x="386" y="198"/>
                      </a:cubicBezTo>
                      <a:lnTo>
                        <a:pt x="386" y="187"/>
                      </a:lnTo>
                      <a:cubicBezTo>
                        <a:pt x="386" y="84"/>
                        <a:pt x="301" y="1"/>
                        <a:pt x="1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33"/>
                <p:cNvSpPr/>
                <p:nvPr/>
              </p:nvSpPr>
              <p:spPr>
                <a:xfrm>
                  <a:off x="-1806825" y="2410075"/>
                  <a:ext cx="9625" cy="9650"/>
                </a:xfrm>
                <a:custGeom>
                  <a:rect b="b" l="l" r="r" t="t"/>
                  <a:pathLst>
                    <a:path extrusionOk="0" h="386" w="385">
                      <a:moveTo>
                        <a:pt x="187" y="1"/>
                      </a:moveTo>
                      <a:cubicBezTo>
                        <a:pt x="84" y="1"/>
                        <a:pt x="0" y="84"/>
                        <a:pt x="0" y="187"/>
                      </a:cubicBezTo>
                      <a:lnTo>
                        <a:pt x="0" y="198"/>
                      </a:lnTo>
                      <a:cubicBezTo>
                        <a:pt x="0" y="301"/>
                        <a:pt x="84" y="386"/>
                        <a:pt x="187" y="386"/>
                      </a:cubicBezTo>
                      <a:lnTo>
                        <a:pt x="197" y="386"/>
                      </a:lnTo>
                      <a:cubicBezTo>
                        <a:pt x="300" y="386"/>
                        <a:pt x="384" y="301"/>
                        <a:pt x="384" y="198"/>
                      </a:cubicBezTo>
                      <a:lnTo>
                        <a:pt x="384" y="187"/>
                      </a:lnTo>
                      <a:cubicBezTo>
                        <a:pt x="384" y="84"/>
                        <a:pt x="300" y="1"/>
                        <a:pt x="1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33"/>
                <p:cNvSpPr/>
                <p:nvPr/>
              </p:nvSpPr>
              <p:spPr>
                <a:xfrm>
                  <a:off x="-1905100" y="2285700"/>
                  <a:ext cx="144350" cy="22700"/>
                </a:xfrm>
                <a:custGeom>
                  <a:rect b="b" l="l" r="r" t="t"/>
                  <a:pathLst>
                    <a:path extrusionOk="0" h="908" w="5774">
                      <a:moveTo>
                        <a:pt x="337" y="0"/>
                      </a:moveTo>
                      <a:cubicBezTo>
                        <a:pt x="151" y="0"/>
                        <a:pt x="0" y="151"/>
                        <a:pt x="0" y="337"/>
                      </a:cubicBezTo>
                      <a:lnTo>
                        <a:pt x="0" y="570"/>
                      </a:lnTo>
                      <a:cubicBezTo>
                        <a:pt x="0" y="756"/>
                        <a:pt x="151" y="908"/>
                        <a:pt x="337" y="908"/>
                      </a:cubicBezTo>
                      <a:lnTo>
                        <a:pt x="5437" y="908"/>
                      </a:lnTo>
                      <a:cubicBezTo>
                        <a:pt x="5623" y="908"/>
                        <a:pt x="5773" y="756"/>
                        <a:pt x="5773" y="570"/>
                      </a:cubicBezTo>
                      <a:lnTo>
                        <a:pt x="5773" y="337"/>
                      </a:lnTo>
                      <a:cubicBezTo>
                        <a:pt x="5773" y="151"/>
                        <a:pt x="5623" y="0"/>
                        <a:pt x="54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33"/>
                <p:cNvSpPr/>
                <p:nvPr/>
              </p:nvSpPr>
              <p:spPr>
                <a:xfrm>
                  <a:off x="-1941500" y="2361300"/>
                  <a:ext cx="216450" cy="21300"/>
                </a:xfrm>
                <a:custGeom>
                  <a:rect b="b" l="l" r="r" t="t"/>
                  <a:pathLst>
                    <a:path extrusionOk="0" h="852" w="8658">
                      <a:moveTo>
                        <a:pt x="0" y="0"/>
                      </a:moveTo>
                      <a:lnTo>
                        <a:pt x="0" y="852"/>
                      </a:lnTo>
                      <a:lnTo>
                        <a:pt x="8658" y="852"/>
                      </a:lnTo>
                      <a:lnTo>
                        <a:pt x="86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133"/>
                <p:cNvSpPr/>
                <p:nvPr/>
              </p:nvSpPr>
              <p:spPr>
                <a:xfrm>
                  <a:off x="-1941500" y="2353025"/>
                  <a:ext cx="216450" cy="4825"/>
                </a:xfrm>
                <a:custGeom>
                  <a:rect b="b" l="l" r="r" t="t"/>
                  <a:pathLst>
                    <a:path extrusionOk="0" h="193" w="8658">
                      <a:moveTo>
                        <a:pt x="0" y="1"/>
                      </a:moveTo>
                      <a:lnTo>
                        <a:pt x="0" y="193"/>
                      </a:lnTo>
                      <a:lnTo>
                        <a:pt x="8658" y="193"/>
                      </a:lnTo>
                      <a:lnTo>
                        <a:pt x="8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133"/>
                <p:cNvSpPr/>
                <p:nvPr/>
              </p:nvSpPr>
              <p:spPr>
                <a:xfrm>
                  <a:off x="-1941500" y="2345475"/>
                  <a:ext cx="216450" cy="2775"/>
                </a:xfrm>
                <a:custGeom>
                  <a:rect b="b" l="l" r="r" t="t"/>
                  <a:pathLst>
                    <a:path extrusionOk="0" h="111" w="8658">
                      <a:moveTo>
                        <a:pt x="0" y="1"/>
                      </a:moveTo>
                      <a:lnTo>
                        <a:pt x="0" y="111"/>
                      </a:lnTo>
                      <a:lnTo>
                        <a:pt x="8658" y="111"/>
                      </a:lnTo>
                      <a:lnTo>
                        <a:pt x="8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33"/>
                <p:cNvSpPr/>
                <p:nvPr/>
              </p:nvSpPr>
              <p:spPr>
                <a:xfrm>
                  <a:off x="-1900975" y="2292925"/>
                  <a:ext cx="135425" cy="25"/>
                </a:xfrm>
                <a:custGeom>
                  <a:rect b="b" l="l" r="r" t="t"/>
                  <a:pathLst>
                    <a:path extrusionOk="0" fill="none" h="1" w="5417">
                      <a:moveTo>
                        <a:pt x="0" y="0"/>
                      </a:moveTo>
                      <a:lnTo>
                        <a:pt x="5416" y="0"/>
                      </a:lnTo>
                    </a:path>
                  </a:pathLst>
                </a:custGeom>
                <a:solidFill>
                  <a:schemeClr val="dk1"/>
                </a:solidFill>
                <a:ln cap="flat" cmpd="sng" w="1550">
                  <a:solidFill>
                    <a:srgbClr val="3A3A3C"/>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33"/>
                <p:cNvSpPr/>
                <p:nvPr/>
              </p:nvSpPr>
              <p:spPr>
                <a:xfrm>
                  <a:off x="-1900975" y="2301150"/>
                  <a:ext cx="135425" cy="25"/>
                </a:xfrm>
                <a:custGeom>
                  <a:rect b="b" l="l" r="r" t="t"/>
                  <a:pathLst>
                    <a:path extrusionOk="0" fill="none" h="1" w="5417">
                      <a:moveTo>
                        <a:pt x="0" y="1"/>
                      </a:moveTo>
                      <a:lnTo>
                        <a:pt x="5416" y="1"/>
                      </a:lnTo>
                    </a:path>
                  </a:pathLst>
                </a:custGeom>
                <a:solidFill>
                  <a:schemeClr val="dk1"/>
                </a:solidFill>
                <a:ln cap="flat" cmpd="sng" w="1550">
                  <a:solidFill>
                    <a:srgbClr val="3A3A3C"/>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133"/>
                <p:cNvSpPr/>
                <p:nvPr/>
              </p:nvSpPr>
              <p:spPr>
                <a:xfrm>
                  <a:off x="-1910875" y="2314875"/>
                  <a:ext cx="155275" cy="44025"/>
                </a:xfrm>
                <a:custGeom>
                  <a:rect b="b" l="l" r="r" t="t"/>
                  <a:pathLst>
                    <a:path extrusionOk="0" h="1761" w="6211">
                      <a:moveTo>
                        <a:pt x="880" y="1"/>
                      </a:moveTo>
                      <a:cubicBezTo>
                        <a:pt x="395" y="1"/>
                        <a:pt x="0" y="396"/>
                        <a:pt x="0" y="881"/>
                      </a:cubicBezTo>
                      <a:cubicBezTo>
                        <a:pt x="0" y="1366"/>
                        <a:pt x="395" y="1760"/>
                        <a:pt x="880" y="1760"/>
                      </a:cubicBezTo>
                      <a:lnTo>
                        <a:pt x="5330" y="1760"/>
                      </a:lnTo>
                      <a:cubicBezTo>
                        <a:pt x="5815" y="1760"/>
                        <a:pt x="6211" y="1366"/>
                        <a:pt x="6211" y="881"/>
                      </a:cubicBezTo>
                      <a:cubicBezTo>
                        <a:pt x="6211" y="396"/>
                        <a:pt x="5815" y="1"/>
                        <a:pt x="53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133"/>
                <p:cNvSpPr/>
                <p:nvPr/>
              </p:nvSpPr>
              <p:spPr>
                <a:xfrm>
                  <a:off x="-1906425" y="2318263"/>
                  <a:ext cx="148425" cy="37100"/>
                </a:xfrm>
                <a:custGeom>
                  <a:rect b="b" l="l" r="r" t="t"/>
                  <a:pathLst>
                    <a:path extrusionOk="0" h="1484" w="5937">
                      <a:moveTo>
                        <a:pt x="742" y="1"/>
                      </a:moveTo>
                      <a:cubicBezTo>
                        <a:pt x="333" y="1"/>
                        <a:pt x="1" y="332"/>
                        <a:pt x="1" y="743"/>
                      </a:cubicBezTo>
                      <a:cubicBezTo>
                        <a:pt x="1" y="1152"/>
                        <a:pt x="332" y="1484"/>
                        <a:pt x="742" y="1484"/>
                      </a:cubicBezTo>
                      <a:lnTo>
                        <a:pt x="5196" y="1484"/>
                      </a:lnTo>
                      <a:cubicBezTo>
                        <a:pt x="5605" y="1484"/>
                        <a:pt x="5937" y="1153"/>
                        <a:pt x="5937" y="743"/>
                      </a:cubicBezTo>
                      <a:cubicBezTo>
                        <a:pt x="5937" y="333"/>
                        <a:pt x="5606" y="1"/>
                        <a:pt x="5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33"/>
                <p:cNvSpPr/>
                <p:nvPr/>
              </p:nvSpPr>
              <p:spPr>
                <a:xfrm>
                  <a:off x="-1801225" y="2313350"/>
                  <a:ext cx="46925" cy="46925"/>
                </a:xfrm>
                <a:custGeom>
                  <a:rect b="b" l="l" r="r" t="t"/>
                  <a:pathLst>
                    <a:path extrusionOk="0" h="1877" w="1877">
                      <a:moveTo>
                        <a:pt x="938" y="1"/>
                      </a:moveTo>
                      <a:cubicBezTo>
                        <a:pt x="420" y="1"/>
                        <a:pt x="0" y="421"/>
                        <a:pt x="0" y="939"/>
                      </a:cubicBezTo>
                      <a:cubicBezTo>
                        <a:pt x="0" y="1457"/>
                        <a:pt x="420" y="1877"/>
                        <a:pt x="938" y="1877"/>
                      </a:cubicBezTo>
                      <a:cubicBezTo>
                        <a:pt x="1456" y="1877"/>
                        <a:pt x="1876" y="1457"/>
                        <a:pt x="1876" y="939"/>
                      </a:cubicBezTo>
                      <a:cubicBezTo>
                        <a:pt x="1876" y="421"/>
                        <a:pt x="1456" y="1"/>
                        <a:pt x="9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133"/>
                <p:cNvSpPr/>
                <p:nvPr/>
              </p:nvSpPr>
              <p:spPr>
                <a:xfrm>
                  <a:off x="-1801175" y="2315500"/>
                  <a:ext cx="46825" cy="42650"/>
                </a:xfrm>
                <a:custGeom>
                  <a:rect b="b" l="l" r="r" t="t"/>
                  <a:pathLst>
                    <a:path extrusionOk="0" h="1706" w="1873">
                      <a:moveTo>
                        <a:pt x="936" y="0"/>
                      </a:moveTo>
                      <a:cubicBezTo>
                        <a:pt x="718" y="0"/>
                        <a:pt x="500" y="83"/>
                        <a:pt x="333" y="250"/>
                      </a:cubicBezTo>
                      <a:cubicBezTo>
                        <a:pt x="0" y="583"/>
                        <a:pt x="0" y="1123"/>
                        <a:pt x="333" y="1456"/>
                      </a:cubicBezTo>
                      <a:cubicBezTo>
                        <a:pt x="500" y="1623"/>
                        <a:pt x="718" y="1706"/>
                        <a:pt x="936" y="1706"/>
                      </a:cubicBezTo>
                      <a:cubicBezTo>
                        <a:pt x="1154" y="1706"/>
                        <a:pt x="1372" y="1623"/>
                        <a:pt x="1539" y="1456"/>
                      </a:cubicBezTo>
                      <a:cubicBezTo>
                        <a:pt x="1872" y="1123"/>
                        <a:pt x="1872" y="583"/>
                        <a:pt x="1539" y="250"/>
                      </a:cubicBezTo>
                      <a:cubicBezTo>
                        <a:pt x="1372" y="83"/>
                        <a:pt x="1154" y="0"/>
                        <a:pt x="9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133"/>
                <p:cNvSpPr/>
                <p:nvPr/>
              </p:nvSpPr>
              <p:spPr>
                <a:xfrm>
                  <a:off x="-1904800" y="2322800"/>
                  <a:ext cx="30825" cy="28075"/>
                </a:xfrm>
                <a:custGeom>
                  <a:rect b="b" l="l" r="r" t="t"/>
                  <a:pathLst>
                    <a:path extrusionOk="0" h="1123" w="1233">
                      <a:moveTo>
                        <a:pt x="617" y="0"/>
                      </a:moveTo>
                      <a:cubicBezTo>
                        <a:pt x="473" y="0"/>
                        <a:pt x="329" y="55"/>
                        <a:pt x="219" y="164"/>
                      </a:cubicBezTo>
                      <a:cubicBezTo>
                        <a:pt x="1" y="383"/>
                        <a:pt x="1" y="739"/>
                        <a:pt x="219" y="958"/>
                      </a:cubicBezTo>
                      <a:cubicBezTo>
                        <a:pt x="329" y="1067"/>
                        <a:pt x="473" y="1122"/>
                        <a:pt x="617" y="1122"/>
                      </a:cubicBezTo>
                      <a:cubicBezTo>
                        <a:pt x="760" y="1122"/>
                        <a:pt x="904" y="1067"/>
                        <a:pt x="1013" y="958"/>
                      </a:cubicBezTo>
                      <a:cubicBezTo>
                        <a:pt x="1233" y="739"/>
                        <a:pt x="1233" y="383"/>
                        <a:pt x="1013" y="164"/>
                      </a:cubicBezTo>
                      <a:cubicBezTo>
                        <a:pt x="904" y="55"/>
                        <a:pt x="760" y="0"/>
                        <a:pt x="6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133"/>
                <p:cNvSpPr/>
                <p:nvPr/>
              </p:nvSpPr>
              <p:spPr>
                <a:xfrm>
                  <a:off x="-1793500" y="2322875"/>
                  <a:ext cx="31325" cy="28100"/>
                </a:xfrm>
                <a:custGeom>
                  <a:rect b="b" l="l" r="r" t="t"/>
                  <a:pathLst>
                    <a:path extrusionOk="0" h="1124" w="1253">
                      <a:moveTo>
                        <a:pt x="627" y="1"/>
                      </a:moveTo>
                      <a:cubicBezTo>
                        <a:pt x="471" y="1"/>
                        <a:pt x="316" y="65"/>
                        <a:pt x="205" y="191"/>
                      </a:cubicBezTo>
                      <a:cubicBezTo>
                        <a:pt x="1" y="425"/>
                        <a:pt x="23" y="779"/>
                        <a:pt x="257" y="984"/>
                      </a:cubicBezTo>
                      <a:cubicBezTo>
                        <a:pt x="363" y="1077"/>
                        <a:pt x="495" y="1123"/>
                        <a:pt x="626" y="1123"/>
                      </a:cubicBezTo>
                      <a:cubicBezTo>
                        <a:pt x="782" y="1123"/>
                        <a:pt x="937" y="1058"/>
                        <a:pt x="1048" y="932"/>
                      </a:cubicBezTo>
                      <a:cubicBezTo>
                        <a:pt x="1252" y="699"/>
                        <a:pt x="1230" y="345"/>
                        <a:pt x="997" y="140"/>
                      </a:cubicBezTo>
                      <a:cubicBezTo>
                        <a:pt x="890" y="46"/>
                        <a:pt x="759" y="1"/>
                        <a:pt x="6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33"/>
                <p:cNvSpPr/>
                <p:nvPr/>
              </p:nvSpPr>
              <p:spPr>
                <a:xfrm>
                  <a:off x="-1912187" y="2313350"/>
                  <a:ext cx="46925" cy="46925"/>
                </a:xfrm>
                <a:custGeom>
                  <a:rect b="b" l="l" r="r" t="t"/>
                  <a:pathLst>
                    <a:path extrusionOk="0" h="1877" w="1877">
                      <a:moveTo>
                        <a:pt x="938" y="1"/>
                      </a:moveTo>
                      <a:cubicBezTo>
                        <a:pt x="420" y="1"/>
                        <a:pt x="0" y="421"/>
                        <a:pt x="0" y="939"/>
                      </a:cubicBezTo>
                      <a:cubicBezTo>
                        <a:pt x="0" y="1457"/>
                        <a:pt x="420" y="1877"/>
                        <a:pt x="938" y="1877"/>
                      </a:cubicBezTo>
                      <a:cubicBezTo>
                        <a:pt x="1456" y="1877"/>
                        <a:pt x="1876" y="1457"/>
                        <a:pt x="1876" y="939"/>
                      </a:cubicBezTo>
                      <a:cubicBezTo>
                        <a:pt x="1876" y="421"/>
                        <a:pt x="1456" y="1"/>
                        <a:pt x="9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133"/>
                <p:cNvSpPr/>
                <p:nvPr/>
              </p:nvSpPr>
              <p:spPr>
                <a:xfrm>
                  <a:off x="-1912800" y="2315500"/>
                  <a:ext cx="46825" cy="42650"/>
                </a:xfrm>
                <a:custGeom>
                  <a:rect b="b" l="l" r="r" t="t"/>
                  <a:pathLst>
                    <a:path extrusionOk="0" h="1706" w="1873">
                      <a:moveTo>
                        <a:pt x="937" y="1"/>
                      </a:moveTo>
                      <a:cubicBezTo>
                        <a:pt x="718" y="1"/>
                        <a:pt x="500" y="84"/>
                        <a:pt x="334" y="250"/>
                      </a:cubicBezTo>
                      <a:cubicBezTo>
                        <a:pt x="1" y="583"/>
                        <a:pt x="1" y="1123"/>
                        <a:pt x="334" y="1456"/>
                      </a:cubicBezTo>
                      <a:cubicBezTo>
                        <a:pt x="500" y="1623"/>
                        <a:pt x="718" y="1706"/>
                        <a:pt x="937" y="1706"/>
                      </a:cubicBezTo>
                      <a:cubicBezTo>
                        <a:pt x="1155" y="1706"/>
                        <a:pt x="1373" y="1623"/>
                        <a:pt x="1539" y="1456"/>
                      </a:cubicBezTo>
                      <a:cubicBezTo>
                        <a:pt x="1873" y="1123"/>
                        <a:pt x="1873" y="583"/>
                        <a:pt x="1539" y="250"/>
                      </a:cubicBezTo>
                      <a:cubicBezTo>
                        <a:pt x="1373" y="84"/>
                        <a:pt x="1155" y="1"/>
                        <a:pt x="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133"/>
                <p:cNvSpPr/>
                <p:nvPr/>
              </p:nvSpPr>
              <p:spPr>
                <a:xfrm>
                  <a:off x="-1899975" y="2326200"/>
                  <a:ext cx="21225" cy="21225"/>
                </a:xfrm>
                <a:custGeom>
                  <a:rect b="b" l="l" r="r" t="t"/>
                  <a:pathLst>
                    <a:path extrusionOk="0" h="849" w="849">
                      <a:moveTo>
                        <a:pt x="425" y="1"/>
                      </a:moveTo>
                      <a:cubicBezTo>
                        <a:pt x="191" y="1"/>
                        <a:pt x="1" y="191"/>
                        <a:pt x="1" y="425"/>
                      </a:cubicBezTo>
                      <a:cubicBezTo>
                        <a:pt x="1" y="659"/>
                        <a:pt x="191" y="849"/>
                        <a:pt x="425" y="849"/>
                      </a:cubicBezTo>
                      <a:cubicBezTo>
                        <a:pt x="659" y="849"/>
                        <a:pt x="849" y="659"/>
                        <a:pt x="849" y="425"/>
                      </a:cubicBezTo>
                      <a:cubicBezTo>
                        <a:pt x="849" y="191"/>
                        <a:pt x="659" y="1"/>
                        <a:pt x="4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75" name="Google Shape;10575;p133"/>
            <p:cNvGrpSpPr/>
            <p:nvPr/>
          </p:nvGrpSpPr>
          <p:grpSpPr>
            <a:xfrm>
              <a:off x="265324" y="3831483"/>
              <a:ext cx="185799" cy="185799"/>
              <a:chOff x="5035425" y="2779450"/>
              <a:chExt cx="94800" cy="94800"/>
            </a:xfrm>
          </p:grpSpPr>
          <p:sp>
            <p:nvSpPr>
              <p:cNvPr id="10576" name="Google Shape;10576;p133"/>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133"/>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133"/>
            <p:cNvGrpSpPr/>
            <p:nvPr/>
          </p:nvGrpSpPr>
          <p:grpSpPr>
            <a:xfrm>
              <a:off x="7322635" y="49052"/>
              <a:ext cx="490325" cy="490451"/>
              <a:chOff x="5038846" y="235350"/>
              <a:chExt cx="158691" cy="158738"/>
            </a:xfrm>
          </p:grpSpPr>
          <p:sp>
            <p:nvSpPr>
              <p:cNvPr id="10579" name="Google Shape;10579;p133"/>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33"/>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0581" name="Shape 10581"/>
        <p:cNvGrpSpPr/>
        <p:nvPr/>
      </p:nvGrpSpPr>
      <p:grpSpPr>
        <a:xfrm>
          <a:off x="0" y="0"/>
          <a:ext cx="0" cy="0"/>
          <a:chOff x="0" y="0"/>
          <a:chExt cx="0" cy="0"/>
        </a:xfrm>
      </p:grpSpPr>
      <p:sp>
        <p:nvSpPr>
          <p:cNvPr id="10582" name="Google Shape;10582;p134"/>
          <p:cNvSpPr txBox="1"/>
          <p:nvPr>
            <p:ph type="title"/>
          </p:nvPr>
        </p:nvSpPr>
        <p:spPr>
          <a:xfrm>
            <a:off x="2347950" y="780325"/>
            <a:ext cx="4448100" cy="984600"/>
          </a:xfrm>
          <a:prstGeom prst="rect">
            <a:avLst/>
          </a:prstGeom>
        </p:spPr>
        <p:txBody>
          <a:bodyPr anchorCtr="0" anchor="b" bIns="91425" lIns="91425" spcFirstLastPara="1" rIns="91425" wrap="square" tIns="91425">
            <a:noAutofit/>
          </a:bodyPr>
          <a:lstStyle>
            <a:lvl1pPr lvl="0" algn="ctr">
              <a:spcBef>
                <a:spcPts val="0"/>
              </a:spcBef>
              <a:spcAft>
                <a:spcPts val="0"/>
              </a:spcAft>
              <a:buSzPts val="3000"/>
              <a:buNone/>
              <a:defRPr sz="6000"/>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10583" name="Google Shape;10583;p134"/>
          <p:cNvSpPr txBox="1"/>
          <p:nvPr>
            <p:ph idx="1" type="subTitle"/>
          </p:nvPr>
        </p:nvSpPr>
        <p:spPr>
          <a:xfrm>
            <a:off x="2347950" y="1653425"/>
            <a:ext cx="4448100" cy="105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584" name="Google Shape;10584;p134"/>
          <p:cNvSpPr txBox="1"/>
          <p:nvPr/>
        </p:nvSpPr>
        <p:spPr>
          <a:xfrm>
            <a:off x="1860400" y="3611950"/>
            <a:ext cx="54231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Work Sans"/>
                <a:ea typeface="Work Sans"/>
                <a:cs typeface="Work Sans"/>
                <a:sym typeface="Work Sans"/>
              </a:rPr>
              <a:t>CREDITS:</a:t>
            </a:r>
            <a:r>
              <a:rPr lang="en" sz="1200">
                <a:solidFill>
                  <a:schemeClr val="dk1"/>
                </a:solidFill>
                <a:latin typeface="Work Sans"/>
                <a:ea typeface="Work Sans"/>
                <a:cs typeface="Work Sans"/>
                <a:sym typeface="Work Sans"/>
              </a:rPr>
              <a:t> This presentation template was created by </a:t>
            </a:r>
            <a:r>
              <a:rPr b="1" lang="en" sz="1200" u="sng">
                <a:solidFill>
                  <a:schemeClr val="hlink"/>
                </a:solidFill>
                <a:latin typeface="Work Sans"/>
                <a:ea typeface="Work Sans"/>
                <a:cs typeface="Work Sans"/>
                <a:sym typeface="Work Sans"/>
                <a:hlinkClick r:id="rId2"/>
              </a:rPr>
              <a:t>Slidesgo</a:t>
            </a:r>
            <a:r>
              <a:rPr lang="en" sz="1200">
                <a:solidFill>
                  <a:schemeClr val="dk1"/>
                </a:solidFill>
                <a:latin typeface="Work Sans"/>
                <a:ea typeface="Work Sans"/>
                <a:cs typeface="Work Sans"/>
                <a:sym typeface="Work Sans"/>
              </a:rPr>
              <a:t>, and includes icons by </a:t>
            </a:r>
            <a:r>
              <a:rPr b="1" lang="en" sz="1200" u="sng">
                <a:solidFill>
                  <a:schemeClr val="dk1"/>
                </a:solidFill>
                <a:latin typeface="Work Sans"/>
                <a:ea typeface="Work Sans"/>
                <a:cs typeface="Work Sans"/>
                <a:sym typeface="Work Sans"/>
                <a:hlinkClick r:id="rId3">
                  <a:extLst>
                    <a:ext uri="{A12FA001-AC4F-418D-AE19-62706E023703}">
                      <ahyp:hlinkClr val="tx"/>
                    </a:ext>
                  </a:extLst>
                </a:hlinkClick>
              </a:rPr>
              <a:t>Flaticon</a:t>
            </a:r>
            <a:r>
              <a:rPr lang="en" sz="1200">
                <a:solidFill>
                  <a:schemeClr val="dk1"/>
                </a:solidFill>
                <a:latin typeface="Work Sans"/>
                <a:ea typeface="Work Sans"/>
                <a:cs typeface="Work Sans"/>
                <a:sym typeface="Work Sans"/>
              </a:rPr>
              <a:t>, and infographics &amp; images by </a:t>
            </a:r>
            <a:r>
              <a:rPr b="1" lang="en" sz="1200" u="sng">
                <a:solidFill>
                  <a:schemeClr val="dk1"/>
                </a:solidFill>
                <a:latin typeface="Work Sans"/>
                <a:ea typeface="Work Sans"/>
                <a:cs typeface="Work Sans"/>
                <a:sym typeface="Work Sans"/>
                <a:hlinkClick r:id="rId4">
                  <a:extLst>
                    <a:ext uri="{A12FA001-AC4F-418D-AE19-62706E023703}">
                      <ahyp:hlinkClr val="tx"/>
                    </a:ext>
                  </a:extLst>
                </a:hlinkClick>
              </a:rPr>
              <a:t>Freepik</a:t>
            </a:r>
            <a:r>
              <a:rPr lang="en" sz="1200" u="sng">
                <a:solidFill>
                  <a:schemeClr val="dk1"/>
                </a:solidFill>
                <a:latin typeface="Work Sans"/>
                <a:ea typeface="Work Sans"/>
                <a:cs typeface="Work Sans"/>
                <a:sym typeface="Work Sans"/>
              </a:rPr>
              <a:t> </a:t>
            </a:r>
            <a:endParaRPr b="1" sz="1200" u="sng">
              <a:solidFill>
                <a:schemeClr val="dk1"/>
              </a:solidFill>
              <a:latin typeface="Work Sans"/>
              <a:ea typeface="Work Sans"/>
              <a:cs typeface="Work Sans"/>
              <a:sym typeface="Work Sans"/>
            </a:endParaRPr>
          </a:p>
        </p:txBody>
      </p:sp>
      <p:grpSp>
        <p:nvGrpSpPr>
          <p:cNvPr id="10585" name="Google Shape;10585;p134"/>
          <p:cNvGrpSpPr/>
          <p:nvPr/>
        </p:nvGrpSpPr>
        <p:grpSpPr>
          <a:xfrm>
            <a:off x="7804009" y="-87211"/>
            <a:ext cx="1006636" cy="1487284"/>
            <a:chOff x="3074375" y="2791788"/>
            <a:chExt cx="262425" cy="387738"/>
          </a:xfrm>
        </p:grpSpPr>
        <p:sp>
          <p:nvSpPr>
            <p:cNvPr id="10586" name="Google Shape;10586;p134"/>
            <p:cNvSpPr/>
            <p:nvPr/>
          </p:nvSpPr>
          <p:spPr>
            <a:xfrm>
              <a:off x="3074396" y="2791788"/>
              <a:ext cx="262400" cy="387600"/>
            </a:xfrm>
            <a:custGeom>
              <a:rect b="b" l="l" r="r" t="t"/>
              <a:pathLst>
                <a:path extrusionOk="0" h="15504" w="10496">
                  <a:moveTo>
                    <a:pt x="0" y="1"/>
                  </a:moveTo>
                  <a:lnTo>
                    <a:pt x="0" y="10256"/>
                  </a:lnTo>
                  <a:cubicBezTo>
                    <a:pt x="0" y="13155"/>
                    <a:pt x="2350" y="15504"/>
                    <a:pt x="5248" y="15504"/>
                  </a:cubicBezTo>
                  <a:cubicBezTo>
                    <a:pt x="8147" y="15504"/>
                    <a:pt x="10495" y="13154"/>
                    <a:pt x="10495" y="10256"/>
                  </a:cubicBezTo>
                  <a:lnTo>
                    <a:pt x="10495"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7" name="Google Shape;10587;p134"/>
            <p:cNvGrpSpPr/>
            <p:nvPr/>
          </p:nvGrpSpPr>
          <p:grpSpPr>
            <a:xfrm>
              <a:off x="3074375" y="2791800"/>
              <a:ext cx="262425" cy="387725"/>
              <a:chOff x="3074375" y="2791800"/>
              <a:chExt cx="262425" cy="387725"/>
            </a:xfrm>
          </p:grpSpPr>
          <p:sp>
            <p:nvSpPr>
              <p:cNvPr id="10588" name="Google Shape;10588;p134"/>
              <p:cNvSpPr/>
              <p:nvPr/>
            </p:nvSpPr>
            <p:spPr>
              <a:xfrm>
                <a:off x="3074425" y="2791925"/>
                <a:ext cx="262375" cy="387600"/>
              </a:xfrm>
              <a:custGeom>
                <a:rect b="b" l="l" r="r" t="t"/>
                <a:pathLst>
                  <a:path extrusionOk="0" h="15504" w="10495">
                    <a:moveTo>
                      <a:pt x="0" y="1"/>
                    </a:moveTo>
                    <a:lnTo>
                      <a:pt x="0" y="10256"/>
                    </a:lnTo>
                    <a:cubicBezTo>
                      <a:pt x="0" y="10416"/>
                      <a:pt x="9" y="10575"/>
                      <a:pt x="22" y="10733"/>
                    </a:cubicBezTo>
                    <a:cubicBezTo>
                      <a:pt x="31" y="10834"/>
                      <a:pt x="44" y="10937"/>
                      <a:pt x="59" y="11038"/>
                    </a:cubicBezTo>
                    <a:cubicBezTo>
                      <a:pt x="62" y="11068"/>
                      <a:pt x="67" y="11099"/>
                      <a:pt x="73" y="11128"/>
                    </a:cubicBezTo>
                    <a:cubicBezTo>
                      <a:pt x="86" y="11208"/>
                      <a:pt x="102" y="11288"/>
                      <a:pt x="118" y="11367"/>
                    </a:cubicBezTo>
                    <a:cubicBezTo>
                      <a:pt x="180" y="11653"/>
                      <a:pt x="266" y="11930"/>
                      <a:pt x="371" y="12196"/>
                    </a:cubicBezTo>
                    <a:cubicBezTo>
                      <a:pt x="479" y="12468"/>
                      <a:pt x="609" y="12730"/>
                      <a:pt x="760" y="12977"/>
                    </a:cubicBezTo>
                    <a:cubicBezTo>
                      <a:pt x="865" y="13148"/>
                      <a:pt x="977" y="13311"/>
                      <a:pt x="1099" y="13468"/>
                    </a:cubicBezTo>
                    <a:cubicBezTo>
                      <a:pt x="1209" y="13609"/>
                      <a:pt x="1325" y="13744"/>
                      <a:pt x="1449" y="13873"/>
                    </a:cubicBezTo>
                    <a:cubicBezTo>
                      <a:pt x="1473" y="13898"/>
                      <a:pt x="1496" y="13923"/>
                      <a:pt x="1520" y="13947"/>
                    </a:cubicBezTo>
                    <a:lnTo>
                      <a:pt x="1538" y="13965"/>
                    </a:lnTo>
                    <a:cubicBezTo>
                      <a:pt x="1646" y="14074"/>
                      <a:pt x="1761" y="14177"/>
                      <a:pt x="1879" y="14278"/>
                    </a:cubicBezTo>
                    <a:cubicBezTo>
                      <a:pt x="1962" y="14348"/>
                      <a:pt x="2048" y="14415"/>
                      <a:pt x="2137" y="14481"/>
                    </a:cubicBezTo>
                    <a:cubicBezTo>
                      <a:pt x="2177" y="14511"/>
                      <a:pt x="2219" y="14542"/>
                      <a:pt x="2260" y="14570"/>
                    </a:cubicBezTo>
                    <a:cubicBezTo>
                      <a:pt x="2425" y="14683"/>
                      <a:pt x="2595" y="14789"/>
                      <a:pt x="2771" y="14883"/>
                    </a:cubicBezTo>
                    <a:cubicBezTo>
                      <a:pt x="2790" y="14894"/>
                      <a:pt x="2806" y="14903"/>
                      <a:pt x="2825" y="14912"/>
                    </a:cubicBezTo>
                    <a:cubicBezTo>
                      <a:pt x="2889" y="14945"/>
                      <a:pt x="2954" y="14977"/>
                      <a:pt x="3019" y="15008"/>
                    </a:cubicBezTo>
                    <a:cubicBezTo>
                      <a:pt x="3179" y="15084"/>
                      <a:pt x="3344" y="15151"/>
                      <a:pt x="3512" y="15209"/>
                    </a:cubicBezTo>
                    <a:cubicBezTo>
                      <a:pt x="3550" y="15223"/>
                      <a:pt x="3589" y="15235"/>
                      <a:pt x="3627" y="15249"/>
                    </a:cubicBezTo>
                    <a:cubicBezTo>
                      <a:pt x="3774" y="15296"/>
                      <a:pt x="3922" y="15337"/>
                      <a:pt x="4075" y="15372"/>
                    </a:cubicBezTo>
                    <a:cubicBezTo>
                      <a:pt x="4117" y="15382"/>
                      <a:pt x="4158" y="15392"/>
                      <a:pt x="4201" y="15399"/>
                    </a:cubicBezTo>
                    <a:cubicBezTo>
                      <a:pt x="4426" y="15446"/>
                      <a:pt x="4655" y="15477"/>
                      <a:pt x="4889" y="15492"/>
                    </a:cubicBezTo>
                    <a:cubicBezTo>
                      <a:pt x="5008" y="15500"/>
                      <a:pt x="5127" y="15504"/>
                      <a:pt x="5248" y="15504"/>
                    </a:cubicBezTo>
                    <a:cubicBezTo>
                      <a:pt x="5358" y="15504"/>
                      <a:pt x="5468" y="15500"/>
                      <a:pt x="5576" y="15493"/>
                    </a:cubicBezTo>
                    <a:cubicBezTo>
                      <a:pt x="5690" y="15486"/>
                      <a:pt x="5801" y="15476"/>
                      <a:pt x="5913" y="15461"/>
                    </a:cubicBezTo>
                    <a:cubicBezTo>
                      <a:pt x="5937" y="15457"/>
                      <a:pt x="5963" y="15455"/>
                      <a:pt x="5989" y="15451"/>
                    </a:cubicBezTo>
                    <a:cubicBezTo>
                      <a:pt x="6082" y="15439"/>
                      <a:pt x="6174" y="15423"/>
                      <a:pt x="6264" y="15404"/>
                    </a:cubicBezTo>
                    <a:cubicBezTo>
                      <a:pt x="6365" y="15384"/>
                      <a:pt x="6464" y="15362"/>
                      <a:pt x="6563" y="15336"/>
                    </a:cubicBezTo>
                    <a:cubicBezTo>
                      <a:pt x="6695" y="15302"/>
                      <a:pt x="6824" y="15264"/>
                      <a:pt x="6951" y="15220"/>
                    </a:cubicBezTo>
                    <a:cubicBezTo>
                      <a:pt x="7098" y="15170"/>
                      <a:pt x="7242" y="15113"/>
                      <a:pt x="7381" y="15052"/>
                    </a:cubicBezTo>
                    <a:cubicBezTo>
                      <a:pt x="7452" y="15019"/>
                      <a:pt x="7526" y="14985"/>
                      <a:pt x="7596" y="14949"/>
                    </a:cubicBezTo>
                    <a:cubicBezTo>
                      <a:pt x="7610" y="14941"/>
                      <a:pt x="7625" y="14935"/>
                      <a:pt x="7639" y="14928"/>
                    </a:cubicBezTo>
                    <a:cubicBezTo>
                      <a:pt x="7715" y="14887"/>
                      <a:pt x="7791" y="14847"/>
                      <a:pt x="7866" y="14804"/>
                    </a:cubicBezTo>
                    <a:cubicBezTo>
                      <a:pt x="8024" y="14712"/>
                      <a:pt x="8178" y="14611"/>
                      <a:pt x="8326" y="14505"/>
                    </a:cubicBezTo>
                    <a:cubicBezTo>
                      <a:pt x="8519" y="14365"/>
                      <a:pt x="8702" y="14213"/>
                      <a:pt x="8873" y="14048"/>
                    </a:cubicBezTo>
                    <a:cubicBezTo>
                      <a:pt x="8921" y="14002"/>
                      <a:pt x="8967" y="13956"/>
                      <a:pt x="9014" y="13908"/>
                    </a:cubicBezTo>
                    <a:cubicBezTo>
                      <a:pt x="9052" y="13868"/>
                      <a:pt x="9091" y="13827"/>
                      <a:pt x="9128" y="13785"/>
                    </a:cubicBezTo>
                    <a:cubicBezTo>
                      <a:pt x="9343" y="13551"/>
                      <a:pt x="9535" y="13298"/>
                      <a:pt x="9702" y="13029"/>
                    </a:cubicBezTo>
                    <a:cubicBezTo>
                      <a:pt x="9721" y="13000"/>
                      <a:pt x="9737" y="12973"/>
                      <a:pt x="9754" y="12944"/>
                    </a:cubicBezTo>
                    <a:cubicBezTo>
                      <a:pt x="9766" y="12924"/>
                      <a:pt x="9779" y="12903"/>
                      <a:pt x="9790" y="12882"/>
                    </a:cubicBezTo>
                    <a:cubicBezTo>
                      <a:pt x="9854" y="12773"/>
                      <a:pt x="9913" y="12662"/>
                      <a:pt x="9968" y="12549"/>
                    </a:cubicBezTo>
                    <a:cubicBezTo>
                      <a:pt x="10132" y="12210"/>
                      <a:pt x="10263" y="11853"/>
                      <a:pt x="10351" y="11479"/>
                    </a:cubicBezTo>
                    <a:cubicBezTo>
                      <a:pt x="10366" y="11421"/>
                      <a:pt x="10379" y="11362"/>
                      <a:pt x="10390" y="11302"/>
                    </a:cubicBezTo>
                    <a:cubicBezTo>
                      <a:pt x="10459" y="10964"/>
                      <a:pt x="10495" y="10613"/>
                      <a:pt x="10495" y="10253"/>
                    </a:cubicBezTo>
                    <a:lnTo>
                      <a:pt x="104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34"/>
              <p:cNvSpPr/>
              <p:nvPr/>
            </p:nvSpPr>
            <p:spPr>
              <a:xfrm>
                <a:off x="3074425" y="2912325"/>
                <a:ext cx="152250" cy="55200"/>
              </a:xfrm>
              <a:custGeom>
                <a:rect b="b" l="l" r="r" t="t"/>
                <a:pathLst>
                  <a:path extrusionOk="0" h="2208" w="6090">
                    <a:moveTo>
                      <a:pt x="0" y="0"/>
                    </a:moveTo>
                    <a:lnTo>
                      <a:pt x="0" y="1144"/>
                    </a:lnTo>
                    <a:cubicBezTo>
                      <a:pt x="1551" y="1827"/>
                      <a:pt x="3267" y="2208"/>
                      <a:pt x="5071" y="2208"/>
                    </a:cubicBezTo>
                    <a:cubicBezTo>
                      <a:pt x="5109" y="2208"/>
                      <a:pt x="5146" y="2208"/>
                      <a:pt x="5185" y="2204"/>
                    </a:cubicBezTo>
                    <a:cubicBezTo>
                      <a:pt x="5198" y="2205"/>
                      <a:pt x="5210" y="2206"/>
                      <a:pt x="5223" y="2206"/>
                    </a:cubicBezTo>
                    <a:cubicBezTo>
                      <a:pt x="5240" y="2206"/>
                      <a:pt x="5257" y="2204"/>
                      <a:pt x="5275" y="2200"/>
                    </a:cubicBezTo>
                    <a:cubicBezTo>
                      <a:pt x="5293" y="2201"/>
                      <a:pt x="5310" y="2202"/>
                      <a:pt x="5327" y="2202"/>
                    </a:cubicBezTo>
                    <a:cubicBezTo>
                      <a:pt x="5357" y="2202"/>
                      <a:pt x="5386" y="2200"/>
                      <a:pt x="5417" y="2196"/>
                    </a:cubicBezTo>
                    <a:cubicBezTo>
                      <a:pt x="5420" y="2198"/>
                      <a:pt x="5424" y="2199"/>
                      <a:pt x="5428" y="2199"/>
                    </a:cubicBezTo>
                    <a:cubicBezTo>
                      <a:pt x="5431" y="2199"/>
                      <a:pt x="5435" y="2198"/>
                      <a:pt x="5438" y="2196"/>
                    </a:cubicBezTo>
                    <a:cubicBezTo>
                      <a:pt x="5439" y="2197"/>
                      <a:pt x="5440" y="2198"/>
                      <a:pt x="5443" y="2198"/>
                    </a:cubicBezTo>
                    <a:cubicBezTo>
                      <a:pt x="5445" y="2198"/>
                      <a:pt x="5447" y="2197"/>
                      <a:pt x="5448" y="2196"/>
                    </a:cubicBezTo>
                    <a:cubicBezTo>
                      <a:pt x="5450" y="2198"/>
                      <a:pt x="5452" y="2199"/>
                      <a:pt x="5453" y="2199"/>
                    </a:cubicBezTo>
                    <a:cubicBezTo>
                      <a:pt x="5455" y="2199"/>
                      <a:pt x="5457" y="2198"/>
                      <a:pt x="5459" y="2196"/>
                    </a:cubicBezTo>
                    <a:cubicBezTo>
                      <a:pt x="5462" y="2198"/>
                      <a:pt x="5467" y="2199"/>
                      <a:pt x="5471" y="2199"/>
                    </a:cubicBezTo>
                    <a:cubicBezTo>
                      <a:pt x="5475" y="2199"/>
                      <a:pt x="5480" y="2198"/>
                      <a:pt x="5483" y="2196"/>
                    </a:cubicBezTo>
                    <a:cubicBezTo>
                      <a:pt x="5485" y="2198"/>
                      <a:pt x="5487" y="2199"/>
                      <a:pt x="5490" y="2199"/>
                    </a:cubicBezTo>
                    <a:cubicBezTo>
                      <a:pt x="5493" y="2199"/>
                      <a:pt x="5495" y="2198"/>
                      <a:pt x="5497" y="2196"/>
                    </a:cubicBezTo>
                    <a:cubicBezTo>
                      <a:pt x="5498" y="2198"/>
                      <a:pt x="5499" y="2198"/>
                      <a:pt x="5501" y="2198"/>
                    </a:cubicBezTo>
                    <a:cubicBezTo>
                      <a:pt x="5503" y="2198"/>
                      <a:pt x="5505" y="2196"/>
                      <a:pt x="5507" y="2196"/>
                    </a:cubicBezTo>
                    <a:lnTo>
                      <a:pt x="5514" y="2196"/>
                    </a:lnTo>
                    <a:cubicBezTo>
                      <a:pt x="5521" y="2196"/>
                      <a:pt x="5525" y="2196"/>
                      <a:pt x="5531" y="2192"/>
                    </a:cubicBezTo>
                    <a:cubicBezTo>
                      <a:pt x="5532" y="2194"/>
                      <a:pt x="5532" y="2195"/>
                      <a:pt x="5533" y="2195"/>
                    </a:cubicBezTo>
                    <a:cubicBezTo>
                      <a:pt x="5534" y="2195"/>
                      <a:pt x="5535" y="2194"/>
                      <a:pt x="5537" y="2192"/>
                    </a:cubicBezTo>
                    <a:cubicBezTo>
                      <a:pt x="5537" y="2192"/>
                      <a:pt x="5538" y="2194"/>
                      <a:pt x="5540" y="2194"/>
                    </a:cubicBezTo>
                    <a:cubicBezTo>
                      <a:pt x="5541" y="2194"/>
                      <a:pt x="5542" y="2194"/>
                      <a:pt x="5543" y="2192"/>
                    </a:cubicBezTo>
                    <a:cubicBezTo>
                      <a:pt x="5545" y="2194"/>
                      <a:pt x="5548" y="2195"/>
                      <a:pt x="5552" y="2195"/>
                    </a:cubicBezTo>
                    <a:cubicBezTo>
                      <a:pt x="5555" y="2195"/>
                      <a:pt x="5559" y="2194"/>
                      <a:pt x="5562" y="2192"/>
                    </a:cubicBezTo>
                    <a:cubicBezTo>
                      <a:pt x="5565" y="2194"/>
                      <a:pt x="5568" y="2195"/>
                      <a:pt x="5573" y="2195"/>
                    </a:cubicBezTo>
                    <a:cubicBezTo>
                      <a:pt x="5577" y="2195"/>
                      <a:pt x="5581" y="2194"/>
                      <a:pt x="5587" y="2192"/>
                    </a:cubicBezTo>
                    <a:lnTo>
                      <a:pt x="5603" y="2192"/>
                    </a:lnTo>
                    <a:cubicBezTo>
                      <a:pt x="5620" y="2192"/>
                      <a:pt x="5636" y="2192"/>
                      <a:pt x="5655" y="2188"/>
                    </a:cubicBezTo>
                    <a:lnTo>
                      <a:pt x="5659" y="2188"/>
                    </a:lnTo>
                    <a:cubicBezTo>
                      <a:pt x="5660" y="2187"/>
                      <a:pt x="5661" y="2187"/>
                      <a:pt x="5661" y="2187"/>
                    </a:cubicBezTo>
                    <a:cubicBezTo>
                      <a:pt x="5662" y="2187"/>
                      <a:pt x="5662" y="2188"/>
                      <a:pt x="5662" y="2188"/>
                    </a:cubicBezTo>
                    <a:cubicBezTo>
                      <a:pt x="5804" y="2181"/>
                      <a:pt x="5948" y="2170"/>
                      <a:pt x="6089" y="2160"/>
                    </a:cubicBezTo>
                    <a:cubicBezTo>
                      <a:pt x="6014" y="2154"/>
                      <a:pt x="5937" y="2146"/>
                      <a:pt x="5862" y="2145"/>
                    </a:cubicBezTo>
                    <a:cubicBezTo>
                      <a:pt x="5840" y="2142"/>
                      <a:pt x="5820" y="2142"/>
                      <a:pt x="5799" y="2138"/>
                    </a:cubicBezTo>
                    <a:cubicBezTo>
                      <a:pt x="5751" y="2135"/>
                      <a:pt x="5702" y="2128"/>
                      <a:pt x="5654" y="2121"/>
                    </a:cubicBezTo>
                    <a:lnTo>
                      <a:pt x="5650" y="2121"/>
                    </a:lnTo>
                    <a:cubicBezTo>
                      <a:pt x="5633" y="2121"/>
                      <a:pt x="5616" y="2118"/>
                      <a:pt x="5598" y="2118"/>
                    </a:cubicBezTo>
                    <a:cubicBezTo>
                      <a:pt x="5594" y="2118"/>
                      <a:pt x="5588" y="2114"/>
                      <a:pt x="5583" y="2114"/>
                    </a:cubicBezTo>
                    <a:lnTo>
                      <a:pt x="5571" y="2114"/>
                    </a:lnTo>
                    <a:cubicBezTo>
                      <a:pt x="5565" y="2114"/>
                      <a:pt x="5557" y="2110"/>
                      <a:pt x="5550" y="2110"/>
                    </a:cubicBezTo>
                    <a:lnTo>
                      <a:pt x="5546" y="2110"/>
                    </a:lnTo>
                    <a:cubicBezTo>
                      <a:pt x="5539" y="2110"/>
                      <a:pt x="5536" y="2110"/>
                      <a:pt x="5532" y="2105"/>
                    </a:cubicBezTo>
                    <a:lnTo>
                      <a:pt x="5515" y="2105"/>
                    </a:lnTo>
                    <a:cubicBezTo>
                      <a:pt x="5513" y="2105"/>
                      <a:pt x="5511" y="2104"/>
                      <a:pt x="5509" y="2104"/>
                    </a:cubicBezTo>
                    <a:cubicBezTo>
                      <a:pt x="5508" y="2104"/>
                      <a:pt x="5506" y="2104"/>
                      <a:pt x="5505" y="2105"/>
                    </a:cubicBezTo>
                    <a:cubicBezTo>
                      <a:pt x="5501" y="2102"/>
                      <a:pt x="5499" y="2102"/>
                      <a:pt x="5495" y="2102"/>
                    </a:cubicBezTo>
                    <a:lnTo>
                      <a:pt x="5491" y="2102"/>
                    </a:lnTo>
                    <a:cubicBezTo>
                      <a:pt x="5480" y="2102"/>
                      <a:pt x="5471" y="2098"/>
                      <a:pt x="5464" y="2098"/>
                    </a:cubicBezTo>
                    <a:cubicBezTo>
                      <a:pt x="5457" y="2098"/>
                      <a:pt x="5449" y="2094"/>
                      <a:pt x="5446" y="2094"/>
                    </a:cubicBezTo>
                    <a:cubicBezTo>
                      <a:pt x="5436" y="2094"/>
                      <a:pt x="5426" y="2090"/>
                      <a:pt x="5415" y="2090"/>
                    </a:cubicBezTo>
                    <a:lnTo>
                      <a:pt x="5411" y="2090"/>
                    </a:lnTo>
                    <a:cubicBezTo>
                      <a:pt x="5370" y="2084"/>
                      <a:pt x="5328" y="2080"/>
                      <a:pt x="5286" y="2073"/>
                    </a:cubicBezTo>
                    <a:cubicBezTo>
                      <a:pt x="5279" y="2069"/>
                      <a:pt x="5272" y="2069"/>
                      <a:pt x="5266" y="2069"/>
                    </a:cubicBezTo>
                    <a:cubicBezTo>
                      <a:pt x="3332" y="1783"/>
                      <a:pt x="1542" y="106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134"/>
              <p:cNvSpPr/>
              <p:nvPr/>
            </p:nvSpPr>
            <p:spPr>
              <a:xfrm>
                <a:off x="3198150" y="2965550"/>
                <a:ext cx="138650" cy="46475"/>
              </a:xfrm>
              <a:custGeom>
                <a:rect b="b" l="l" r="r" t="t"/>
                <a:pathLst>
                  <a:path extrusionOk="0" h="1859" w="5546">
                    <a:moveTo>
                      <a:pt x="1025" y="0"/>
                    </a:moveTo>
                    <a:cubicBezTo>
                      <a:pt x="985" y="0"/>
                      <a:pt x="948" y="0"/>
                      <a:pt x="909" y="3"/>
                    </a:cubicBezTo>
                    <a:cubicBezTo>
                      <a:pt x="899" y="3"/>
                      <a:pt x="889" y="2"/>
                      <a:pt x="879" y="2"/>
                    </a:cubicBezTo>
                    <a:cubicBezTo>
                      <a:pt x="861" y="2"/>
                      <a:pt x="844" y="4"/>
                      <a:pt x="825" y="7"/>
                    </a:cubicBezTo>
                    <a:cubicBezTo>
                      <a:pt x="808" y="7"/>
                      <a:pt x="789" y="6"/>
                      <a:pt x="771" y="6"/>
                    </a:cubicBezTo>
                    <a:cubicBezTo>
                      <a:pt x="739" y="6"/>
                      <a:pt x="707" y="8"/>
                      <a:pt x="676" y="12"/>
                    </a:cubicBezTo>
                    <a:cubicBezTo>
                      <a:pt x="672" y="9"/>
                      <a:pt x="668" y="8"/>
                      <a:pt x="663" y="8"/>
                    </a:cubicBezTo>
                    <a:cubicBezTo>
                      <a:pt x="659" y="8"/>
                      <a:pt x="655" y="9"/>
                      <a:pt x="651" y="12"/>
                    </a:cubicBezTo>
                    <a:cubicBezTo>
                      <a:pt x="650" y="11"/>
                      <a:pt x="648" y="8"/>
                      <a:pt x="646" y="8"/>
                    </a:cubicBezTo>
                    <a:cubicBezTo>
                      <a:pt x="644" y="8"/>
                      <a:pt x="643" y="11"/>
                      <a:pt x="641" y="12"/>
                    </a:cubicBezTo>
                    <a:cubicBezTo>
                      <a:pt x="640" y="9"/>
                      <a:pt x="639" y="8"/>
                      <a:pt x="638" y="8"/>
                    </a:cubicBezTo>
                    <a:cubicBezTo>
                      <a:pt x="638" y="8"/>
                      <a:pt x="637" y="9"/>
                      <a:pt x="634" y="12"/>
                    </a:cubicBezTo>
                    <a:cubicBezTo>
                      <a:pt x="631" y="9"/>
                      <a:pt x="627" y="8"/>
                      <a:pt x="622" y="8"/>
                    </a:cubicBezTo>
                    <a:cubicBezTo>
                      <a:pt x="618" y="8"/>
                      <a:pt x="613" y="9"/>
                      <a:pt x="610" y="12"/>
                    </a:cubicBezTo>
                    <a:cubicBezTo>
                      <a:pt x="606" y="9"/>
                      <a:pt x="603" y="8"/>
                      <a:pt x="601" y="8"/>
                    </a:cubicBezTo>
                    <a:cubicBezTo>
                      <a:pt x="598" y="8"/>
                      <a:pt x="595" y="9"/>
                      <a:pt x="592" y="12"/>
                    </a:cubicBezTo>
                    <a:lnTo>
                      <a:pt x="576" y="12"/>
                    </a:lnTo>
                    <a:cubicBezTo>
                      <a:pt x="568" y="12"/>
                      <a:pt x="565" y="12"/>
                      <a:pt x="558" y="16"/>
                    </a:cubicBezTo>
                    <a:lnTo>
                      <a:pt x="555" y="16"/>
                    </a:lnTo>
                    <a:cubicBezTo>
                      <a:pt x="553" y="14"/>
                      <a:pt x="551" y="13"/>
                      <a:pt x="549" y="13"/>
                    </a:cubicBezTo>
                    <a:cubicBezTo>
                      <a:pt x="548" y="13"/>
                      <a:pt x="546" y="14"/>
                      <a:pt x="545" y="16"/>
                    </a:cubicBezTo>
                    <a:cubicBezTo>
                      <a:pt x="543" y="14"/>
                      <a:pt x="540" y="13"/>
                      <a:pt x="536" y="13"/>
                    </a:cubicBezTo>
                    <a:cubicBezTo>
                      <a:pt x="533" y="13"/>
                      <a:pt x="529" y="14"/>
                      <a:pt x="526" y="16"/>
                    </a:cubicBezTo>
                    <a:cubicBezTo>
                      <a:pt x="523" y="14"/>
                      <a:pt x="519" y="13"/>
                      <a:pt x="515" y="13"/>
                    </a:cubicBezTo>
                    <a:cubicBezTo>
                      <a:pt x="511" y="13"/>
                      <a:pt x="506" y="14"/>
                      <a:pt x="501" y="16"/>
                    </a:cubicBezTo>
                    <a:lnTo>
                      <a:pt x="473" y="16"/>
                    </a:lnTo>
                    <a:cubicBezTo>
                      <a:pt x="462" y="17"/>
                      <a:pt x="449" y="17"/>
                      <a:pt x="436" y="19"/>
                    </a:cubicBezTo>
                    <a:lnTo>
                      <a:pt x="432" y="19"/>
                    </a:lnTo>
                    <a:cubicBezTo>
                      <a:pt x="290" y="27"/>
                      <a:pt x="143" y="37"/>
                      <a:pt x="1" y="48"/>
                    </a:cubicBezTo>
                    <a:cubicBezTo>
                      <a:pt x="77" y="54"/>
                      <a:pt x="155" y="62"/>
                      <a:pt x="231" y="68"/>
                    </a:cubicBezTo>
                    <a:cubicBezTo>
                      <a:pt x="256" y="70"/>
                      <a:pt x="276" y="70"/>
                      <a:pt x="300" y="75"/>
                    </a:cubicBezTo>
                    <a:cubicBezTo>
                      <a:pt x="345" y="79"/>
                      <a:pt x="395" y="86"/>
                      <a:pt x="439" y="93"/>
                    </a:cubicBezTo>
                    <a:lnTo>
                      <a:pt x="444" y="93"/>
                    </a:lnTo>
                    <a:cubicBezTo>
                      <a:pt x="462" y="93"/>
                      <a:pt x="476" y="96"/>
                      <a:pt x="493" y="96"/>
                    </a:cubicBezTo>
                    <a:cubicBezTo>
                      <a:pt x="500" y="96"/>
                      <a:pt x="504" y="100"/>
                      <a:pt x="511" y="100"/>
                    </a:cubicBezTo>
                    <a:lnTo>
                      <a:pt x="525" y="100"/>
                    </a:lnTo>
                    <a:cubicBezTo>
                      <a:pt x="531" y="100"/>
                      <a:pt x="535" y="104"/>
                      <a:pt x="542" y="104"/>
                    </a:cubicBezTo>
                    <a:lnTo>
                      <a:pt x="546" y="104"/>
                    </a:lnTo>
                    <a:cubicBezTo>
                      <a:pt x="552" y="104"/>
                      <a:pt x="558" y="104"/>
                      <a:pt x="562" y="109"/>
                    </a:cubicBezTo>
                    <a:lnTo>
                      <a:pt x="587" y="109"/>
                    </a:lnTo>
                    <a:cubicBezTo>
                      <a:pt x="591" y="113"/>
                      <a:pt x="593" y="113"/>
                      <a:pt x="597" y="113"/>
                    </a:cubicBezTo>
                    <a:lnTo>
                      <a:pt x="606" y="113"/>
                    </a:lnTo>
                    <a:cubicBezTo>
                      <a:pt x="616" y="113"/>
                      <a:pt x="623" y="116"/>
                      <a:pt x="629" y="116"/>
                    </a:cubicBezTo>
                    <a:cubicBezTo>
                      <a:pt x="637" y="116"/>
                      <a:pt x="640" y="116"/>
                      <a:pt x="647" y="120"/>
                    </a:cubicBezTo>
                    <a:cubicBezTo>
                      <a:pt x="657" y="120"/>
                      <a:pt x="671" y="124"/>
                      <a:pt x="681" y="124"/>
                    </a:cubicBezTo>
                    <a:cubicBezTo>
                      <a:pt x="722" y="131"/>
                      <a:pt x="761" y="135"/>
                      <a:pt x="803" y="142"/>
                    </a:cubicBezTo>
                    <a:cubicBezTo>
                      <a:pt x="810" y="142"/>
                      <a:pt x="820" y="146"/>
                      <a:pt x="826" y="146"/>
                    </a:cubicBezTo>
                    <a:cubicBezTo>
                      <a:pt x="2536" y="396"/>
                      <a:pt x="4133" y="992"/>
                      <a:pt x="5546" y="1859"/>
                    </a:cubicBezTo>
                    <a:lnTo>
                      <a:pt x="5546" y="845"/>
                    </a:lnTo>
                    <a:cubicBezTo>
                      <a:pt x="4143" y="305"/>
                      <a:pt x="2619" y="6"/>
                      <a:pt x="1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134"/>
              <p:cNvSpPr/>
              <p:nvPr/>
            </p:nvSpPr>
            <p:spPr>
              <a:xfrm>
                <a:off x="3211425" y="2791800"/>
                <a:ext cx="84900" cy="189025"/>
              </a:xfrm>
              <a:custGeom>
                <a:rect b="b" l="l" r="r" t="t"/>
                <a:pathLst>
                  <a:path extrusionOk="0" h="7561" w="3396">
                    <a:moveTo>
                      <a:pt x="1835" y="1"/>
                    </a:moveTo>
                    <a:cubicBezTo>
                      <a:pt x="671" y="1906"/>
                      <a:pt x="0" y="4144"/>
                      <a:pt x="0" y="6538"/>
                    </a:cubicBezTo>
                    <a:cubicBezTo>
                      <a:pt x="0" y="6580"/>
                      <a:pt x="0" y="6619"/>
                      <a:pt x="4" y="6660"/>
                    </a:cubicBezTo>
                    <a:cubicBezTo>
                      <a:pt x="0" y="6684"/>
                      <a:pt x="0" y="6705"/>
                      <a:pt x="4" y="6729"/>
                    </a:cubicBezTo>
                    <a:cubicBezTo>
                      <a:pt x="4" y="6782"/>
                      <a:pt x="4" y="6832"/>
                      <a:pt x="9" y="6883"/>
                    </a:cubicBezTo>
                    <a:lnTo>
                      <a:pt x="9" y="6949"/>
                    </a:lnTo>
                    <a:cubicBezTo>
                      <a:pt x="9" y="6955"/>
                      <a:pt x="9" y="6963"/>
                      <a:pt x="12" y="6970"/>
                    </a:cubicBezTo>
                    <a:lnTo>
                      <a:pt x="12" y="7055"/>
                    </a:lnTo>
                    <a:cubicBezTo>
                      <a:pt x="12" y="7055"/>
                      <a:pt x="16" y="7055"/>
                      <a:pt x="12" y="7060"/>
                    </a:cubicBezTo>
                    <a:cubicBezTo>
                      <a:pt x="16" y="7064"/>
                      <a:pt x="16" y="7068"/>
                      <a:pt x="12" y="7074"/>
                    </a:cubicBezTo>
                    <a:cubicBezTo>
                      <a:pt x="16" y="7078"/>
                      <a:pt x="16" y="7080"/>
                      <a:pt x="16" y="7084"/>
                    </a:cubicBezTo>
                    <a:lnTo>
                      <a:pt x="16" y="7115"/>
                    </a:lnTo>
                    <a:cubicBezTo>
                      <a:pt x="16" y="7119"/>
                      <a:pt x="20" y="7126"/>
                      <a:pt x="20" y="7130"/>
                    </a:cubicBezTo>
                    <a:cubicBezTo>
                      <a:pt x="26" y="7271"/>
                      <a:pt x="36" y="7419"/>
                      <a:pt x="47" y="7560"/>
                    </a:cubicBezTo>
                    <a:cubicBezTo>
                      <a:pt x="53" y="7481"/>
                      <a:pt x="61" y="7404"/>
                      <a:pt x="67" y="7324"/>
                    </a:cubicBezTo>
                    <a:cubicBezTo>
                      <a:pt x="70" y="7303"/>
                      <a:pt x="70" y="7283"/>
                      <a:pt x="74" y="7262"/>
                    </a:cubicBezTo>
                    <a:lnTo>
                      <a:pt x="74" y="7259"/>
                    </a:lnTo>
                    <a:cubicBezTo>
                      <a:pt x="78" y="7213"/>
                      <a:pt x="86" y="7168"/>
                      <a:pt x="92" y="7123"/>
                    </a:cubicBezTo>
                    <a:lnTo>
                      <a:pt x="92" y="7119"/>
                    </a:lnTo>
                    <a:cubicBezTo>
                      <a:pt x="92" y="7102"/>
                      <a:pt x="96" y="7085"/>
                      <a:pt x="96" y="7068"/>
                    </a:cubicBezTo>
                    <a:cubicBezTo>
                      <a:pt x="96" y="7060"/>
                      <a:pt x="99" y="7055"/>
                      <a:pt x="99" y="7049"/>
                    </a:cubicBezTo>
                    <a:cubicBezTo>
                      <a:pt x="103" y="7049"/>
                      <a:pt x="99" y="7045"/>
                      <a:pt x="99" y="7045"/>
                    </a:cubicBezTo>
                    <a:lnTo>
                      <a:pt x="99" y="7039"/>
                    </a:lnTo>
                    <a:cubicBezTo>
                      <a:pt x="99" y="7033"/>
                      <a:pt x="103" y="7025"/>
                      <a:pt x="103" y="7018"/>
                    </a:cubicBezTo>
                    <a:lnTo>
                      <a:pt x="103" y="7012"/>
                    </a:lnTo>
                    <a:cubicBezTo>
                      <a:pt x="103" y="7008"/>
                      <a:pt x="103" y="7006"/>
                      <a:pt x="108" y="7002"/>
                    </a:cubicBezTo>
                    <a:lnTo>
                      <a:pt x="108" y="6977"/>
                    </a:lnTo>
                    <a:lnTo>
                      <a:pt x="108" y="6973"/>
                    </a:lnTo>
                    <a:cubicBezTo>
                      <a:pt x="112" y="6971"/>
                      <a:pt x="112" y="6967"/>
                      <a:pt x="112" y="6967"/>
                    </a:cubicBezTo>
                    <a:lnTo>
                      <a:pt x="112" y="6961"/>
                    </a:lnTo>
                    <a:cubicBezTo>
                      <a:pt x="112" y="6950"/>
                      <a:pt x="115" y="6941"/>
                      <a:pt x="115" y="6934"/>
                    </a:cubicBezTo>
                    <a:cubicBezTo>
                      <a:pt x="115" y="6925"/>
                      <a:pt x="119" y="6921"/>
                      <a:pt x="119" y="6915"/>
                    </a:cubicBezTo>
                    <a:cubicBezTo>
                      <a:pt x="119" y="6905"/>
                      <a:pt x="123" y="6899"/>
                      <a:pt x="123" y="6888"/>
                    </a:cubicBezTo>
                    <a:lnTo>
                      <a:pt x="123" y="6884"/>
                    </a:lnTo>
                    <a:cubicBezTo>
                      <a:pt x="129" y="6842"/>
                      <a:pt x="133" y="6796"/>
                      <a:pt x="140" y="6755"/>
                    </a:cubicBezTo>
                    <a:cubicBezTo>
                      <a:pt x="140" y="6751"/>
                      <a:pt x="144" y="6745"/>
                      <a:pt x="144" y="6741"/>
                    </a:cubicBezTo>
                    <a:cubicBezTo>
                      <a:pt x="523" y="4152"/>
                      <a:pt x="1692" y="1822"/>
                      <a:pt x="3396" y="2"/>
                    </a:cubicBezTo>
                    <a:lnTo>
                      <a:pt x="33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134"/>
              <p:cNvSpPr/>
              <p:nvPr/>
            </p:nvSpPr>
            <p:spPr>
              <a:xfrm>
                <a:off x="3121350" y="2952350"/>
                <a:ext cx="92075" cy="214750"/>
              </a:xfrm>
              <a:custGeom>
                <a:rect b="b" l="l" r="r" t="t"/>
                <a:pathLst>
                  <a:path extrusionOk="0" h="8590" w="3683">
                    <a:moveTo>
                      <a:pt x="3636" y="1"/>
                    </a:moveTo>
                    <a:cubicBezTo>
                      <a:pt x="3629" y="80"/>
                      <a:pt x="3622" y="157"/>
                      <a:pt x="3615" y="236"/>
                    </a:cubicBezTo>
                    <a:cubicBezTo>
                      <a:pt x="3613" y="254"/>
                      <a:pt x="3613" y="270"/>
                      <a:pt x="3608" y="288"/>
                    </a:cubicBezTo>
                    <a:cubicBezTo>
                      <a:pt x="3606" y="337"/>
                      <a:pt x="3598" y="389"/>
                      <a:pt x="3592" y="437"/>
                    </a:cubicBezTo>
                    <a:cubicBezTo>
                      <a:pt x="3592" y="455"/>
                      <a:pt x="3592" y="472"/>
                      <a:pt x="3588" y="489"/>
                    </a:cubicBezTo>
                    <a:cubicBezTo>
                      <a:pt x="3588" y="497"/>
                      <a:pt x="3588" y="501"/>
                      <a:pt x="3584" y="508"/>
                    </a:cubicBezTo>
                    <a:lnTo>
                      <a:pt x="3584" y="522"/>
                    </a:lnTo>
                    <a:cubicBezTo>
                      <a:pt x="3584" y="528"/>
                      <a:pt x="3581" y="535"/>
                      <a:pt x="3581" y="543"/>
                    </a:cubicBezTo>
                    <a:lnTo>
                      <a:pt x="3581" y="546"/>
                    </a:lnTo>
                    <a:lnTo>
                      <a:pt x="3581" y="556"/>
                    </a:lnTo>
                    <a:cubicBezTo>
                      <a:pt x="3576" y="564"/>
                      <a:pt x="3576" y="568"/>
                      <a:pt x="3576" y="575"/>
                    </a:cubicBezTo>
                    <a:lnTo>
                      <a:pt x="3576" y="585"/>
                    </a:lnTo>
                    <a:cubicBezTo>
                      <a:pt x="3576" y="587"/>
                      <a:pt x="3572" y="589"/>
                      <a:pt x="3572" y="591"/>
                    </a:cubicBezTo>
                    <a:lnTo>
                      <a:pt x="3572" y="597"/>
                    </a:lnTo>
                    <a:lnTo>
                      <a:pt x="3572" y="601"/>
                    </a:lnTo>
                    <a:cubicBezTo>
                      <a:pt x="3572" y="610"/>
                      <a:pt x="3568" y="620"/>
                      <a:pt x="3568" y="626"/>
                    </a:cubicBezTo>
                    <a:cubicBezTo>
                      <a:pt x="3568" y="633"/>
                      <a:pt x="3568" y="638"/>
                      <a:pt x="3565" y="644"/>
                    </a:cubicBezTo>
                    <a:cubicBezTo>
                      <a:pt x="3565" y="654"/>
                      <a:pt x="3565" y="664"/>
                      <a:pt x="3561" y="675"/>
                    </a:cubicBezTo>
                    <a:lnTo>
                      <a:pt x="3561" y="679"/>
                    </a:lnTo>
                    <a:cubicBezTo>
                      <a:pt x="3555" y="721"/>
                      <a:pt x="3551" y="767"/>
                      <a:pt x="3544" y="808"/>
                    </a:cubicBezTo>
                    <a:cubicBezTo>
                      <a:pt x="3544" y="811"/>
                      <a:pt x="3544" y="818"/>
                      <a:pt x="3540" y="824"/>
                    </a:cubicBezTo>
                    <a:cubicBezTo>
                      <a:pt x="3139" y="3551"/>
                      <a:pt x="1860" y="5997"/>
                      <a:pt x="1" y="7857"/>
                    </a:cubicBezTo>
                    <a:cubicBezTo>
                      <a:pt x="84" y="7929"/>
                      <a:pt x="170" y="7996"/>
                      <a:pt x="259" y="8062"/>
                    </a:cubicBezTo>
                    <a:cubicBezTo>
                      <a:pt x="299" y="8092"/>
                      <a:pt x="341" y="8123"/>
                      <a:pt x="382" y="8151"/>
                    </a:cubicBezTo>
                    <a:cubicBezTo>
                      <a:pt x="546" y="8264"/>
                      <a:pt x="717" y="8370"/>
                      <a:pt x="893" y="8464"/>
                    </a:cubicBezTo>
                    <a:cubicBezTo>
                      <a:pt x="911" y="8475"/>
                      <a:pt x="928" y="8484"/>
                      <a:pt x="946" y="8492"/>
                    </a:cubicBezTo>
                    <a:cubicBezTo>
                      <a:pt x="1011" y="8526"/>
                      <a:pt x="1075" y="8558"/>
                      <a:pt x="1141" y="8589"/>
                    </a:cubicBezTo>
                    <a:cubicBezTo>
                      <a:pt x="2733" y="6483"/>
                      <a:pt x="3678" y="3863"/>
                      <a:pt x="3678" y="1020"/>
                    </a:cubicBezTo>
                    <a:cubicBezTo>
                      <a:pt x="3678" y="983"/>
                      <a:pt x="3678" y="941"/>
                      <a:pt x="3680" y="897"/>
                    </a:cubicBezTo>
                    <a:cubicBezTo>
                      <a:pt x="3683" y="871"/>
                      <a:pt x="3683" y="844"/>
                      <a:pt x="3680" y="818"/>
                    </a:cubicBezTo>
                    <a:lnTo>
                      <a:pt x="3680" y="814"/>
                    </a:lnTo>
                    <a:cubicBezTo>
                      <a:pt x="3680" y="767"/>
                      <a:pt x="3680" y="718"/>
                      <a:pt x="3675" y="673"/>
                    </a:cubicBezTo>
                    <a:lnTo>
                      <a:pt x="3675" y="652"/>
                    </a:lnTo>
                    <a:lnTo>
                      <a:pt x="3675" y="646"/>
                    </a:lnTo>
                    <a:lnTo>
                      <a:pt x="3675" y="639"/>
                    </a:lnTo>
                    <a:lnTo>
                      <a:pt x="3675" y="608"/>
                    </a:lnTo>
                    <a:cubicBezTo>
                      <a:pt x="3675" y="601"/>
                      <a:pt x="3675" y="594"/>
                      <a:pt x="3672" y="587"/>
                    </a:cubicBezTo>
                    <a:lnTo>
                      <a:pt x="3672" y="581"/>
                    </a:lnTo>
                    <a:lnTo>
                      <a:pt x="3672" y="575"/>
                    </a:lnTo>
                    <a:lnTo>
                      <a:pt x="3672" y="501"/>
                    </a:lnTo>
                    <a:cubicBezTo>
                      <a:pt x="3668" y="497"/>
                      <a:pt x="3672" y="497"/>
                      <a:pt x="3672" y="497"/>
                    </a:cubicBezTo>
                    <a:cubicBezTo>
                      <a:pt x="3668" y="489"/>
                      <a:pt x="3668" y="487"/>
                      <a:pt x="3672" y="483"/>
                    </a:cubicBezTo>
                    <a:cubicBezTo>
                      <a:pt x="3668" y="481"/>
                      <a:pt x="3668" y="477"/>
                      <a:pt x="3668" y="477"/>
                    </a:cubicBezTo>
                    <a:lnTo>
                      <a:pt x="3668" y="431"/>
                    </a:lnTo>
                    <a:lnTo>
                      <a:pt x="3664" y="431"/>
                    </a:lnTo>
                    <a:cubicBezTo>
                      <a:pt x="3657" y="286"/>
                      <a:pt x="3647" y="142"/>
                      <a:pt x="3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134"/>
              <p:cNvSpPr/>
              <p:nvPr/>
            </p:nvSpPr>
            <p:spPr>
              <a:xfrm>
                <a:off x="3074375" y="2959275"/>
                <a:ext cx="150200" cy="54575"/>
              </a:xfrm>
              <a:custGeom>
                <a:rect b="b" l="l" r="r" t="t"/>
                <a:pathLst>
                  <a:path extrusionOk="0" h="2183" w="6008">
                    <a:moveTo>
                      <a:pt x="6008" y="0"/>
                    </a:moveTo>
                    <a:cubicBezTo>
                      <a:pt x="5935" y="36"/>
                      <a:pt x="5859" y="71"/>
                      <a:pt x="5785" y="104"/>
                    </a:cubicBezTo>
                    <a:cubicBezTo>
                      <a:pt x="5768" y="110"/>
                      <a:pt x="5754" y="118"/>
                      <a:pt x="5739" y="124"/>
                    </a:cubicBezTo>
                    <a:cubicBezTo>
                      <a:pt x="5694" y="141"/>
                      <a:pt x="5649" y="162"/>
                      <a:pt x="5608" y="180"/>
                    </a:cubicBezTo>
                    <a:cubicBezTo>
                      <a:pt x="5608" y="184"/>
                      <a:pt x="5608" y="184"/>
                      <a:pt x="5604" y="184"/>
                    </a:cubicBezTo>
                    <a:cubicBezTo>
                      <a:pt x="5588" y="190"/>
                      <a:pt x="5573" y="197"/>
                      <a:pt x="5559" y="201"/>
                    </a:cubicBezTo>
                    <a:cubicBezTo>
                      <a:pt x="5551" y="204"/>
                      <a:pt x="5547" y="207"/>
                      <a:pt x="5544" y="207"/>
                    </a:cubicBezTo>
                    <a:cubicBezTo>
                      <a:pt x="5542" y="207"/>
                      <a:pt x="5538" y="211"/>
                      <a:pt x="5538" y="211"/>
                    </a:cubicBezTo>
                    <a:lnTo>
                      <a:pt x="5534" y="211"/>
                    </a:lnTo>
                    <a:lnTo>
                      <a:pt x="5534" y="215"/>
                    </a:lnTo>
                    <a:cubicBezTo>
                      <a:pt x="5528" y="215"/>
                      <a:pt x="5520" y="217"/>
                      <a:pt x="5513" y="221"/>
                    </a:cubicBezTo>
                    <a:cubicBezTo>
                      <a:pt x="5511" y="221"/>
                      <a:pt x="5507" y="225"/>
                      <a:pt x="5507" y="225"/>
                    </a:cubicBezTo>
                    <a:cubicBezTo>
                      <a:pt x="5500" y="225"/>
                      <a:pt x="5497" y="230"/>
                      <a:pt x="5493" y="230"/>
                    </a:cubicBezTo>
                    <a:cubicBezTo>
                      <a:pt x="5485" y="232"/>
                      <a:pt x="5482" y="236"/>
                      <a:pt x="5479" y="236"/>
                    </a:cubicBezTo>
                    <a:cubicBezTo>
                      <a:pt x="5479" y="240"/>
                      <a:pt x="5479" y="240"/>
                      <a:pt x="5475" y="240"/>
                    </a:cubicBezTo>
                    <a:lnTo>
                      <a:pt x="5471" y="240"/>
                    </a:lnTo>
                    <a:cubicBezTo>
                      <a:pt x="5468" y="240"/>
                      <a:pt x="5465" y="243"/>
                      <a:pt x="5465" y="243"/>
                    </a:cubicBezTo>
                    <a:cubicBezTo>
                      <a:pt x="5462" y="243"/>
                      <a:pt x="5457" y="243"/>
                      <a:pt x="5457" y="247"/>
                    </a:cubicBezTo>
                    <a:cubicBezTo>
                      <a:pt x="5448" y="251"/>
                      <a:pt x="5440" y="253"/>
                      <a:pt x="5434" y="257"/>
                    </a:cubicBezTo>
                    <a:cubicBezTo>
                      <a:pt x="5425" y="257"/>
                      <a:pt x="5423" y="260"/>
                      <a:pt x="5419" y="264"/>
                    </a:cubicBezTo>
                    <a:cubicBezTo>
                      <a:pt x="5409" y="268"/>
                      <a:pt x="5399" y="271"/>
                      <a:pt x="5388" y="274"/>
                    </a:cubicBezTo>
                    <a:lnTo>
                      <a:pt x="5384" y="274"/>
                    </a:lnTo>
                    <a:lnTo>
                      <a:pt x="5384" y="278"/>
                    </a:lnTo>
                    <a:cubicBezTo>
                      <a:pt x="5347" y="292"/>
                      <a:pt x="5308" y="305"/>
                      <a:pt x="5274" y="319"/>
                    </a:cubicBezTo>
                    <a:cubicBezTo>
                      <a:pt x="5267" y="323"/>
                      <a:pt x="5259" y="326"/>
                      <a:pt x="5253" y="330"/>
                    </a:cubicBezTo>
                    <a:cubicBezTo>
                      <a:pt x="3756" y="923"/>
                      <a:pt x="2195" y="1209"/>
                      <a:pt x="648" y="1209"/>
                    </a:cubicBezTo>
                    <a:cubicBezTo>
                      <a:pt x="432" y="1209"/>
                      <a:pt x="216" y="1204"/>
                      <a:pt x="0" y="1192"/>
                    </a:cubicBezTo>
                    <a:lnTo>
                      <a:pt x="0" y="2182"/>
                    </a:lnTo>
                    <a:cubicBezTo>
                      <a:pt x="1762" y="2025"/>
                      <a:pt x="3517" y="1490"/>
                      <a:pt x="5150" y="549"/>
                    </a:cubicBezTo>
                    <a:cubicBezTo>
                      <a:pt x="5188" y="525"/>
                      <a:pt x="5229" y="504"/>
                      <a:pt x="5269" y="475"/>
                    </a:cubicBezTo>
                    <a:cubicBezTo>
                      <a:pt x="5275" y="473"/>
                      <a:pt x="5281" y="470"/>
                      <a:pt x="5287" y="467"/>
                    </a:cubicBezTo>
                    <a:lnTo>
                      <a:pt x="5289" y="467"/>
                    </a:lnTo>
                    <a:cubicBezTo>
                      <a:pt x="5300" y="460"/>
                      <a:pt x="5310" y="453"/>
                      <a:pt x="5320" y="444"/>
                    </a:cubicBezTo>
                    <a:cubicBezTo>
                      <a:pt x="5362" y="424"/>
                      <a:pt x="5400" y="397"/>
                      <a:pt x="5441" y="369"/>
                    </a:cubicBezTo>
                    <a:cubicBezTo>
                      <a:pt x="5447" y="369"/>
                      <a:pt x="5455" y="365"/>
                      <a:pt x="5462" y="359"/>
                    </a:cubicBezTo>
                    <a:lnTo>
                      <a:pt x="5462" y="354"/>
                    </a:lnTo>
                    <a:lnTo>
                      <a:pt x="5466" y="354"/>
                    </a:lnTo>
                    <a:cubicBezTo>
                      <a:pt x="5468" y="354"/>
                      <a:pt x="5468" y="354"/>
                      <a:pt x="5472" y="350"/>
                    </a:cubicBezTo>
                    <a:cubicBezTo>
                      <a:pt x="5475" y="350"/>
                      <a:pt x="5475" y="350"/>
                      <a:pt x="5478" y="346"/>
                    </a:cubicBezTo>
                    <a:cubicBezTo>
                      <a:pt x="5486" y="343"/>
                      <a:pt x="5491" y="339"/>
                      <a:pt x="5497" y="333"/>
                    </a:cubicBezTo>
                    <a:cubicBezTo>
                      <a:pt x="5503" y="333"/>
                      <a:pt x="5507" y="329"/>
                      <a:pt x="5513" y="322"/>
                    </a:cubicBezTo>
                    <a:cubicBezTo>
                      <a:pt x="5517" y="322"/>
                      <a:pt x="5519" y="322"/>
                      <a:pt x="5524" y="318"/>
                    </a:cubicBezTo>
                    <a:cubicBezTo>
                      <a:pt x="5527" y="318"/>
                      <a:pt x="5527" y="315"/>
                      <a:pt x="5530" y="312"/>
                    </a:cubicBezTo>
                    <a:cubicBezTo>
                      <a:pt x="5534" y="312"/>
                      <a:pt x="5537" y="309"/>
                      <a:pt x="5540" y="305"/>
                    </a:cubicBezTo>
                    <a:lnTo>
                      <a:pt x="5544" y="305"/>
                    </a:lnTo>
                    <a:cubicBezTo>
                      <a:pt x="5547" y="305"/>
                      <a:pt x="5550" y="299"/>
                      <a:pt x="5550" y="299"/>
                    </a:cubicBezTo>
                    <a:cubicBezTo>
                      <a:pt x="5559" y="299"/>
                      <a:pt x="5565" y="292"/>
                      <a:pt x="5569" y="292"/>
                    </a:cubicBezTo>
                    <a:cubicBezTo>
                      <a:pt x="5575" y="284"/>
                      <a:pt x="5583" y="282"/>
                      <a:pt x="5590" y="278"/>
                    </a:cubicBezTo>
                    <a:lnTo>
                      <a:pt x="5590" y="274"/>
                    </a:lnTo>
                    <a:cubicBezTo>
                      <a:pt x="5597" y="274"/>
                      <a:pt x="5600" y="272"/>
                      <a:pt x="5604" y="268"/>
                    </a:cubicBezTo>
                    <a:cubicBezTo>
                      <a:pt x="5621" y="257"/>
                      <a:pt x="5635" y="251"/>
                      <a:pt x="5648" y="237"/>
                    </a:cubicBezTo>
                    <a:lnTo>
                      <a:pt x="5653" y="237"/>
                    </a:lnTo>
                    <a:cubicBezTo>
                      <a:pt x="5771" y="160"/>
                      <a:pt x="5889" y="81"/>
                      <a:pt x="6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134"/>
              <p:cNvSpPr/>
              <p:nvPr/>
            </p:nvSpPr>
            <p:spPr>
              <a:xfrm>
                <a:off x="3200150" y="2920825"/>
                <a:ext cx="136650" cy="53025"/>
              </a:xfrm>
              <a:custGeom>
                <a:rect b="b" l="l" r="r" t="t"/>
                <a:pathLst>
                  <a:path extrusionOk="0" h="2121" w="5466">
                    <a:moveTo>
                      <a:pt x="5466" y="1"/>
                    </a:moveTo>
                    <a:cubicBezTo>
                      <a:pt x="3891" y="212"/>
                      <a:pt x="2329" y="730"/>
                      <a:pt x="862" y="1569"/>
                    </a:cubicBezTo>
                    <a:cubicBezTo>
                      <a:pt x="824" y="1590"/>
                      <a:pt x="790" y="1615"/>
                      <a:pt x="751" y="1640"/>
                    </a:cubicBezTo>
                    <a:cubicBezTo>
                      <a:pt x="734" y="1646"/>
                      <a:pt x="712" y="1656"/>
                      <a:pt x="695" y="1675"/>
                    </a:cubicBezTo>
                    <a:cubicBezTo>
                      <a:pt x="652" y="1694"/>
                      <a:pt x="607" y="1723"/>
                      <a:pt x="566" y="1750"/>
                    </a:cubicBezTo>
                    <a:cubicBezTo>
                      <a:pt x="563" y="1750"/>
                      <a:pt x="555" y="1754"/>
                      <a:pt x="552" y="1760"/>
                    </a:cubicBezTo>
                    <a:cubicBezTo>
                      <a:pt x="551" y="1760"/>
                      <a:pt x="550" y="1760"/>
                      <a:pt x="549" y="1760"/>
                    </a:cubicBezTo>
                    <a:cubicBezTo>
                      <a:pt x="547" y="1760"/>
                      <a:pt x="544" y="1761"/>
                      <a:pt x="542" y="1764"/>
                    </a:cubicBezTo>
                    <a:lnTo>
                      <a:pt x="538" y="1769"/>
                    </a:lnTo>
                    <a:cubicBezTo>
                      <a:pt x="535" y="1769"/>
                      <a:pt x="535" y="1769"/>
                      <a:pt x="532" y="1773"/>
                    </a:cubicBezTo>
                    <a:cubicBezTo>
                      <a:pt x="525" y="1776"/>
                      <a:pt x="517" y="1780"/>
                      <a:pt x="511" y="1786"/>
                    </a:cubicBezTo>
                    <a:cubicBezTo>
                      <a:pt x="503" y="1786"/>
                      <a:pt x="499" y="1790"/>
                      <a:pt x="493" y="1796"/>
                    </a:cubicBezTo>
                    <a:cubicBezTo>
                      <a:pt x="490" y="1796"/>
                      <a:pt x="490" y="1796"/>
                      <a:pt x="486" y="1801"/>
                    </a:cubicBezTo>
                    <a:cubicBezTo>
                      <a:pt x="482" y="1801"/>
                      <a:pt x="480" y="1804"/>
                      <a:pt x="476" y="1807"/>
                    </a:cubicBezTo>
                    <a:lnTo>
                      <a:pt x="472" y="1807"/>
                    </a:lnTo>
                    <a:cubicBezTo>
                      <a:pt x="472" y="1807"/>
                      <a:pt x="468" y="1807"/>
                      <a:pt x="468" y="1811"/>
                    </a:cubicBezTo>
                    <a:cubicBezTo>
                      <a:pt x="466" y="1811"/>
                      <a:pt x="462" y="1817"/>
                      <a:pt x="462" y="1817"/>
                    </a:cubicBezTo>
                    <a:cubicBezTo>
                      <a:pt x="460" y="1817"/>
                      <a:pt x="455" y="1821"/>
                      <a:pt x="455" y="1821"/>
                    </a:cubicBezTo>
                    <a:cubicBezTo>
                      <a:pt x="447" y="1821"/>
                      <a:pt x="445" y="1824"/>
                      <a:pt x="441" y="1827"/>
                    </a:cubicBezTo>
                    <a:cubicBezTo>
                      <a:pt x="435" y="1832"/>
                      <a:pt x="426" y="1838"/>
                      <a:pt x="420" y="1842"/>
                    </a:cubicBezTo>
                    <a:cubicBezTo>
                      <a:pt x="416" y="1842"/>
                      <a:pt x="416" y="1846"/>
                      <a:pt x="416" y="1846"/>
                    </a:cubicBezTo>
                    <a:cubicBezTo>
                      <a:pt x="409" y="1846"/>
                      <a:pt x="406" y="1848"/>
                      <a:pt x="403" y="1852"/>
                    </a:cubicBezTo>
                    <a:cubicBezTo>
                      <a:pt x="389" y="1862"/>
                      <a:pt x="375" y="1871"/>
                      <a:pt x="361" y="1881"/>
                    </a:cubicBezTo>
                    <a:cubicBezTo>
                      <a:pt x="357" y="1881"/>
                      <a:pt x="357" y="1884"/>
                      <a:pt x="357" y="1884"/>
                    </a:cubicBezTo>
                    <a:cubicBezTo>
                      <a:pt x="236" y="1961"/>
                      <a:pt x="119" y="2041"/>
                      <a:pt x="0" y="2120"/>
                    </a:cubicBezTo>
                    <a:cubicBezTo>
                      <a:pt x="76" y="2083"/>
                      <a:pt x="156" y="2048"/>
                      <a:pt x="232" y="2013"/>
                    </a:cubicBezTo>
                    <a:cubicBezTo>
                      <a:pt x="239" y="2011"/>
                      <a:pt x="245" y="2007"/>
                      <a:pt x="251" y="2005"/>
                    </a:cubicBezTo>
                    <a:lnTo>
                      <a:pt x="253" y="2005"/>
                    </a:lnTo>
                    <a:cubicBezTo>
                      <a:pt x="259" y="2001"/>
                      <a:pt x="267" y="1998"/>
                      <a:pt x="274" y="1997"/>
                    </a:cubicBezTo>
                    <a:cubicBezTo>
                      <a:pt x="318" y="1976"/>
                      <a:pt x="361" y="1958"/>
                      <a:pt x="403" y="1941"/>
                    </a:cubicBezTo>
                    <a:lnTo>
                      <a:pt x="403" y="1938"/>
                    </a:lnTo>
                    <a:cubicBezTo>
                      <a:pt x="420" y="1931"/>
                      <a:pt x="437" y="1924"/>
                      <a:pt x="451" y="1920"/>
                    </a:cubicBezTo>
                    <a:cubicBezTo>
                      <a:pt x="455" y="1918"/>
                      <a:pt x="457" y="1918"/>
                      <a:pt x="462" y="1914"/>
                    </a:cubicBezTo>
                    <a:cubicBezTo>
                      <a:pt x="466" y="1914"/>
                      <a:pt x="468" y="1910"/>
                      <a:pt x="472" y="1910"/>
                    </a:cubicBezTo>
                    <a:cubicBezTo>
                      <a:pt x="474" y="1908"/>
                      <a:pt x="475" y="1908"/>
                      <a:pt x="476" y="1908"/>
                    </a:cubicBezTo>
                    <a:cubicBezTo>
                      <a:pt x="476" y="1908"/>
                      <a:pt x="476" y="1908"/>
                      <a:pt x="476" y="1910"/>
                    </a:cubicBezTo>
                    <a:cubicBezTo>
                      <a:pt x="482" y="1907"/>
                      <a:pt x="490" y="1904"/>
                      <a:pt x="497" y="1900"/>
                    </a:cubicBezTo>
                    <a:lnTo>
                      <a:pt x="504" y="1900"/>
                    </a:lnTo>
                    <a:cubicBezTo>
                      <a:pt x="508" y="1898"/>
                      <a:pt x="511" y="1893"/>
                      <a:pt x="514" y="1893"/>
                    </a:cubicBezTo>
                    <a:cubicBezTo>
                      <a:pt x="522" y="1891"/>
                      <a:pt x="529" y="1887"/>
                      <a:pt x="533" y="1887"/>
                    </a:cubicBezTo>
                    <a:cubicBezTo>
                      <a:pt x="533" y="1887"/>
                      <a:pt x="533" y="1883"/>
                      <a:pt x="537" y="1883"/>
                    </a:cubicBezTo>
                    <a:lnTo>
                      <a:pt x="547" y="1883"/>
                    </a:lnTo>
                    <a:lnTo>
                      <a:pt x="551" y="1879"/>
                    </a:lnTo>
                    <a:cubicBezTo>
                      <a:pt x="562" y="1873"/>
                      <a:pt x="573" y="1869"/>
                      <a:pt x="579" y="1869"/>
                    </a:cubicBezTo>
                    <a:cubicBezTo>
                      <a:pt x="587" y="1867"/>
                      <a:pt x="590" y="1862"/>
                      <a:pt x="594" y="1862"/>
                    </a:cubicBezTo>
                    <a:cubicBezTo>
                      <a:pt x="604" y="1855"/>
                      <a:pt x="614" y="1852"/>
                      <a:pt x="625" y="1848"/>
                    </a:cubicBezTo>
                    <a:lnTo>
                      <a:pt x="629" y="1848"/>
                    </a:lnTo>
                    <a:cubicBezTo>
                      <a:pt x="630" y="1847"/>
                      <a:pt x="630" y="1847"/>
                      <a:pt x="631" y="1847"/>
                    </a:cubicBezTo>
                    <a:cubicBezTo>
                      <a:pt x="632" y="1847"/>
                      <a:pt x="632" y="1848"/>
                      <a:pt x="632" y="1848"/>
                    </a:cubicBezTo>
                    <a:cubicBezTo>
                      <a:pt x="671" y="1832"/>
                      <a:pt x="708" y="1814"/>
                      <a:pt x="746" y="1804"/>
                    </a:cubicBezTo>
                    <a:cubicBezTo>
                      <a:pt x="754" y="1796"/>
                      <a:pt x="761" y="1793"/>
                      <a:pt x="768" y="1793"/>
                    </a:cubicBezTo>
                    <a:cubicBezTo>
                      <a:pt x="2265" y="1198"/>
                      <a:pt x="3829" y="913"/>
                      <a:pt x="5375" y="913"/>
                    </a:cubicBezTo>
                    <a:cubicBezTo>
                      <a:pt x="5405" y="913"/>
                      <a:pt x="5436" y="913"/>
                      <a:pt x="5466" y="913"/>
                    </a:cubicBezTo>
                    <a:lnTo>
                      <a:pt x="546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134"/>
              <p:cNvSpPr/>
              <p:nvPr/>
            </p:nvSpPr>
            <p:spPr>
              <a:xfrm>
                <a:off x="3162475" y="2791825"/>
                <a:ext cx="57350" cy="186975"/>
              </a:xfrm>
              <a:custGeom>
                <a:rect b="b" l="l" r="r" t="t"/>
                <a:pathLst>
                  <a:path extrusionOk="0" h="7479" w="2294">
                    <a:moveTo>
                      <a:pt x="65" y="1"/>
                    </a:moveTo>
                    <a:cubicBezTo>
                      <a:pt x="1" y="2243"/>
                      <a:pt x="538" y="4529"/>
                      <a:pt x="1743" y="6615"/>
                    </a:cubicBezTo>
                    <a:cubicBezTo>
                      <a:pt x="1760" y="6647"/>
                      <a:pt x="1778" y="6678"/>
                      <a:pt x="1798" y="6709"/>
                    </a:cubicBezTo>
                    <a:cubicBezTo>
                      <a:pt x="1813" y="6734"/>
                      <a:pt x="1827" y="6760"/>
                      <a:pt x="1848" y="6785"/>
                    </a:cubicBezTo>
                    <a:cubicBezTo>
                      <a:pt x="1870" y="6826"/>
                      <a:pt x="1892" y="6869"/>
                      <a:pt x="1921" y="6910"/>
                    </a:cubicBezTo>
                    <a:cubicBezTo>
                      <a:pt x="1925" y="6916"/>
                      <a:pt x="1928" y="6924"/>
                      <a:pt x="1936" y="6931"/>
                    </a:cubicBezTo>
                    <a:cubicBezTo>
                      <a:pt x="1936" y="6935"/>
                      <a:pt x="1936" y="6937"/>
                      <a:pt x="1942" y="6941"/>
                    </a:cubicBezTo>
                    <a:cubicBezTo>
                      <a:pt x="1939" y="6944"/>
                      <a:pt x="1942" y="6944"/>
                      <a:pt x="1946" y="6947"/>
                    </a:cubicBezTo>
                    <a:cubicBezTo>
                      <a:pt x="1949" y="6954"/>
                      <a:pt x="1952" y="6962"/>
                      <a:pt x="1956" y="6968"/>
                    </a:cubicBezTo>
                    <a:cubicBezTo>
                      <a:pt x="1959" y="6972"/>
                      <a:pt x="1962" y="6978"/>
                      <a:pt x="1967" y="6982"/>
                    </a:cubicBezTo>
                    <a:cubicBezTo>
                      <a:pt x="1967" y="6985"/>
                      <a:pt x="1967" y="6985"/>
                      <a:pt x="1970" y="6988"/>
                    </a:cubicBezTo>
                    <a:lnTo>
                      <a:pt x="1974" y="6993"/>
                    </a:lnTo>
                    <a:cubicBezTo>
                      <a:pt x="1974" y="6997"/>
                      <a:pt x="1977" y="7003"/>
                      <a:pt x="1980" y="7007"/>
                    </a:cubicBezTo>
                    <a:lnTo>
                      <a:pt x="1982" y="7008"/>
                    </a:lnTo>
                    <a:cubicBezTo>
                      <a:pt x="1984" y="7011"/>
                      <a:pt x="1984" y="7013"/>
                      <a:pt x="1984" y="7013"/>
                    </a:cubicBezTo>
                    <a:cubicBezTo>
                      <a:pt x="1987" y="7016"/>
                      <a:pt x="1987" y="7019"/>
                      <a:pt x="1990" y="7019"/>
                    </a:cubicBezTo>
                    <a:cubicBezTo>
                      <a:pt x="1994" y="7028"/>
                      <a:pt x="1997" y="7034"/>
                      <a:pt x="2001" y="7038"/>
                    </a:cubicBezTo>
                    <a:cubicBezTo>
                      <a:pt x="2005" y="7044"/>
                      <a:pt x="2008" y="7052"/>
                      <a:pt x="2011" y="7059"/>
                    </a:cubicBezTo>
                    <a:lnTo>
                      <a:pt x="2015" y="7059"/>
                    </a:lnTo>
                    <a:cubicBezTo>
                      <a:pt x="2018" y="7067"/>
                      <a:pt x="2018" y="7069"/>
                      <a:pt x="2021" y="7073"/>
                    </a:cubicBezTo>
                    <a:cubicBezTo>
                      <a:pt x="2021" y="7077"/>
                      <a:pt x="2025" y="7077"/>
                      <a:pt x="2025" y="7077"/>
                    </a:cubicBezTo>
                    <a:cubicBezTo>
                      <a:pt x="2036" y="7091"/>
                      <a:pt x="2044" y="7104"/>
                      <a:pt x="2054" y="7118"/>
                    </a:cubicBezTo>
                    <a:lnTo>
                      <a:pt x="2054" y="7122"/>
                    </a:lnTo>
                    <a:cubicBezTo>
                      <a:pt x="2133" y="7244"/>
                      <a:pt x="2213" y="7362"/>
                      <a:pt x="2294" y="7479"/>
                    </a:cubicBezTo>
                    <a:cubicBezTo>
                      <a:pt x="2262" y="7414"/>
                      <a:pt x="2231" y="7343"/>
                      <a:pt x="2200" y="7277"/>
                    </a:cubicBezTo>
                    <a:cubicBezTo>
                      <a:pt x="2189" y="7256"/>
                      <a:pt x="2181" y="7235"/>
                      <a:pt x="2171" y="7214"/>
                    </a:cubicBezTo>
                    <a:cubicBezTo>
                      <a:pt x="2149" y="7166"/>
                      <a:pt x="2129" y="7121"/>
                      <a:pt x="2108" y="7075"/>
                    </a:cubicBezTo>
                    <a:cubicBezTo>
                      <a:pt x="2102" y="7058"/>
                      <a:pt x="2093" y="7044"/>
                      <a:pt x="2087" y="7030"/>
                    </a:cubicBezTo>
                    <a:cubicBezTo>
                      <a:pt x="2087" y="7022"/>
                      <a:pt x="2085" y="7016"/>
                      <a:pt x="2081" y="7012"/>
                    </a:cubicBezTo>
                    <a:cubicBezTo>
                      <a:pt x="2081" y="7008"/>
                      <a:pt x="2081" y="7006"/>
                      <a:pt x="2077" y="7002"/>
                    </a:cubicBezTo>
                    <a:cubicBezTo>
                      <a:pt x="2073" y="6992"/>
                      <a:pt x="2071" y="6983"/>
                      <a:pt x="2067" y="6977"/>
                    </a:cubicBezTo>
                    <a:lnTo>
                      <a:pt x="2067" y="6973"/>
                    </a:lnTo>
                    <a:cubicBezTo>
                      <a:pt x="2062" y="6971"/>
                      <a:pt x="2062" y="6967"/>
                      <a:pt x="2062" y="6967"/>
                    </a:cubicBezTo>
                    <a:cubicBezTo>
                      <a:pt x="2060" y="6961"/>
                      <a:pt x="2056" y="6952"/>
                      <a:pt x="2056" y="6946"/>
                    </a:cubicBezTo>
                    <a:lnTo>
                      <a:pt x="2052" y="6946"/>
                    </a:lnTo>
                    <a:cubicBezTo>
                      <a:pt x="2052" y="6946"/>
                      <a:pt x="2051" y="6946"/>
                      <a:pt x="2051" y="6945"/>
                    </a:cubicBezTo>
                    <a:cubicBezTo>
                      <a:pt x="2051" y="6944"/>
                      <a:pt x="2051" y="6944"/>
                      <a:pt x="2052" y="6942"/>
                    </a:cubicBezTo>
                    <a:cubicBezTo>
                      <a:pt x="2052" y="6939"/>
                      <a:pt x="2049" y="6936"/>
                      <a:pt x="2049" y="6932"/>
                    </a:cubicBezTo>
                    <a:cubicBezTo>
                      <a:pt x="2049" y="6929"/>
                      <a:pt x="2045" y="6929"/>
                      <a:pt x="2045" y="6929"/>
                    </a:cubicBezTo>
                    <a:cubicBezTo>
                      <a:pt x="2041" y="6918"/>
                      <a:pt x="2039" y="6906"/>
                      <a:pt x="2035" y="6900"/>
                    </a:cubicBezTo>
                    <a:cubicBezTo>
                      <a:pt x="2032" y="6893"/>
                      <a:pt x="2032" y="6887"/>
                      <a:pt x="2028" y="6883"/>
                    </a:cubicBezTo>
                    <a:cubicBezTo>
                      <a:pt x="2024" y="6873"/>
                      <a:pt x="2021" y="6861"/>
                      <a:pt x="2018" y="6854"/>
                    </a:cubicBezTo>
                    <a:lnTo>
                      <a:pt x="2014" y="6854"/>
                    </a:lnTo>
                    <a:cubicBezTo>
                      <a:pt x="2000" y="6813"/>
                      <a:pt x="1983" y="6771"/>
                      <a:pt x="1964" y="6729"/>
                    </a:cubicBezTo>
                    <a:cubicBezTo>
                      <a:pt x="1962" y="6722"/>
                      <a:pt x="1962" y="6715"/>
                      <a:pt x="1958" y="6712"/>
                    </a:cubicBezTo>
                    <a:cubicBezTo>
                      <a:pt x="1094" y="4529"/>
                      <a:pt x="883" y="2209"/>
                      <a:pt x="12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134"/>
              <p:cNvSpPr/>
              <p:nvPr/>
            </p:nvSpPr>
            <p:spPr>
              <a:xfrm>
                <a:off x="3205100" y="2954350"/>
                <a:ext cx="61225" cy="224100"/>
              </a:xfrm>
              <a:custGeom>
                <a:rect b="b" l="l" r="r" t="t"/>
                <a:pathLst>
                  <a:path extrusionOk="0" h="8964" w="2449">
                    <a:moveTo>
                      <a:pt x="0" y="0"/>
                    </a:moveTo>
                    <a:lnTo>
                      <a:pt x="0" y="0"/>
                    </a:lnTo>
                    <a:cubicBezTo>
                      <a:pt x="31" y="69"/>
                      <a:pt x="67" y="136"/>
                      <a:pt x="94" y="206"/>
                    </a:cubicBezTo>
                    <a:cubicBezTo>
                      <a:pt x="105" y="227"/>
                      <a:pt x="115" y="248"/>
                      <a:pt x="125" y="269"/>
                    </a:cubicBezTo>
                    <a:cubicBezTo>
                      <a:pt x="144" y="314"/>
                      <a:pt x="165" y="358"/>
                      <a:pt x="185" y="404"/>
                    </a:cubicBezTo>
                    <a:cubicBezTo>
                      <a:pt x="191" y="422"/>
                      <a:pt x="200" y="439"/>
                      <a:pt x="206" y="453"/>
                    </a:cubicBezTo>
                    <a:cubicBezTo>
                      <a:pt x="206" y="461"/>
                      <a:pt x="210" y="464"/>
                      <a:pt x="210" y="467"/>
                    </a:cubicBezTo>
                    <a:lnTo>
                      <a:pt x="213" y="467"/>
                    </a:lnTo>
                    <a:lnTo>
                      <a:pt x="213" y="471"/>
                    </a:lnTo>
                    <a:cubicBezTo>
                      <a:pt x="213" y="474"/>
                      <a:pt x="217" y="478"/>
                      <a:pt x="217" y="478"/>
                    </a:cubicBezTo>
                    <a:cubicBezTo>
                      <a:pt x="220" y="485"/>
                      <a:pt x="220" y="492"/>
                      <a:pt x="223" y="496"/>
                    </a:cubicBezTo>
                    <a:cubicBezTo>
                      <a:pt x="223" y="498"/>
                      <a:pt x="227" y="502"/>
                      <a:pt x="227" y="502"/>
                    </a:cubicBezTo>
                    <a:cubicBezTo>
                      <a:pt x="227" y="506"/>
                      <a:pt x="232" y="508"/>
                      <a:pt x="232" y="512"/>
                    </a:cubicBezTo>
                    <a:cubicBezTo>
                      <a:pt x="236" y="523"/>
                      <a:pt x="238" y="531"/>
                      <a:pt x="242" y="537"/>
                    </a:cubicBezTo>
                    <a:cubicBezTo>
                      <a:pt x="242" y="541"/>
                      <a:pt x="246" y="543"/>
                      <a:pt x="246" y="547"/>
                    </a:cubicBezTo>
                    <a:cubicBezTo>
                      <a:pt x="246" y="551"/>
                      <a:pt x="250" y="551"/>
                      <a:pt x="250" y="551"/>
                    </a:cubicBezTo>
                    <a:cubicBezTo>
                      <a:pt x="253" y="562"/>
                      <a:pt x="257" y="572"/>
                      <a:pt x="260" y="579"/>
                    </a:cubicBezTo>
                    <a:cubicBezTo>
                      <a:pt x="263" y="588"/>
                      <a:pt x="263" y="590"/>
                      <a:pt x="267" y="594"/>
                    </a:cubicBezTo>
                    <a:cubicBezTo>
                      <a:pt x="269" y="600"/>
                      <a:pt x="269" y="608"/>
                      <a:pt x="273" y="614"/>
                    </a:cubicBezTo>
                    <a:cubicBezTo>
                      <a:pt x="276" y="618"/>
                      <a:pt x="276" y="621"/>
                      <a:pt x="279" y="625"/>
                    </a:cubicBezTo>
                    <a:cubicBezTo>
                      <a:pt x="294" y="664"/>
                      <a:pt x="307" y="701"/>
                      <a:pt x="324" y="739"/>
                    </a:cubicBezTo>
                    <a:lnTo>
                      <a:pt x="324" y="743"/>
                    </a:lnTo>
                    <a:cubicBezTo>
                      <a:pt x="325" y="749"/>
                      <a:pt x="329" y="754"/>
                      <a:pt x="331" y="757"/>
                    </a:cubicBezTo>
                    <a:lnTo>
                      <a:pt x="331" y="760"/>
                    </a:lnTo>
                    <a:cubicBezTo>
                      <a:pt x="1393" y="3440"/>
                      <a:pt x="1471" y="6327"/>
                      <a:pt x="685" y="8963"/>
                    </a:cubicBezTo>
                    <a:cubicBezTo>
                      <a:pt x="708" y="8959"/>
                      <a:pt x="734" y="8957"/>
                      <a:pt x="760" y="8953"/>
                    </a:cubicBezTo>
                    <a:cubicBezTo>
                      <a:pt x="853" y="8941"/>
                      <a:pt x="945" y="8925"/>
                      <a:pt x="1036" y="8906"/>
                    </a:cubicBezTo>
                    <a:cubicBezTo>
                      <a:pt x="1136" y="8886"/>
                      <a:pt x="1235" y="8864"/>
                      <a:pt x="1335" y="8838"/>
                    </a:cubicBezTo>
                    <a:cubicBezTo>
                      <a:pt x="1466" y="8804"/>
                      <a:pt x="1595" y="8766"/>
                      <a:pt x="1723" y="8722"/>
                    </a:cubicBezTo>
                    <a:cubicBezTo>
                      <a:pt x="1870" y="8672"/>
                      <a:pt x="2013" y="8615"/>
                      <a:pt x="2152" y="8554"/>
                    </a:cubicBezTo>
                    <a:cubicBezTo>
                      <a:pt x="2448" y="5975"/>
                      <a:pt x="1949" y="3282"/>
                      <a:pt x="550" y="861"/>
                    </a:cubicBezTo>
                    <a:cubicBezTo>
                      <a:pt x="534" y="830"/>
                      <a:pt x="515" y="799"/>
                      <a:pt x="495" y="770"/>
                    </a:cubicBezTo>
                    <a:cubicBezTo>
                      <a:pt x="480" y="743"/>
                      <a:pt x="467" y="719"/>
                      <a:pt x="446" y="695"/>
                    </a:cubicBezTo>
                    <a:cubicBezTo>
                      <a:pt x="426" y="652"/>
                      <a:pt x="401" y="607"/>
                      <a:pt x="370" y="566"/>
                    </a:cubicBezTo>
                    <a:cubicBezTo>
                      <a:pt x="370" y="559"/>
                      <a:pt x="366" y="551"/>
                      <a:pt x="360" y="545"/>
                    </a:cubicBezTo>
                    <a:lnTo>
                      <a:pt x="355" y="545"/>
                    </a:lnTo>
                    <a:cubicBezTo>
                      <a:pt x="360" y="545"/>
                      <a:pt x="355" y="541"/>
                      <a:pt x="355" y="541"/>
                    </a:cubicBezTo>
                    <a:cubicBezTo>
                      <a:pt x="355" y="541"/>
                      <a:pt x="359" y="540"/>
                      <a:pt x="355" y="538"/>
                    </a:cubicBezTo>
                    <a:lnTo>
                      <a:pt x="351" y="538"/>
                    </a:lnTo>
                    <a:cubicBezTo>
                      <a:pt x="354" y="536"/>
                      <a:pt x="351" y="536"/>
                      <a:pt x="348" y="532"/>
                    </a:cubicBezTo>
                    <a:cubicBezTo>
                      <a:pt x="348" y="526"/>
                      <a:pt x="340" y="514"/>
                      <a:pt x="334" y="507"/>
                    </a:cubicBezTo>
                    <a:cubicBezTo>
                      <a:pt x="334" y="504"/>
                      <a:pt x="330" y="497"/>
                      <a:pt x="323" y="494"/>
                    </a:cubicBezTo>
                    <a:cubicBezTo>
                      <a:pt x="325" y="491"/>
                      <a:pt x="323" y="491"/>
                      <a:pt x="319" y="486"/>
                    </a:cubicBezTo>
                    <a:lnTo>
                      <a:pt x="315" y="483"/>
                    </a:lnTo>
                    <a:cubicBezTo>
                      <a:pt x="315" y="479"/>
                      <a:pt x="313" y="473"/>
                      <a:pt x="309" y="469"/>
                    </a:cubicBezTo>
                    <a:cubicBezTo>
                      <a:pt x="309" y="466"/>
                      <a:pt x="309" y="463"/>
                      <a:pt x="305" y="463"/>
                    </a:cubicBezTo>
                    <a:cubicBezTo>
                      <a:pt x="305" y="460"/>
                      <a:pt x="299" y="455"/>
                      <a:pt x="299" y="455"/>
                    </a:cubicBezTo>
                    <a:cubicBezTo>
                      <a:pt x="299" y="449"/>
                      <a:pt x="296" y="443"/>
                      <a:pt x="292" y="439"/>
                    </a:cubicBezTo>
                    <a:cubicBezTo>
                      <a:pt x="288" y="432"/>
                      <a:pt x="284" y="424"/>
                      <a:pt x="278" y="421"/>
                    </a:cubicBezTo>
                    <a:cubicBezTo>
                      <a:pt x="278" y="417"/>
                      <a:pt x="274" y="417"/>
                      <a:pt x="274" y="417"/>
                    </a:cubicBezTo>
                    <a:cubicBezTo>
                      <a:pt x="274" y="413"/>
                      <a:pt x="274" y="411"/>
                      <a:pt x="270" y="407"/>
                    </a:cubicBezTo>
                    <a:cubicBezTo>
                      <a:pt x="270" y="404"/>
                      <a:pt x="264" y="401"/>
                      <a:pt x="264" y="401"/>
                    </a:cubicBezTo>
                    <a:cubicBezTo>
                      <a:pt x="257" y="387"/>
                      <a:pt x="247" y="373"/>
                      <a:pt x="237" y="359"/>
                    </a:cubicBezTo>
                    <a:lnTo>
                      <a:pt x="237" y="355"/>
                    </a:lnTo>
                    <a:cubicBezTo>
                      <a:pt x="160" y="233"/>
                      <a:pt x="81"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134"/>
              <p:cNvSpPr/>
              <p:nvPr/>
            </p:nvSpPr>
            <p:spPr>
              <a:xfrm>
                <a:off x="3075950" y="2954175"/>
                <a:ext cx="143450" cy="142575"/>
              </a:xfrm>
              <a:custGeom>
                <a:rect b="b" l="l" r="r" t="t"/>
                <a:pathLst>
                  <a:path extrusionOk="0" h="5703" w="5738">
                    <a:moveTo>
                      <a:pt x="5737" y="0"/>
                    </a:moveTo>
                    <a:cubicBezTo>
                      <a:pt x="5688" y="69"/>
                      <a:pt x="5639" y="139"/>
                      <a:pt x="5598" y="199"/>
                    </a:cubicBezTo>
                    <a:cubicBezTo>
                      <a:pt x="5587" y="213"/>
                      <a:pt x="5579" y="227"/>
                      <a:pt x="5569" y="241"/>
                    </a:cubicBezTo>
                    <a:cubicBezTo>
                      <a:pt x="5541" y="280"/>
                      <a:pt x="5514" y="317"/>
                      <a:pt x="5485" y="356"/>
                    </a:cubicBezTo>
                    <a:lnTo>
                      <a:pt x="5481" y="356"/>
                    </a:lnTo>
                    <a:cubicBezTo>
                      <a:pt x="5474" y="370"/>
                      <a:pt x="5464" y="380"/>
                      <a:pt x="5453" y="394"/>
                    </a:cubicBezTo>
                    <a:cubicBezTo>
                      <a:pt x="5449" y="401"/>
                      <a:pt x="5447" y="405"/>
                      <a:pt x="5443" y="411"/>
                    </a:cubicBezTo>
                    <a:lnTo>
                      <a:pt x="5437" y="415"/>
                    </a:lnTo>
                    <a:lnTo>
                      <a:pt x="5437" y="419"/>
                    </a:lnTo>
                    <a:lnTo>
                      <a:pt x="5433" y="419"/>
                    </a:lnTo>
                    <a:cubicBezTo>
                      <a:pt x="5433" y="426"/>
                      <a:pt x="5426" y="434"/>
                      <a:pt x="5422" y="437"/>
                    </a:cubicBezTo>
                    <a:cubicBezTo>
                      <a:pt x="5422" y="441"/>
                      <a:pt x="5422" y="441"/>
                      <a:pt x="5418" y="441"/>
                    </a:cubicBezTo>
                    <a:cubicBezTo>
                      <a:pt x="5418" y="445"/>
                      <a:pt x="5416" y="447"/>
                      <a:pt x="5412" y="451"/>
                    </a:cubicBezTo>
                    <a:cubicBezTo>
                      <a:pt x="5408" y="459"/>
                      <a:pt x="5404" y="466"/>
                      <a:pt x="5398" y="470"/>
                    </a:cubicBezTo>
                    <a:lnTo>
                      <a:pt x="5398" y="473"/>
                    </a:lnTo>
                    <a:lnTo>
                      <a:pt x="5393" y="473"/>
                    </a:lnTo>
                    <a:cubicBezTo>
                      <a:pt x="5393" y="476"/>
                      <a:pt x="5390" y="480"/>
                      <a:pt x="5390" y="480"/>
                    </a:cubicBezTo>
                    <a:cubicBezTo>
                      <a:pt x="5390" y="483"/>
                      <a:pt x="5386" y="483"/>
                      <a:pt x="5386" y="483"/>
                    </a:cubicBezTo>
                    <a:cubicBezTo>
                      <a:pt x="5379" y="493"/>
                      <a:pt x="5376" y="502"/>
                      <a:pt x="5366" y="508"/>
                    </a:cubicBezTo>
                    <a:cubicBezTo>
                      <a:pt x="5366" y="512"/>
                      <a:pt x="5362" y="514"/>
                      <a:pt x="5358" y="518"/>
                    </a:cubicBezTo>
                    <a:cubicBezTo>
                      <a:pt x="5352" y="528"/>
                      <a:pt x="5345" y="540"/>
                      <a:pt x="5338" y="547"/>
                    </a:cubicBezTo>
                    <a:lnTo>
                      <a:pt x="5338" y="550"/>
                    </a:lnTo>
                    <a:lnTo>
                      <a:pt x="5335" y="550"/>
                    </a:lnTo>
                    <a:cubicBezTo>
                      <a:pt x="5311" y="585"/>
                      <a:pt x="5286" y="616"/>
                      <a:pt x="5262" y="647"/>
                    </a:cubicBezTo>
                    <a:cubicBezTo>
                      <a:pt x="5258" y="651"/>
                      <a:pt x="5255" y="657"/>
                      <a:pt x="5252" y="662"/>
                    </a:cubicBezTo>
                    <a:cubicBezTo>
                      <a:pt x="3841" y="2441"/>
                      <a:pt x="2018" y="3757"/>
                      <a:pt x="0" y="4544"/>
                    </a:cubicBezTo>
                    <a:cubicBezTo>
                      <a:pt x="4" y="4574"/>
                      <a:pt x="10" y="4605"/>
                      <a:pt x="15" y="4635"/>
                    </a:cubicBezTo>
                    <a:cubicBezTo>
                      <a:pt x="27" y="4714"/>
                      <a:pt x="43" y="4795"/>
                      <a:pt x="59" y="4873"/>
                    </a:cubicBezTo>
                    <a:cubicBezTo>
                      <a:pt x="121" y="5160"/>
                      <a:pt x="207" y="5436"/>
                      <a:pt x="312" y="5703"/>
                    </a:cubicBezTo>
                    <a:cubicBezTo>
                      <a:pt x="2313" y="4637"/>
                      <a:pt x="4050" y="3015"/>
                      <a:pt x="5269" y="905"/>
                    </a:cubicBezTo>
                    <a:cubicBezTo>
                      <a:pt x="5289" y="868"/>
                      <a:pt x="5310" y="833"/>
                      <a:pt x="5331" y="795"/>
                    </a:cubicBezTo>
                    <a:cubicBezTo>
                      <a:pt x="5333" y="791"/>
                      <a:pt x="5336" y="786"/>
                      <a:pt x="5338" y="781"/>
                    </a:cubicBezTo>
                    <a:cubicBezTo>
                      <a:pt x="5346" y="767"/>
                      <a:pt x="5353" y="751"/>
                      <a:pt x="5361" y="736"/>
                    </a:cubicBezTo>
                    <a:cubicBezTo>
                      <a:pt x="5384" y="692"/>
                      <a:pt x="5409" y="646"/>
                      <a:pt x="5434" y="601"/>
                    </a:cubicBezTo>
                    <a:cubicBezTo>
                      <a:pt x="5436" y="597"/>
                      <a:pt x="5438" y="595"/>
                      <a:pt x="5440" y="590"/>
                    </a:cubicBezTo>
                    <a:cubicBezTo>
                      <a:pt x="5443" y="586"/>
                      <a:pt x="5443" y="583"/>
                      <a:pt x="5446" y="576"/>
                    </a:cubicBezTo>
                    <a:lnTo>
                      <a:pt x="5446" y="573"/>
                    </a:lnTo>
                    <a:lnTo>
                      <a:pt x="5453" y="566"/>
                    </a:lnTo>
                    <a:cubicBezTo>
                      <a:pt x="5456" y="559"/>
                      <a:pt x="5460" y="552"/>
                      <a:pt x="5464" y="545"/>
                    </a:cubicBezTo>
                    <a:cubicBezTo>
                      <a:pt x="5466" y="542"/>
                      <a:pt x="5470" y="534"/>
                      <a:pt x="5470" y="527"/>
                    </a:cubicBezTo>
                    <a:cubicBezTo>
                      <a:pt x="5472" y="523"/>
                      <a:pt x="5476" y="521"/>
                      <a:pt x="5476" y="517"/>
                    </a:cubicBezTo>
                    <a:cubicBezTo>
                      <a:pt x="5480" y="517"/>
                      <a:pt x="5480" y="514"/>
                      <a:pt x="5480" y="511"/>
                    </a:cubicBezTo>
                    <a:lnTo>
                      <a:pt x="5484" y="511"/>
                    </a:lnTo>
                    <a:lnTo>
                      <a:pt x="5484" y="504"/>
                    </a:lnTo>
                    <a:cubicBezTo>
                      <a:pt x="5487" y="504"/>
                      <a:pt x="5487" y="502"/>
                      <a:pt x="5487" y="498"/>
                    </a:cubicBezTo>
                    <a:cubicBezTo>
                      <a:pt x="5490" y="498"/>
                      <a:pt x="5490" y="495"/>
                      <a:pt x="5495" y="491"/>
                    </a:cubicBezTo>
                    <a:cubicBezTo>
                      <a:pt x="5495" y="487"/>
                      <a:pt x="5497" y="480"/>
                      <a:pt x="5501" y="473"/>
                    </a:cubicBezTo>
                    <a:cubicBezTo>
                      <a:pt x="5505" y="467"/>
                      <a:pt x="5508" y="459"/>
                      <a:pt x="5515" y="452"/>
                    </a:cubicBezTo>
                    <a:lnTo>
                      <a:pt x="5513" y="452"/>
                    </a:lnTo>
                    <a:lnTo>
                      <a:pt x="5513" y="451"/>
                    </a:lnTo>
                    <a:lnTo>
                      <a:pt x="5515" y="450"/>
                    </a:lnTo>
                    <a:cubicBezTo>
                      <a:pt x="5515" y="446"/>
                      <a:pt x="5517" y="442"/>
                      <a:pt x="5521" y="436"/>
                    </a:cubicBezTo>
                    <a:lnTo>
                      <a:pt x="5526" y="431"/>
                    </a:lnTo>
                    <a:cubicBezTo>
                      <a:pt x="5528" y="420"/>
                      <a:pt x="5536" y="408"/>
                      <a:pt x="5542" y="393"/>
                    </a:cubicBezTo>
                    <a:lnTo>
                      <a:pt x="5542" y="389"/>
                    </a:lnTo>
                    <a:cubicBezTo>
                      <a:pt x="5546" y="389"/>
                      <a:pt x="5546" y="389"/>
                      <a:pt x="5546" y="385"/>
                    </a:cubicBezTo>
                    <a:cubicBezTo>
                      <a:pt x="5612" y="256"/>
                      <a:pt x="5675" y="129"/>
                      <a:pt x="57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34"/>
              <p:cNvSpPr/>
              <p:nvPr/>
            </p:nvSpPr>
            <p:spPr>
              <a:xfrm>
                <a:off x="3205550" y="2838800"/>
                <a:ext cx="131250" cy="140225"/>
              </a:xfrm>
              <a:custGeom>
                <a:rect b="b" l="l" r="r" t="t"/>
                <a:pathLst>
                  <a:path extrusionOk="0" h="5609" w="5250">
                    <a:moveTo>
                      <a:pt x="5250" y="0"/>
                    </a:moveTo>
                    <a:cubicBezTo>
                      <a:pt x="3324" y="1067"/>
                      <a:pt x="1653" y="2654"/>
                      <a:pt x="474" y="4701"/>
                    </a:cubicBezTo>
                    <a:cubicBezTo>
                      <a:pt x="450" y="4740"/>
                      <a:pt x="429" y="4781"/>
                      <a:pt x="409" y="4819"/>
                    </a:cubicBezTo>
                    <a:cubicBezTo>
                      <a:pt x="398" y="4836"/>
                      <a:pt x="388" y="4855"/>
                      <a:pt x="378" y="4875"/>
                    </a:cubicBezTo>
                    <a:cubicBezTo>
                      <a:pt x="353" y="4917"/>
                      <a:pt x="328" y="4959"/>
                      <a:pt x="307" y="5004"/>
                    </a:cubicBezTo>
                    <a:cubicBezTo>
                      <a:pt x="303" y="5006"/>
                      <a:pt x="301" y="5014"/>
                      <a:pt x="297" y="5021"/>
                    </a:cubicBezTo>
                    <a:cubicBezTo>
                      <a:pt x="293" y="5025"/>
                      <a:pt x="293" y="5027"/>
                      <a:pt x="293" y="5031"/>
                    </a:cubicBezTo>
                    <a:cubicBezTo>
                      <a:pt x="293" y="5031"/>
                      <a:pt x="290" y="5031"/>
                      <a:pt x="290" y="5035"/>
                    </a:cubicBezTo>
                    <a:cubicBezTo>
                      <a:pt x="290" y="5035"/>
                      <a:pt x="286" y="5037"/>
                      <a:pt x="286" y="5041"/>
                    </a:cubicBezTo>
                    <a:cubicBezTo>
                      <a:pt x="282" y="5049"/>
                      <a:pt x="280" y="5056"/>
                      <a:pt x="276" y="5062"/>
                    </a:cubicBezTo>
                    <a:cubicBezTo>
                      <a:pt x="271" y="5065"/>
                      <a:pt x="269" y="5072"/>
                      <a:pt x="265" y="5079"/>
                    </a:cubicBezTo>
                    <a:cubicBezTo>
                      <a:pt x="261" y="5083"/>
                      <a:pt x="261" y="5086"/>
                      <a:pt x="261" y="5090"/>
                    </a:cubicBezTo>
                    <a:cubicBezTo>
                      <a:pt x="261" y="5090"/>
                      <a:pt x="257" y="5090"/>
                      <a:pt x="257" y="5093"/>
                    </a:cubicBezTo>
                    <a:cubicBezTo>
                      <a:pt x="255" y="5097"/>
                      <a:pt x="251" y="5105"/>
                      <a:pt x="251" y="5111"/>
                    </a:cubicBezTo>
                    <a:lnTo>
                      <a:pt x="247" y="5111"/>
                    </a:lnTo>
                    <a:cubicBezTo>
                      <a:pt x="247" y="5116"/>
                      <a:pt x="244" y="5118"/>
                      <a:pt x="244" y="5122"/>
                    </a:cubicBezTo>
                    <a:cubicBezTo>
                      <a:pt x="240" y="5126"/>
                      <a:pt x="236" y="5129"/>
                      <a:pt x="236" y="5136"/>
                    </a:cubicBezTo>
                    <a:cubicBezTo>
                      <a:pt x="229" y="5142"/>
                      <a:pt x="226" y="5150"/>
                      <a:pt x="223" y="5160"/>
                    </a:cubicBezTo>
                    <a:cubicBezTo>
                      <a:pt x="220" y="5164"/>
                      <a:pt x="220" y="5168"/>
                      <a:pt x="216" y="5174"/>
                    </a:cubicBezTo>
                    <a:lnTo>
                      <a:pt x="216" y="5179"/>
                    </a:lnTo>
                    <a:cubicBezTo>
                      <a:pt x="205" y="5191"/>
                      <a:pt x="198" y="5205"/>
                      <a:pt x="192" y="5220"/>
                    </a:cubicBezTo>
                    <a:lnTo>
                      <a:pt x="192" y="5224"/>
                    </a:lnTo>
                    <a:cubicBezTo>
                      <a:pt x="126" y="5353"/>
                      <a:pt x="63" y="5480"/>
                      <a:pt x="1" y="5609"/>
                    </a:cubicBezTo>
                    <a:cubicBezTo>
                      <a:pt x="45" y="5542"/>
                      <a:pt x="94" y="5477"/>
                      <a:pt x="142" y="5411"/>
                    </a:cubicBezTo>
                    <a:cubicBezTo>
                      <a:pt x="145" y="5407"/>
                      <a:pt x="148" y="5401"/>
                      <a:pt x="151" y="5397"/>
                    </a:cubicBezTo>
                    <a:cubicBezTo>
                      <a:pt x="156" y="5389"/>
                      <a:pt x="163" y="5379"/>
                      <a:pt x="169" y="5369"/>
                    </a:cubicBezTo>
                    <a:cubicBezTo>
                      <a:pt x="197" y="5330"/>
                      <a:pt x="225" y="5289"/>
                      <a:pt x="256" y="5251"/>
                    </a:cubicBezTo>
                    <a:lnTo>
                      <a:pt x="260" y="5247"/>
                    </a:lnTo>
                    <a:cubicBezTo>
                      <a:pt x="266" y="5232"/>
                      <a:pt x="277" y="5222"/>
                      <a:pt x="287" y="5208"/>
                    </a:cubicBezTo>
                    <a:cubicBezTo>
                      <a:pt x="291" y="5204"/>
                      <a:pt x="293" y="5198"/>
                      <a:pt x="297" y="5194"/>
                    </a:cubicBezTo>
                    <a:lnTo>
                      <a:pt x="301" y="5190"/>
                    </a:lnTo>
                    <a:cubicBezTo>
                      <a:pt x="301" y="5188"/>
                      <a:pt x="301" y="5188"/>
                      <a:pt x="305" y="5184"/>
                    </a:cubicBezTo>
                    <a:lnTo>
                      <a:pt x="309" y="5184"/>
                    </a:lnTo>
                    <a:cubicBezTo>
                      <a:pt x="309" y="5178"/>
                      <a:pt x="316" y="5173"/>
                      <a:pt x="319" y="5167"/>
                    </a:cubicBezTo>
                    <a:cubicBezTo>
                      <a:pt x="319" y="5167"/>
                      <a:pt x="319" y="5163"/>
                      <a:pt x="323" y="5163"/>
                    </a:cubicBezTo>
                    <a:cubicBezTo>
                      <a:pt x="323" y="5160"/>
                      <a:pt x="326" y="5160"/>
                      <a:pt x="329" y="5157"/>
                    </a:cubicBezTo>
                    <a:cubicBezTo>
                      <a:pt x="329" y="5149"/>
                      <a:pt x="336" y="5145"/>
                      <a:pt x="339" y="5138"/>
                    </a:cubicBezTo>
                    <a:cubicBezTo>
                      <a:pt x="339" y="5136"/>
                      <a:pt x="343" y="5136"/>
                      <a:pt x="347" y="5132"/>
                    </a:cubicBezTo>
                    <a:cubicBezTo>
                      <a:pt x="347" y="5129"/>
                      <a:pt x="347" y="5129"/>
                      <a:pt x="350" y="5126"/>
                    </a:cubicBezTo>
                    <a:cubicBezTo>
                      <a:pt x="350" y="5126"/>
                      <a:pt x="350" y="5122"/>
                      <a:pt x="354" y="5122"/>
                    </a:cubicBezTo>
                    <a:cubicBezTo>
                      <a:pt x="358" y="5116"/>
                      <a:pt x="365" y="5103"/>
                      <a:pt x="373" y="5097"/>
                    </a:cubicBezTo>
                    <a:lnTo>
                      <a:pt x="383" y="5087"/>
                    </a:lnTo>
                    <a:cubicBezTo>
                      <a:pt x="389" y="5076"/>
                      <a:pt x="397" y="5066"/>
                      <a:pt x="403" y="5056"/>
                    </a:cubicBezTo>
                    <a:lnTo>
                      <a:pt x="408" y="5056"/>
                    </a:lnTo>
                    <a:cubicBezTo>
                      <a:pt x="427" y="5025"/>
                      <a:pt x="455" y="4990"/>
                      <a:pt x="483" y="4959"/>
                    </a:cubicBezTo>
                    <a:cubicBezTo>
                      <a:pt x="483" y="4956"/>
                      <a:pt x="487" y="4948"/>
                      <a:pt x="493" y="4945"/>
                    </a:cubicBezTo>
                    <a:cubicBezTo>
                      <a:pt x="1783" y="3313"/>
                      <a:pt x="3427" y="2071"/>
                      <a:pt x="5250" y="1267"/>
                    </a:cubicBezTo>
                    <a:lnTo>
                      <a:pt x="525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134"/>
              <p:cNvSpPr/>
              <p:nvPr/>
            </p:nvSpPr>
            <p:spPr>
              <a:xfrm>
                <a:off x="3074400" y="2791850"/>
                <a:ext cx="150450" cy="181600"/>
              </a:xfrm>
              <a:custGeom>
                <a:rect b="b" l="l" r="r" t="t"/>
                <a:pathLst>
                  <a:path extrusionOk="0" h="7264" w="6018">
                    <a:moveTo>
                      <a:pt x="523" y="1"/>
                    </a:moveTo>
                    <a:cubicBezTo>
                      <a:pt x="343" y="129"/>
                      <a:pt x="170" y="264"/>
                      <a:pt x="0" y="406"/>
                    </a:cubicBezTo>
                    <a:lnTo>
                      <a:pt x="0" y="1203"/>
                    </a:lnTo>
                    <a:cubicBezTo>
                      <a:pt x="1049" y="3471"/>
                      <a:pt x="2786" y="5450"/>
                      <a:pt x="5115" y="6795"/>
                    </a:cubicBezTo>
                    <a:cubicBezTo>
                      <a:pt x="5147" y="6812"/>
                      <a:pt x="5178" y="6831"/>
                      <a:pt x="5209" y="6847"/>
                    </a:cubicBezTo>
                    <a:cubicBezTo>
                      <a:pt x="5216" y="6851"/>
                      <a:pt x="5222" y="6855"/>
                      <a:pt x="5227" y="6857"/>
                    </a:cubicBezTo>
                    <a:lnTo>
                      <a:pt x="5228" y="6857"/>
                    </a:lnTo>
                    <a:cubicBezTo>
                      <a:pt x="5247" y="6868"/>
                      <a:pt x="5266" y="6878"/>
                      <a:pt x="5286" y="6888"/>
                    </a:cubicBezTo>
                    <a:cubicBezTo>
                      <a:pt x="5332" y="6915"/>
                      <a:pt x="5377" y="6940"/>
                      <a:pt x="5422" y="6961"/>
                    </a:cubicBezTo>
                    <a:cubicBezTo>
                      <a:pt x="5423" y="6964"/>
                      <a:pt x="5426" y="6966"/>
                      <a:pt x="5429" y="6967"/>
                    </a:cubicBezTo>
                    <a:cubicBezTo>
                      <a:pt x="5430" y="6968"/>
                      <a:pt x="5431" y="6968"/>
                      <a:pt x="5433" y="6968"/>
                    </a:cubicBezTo>
                    <a:cubicBezTo>
                      <a:pt x="5435" y="6968"/>
                      <a:pt x="5437" y="6968"/>
                      <a:pt x="5439" y="6967"/>
                    </a:cubicBezTo>
                    <a:cubicBezTo>
                      <a:pt x="5439" y="6972"/>
                      <a:pt x="5439" y="6974"/>
                      <a:pt x="5440" y="6974"/>
                    </a:cubicBezTo>
                    <a:cubicBezTo>
                      <a:pt x="5440" y="6974"/>
                      <a:pt x="5441" y="6973"/>
                      <a:pt x="5443" y="6971"/>
                    </a:cubicBezTo>
                    <a:cubicBezTo>
                      <a:pt x="5443" y="6971"/>
                      <a:pt x="5444" y="6976"/>
                      <a:pt x="5447" y="6976"/>
                    </a:cubicBezTo>
                    <a:cubicBezTo>
                      <a:pt x="5448" y="6976"/>
                      <a:pt x="5448" y="6976"/>
                      <a:pt x="5449" y="6975"/>
                    </a:cubicBezTo>
                    <a:cubicBezTo>
                      <a:pt x="5449" y="6975"/>
                      <a:pt x="5451" y="6980"/>
                      <a:pt x="5453" y="6980"/>
                    </a:cubicBezTo>
                    <a:cubicBezTo>
                      <a:pt x="5454" y="6980"/>
                      <a:pt x="5455" y="6980"/>
                      <a:pt x="5455" y="6979"/>
                    </a:cubicBezTo>
                    <a:cubicBezTo>
                      <a:pt x="5462" y="6985"/>
                      <a:pt x="5470" y="6989"/>
                      <a:pt x="5476" y="6989"/>
                    </a:cubicBezTo>
                    <a:cubicBezTo>
                      <a:pt x="5480" y="6996"/>
                      <a:pt x="5484" y="7000"/>
                      <a:pt x="5491" y="7000"/>
                    </a:cubicBezTo>
                    <a:cubicBezTo>
                      <a:pt x="5491" y="7004"/>
                      <a:pt x="5493" y="7004"/>
                      <a:pt x="5497" y="7004"/>
                    </a:cubicBezTo>
                    <a:cubicBezTo>
                      <a:pt x="5497" y="7007"/>
                      <a:pt x="5500" y="7007"/>
                      <a:pt x="5504" y="7007"/>
                    </a:cubicBezTo>
                    <a:lnTo>
                      <a:pt x="5505" y="7009"/>
                    </a:lnTo>
                    <a:cubicBezTo>
                      <a:pt x="5507" y="7011"/>
                      <a:pt x="5511" y="7014"/>
                      <a:pt x="5514" y="7014"/>
                    </a:cubicBezTo>
                    <a:cubicBezTo>
                      <a:pt x="5517" y="7017"/>
                      <a:pt x="5520" y="7017"/>
                      <a:pt x="5525" y="7017"/>
                    </a:cubicBezTo>
                    <a:cubicBezTo>
                      <a:pt x="5525" y="7017"/>
                      <a:pt x="5527" y="7021"/>
                      <a:pt x="5531" y="7021"/>
                    </a:cubicBezTo>
                    <a:cubicBezTo>
                      <a:pt x="5534" y="7028"/>
                      <a:pt x="5542" y="7032"/>
                      <a:pt x="5548" y="7032"/>
                    </a:cubicBezTo>
                    <a:cubicBezTo>
                      <a:pt x="5556" y="7036"/>
                      <a:pt x="5563" y="7038"/>
                      <a:pt x="5569" y="7042"/>
                    </a:cubicBezTo>
                    <a:lnTo>
                      <a:pt x="5573" y="7042"/>
                    </a:lnTo>
                    <a:cubicBezTo>
                      <a:pt x="5577" y="7048"/>
                      <a:pt x="5579" y="7048"/>
                      <a:pt x="5583" y="7048"/>
                    </a:cubicBezTo>
                    <a:lnTo>
                      <a:pt x="5588" y="7048"/>
                    </a:lnTo>
                    <a:cubicBezTo>
                      <a:pt x="5602" y="7059"/>
                      <a:pt x="5615" y="7069"/>
                      <a:pt x="5633" y="7073"/>
                    </a:cubicBezTo>
                    <a:cubicBezTo>
                      <a:pt x="5762" y="7143"/>
                      <a:pt x="5889" y="7205"/>
                      <a:pt x="6018" y="7264"/>
                    </a:cubicBezTo>
                    <a:cubicBezTo>
                      <a:pt x="5955" y="7223"/>
                      <a:pt x="5896" y="7180"/>
                      <a:pt x="5839" y="7135"/>
                    </a:cubicBezTo>
                    <a:cubicBezTo>
                      <a:pt x="5819" y="7121"/>
                      <a:pt x="5800" y="7108"/>
                      <a:pt x="5780" y="7094"/>
                    </a:cubicBezTo>
                    <a:cubicBezTo>
                      <a:pt x="5742" y="7067"/>
                      <a:pt x="5701" y="7038"/>
                      <a:pt x="5662" y="7007"/>
                    </a:cubicBezTo>
                    <a:lnTo>
                      <a:pt x="5659" y="7007"/>
                    </a:lnTo>
                    <a:cubicBezTo>
                      <a:pt x="5644" y="6997"/>
                      <a:pt x="5634" y="6986"/>
                      <a:pt x="5620" y="6976"/>
                    </a:cubicBezTo>
                    <a:cubicBezTo>
                      <a:pt x="5615" y="6973"/>
                      <a:pt x="5609" y="6970"/>
                      <a:pt x="5605" y="6966"/>
                    </a:cubicBezTo>
                    <a:cubicBezTo>
                      <a:pt x="5604" y="6966"/>
                      <a:pt x="5602" y="6965"/>
                      <a:pt x="5600" y="6964"/>
                    </a:cubicBezTo>
                    <a:cubicBezTo>
                      <a:pt x="5598" y="6963"/>
                      <a:pt x="5597" y="6961"/>
                      <a:pt x="5595" y="6960"/>
                    </a:cubicBezTo>
                    <a:cubicBezTo>
                      <a:pt x="5592" y="6955"/>
                      <a:pt x="5584" y="6952"/>
                      <a:pt x="5581" y="6945"/>
                    </a:cubicBezTo>
                    <a:lnTo>
                      <a:pt x="5577" y="6945"/>
                    </a:lnTo>
                    <a:lnTo>
                      <a:pt x="5575" y="6944"/>
                    </a:lnTo>
                    <a:cubicBezTo>
                      <a:pt x="5573" y="6942"/>
                      <a:pt x="5569" y="6942"/>
                      <a:pt x="5567" y="6935"/>
                    </a:cubicBezTo>
                    <a:cubicBezTo>
                      <a:pt x="5559" y="6935"/>
                      <a:pt x="5556" y="6929"/>
                      <a:pt x="5548" y="6924"/>
                    </a:cubicBezTo>
                    <a:cubicBezTo>
                      <a:pt x="5548" y="6924"/>
                      <a:pt x="5544" y="6924"/>
                      <a:pt x="5544" y="6921"/>
                    </a:cubicBezTo>
                    <a:cubicBezTo>
                      <a:pt x="5541" y="6921"/>
                      <a:pt x="5538" y="6918"/>
                      <a:pt x="5534" y="6914"/>
                    </a:cubicBezTo>
                    <a:lnTo>
                      <a:pt x="5534" y="6911"/>
                    </a:lnTo>
                    <a:cubicBezTo>
                      <a:pt x="5527" y="6908"/>
                      <a:pt x="5516" y="6904"/>
                      <a:pt x="5510" y="6894"/>
                    </a:cubicBezTo>
                    <a:cubicBezTo>
                      <a:pt x="5504" y="6889"/>
                      <a:pt x="5500" y="6887"/>
                      <a:pt x="5493" y="6883"/>
                    </a:cubicBezTo>
                    <a:cubicBezTo>
                      <a:pt x="5482" y="6877"/>
                      <a:pt x="5476" y="6869"/>
                      <a:pt x="5466" y="6863"/>
                    </a:cubicBezTo>
                    <a:lnTo>
                      <a:pt x="5466" y="6858"/>
                    </a:lnTo>
                    <a:cubicBezTo>
                      <a:pt x="5434" y="6838"/>
                      <a:pt x="5403" y="6814"/>
                      <a:pt x="5372" y="6785"/>
                    </a:cubicBezTo>
                    <a:cubicBezTo>
                      <a:pt x="5366" y="6781"/>
                      <a:pt x="5362" y="6778"/>
                      <a:pt x="5355" y="6771"/>
                    </a:cubicBezTo>
                    <a:cubicBezTo>
                      <a:pt x="3140" y="5020"/>
                      <a:pt x="1640" y="2619"/>
                      <a:pt x="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134"/>
              <p:cNvSpPr/>
              <p:nvPr/>
            </p:nvSpPr>
            <p:spPr>
              <a:xfrm>
                <a:off x="3199975" y="2959675"/>
                <a:ext cx="133250" cy="155900"/>
              </a:xfrm>
              <a:custGeom>
                <a:rect b="b" l="l" r="r" t="t"/>
                <a:pathLst>
                  <a:path extrusionOk="0" h="6236" w="5330">
                    <a:moveTo>
                      <a:pt x="0" y="1"/>
                    </a:moveTo>
                    <a:lnTo>
                      <a:pt x="0" y="1"/>
                    </a:lnTo>
                    <a:cubicBezTo>
                      <a:pt x="64" y="42"/>
                      <a:pt x="126" y="88"/>
                      <a:pt x="185" y="133"/>
                    </a:cubicBezTo>
                    <a:cubicBezTo>
                      <a:pt x="190" y="135"/>
                      <a:pt x="197" y="138"/>
                      <a:pt x="201" y="142"/>
                    </a:cubicBezTo>
                    <a:cubicBezTo>
                      <a:pt x="201" y="143"/>
                      <a:pt x="203" y="143"/>
                      <a:pt x="203" y="143"/>
                    </a:cubicBezTo>
                    <a:cubicBezTo>
                      <a:pt x="216" y="153"/>
                      <a:pt x="229" y="161"/>
                      <a:pt x="241" y="171"/>
                    </a:cubicBezTo>
                    <a:cubicBezTo>
                      <a:pt x="282" y="199"/>
                      <a:pt x="320" y="231"/>
                      <a:pt x="361" y="258"/>
                    </a:cubicBezTo>
                    <a:lnTo>
                      <a:pt x="361" y="262"/>
                    </a:lnTo>
                    <a:cubicBezTo>
                      <a:pt x="376" y="269"/>
                      <a:pt x="386" y="280"/>
                      <a:pt x="400" y="290"/>
                    </a:cubicBezTo>
                    <a:cubicBezTo>
                      <a:pt x="405" y="294"/>
                      <a:pt x="411" y="297"/>
                      <a:pt x="415" y="300"/>
                    </a:cubicBezTo>
                    <a:cubicBezTo>
                      <a:pt x="416" y="300"/>
                      <a:pt x="417" y="302"/>
                      <a:pt x="420" y="303"/>
                    </a:cubicBezTo>
                    <a:cubicBezTo>
                      <a:pt x="422" y="304"/>
                      <a:pt x="423" y="305"/>
                      <a:pt x="425" y="307"/>
                    </a:cubicBezTo>
                    <a:lnTo>
                      <a:pt x="425" y="311"/>
                    </a:lnTo>
                    <a:cubicBezTo>
                      <a:pt x="431" y="311"/>
                      <a:pt x="439" y="319"/>
                      <a:pt x="446" y="325"/>
                    </a:cubicBezTo>
                    <a:cubicBezTo>
                      <a:pt x="449" y="325"/>
                      <a:pt x="452" y="328"/>
                      <a:pt x="456" y="331"/>
                    </a:cubicBezTo>
                    <a:cubicBezTo>
                      <a:pt x="463" y="335"/>
                      <a:pt x="467" y="338"/>
                      <a:pt x="470" y="342"/>
                    </a:cubicBezTo>
                    <a:cubicBezTo>
                      <a:pt x="474" y="342"/>
                      <a:pt x="474" y="342"/>
                      <a:pt x="474" y="346"/>
                    </a:cubicBezTo>
                    <a:cubicBezTo>
                      <a:pt x="478" y="346"/>
                      <a:pt x="481" y="349"/>
                      <a:pt x="484" y="352"/>
                    </a:cubicBezTo>
                    <a:lnTo>
                      <a:pt x="484" y="356"/>
                    </a:lnTo>
                    <a:cubicBezTo>
                      <a:pt x="486" y="354"/>
                      <a:pt x="487" y="353"/>
                      <a:pt x="488" y="353"/>
                    </a:cubicBezTo>
                    <a:cubicBezTo>
                      <a:pt x="488" y="353"/>
                      <a:pt x="488" y="354"/>
                      <a:pt x="488" y="356"/>
                    </a:cubicBezTo>
                    <a:cubicBezTo>
                      <a:pt x="499" y="360"/>
                      <a:pt x="507" y="367"/>
                      <a:pt x="513" y="375"/>
                    </a:cubicBezTo>
                    <a:cubicBezTo>
                      <a:pt x="520" y="378"/>
                      <a:pt x="523" y="381"/>
                      <a:pt x="527" y="385"/>
                    </a:cubicBezTo>
                    <a:cubicBezTo>
                      <a:pt x="538" y="391"/>
                      <a:pt x="549" y="398"/>
                      <a:pt x="555" y="405"/>
                    </a:cubicBezTo>
                    <a:lnTo>
                      <a:pt x="555" y="409"/>
                    </a:lnTo>
                    <a:cubicBezTo>
                      <a:pt x="589" y="429"/>
                      <a:pt x="621" y="457"/>
                      <a:pt x="652" y="485"/>
                    </a:cubicBezTo>
                    <a:cubicBezTo>
                      <a:pt x="658" y="489"/>
                      <a:pt x="667" y="493"/>
                      <a:pt x="673" y="499"/>
                    </a:cubicBezTo>
                    <a:cubicBezTo>
                      <a:pt x="2593" y="2017"/>
                      <a:pt x="3971" y="4025"/>
                      <a:pt x="4733" y="6235"/>
                    </a:cubicBezTo>
                    <a:cubicBezTo>
                      <a:pt x="4744" y="6214"/>
                      <a:pt x="4757" y="6194"/>
                      <a:pt x="4769" y="6173"/>
                    </a:cubicBezTo>
                    <a:cubicBezTo>
                      <a:pt x="4832" y="6063"/>
                      <a:pt x="4891" y="5952"/>
                      <a:pt x="4946" y="5839"/>
                    </a:cubicBezTo>
                    <a:cubicBezTo>
                      <a:pt x="5110" y="5500"/>
                      <a:pt x="5241" y="5143"/>
                      <a:pt x="5329" y="4770"/>
                    </a:cubicBezTo>
                    <a:cubicBezTo>
                      <a:pt x="4271" y="3048"/>
                      <a:pt x="2782" y="1557"/>
                      <a:pt x="906" y="473"/>
                    </a:cubicBezTo>
                    <a:cubicBezTo>
                      <a:pt x="874" y="455"/>
                      <a:pt x="843" y="437"/>
                      <a:pt x="812" y="421"/>
                    </a:cubicBezTo>
                    <a:cubicBezTo>
                      <a:pt x="783" y="402"/>
                      <a:pt x="755" y="390"/>
                      <a:pt x="729" y="376"/>
                    </a:cubicBezTo>
                    <a:cubicBezTo>
                      <a:pt x="685" y="347"/>
                      <a:pt x="644" y="327"/>
                      <a:pt x="600" y="305"/>
                    </a:cubicBezTo>
                    <a:cubicBezTo>
                      <a:pt x="592" y="299"/>
                      <a:pt x="585" y="295"/>
                      <a:pt x="579" y="295"/>
                    </a:cubicBezTo>
                    <a:cubicBezTo>
                      <a:pt x="579" y="295"/>
                      <a:pt x="576" y="289"/>
                      <a:pt x="572" y="289"/>
                    </a:cubicBezTo>
                    <a:cubicBezTo>
                      <a:pt x="572" y="289"/>
                      <a:pt x="570" y="285"/>
                      <a:pt x="566" y="285"/>
                    </a:cubicBezTo>
                    <a:cubicBezTo>
                      <a:pt x="559" y="282"/>
                      <a:pt x="551" y="279"/>
                      <a:pt x="545" y="274"/>
                    </a:cubicBezTo>
                    <a:cubicBezTo>
                      <a:pt x="541" y="272"/>
                      <a:pt x="538" y="268"/>
                      <a:pt x="530" y="268"/>
                    </a:cubicBezTo>
                    <a:cubicBezTo>
                      <a:pt x="527" y="266"/>
                      <a:pt x="524" y="262"/>
                      <a:pt x="520" y="262"/>
                    </a:cubicBezTo>
                    <a:cubicBezTo>
                      <a:pt x="520" y="262"/>
                      <a:pt x="518" y="258"/>
                      <a:pt x="514" y="258"/>
                    </a:cubicBezTo>
                    <a:cubicBezTo>
                      <a:pt x="510" y="256"/>
                      <a:pt x="508" y="256"/>
                      <a:pt x="504" y="252"/>
                    </a:cubicBezTo>
                    <a:cubicBezTo>
                      <a:pt x="504" y="252"/>
                      <a:pt x="502" y="252"/>
                      <a:pt x="497" y="248"/>
                    </a:cubicBezTo>
                    <a:cubicBezTo>
                      <a:pt x="493" y="248"/>
                      <a:pt x="491" y="243"/>
                      <a:pt x="487" y="243"/>
                    </a:cubicBezTo>
                    <a:cubicBezTo>
                      <a:pt x="484" y="240"/>
                      <a:pt x="477" y="237"/>
                      <a:pt x="470" y="233"/>
                    </a:cubicBezTo>
                    <a:cubicBezTo>
                      <a:pt x="468" y="230"/>
                      <a:pt x="459" y="227"/>
                      <a:pt x="453" y="223"/>
                    </a:cubicBezTo>
                    <a:lnTo>
                      <a:pt x="449" y="223"/>
                    </a:lnTo>
                    <a:cubicBezTo>
                      <a:pt x="446" y="221"/>
                      <a:pt x="442" y="221"/>
                      <a:pt x="436" y="217"/>
                    </a:cubicBezTo>
                    <a:cubicBezTo>
                      <a:pt x="421" y="210"/>
                      <a:pt x="407" y="199"/>
                      <a:pt x="390" y="192"/>
                    </a:cubicBezTo>
                    <a:lnTo>
                      <a:pt x="386" y="192"/>
                    </a:lnTo>
                    <a:cubicBezTo>
                      <a:pt x="257" y="127"/>
                      <a:pt x="129" y="65"/>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01" name="Google Shape;10601;p134"/>
          <p:cNvGrpSpPr/>
          <p:nvPr/>
        </p:nvGrpSpPr>
        <p:grpSpPr>
          <a:xfrm>
            <a:off x="272480" y="3199878"/>
            <a:ext cx="215033" cy="215222"/>
            <a:chOff x="5062659" y="967188"/>
            <a:chExt cx="109716" cy="109813"/>
          </a:xfrm>
        </p:grpSpPr>
        <p:sp>
          <p:nvSpPr>
            <p:cNvPr id="10602" name="Google Shape;10602;p134"/>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34"/>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34"/>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134"/>
          <p:cNvGrpSpPr/>
          <p:nvPr/>
        </p:nvGrpSpPr>
        <p:grpSpPr>
          <a:xfrm>
            <a:off x="7315631" y="222543"/>
            <a:ext cx="666705" cy="633930"/>
            <a:chOff x="5164484" y="526738"/>
            <a:chExt cx="133266" cy="126713"/>
          </a:xfrm>
        </p:grpSpPr>
        <p:sp>
          <p:nvSpPr>
            <p:cNvPr id="10606" name="Google Shape;10606;p134"/>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134"/>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0608" name="Shape 10608"/>
        <p:cNvGrpSpPr/>
        <p:nvPr/>
      </p:nvGrpSpPr>
      <p:grpSpPr>
        <a:xfrm>
          <a:off x="0" y="0"/>
          <a:ext cx="0" cy="0"/>
          <a:chOff x="0" y="0"/>
          <a:chExt cx="0" cy="0"/>
        </a:xfrm>
      </p:grpSpPr>
      <p:grpSp>
        <p:nvGrpSpPr>
          <p:cNvPr id="10609" name="Google Shape;10609;p135"/>
          <p:cNvGrpSpPr/>
          <p:nvPr/>
        </p:nvGrpSpPr>
        <p:grpSpPr>
          <a:xfrm>
            <a:off x="1578790" y="4630035"/>
            <a:ext cx="261189" cy="248344"/>
            <a:chOff x="5164484" y="526738"/>
            <a:chExt cx="133266" cy="126713"/>
          </a:xfrm>
        </p:grpSpPr>
        <p:sp>
          <p:nvSpPr>
            <p:cNvPr id="10610" name="Google Shape;10610;p135"/>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dk1"/>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135"/>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2" name="Google Shape;10612;p135"/>
          <p:cNvGrpSpPr/>
          <p:nvPr/>
        </p:nvGrpSpPr>
        <p:grpSpPr>
          <a:xfrm rot="-1791851">
            <a:off x="8070935" y="3368813"/>
            <a:ext cx="1045336" cy="904864"/>
            <a:chOff x="3725309" y="381575"/>
            <a:chExt cx="533375" cy="461700"/>
          </a:xfrm>
        </p:grpSpPr>
        <p:sp>
          <p:nvSpPr>
            <p:cNvPr id="10613" name="Google Shape;10613;p135"/>
            <p:cNvSpPr/>
            <p:nvPr/>
          </p:nvSpPr>
          <p:spPr>
            <a:xfrm>
              <a:off x="3725309" y="381913"/>
              <a:ext cx="533375" cy="457475"/>
            </a:xfrm>
            <a:custGeom>
              <a:rect b="b" l="l" r="r" t="t"/>
              <a:pathLst>
                <a:path extrusionOk="0" h="18299" w="21335">
                  <a:moveTo>
                    <a:pt x="10748" y="1"/>
                  </a:moveTo>
                  <a:cubicBezTo>
                    <a:pt x="8851" y="1"/>
                    <a:pt x="6954" y="1082"/>
                    <a:pt x="6471" y="3245"/>
                  </a:cubicBezTo>
                  <a:cubicBezTo>
                    <a:pt x="6344" y="3710"/>
                    <a:pt x="6321" y="4252"/>
                    <a:pt x="6333" y="4747"/>
                  </a:cubicBezTo>
                  <a:cubicBezTo>
                    <a:pt x="6170" y="4729"/>
                    <a:pt x="6010" y="4720"/>
                    <a:pt x="5853" y="4720"/>
                  </a:cubicBezTo>
                  <a:cubicBezTo>
                    <a:pt x="2158" y="4720"/>
                    <a:pt x="1" y="9654"/>
                    <a:pt x="2808" y="12287"/>
                  </a:cubicBezTo>
                  <a:cubicBezTo>
                    <a:pt x="3648" y="13148"/>
                    <a:pt x="4837" y="13590"/>
                    <a:pt x="6039" y="13590"/>
                  </a:cubicBezTo>
                  <a:cubicBezTo>
                    <a:pt x="6137" y="13590"/>
                    <a:pt x="6234" y="13587"/>
                    <a:pt x="6331" y="13581"/>
                  </a:cubicBezTo>
                  <a:lnTo>
                    <a:pt x="6331" y="13581"/>
                  </a:lnTo>
                  <a:cubicBezTo>
                    <a:pt x="6138" y="16726"/>
                    <a:pt x="8442" y="18299"/>
                    <a:pt x="10746" y="18299"/>
                  </a:cubicBezTo>
                  <a:cubicBezTo>
                    <a:pt x="13051" y="18299"/>
                    <a:pt x="15355" y="16726"/>
                    <a:pt x="15162" y="13581"/>
                  </a:cubicBezTo>
                  <a:lnTo>
                    <a:pt x="15162" y="13581"/>
                  </a:lnTo>
                  <a:cubicBezTo>
                    <a:pt x="15288" y="13589"/>
                    <a:pt x="15411" y="13593"/>
                    <a:pt x="15531" y="13593"/>
                  </a:cubicBezTo>
                  <a:cubicBezTo>
                    <a:pt x="21334" y="13593"/>
                    <a:pt x="21331" y="4736"/>
                    <a:pt x="15531" y="4736"/>
                  </a:cubicBezTo>
                  <a:cubicBezTo>
                    <a:pt x="15411" y="4736"/>
                    <a:pt x="15288" y="4740"/>
                    <a:pt x="15162" y="4747"/>
                  </a:cubicBezTo>
                  <a:cubicBezTo>
                    <a:pt x="15174" y="4251"/>
                    <a:pt x="15151" y="3710"/>
                    <a:pt x="15024" y="3245"/>
                  </a:cubicBezTo>
                  <a:cubicBezTo>
                    <a:pt x="14542" y="1082"/>
                    <a:pt x="12645" y="1"/>
                    <a:pt x="10748"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135"/>
            <p:cNvSpPr/>
            <p:nvPr/>
          </p:nvSpPr>
          <p:spPr>
            <a:xfrm>
              <a:off x="3764575" y="381600"/>
              <a:ext cx="461650" cy="461650"/>
            </a:xfrm>
            <a:custGeom>
              <a:rect b="b" l="l" r="r" t="t"/>
              <a:pathLst>
                <a:path extrusionOk="0" h="18466" w="18466">
                  <a:moveTo>
                    <a:pt x="9235" y="1"/>
                  </a:moveTo>
                  <a:cubicBezTo>
                    <a:pt x="8925" y="1"/>
                    <a:pt x="8621" y="35"/>
                    <a:pt x="8325" y="93"/>
                  </a:cubicBezTo>
                  <a:cubicBezTo>
                    <a:pt x="7470" y="274"/>
                    <a:pt x="6708" y="700"/>
                    <a:pt x="6111" y="1295"/>
                  </a:cubicBezTo>
                  <a:cubicBezTo>
                    <a:pt x="6005" y="1402"/>
                    <a:pt x="5903" y="1516"/>
                    <a:pt x="5807" y="1634"/>
                  </a:cubicBezTo>
                  <a:cubicBezTo>
                    <a:pt x="5411" y="2119"/>
                    <a:pt x="5118" y="2689"/>
                    <a:pt x="4955" y="3314"/>
                  </a:cubicBezTo>
                  <a:lnTo>
                    <a:pt x="4955" y="3317"/>
                  </a:lnTo>
                  <a:cubicBezTo>
                    <a:pt x="4867" y="3668"/>
                    <a:pt x="4818" y="4036"/>
                    <a:pt x="4818" y="4417"/>
                  </a:cubicBezTo>
                  <a:lnTo>
                    <a:pt x="4818" y="4817"/>
                  </a:lnTo>
                  <a:lnTo>
                    <a:pt x="4418" y="4817"/>
                  </a:lnTo>
                  <a:cubicBezTo>
                    <a:pt x="4036" y="4817"/>
                    <a:pt x="3664" y="4866"/>
                    <a:pt x="3311" y="4955"/>
                  </a:cubicBezTo>
                  <a:cubicBezTo>
                    <a:pt x="2688" y="5118"/>
                    <a:pt x="2115" y="5413"/>
                    <a:pt x="1630" y="5809"/>
                  </a:cubicBezTo>
                  <a:cubicBezTo>
                    <a:pt x="861" y="6436"/>
                    <a:pt x="305" y="7315"/>
                    <a:pt x="97" y="8323"/>
                  </a:cubicBezTo>
                  <a:cubicBezTo>
                    <a:pt x="35" y="8615"/>
                    <a:pt x="1" y="8922"/>
                    <a:pt x="1" y="9232"/>
                  </a:cubicBezTo>
                  <a:cubicBezTo>
                    <a:pt x="1" y="9542"/>
                    <a:pt x="35" y="9850"/>
                    <a:pt x="97" y="10142"/>
                  </a:cubicBezTo>
                  <a:cubicBezTo>
                    <a:pt x="274" y="10997"/>
                    <a:pt x="701" y="11763"/>
                    <a:pt x="1295" y="12356"/>
                  </a:cubicBezTo>
                  <a:cubicBezTo>
                    <a:pt x="1403" y="12464"/>
                    <a:pt x="1513" y="12562"/>
                    <a:pt x="1630" y="12657"/>
                  </a:cubicBezTo>
                  <a:cubicBezTo>
                    <a:pt x="2115" y="13054"/>
                    <a:pt x="2687" y="13349"/>
                    <a:pt x="3311" y="13512"/>
                  </a:cubicBezTo>
                  <a:lnTo>
                    <a:pt x="3313" y="13512"/>
                  </a:lnTo>
                  <a:cubicBezTo>
                    <a:pt x="3667" y="13601"/>
                    <a:pt x="4036" y="13650"/>
                    <a:pt x="4417" y="13650"/>
                  </a:cubicBezTo>
                  <a:lnTo>
                    <a:pt x="4816" y="13650"/>
                  </a:lnTo>
                  <a:lnTo>
                    <a:pt x="4816" y="14050"/>
                  </a:lnTo>
                  <a:cubicBezTo>
                    <a:pt x="4816" y="14430"/>
                    <a:pt x="4866" y="14799"/>
                    <a:pt x="4954" y="15153"/>
                  </a:cubicBezTo>
                  <a:cubicBezTo>
                    <a:pt x="5117" y="15776"/>
                    <a:pt x="5409" y="16349"/>
                    <a:pt x="5806" y="16834"/>
                  </a:cubicBezTo>
                  <a:cubicBezTo>
                    <a:pt x="6433" y="17605"/>
                    <a:pt x="7313" y="18162"/>
                    <a:pt x="8323" y="18374"/>
                  </a:cubicBezTo>
                  <a:cubicBezTo>
                    <a:pt x="8617" y="18431"/>
                    <a:pt x="8921" y="18465"/>
                    <a:pt x="9232" y="18465"/>
                  </a:cubicBezTo>
                  <a:cubicBezTo>
                    <a:pt x="9541" y="18465"/>
                    <a:pt x="9846" y="18431"/>
                    <a:pt x="10142" y="18374"/>
                  </a:cubicBezTo>
                  <a:cubicBezTo>
                    <a:pt x="10994" y="18192"/>
                    <a:pt x="11755" y="17768"/>
                    <a:pt x="12352" y="17171"/>
                  </a:cubicBezTo>
                  <a:cubicBezTo>
                    <a:pt x="12460" y="17064"/>
                    <a:pt x="12560" y="16950"/>
                    <a:pt x="12656" y="16834"/>
                  </a:cubicBezTo>
                  <a:cubicBezTo>
                    <a:pt x="13052" y="16349"/>
                    <a:pt x="13344" y="15777"/>
                    <a:pt x="13507" y="15153"/>
                  </a:cubicBezTo>
                  <a:cubicBezTo>
                    <a:pt x="13596" y="14799"/>
                    <a:pt x="13646" y="14430"/>
                    <a:pt x="13646" y="14050"/>
                  </a:cubicBezTo>
                  <a:lnTo>
                    <a:pt x="13646" y="13650"/>
                  </a:lnTo>
                  <a:lnTo>
                    <a:pt x="14048" y="13650"/>
                  </a:lnTo>
                  <a:cubicBezTo>
                    <a:pt x="14428" y="13650"/>
                    <a:pt x="14797" y="13601"/>
                    <a:pt x="15150" y="13512"/>
                  </a:cubicBezTo>
                  <a:cubicBezTo>
                    <a:pt x="15775" y="13349"/>
                    <a:pt x="16351" y="13054"/>
                    <a:pt x="16836" y="12660"/>
                  </a:cubicBezTo>
                  <a:cubicBezTo>
                    <a:pt x="17604" y="12031"/>
                    <a:pt x="18161" y="11153"/>
                    <a:pt x="18369" y="10143"/>
                  </a:cubicBezTo>
                  <a:cubicBezTo>
                    <a:pt x="18431" y="9852"/>
                    <a:pt x="18465" y="9545"/>
                    <a:pt x="18465" y="9234"/>
                  </a:cubicBezTo>
                  <a:cubicBezTo>
                    <a:pt x="18465" y="8923"/>
                    <a:pt x="18431" y="8616"/>
                    <a:pt x="18372" y="8324"/>
                  </a:cubicBezTo>
                  <a:cubicBezTo>
                    <a:pt x="18194" y="7470"/>
                    <a:pt x="17766" y="6704"/>
                    <a:pt x="17173" y="6110"/>
                  </a:cubicBezTo>
                  <a:cubicBezTo>
                    <a:pt x="17065" y="6002"/>
                    <a:pt x="16955" y="5904"/>
                    <a:pt x="16838" y="5806"/>
                  </a:cubicBezTo>
                  <a:cubicBezTo>
                    <a:pt x="16352" y="5413"/>
                    <a:pt x="15778" y="5118"/>
                    <a:pt x="15153" y="4955"/>
                  </a:cubicBezTo>
                  <a:cubicBezTo>
                    <a:pt x="14800" y="4866"/>
                    <a:pt x="14431" y="4817"/>
                    <a:pt x="14050" y="4817"/>
                  </a:cubicBezTo>
                  <a:lnTo>
                    <a:pt x="13648" y="4817"/>
                  </a:lnTo>
                  <a:lnTo>
                    <a:pt x="13648" y="4417"/>
                  </a:lnTo>
                  <a:cubicBezTo>
                    <a:pt x="13648" y="4036"/>
                    <a:pt x="13598" y="3668"/>
                    <a:pt x="13510" y="3317"/>
                  </a:cubicBezTo>
                  <a:lnTo>
                    <a:pt x="13510" y="3314"/>
                  </a:lnTo>
                  <a:cubicBezTo>
                    <a:pt x="13347" y="2691"/>
                    <a:pt x="13054" y="2119"/>
                    <a:pt x="12658" y="1634"/>
                  </a:cubicBezTo>
                  <a:cubicBezTo>
                    <a:pt x="12034" y="862"/>
                    <a:pt x="11152" y="304"/>
                    <a:pt x="10144" y="93"/>
                  </a:cubicBezTo>
                  <a:cubicBezTo>
                    <a:pt x="9850" y="35"/>
                    <a:pt x="9546" y="1"/>
                    <a:pt x="9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35"/>
            <p:cNvSpPr/>
            <p:nvPr/>
          </p:nvSpPr>
          <p:spPr>
            <a:xfrm>
              <a:off x="3972625" y="582075"/>
              <a:ext cx="45525" cy="261200"/>
            </a:xfrm>
            <a:custGeom>
              <a:rect b="b" l="l" r="r" t="t"/>
              <a:pathLst>
                <a:path extrusionOk="0" h="10448" w="1821">
                  <a:moveTo>
                    <a:pt x="907" y="1"/>
                  </a:moveTo>
                  <a:lnTo>
                    <a:pt x="836" y="815"/>
                  </a:lnTo>
                  <a:lnTo>
                    <a:pt x="826" y="917"/>
                  </a:lnTo>
                  <a:lnTo>
                    <a:pt x="817" y="1024"/>
                  </a:lnTo>
                  <a:lnTo>
                    <a:pt x="815" y="1055"/>
                  </a:lnTo>
                  <a:lnTo>
                    <a:pt x="812" y="1102"/>
                  </a:lnTo>
                  <a:lnTo>
                    <a:pt x="810" y="1117"/>
                  </a:lnTo>
                  <a:lnTo>
                    <a:pt x="807" y="1144"/>
                  </a:lnTo>
                  <a:lnTo>
                    <a:pt x="807" y="1156"/>
                  </a:lnTo>
                  <a:lnTo>
                    <a:pt x="805" y="1175"/>
                  </a:lnTo>
                  <a:lnTo>
                    <a:pt x="805" y="1187"/>
                  </a:lnTo>
                  <a:lnTo>
                    <a:pt x="802" y="1215"/>
                  </a:lnTo>
                  <a:lnTo>
                    <a:pt x="802" y="1237"/>
                  </a:lnTo>
                  <a:lnTo>
                    <a:pt x="799" y="1249"/>
                  </a:lnTo>
                  <a:lnTo>
                    <a:pt x="799" y="1268"/>
                  </a:lnTo>
                  <a:lnTo>
                    <a:pt x="796" y="1283"/>
                  </a:lnTo>
                  <a:lnTo>
                    <a:pt x="796" y="1310"/>
                  </a:lnTo>
                  <a:lnTo>
                    <a:pt x="794" y="1333"/>
                  </a:lnTo>
                  <a:lnTo>
                    <a:pt x="788" y="1391"/>
                  </a:lnTo>
                  <a:lnTo>
                    <a:pt x="785" y="1430"/>
                  </a:lnTo>
                  <a:lnTo>
                    <a:pt x="770" y="1602"/>
                  </a:lnTo>
                  <a:lnTo>
                    <a:pt x="754" y="1801"/>
                  </a:lnTo>
                  <a:lnTo>
                    <a:pt x="1" y="10356"/>
                  </a:lnTo>
                  <a:cubicBezTo>
                    <a:pt x="295" y="10414"/>
                    <a:pt x="599" y="10447"/>
                    <a:pt x="910" y="10447"/>
                  </a:cubicBezTo>
                  <a:cubicBezTo>
                    <a:pt x="1219" y="10447"/>
                    <a:pt x="1524" y="10414"/>
                    <a:pt x="1820" y="10356"/>
                  </a:cubicBezTo>
                  <a:lnTo>
                    <a:pt x="1062" y="1813"/>
                  </a:lnTo>
                  <a:lnTo>
                    <a:pt x="1043" y="1606"/>
                  </a:lnTo>
                  <a:lnTo>
                    <a:pt x="1028" y="1434"/>
                  </a:lnTo>
                  <a:lnTo>
                    <a:pt x="1025" y="1392"/>
                  </a:lnTo>
                  <a:lnTo>
                    <a:pt x="1018" y="1334"/>
                  </a:lnTo>
                  <a:lnTo>
                    <a:pt x="1016" y="1312"/>
                  </a:lnTo>
                  <a:lnTo>
                    <a:pt x="1016" y="1281"/>
                  </a:lnTo>
                  <a:lnTo>
                    <a:pt x="1013" y="1266"/>
                  </a:lnTo>
                  <a:lnTo>
                    <a:pt x="1013" y="1247"/>
                  </a:lnTo>
                  <a:lnTo>
                    <a:pt x="1011" y="1232"/>
                  </a:lnTo>
                  <a:lnTo>
                    <a:pt x="1011" y="1216"/>
                  </a:lnTo>
                  <a:lnTo>
                    <a:pt x="1008" y="1195"/>
                  </a:lnTo>
                  <a:lnTo>
                    <a:pt x="1008" y="1181"/>
                  </a:lnTo>
                  <a:lnTo>
                    <a:pt x="1006" y="1160"/>
                  </a:lnTo>
                  <a:lnTo>
                    <a:pt x="1006" y="1144"/>
                  </a:lnTo>
                  <a:lnTo>
                    <a:pt x="1003" y="1117"/>
                  </a:lnTo>
                  <a:lnTo>
                    <a:pt x="1001" y="1099"/>
                  </a:lnTo>
                  <a:lnTo>
                    <a:pt x="998" y="1052"/>
                  </a:lnTo>
                  <a:lnTo>
                    <a:pt x="996" y="1021"/>
                  </a:lnTo>
                  <a:lnTo>
                    <a:pt x="986" y="914"/>
                  </a:lnTo>
                  <a:lnTo>
                    <a:pt x="977" y="810"/>
                  </a:lnTo>
                  <a:lnTo>
                    <a:pt x="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135"/>
            <p:cNvSpPr/>
            <p:nvPr/>
          </p:nvSpPr>
          <p:spPr>
            <a:xfrm>
              <a:off x="3972600" y="381575"/>
              <a:ext cx="45550" cy="261225"/>
            </a:xfrm>
            <a:custGeom>
              <a:rect b="b" l="l" r="r" t="t"/>
              <a:pathLst>
                <a:path extrusionOk="0" h="10449" w="1822">
                  <a:moveTo>
                    <a:pt x="910" y="1"/>
                  </a:moveTo>
                  <a:cubicBezTo>
                    <a:pt x="600" y="1"/>
                    <a:pt x="296" y="35"/>
                    <a:pt x="1" y="93"/>
                  </a:cubicBezTo>
                  <a:lnTo>
                    <a:pt x="764" y="8649"/>
                  </a:lnTo>
                  <a:lnTo>
                    <a:pt x="780" y="8852"/>
                  </a:lnTo>
                  <a:lnTo>
                    <a:pt x="795" y="9019"/>
                  </a:lnTo>
                  <a:lnTo>
                    <a:pt x="797" y="9059"/>
                  </a:lnTo>
                  <a:lnTo>
                    <a:pt x="804" y="9117"/>
                  </a:lnTo>
                  <a:lnTo>
                    <a:pt x="807" y="9138"/>
                  </a:lnTo>
                  <a:lnTo>
                    <a:pt x="807" y="9165"/>
                  </a:lnTo>
                  <a:lnTo>
                    <a:pt x="809" y="9181"/>
                  </a:lnTo>
                  <a:lnTo>
                    <a:pt x="809" y="9203"/>
                  </a:lnTo>
                  <a:lnTo>
                    <a:pt x="812" y="9216"/>
                  </a:lnTo>
                  <a:lnTo>
                    <a:pt x="812" y="9234"/>
                  </a:lnTo>
                  <a:lnTo>
                    <a:pt x="814" y="9265"/>
                  </a:lnTo>
                  <a:lnTo>
                    <a:pt x="817" y="9278"/>
                  </a:lnTo>
                  <a:lnTo>
                    <a:pt x="817" y="9304"/>
                  </a:lnTo>
                  <a:lnTo>
                    <a:pt x="819" y="9332"/>
                  </a:lnTo>
                  <a:lnTo>
                    <a:pt x="822" y="9348"/>
                  </a:lnTo>
                  <a:lnTo>
                    <a:pt x="824" y="9394"/>
                  </a:lnTo>
                  <a:lnTo>
                    <a:pt x="827" y="9425"/>
                  </a:lnTo>
                  <a:lnTo>
                    <a:pt x="837" y="9536"/>
                  </a:lnTo>
                  <a:lnTo>
                    <a:pt x="845" y="9638"/>
                  </a:lnTo>
                  <a:lnTo>
                    <a:pt x="916" y="10449"/>
                  </a:lnTo>
                  <a:lnTo>
                    <a:pt x="987" y="9640"/>
                  </a:lnTo>
                  <a:lnTo>
                    <a:pt x="997" y="9539"/>
                  </a:lnTo>
                  <a:lnTo>
                    <a:pt x="1005" y="9427"/>
                  </a:lnTo>
                  <a:lnTo>
                    <a:pt x="1008" y="9396"/>
                  </a:lnTo>
                  <a:lnTo>
                    <a:pt x="1010" y="9350"/>
                  </a:lnTo>
                  <a:lnTo>
                    <a:pt x="1013" y="9332"/>
                  </a:lnTo>
                  <a:lnTo>
                    <a:pt x="1015" y="9304"/>
                  </a:lnTo>
                  <a:lnTo>
                    <a:pt x="1015" y="9289"/>
                  </a:lnTo>
                  <a:lnTo>
                    <a:pt x="1018" y="9271"/>
                  </a:lnTo>
                  <a:lnTo>
                    <a:pt x="1018" y="9258"/>
                  </a:lnTo>
                  <a:lnTo>
                    <a:pt x="1020" y="9233"/>
                  </a:lnTo>
                  <a:lnTo>
                    <a:pt x="1020" y="9206"/>
                  </a:lnTo>
                  <a:lnTo>
                    <a:pt x="1023" y="9185"/>
                  </a:lnTo>
                  <a:lnTo>
                    <a:pt x="1025" y="9169"/>
                  </a:lnTo>
                  <a:lnTo>
                    <a:pt x="1025" y="9138"/>
                  </a:lnTo>
                  <a:lnTo>
                    <a:pt x="1029" y="9117"/>
                  </a:lnTo>
                  <a:lnTo>
                    <a:pt x="1035" y="9058"/>
                  </a:lnTo>
                  <a:lnTo>
                    <a:pt x="1038" y="9015"/>
                  </a:lnTo>
                  <a:lnTo>
                    <a:pt x="1053" y="8846"/>
                  </a:lnTo>
                  <a:lnTo>
                    <a:pt x="1071" y="8640"/>
                  </a:lnTo>
                  <a:lnTo>
                    <a:pt x="1821" y="93"/>
                  </a:lnTo>
                  <a:cubicBezTo>
                    <a:pt x="1525" y="35"/>
                    <a:pt x="1220"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35"/>
            <p:cNvSpPr/>
            <p:nvPr/>
          </p:nvSpPr>
          <p:spPr>
            <a:xfrm>
              <a:off x="3964925" y="589950"/>
              <a:ext cx="261300" cy="45250"/>
            </a:xfrm>
            <a:custGeom>
              <a:rect b="b" l="l" r="r" t="t"/>
              <a:pathLst>
                <a:path extrusionOk="0" h="1810" w="10452">
                  <a:moveTo>
                    <a:pt x="10358" y="0"/>
                  </a:moveTo>
                  <a:lnTo>
                    <a:pt x="1813" y="751"/>
                  </a:lnTo>
                  <a:lnTo>
                    <a:pt x="1604" y="768"/>
                  </a:lnTo>
                  <a:lnTo>
                    <a:pt x="1438" y="784"/>
                  </a:lnTo>
                  <a:lnTo>
                    <a:pt x="1391" y="787"/>
                  </a:lnTo>
                  <a:lnTo>
                    <a:pt x="1336" y="793"/>
                  </a:lnTo>
                  <a:lnTo>
                    <a:pt x="1314" y="793"/>
                  </a:lnTo>
                  <a:lnTo>
                    <a:pt x="1280" y="795"/>
                  </a:lnTo>
                  <a:lnTo>
                    <a:pt x="1267" y="798"/>
                  </a:lnTo>
                  <a:lnTo>
                    <a:pt x="1246" y="798"/>
                  </a:lnTo>
                  <a:lnTo>
                    <a:pt x="1236" y="800"/>
                  </a:lnTo>
                  <a:lnTo>
                    <a:pt x="1218" y="800"/>
                  </a:lnTo>
                  <a:lnTo>
                    <a:pt x="1187" y="803"/>
                  </a:lnTo>
                  <a:lnTo>
                    <a:pt x="1181" y="803"/>
                  </a:lnTo>
                  <a:lnTo>
                    <a:pt x="1159" y="805"/>
                  </a:lnTo>
                  <a:lnTo>
                    <a:pt x="1146" y="805"/>
                  </a:lnTo>
                  <a:lnTo>
                    <a:pt x="1119" y="808"/>
                  </a:lnTo>
                  <a:lnTo>
                    <a:pt x="1103" y="810"/>
                  </a:lnTo>
                  <a:lnTo>
                    <a:pt x="1055" y="814"/>
                  </a:lnTo>
                  <a:lnTo>
                    <a:pt x="1021" y="816"/>
                  </a:lnTo>
                  <a:lnTo>
                    <a:pt x="917" y="825"/>
                  </a:lnTo>
                  <a:lnTo>
                    <a:pt x="812" y="834"/>
                  </a:lnTo>
                  <a:lnTo>
                    <a:pt x="0" y="905"/>
                  </a:lnTo>
                  <a:lnTo>
                    <a:pt x="812" y="976"/>
                  </a:lnTo>
                  <a:lnTo>
                    <a:pt x="917" y="985"/>
                  </a:lnTo>
                  <a:lnTo>
                    <a:pt x="1023" y="994"/>
                  </a:lnTo>
                  <a:lnTo>
                    <a:pt x="1057" y="996"/>
                  </a:lnTo>
                  <a:lnTo>
                    <a:pt x="1103" y="999"/>
                  </a:lnTo>
                  <a:lnTo>
                    <a:pt x="1119" y="1001"/>
                  </a:lnTo>
                  <a:lnTo>
                    <a:pt x="1146" y="1004"/>
                  </a:lnTo>
                  <a:lnTo>
                    <a:pt x="1155" y="1004"/>
                  </a:lnTo>
                  <a:lnTo>
                    <a:pt x="1180" y="1007"/>
                  </a:lnTo>
                  <a:lnTo>
                    <a:pt x="1186" y="1007"/>
                  </a:lnTo>
                  <a:lnTo>
                    <a:pt x="1217" y="1010"/>
                  </a:lnTo>
                  <a:lnTo>
                    <a:pt x="1235" y="1010"/>
                  </a:lnTo>
                  <a:lnTo>
                    <a:pt x="1244" y="1012"/>
                  </a:lnTo>
                  <a:lnTo>
                    <a:pt x="1268" y="1012"/>
                  </a:lnTo>
                  <a:lnTo>
                    <a:pt x="1282" y="1015"/>
                  </a:lnTo>
                  <a:lnTo>
                    <a:pt x="1313" y="1018"/>
                  </a:lnTo>
                  <a:lnTo>
                    <a:pt x="1335" y="1018"/>
                  </a:lnTo>
                  <a:lnTo>
                    <a:pt x="1390" y="1024"/>
                  </a:lnTo>
                  <a:lnTo>
                    <a:pt x="1433" y="1026"/>
                  </a:lnTo>
                  <a:lnTo>
                    <a:pt x="1602" y="1042"/>
                  </a:lnTo>
                  <a:lnTo>
                    <a:pt x="1810" y="1060"/>
                  </a:lnTo>
                  <a:lnTo>
                    <a:pt x="10355" y="1809"/>
                  </a:lnTo>
                  <a:cubicBezTo>
                    <a:pt x="10417" y="1518"/>
                    <a:pt x="10451" y="1211"/>
                    <a:pt x="10451" y="900"/>
                  </a:cubicBezTo>
                  <a:cubicBezTo>
                    <a:pt x="10451" y="589"/>
                    <a:pt x="10417" y="282"/>
                    <a:pt x="10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35"/>
            <p:cNvSpPr/>
            <p:nvPr/>
          </p:nvSpPr>
          <p:spPr>
            <a:xfrm>
              <a:off x="3764525" y="589575"/>
              <a:ext cx="261175" cy="45500"/>
            </a:xfrm>
            <a:custGeom>
              <a:rect b="b" l="l" r="r" t="t"/>
              <a:pathLst>
                <a:path extrusionOk="0" h="1820" w="10447">
                  <a:moveTo>
                    <a:pt x="96" y="1"/>
                  </a:moveTo>
                  <a:cubicBezTo>
                    <a:pt x="34" y="292"/>
                    <a:pt x="1" y="599"/>
                    <a:pt x="1" y="910"/>
                  </a:cubicBezTo>
                  <a:cubicBezTo>
                    <a:pt x="1" y="1220"/>
                    <a:pt x="34" y="1528"/>
                    <a:pt x="96" y="1819"/>
                  </a:cubicBezTo>
                  <a:lnTo>
                    <a:pt x="8638" y="1070"/>
                  </a:lnTo>
                  <a:lnTo>
                    <a:pt x="8847" y="1051"/>
                  </a:lnTo>
                  <a:lnTo>
                    <a:pt x="9016" y="1036"/>
                  </a:lnTo>
                  <a:lnTo>
                    <a:pt x="9058" y="1034"/>
                  </a:lnTo>
                  <a:lnTo>
                    <a:pt x="9116" y="1028"/>
                  </a:lnTo>
                  <a:lnTo>
                    <a:pt x="9139" y="1025"/>
                  </a:lnTo>
                  <a:lnTo>
                    <a:pt x="9166" y="1025"/>
                  </a:lnTo>
                  <a:lnTo>
                    <a:pt x="9178" y="1023"/>
                  </a:lnTo>
                  <a:lnTo>
                    <a:pt x="9203" y="1023"/>
                  </a:lnTo>
                  <a:lnTo>
                    <a:pt x="9212" y="1019"/>
                  </a:lnTo>
                  <a:lnTo>
                    <a:pt x="9234" y="1019"/>
                  </a:lnTo>
                  <a:lnTo>
                    <a:pt x="9262" y="1017"/>
                  </a:lnTo>
                  <a:lnTo>
                    <a:pt x="9268" y="1017"/>
                  </a:lnTo>
                  <a:lnTo>
                    <a:pt x="9293" y="1014"/>
                  </a:lnTo>
                  <a:lnTo>
                    <a:pt x="9301" y="1014"/>
                  </a:lnTo>
                  <a:lnTo>
                    <a:pt x="9332" y="1012"/>
                  </a:lnTo>
                  <a:lnTo>
                    <a:pt x="9347" y="1009"/>
                  </a:lnTo>
                  <a:lnTo>
                    <a:pt x="9391" y="1007"/>
                  </a:lnTo>
                  <a:lnTo>
                    <a:pt x="9424" y="1004"/>
                  </a:lnTo>
                  <a:lnTo>
                    <a:pt x="9531" y="995"/>
                  </a:lnTo>
                  <a:lnTo>
                    <a:pt x="9635" y="986"/>
                  </a:lnTo>
                  <a:lnTo>
                    <a:pt x="10446" y="915"/>
                  </a:lnTo>
                  <a:lnTo>
                    <a:pt x="9641" y="834"/>
                  </a:lnTo>
                  <a:lnTo>
                    <a:pt x="9536" y="824"/>
                  </a:lnTo>
                  <a:lnTo>
                    <a:pt x="9432" y="816"/>
                  </a:lnTo>
                  <a:lnTo>
                    <a:pt x="9398" y="813"/>
                  </a:lnTo>
                  <a:lnTo>
                    <a:pt x="9352" y="811"/>
                  </a:lnTo>
                  <a:lnTo>
                    <a:pt x="9336" y="808"/>
                  </a:lnTo>
                  <a:lnTo>
                    <a:pt x="9305" y="806"/>
                  </a:lnTo>
                  <a:lnTo>
                    <a:pt x="9293" y="806"/>
                  </a:lnTo>
                  <a:lnTo>
                    <a:pt x="9270" y="803"/>
                  </a:lnTo>
                  <a:lnTo>
                    <a:pt x="9264" y="803"/>
                  </a:lnTo>
                  <a:lnTo>
                    <a:pt x="9237" y="801"/>
                  </a:lnTo>
                  <a:lnTo>
                    <a:pt x="9215" y="801"/>
                  </a:lnTo>
                  <a:lnTo>
                    <a:pt x="9206" y="798"/>
                  </a:lnTo>
                  <a:lnTo>
                    <a:pt x="9183" y="798"/>
                  </a:lnTo>
                  <a:lnTo>
                    <a:pt x="9171" y="796"/>
                  </a:lnTo>
                  <a:lnTo>
                    <a:pt x="9140" y="796"/>
                  </a:lnTo>
                  <a:lnTo>
                    <a:pt x="9118" y="792"/>
                  </a:lnTo>
                  <a:lnTo>
                    <a:pt x="9059" y="786"/>
                  </a:lnTo>
                  <a:lnTo>
                    <a:pt x="9013" y="783"/>
                  </a:lnTo>
                  <a:lnTo>
                    <a:pt x="8847" y="768"/>
                  </a:lnTo>
                  <a:lnTo>
                    <a:pt x="8638" y="750"/>
                  </a:lnTo>
                  <a:lnTo>
                    <a:pt x="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135"/>
            <p:cNvSpPr/>
            <p:nvPr/>
          </p:nvSpPr>
          <p:spPr>
            <a:xfrm>
              <a:off x="3980225" y="586150"/>
              <a:ext cx="122050" cy="216325"/>
            </a:xfrm>
            <a:custGeom>
              <a:rect b="b" l="l" r="r" t="t"/>
              <a:pathLst>
                <a:path extrusionOk="0" h="8653" w="4882">
                  <a:moveTo>
                    <a:pt x="0" y="1"/>
                  </a:moveTo>
                  <a:lnTo>
                    <a:pt x="344" y="739"/>
                  </a:lnTo>
                  <a:lnTo>
                    <a:pt x="387" y="830"/>
                  </a:lnTo>
                  <a:lnTo>
                    <a:pt x="434" y="928"/>
                  </a:lnTo>
                  <a:lnTo>
                    <a:pt x="446" y="959"/>
                  </a:lnTo>
                  <a:lnTo>
                    <a:pt x="465" y="999"/>
                  </a:lnTo>
                  <a:lnTo>
                    <a:pt x="473" y="1017"/>
                  </a:lnTo>
                  <a:lnTo>
                    <a:pt x="486" y="1042"/>
                  </a:lnTo>
                  <a:lnTo>
                    <a:pt x="492" y="1050"/>
                  </a:lnTo>
                  <a:lnTo>
                    <a:pt x="502" y="1073"/>
                  </a:lnTo>
                  <a:lnTo>
                    <a:pt x="504" y="1081"/>
                  </a:lnTo>
                  <a:lnTo>
                    <a:pt x="519" y="1112"/>
                  </a:lnTo>
                  <a:lnTo>
                    <a:pt x="522" y="1121"/>
                  </a:lnTo>
                  <a:lnTo>
                    <a:pt x="524" y="1124"/>
                  </a:lnTo>
                  <a:lnTo>
                    <a:pt x="527" y="1131"/>
                  </a:lnTo>
                  <a:lnTo>
                    <a:pt x="537" y="1152"/>
                  </a:lnTo>
                  <a:lnTo>
                    <a:pt x="539" y="1166"/>
                  </a:lnTo>
                  <a:lnTo>
                    <a:pt x="554" y="1193"/>
                  </a:lnTo>
                  <a:lnTo>
                    <a:pt x="564" y="1211"/>
                  </a:lnTo>
                  <a:lnTo>
                    <a:pt x="588" y="1264"/>
                  </a:lnTo>
                  <a:lnTo>
                    <a:pt x="606" y="1303"/>
                  </a:lnTo>
                  <a:lnTo>
                    <a:pt x="677" y="1457"/>
                  </a:lnTo>
                  <a:lnTo>
                    <a:pt x="766" y="1648"/>
                  </a:lnTo>
                  <a:lnTo>
                    <a:pt x="4030" y="8653"/>
                  </a:lnTo>
                  <a:cubicBezTo>
                    <a:pt x="4426" y="8168"/>
                    <a:pt x="4718" y="7596"/>
                    <a:pt x="4881" y="6972"/>
                  </a:cubicBezTo>
                  <a:lnTo>
                    <a:pt x="1040" y="1485"/>
                  </a:lnTo>
                  <a:lnTo>
                    <a:pt x="924" y="1317"/>
                  </a:lnTo>
                  <a:lnTo>
                    <a:pt x="826" y="1180"/>
                  </a:lnTo>
                  <a:lnTo>
                    <a:pt x="801" y="1142"/>
                  </a:lnTo>
                  <a:lnTo>
                    <a:pt x="767" y="1096"/>
                  </a:lnTo>
                  <a:lnTo>
                    <a:pt x="755" y="1078"/>
                  </a:lnTo>
                  <a:lnTo>
                    <a:pt x="739" y="1056"/>
                  </a:lnTo>
                  <a:lnTo>
                    <a:pt x="730" y="1043"/>
                  </a:lnTo>
                  <a:lnTo>
                    <a:pt x="717" y="1025"/>
                  </a:lnTo>
                  <a:lnTo>
                    <a:pt x="714" y="1018"/>
                  </a:lnTo>
                  <a:lnTo>
                    <a:pt x="697" y="994"/>
                  </a:lnTo>
                  <a:lnTo>
                    <a:pt x="689" y="981"/>
                  </a:lnTo>
                  <a:lnTo>
                    <a:pt x="683" y="979"/>
                  </a:lnTo>
                  <a:lnTo>
                    <a:pt x="677" y="966"/>
                  </a:lnTo>
                  <a:lnTo>
                    <a:pt x="664" y="950"/>
                  </a:lnTo>
                  <a:lnTo>
                    <a:pt x="657" y="941"/>
                  </a:lnTo>
                  <a:lnTo>
                    <a:pt x="642" y="917"/>
                  </a:lnTo>
                  <a:lnTo>
                    <a:pt x="633" y="904"/>
                  </a:lnTo>
                  <a:lnTo>
                    <a:pt x="609" y="866"/>
                  </a:lnTo>
                  <a:lnTo>
                    <a:pt x="590" y="842"/>
                  </a:lnTo>
                  <a:lnTo>
                    <a:pt x="529" y="753"/>
                  </a:lnTo>
                  <a:lnTo>
                    <a:pt x="467" y="67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35"/>
            <p:cNvSpPr/>
            <p:nvPr/>
          </p:nvSpPr>
          <p:spPr>
            <a:xfrm>
              <a:off x="3888375" y="422425"/>
              <a:ext cx="122125" cy="216375"/>
            </a:xfrm>
            <a:custGeom>
              <a:rect b="b" l="l" r="r" t="t"/>
              <a:pathLst>
                <a:path extrusionOk="0" h="8655" w="4885">
                  <a:moveTo>
                    <a:pt x="852" y="1"/>
                  </a:moveTo>
                  <a:cubicBezTo>
                    <a:pt x="455" y="486"/>
                    <a:pt x="162" y="1057"/>
                    <a:pt x="0" y="1682"/>
                  </a:cubicBezTo>
                  <a:lnTo>
                    <a:pt x="0" y="1684"/>
                  </a:lnTo>
                  <a:lnTo>
                    <a:pt x="3841" y="7166"/>
                  </a:lnTo>
                  <a:lnTo>
                    <a:pt x="3959" y="7333"/>
                  </a:lnTo>
                  <a:lnTo>
                    <a:pt x="4057" y="7474"/>
                  </a:lnTo>
                  <a:lnTo>
                    <a:pt x="4082" y="7511"/>
                  </a:lnTo>
                  <a:lnTo>
                    <a:pt x="4115" y="7558"/>
                  </a:lnTo>
                  <a:lnTo>
                    <a:pt x="4128" y="7576"/>
                  </a:lnTo>
                  <a:lnTo>
                    <a:pt x="4146" y="7603"/>
                  </a:lnTo>
                  <a:lnTo>
                    <a:pt x="4155" y="7613"/>
                  </a:lnTo>
                  <a:lnTo>
                    <a:pt x="4167" y="7634"/>
                  </a:lnTo>
                  <a:lnTo>
                    <a:pt x="4177" y="7644"/>
                  </a:lnTo>
                  <a:lnTo>
                    <a:pt x="4190" y="7661"/>
                  </a:lnTo>
                  <a:lnTo>
                    <a:pt x="4192" y="7670"/>
                  </a:lnTo>
                  <a:lnTo>
                    <a:pt x="4206" y="7684"/>
                  </a:lnTo>
                  <a:lnTo>
                    <a:pt x="4218" y="7701"/>
                  </a:lnTo>
                  <a:lnTo>
                    <a:pt x="4224" y="7711"/>
                  </a:lnTo>
                  <a:lnTo>
                    <a:pt x="4243" y="7735"/>
                  </a:lnTo>
                  <a:lnTo>
                    <a:pt x="4252" y="7748"/>
                  </a:lnTo>
                  <a:lnTo>
                    <a:pt x="4279" y="7788"/>
                  </a:lnTo>
                  <a:lnTo>
                    <a:pt x="4294" y="7813"/>
                  </a:lnTo>
                  <a:lnTo>
                    <a:pt x="4359" y="7905"/>
                  </a:lnTo>
                  <a:lnTo>
                    <a:pt x="4420" y="7990"/>
                  </a:lnTo>
                  <a:lnTo>
                    <a:pt x="4885" y="8655"/>
                  </a:lnTo>
                  <a:lnTo>
                    <a:pt x="4541" y="7917"/>
                  </a:lnTo>
                  <a:lnTo>
                    <a:pt x="4495" y="7822"/>
                  </a:lnTo>
                  <a:lnTo>
                    <a:pt x="4452" y="7726"/>
                  </a:lnTo>
                  <a:lnTo>
                    <a:pt x="4437" y="7695"/>
                  </a:lnTo>
                  <a:lnTo>
                    <a:pt x="4418" y="7655"/>
                  </a:lnTo>
                  <a:lnTo>
                    <a:pt x="4412" y="7639"/>
                  </a:lnTo>
                  <a:lnTo>
                    <a:pt x="4399" y="7616"/>
                  </a:lnTo>
                  <a:lnTo>
                    <a:pt x="4392" y="7602"/>
                  </a:lnTo>
                  <a:lnTo>
                    <a:pt x="4386" y="7587"/>
                  </a:lnTo>
                  <a:lnTo>
                    <a:pt x="4359" y="7531"/>
                  </a:lnTo>
                  <a:lnTo>
                    <a:pt x="4356" y="7519"/>
                  </a:lnTo>
                  <a:lnTo>
                    <a:pt x="4347" y="7500"/>
                  </a:lnTo>
                  <a:lnTo>
                    <a:pt x="4341" y="7488"/>
                  </a:lnTo>
                  <a:lnTo>
                    <a:pt x="4328" y="7461"/>
                  </a:lnTo>
                  <a:lnTo>
                    <a:pt x="4319" y="7442"/>
                  </a:lnTo>
                  <a:lnTo>
                    <a:pt x="4294" y="7393"/>
                  </a:lnTo>
                  <a:lnTo>
                    <a:pt x="4279" y="7354"/>
                  </a:lnTo>
                  <a:lnTo>
                    <a:pt x="4208" y="7203"/>
                  </a:lnTo>
                  <a:lnTo>
                    <a:pt x="4122" y="7018"/>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35"/>
            <p:cNvSpPr/>
            <p:nvPr/>
          </p:nvSpPr>
          <p:spPr>
            <a:xfrm>
              <a:off x="3968975" y="505475"/>
              <a:ext cx="216500" cy="122200"/>
            </a:xfrm>
            <a:custGeom>
              <a:rect b="b" l="l" r="r" t="t"/>
              <a:pathLst>
                <a:path extrusionOk="0" h="4888" w="8660">
                  <a:moveTo>
                    <a:pt x="6974" y="1"/>
                  </a:moveTo>
                  <a:lnTo>
                    <a:pt x="1487" y="3843"/>
                  </a:lnTo>
                  <a:lnTo>
                    <a:pt x="1316" y="3963"/>
                  </a:lnTo>
                  <a:lnTo>
                    <a:pt x="1180" y="4058"/>
                  </a:lnTo>
                  <a:lnTo>
                    <a:pt x="1143" y="4083"/>
                  </a:lnTo>
                  <a:lnTo>
                    <a:pt x="1094" y="4116"/>
                  </a:lnTo>
                  <a:lnTo>
                    <a:pt x="1079" y="4130"/>
                  </a:lnTo>
                  <a:lnTo>
                    <a:pt x="1054" y="4147"/>
                  </a:lnTo>
                  <a:lnTo>
                    <a:pt x="1040" y="4154"/>
                  </a:lnTo>
                  <a:lnTo>
                    <a:pt x="1023" y="4167"/>
                  </a:lnTo>
                  <a:lnTo>
                    <a:pt x="1017" y="4173"/>
                  </a:lnTo>
                  <a:lnTo>
                    <a:pt x="1003" y="4182"/>
                  </a:lnTo>
                  <a:lnTo>
                    <a:pt x="976" y="4204"/>
                  </a:lnTo>
                  <a:lnTo>
                    <a:pt x="970" y="4207"/>
                  </a:lnTo>
                  <a:lnTo>
                    <a:pt x="952" y="4219"/>
                  </a:lnTo>
                  <a:lnTo>
                    <a:pt x="942" y="4227"/>
                  </a:lnTo>
                  <a:lnTo>
                    <a:pt x="919" y="4244"/>
                  </a:lnTo>
                  <a:lnTo>
                    <a:pt x="903" y="4253"/>
                  </a:lnTo>
                  <a:lnTo>
                    <a:pt x="869" y="4278"/>
                  </a:lnTo>
                  <a:lnTo>
                    <a:pt x="842" y="4296"/>
                  </a:lnTo>
                  <a:lnTo>
                    <a:pt x="754" y="4358"/>
                  </a:lnTo>
                  <a:lnTo>
                    <a:pt x="667" y="4420"/>
                  </a:lnTo>
                  <a:lnTo>
                    <a:pt x="0" y="4887"/>
                  </a:lnTo>
                  <a:lnTo>
                    <a:pt x="738" y="4542"/>
                  </a:lnTo>
                  <a:lnTo>
                    <a:pt x="836" y="4496"/>
                  </a:lnTo>
                  <a:lnTo>
                    <a:pt x="931" y="4454"/>
                  </a:lnTo>
                  <a:lnTo>
                    <a:pt x="962" y="4438"/>
                  </a:lnTo>
                  <a:lnTo>
                    <a:pt x="1002" y="4420"/>
                  </a:lnTo>
                  <a:lnTo>
                    <a:pt x="1018" y="4413"/>
                  </a:lnTo>
                  <a:lnTo>
                    <a:pt x="1042" y="4400"/>
                  </a:lnTo>
                  <a:lnTo>
                    <a:pt x="1055" y="4394"/>
                  </a:lnTo>
                  <a:lnTo>
                    <a:pt x="1073" y="4385"/>
                  </a:lnTo>
                  <a:lnTo>
                    <a:pt x="1082" y="4382"/>
                  </a:lnTo>
                  <a:lnTo>
                    <a:pt x="1100" y="4373"/>
                  </a:lnTo>
                  <a:lnTo>
                    <a:pt x="1125" y="4361"/>
                  </a:lnTo>
                  <a:lnTo>
                    <a:pt x="1131" y="4358"/>
                  </a:lnTo>
                  <a:lnTo>
                    <a:pt x="1156" y="4348"/>
                  </a:lnTo>
                  <a:lnTo>
                    <a:pt x="1193" y="4331"/>
                  </a:lnTo>
                  <a:lnTo>
                    <a:pt x="1211" y="4322"/>
                  </a:lnTo>
                  <a:lnTo>
                    <a:pt x="1264" y="4297"/>
                  </a:lnTo>
                  <a:lnTo>
                    <a:pt x="1307" y="4279"/>
                  </a:lnTo>
                  <a:lnTo>
                    <a:pt x="1457" y="4208"/>
                  </a:lnTo>
                  <a:lnTo>
                    <a:pt x="1648" y="4119"/>
                  </a:lnTo>
                  <a:lnTo>
                    <a:pt x="8660" y="852"/>
                  </a:lnTo>
                  <a:cubicBezTo>
                    <a:pt x="8175" y="458"/>
                    <a:pt x="7599" y="163"/>
                    <a:pt x="69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35"/>
            <p:cNvSpPr/>
            <p:nvPr/>
          </p:nvSpPr>
          <p:spPr>
            <a:xfrm>
              <a:off x="3805250" y="597225"/>
              <a:ext cx="216400" cy="122275"/>
            </a:xfrm>
            <a:custGeom>
              <a:rect b="b" l="l" r="r" t="t"/>
              <a:pathLst>
                <a:path extrusionOk="0" h="4891" w="8656">
                  <a:moveTo>
                    <a:pt x="8655" y="0"/>
                  </a:moveTo>
                  <a:lnTo>
                    <a:pt x="7923" y="344"/>
                  </a:lnTo>
                  <a:lnTo>
                    <a:pt x="7825" y="390"/>
                  </a:lnTo>
                  <a:lnTo>
                    <a:pt x="7729" y="437"/>
                  </a:lnTo>
                  <a:lnTo>
                    <a:pt x="7698" y="450"/>
                  </a:lnTo>
                  <a:lnTo>
                    <a:pt x="7655" y="472"/>
                  </a:lnTo>
                  <a:lnTo>
                    <a:pt x="7640" y="478"/>
                  </a:lnTo>
                  <a:lnTo>
                    <a:pt x="7615" y="492"/>
                  </a:lnTo>
                  <a:lnTo>
                    <a:pt x="7606" y="498"/>
                  </a:lnTo>
                  <a:lnTo>
                    <a:pt x="7584" y="507"/>
                  </a:lnTo>
                  <a:lnTo>
                    <a:pt x="7575" y="509"/>
                  </a:lnTo>
                  <a:lnTo>
                    <a:pt x="7557" y="518"/>
                  </a:lnTo>
                  <a:lnTo>
                    <a:pt x="7536" y="528"/>
                  </a:lnTo>
                  <a:lnTo>
                    <a:pt x="7526" y="530"/>
                  </a:lnTo>
                  <a:lnTo>
                    <a:pt x="7505" y="543"/>
                  </a:lnTo>
                  <a:lnTo>
                    <a:pt x="7491" y="546"/>
                  </a:lnTo>
                  <a:lnTo>
                    <a:pt x="7460" y="562"/>
                  </a:lnTo>
                  <a:lnTo>
                    <a:pt x="7443" y="570"/>
                  </a:lnTo>
                  <a:lnTo>
                    <a:pt x="7393" y="595"/>
                  </a:lnTo>
                  <a:lnTo>
                    <a:pt x="7351" y="613"/>
                  </a:lnTo>
                  <a:lnTo>
                    <a:pt x="7200" y="684"/>
                  </a:lnTo>
                  <a:lnTo>
                    <a:pt x="7009" y="773"/>
                  </a:lnTo>
                  <a:lnTo>
                    <a:pt x="0" y="4036"/>
                  </a:lnTo>
                  <a:cubicBezTo>
                    <a:pt x="485" y="4433"/>
                    <a:pt x="1057" y="4728"/>
                    <a:pt x="1681" y="4891"/>
                  </a:cubicBezTo>
                  <a:lnTo>
                    <a:pt x="1684" y="4891"/>
                  </a:lnTo>
                  <a:lnTo>
                    <a:pt x="7170" y="1043"/>
                  </a:lnTo>
                  <a:lnTo>
                    <a:pt x="7340" y="925"/>
                  </a:lnTo>
                  <a:lnTo>
                    <a:pt x="7477" y="827"/>
                  </a:lnTo>
                  <a:lnTo>
                    <a:pt x="7515" y="802"/>
                  </a:lnTo>
                  <a:lnTo>
                    <a:pt x="7562" y="771"/>
                  </a:lnTo>
                  <a:lnTo>
                    <a:pt x="7577" y="759"/>
                  </a:lnTo>
                  <a:lnTo>
                    <a:pt x="7604" y="740"/>
                  </a:lnTo>
                  <a:lnTo>
                    <a:pt x="7613" y="734"/>
                  </a:lnTo>
                  <a:lnTo>
                    <a:pt x="7631" y="722"/>
                  </a:lnTo>
                  <a:lnTo>
                    <a:pt x="7637" y="715"/>
                  </a:lnTo>
                  <a:lnTo>
                    <a:pt x="7650" y="706"/>
                  </a:lnTo>
                  <a:lnTo>
                    <a:pt x="7683" y="684"/>
                  </a:lnTo>
                  <a:lnTo>
                    <a:pt x="7686" y="681"/>
                  </a:lnTo>
                  <a:lnTo>
                    <a:pt x="7704" y="666"/>
                  </a:lnTo>
                  <a:lnTo>
                    <a:pt x="7713" y="660"/>
                  </a:lnTo>
                  <a:lnTo>
                    <a:pt x="7735" y="646"/>
                  </a:lnTo>
                  <a:lnTo>
                    <a:pt x="7748" y="634"/>
                  </a:lnTo>
                  <a:lnTo>
                    <a:pt x="7785" y="609"/>
                  </a:lnTo>
                  <a:lnTo>
                    <a:pt x="7812" y="591"/>
                  </a:lnTo>
                  <a:lnTo>
                    <a:pt x="7902" y="529"/>
                  </a:lnTo>
                  <a:lnTo>
                    <a:pt x="7988" y="467"/>
                  </a:lnTo>
                  <a:lnTo>
                    <a:pt x="86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135"/>
            <p:cNvSpPr/>
            <p:nvPr/>
          </p:nvSpPr>
          <p:spPr>
            <a:xfrm>
              <a:off x="3968950" y="597125"/>
              <a:ext cx="216525" cy="122275"/>
            </a:xfrm>
            <a:custGeom>
              <a:rect b="b" l="l" r="r" t="t"/>
              <a:pathLst>
                <a:path extrusionOk="0" h="4891" w="8661">
                  <a:moveTo>
                    <a:pt x="0" y="0"/>
                  </a:moveTo>
                  <a:lnTo>
                    <a:pt x="668" y="467"/>
                  </a:lnTo>
                  <a:lnTo>
                    <a:pt x="755" y="529"/>
                  </a:lnTo>
                  <a:lnTo>
                    <a:pt x="843" y="591"/>
                  </a:lnTo>
                  <a:lnTo>
                    <a:pt x="870" y="609"/>
                  </a:lnTo>
                  <a:lnTo>
                    <a:pt x="907" y="634"/>
                  </a:lnTo>
                  <a:lnTo>
                    <a:pt x="921" y="646"/>
                  </a:lnTo>
                  <a:lnTo>
                    <a:pt x="944" y="662"/>
                  </a:lnTo>
                  <a:lnTo>
                    <a:pt x="954" y="668"/>
                  </a:lnTo>
                  <a:lnTo>
                    <a:pt x="969" y="681"/>
                  </a:lnTo>
                  <a:lnTo>
                    <a:pt x="972" y="683"/>
                  </a:lnTo>
                  <a:lnTo>
                    <a:pt x="1005" y="706"/>
                  </a:lnTo>
                  <a:lnTo>
                    <a:pt x="1019" y="714"/>
                  </a:lnTo>
                  <a:lnTo>
                    <a:pt x="1025" y="722"/>
                  </a:lnTo>
                  <a:lnTo>
                    <a:pt x="1043" y="734"/>
                  </a:lnTo>
                  <a:lnTo>
                    <a:pt x="1056" y="740"/>
                  </a:lnTo>
                  <a:lnTo>
                    <a:pt x="1081" y="759"/>
                  </a:lnTo>
                  <a:lnTo>
                    <a:pt x="1096" y="772"/>
                  </a:lnTo>
                  <a:lnTo>
                    <a:pt x="1145" y="805"/>
                  </a:lnTo>
                  <a:lnTo>
                    <a:pt x="1183" y="830"/>
                  </a:lnTo>
                  <a:lnTo>
                    <a:pt x="1318" y="925"/>
                  </a:lnTo>
                  <a:lnTo>
                    <a:pt x="1487" y="1043"/>
                  </a:lnTo>
                  <a:lnTo>
                    <a:pt x="6975" y="4891"/>
                  </a:lnTo>
                  <a:cubicBezTo>
                    <a:pt x="7600" y="4728"/>
                    <a:pt x="8176" y="4433"/>
                    <a:pt x="8661" y="4039"/>
                  </a:cubicBezTo>
                  <a:lnTo>
                    <a:pt x="1648" y="769"/>
                  </a:lnTo>
                  <a:lnTo>
                    <a:pt x="1457" y="680"/>
                  </a:lnTo>
                  <a:lnTo>
                    <a:pt x="1306" y="609"/>
                  </a:lnTo>
                  <a:lnTo>
                    <a:pt x="1263" y="592"/>
                  </a:lnTo>
                  <a:lnTo>
                    <a:pt x="1215" y="567"/>
                  </a:lnTo>
                  <a:lnTo>
                    <a:pt x="1196" y="558"/>
                  </a:lnTo>
                  <a:lnTo>
                    <a:pt x="1169" y="544"/>
                  </a:lnTo>
                  <a:lnTo>
                    <a:pt x="1132" y="527"/>
                  </a:lnTo>
                  <a:lnTo>
                    <a:pt x="1123" y="523"/>
                  </a:lnTo>
                  <a:lnTo>
                    <a:pt x="1101" y="515"/>
                  </a:lnTo>
                  <a:lnTo>
                    <a:pt x="1083" y="506"/>
                  </a:lnTo>
                  <a:lnTo>
                    <a:pt x="1073" y="503"/>
                  </a:lnTo>
                  <a:lnTo>
                    <a:pt x="1056" y="495"/>
                  </a:lnTo>
                  <a:lnTo>
                    <a:pt x="1042" y="487"/>
                  </a:lnTo>
                  <a:lnTo>
                    <a:pt x="1019" y="475"/>
                  </a:lnTo>
                  <a:lnTo>
                    <a:pt x="1003" y="469"/>
                  </a:lnTo>
                  <a:lnTo>
                    <a:pt x="963" y="450"/>
                  </a:lnTo>
                  <a:lnTo>
                    <a:pt x="932" y="435"/>
                  </a:lnTo>
                  <a:lnTo>
                    <a:pt x="834" y="388"/>
                  </a:lnTo>
                  <a:lnTo>
                    <a:pt x="736" y="3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135"/>
            <p:cNvSpPr/>
            <p:nvPr/>
          </p:nvSpPr>
          <p:spPr>
            <a:xfrm>
              <a:off x="3805225" y="505450"/>
              <a:ext cx="216425" cy="122225"/>
            </a:xfrm>
            <a:custGeom>
              <a:rect b="b" l="l" r="r" t="t"/>
              <a:pathLst>
                <a:path extrusionOk="0" h="4889" w="8657">
                  <a:moveTo>
                    <a:pt x="1681" y="1"/>
                  </a:moveTo>
                  <a:cubicBezTo>
                    <a:pt x="1058" y="164"/>
                    <a:pt x="485" y="459"/>
                    <a:pt x="0" y="855"/>
                  </a:cubicBezTo>
                  <a:lnTo>
                    <a:pt x="7008" y="4118"/>
                  </a:lnTo>
                  <a:lnTo>
                    <a:pt x="7199" y="4208"/>
                  </a:lnTo>
                  <a:lnTo>
                    <a:pt x="7351" y="4278"/>
                  </a:lnTo>
                  <a:lnTo>
                    <a:pt x="7393" y="4297"/>
                  </a:lnTo>
                  <a:lnTo>
                    <a:pt x="7446" y="4322"/>
                  </a:lnTo>
                  <a:lnTo>
                    <a:pt x="7465" y="4330"/>
                  </a:lnTo>
                  <a:lnTo>
                    <a:pt x="7491" y="4345"/>
                  </a:lnTo>
                  <a:lnTo>
                    <a:pt x="7504" y="4348"/>
                  </a:lnTo>
                  <a:lnTo>
                    <a:pt x="7526" y="4358"/>
                  </a:lnTo>
                  <a:lnTo>
                    <a:pt x="7533" y="4360"/>
                  </a:lnTo>
                  <a:lnTo>
                    <a:pt x="7557" y="4373"/>
                  </a:lnTo>
                  <a:lnTo>
                    <a:pt x="7575" y="4381"/>
                  </a:lnTo>
                  <a:lnTo>
                    <a:pt x="7584" y="4384"/>
                  </a:lnTo>
                  <a:lnTo>
                    <a:pt x="7606" y="4394"/>
                  </a:lnTo>
                  <a:lnTo>
                    <a:pt x="7615" y="4400"/>
                  </a:lnTo>
                  <a:lnTo>
                    <a:pt x="7640" y="4413"/>
                  </a:lnTo>
                  <a:lnTo>
                    <a:pt x="7655" y="4420"/>
                  </a:lnTo>
                  <a:lnTo>
                    <a:pt x="7698" y="4441"/>
                  </a:lnTo>
                  <a:lnTo>
                    <a:pt x="7729" y="4455"/>
                  </a:lnTo>
                  <a:lnTo>
                    <a:pt x="7821" y="4497"/>
                  </a:lnTo>
                  <a:lnTo>
                    <a:pt x="7919" y="4543"/>
                  </a:lnTo>
                  <a:lnTo>
                    <a:pt x="8656" y="4888"/>
                  </a:lnTo>
                  <a:lnTo>
                    <a:pt x="7988" y="4424"/>
                  </a:lnTo>
                  <a:lnTo>
                    <a:pt x="7902" y="4362"/>
                  </a:lnTo>
                  <a:lnTo>
                    <a:pt x="7812" y="4300"/>
                  </a:lnTo>
                  <a:lnTo>
                    <a:pt x="7785" y="4281"/>
                  </a:lnTo>
                  <a:lnTo>
                    <a:pt x="7752" y="4257"/>
                  </a:lnTo>
                  <a:lnTo>
                    <a:pt x="7737" y="4247"/>
                  </a:lnTo>
                  <a:lnTo>
                    <a:pt x="7714" y="4232"/>
                  </a:lnTo>
                  <a:lnTo>
                    <a:pt x="7705" y="4226"/>
                  </a:lnTo>
                  <a:lnTo>
                    <a:pt x="7683" y="4210"/>
                  </a:lnTo>
                  <a:lnTo>
                    <a:pt x="7677" y="4208"/>
                  </a:lnTo>
                  <a:lnTo>
                    <a:pt x="7650" y="4185"/>
                  </a:lnTo>
                  <a:lnTo>
                    <a:pt x="7637" y="4177"/>
                  </a:lnTo>
                  <a:lnTo>
                    <a:pt x="7631" y="4170"/>
                  </a:lnTo>
                  <a:lnTo>
                    <a:pt x="7612" y="4157"/>
                  </a:lnTo>
                  <a:lnTo>
                    <a:pt x="7604" y="4151"/>
                  </a:lnTo>
                  <a:lnTo>
                    <a:pt x="7576" y="4133"/>
                  </a:lnTo>
                  <a:lnTo>
                    <a:pt x="7560" y="4120"/>
                  </a:lnTo>
                  <a:lnTo>
                    <a:pt x="7514" y="4089"/>
                  </a:lnTo>
                  <a:lnTo>
                    <a:pt x="7477" y="4065"/>
                  </a:lnTo>
                  <a:lnTo>
                    <a:pt x="7339" y="3967"/>
                  </a:lnTo>
                  <a:lnTo>
                    <a:pt x="7167" y="3847"/>
                  </a:lnTo>
                  <a:lnTo>
                    <a:pt x="16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135"/>
            <p:cNvSpPr/>
            <p:nvPr/>
          </p:nvSpPr>
          <p:spPr>
            <a:xfrm>
              <a:off x="3980150" y="422400"/>
              <a:ext cx="122125" cy="216400"/>
            </a:xfrm>
            <a:custGeom>
              <a:rect b="b" l="l" r="r" t="t"/>
              <a:pathLst>
                <a:path extrusionOk="0" h="8656" w="4885">
                  <a:moveTo>
                    <a:pt x="4033" y="1"/>
                  </a:moveTo>
                  <a:lnTo>
                    <a:pt x="769" y="7009"/>
                  </a:lnTo>
                  <a:lnTo>
                    <a:pt x="680" y="7196"/>
                  </a:lnTo>
                  <a:lnTo>
                    <a:pt x="609" y="7354"/>
                  </a:lnTo>
                  <a:lnTo>
                    <a:pt x="591" y="7393"/>
                  </a:lnTo>
                  <a:lnTo>
                    <a:pt x="567" y="7442"/>
                  </a:lnTo>
                  <a:lnTo>
                    <a:pt x="557" y="7460"/>
                  </a:lnTo>
                  <a:lnTo>
                    <a:pt x="545" y="7488"/>
                  </a:lnTo>
                  <a:lnTo>
                    <a:pt x="539" y="7500"/>
                  </a:lnTo>
                  <a:lnTo>
                    <a:pt x="529" y="7519"/>
                  </a:lnTo>
                  <a:lnTo>
                    <a:pt x="526" y="7531"/>
                  </a:lnTo>
                  <a:lnTo>
                    <a:pt x="505" y="7573"/>
                  </a:lnTo>
                  <a:lnTo>
                    <a:pt x="503" y="7583"/>
                  </a:lnTo>
                  <a:lnTo>
                    <a:pt x="493" y="7601"/>
                  </a:lnTo>
                  <a:lnTo>
                    <a:pt x="487" y="7614"/>
                  </a:lnTo>
                  <a:lnTo>
                    <a:pt x="474" y="7638"/>
                  </a:lnTo>
                  <a:lnTo>
                    <a:pt x="468" y="7654"/>
                  </a:lnTo>
                  <a:lnTo>
                    <a:pt x="449" y="7694"/>
                  </a:lnTo>
                  <a:lnTo>
                    <a:pt x="433" y="7725"/>
                  </a:lnTo>
                  <a:lnTo>
                    <a:pt x="391" y="7820"/>
                  </a:lnTo>
                  <a:lnTo>
                    <a:pt x="345" y="7916"/>
                  </a:lnTo>
                  <a:lnTo>
                    <a:pt x="0" y="8656"/>
                  </a:lnTo>
                  <a:lnTo>
                    <a:pt x="468" y="7989"/>
                  </a:lnTo>
                  <a:lnTo>
                    <a:pt x="529" y="7903"/>
                  </a:lnTo>
                  <a:lnTo>
                    <a:pt x="591" y="7814"/>
                  </a:lnTo>
                  <a:lnTo>
                    <a:pt x="609" y="7789"/>
                  </a:lnTo>
                  <a:lnTo>
                    <a:pt x="634" y="7749"/>
                  </a:lnTo>
                  <a:lnTo>
                    <a:pt x="643" y="7736"/>
                  </a:lnTo>
                  <a:lnTo>
                    <a:pt x="660" y="7712"/>
                  </a:lnTo>
                  <a:lnTo>
                    <a:pt x="667" y="7702"/>
                  </a:lnTo>
                  <a:lnTo>
                    <a:pt x="680" y="7685"/>
                  </a:lnTo>
                  <a:lnTo>
                    <a:pt x="692" y="7671"/>
                  </a:lnTo>
                  <a:lnTo>
                    <a:pt x="696" y="7663"/>
                  </a:lnTo>
                  <a:lnTo>
                    <a:pt x="713" y="7638"/>
                  </a:lnTo>
                  <a:lnTo>
                    <a:pt x="720" y="7632"/>
                  </a:lnTo>
                  <a:lnTo>
                    <a:pt x="729" y="7614"/>
                  </a:lnTo>
                  <a:lnTo>
                    <a:pt x="738" y="7604"/>
                  </a:lnTo>
                  <a:lnTo>
                    <a:pt x="756" y="7577"/>
                  </a:lnTo>
                  <a:lnTo>
                    <a:pt x="769" y="7560"/>
                  </a:lnTo>
                  <a:lnTo>
                    <a:pt x="803" y="7513"/>
                  </a:lnTo>
                  <a:lnTo>
                    <a:pt x="827" y="7475"/>
                  </a:lnTo>
                  <a:lnTo>
                    <a:pt x="926" y="7334"/>
                  </a:lnTo>
                  <a:lnTo>
                    <a:pt x="1042" y="7168"/>
                  </a:lnTo>
                  <a:lnTo>
                    <a:pt x="4884" y="1684"/>
                  </a:lnTo>
                  <a:lnTo>
                    <a:pt x="4884" y="1681"/>
                  </a:lnTo>
                  <a:cubicBezTo>
                    <a:pt x="4720" y="1058"/>
                    <a:pt x="4429" y="487"/>
                    <a:pt x="4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135"/>
            <p:cNvSpPr/>
            <p:nvPr/>
          </p:nvSpPr>
          <p:spPr>
            <a:xfrm>
              <a:off x="3888425" y="586150"/>
              <a:ext cx="122075" cy="216325"/>
            </a:xfrm>
            <a:custGeom>
              <a:rect b="b" l="l" r="r" t="t"/>
              <a:pathLst>
                <a:path extrusionOk="0" h="8653" w="4883">
                  <a:moveTo>
                    <a:pt x="4883" y="1"/>
                  </a:moveTo>
                  <a:lnTo>
                    <a:pt x="4423" y="661"/>
                  </a:lnTo>
                  <a:lnTo>
                    <a:pt x="4361" y="748"/>
                  </a:lnTo>
                  <a:lnTo>
                    <a:pt x="4298" y="839"/>
                  </a:lnTo>
                  <a:lnTo>
                    <a:pt x="4282" y="863"/>
                  </a:lnTo>
                  <a:lnTo>
                    <a:pt x="4255" y="901"/>
                  </a:lnTo>
                  <a:lnTo>
                    <a:pt x="4246" y="914"/>
                  </a:lnTo>
                  <a:lnTo>
                    <a:pt x="4230" y="939"/>
                  </a:lnTo>
                  <a:lnTo>
                    <a:pt x="4224" y="947"/>
                  </a:lnTo>
                  <a:lnTo>
                    <a:pt x="4211" y="963"/>
                  </a:lnTo>
                  <a:lnTo>
                    <a:pt x="4205" y="976"/>
                  </a:lnTo>
                  <a:lnTo>
                    <a:pt x="4198" y="979"/>
                  </a:lnTo>
                  <a:lnTo>
                    <a:pt x="4191" y="991"/>
                  </a:lnTo>
                  <a:lnTo>
                    <a:pt x="4176" y="1010"/>
                  </a:lnTo>
                  <a:lnTo>
                    <a:pt x="4170" y="1018"/>
                  </a:lnTo>
                  <a:lnTo>
                    <a:pt x="4157" y="1041"/>
                  </a:lnTo>
                  <a:lnTo>
                    <a:pt x="4148" y="1053"/>
                  </a:lnTo>
                  <a:lnTo>
                    <a:pt x="4132" y="1075"/>
                  </a:lnTo>
                  <a:lnTo>
                    <a:pt x="4119" y="1094"/>
                  </a:lnTo>
                  <a:lnTo>
                    <a:pt x="4086" y="1140"/>
                  </a:lnTo>
                  <a:lnTo>
                    <a:pt x="4061" y="1177"/>
                  </a:lnTo>
                  <a:lnTo>
                    <a:pt x="3963" y="1315"/>
                  </a:lnTo>
                  <a:lnTo>
                    <a:pt x="3845" y="1482"/>
                  </a:lnTo>
                  <a:lnTo>
                    <a:pt x="0" y="6972"/>
                  </a:lnTo>
                  <a:cubicBezTo>
                    <a:pt x="163" y="7595"/>
                    <a:pt x="455" y="8168"/>
                    <a:pt x="852" y="8653"/>
                  </a:cubicBezTo>
                  <a:lnTo>
                    <a:pt x="4122" y="1639"/>
                  </a:lnTo>
                  <a:lnTo>
                    <a:pt x="4209" y="1455"/>
                  </a:lnTo>
                  <a:lnTo>
                    <a:pt x="4279" y="1304"/>
                  </a:lnTo>
                  <a:lnTo>
                    <a:pt x="4294" y="1264"/>
                  </a:lnTo>
                  <a:lnTo>
                    <a:pt x="4319" y="1211"/>
                  </a:lnTo>
                  <a:lnTo>
                    <a:pt x="4328" y="1193"/>
                  </a:lnTo>
                  <a:lnTo>
                    <a:pt x="4344" y="1166"/>
                  </a:lnTo>
                  <a:lnTo>
                    <a:pt x="4346" y="1152"/>
                  </a:lnTo>
                  <a:lnTo>
                    <a:pt x="4355" y="1131"/>
                  </a:lnTo>
                  <a:lnTo>
                    <a:pt x="4358" y="1124"/>
                  </a:lnTo>
                  <a:lnTo>
                    <a:pt x="4360" y="1121"/>
                  </a:lnTo>
                  <a:lnTo>
                    <a:pt x="4364" y="1113"/>
                  </a:lnTo>
                  <a:lnTo>
                    <a:pt x="4381" y="1075"/>
                  </a:lnTo>
                  <a:lnTo>
                    <a:pt x="4384" y="1067"/>
                  </a:lnTo>
                  <a:lnTo>
                    <a:pt x="4390" y="1051"/>
                  </a:lnTo>
                  <a:lnTo>
                    <a:pt x="4397" y="1042"/>
                  </a:lnTo>
                  <a:lnTo>
                    <a:pt x="4410" y="1017"/>
                  </a:lnTo>
                  <a:lnTo>
                    <a:pt x="4418" y="999"/>
                  </a:lnTo>
                  <a:lnTo>
                    <a:pt x="4437" y="959"/>
                  </a:lnTo>
                  <a:lnTo>
                    <a:pt x="4449" y="928"/>
                  </a:lnTo>
                  <a:lnTo>
                    <a:pt x="4496" y="830"/>
                  </a:lnTo>
                  <a:lnTo>
                    <a:pt x="4539" y="739"/>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135"/>
            <p:cNvSpPr/>
            <p:nvPr/>
          </p:nvSpPr>
          <p:spPr>
            <a:xfrm>
              <a:off x="3845500" y="462675"/>
              <a:ext cx="299650" cy="299550"/>
            </a:xfrm>
            <a:custGeom>
              <a:rect b="b" l="l" r="r" t="t"/>
              <a:pathLst>
                <a:path extrusionOk="0" h="11982" w="11986">
                  <a:moveTo>
                    <a:pt x="5994" y="0"/>
                  </a:moveTo>
                  <a:cubicBezTo>
                    <a:pt x="5346" y="0"/>
                    <a:pt x="4818" y="527"/>
                    <a:pt x="4818" y="1174"/>
                  </a:cubicBezTo>
                  <a:lnTo>
                    <a:pt x="4818" y="4817"/>
                  </a:lnTo>
                  <a:lnTo>
                    <a:pt x="1175" y="4817"/>
                  </a:lnTo>
                  <a:cubicBezTo>
                    <a:pt x="526" y="4817"/>
                    <a:pt x="0" y="5343"/>
                    <a:pt x="0" y="5991"/>
                  </a:cubicBezTo>
                  <a:cubicBezTo>
                    <a:pt x="0" y="6638"/>
                    <a:pt x="528" y="7165"/>
                    <a:pt x="1175" y="7165"/>
                  </a:cubicBezTo>
                  <a:lnTo>
                    <a:pt x="4818" y="7165"/>
                  </a:lnTo>
                  <a:lnTo>
                    <a:pt x="4818" y="10808"/>
                  </a:lnTo>
                  <a:cubicBezTo>
                    <a:pt x="4818" y="11456"/>
                    <a:pt x="5346" y="11982"/>
                    <a:pt x="5994" y="11982"/>
                  </a:cubicBezTo>
                  <a:cubicBezTo>
                    <a:pt x="6642" y="11982"/>
                    <a:pt x="7167" y="11456"/>
                    <a:pt x="7167" y="10808"/>
                  </a:cubicBezTo>
                  <a:lnTo>
                    <a:pt x="7167" y="7165"/>
                  </a:lnTo>
                  <a:lnTo>
                    <a:pt x="10810" y="7165"/>
                  </a:lnTo>
                  <a:cubicBezTo>
                    <a:pt x="11459" y="7165"/>
                    <a:pt x="11986" y="6638"/>
                    <a:pt x="11986" y="5991"/>
                  </a:cubicBezTo>
                  <a:cubicBezTo>
                    <a:pt x="11986" y="5343"/>
                    <a:pt x="11458" y="4817"/>
                    <a:pt x="10810" y="4817"/>
                  </a:cubicBezTo>
                  <a:lnTo>
                    <a:pt x="7167" y="4817"/>
                  </a:lnTo>
                  <a:lnTo>
                    <a:pt x="7167" y="1174"/>
                  </a:lnTo>
                  <a:cubicBezTo>
                    <a:pt x="7167" y="527"/>
                    <a:pt x="6642" y="0"/>
                    <a:pt x="5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135"/>
          <p:cNvGrpSpPr/>
          <p:nvPr/>
        </p:nvGrpSpPr>
        <p:grpSpPr>
          <a:xfrm>
            <a:off x="1236392" y="129390"/>
            <a:ext cx="769783" cy="770069"/>
            <a:chOff x="3515584" y="2040188"/>
            <a:chExt cx="392766" cy="392913"/>
          </a:xfrm>
        </p:grpSpPr>
        <p:sp>
          <p:nvSpPr>
            <p:cNvPr id="10629" name="Google Shape;10629;p135"/>
            <p:cNvSpPr/>
            <p:nvPr/>
          </p:nvSpPr>
          <p:spPr>
            <a:xfrm>
              <a:off x="3515584" y="2040188"/>
              <a:ext cx="391425" cy="391425"/>
            </a:xfrm>
            <a:custGeom>
              <a:rect b="b" l="l" r="r" t="t"/>
              <a:pathLst>
                <a:path extrusionOk="0" h="15657" w="15657">
                  <a:moveTo>
                    <a:pt x="5300" y="1"/>
                  </a:moveTo>
                  <a:cubicBezTo>
                    <a:pt x="4809" y="1"/>
                    <a:pt x="4329" y="67"/>
                    <a:pt x="3876" y="196"/>
                  </a:cubicBezTo>
                  <a:cubicBezTo>
                    <a:pt x="2751" y="507"/>
                    <a:pt x="1777" y="1182"/>
                    <a:pt x="1088" y="2086"/>
                  </a:cubicBezTo>
                  <a:cubicBezTo>
                    <a:pt x="725" y="2559"/>
                    <a:pt x="439" y="3098"/>
                    <a:pt x="255" y="3679"/>
                  </a:cubicBezTo>
                  <a:cubicBezTo>
                    <a:pt x="114" y="4117"/>
                    <a:pt x="28" y="4581"/>
                    <a:pt x="6" y="5059"/>
                  </a:cubicBezTo>
                  <a:lnTo>
                    <a:pt x="0" y="5059"/>
                  </a:lnTo>
                  <a:lnTo>
                    <a:pt x="0" y="6981"/>
                  </a:lnTo>
                  <a:lnTo>
                    <a:pt x="0" y="8286"/>
                  </a:lnTo>
                  <a:lnTo>
                    <a:pt x="0" y="10507"/>
                  </a:lnTo>
                  <a:lnTo>
                    <a:pt x="0" y="11688"/>
                  </a:lnTo>
                  <a:lnTo>
                    <a:pt x="0" y="14310"/>
                  </a:lnTo>
                  <a:lnTo>
                    <a:pt x="0" y="15656"/>
                  </a:lnTo>
                  <a:lnTo>
                    <a:pt x="10599" y="15656"/>
                  </a:lnTo>
                  <a:lnTo>
                    <a:pt x="10599" y="15650"/>
                  </a:lnTo>
                  <a:cubicBezTo>
                    <a:pt x="10860" y="15637"/>
                    <a:pt x="11116" y="15609"/>
                    <a:pt x="11368" y="15558"/>
                  </a:cubicBezTo>
                  <a:cubicBezTo>
                    <a:pt x="11843" y="15466"/>
                    <a:pt x="12297" y="15309"/>
                    <a:pt x="12719" y="15098"/>
                  </a:cubicBezTo>
                  <a:cubicBezTo>
                    <a:pt x="13267" y="14823"/>
                    <a:pt x="13763" y="14458"/>
                    <a:pt x="14182" y="14019"/>
                  </a:cubicBezTo>
                  <a:cubicBezTo>
                    <a:pt x="14459" y="13733"/>
                    <a:pt x="14702" y="13415"/>
                    <a:pt x="14907" y="13071"/>
                  </a:cubicBezTo>
                  <a:cubicBezTo>
                    <a:pt x="15182" y="12617"/>
                    <a:pt x="15386" y="12120"/>
                    <a:pt x="15512" y="11590"/>
                  </a:cubicBezTo>
                  <a:cubicBezTo>
                    <a:pt x="15606" y="11193"/>
                    <a:pt x="15657" y="10780"/>
                    <a:pt x="15657" y="10355"/>
                  </a:cubicBezTo>
                  <a:cubicBezTo>
                    <a:pt x="15657" y="9610"/>
                    <a:pt x="15502" y="8902"/>
                    <a:pt x="15224" y="8262"/>
                  </a:cubicBezTo>
                  <a:cubicBezTo>
                    <a:pt x="14989" y="7710"/>
                    <a:pt x="14657" y="7202"/>
                    <a:pt x="14254" y="6767"/>
                  </a:cubicBezTo>
                  <a:cubicBezTo>
                    <a:pt x="13473" y="5919"/>
                    <a:pt x="12417" y="5326"/>
                    <a:pt x="11229" y="5131"/>
                  </a:cubicBezTo>
                  <a:cubicBezTo>
                    <a:pt x="11022" y="5094"/>
                    <a:pt x="10810" y="5072"/>
                    <a:pt x="10593" y="5062"/>
                  </a:cubicBezTo>
                  <a:cubicBezTo>
                    <a:pt x="10579" y="4787"/>
                    <a:pt x="10548" y="4520"/>
                    <a:pt x="10494" y="4258"/>
                  </a:cubicBezTo>
                  <a:cubicBezTo>
                    <a:pt x="10317" y="3379"/>
                    <a:pt x="9924" y="2575"/>
                    <a:pt x="9370" y="1910"/>
                  </a:cubicBezTo>
                  <a:cubicBezTo>
                    <a:pt x="9243" y="1759"/>
                    <a:pt x="9107" y="1614"/>
                    <a:pt x="8965" y="1476"/>
                  </a:cubicBezTo>
                  <a:cubicBezTo>
                    <a:pt x="8764" y="1280"/>
                    <a:pt x="8544" y="1100"/>
                    <a:pt x="8310" y="943"/>
                  </a:cubicBezTo>
                  <a:cubicBezTo>
                    <a:pt x="7500" y="378"/>
                    <a:pt x="6523" y="35"/>
                    <a:pt x="5471" y="4"/>
                  </a:cubicBezTo>
                  <a:cubicBezTo>
                    <a:pt x="5414" y="1"/>
                    <a:pt x="5357" y="1"/>
                    <a:pt x="5300"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35"/>
            <p:cNvSpPr/>
            <p:nvPr/>
          </p:nvSpPr>
          <p:spPr>
            <a:xfrm>
              <a:off x="3516900" y="2041650"/>
              <a:ext cx="391450" cy="391450"/>
            </a:xfrm>
            <a:custGeom>
              <a:rect b="b" l="l" r="r" t="t"/>
              <a:pathLst>
                <a:path extrusionOk="0" h="15658" w="15658">
                  <a:moveTo>
                    <a:pt x="5301" y="1"/>
                  </a:moveTo>
                  <a:cubicBezTo>
                    <a:pt x="4810" y="1"/>
                    <a:pt x="4331" y="67"/>
                    <a:pt x="3877" y="196"/>
                  </a:cubicBezTo>
                  <a:cubicBezTo>
                    <a:pt x="2752" y="507"/>
                    <a:pt x="1779" y="1182"/>
                    <a:pt x="1088" y="2086"/>
                  </a:cubicBezTo>
                  <a:cubicBezTo>
                    <a:pt x="726" y="2560"/>
                    <a:pt x="439" y="3098"/>
                    <a:pt x="257" y="3679"/>
                  </a:cubicBezTo>
                  <a:cubicBezTo>
                    <a:pt x="114" y="4116"/>
                    <a:pt x="29" y="4581"/>
                    <a:pt x="7" y="5059"/>
                  </a:cubicBezTo>
                  <a:lnTo>
                    <a:pt x="1" y="5059"/>
                  </a:lnTo>
                  <a:lnTo>
                    <a:pt x="1" y="15657"/>
                  </a:lnTo>
                  <a:lnTo>
                    <a:pt x="10599" y="15657"/>
                  </a:lnTo>
                  <a:lnTo>
                    <a:pt x="10599" y="15651"/>
                  </a:lnTo>
                  <a:cubicBezTo>
                    <a:pt x="10861" y="15639"/>
                    <a:pt x="11116" y="15610"/>
                    <a:pt x="11368" y="15559"/>
                  </a:cubicBezTo>
                  <a:cubicBezTo>
                    <a:pt x="11845" y="15468"/>
                    <a:pt x="12299" y="15310"/>
                    <a:pt x="12720" y="15099"/>
                  </a:cubicBezTo>
                  <a:cubicBezTo>
                    <a:pt x="13268" y="14824"/>
                    <a:pt x="13763" y="14459"/>
                    <a:pt x="14183" y="14020"/>
                  </a:cubicBezTo>
                  <a:cubicBezTo>
                    <a:pt x="14460" y="13735"/>
                    <a:pt x="14703" y="13416"/>
                    <a:pt x="14908" y="13072"/>
                  </a:cubicBezTo>
                  <a:cubicBezTo>
                    <a:pt x="15181" y="12618"/>
                    <a:pt x="15387" y="12120"/>
                    <a:pt x="15512" y="11591"/>
                  </a:cubicBezTo>
                  <a:cubicBezTo>
                    <a:pt x="15607" y="11194"/>
                    <a:pt x="15658" y="10781"/>
                    <a:pt x="15658" y="10356"/>
                  </a:cubicBezTo>
                  <a:cubicBezTo>
                    <a:pt x="15658" y="9612"/>
                    <a:pt x="15503" y="8902"/>
                    <a:pt x="15227" y="8265"/>
                  </a:cubicBezTo>
                  <a:cubicBezTo>
                    <a:pt x="14989" y="7710"/>
                    <a:pt x="14659" y="7202"/>
                    <a:pt x="14256" y="6766"/>
                  </a:cubicBezTo>
                  <a:cubicBezTo>
                    <a:pt x="13474" y="5919"/>
                    <a:pt x="12419" y="5326"/>
                    <a:pt x="11230" y="5131"/>
                  </a:cubicBezTo>
                  <a:cubicBezTo>
                    <a:pt x="11021" y="5093"/>
                    <a:pt x="10811" y="5071"/>
                    <a:pt x="10593" y="5062"/>
                  </a:cubicBezTo>
                  <a:cubicBezTo>
                    <a:pt x="10580" y="4787"/>
                    <a:pt x="10549" y="4520"/>
                    <a:pt x="10495" y="4258"/>
                  </a:cubicBezTo>
                  <a:cubicBezTo>
                    <a:pt x="10318" y="3379"/>
                    <a:pt x="9924" y="2576"/>
                    <a:pt x="9370" y="1910"/>
                  </a:cubicBezTo>
                  <a:cubicBezTo>
                    <a:pt x="9243" y="1759"/>
                    <a:pt x="9108" y="1615"/>
                    <a:pt x="8967" y="1475"/>
                  </a:cubicBezTo>
                  <a:cubicBezTo>
                    <a:pt x="8765" y="1279"/>
                    <a:pt x="8544" y="1100"/>
                    <a:pt x="8311" y="943"/>
                  </a:cubicBezTo>
                  <a:cubicBezTo>
                    <a:pt x="7501" y="378"/>
                    <a:pt x="6524" y="35"/>
                    <a:pt x="5471" y="4"/>
                  </a:cubicBezTo>
                  <a:cubicBezTo>
                    <a:pt x="5414" y="1"/>
                    <a:pt x="5358" y="1"/>
                    <a:pt x="53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135"/>
            <p:cNvSpPr/>
            <p:nvPr/>
          </p:nvSpPr>
          <p:spPr>
            <a:xfrm>
              <a:off x="3516825" y="2216025"/>
              <a:ext cx="179500" cy="59125"/>
            </a:xfrm>
            <a:custGeom>
              <a:rect b="b" l="l" r="r" t="t"/>
              <a:pathLst>
                <a:path extrusionOk="0" h="2365" w="7180">
                  <a:moveTo>
                    <a:pt x="0" y="1"/>
                  </a:moveTo>
                  <a:lnTo>
                    <a:pt x="0" y="1304"/>
                  </a:lnTo>
                  <a:cubicBezTo>
                    <a:pt x="1815" y="1993"/>
                    <a:pt x="3779" y="2364"/>
                    <a:pt x="5831" y="2364"/>
                  </a:cubicBezTo>
                  <a:cubicBezTo>
                    <a:pt x="5896" y="2364"/>
                    <a:pt x="5960" y="2364"/>
                    <a:pt x="6025" y="2361"/>
                  </a:cubicBezTo>
                  <a:lnTo>
                    <a:pt x="6080" y="2361"/>
                  </a:lnTo>
                  <a:cubicBezTo>
                    <a:pt x="6146" y="2361"/>
                    <a:pt x="6215" y="2359"/>
                    <a:pt x="6285" y="2359"/>
                  </a:cubicBezTo>
                  <a:cubicBezTo>
                    <a:pt x="6292" y="2356"/>
                    <a:pt x="6302" y="2356"/>
                    <a:pt x="6311" y="2356"/>
                  </a:cubicBezTo>
                  <a:lnTo>
                    <a:pt x="6374" y="2356"/>
                  </a:lnTo>
                  <a:cubicBezTo>
                    <a:pt x="6380" y="2354"/>
                    <a:pt x="6386" y="2354"/>
                    <a:pt x="6396" y="2354"/>
                  </a:cubicBezTo>
                  <a:lnTo>
                    <a:pt x="6450" y="2354"/>
                  </a:lnTo>
                  <a:cubicBezTo>
                    <a:pt x="6452" y="2352"/>
                    <a:pt x="6454" y="2352"/>
                    <a:pt x="6455" y="2352"/>
                  </a:cubicBezTo>
                  <a:cubicBezTo>
                    <a:pt x="6457" y="2352"/>
                    <a:pt x="6460" y="2352"/>
                    <a:pt x="6463" y="2354"/>
                  </a:cubicBezTo>
                  <a:cubicBezTo>
                    <a:pt x="6469" y="2351"/>
                    <a:pt x="6479" y="2351"/>
                    <a:pt x="6489" y="2351"/>
                  </a:cubicBezTo>
                  <a:lnTo>
                    <a:pt x="6518" y="2351"/>
                  </a:lnTo>
                  <a:cubicBezTo>
                    <a:pt x="6518" y="2350"/>
                    <a:pt x="6518" y="2349"/>
                    <a:pt x="6519" y="2349"/>
                  </a:cubicBezTo>
                  <a:cubicBezTo>
                    <a:pt x="6521" y="2349"/>
                    <a:pt x="6522" y="2350"/>
                    <a:pt x="6524" y="2351"/>
                  </a:cubicBezTo>
                  <a:cubicBezTo>
                    <a:pt x="6530" y="2349"/>
                    <a:pt x="6536" y="2349"/>
                    <a:pt x="6543" y="2349"/>
                  </a:cubicBezTo>
                  <a:lnTo>
                    <a:pt x="6559" y="2349"/>
                  </a:lnTo>
                  <a:cubicBezTo>
                    <a:pt x="6574" y="2349"/>
                    <a:pt x="6590" y="2346"/>
                    <a:pt x="6608" y="2346"/>
                  </a:cubicBezTo>
                  <a:lnTo>
                    <a:pt x="6618" y="2346"/>
                  </a:lnTo>
                  <a:cubicBezTo>
                    <a:pt x="6803" y="2337"/>
                    <a:pt x="6993" y="2324"/>
                    <a:pt x="7179" y="2309"/>
                  </a:cubicBezTo>
                  <a:cubicBezTo>
                    <a:pt x="7076" y="2299"/>
                    <a:pt x="6968" y="2289"/>
                    <a:pt x="6861" y="2269"/>
                  </a:cubicBezTo>
                  <a:cubicBezTo>
                    <a:pt x="6835" y="2269"/>
                    <a:pt x="6814" y="2266"/>
                    <a:pt x="6792" y="2263"/>
                  </a:cubicBezTo>
                  <a:cubicBezTo>
                    <a:pt x="6726" y="2259"/>
                    <a:pt x="6663" y="2251"/>
                    <a:pt x="6600" y="2244"/>
                  </a:cubicBezTo>
                  <a:lnTo>
                    <a:pt x="6597" y="2244"/>
                  </a:lnTo>
                  <a:lnTo>
                    <a:pt x="6531" y="2235"/>
                  </a:lnTo>
                  <a:cubicBezTo>
                    <a:pt x="6523" y="2235"/>
                    <a:pt x="6515" y="2235"/>
                    <a:pt x="6509" y="2232"/>
                  </a:cubicBezTo>
                  <a:lnTo>
                    <a:pt x="6494" y="2232"/>
                  </a:lnTo>
                  <a:cubicBezTo>
                    <a:pt x="6484" y="2232"/>
                    <a:pt x="6478" y="2230"/>
                    <a:pt x="6472" y="2230"/>
                  </a:cubicBezTo>
                  <a:lnTo>
                    <a:pt x="6459" y="2230"/>
                  </a:lnTo>
                  <a:cubicBezTo>
                    <a:pt x="6453" y="2227"/>
                    <a:pt x="6446" y="2227"/>
                    <a:pt x="6440" y="2227"/>
                  </a:cubicBezTo>
                  <a:cubicBezTo>
                    <a:pt x="6431" y="2225"/>
                    <a:pt x="6421" y="2225"/>
                    <a:pt x="6411" y="2225"/>
                  </a:cubicBezTo>
                  <a:lnTo>
                    <a:pt x="6409" y="2225"/>
                  </a:lnTo>
                  <a:cubicBezTo>
                    <a:pt x="6402" y="2222"/>
                    <a:pt x="6397" y="2222"/>
                    <a:pt x="6394" y="2222"/>
                  </a:cubicBezTo>
                  <a:lnTo>
                    <a:pt x="6386" y="2222"/>
                  </a:lnTo>
                  <a:cubicBezTo>
                    <a:pt x="6374" y="2218"/>
                    <a:pt x="6361" y="2218"/>
                    <a:pt x="6352" y="2216"/>
                  </a:cubicBezTo>
                  <a:cubicBezTo>
                    <a:pt x="6342" y="2216"/>
                    <a:pt x="6333" y="2216"/>
                    <a:pt x="6327" y="2213"/>
                  </a:cubicBezTo>
                  <a:cubicBezTo>
                    <a:pt x="6314" y="2213"/>
                    <a:pt x="6304" y="2210"/>
                    <a:pt x="6296" y="2210"/>
                  </a:cubicBezTo>
                  <a:cubicBezTo>
                    <a:pt x="6288" y="2210"/>
                    <a:pt x="6285" y="2207"/>
                    <a:pt x="6282" y="2207"/>
                  </a:cubicBezTo>
                  <a:cubicBezTo>
                    <a:pt x="6225" y="2201"/>
                    <a:pt x="6169" y="2191"/>
                    <a:pt x="6112" y="2182"/>
                  </a:cubicBezTo>
                  <a:lnTo>
                    <a:pt x="6092" y="2182"/>
                  </a:lnTo>
                  <a:cubicBezTo>
                    <a:pt x="3889" y="1857"/>
                    <a:pt x="1830" y="110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135"/>
            <p:cNvSpPr/>
            <p:nvPr/>
          </p:nvSpPr>
          <p:spPr>
            <a:xfrm>
              <a:off x="3658900" y="2273150"/>
              <a:ext cx="245825" cy="95275"/>
            </a:xfrm>
            <a:custGeom>
              <a:rect b="b" l="l" r="r" t="t"/>
              <a:pathLst>
                <a:path extrusionOk="0" h="3811" w="9833">
                  <a:moveTo>
                    <a:pt x="1390" y="1"/>
                  </a:moveTo>
                  <a:cubicBezTo>
                    <a:pt x="1375" y="1"/>
                    <a:pt x="1360" y="1"/>
                    <a:pt x="1345" y="1"/>
                  </a:cubicBezTo>
                  <a:lnTo>
                    <a:pt x="1181" y="1"/>
                  </a:lnTo>
                  <a:cubicBezTo>
                    <a:pt x="1152" y="1"/>
                    <a:pt x="1125" y="3"/>
                    <a:pt x="1096" y="3"/>
                  </a:cubicBezTo>
                  <a:cubicBezTo>
                    <a:pt x="1031" y="3"/>
                    <a:pt x="965" y="6"/>
                    <a:pt x="894" y="6"/>
                  </a:cubicBezTo>
                  <a:cubicBezTo>
                    <a:pt x="886" y="6"/>
                    <a:pt x="876" y="6"/>
                    <a:pt x="867" y="8"/>
                  </a:cubicBezTo>
                  <a:lnTo>
                    <a:pt x="807" y="8"/>
                  </a:lnTo>
                  <a:cubicBezTo>
                    <a:pt x="800" y="8"/>
                    <a:pt x="790" y="8"/>
                    <a:pt x="781" y="11"/>
                  </a:cubicBezTo>
                  <a:cubicBezTo>
                    <a:pt x="780" y="10"/>
                    <a:pt x="779" y="10"/>
                    <a:pt x="778" y="10"/>
                  </a:cubicBezTo>
                  <a:cubicBezTo>
                    <a:pt x="775" y="10"/>
                    <a:pt x="770" y="11"/>
                    <a:pt x="765" y="11"/>
                  </a:cubicBezTo>
                  <a:cubicBezTo>
                    <a:pt x="764" y="12"/>
                    <a:pt x="763" y="12"/>
                    <a:pt x="762" y="12"/>
                  </a:cubicBezTo>
                  <a:cubicBezTo>
                    <a:pt x="761" y="12"/>
                    <a:pt x="759" y="11"/>
                    <a:pt x="759" y="11"/>
                  </a:cubicBezTo>
                  <a:lnTo>
                    <a:pt x="716" y="11"/>
                  </a:lnTo>
                  <a:cubicBezTo>
                    <a:pt x="709" y="11"/>
                    <a:pt x="698" y="11"/>
                    <a:pt x="690" y="13"/>
                  </a:cubicBezTo>
                  <a:lnTo>
                    <a:pt x="655" y="13"/>
                  </a:lnTo>
                  <a:cubicBezTo>
                    <a:pt x="649" y="13"/>
                    <a:pt x="642" y="13"/>
                    <a:pt x="635" y="16"/>
                  </a:cubicBezTo>
                  <a:lnTo>
                    <a:pt x="630" y="16"/>
                  </a:lnTo>
                  <a:cubicBezTo>
                    <a:pt x="613" y="16"/>
                    <a:pt x="593" y="16"/>
                    <a:pt x="571" y="18"/>
                  </a:cubicBezTo>
                  <a:lnTo>
                    <a:pt x="568" y="18"/>
                  </a:lnTo>
                  <a:cubicBezTo>
                    <a:pt x="378" y="25"/>
                    <a:pt x="191" y="38"/>
                    <a:pt x="1" y="53"/>
                  </a:cubicBezTo>
                  <a:cubicBezTo>
                    <a:pt x="118" y="63"/>
                    <a:pt x="234" y="71"/>
                    <a:pt x="347" y="84"/>
                  </a:cubicBezTo>
                  <a:cubicBezTo>
                    <a:pt x="363" y="89"/>
                    <a:pt x="378" y="89"/>
                    <a:pt x="392" y="91"/>
                  </a:cubicBezTo>
                  <a:lnTo>
                    <a:pt x="582" y="110"/>
                  </a:lnTo>
                  <a:cubicBezTo>
                    <a:pt x="582" y="110"/>
                    <a:pt x="584" y="110"/>
                    <a:pt x="584" y="112"/>
                  </a:cubicBezTo>
                  <a:cubicBezTo>
                    <a:pt x="605" y="112"/>
                    <a:pt x="628" y="116"/>
                    <a:pt x="650" y="120"/>
                  </a:cubicBezTo>
                  <a:cubicBezTo>
                    <a:pt x="656" y="120"/>
                    <a:pt x="665" y="120"/>
                    <a:pt x="671" y="122"/>
                  </a:cubicBezTo>
                  <a:lnTo>
                    <a:pt x="685" y="122"/>
                  </a:lnTo>
                  <a:cubicBezTo>
                    <a:pt x="691" y="122"/>
                    <a:pt x="701" y="125"/>
                    <a:pt x="711" y="125"/>
                  </a:cubicBezTo>
                  <a:lnTo>
                    <a:pt x="719" y="125"/>
                  </a:lnTo>
                  <a:cubicBezTo>
                    <a:pt x="726" y="127"/>
                    <a:pt x="732" y="127"/>
                    <a:pt x="742" y="127"/>
                  </a:cubicBezTo>
                  <a:cubicBezTo>
                    <a:pt x="748" y="130"/>
                    <a:pt x="758" y="130"/>
                    <a:pt x="767" y="130"/>
                  </a:cubicBezTo>
                  <a:lnTo>
                    <a:pt x="774" y="130"/>
                  </a:lnTo>
                  <a:cubicBezTo>
                    <a:pt x="778" y="132"/>
                    <a:pt x="780" y="132"/>
                    <a:pt x="786" y="132"/>
                  </a:cubicBezTo>
                  <a:lnTo>
                    <a:pt x="795" y="132"/>
                  </a:lnTo>
                  <a:cubicBezTo>
                    <a:pt x="805" y="136"/>
                    <a:pt x="817" y="136"/>
                    <a:pt x="830" y="138"/>
                  </a:cubicBezTo>
                  <a:cubicBezTo>
                    <a:pt x="837" y="138"/>
                    <a:pt x="843" y="138"/>
                    <a:pt x="852" y="141"/>
                  </a:cubicBezTo>
                  <a:cubicBezTo>
                    <a:pt x="861" y="141"/>
                    <a:pt x="874" y="143"/>
                    <a:pt x="887" y="143"/>
                  </a:cubicBezTo>
                  <a:cubicBezTo>
                    <a:pt x="889" y="146"/>
                    <a:pt x="893" y="146"/>
                    <a:pt x="896" y="146"/>
                  </a:cubicBezTo>
                  <a:cubicBezTo>
                    <a:pt x="953" y="153"/>
                    <a:pt x="1012" y="163"/>
                    <a:pt x="1069" y="172"/>
                  </a:cubicBezTo>
                  <a:cubicBezTo>
                    <a:pt x="1075" y="172"/>
                    <a:pt x="1084" y="172"/>
                    <a:pt x="1090" y="174"/>
                  </a:cubicBezTo>
                  <a:cubicBezTo>
                    <a:pt x="4157" y="625"/>
                    <a:pt x="6952" y="1920"/>
                    <a:pt x="9228" y="3811"/>
                  </a:cubicBezTo>
                  <a:cubicBezTo>
                    <a:pt x="9501" y="3357"/>
                    <a:pt x="9707" y="2859"/>
                    <a:pt x="9832" y="2330"/>
                  </a:cubicBezTo>
                  <a:cubicBezTo>
                    <a:pt x="7361" y="854"/>
                    <a:pt x="4474" y="1"/>
                    <a:pt x="13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135"/>
            <p:cNvSpPr/>
            <p:nvPr/>
          </p:nvSpPr>
          <p:spPr>
            <a:xfrm>
              <a:off x="3676675" y="2065100"/>
              <a:ext cx="74500" cy="227675"/>
            </a:xfrm>
            <a:custGeom>
              <a:rect b="b" l="l" r="r" t="t"/>
              <a:pathLst>
                <a:path extrusionOk="0" h="9107" w="2980">
                  <a:moveTo>
                    <a:pt x="1930" y="1"/>
                  </a:moveTo>
                  <a:cubicBezTo>
                    <a:pt x="697" y="2318"/>
                    <a:pt x="1" y="4955"/>
                    <a:pt x="1" y="7759"/>
                  </a:cubicBezTo>
                  <a:cubicBezTo>
                    <a:pt x="1" y="7825"/>
                    <a:pt x="1" y="7888"/>
                    <a:pt x="3" y="7954"/>
                  </a:cubicBezTo>
                  <a:lnTo>
                    <a:pt x="3" y="8009"/>
                  </a:lnTo>
                  <a:cubicBezTo>
                    <a:pt x="3" y="8074"/>
                    <a:pt x="6" y="8140"/>
                    <a:pt x="6" y="8210"/>
                  </a:cubicBezTo>
                  <a:cubicBezTo>
                    <a:pt x="8" y="8219"/>
                    <a:pt x="8" y="8229"/>
                    <a:pt x="8" y="8238"/>
                  </a:cubicBezTo>
                  <a:lnTo>
                    <a:pt x="8" y="8254"/>
                  </a:lnTo>
                  <a:lnTo>
                    <a:pt x="8" y="8260"/>
                  </a:lnTo>
                  <a:lnTo>
                    <a:pt x="8" y="8298"/>
                  </a:lnTo>
                  <a:cubicBezTo>
                    <a:pt x="11" y="8304"/>
                    <a:pt x="11" y="8315"/>
                    <a:pt x="11" y="8324"/>
                  </a:cubicBezTo>
                  <a:lnTo>
                    <a:pt x="11" y="8373"/>
                  </a:lnTo>
                  <a:cubicBezTo>
                    <a:pt x="13" y="8376"/>
                    <a:pt x="13" y="8383"/>
                    <a:pt x="11" y="8389"/>
                  </a:cubicBezTo>
                  <a:cubicBezTo>
                    <a:pt x="13" y="8396"/>
                    <a:pt x="13" y="8406"/>
                    <a:pt x="13" y="8415"/>
                  </a:cubicBezTo>
                  <a:lnTo>
                    <a:pt x="13" y="8440"/>
                  </a:lnTo>
                  <a:lnTo>
                    <a:pt x="13" y="8448"/>
                  </a:lnTo>
                  <a:cubicBezTo>
                    <a:pt x="16" y="8454"/>
                    <a:pt x="16" y="8460"/>
                    <a:pt x="16" y="8469"/>
                  </a:cubicBezTo>
                  <a:lnTo>
                    <a:pt x="16" y="8482"/>
                  </a:lnTo>
                  <a:cubicBezTo>
                    <a:pt x="16" y="8499"/>
                    <a:pt x="18" y="8517"/>
                    <a:pt x="18" y="8536"/>
                  </a:cubicBezTo>
                  <a:lnTo>
                    <a:pt x="18" y="8543"/>
                  </a:lnTo>
                  <a:cubicBezTo>
                    <a:pt x="28" y="8732"/>
                    <a:pt x="41" y="8917"/>
                    <a:pt x="56" y="9106"/>
                  </a:cubicBezTo>
                  <a:cubicBezTo>
                    <a:pt x="65" y="9000"/>
                    <a:pt x="74" y="8897"/>
                    <a:pt x="87" y="8791"/>
                  </a:cubicBezTo>
                  <a:cubicBezTo>
                    <a:pt x="87" y="8766"/>
                    <a:pt x="90" y="8744"/>
                    <a:pt x="94" y="8722"/>
                  </a:cubicBezTo>
                  <a:cubicBezTo>
                    <a:pt x="98" y="8656"/>
                    <a:pt x="106" y="8593"/>
                    <a:pt x="113" y="8530"/>
                  </a:cubicBezTo>
                  <a:lnTo>
                    <a:pt x="113" y="8527"/>
                  </a:lnTo>
                  <a:cubicBezTo>
                    <a:pt x="115" y="8505"/>
                    <a:pt x="119" y="8480"/>
                    <a:pt x="121" y="8458"/>
                  </a:cubicBezTo>
                  <a:cubicBezTo>
                    <a:pt x="121" y="8451"/>
                    <a:pt x="121" y="8443"/>
                    <a:pt x="125" y="8435"/>
                  </a:cubicBezTo>
                  <a:lnTo>
                    <a:pt x="125" y="8429"/>
                  </a:lnTo>
                  <a:lnTo>
                    <a:pt x="125" y="8423"/>
                  </a:lnTo>
                  <a:cubicBezTo>
                    <a:pt x="125" y="8417"/>
                    <a:pt x="127" y="8406"/>
                    <a:pt x="127" y="8397"/>
                  </a:cubicBezTo>
                  <a:lnTo>
                    <a:pt x="127" y="8388"/>
                  </a:lnTo>
                  <a:cubicBezTo>
                    <a:pt x="130" y="8382"/>
                    <a:pt x="130" y="8375"/>
                    <a:pt x="130" y="8366"/>
                  </a:cubicBezTo>
                  <a:cubicBezTo>
                    <a:pt x="132" y="8360"/>
                    <a:pt x="132" y="8350"/>
                    <a:pt x="132" y="8340"/>
                  </a:cubicBezTo>
                  <a:lnTo>
                    <a:pt x="132" y="8337"/>
                  </a:lnTo>
                  <a:cubicBezTo>
                    <a:pt x="135" y="8335"/>
                    <a:pt x="135" y="8329"/>
                    <a:pt x="135" y="8322"/>
                  </a:cubicBezTo>
                  <a:lnTo>
                    <a:pt x="135" y="8314"/>
                  </a:lnTo>
                  <a:cubicBezTo>
                    <a:pt x="139" y="8304"/>
                    <a:pt x="139" y="8291"/>
                    <a:pt x="141" y="8278"/>
                  </a:cubicBezTo>
                  <a:cubicBezTo>
                    <a:pt x="141" y="8272"/>
                    <a:pt x="141" y="8265"/>
                    <a:pt x="144" y="8259"/>
                  </a:cubicBezTo>
                  <a:cubicBezTo>
                    <a:pt x="144" y="8247"/>
                    <a:pt x="146" y="8235"/>
                    <a:pt x="146" y="8222"/>
                  </a:cubicBezTo>
                  <a:cubicBezTo>
                    <a:pt x="146" y="8220"/>
                    <a:pt x="149" y="8216"/>
                    <a:pt x="149" y="8212"/>
                  </a:cubicBezTo>
                  <a:cubicBezTo>
                    <a:pt x="156" y="8156"/>
                    <a:pt x="166" y="8097"/>
                    <a:pt x="175" y="8040"/>
                  </a:cubicBezTo>
                  <a:cubicBezTo>
                    <a:pt x="175" y="8034"/>
                    <a:pt x="175" y="8025"/>
                    <a:pt x="177" y="8018"/>
                  </a:cubicBezTo>
                  <a:cubicBezTo>
                    <a:pt x="559" y="5424"/>
                    <a:pt x="1543" y="3026"/>
                    <a:pt x="2979" y="971"/>
                  </a:cubicBezTo>
                  <a:cubicBezTo>
                    <a:pt x="2853" y="820"/>
                    <a:pt x="2717" y="674"/>
                    <a:pt x="2585" y="533"/>
                  </a:cubicBezTo>
                  <a:cubicBezTo>
                    <a:pt x="2384" y="337"/>
                    <a:pt x="2163" y="158"/>
                    <a:pt x="1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135"/>
            <p:cNvSpPr/>
            <p:nvPr/>
          </p:nvSpPr>
          <p:spPr>
            <a:xfrm>
              <a:off x="3620675" y="2255375"/>
              <a:ext cx="58100" cy="177700"/>
            </a:xfrm>
            <a:custGeom>
              <a:rect b="b" l="l" r="r" t="t"/>
              <a:pathLst>
                <a:path extrusionOk="0" h="7108" w="2324">
                  <a:moveTo>
                    <a:pt x="2261" y="1"/>
                  </a:moveTo>
                  <a:cubicBezTo>
                    <a:pt x="2252" y="118"/>
                    <a:pt x="2243" y="234"/>
                    <a:pt x="2230" y="348"/>
                  </a:cubicBezTo>
                  <a:cubicBezTo>
                    <a:pt x="2226" y="363"/>
                    <a:pt x="2226" y="376"/>
                    <a:pt x="2223" y="392"/>
                  </a:cubicBezTo>
                  <a:cubicBezTo>
                    <a:pt x="2217" y="455"/>
                    <a:pt x="2211" y="518"/>
                    <a:pt x="2205" y="578"/>
                  </a:cubicBezTo>
                  <a:cubicBezTo>
                    <a:pt x="2205" y="580"/>
                    <a:pt x="2201" y="580"/>
                    <a:pt x="2201" y="580"/>
                  </a:cubicBezTo>
                  <a:cubicBezTo>
                    <a:pt x="2201" y="601"/>
                    <a:pt x="2197" y="624"/>
                    <a:pt x="2195" y="646"/>
                  </a:cubicBezTo>
                  <a:cubicBezTo>
                    <a:pt x="2195" y="655"/>
                    <a:pt x="2195" y="661"/>
                    <a:pt x="2192" y="667"/>
                  </a:cubicBezTo>
                  <a:lnTo>
                    <a:pt x="2192" y="681"/>
                  </a:lnTo>
                  <a:lnTo>
                    <a:pt x="2192" y="683"/>
                  </a:lnTo>
                  <a:cubicBezTo>
                    <a:pt x="2192" y="692"/>
                    <a:pt x="2190" y="698"/>
                    <a:pt x="2190" y="705"/>
                  </a:cubicBezTo>
                  <a:lnTo>
                    <a:pt x="2190" y="718"/>
                  </a:lnTo>
                  <a:cubicBezTo>
                    <a:pt x="2188" y="724"/>
                    <a:pt x="2188" y="730"/>
                    <a:pt x="2188" y="738"/>
                  </a:cubicBezTo>
                  <a:cubicBezTo>
                    <a:pt x="2185" y="746"/>
                    <a:pt x="2185" y="756"/>
                    <a:pt x="2185" y="765"/>
                  </a:cubicBezTo>
                  <a:lnTo>
                    <a:pt x="2185" y="769"/>
                  </a:lnTo>
                  <a:cubicBezTo>
                    <a:pt x="2183" y="775"/>
                    <a:pt x="2183" y="780"/>
                    <a:pt x="2183" y="784"/>
                  </a:cubicBezTo>
                  <a:lnTo>
                    <a:pt x="2183" y="790"/>
                  </a:lnTo>
                  <a:cubicBezTo>
                    <a:pt x="2179" y="803"/>
                    <a:pt x="2179" y="816"/>
                    <a:pt x="2176" y="825"/>
                  </a:cubicBezTo>
                  <a:cubicBezTo>
                    <a:pt x="2176" y="836"/>
                    <a:pt x="2174" y="844"/>
                    <a:pt x="2174" y="851"/>
                  </a:cubicBezTo>
                  <a:cubicBezTo>
                    <a:pt x="2174" y="863"/>
                    <a:pt x="2171" y="873"/>
                    <a:pt x="2171" y="882"/>
                  </a:cubicBezTo>
                  <a:cubicBezTo>
                    <a:pt x="2168" y="888"/>
                    <a:pt x="2165" y="892"/>
                    <a:pt x="2168" y="894"/>
                  </a:cubicBezTo>
                  <a:cubicBezTo>
                    <a:pt x="2162" y="951"/>
                    <a:pt x="2152" y="1008"/>
                    <a:pt x="2143" y="1065"/>
                  </a:cubicBezTo>
                  <a:lnTo>
                    <a:pt x="2143" y="1084"/>
                  </a:lnTo>
                  <a:cubicBezTo>
                    <a:pt x="1822" y="3259"/>
                    <a:pt x="1081" y="5295"/>
                    <a:pt x="0" y="7107"/>
                  </a:cubicBezTo>
                  <a:lnTo>
                    <a:pt x="1292" y="7107"/>
                  </a:lnTo>
                  <a:cubicBezTo>
                    <a:pt x="1961" y="5315"/>
                    <a:pt x="2323" y="3372"/>
                    <a:pt x="2323" y="1347"/>
                  </a:cubicBezTo>
                  <a:lnTo>
                    <a:pt x="2323" y="1182"/>
                  </a:lnTo>
                  <a:cubicBezTo>
                    <a:pt x="2323" y="1154"/>
                    <a:pt x="2319" y="1126"/>
                    <a:pt x="2311" y="1097"/>
                  </a:cubicBezTo>
                  <a:cubicBezTo>
                    <a:pt x="2311" y="1032"/>
                    <a:pt x="2309" y="962"/>
                    <a:pt x="2309" y="892"/>
                  </a:cubicBezTo>
                  <a:cubicBezTo>
                    <a:pt x="2309" y="885"/>
                    <a:pt x="2309" y="875"/>
                    <a:pt x="2306" y="867"/>
                  </a:cubicBezTo>
                  <a:lnTo>
                    <a:pt x="2306" y="803"/>
                  </a:lnTo>
                  <a:cubicBezTo>
                    <a:pt x="2306" y="796"/>
                    <a:pt x="2306" y="790"/>
                    <a:pt x="2304" y="781"/>
                  </a:cubicBezTo>
                  <a:cubicBezTo>
                    <a:pt x="2306" y="779"/>
                    <a:pt x="2304" y="772"/>
                    <a:pt x="2304" y="765"/>
                  </a:cubicBezTo>
                  <a:lnTo>
                    <a:pt x="2304" y="759"/>
                  </a:lnTo>
                  <a:lnTo>
                    <a:pt x="2304" y="715"/>
                  </a:lnTo>
                  <a:cubicBezTo>
                    <a:pt x="2304" y="709"/>
                    <a:pt x="2304" y="703"/>
                    <a:pt x="2301" y="693"/>
                  </a:cubicBezTo>
                  <a:lnTo>
                    <a:pt x="2301" y="652"/>
                  </a:lnTo>
                  <a:cubicBezTo>
                    <a:pt x="2301" y="650"/>
                    <a:pt x="2301" y="643"/>
                    <a:pt x="2299" y="636"/>
                  </a:cubicBezTo>
                  <a:lnTo>
                    <a:pt x="2301" y="634"/>
                  </a:lnTo>
                  <a:cubicBezTo>
                    <a:pt x="2301" y="630"/>
                    <a:pt x="2301" y="627"/>
                    <a:pt x="2299" y="627"/>
                  </a:cubicBezTo>
                  <a:cubicBezTo>
                    <a:pt x="2299" y="609"/>
                    <a:pt x="2299" y="590"/>
                    <a:pt x="2295" y="570"/>
                  </a:cubicBezTo>
                  <a:lnTo>
                    <a:pt x="2295" y="568"/>
                  </a:lnTo>
                  <a:cubicBezTo>
                    <a:pt x="2289" y="378"/>
                    <a:pt x="2277" y="191"/>
                    <a:pt x="2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135"/>
            <p:cNvSpPr/>
            <p:nvPr/>
          </p:nvSpPr>
          <p:spPr>
            <a:xfrm>
              <a:off x="3516850" y="2264450"/>
              <a:ext cx="176775" cy="69400"/>
            </a:xfrm>
            <a:custGeom>
              <a:rect b="b" l="l" r="r" t="t"/>
              <a:pathLst>
                <a:path extrusionOk="0" h="2776" w="7071">
                  <a:moveTo>
                    <a:pt x="7071" y="0"/>
                  </a:moveTo>
                  <a:cubicBezTo>
                    <a:pt x="6981" y="44"/>
                    <a:pt x="6889" y="86"/>
                    <a:pt x="6788" y="128"/>
                  </a:cubicBezTo>
                  <a:cubicBezTo>
                    <a:pt x="6766" y="140"/>
                    <a:pt x="6741" y="154"/>
                    <a:pt x="6716" y="163"/>
                  </a:cubicBezTo>
                  <a:cubicBezTo>
                    <a:pt x="6659" y="189"/>
                    <a:pt x="6599" y="217"/>
                    <a:pt x="6539" y="238"/>
                  </a:cubicBezTo>
                  <a:cubicBezTo>
                    <a:pt x="6539" y="238"/>
                    <a:pt x="6539" y="242"/>
                    <a:pt x="6536" y="242"/>
                  </a:cubicBezTo>
                  <a:cubicBezTo>
                    <a:pt x="6518" y="252"/>
                    <a:pt x="6496" y="261"/>
                    <a:pt x="6473" y="267"/>
                  </a:cubicBezTo>
                  <a:cubicBezTo>
                    <a:pt x="6469" y="272"/>
                    <a:pt x="6464" y="275"/>
                    <a:pt x="6460" y="275"/>
                  </a:cubicBezTo>
                  <a:cubicBezTo>
                    <a:pt x="6458" y="275"/>
                    <a:pt x="6456" y="274"/>
                    <a:pt x="6455" y="273"/>
                  </a:cubicBezTo>
                  <a:lnTo>
                    <a:pt x="6452" y="277"/>
                  </a:lnTo>
                  <a:cubicBezTo>
                    <a:pt x="6447" y="279"/>
                    <a:pt x="6447" y="279"/>
                    <a:pt x="6445" y="279"/>
                  </a:cubicBezTo>
                  <a:cubicBezTo>
                    <a:pt x="6445" y="279"/>
                    <a:pt x="6445" y="281"/>
                    <a:pt x="6442" y="281"/>
                  </a:cubicBezTo>
                  <a:lnTo>
                    <a:pt x="6440" y="281"/>
                  </a:lnTo>
                  <a:cubicBezTo>
                    <a:pt x="6431" y="288"/>
                    <a:pt x="6418" y="291"/>
                    <a:pt x="6409" y="294"/>
                  </a:cubicBezTo>
                  <a:lnTo>
                    <a:pt x="6406" y="294"/>
                  </a:lnTo>
                  <a:cubicBezTo>
                    <a:pt x="6400" y="300"/>
                    <a:pt x="6398" y="300"/>
                    <a:pt x="6391" y="303"/>
                  </a:cubicBezTo>
                  <a:cubicBezTo>
                    <a:pt x="6384" y="305"/>
                    <a:pt x="6375" y="310"/>
                    <a:pt x="6369" y="312"/>
                  </a:cubicBezTo>
                  <a:lnTo>
                    <a:pt x="6367" y="312"/>
                  </a:lnTo>
                  <a:cubicBezTo>
                    <a:pt x="6360" y="316"/>
                    <a:pt x="6353" y="319"/>
                    <a:pt x="6347" y="319"/>
                  </a:cubicBezTo>
                  <a:lnTo>
                    <a:pt x="6347" y="321"/>
                  </a:lnTo>
                  <a:cubicBezTo>
                    <a:pt x="6334" y="327"/>
                    <a:pt x="6318" y="334"/>
                    <a:pt x="6306" y="336"/>
                  </a:cubicBezTo>
                  <a:cubicBezTo>
                    <a:pt x="6300" y="340"/>
                    <a:pt x="6293" y="343"/>
                    <a:pt x="6286" y="346"/>
                  </a:cubicBezTo>
                  <a:cubicBezTo>
                    <a:pt x="6275" y="352"/>
                    <a:pt x="6262" y="355"/>
                    <a:pt x="6249" y="361"/>
                  </a:cubicBezTo>
                  <a:lnTo>
                    <a:pt x="6246" y="361"/>
                  </a:lnTo>
                  <a:cubicBezTo>
                    <a:pt x="6191" y="386"/>
                    <a:pt x="6135" y="408"/>
                    <a:pt x="6080" y="427"/>
                  </a:cubicBezTo>
                  <a:cubicBezTo>
                    <a:pt x="6078" y="430"/>
                    <a:pt x="6074" y="433"/>
                    <a:pt x="6071" y="433"/>
                  </a:cubicBezTo>
                  <a:cubicBezTo>
                    <a:pt x="4098" y="1218"/>
                    <a:pt x="2040" y="1593"/>
                    <a:pt x="1" y="1593"/>
                  </a:cubicBezTo>
                  <a:lnTo>
                    <a:pt x="1" y="2775"/>
                  </a:lnTo>
                  <a:cubicBezTo>
                    <a:pt x="2034" y="2488"/>
                    <a:pt x="4048" y="1810"/>
                    <a:pt x="5936" y="719"/>
                  </a:cubicBezTo>
                  <a:cubicBezTo>
                    <a:pt x="5980" y="696"/>
                    <a:pt x="6027" y="667"/>
                    <a:pt x="6071" y="641"/>
                  </a:cubicBezTo>
                  <a:cubicBezTo>
                    <a:pt x="6100" y="624"/>
                    <a:pt x="6125" y="609"/>
                    <a:pt x="6153" y="593"/>
                  </a:cubicBezTo>
                  <a:cubicBezTo>
                    <a:pt x="6210" y="558"/>
                    <a:pt x="6270" y="523"/>
                    <a:pt x="6327" y="486"/>
                  </a:cubicBezTo>
                  <a:cubicBezTo>
                    <a:pt x="6333" y="484"/>
                    <a:pt x="6336" y="480"/>
                    <a:pt x="6342" y="477"/>
                  </a:cubicBezTo>
                  <a:cubicBezTo>
                    <a:pt x="6351" y="474"/>
                    <a:pt x="6358" y="466"/>
                    <a:pt x="6364" y="464"/>
                  </a:cubicBezTo>
                  <a:cubicBezTo>
                    <a:pt x="6370" y="461"/>
                    <a:pt x="6374" y="458"/>
                    <a:pt x="6377" y="455"/>
                  </a:cubicBezTo>
                  <a:cubicBezTo>
                    <a:pt x="6385" y="451"/>
                    <a:pt x="6393" y="445"/>
                    <a:pt x="6399" y="443"/>
                  </a:cubicBezTo>
                  <a:cubicBezTo>
                    <a:pt x="6405" y="436"/>
                    <a:pt x="6411" y="432"/>
                    <a:pt x="6418" y="429"/>
                  </a:cubicBezTo>
                  <a:cubicBezTo>
                    <a:pt x="6425" y="427"/>
                    <a:pt x="6429" y="423"/>
                    <a:pt x="6431" y="420"/>
                  </a:cubicBezTo>
                  <a:cubicBezTo>
                    <a:pt x="6434" y="420"/>
                    <a:pt x="6437" y="418"/>
                    <a:pt x="6440" y="418"/>
                  </a:cubicBezTo>
                  <a:cubicBezTo>
                    <a:pt x="6446" y="412"/>
                    <a:pt x="6453" y="408"/>
                    <a:pt x="6456" y="405"/>
                  </a:cubicBezTo>
                  <a:cubicBezTo>
                    <a:pt x="6460" y="405"/>
                    <a:pt x="6462" y="405"/>
                    <a:pt x="6462" y="402"/>
                  </a:cubicBezTo>
                  <a:cubicBezTo>
                    <a:pt x="6468" y="398"/>
                    <a:pt x="6472" y="396"/>
                    <a:pt x="6475" y="396"/>
                  </a:cubicBezTo>
                  <a:cubicBezTo>
                    <a:pt x="6483" y="389"/>
                    <a:pt x="6491" y="387"/>
                    <a:pt x="6497" y="381"/>
                  </a:cubicBezTo>
                  <a:cubicBezTo>
                    <a:pt x="6507" y="374"/>
                    <a:pt x="6517" y="372"/>
                    <a:pt x="6523" y="365"/>
                  </a:cubicBezTo>
                  <a:cubicBezTo>
                    <a:pt x="6529" y="361"/>
                    <a:pt x="6535" y="355"/>
                    <a:pt x="6542" y="352"/>
                  </a:cubicBezTo>
                  <a:cubicBezTo>
                    <a:pt x="6545" y="352"/>
                    <a:pt x="6549" y="350"/>
                    <a:pt x="6549" y="350"/>
                  </a:cubicBezTo>
                  <a:cubicBezTo>
                    <a:pt x="6568" y="336"/>
                    <a:pt x="6584" y="328"/>
                    <a:pt x="6599" y="315"/>
                  </a:cubicBezTo>
                  <a:lnTo>
                    <a:pt x="6601" y="315"/>
                  </a:lnTo>
                  <a:cubicBezTo>
                    <a:pt x="6759" y="212"/>
                    <a:pt x="6916" y="107"/>
                    <a:pt x="7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135"/>
            <p:cNvSpPr/>
            <p:nvPr/>
          </p:nvSpPr>
          <p:spPr>
            <a:xfrm>
              <a:off x="3661625" y="2210750"/>
              <a:ext cx="235925" cy="72900"/>
            </a:xfrm>
            <a:custGeom>
              <a:rect b="b" l="l" r="r" t="t"/>
              <a:pathLst>
                <a:path extrusionOk="0" h="2916" w="9437">
                  <a:moveTo>
                    <a:pt x="8465" y="0"/>
                  </a:moveTo>
                  <a:cubicBezTo>
                    <a:pt x="5963" y="138"/>
                    <a:pt x="3451" y="850"/>
                    <a:pt x="1131" y="2193"/>
                  </a:cubicBezTo>
                  <a:cubicBezTo>
                    <a:pt x="1088" y="2218"/>
                    <a:pt x="1046" y="2244"/>
                    <a:pt x="1002" y="2272"/>
                  </a:cubicBezTo>
                  <a:cubicBezTo>
                    <a:pt x="970" y="2287"/>
                    <a:pt x="941" y="2307"/>
                    <a:pt x="911" y="2329"/>
                  </a:cubicBezTo>
                  <a:cubicBezTo>
                    <a:pt x="856" y="2358"/>
                    <a:pt x="801" y="2392"/>
                    <a:pt x="744" y="2433"/>
                  </a:cubicBezTo>
                  <a:cubicBezTo>
                    <a:pt x="743" y="2432"/>
                    <a:pt x="741" y="2432"/>
                    <a:pt x="740" y="2432"/>
                  </a:cubicBezTo>
                  <a:cubicBezTo>
                    <a:pt x="734" y="2432"/>
                    <a:pt x="727" y="2437"/>
                    <a:pt x="722" y="2442"/>
                  </a:cubicBezTo>
                  <a:lnTo>
                    <a:pt x="720" y="2444"/>
                  </a:lnTo>
                  <a:cubicBezTo>
                    <a:pt x="719" y="2443"/>
                    <a:pt x="718" y="2443"/>
                    <a:pt x="717" y="2443"/>
                  </a:cubicBezTo>
                  <a:cubicBezTo>
                    <a:pt x="715" y="2443"/>
                    <a:pt x="713" y="2445"/>
                    <a:pt x="713" y="2447"/>
                  </a:cubicBezTo>
                  <a:lnTo>
                    <a:pt x="711" y="2447"/>
                  </a:lnTo>
                  <a:cubicBezTo>
                    <a:pt x="711" y="2447"/>
                    <a:pt x="711" y="2451"/>
                    <a:pt x="708" y="2453"/>
                  </a:cubicBezTo>
                  <a:cubicBezTo>
                    <a:pt x="707" y="2452"/>
                    <a:pt x="707" y="2452"/>
                    <a:pt x="706" y="2452"/>
                  </a:cubicBezTo>
                  <a:cubicBezTo>
                    <a:pt x="704" y="2452"/>
                    <a:pt x="701" y="2454"/>
                    <a:pt x="700" y="2457"/>
                  </a:cubicBezTo>
                  <a:cubicBezTo>
                    <a:pt x="690" y="2460"/>
                    <a:pt x="680" y="2467"/>
                    <a:pt x="671" y="2475"/>
                  </a:cubicBezTo>
                  <a:cubicBezTo>
                    <a:pt x="665" y="2475"/>
                    <a:pt x="658" y="2482"/>
                    <a:pt x="651" y="2489"/>
                  </a:cubicBezTo>
                  <a:cubicBezTo>
                    <a:pt x="651" y="2487"/>
                    <a:pt x="650" y="2487"/>
                    <a:pt x="649" y="2487"/>
                  </a:cubicBezTo>
                  <a:cubicBezTo>
                    <a:pt x="647" y="2487"/>
                    <a:pt x="644" y="2489"/>
                    <a:pt x="643" y="2491"/>
                  </a:cubicBezTo>
                  <a:cubicBezTo>
                    <a:pt x="640" y="2491"/>
                    <a:pt x="636" y="2495"/>
                    <a:pt x="634" y="2498"/>
                  </a:cubicBezTo>
                  <a:cubicBezTo>
                    <a:pt x="627" y="2501"/>
                    <a:pt x="620" y="2504"/>
                    <a:pt x="614" y="2510"/>
                  </a:cubicBezTo>
                  <a:cubicBezTo>
                    <a:pt x="610" y="2510"/>
                    <a:pt x="608" y="2510"/>
                    <a:pt x="608" y="2513"/>
                  </a:cubicBezTo>
                  <a:cubicBezTo>
                    <a:pt x="602" y="2513"/>
                    <a:pt x="598" y="2516"/>
                    <a:pt x="594" y="2520"/>
                  </a:cubicBezTo>
                  <a:cubicBezTo>
                    <a:pt x="588" y="2524"/>
                    <a:pt x="582" y="2530"/>
                    <a:pt x="576" y="2532"/>
                  </a:cubicBezTo>
                  <a:cubicBezTo>
                    <a:pt x="566" y="2539"/>
                    <a:pt x="558" y="2541"/>
                    <a:pt x="550" y="2547"/>
                  </a:cubicBezTo>
                  <a:lnTo>
                    <a:pt x="550" y="2550"/>
                  </a:lnTo>
                  <a:lnTo>
                    <a:pt x="547" y="2550"/>
                  </a:lnTo>
                  <a:cubicBezTo>
                    <a:pt x="541" y="2553"/>
                    <a:pt x="538" y="2557"/>
                    <a:pt x="532" y="2560"/>
                  </a:cubicBezTo>
                  <a:cubicBezTo>
                    <a:pt x="529" y="2560"/>
                    <a:pt x="525" y="2563"/>
                    <a:pt x="522" y="2566"/>
                  </a:cubicBezTo>
                  <a:cubicBezTo>
                    <a:pt x="506" y="2575"/>
                    <a:pt x="490" y="2586"/>
                    <a:pt x="475" y="2601"/>
                  </a:cubicBezTo>
                  <a:cubicBezTo>
                    <a:pt x="475" y="2598"/>
                    <a:pt x="473" y="2598"/>
                    <a:pt x="473" y="2598"/>
                  </a:cubicBezTo>
                  <a:cubicBezTo>
                    <a:pt x="473" y="2601"/>
                    <a:pt x="470" y="2601"/>
                    <a:pt x="470" y="2601"/>
                  </a:cubicBezTo>
                  <a:cubicBezTo>
                    <a:pt x="309" y="2704"/>
                    <a:pt x="155" y="2808"/>
                    <a:pt x="0" y="2916"/>
                  </a:cubicBezTo>
                  <a:cubicBezTo>
                    <a:pt x="94" y="2871"/>
                    <a:pt x="190" y="2828"/>
                    <a:pt x="284" y="2787"/>
                  </a:cubicBezTo>
                  <a:cubicBezTo>
                    <a:pt x="305" y="2774"/>
                    <a:pt x="328" y="2764"/>
                    <a:pt x="354" y="2756"/>
                  </a:cubicBezTo>
                  <a:cubicBezTo>
                    <a:pt x="411" y="2727"/>
                    <a:pt x="471" y="2701"/>
                    <a:pt x="530" y="2679"/>
                  </a:cubicBezTo>
                  <a:lnTo>
                    <a:pt x="533" y="2676"/>
                  </a:lnTo>
                  <a:cubicBezTo>
                    <a:pt x="551" y="2666"/>
                    <a:pt x="571" y="2658"/>
                    <a:pt x="592" y="2651"/>
                  </a:cubicBezTo>
                  <a:cubicBezTo>
                    <a:pt x="599" y="2644"/>
                    <a:pt x="608" y="2642"/>
                    <a:pt x="614" y="2642"/>
                  </a:cubicBezTo>
                  <a:cubicBezTo>
                    <a:pt x="618" y="2639"/>
                    <a:pt x="618" y="2639"/>
                    <a:pt x="620" y="2639"/>
                  </a:cubicBezTo>
                  <a:cubicBezTo>
                    <a:pt x="623" y="2637"/>
                    <a:pt x="627" y="2637"/>
                    <a:pt x="630" y="2637"/>
                  </a:cubicBezTo>
                  <a:cubicBezTo>
                    <a:pt x="639" y="2630"/>
                    <a:pt x="651" y="2624"/>
                    <a:pt x="661" y="2624"/>
                  </a:cubicBezTo>
                  <a:lnTo>
                    <a:pt x="664" y="2622"/>
                  </a:lnTo>
                  <a:cubicBezTo>
                    <a:pt x="667" y="2618"/>
                    <a:pt x="674" y="2614"/>
                    <a:pt x="676" y="2614"/>
                  </a:cubicBezTo>
                  <a:cubicBezTo>
                    <a:pt x="682" y="2612"/>
                    <a:pt x="691" y="2608"/>
                    <a:pt x="698" y="2606"/>
                  </a:cubicBezTo>
                  <a:cubicBezTo>
                    <a:pt x="701" y="2603"/>
                    <a:pt x="705" y="2603"/>
                    <a:pt x="707" y="2603"/>
                  </a:cubicBezTo>
                  <a:cubicBezTo>
                    <a:pt x="711" y="2599"/>
                    <a:pt x="717" y="2597"/>
                    <a:pt x="720" y="2597"/>
                  </a:cubicBezTo>
                  <a:lnTo>
                    <a:pt x="722" y="2597"/>
                  </a:lnTo>
                  <a:cubicBezTo>
                    <a:pt x="734" y="2591"/>
                    <a:pt x="747" y="2584"/>
                    <a:pt x="760" y="2581"/>
                  </a:cubicBezTo>
                  <a:cubicBezTo>
                    <a:pt x="770" y="2575"/>
                    <a:pt x="779" y="2571"/>
                    <a:pt x="785" y="2568"/>
                  </a:cubicBezTo>
                  <a:cubicBezTo>
                    <a:pt x="798" y="2565"/>
                    <a:pt x="808" y="2558"/>
                    <a:pt x="816" y="2556"/>
                  </a:cubicBezTo>
                  <a:cubicBezTo>
                    <a:pt x="820" y="2556"/>
                    <a:pt x="824" y="2554"/>
                    <a:pt x="824" y="2554"/>
                  </a:cubicBezTo>
                  <a:cubicBezTo>
                    <a:pt x="880" y="2531"/>
                    <a:pt x="933" y="2509"/>
                    <a:pt x="987" y="2490"/>
                  </a:cubicBezTo>
                  <a:cubicBezTo>
                    <a:pt x="994" y="2488"/>
                    <a:pt x="996" y="2483"/>
                    <a:pt x="1002" y="2481"/>
                  </a:cubicBezTo>
                  <a:cubicBezTo>
                    <a:pt x="2970" y="1701"/>
                    <a:pt x="5022" y="1325"/>
                    <a:pt x="7053" y="1325"/>
                  </a:cubicBezTo>
                  <a:cubicBezTo>
                    <a:pt x="7853" y="1325"/>
                    <a:pt x="8650" y="1383"/>
                    <a:pt x="9437" y="1498"/>
                  </a:cubicBezTo>
                  <a:cubicBezTo>
                    <a:pt x="9200" y="944"/>
                    <a:pt x="8870" y="436"/>
                    <a:pt x="84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35"/>
            <p:cNvSpPr/>
            <p:nvPr/>
          </p:nvSpPr>
          <p:spPr>
            <a:xfrm>
              <a:off x="3612275" y="2041600"/>
              <a:ext cx="74925" cy="248375"/>
            </a:xfrm>
            <a:custGeom>
              <a:rect b="b" l="l" r="r" t="t"/>
              <a:pathLst>
                <a:path extrusionOk="0" h="9935" w="2997">
                  <a:moveTo>
                    <a:pt x="1487" y="1"/>
                  </a:moveTo>
                  <a:cubicBezTo>
                    <a:pt x="995" y="1"/>
                    <a:pt x="517" y="66"/>
                    <a:pt x="63" y="195"/>
                  </a:cubicBezTo>
                  <a:cubicBezTo>
                    <a:pt x="1" y="3117"/>
                    <a:pt x="709" y="6092"/>
                    <a:pt x="2278" y="8806"/>
                  </a:cubicBezTo>
                  <a:cubicBezTo>
                    <a:pt x="2304" y="8850"/>
                    <a:pt x="2329" y="8893"/>
                    <a:pt x="2355" y="8935"/>
                  </a:cubicBezTo>
                  <a:cubicBezTo>
                    <a:pt x="2371" y="8964"/>
                    <a:pt x="2387" y="8991"/>
                    <a:pt x="2402" y="9017"/>
                  </a:cubicBezTo>
                  <a:cubicBezTo>
                    <a:pt x="2442" y="9078"/>
                    <a:pt x="2476" y="9137"/>
                    <a:pt x="2514" y="9194"/>
                  </a:cubicBezTo>
                  <a:cubicBezTo>
                    <a:pt x="2516" y="9201"/>
                    <a:pt x="2520" y="9207"/>
                    <a:pt x="2522" y="9209"/>
                  </a:cubicBezTo>
                  <a:cubicBezTo>
                    <a:pt x="2526" y="9218"/>
                    <a:pt x="2532" y="9225"/>
                    <a:pt x="2535" y="9232"/>
                  </a:cubicBezTo>
                  <a:lnTo>
                    <a:pt x="2535" y="9234"/>
                  </a:lnTo>
                  <a:cubicBezTo>
                    <a:pt x="2540" y="9237"/>
                    <a:pt x="2542" y="9240"/>
                    <a:pt x="2542" y="9243"/>
                  </a:cubicBezTo>
                  <a:cubicBezTo>
                    <a:pt x="2548" y="9254"/>
                    <a:pt x="2555" y="9263"/>
                    <a:pt x="2557" y="9269"/>
                  </a:cubicBezTo>
                  <a:cubicBezTo>
                    <a:pt x="2563" y="9275"/>
                    <a:pt x="2567" y="9281"/>
                    <a:pt x="2571" y="9289"/>
                  </a:cubicBezTo>
                  <a:cubicBezTo>
                    <a:pt x="2573" y="9295"/>
                    <a:pt x="2577" y="9299"/>
                    <a:pt x="2579" y="9301"/>
                  </a:cubicBezTo>
                  <a:cubicBezTo>
                    <a:pt x="2579" y="9305"/>
                    <a:pt x="2582" y="9307"/>
                    <a:pt x="2582" y="9307"/>
                  </a:cubicBezTo>
                  <a:cubicBezTo>
                    <a:pt x="2584" y="9314"/>
                    <a:pt x="2588" y="9321"/>
                    <a:pt x="2591" y="9323"/>
                  </a:cubicBezTo>
                  <a:cubicBezTo>
                    <a:pt x="2594" y="9326"/>
                    <a:pt x="2593" y="9328"/>
                    <a:pt x="2597" y="9332"/>
                  </a:cubicBezTo>
                  <a:cubicBezTo>
                    <a:pt x="2601" y="9336"/>
                    <a:pt x="2604" y="9342"/>
                    <a:pt x="2604" y="9345"/>
                  </a:cubicBezTo>
                  <a:cubicBezTo>
                    <a:pt x="2610" y="9352"/>
                    <a:pt x="2613" y="9358"/>
                    <a:pt x="2619" y="9364"/>
                  </a:cubicBezTo>
                  <a:cubicBezTo>
                    <a:pt x="2623" y="9374"/>
                    <a:pt x="2629" y="9382"/>
                    <a:pt x="2632" y="9390"/>
                  </a:cubicBezTo>
                  <a:cubicBezTo>
                    <a:pt x="2635" y="9390"/>
                    <a:pt x="2635" y="9393"/>
                    <a:pt x="2635" y="9393"/>
                  </a:cubicBezTo>
                  <a:cubicBezTo>
                    <a:pt x="2639" y="9399"/>
                    <a:pt x="2645" y="9405"/>
                    <a:pt x="2648" y="9412"/>
                  </a:cubicBezTo>
                  <a:cubicBezTo>
                    <a:pt x="2648" y="9416"/>
                    <a:pt x="2650" y="9416"/>
                    <a:pt x="2650" y="9419"/>
                  </a:cubicBezTo>
                  <a:cubicBezTo>
                    <a:pt x="2659" y="9434"/>
                    <a:pt x="2669" y="9450"/>
                    <a:pt x="2681" y="9462"/>
                  </a:cubicBezTo>
                  <a:cubicBezTo>
                    <a:pt x="2681" y="9466"/>
                    <a:pt x="2684" y="9469"/>
                    <a:pt x="2684" y="9469"/>
                  </a:cubicBezTo>
                  <a:lnTo>
                    <a:pt x="2684" y="9471"/>
                  </a:lnTo>
                  <a:cubicBezTo>
                    <a:pt x="2788" y="9632"/>
                    <a:pt x="2891" y="9786"/>
                    <a:pt x="2997" y="9935"/>
                  </a:cubicBezTo>
                  <a:cubicBezTo>
                    <a:pt x="2949" y="9837"/>
                    <a:pt x="2906" y="9739"/>
                    <a:pt x="2862" y="9637"/>
                  </a:cubicBezTo>
                  <a:cubicBezTo>
                    <a:pt x="2851" y="9620"/>
                    <a:pt x="2842" y="9600"/>
                    <a:pt x="2836" y="9579"/>
                  </a:cubicBezTo>
                  <a:cubicBezTo>
                    <a:pt x="2808" y="9522"/>
                    <a:pt x="2783" y="9465"/>
                    <a:pt x="2757" y="9405"/>
                  </a:cubicBezTo>
                  <a:lnTo>
                    <a:pt x="2757" y="9403"/>
                  </a:lnTo>
                  <a:cubicBezTo>
                    <a:pt x="2747" y="9385"/>
                    <a:pt x="2738" y="9365"/>
                    <a:pt x="2732" y="9343"/>
                  </a:cubicBezTo>
                  <a:cubicBezTo>
                    <a:pt x="2725" y="9337"/>
                    <a:pt x="2722" y="9328"/>
                    <a:pt x="2722" y="9322"/>
                  </a:cubicBezTo>
                  <a:cubicBezTo>
                    <a:pt x="2718" y="9319"/>
                    <a:pt x="2716" y="9315"/>
                    <a:pt x="2716" y="9312"/>
                  </a:cubicBezTo>
                  <a:lnTo>
                    <a:pt x="2716" y="9310"/>
                  </a:lnTo>
                  <a:cubicBezTo>
                    <a:pt x="2710" y="9301"/>
                    <a:pt x="2706" y="9288"/>
                    <a:pt x="2703" y="9279"/>
                  </a:cubicBezTo>
                  <a:lnTo>
                    <a:pt x="2703" y="9276"/>
                  </a:lnTo>
                  <a:cubicBezTo>
                    <a:pt x="2696" y="9270"/>
                    <a:pt x="2696" y="9268"/>
                    <a:pt x="2694" y="9261"/>
                  </a:cubicBezTo>
                  <a:cubicBezTo>
                    <a:pt x="2691" y="9250"/>
                    <a:pt x="2687" y="9244"/>
                    <a:pt x="2685" y="9235"/>
                  </a:cubicBezTo>
                  <a:cubicBezTo>
                    <a:pt x="2682" y="9235"/>
                    <a:pt x="2682" y="9235"/>
                    <a:pt x="2682" y="9233"/>
                  </a:cubicBezTo>
                  <a:cubicBezTo>
                    <a:pt x="2680" y="9229"/>
                    <a:pt x="2680" y="9223"/>
                    <a:pt x="2680" y="9219"/>
                  </a:cubicBezTo>
                  <a:cubicBezTo>
                    <a:pt x="2677" y="9216"/>
                    <a:pt x="2677" y="9216"/>
                    <a:pt x="2677" y="9213"/>
                  </a:cubicBezTo>
                  <a:cubicBezTo>
                    <a:pt x="2671" y="9202"/>
                    <a:pt x="2664" y="9189"/>
                    <a:pt x="2661" y="9176"/>
                  </a:cubicBezTo>
                  <a:cubicBezTo>
                    <a:pt x="2659" y="9167"/>
                    <a:pt x="2655" y="9161"/>
                    <a:pt x="2653" y="9154"/>
                  </a:cubicBezTo>
                  <a:cubicBezTo>
                    <a:pt x="2646" y="9141"/>
                    <a:pt x="2644" y="9129"/>
                    <a:pt x="2638" y="9119"/>
                  </a:cubicBezTo>
                  <a:lnTo>
                    <a:pt x="2638" y="9116"/>
                  </a:lnTo>
                  <a:cubicBezTo>
                    <a:pt x="2613" y="9062"/>
                    <a:pt x="2591" y="9005"/>
                    <a:pt x="2572" y="8950"/>
                  </a:cubicBezTo>
                  <a:cubicBezTo>
                    <a:pt x="2567" y="8948"/>
                    <a:pt x="2565" y="8944"/>
                    <a:pt x="2565" y="8941"/>
                  </a:cubicBezTo>
                  <a:cubicBezTo>
                    <a:pt x="1415" y="6035"/>
                    <a:pt x="1137" y="2940"/>
                    <a:pt x="1657" y="3"/>
                  </a:cubicBezTo>
                  <a:cubicBezTo>
                    <a:pt x="1600" y="1"/>
                    <a:pt x="1544" y="1"/>
                    <a:pt x="14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35"/>
            <p:cNvSpPr/>
            <p:nvPr/>
          </p:nvSpPr>
          <p:spPr>
            <a:xfrm>
              <a:off x="3668025" y="2258075"/>
              <a:ext cx="69200" cy="175000"/>
            </a:xfrm>
            <a:custGeom>
              <a:rect b="b" l="l" r="r" t="t"/>
              <a:pathLst>
                <a:path extrusionOk="0" h="7000" w="2768">
                  <a:moveTo>
                    <a:pt x="1" y="0"/>
                  </a:moveTo>
                  <a:lnTo>
                    <a:pt x="1" y="0"/>
                  </a:lnTo>
                  <a:cubicBezTo>
                    <a:pt x="44" y="91"/>
                    <a:pt x="86" y="183"/>
                    <a:pt x="127" y="277"/>
                  </a:cubicBezTo>
                  <a:cubicBezTo>
                    <a:pt x="139" y="299"/>
                    <a:pt x="150" y="321"/>
                    <a:pt x="158" y="347"/>
                  </a:cubicBezTo>
                  <a:cubicBezTo>
                    <a:pt x="187" y="404"/>
                    <a:pt x="212" y="465"/>
                    <a:pt x="237" y="523"/>
                  </a:cubicBezTo>
                  <a:cubicBezTo>
                    <a:pt x="237" y="523"/>
                    <a:pt x="239" y="527"/>
                    <a:pt x="239" y="530"/>
                  </a:cubicBezTo>
                  <a:cubicBezTo>
                    <a:pt x="250" y="549"/>
                    <a:pt x="259" y="571"/>
                    <a:pt x="265" y="594"/>
                  </a:cubicBezTo>
                  <a:cubicBezTo>
                    <a:pt x="271" y="600"/>
                    <a:pt x="274" y="609"/>
                    <a:pt x="274" y="615"/>
                  </a:cubicBezTo>
                  <a:lnTo>
                    <a:pt x="277" y="617"/>
                  </a:lnTo>
                  <a:cubicBezTo>
                    <a:pt x="280" y="620"/>
                    <a:pt x="280" y="624"/>
                    <a:pt x="280" y="627"/>
                  </a:cubicBezTo>
                  <a:cubicBezTo>
                    <a:pt x="286" y="640"/>
                    <a:pt x="290" y="648"/>
                    <a:pt x="292" y="662"/>
                  </a:cubicBezTo>
                  <a:lnTo>
                    <a:pt x="295" y="662"/>
                  </a:lnTo>
                  <a:cubicBezTo>
                    <a:pt x="299" y="668"/>
                    <a:pt x="299" y="671"/>
                    <a:pt x="301" y="677"/>
                  </a:cubicBezTo>
                  <a:cubicBezTo>
                    <a:pt x="305" y="683"/>
                    <a:pt x="307" y="689"/>
                    <a:pt x="307" y="697"/>
                  </a:cubicBezTo>
                  <a:cubicBezTo>
                    <a:pt x="312" y="699"/>
                    <a:pt x="315" y="703"/>
                    <a:pt x="315" y="705"/>
                  </a:cubicBezTo>
                  <a:cubicBezTo>
                    <a:pt x="318" y="712"/>
                    <a:pt x="318" y="714"/>
                    <a:pt x="321" y="720"/>
                  </a:cubicBezTo>
                  <a:cubicBezTo>
                    <a:pt x="327" y="734"/>
                    <a:pt x="333" y="749"/>
                    <a:pt x="336" y="762"/>
                  </a:cubicBezTo>
                  <a:cubicBezTo>
                    <a:pt x="338" y="769"/>
                    <a:pt x="343" y="777"/>
                    <a:pt x="346" y="784"/>
                  </a:cubicBezTo>
                  <a:cubicBezTo>
                    <a:pt x="352" y="797"/>
                    <a:pt x="354" y="810"/>
                    <a:pt x="360" y="818"/>
                  </a:cubicBezTo>
                  <a:lnTo>
                    <a:pt x="360" y="826"/>
                  </a:lnTo>
                  <a:cubicBezTo>
                    <a:pt x="385" y="882"/>
                    <a:pt x="408" y="935"/>
                    <a:pt x="426" y="989"/>
                  </a:cubicBezTo>
                  <a:cubicBezTo>
                    <a:pt x="429" y="996"/>
                    <a:pt x="433" y="998"/>
                    <a:pt x="435" y="1004"/>
                  </a:cubicBezTo>
                  <a:cubicBezTo>
                    <a:pt x="1208" y="2953"/>
                    <a:pt x="1584" y="4986"/>
                    <a:pt x="1592" y="6999"/>
                  </a:cubicBezTo>
                  <a:lnTo>
                    <a:pt x="2768" y="6999"/>
                  </a:lnTo>
                  <a:cubicBezTo>
                    <a:pt x="2474" y="4988"/>
                    <a:pt x="1799" y="3000"/>
                    <a:pt x="725" y="1133"/>
                  </a:cubicBezTo>
                  <a:cubicBezTo>
                    <a:pt x="698" y="1084"/>
                    <a:pt x="669" y="1035"/>
                    <a:pt x="638" y="986"/>
                  </a:cubicBezTo>
                  <a:cubicBezTo>
                    <a:pt x="625" y="961"/>
                    <a:pt x="610" y="939"/>
                    <a:pt x="596" y="913"/>
                  </a:cubicBezTo>
                  <a:cubicBezTo>
                    <a:pt x="562" y="857"/>
                    <a:pt x="527" y="800"/>
                    <a:pt x="489" y="743"/>
                  </a:cubicBezTo>
                  <a:cubicBezTo>
                    <a:pt x="486" y="736"/>
                    <a:pt x="483" y="730"/>
                    <a:pt x="477" y="724"/>
                  </a:cubicBezTo>
                  <a:cubicBezTo>
                    <a:pt x="477" y="717"/>
                    <a:pt x="473" y="713"/>
                    <a:pt x="471" y="710"/>
                  </a:cubicBezTo>
                  <a:cubicBezTo>
                    <a:pt x="471" y="707"/>
                    <a:pt x="471" y="704"/>
                    <a:pt x="467" y="704"/>
                  </a:cubicBezTo>
                  <a:cubicBezTo>
                    <a:pt x="467" y="702"/>
                    <a:pt x="463" y="698"/>
                    <a:pt x="461" y="695"/>
                  </a:cubicBezTo>
                  <a:cubicBezTo>
                    <a:pt x="459" y="684"/>
                    <a:pt x="452" y="676"/>
                    <a:pt x="446" y="669"/>
                  </a:cubicBezTo>
                  <a:cubicBezTo>
                    <a:pt x="442" y="663"/>
                    <a:pt x="440" y="656"/>
                    <a:pt x="433" y="650"/>
                  </a:cubicBezTo>
                  <a:cubicBezTo>
                    <a:pt x="433" y="643"/>
                    <a:pt x="429" y="640"/>
                    <a:pt x="426" y="637"/>
                  </a:cubicBezTo>
                  <a:cubicBezTo>
                    <a:pt x="423" y="635"/>
                    <a:pt x="423" y="631"/>
                    <a:pt x="420" y="628"/>
                  </a:cubicBezTo>
                  <a:cubicBezTo>
                    <a:pt x="416" y="621"/>
                    <a:pt x="410" y="615"/>
                    <a:pt x="408" y="609"/>
                  </a:cubicBezTo>
                  <a:cubicBezTo>
                    <a:pt x="405" y="609"/>
                    <a:pt x="405" y="606"/>
                    <a:pt x="405" y="606"/>
                  </a:cubicBezTo>
                  <a:cubicBezTo>
                    <a:pt x="405" y="604"/>
                    <a:pt x="400" y="600"/>
                    <a:pt x="398" y="597"/>
                  </a:cubicBezTo>
                  <a:cubicBezTo>
                    <a:pt x="394" y="588"/>
                    <a:pt x="392" y="581"/>
                    <a:pt x="385" y="575"/>
                  </a:cubicBezTo>
                  <a:cubicBezTo>
                    <a:pt x="379" y="566"/>
                    <a:pt x="373" y="555"/>
                    <a:pt x="366" y="547"/>
                  </a:cubicBezTo>
                  <a:cubicBezTo>
                    <a:pt x="363" y="540"/>
                    <a:pt x="359" y="534"/>
                    <a:pt x="357" y="532"/>
                  </a:cubicBezTo>
                  <a:cubicBezTo>
                    <a:pt x="357" y="528"/>
                    <a:pt x="353" y="524"/>
                    <a:pt x="351" y="522"/>
                  </a:cubicBezTo>
                  <a:cubicBezTo>
                    <a:pt x="342" y="503"/>
                    <a:pt x="331" y="487"/>
                    <a:pt x="316" y="472"/>
                  </a:cubicBezTo>
                  <a:lnTo>
                    <a:pt x="316" y="470"/>
                  </a:lnTo>
                  <a:cubicBezTo>
                    <a:pt x="313" y="470"/>
                    <a:pt x="313" y="470"/>
                    <a:pt x="313" y="467"/>
                  </a:cubicBezTo>
                  <a:cubicBezTo>
                    <a:pt x="213" y="308"/>
                    <a:pt x="108" y="15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35"/>
            <p:cNvSpPr/>
            <p:nvPr/>
          </p:nvSpPr>
          <p:spPr>
            <a:xfrm>
              <a:off x="3516850" y="2257675"/>
              <a:ext cx="169850" cy="175375"/>
            </a:xfrm>
            <a:custGeom>
              <a:rect b="b" l="l" r="r" t="t"/>
              <a:pathLst>
                <a:path extrusionOk="0" h="7015" w="6794">
                  <a:moveTo>
                    <a:pt x="6793" y="1"/>
                  </a:moveTo>
                  <a:lnTo>
                    <a:pt x="6793" y="1"/>
                  </a:lnTo>
                  <a:cubicBezTo>
                    <a:pt x="6734" y="88"/>
                    <a:pt x="6674" y="173"/>
                    <a:pt x="6602" y="257"/>
                  </a:cubicBezTo>
                  <a:cubicBezTo>
                    <a:pt x="6593" y="276"/>
                    <a:pt x="6577" y="294"/>
                    <a:pt x="6565" y="313"/>
                  </a:cubicBezTo>
                  <a:cubicBezTo>
                    <a:pt x="6528" y="368"/>
                    <a:pt x="6487" y="421"/>
                    <a:pt x="6448" y="474"/>
                  </a:cubicBezTo>
                  <a:lnTo>
                    <a:pt x="6448" y="477"/>
                  </a:lnTo>
                  <a:cubicBezTo>
                    <a:pt x="6437" y="494"/>
                    <a:pt x="6425" y="509"/>
                    <a:pt x="6411" y="525"/>
                  </a:cubicBezTo>
                  <a:cubicBezTo>
                    <a:pt x="6405" y="534"/>
                    <a:pt x="6399" y="540"/>
                    <a:pt x="6396" y="547"/>
                  </a:cubicBezTo>
                  <a:cubicBezTo>
                    <a:pt x="6392" y="551"/>
                    <a:pt x="6392" y="554"/>
                    <a:pt x="6390" y="554"/>
                  </a:cubicBezTo>
                  <a:cubicBezTo>
                    <a:pt x="6390" y="557"/>
                    <a:pt x="6383" y="560"/>
                    <a:pt x="6383" y="560"/>
                  </a:cubicBezTo>
                  <a:cubicBezTo>
                    <a:pt x="6380" y="569"/>
                    <a:pt x="6374" y="575"/>
                    <a:pt x="6368" y="582"/>
                  </a:cubicBezTo>
                  <a:lnTo>
                    <a:pt x="6365" y="582"/>
                  </a:lnTo>
                  <a:lnTo>
                    <a:pt x="6365" y="585"/>
                  </a:lnTo>
                  <a:cubicBezTo>
                    <a:pt x="6361" y="591"/>
                    <a:pt x="6359" y="597"/>
                    <a:pt x="6352" y="600"/>
                  </a:cubicBezTo>
                  <a:cubicBezTo>
                    <a:pt x="6352" y="606"/>
                    <a:pt x="6349" y="611"/>
                    <a:pt x="6343" y="613"/>
                  </a:cubicBezTo>
                  <a:cubicBezTo>
                    <a:pt x="6343" y="619"/>
                    <a:pt x="6341" y="623"/>
                    <a:pt x="6334" y="626"/>
                  </a:cubicBezTo>
                  <a:cubicBezTo>
                    <a:pt x="6334" y="632"/>
                    <a:pt x="6332" y="636"/>
                    <a:pt x="6326" y="638"/>
                  </a:cubicBezTo>
                  <a:cubicBezTo>
                    <a:pt x="6326" y="642"/>
                    <a:pt x="6323" y="642"/>
                    <a:pt x="6323" y="642"/>
                  </a:cubicBezTo>
                  <a:cubicBezTo>
                    <a:pt x="6316" y="650"/>
                    <a:pt x="6310" y="660"/>
                    <a:pt x="6301" y="669"/>
                  </a:cubicBezTo>
                  <a:cubicBezTo>
                    <a:pt x="6298" y="680"/>
                    <a:pt x="6292" y="689"/>
                    <a:pt x="6285" y="695"/>
                  </a:cubicBezTo>
                  <a:cubicBezTo>
                    <a:pt x="6275" y="704"/>
                    <a:pt x="6269" y="715"/>
                    <a:pt x="6260" y="724"/>
                  </a:cubicBezTo>
                  <a:cubicBezTo>
                    <a:pt x="6260" y="726"/>
                    <a:pt x="6256" y="726"/>
                    <a:pt x="6256" y="726"/>
                  </a:cubicBezTo>
                  <a:cubicBezTo>
                    <a:pt x="6224" y="774"/>
                    <a:pt x="6187" y="822"/>
                    <a:pt x="6152" y="865"/>
                  </a:cubicBezTo>
                  <a:cubicBezTo>
                    <a:pt x="6148" y="872"/>
                    <a:pt x="6142" y="875"/>
                    <a:pt x="6140" y="881"/>
                  </a:cubicBezTo>
                  <a:cubicBezTo>
                    <a:pt x="4469" y="2992"/>
                    <a:pt x="2348" y="4606"/>
                    <a:pt x="1" y="5668"/>
                  </a:cubicBezTo>
                  <a:lnTo>
                    <a:pt x="1" y="7014"/>
                  </a:lnTo>
                  <a:lnTo>
                    <a:pt x="518" y="7014"/>
                  </a:lnTo>
                  <a:cubicBezTo>
                    <a:pt x="2787" y="5621"/>
                    <a:pt x="4750" y="3660"/>
                    <a:pt x="6172" y="1192"/>
                  </a:cubicBezTo>
                  <a:cubicBezTo>
                    <a:pt x="6200" y="1144"/>
                    <a:pt x="6225" y="1098"/>
                    <a:pt x="6254" y="1050"/>
                  </a:cubicBezTo>
                  <a:cubicBezTo>
                    <a:pt x="6267" y="1025"/>
                    <a:pt x="6282" y="1000"/>
                    <a:pt x="6296" y="972"/>
                  </a:cubicBezTo>
                  <a:cubicBezTo>
                    <a:pt x="6331" y="915"/>
                    <a:pt x="6362" y="858"/>
                    <a:pt x="6390" y="798"/>
                  </a:cubicBezTo>
                  <a:cubicBezTo>
                    <a:pt x="6394" y="792"/>
                    <a:pt x="6396" y="786"/>
                    <a:pt x="6403" y="779"/>
                  </a:cubicBezTo>
                  <a:cubicBezTo>
                    <a:pt x="6403" y="777"/>
                    <a:pt x="6406" y="771"/>
                    <a:pt x="6409" y="763"/>
                  </a:cubicBezTo>
                  <a:cubicBezTo>
                    <a:pt x="6413" y="763"/>
                    <a:pt x="6413" y="760"/>
                    <a:pt x="6415" y="757"/>
                  </a:cubicBezTo>
                  <a:cubicBezTo>
                    <a:pt x="6415" y="755"/>
                    <a:pt x="6420" y="748"/>
                    <a:pt x="6422" y="742"/>
                  </a:cubicBezTo>
                  <a:cubicBezTo>
                    <a:pt x="6426" y="735"/>
                    <a:pt x="6429" y="729"/>
                    <a:pt x="6435" y="720"/>
                  </a:cubicBezTo>
                  <a:cubicBezTo>
                    <a:pt x="6437" y="714"/>
                    <a:pt x="6441" y="707"/>
                    <a:pt x="6444" y="698"/>
                  </a:cubicBezTo>
                  <a:cubicBezTo>
                    <a:pt x="6447" y="695"/>
                    <a:pt x="6447" y="691"/>
                    <a:pt x="6450" y="689"/>
                  </a:cubicBezTo>
                  <a:cubicBezTo>
                    <a:pt x="6455" y="685"/>
                    <a:pt x="6455" y="683"/>
                    <a:pt x="6457" y="676"/>
                  </a:cubicBezTo>
                  <a:cubicBezTo>
                    <a:pt x="6461" y="673"/>
                    <a:pt x="6461" y="669"/>
                    <a:pt x="6463" y="667"/>
                  </a:cubicBezTo>
                  <a:cubicBezTo>
                    <a:pt x="6463" y="663"/>
                    <a:pt x="6467" y="657"/>
                    <a:pt x="6470" y="654"/>
                  </a:cubicBezTo>
                  <a:cubicBezTo>
                    <a:pt x="6470" y="650"/>
                    <a:pt x="6473" y="644"/>
                    <a:pt x="6476" y="642"/>
                  </a:cubicBezTo>
                  <a:cubicBezTo>
                    <a:pt x="6480" y="634"/>
                    <a:pt x="6482" y="626"/>
                    <a:pt x="6489" y="619"/>
                  </a:cubicBezTo>
                  <a:cubicBezTo>
                    <a:pt x="6493" y="611"/>
                    <a:pt x="6499" y="600"/>
                    <a:pt x="6502" y="591"/>
                  </a:cubicBezTo>
                  <a:cubicBezTo>
                    <a:pt x="6504" y="585"/>
                    <a:pt x="6508" y="578"/>
                    <a:pt x="6511" y="571"/>
                  </a:cubicBezTo>
                  <a:lnTo>
                    <a:pt x="6511" y="569"/>
                  </a:lnTo>
                  <a:lnTo>
                    <a:pt x="6513" y="566"/>
                  </a:lnTo>
                  <a:cubicBezTo>
                    <a:pt x="6524" y="550"/>
                    <a:pt x="6530" y="534"/>
                    <a:pt x="6539" y="519"/>
                  </a:cubicBezTo>
                  <a:cubicBezTo>
                    <a:pt x="6539" y="517"/>
                    <a:pt x="6542" y="513"/>
                    <a:pt x="6542" y="509"/>
                  </a:cubicBezTo>
                  <a:cubicBezTo>
                    <a:pt x="6544" y="509"/>
                    <a:pt x="6544" y="507"/>
                    <a:pt x="6544" y="507"/>
                  </a:cubicBezTo>
                  <a:cubicBezTo>
                    <a:pt x="6630" y="341"/>
                    <a:pt x="6711" y="171"/>
                    <a:pt x="67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135"/>
            <p:cNvSpPr/>
            <p:nvPr/>
          </p:nvSpPr>
          <p:spPr>
            <a:xfrm>
              <a:off x="3668550" y="2147925"/>
              <a:ext cx="129075" cy="142450"/>
            </a:xfrm>
            <a:custGeom>
              <a:rect b="b" l="l" r="r" t="t"/>
              <a:pathLst>
                <a:path extrusionOk="0" h="5698" w="5163">
                  <a:moveTo>
                    <a:pt x="4428" y="1"/>
                  </a:moveTo>
                  <a:cubicBezTo>
                    <a:pt x="2938" y="1223"/>
                    <a:pt x="1643" y="2732"/>
                    <a:pt x="621" y="4501"/>
                  </a:cubicBezTo>
                  <a:cubicBezTo>
                    <a:pt x="593" y="4549"/>
                    <a:pt x="567" y="4595"/>
                    <a:pt x="538" y="4642"/>
                  </a:cubicBezTo>
                  <a:cubicBezTo>
                    <a:pt x="526" y="4667"/>
                    <a:pt x="510" y="4696"/>
                    <a:pt x="497" y="4722"/>
                  </a:cubicBezTo>
                  <a:cubicBezTo>
                    <a:pt x="462" y="4783"/>
                    <a:pt x="430" y="4839"/>
                    <a:pt x="399" y="4898"/>
                  </a:cubicBezTo>
                  <a:cubicBezTo>
                    <a:pt x="395" y="4905"/>
                    <a:pt x="389" y="4914"/>
                    <a:pt x="387" y="4920"/>
                  </a:cubicBezTo>
                  <a:cubicBezTo>
                    <a:pt x="382" y="4924"/>
                    <a:pt x="382" y="4930"/>
                    <a:pt x="379" y="4933"/>
                  </a:cubicBezTo>
                  <a:cubicBezTo>
                    <a:pt x="379" y="4933"/>
                    <a:pt x="379" y="4936"/>
                    <a:pt x="377" y="4936"/>
                  </a:cubicBezTo>
                  <a:cubicBezTo>
                    <a:pt x="377" y="4942"/>
                    <a:pt x="373" y="4945"/>
                    <a:pt x="371" y="4951"/>
                  </a:cubicBezTo>
                  <a:cubicBezTo>
                    <a:pt x="364" y="4961"/>
                    <a:pt x="361" y="4968"/>
                    <a:pt x="358" y="4977"/>
                  </a:cubicBezTo>
                  <a:cubicBezTo>
                    <a:pt x="352" y="4983"/>
                    <a:pt x="348" y="4990"/>
                    <a:pt x="348" y="4996"/>
                  </a:cubicBezTo>
                  <a:cubicBezTo>
                    <a:pt x="346" y="5003"/>
                    <a:pt x="342" y="5007"/>
                    <a:pt x="340" y="5009"/>
                  </a:cubicBezTo>
                  <a:cubicBezTo>
                    <a:pt x="336" y="5016"/>
                    <a:pt x="336" y="5019"/>
                    <a:pt x="333" y="5022"/>
                  </a:cubicBezTo>
                  <a:cubicBezTo>
                    <a:pt x="330" y="5028"/>
                    <a:pt x="330" y="5033"/>
                    <a:pt x="327" y="5035"/>
                  </a:cubicBezTo>
                  <a:cubicBezTo>
                    <a:pt x="325" y="5038"/>
                    <a:pt x="325" y="5042"/>
                    <a:pt x="325" y="5044"/>
                  </a:cubicBezTo>
                  <a:cubicBezTo>
                    <a:pt x="321" y="5047"/>
                    <a:pt x="317" y="5050"/>
                    <a:pt x="317" y="5053"/>
                  </a:cubicBezTo>
                  <a:cubicBezTo>
                    <a:pt x="311" y="5063"/>
                    <a:pt x="307" y="5073"/>
                    <a:pt x="305" y="5079"/>
                  </a:cubicBezTo>
                  <a:cubicBezTo>
                    <a:pt x="299" y="5089"/>
                    <a:pt x="295" y="5099"/>
                    <a:pt x="292" y="5105"/>
                  </a:cubicBezTo>
                  <a:lnTo>
                    <a:pt x="290" y="5107"/>
                  </a:lnTo>
                  <a:cubicBezTo>
                    <a:pt x="285" y="5114"/>
                    <a:pt x="283" y="5120"/>
                    <a:pt x="283" y="5122"/>
                  </a:cubicBezTo>
                  <a:cubicBezTo>
                    <a:pt x="280" y="5130"/>
                    <a:pt x="276" y="5133"/>
                    <a:pt x="274" y="5136"/>
                  </a:cubicBezTo>
                  <a:cubicBezTo>
                    <a:pt x="268" y="5151"/>
                    <a:pt x="261" y="5164"/>
                    <a:pt x="255" y="5177"/>
                  </a:cubicBezTo>
                  <a:cubicBezTo>
                    <a:pt x="252" y="5183"/>
                    <a:pt x="249" y="5187"/>
                    <a:pt x="252" y="5189"/>
                  </a:cubicBezTo>
                  <a:lnTo>
                    <a:pt x="249" y="5192"/>
                  </a:lnTo>
                  <a:cubicBezTo>
                    <a:pt x="162" y="5360"/>
                    <a:pt x="79" y="5527"/>
                    <a:pt x="1" y="5697"/>
                  </a:cubicBezTo>
                  <a:cubicBezTo>
                    <a:pt x="59" y="5609"/>
                    <a:pt x="120" y="5524"/>
                    <a:pt x="186" y="5439"/>
                  </a:cubicBezTo>
                  <a:cubicBezTo>
                    <a:pt x="197" y="5416"/>
                    <a:pt x="212" y="5399"/>
                    <a:pt x="228" y="5379"/>
                  </a:cubicBezTo>
                  <a:cubicBezTo>
                    <a:pt x="263" y="5329"/>
                    <a:pt x="301" y="5279"/>
                    <a:pt x="338" y="5229"/>
                  </a:cubicBezTo>
                  <a:lnTo>
                    <a:pt x="338" y="5222"/>
                  </a:lnTo>
                  <a:cubicBezTo>
                    <a:pt x="354" y="5203"/>
                    <a:pt x="367" y="5191"/>
                    <a:pt x="379" y="5172"/>
                  </a:cubicBezTo>
                  <a:cubicBezTo>
                    <a:pt x="382" y="5166"/>
                    <a:pt x="389" y="5163"/>
                    <a:pt x="395" y="5156"/>
                  </a:cubicBezTo>
                  <a:cubicBezTo>
                    <a:pt x="395" y="5153"/>
                    <a:pt x="395" y="5150"/>
                    <a:pt x="398" y="5147"/>
                  </a:cubicBezTo>
                  <a:lnTo>
                    <a:pt x="407" y="5138"/>
                  </a:lnTo>
                  <a:cubicBezTo>
                    <a:pt x="410" y="5132"/>
                    <a:pt x="418" y="5125"/>
                    <a:pt x="420" y="5119"/>
                  </a:cubicBezTo>
                  <a:cubicBezTo>
                    <a:pt x="424" y="5115"/>
                    <a:pt x="424" y="5112"/>
                    <a:pt x="426" y="5112"/>
                  </a:cubicBezTo>
                  <a:cubicBezTo>
                    <a:pt x="429" y="5106"/>
                    <a:pt x="433" y="5102"/>
                    <a:pt x="435" y="5100"/>
                  </a:cubicBezTo>
                  <a:cubicBezTo>
                    <a:pt x="439" y="5093"/>
                    <a:pt x="441" y="5086"/>
                    <a:pt x="449" y="5084"/>
                  </a:cubicBezTo>
                  <a:cubicBezTo>
                    <a:pt x="449" y="5081"/>
                    <a:pt x="452" y="5078"/>
                    <a:pt x="455" y="5075"/>
                  </a:cubicBezTo>
                  <a:cubicBezTo>
                    <a:pt x="459" y="5069"/>
                    <a:pt x="461" y="5065"/>
                    <a:pt x="467" y="5062"/>
                  </a:cubicBezTo>
                  <a:lnTo>
                    <a:pt x="467" y="5059"/>
                  </a:lnTo>
                  <a:cubicBezTo>
                    <a:pt x="474" y="5048"/>
                    <a:pt x="485" y="5038"/>
                    <a:pt x="493" y="5028"/>
                  </a:cubicBezTo>
                  <a:cubicBezTo>
                    <a:pt x="496" y="5020"/>
                    <a:pt x="502" y="5013"/>
                    <a:pt x="508" y="5007"/>
                  </a:cubicBezTo>
                  <a:cubicBezTo>
                    <a:pt x="516" y="4995"/>
                    <a:pt x="524" y="4985"/>
                    <a:pt x="531" y="4976"/>
                  </a:cubicBezTo>
                  <a:lnTo>
                    <a:pt x="533" y="4976"/>
                  </a:lnTo>
                  <a:cubicBezTo>
                    <a:pt x="564" y="4930"/>
                    <a:pt x="599" y="4887"/>
                    <a:pt x="634" y="4843"/>
                  </a:cubicBezTo>
                  <a:cubicBezTo>
                    <a:pt x="640" y="4836"/>
                    <a:pt x="645" y="4827"/>
                    <a:pt x="653" y="4821"/>
                  </a:cubicBezTo>
                  <a:cubicBezTo>
                    <a:pt x="1929" y="3211"/>
                    <a:pt x="3464" y="1888"/>
                    <a:pt x="5163" y="879"/>
                  </a:cubicBezTo>
                  <a:cubicBezTo>
                    <a:pt x="4955" y="841"/>
                    <a:pt x="4744" y="818"/>
                    <a:pt x="4526" y="804"/>
                  </a:cubicBezTo>
                  <a:cubicBezTo>
                    <a:pt x="4513" y="529"/>
                    <a:pt x="4482" y="263"/>
                    <a:pt x="44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135"/>
            <p:cNvSpPr/>
            <p:nvPr/>
          </p:nvSpPr>
          <p:spPr>
            <a:xfrm>
              <a:off x="3523325" y="2093775"/>
              <a:ext cx="170775" cy="189275"/>
            </a:xfrm>
            <a:custGeom>
              <a:rect b="b" l="l" r="r" t="t"/>
              <a:pathLst>
                <a:path extrusionOk="0" h="7571" w="6831">
                  <a:moveTo>
                    <a:pt x="832" y="0"/>
                  </a:moveTo>
                  <a:cubicBezTo>
                    <a:pt x="470" y="474"/>
                    <a:pt x="184" y="1012"/>
                    <a:pt x="1" y="1593"/>
                  </a:cubicBezTo>
                  <a:cubicBezTo>
                    <a:pt x="1377" y="3736"/>
                    <a:pt x="3275" y="5593"/>
                    <a:pt x="5635" y="6954"/>
                  </a:cubicBezTo>
                  <a:cubicBezTo>
                    <a:pt x="5683" y="6982"/>
                    <a:pt x="5729" y="7008"/>
                    <a:pt x="5778" y="7037"/>
                  </a:cubicBezTo>
                  <a:cubicBezTo>
                    <a:pt x="5801" y="7049"/>
                    <a:pt x="5827" y="7064"/>
                    <a:pt x="5856" y="7078"/>
                  </a:cubicBezTo>
                  <a:cubicBezTo>
                    <a:pt x="5913" y="7112"/>
                    <a:pt x="5974" y="7145"/>
                    <a:pt x="6033" y="7176"/>
                  </a:cubicBezTo>
                  <a:cubicBezTo>
                    <a:pt x="6039" y="7179"/>
                    <a:pt x="6046" y="7186"/>
                    <a:pt x="6054" y="7188"/>
                  </a:cubicBezTo>
                  <a:lnTo>
                    <a:pt x="6057" y="7188"/>
                  </a:lnTo>
                  <a:cubicBezTo>
                    <a:pt x="6061" y="7191"/>
                    <a:pt x="6061" y="7191"/>
                    <a:pt x="6064" y="7191"/>
                  </a:cubicBezTo>
                  <a:cubicBezTo>
                    <a:pt x="6064" y="7194"/>
                    <a:pt x="6068" y="7194"/>
                    <a:pt x="6070" y="7198"/>
                  </a:cubicBezTo>
                  <a:cubicBezTo>
                    <a:pt x="6073" y="7198"/>
                    <a:pt x="6079" y="7202"/>
                    <a:pt x="6085" y="7204"/>
                  </a:cubicBezTo>
                  <a:cubicBezTo>
                    <a:pt x="6092" y="7208"/>
                    <a:pt x="6099" y="7214"/>
                    <a:pt x="6108" y="7217"/>
                  </a:cubicBezTo>
                  <a:cubicBezTo>
                    <a:pt x="6114" y="7219"/>
                    <a:pt x="6120" y="7223"/>
                    <a:pt x="6130" y="7225"/>
                  </a:cubicBezTo>
                  <a:cubicBezTo>
                    <a:pt x="6132" y="7229"/>
                    <a:pt x="6136" y="7233"/>
                    <a:pt x="6139" y="7233"/>
                  </a:cubicBezTo>
                  <a:cubicBezTo>
                    <a:pt x="6141" y="7236"/>
                    <a:pt x="6145" y="7236"/>
                    <a:pt x="6147" y="7239"/>
                  </a:cubicBezTo>
                  <a:cubicBezTo>
                    <a:pt x="6154" y="7241"/>
                    <a:pt x="6161" y="7245"/>
                    <a:pt x="6167" y="7248"/>
                  </a:cubicBezTo>
                  <a:cubicBezTo>
                    <a:pt x="6171" y="7248"/>
                    <a:pt x="6171" y="7250"/>
                    <a:pt x="6173" y="7250"/>
                  </a:cubicBezTo>
                  <a:cubicBezTo>
                    <a:pt x="6177" y="7254"/>
                    <a:pt x="6183" y="7254"/>
                    <a:pt x="6186" y="7256"/>
                  </a:cubicBezTo>
                  <a:cubicBezTo>
                    <a:pt x="6193" y="7260"/>
                    <a:pt x="6202" y="7267"/>
                    <a:pt x="6208" y="7270"/>
                  </a:cubicBezTo>
                  <a:cubicBezTo>
                    <a:pt x="6217" y="7274"/>
                    <a:pt x="6228" y="7280"/>
                    <a:pt x="6237" y="7282"/>
                  </a:cubicBezTo>
                  <a:lnTo>
                    <a:pt x="6239" y="7285"/>
                  </a:lnTo>
                  <a:cubicBezTo>
                    <a:pt x="6245" y="7289"/>
                    <a:pt x="6248" y="7291"/>
                    <a:pt x="6254" y="7291"/>
                  </a:cubicBezTo>
                  <a:lnTo>
                    <a:pt x="6261" y="7298"/>
                  </a:lnTo>
                  <a:cubicBezTo>
                    <a:pt x="6278" y="7305"/>
                    <a:pt x="6294" y="7313"/>
                    <a:pt x="6309" y="7320"/>
                  </a:cubicBezTo>
                  <a:cubicBezTo>
                    <a:pt x="6311" y="7322"/>
                    <a:pt x="6315" y="7322"/>
                    <a:pt x="6317" y="7322"/>
                  </a:cubicBezTo>
                  <a:lnTo>
                    <a:pt x="6317" y="7325"/>
                  </a:lnTo>
                  <a:cubicBezTo>
                    <a:pt x="6488" y="7410"/>
                    <a:pt x="6658" y="7496"/>
                    <a:pt x="6830" y="7570"/>
                  </a:cubicBezTo>
                  <a:cubicBezTo>
                    <a:pt x="6742" y="7511"/>
                    <a:pt x="6657" y="7450"/>
                    <a:pt x="6572" y="7384"/>
                  </a:cubicBezTo>
                  <a:cubicBezTo>
                    <a:pt x="6553" y="7375"/>
                    <a:pt x="6534" y="7360"/>
                    <a:pt x="6516" y="7347"/>
                  </a:cubicBezTo>
                  <a:cubicBezTo>
                    <a:pt x="6461" y="7310"/>
                    <a:pt x="6410" y="7271"/>
                    <a:pt x="6361" y="7234"/>
                  </a:cubicBezTo>
                  <a:lnTo>
                    <a:pt x="6358" y="7231"/>
                  </a:lnTo>
                  <a:cubicBezTo>
                    <a:pt x="6338" y="7219"/>
                    <a:pt x="6319" y="7207"/>
                    <a:pt x="6304" y="7193"/>
                  </a:cubicBezTo>
                  <a:cubicBezTo>
                    <a:pt x="6297" y="7187"/>
                    <a:pt x="6291" y="7184"/>
                    <a:pt x="6284" y="7178"/>
                  </a:cubicBezTo>
                  <a:cubicBezTo>
                    <a:pt x="6280" y="7178"/>
                    <a:pt x="6278" y="7176"/>
                    <a:pt x="6278" y="7176"/>
                  </a:cubicBezTo>
                  <a:lnTo>
                    <a:pt x="6269" y="7167"/>
                  </a:lnTo>
                  <a:cubicBezTo>
                    <a:pt x="6260" y="7163"/>
                    <a:pt x="6253" y="7157"/>
                    <a:pt x="6247" y="7151"/>
                  </a:cubicBezTo>
                  <a:cubicBezTo>
                    <a:pt x="6244" y="7151"/>
                    <a:pt x="6244" y="7151"/>
                    <a:pt x="6244" y="7148"/>
                  </a:cubicBezTo>
                  <a:cubicBezTo>
                    <a:pt x="6238" y="7146"/>
                    <a:pt x="6234" y="7142"/>
                    <a:pt x="6232" y="7140"/>
                  </a:cubicBezTo>
                  <a:cubicBezTo>
                    <a:pt x="6224" y="7136"/>
                    <a:pt x="6218" y="7132"/>
                    <a:pt x="6216" y="7126"/>
                  </a:cubicBezTo>
                  <a:cubicBezTo>
                    <a:pt x="6209" y="7126"/>
                    <a:pt x="6206" y="7124"/>
                    <a:pt x="6203" y="7117"/>
                  </a:cubicBezTo>
                  <a:cubicBezTo>
                    <a:pt x="6197" y="7117"/>
                    <a:pt x="6193" y="7115"/>
                    <a:pt x="6190" y="7109"/>
                  </a:cubicBezTo>
                  <a:lnTo>
                    <a:pt x="6187" y="7109"/>
                  </a:lnTo>
                  <a:cubicBezTo>
                    <a:pt x="6178" y="7098"/>
                    <a:pt x="6168" y="7091"/>
                    <a:pt x="6159" y="7083"/>
                  </a:cubicBezTo>
                  <a:cubicBezTo>
                    <a:pt x="6149" y="7080"/>
                    <a:pt x="6140" y="7074"/>
                    <a:pt x="6134" y="7067"/>
                  </a:cubicBezTo>
                  <a:cubicBezTo>
                    <a:pt x="6124" y="7057"/>
                    <a:pt x="6114" y="7050"/>
                    <a:pt x="6105" y="7042"/>
                  </a:cubicBezTo>
                  <a:lnTo>
                    <a:pt x="6103" y="7042"/>
                  </a:lnTo>
                  <a:cubicBezTo>
                    <a:pt x="6100" y="7042"/>
                    <a:pt x="6100" y="7042"/>
                    <a:pt x="6100" y="7039"/>
                  </a:cubicBezTo>
                  <a:cubicBezTo>
                    <a:pt x="6052" y="7003"/>
                    <a:pt x="6005" y="6969"/>
                    <a:pt x="5960" y="6931"/>
                  </a:cubicBezTo>
                  <a:cubicBezTo>
                    <a:pt x="5954" y="6928"/>
                    <a:pt x="5951" y="6921"/>
                    <a:pt x="5945" y="6919"/>
                  </a:cubicBezTo>
                  <a:cubicBezTo>
                    <a:pt x="3603" y="5062"/>
                    <a:pt x="1873" y="2658"/>
                    <a:pt x="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135"/>
            <p:cNvSpPr/>
            <p:nvPr/>
          </p:nvSpPr>
          <p:spPr>
            <a:xfrm>
              <a:off x="3661325" y="2264975"/>
              <a:ext cx="173575" cy="165675"/>
            </a:xfrm>
            <a:custGeom>
              <a:rect b="b" l="l" r="r" t="t"/>
              <a:pathLst>
                <a:path extrusionOk="0" h="6627" w="6943">
                  <a:moveTo>
                    <a:pt x="1" y="1"/>
                  </a:moveTo>
                  <a:cubicBezTo>
                    <a:pt x="88" y="61"/>
                    <a:pt x="173" y="121"/>
                    <a:pt x="259" y="186"/>
                  </a:cubicBezTo>
                  <a:cubicBezTo>
                    <a:pt x="280" y="197"/>
                    <a:pt x="299" y="212"/>
                    <a:pt x="317" y="228"/>
                  </a:cubicBezTo>
                  <a:cubicBezTo>
                    <a:pt x="372" y="263"/>
                    <a:pt x="423" y="300"/>
                    <a:pt x="472" y="341"/>
                  </a:cubicBezTo>
                  <a:lnTo>
                    <a:pt x="475" y="341"/>
                  </a:lnTo>
                  <a:cubicBezTo>
                    <a:pt x="491" y="354"/>
                    <a:pt x="510" y="366"/>
                    <a:pt x="526" y="379"/>
                  </a:cubicBezTo>
                  <a:cubicBezTo>
                    <a:pt x="532" y="386"/>
                    <a:pt x="538" y="388"/>
                    <a:pt x="545" y="395"/>
                  </a:cubicBezTo>
                  <a:cubicBezTo>
                    <a:pt x="548" y="395"/>
                    <a:pt x="552" y="398"/>
                    <a:pt x="554" y="401"/>
                  </a:cubicBezTo>
                  <a:cubicBezTo>
                    <a:pt x="558" y="401"/>
                    <a:pt x="560" y="407"/>
                    <a:pt x="560" y="407"/>
                  </a:cubicBezTo>
                  <a:cubicBezTo>
                    <a:pt x="567" y="411"/>
                    <a:pt x="573" y="413"/>
                    <a:pt x="575" y="421"/>
                  </a:cubicBezTo>
                  <a:cubicBezTo>
                    <a:pt x="579" y="421"/>
                    <a:pt x="583" y="424"/>
                    <a:pt x="585" y="427"/>
                  </a:cubicBezTo>
                  <a:cubicBezTo>
                    <a:pt x="591" y="429"/>
                    <a:pt x="598" y="433"/>
                    <a:pt x="600" y="436"/>
                  </a:cubicBezTo>
                  <a:cubicBezTo>
                    <a:pt x="606" y="439"/>
                    <a:pt x="611" y="442"/>
                    <a:pt x="614" y="449"/>
                  </a:cubicBezTo>
                  <a:cubicBezTo>
                    <a:pt x="616" y="449"/>
                    <a:pt x="620" y="453"/>
                    <a:pt x="622" y="455"/>
                  </a:cubicBezTo>
                  <a:cubicBezTo>
                    <a:pt x="629" y="459"/>
                    <a:pt x="635" y="462"/>
                    <a:pt x="637" y="468"/>
                  </a:cubicBezTo>
                  <a:cubicBezTo>
                    <a:pt x="641" y="468"/>
                    <a:pt x="641" y="470"/>
                    <a:pt x="641" y="470"/>
                  </a:cubicBezTo>
                  <a:cubicBezTo>
                    <a:pt x="650" y="477"/>
                    <a:pt x="660" y="484"/>
                    <a:pt x="668" y="493"/>
                  </a:cubicBezTo>
                  <a:cubicBezTo>
                    <a:pt x="678" y="495"/>
                    <a:pt x="684" y="501"/>
                    <a:pt x="691" y="508"/>
                  </a:cubicBezTo>
                  <a:cubicBezTo>
                    <a:pt x="699" y="515"/>
                    <a:pt x="710" y="521"/>
                    <a:pt x="719" y="527"/>
                  </a:cubicBezTo>
                  <a:cubicBezTo>
                    <a:pt x="719" y="531"/>
                    <a:pt x="722" y="534"/>
                    <a:pt x="722" y="534"/>
                  </a:cubicBezTo>
                  <a:cubicBezTo>
                    <a:pt x="770" y="566"/>
                    <a:pt x="813" y="603"/>
                    <a:pt x="861" y="638"/>
                  </a:cubicBezTo>
                  <a:cubicBezTo>
                    <a:pt x="868" y="645"/>
                    <a:pt x="870" y="649"/>
                    <a:pt x="877" y="651"/>
                  </a:cubicBezTo>
                  <a:cubicBezTo>
                    <a:pt x="2938" y="2283"/>
                    <a:pt x="4530" y="4344"/>
                    <a:pt x="5591" y="6626"/>
                  </a:cubicBezTo>
                  <a:cubicBezTo>
                    <a:pt x="6068" y="6535"/>
                    <a:pt x="6522" y="6377"/>
                    <a:pt x="6943" y="6166"/>
                  </a:cubicBezTo>
                  <a:cubicBezTo>
                    <a:pt x="5557" y="3943"/>
                    <a:pt x="3619" y="2021"/>
                    <a:pt x="1197" y="622"/>
                  </a:cubicBezTo>
                  <a:cubicBezTo>
                    <a:pt x="1148" y="593"/>
                    <a:pt x="1102" y="567"/>
                    <a:pt x="1054" y="539"/>
                  </a:cubicBezTo>
                  <a:cubicBezTo>
                    <a:pt x="1030" y="526"/>
                    <a:pt x="1002" y="510"/>
                    <a:pt x="976" y="498"/>
                  </a:cubicBezTo>
                  <a:cubicBezTo>
                    <a:pt x="919" y="463"/>
                    <a:pt x="859" y="431"/>
                    <a:pt x="803" y="400"/>
                  </a:cubicBezTo>
                  <a:cubicBezTo>
                    <a:pt x="796" y="400"/>
                    <a:pt x="790" y="397"/>
                    <a:pt x="784" y="391"/>
                  </a:cubicBezTo>
                  <a:cubicBezTo>
                    <a:pt x="777" y="388"/>
                    <a:pt x="768" y="385"/>
                    <a:pt x="761" y="381"/>
                  </a:cubicBezTo>
                  <a:lnTo>
                    <a:pt x="761" y="379"/>
                  </a:lnTo>
                  <a:cubicBezTo>
                    <a:pt x="755" y="379"/>
                    <a:pt x="753" y="375"/>
                    <a:pt x="746" y="372"/>
                  </a:cubicBezTo>
                  <a:cubicBezTo>
                    <a:pt x="740" y="369"/>
                    <a:pt x="730" y="366"/>
                    <a:pt x="724" y="360"/>
                  </a:cubicBezTo>
                  <a:cubicBezTo>
                    <a:pt x="718" y="357"/>
                    <a:pt x="709" y="354"/>
                    <a:pt x="702" y="351"/>
                  </a:cubicBezTo>
                  <a:cubicBezTo>
                    <a:pt x="696" y="348"/>
                    <a:pt x="692" y="344"/>
                    <a:pt x="689" y="341"/>
                  </a:cubicBezTo>
                  <a:cubicBezTo>
                    <a:pt x="683" y="341"/>
                    <a:pt x="679" y="338"/>
                    <a:pt x="677" y="335"/>
                  </a:cubicBezTo>
                  <a:cubicBezTo>
                    <a:pt x="674" y="335"/>
                    <a:pt x="674" y="333"/>
                    <a:pt x="674" y="333"/>
                  </a:cubicBezTo>
                  <a:cubicBezTo>
                    <a:pt x="673" y="334"/>
                    <a:pt x="671" y="334"/>
                    <a:pt x="671" y="334"/>
                  </a:cubicBezTo>
                  <a:cubicBezTo>
                    <a:pt x="669" y="334"/>
                    <a:pt x="667" y="333"/>
                    <a:pt x="667" y="333"/>
                  </a:cubicBezTo>
                  <a:cubicBezTo>
                    <a:pt x="665" y="329"/>
                    <a:pt x="661" y="329"/>
                    <a:pt x="658" y="326"/>
                  </a:cubicBezTo>
                  <a:cubicBezTo>
                    <a:pt x="652" y="326"/>
                    <a:pt x="648" y="323"/>
                    <a:pt x="646" y="320"/>
                  </a:cubicBezTo>
                  <a:cubicBezTo>
                    <a:pt x="635" y="315"/>
                    <a:pt x="626" y="309"/>
                    <a:pt x="620" y="307"/>
                  </a:cubicBezTo>
                  <a:cubicBezTo>
                    <a:pt x="610" y="303"/>
                    <a:pt x="600" y="297"/>
                    <a:pt x="594" y="294"/>
                  </a:cubicBezTo>
                  <a:lnTo>
                    <a:pt x="594" y="292"/>
                  </a:lnTo>
                  <a:cubicBezTo>
                    <a:pt x="588" y="292"/>
                    <a:pt x="581" y="288"/>
                    <a:pt x="574" y="284"/>
                  </a:cubicBezTo>
                  <a:cubicBezTo>
                    <a:pt x="568" y="282"/>
                    <a:pt x="564" y="278"/>
                    <a:pt x="562" y="276"/>
                  </a:cubicBezTo>
                  <a:cubicBezTo>
                    <a:pt x="547" y="269"/>
                    <a:pt x="533" y="263"/>
                    <a:pt x="521" y="257"/>
                  </a:cubicBezTo>
                  <a:cubicBezTo>
                    <a:pt x="514" y="254"/>
                    <a:pt x="507" y="250"/>
                    <a:pt x="505" y="247"/>
                  </a:cubicBezTo>
                  <a:cubicBezTo>
                    <a:pt x="337" y="165"/>
                    <a:pt x="171" y="8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3" name="Google Shape;10643;p135"/>
          <p:cNvGrpSpPr/>
          <p:nvPr/>
        </p:nvGrpSpPr>
        <p:grpSpPr>
          <a:xfrm>
            <a:off x="8823999" y="1306408"/>
            <a:ext cx="185799" cy="185799"/>
            <a:chOff x="5035425" y="2779450"/>
            <a:chExt cx="94800" cy="94800"/>
          </a:xfrm>
        </p:grpSpPr>
        <p:sp>
          <p:nvSpPr>
            <p:cNvPr id="10644" name="Google Shape;10644;p135"/>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135"/>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135"/>
          <p:cNvGrpSpPr/>
          <p:nvPr/>
        </p:nvGrpSpPr>
        <p:grpSpPr>
          <a:xfrm>
            <a:off x="7712565" y="4089733"/>
            <a:ext cx="1190679" cy="959251"/>
            <a:chOff x="-1208112" y="2710525"/>
            <a:chExt cx="531150" cy="427913"/>
          </a:xfrm>
        </p:grpSpPr>
        <p:sp>
          <p:nvSpPr>
            <p:cNvPr id="10647" name="Google Shape;10647;p135"/>
            <p:cNvSpPr/>
            <p:nvPr/>
          </p:nvSpPr>
          <p:spPr>
            <a:xfrm>
              <a:off x="-1208087" y="2710525"/>
              <a:ext cx="531125" cy="427850"/>
            </a:xfrm>
            <a:custGeom>
              <a:rect b="b" l="l" r="r" t="t"/>
              <a:pathLst>
                <a:path extrusionOk="0" h="17114" w="21245">
                  <a:moveTo>
                    <a:pt x="16464" y="1"/>
                  </a:moveTo>
                  <a:cubicBezTo>
                    <a:pt x="16305" y="1"/>
                    <a:pt x="16145" y="26"/>
                    <a:pt x="15987" y="80"/>
                  </a:cubicBezTo>
                  <a:lnTo>
                    <a:pt x="1181" y="5168"/>
                  </a:lnTo>
                  <a:cubicBezTo>
                    <a:pt x="412" y="5433"/>
                    <a:pt x="0" y="6277"/>
                    <a:pt x="264" y="7043"/>
                  </a:cubicBezTo>
                  <a:lnTo>
                    <a:pt x="3381" y="16117"/>
                  </a:lnTo>
                  <a:cubicBezTo>
                    <a:pt x="3592" y="16728"/>
                    <a:pt x="4168" y="17114"/>
                    <a:pt x="4782" y="17114"/>
                  </a:cubicBezTo>
                  <a:cubicBezTo>
                    <a:pt x="4940" y="17114"/>
                    <a:pt x="5101" y="17088"/>
                    <a:pt x="5258" y="17034"/>
                  </a:cubicBezTo>
                  <a:lnTo>
                    <a:pt x="7426" y="16290"/>
                  </a:lnTo>
                  <a:lnTo>
                    <a:pt x="16069" y="13320"/>
                  </a:lnTo>
                  <a:lnTo>
                    <a:pt x="16622" y="13130"/>
                  </a:lnTo>
                  <a:lnTo>
                    <a:pt x="17896" y="12692"/>
                  </a:lnTo>
                  <a:lnTo>
                    <a:pt x="20065" y="11947"/>
                  </a:lnTo>
                  <a:cubicBezTo>
                    <a:pt x="20832" y="11682"/>
                    <a:pt x="21245" y="10837"/>
                    <a:pt x="20981" y="10069"/>
                  </a:cubicBezTo>
                  <a:lnTo>
                    <a:pt x="17863" y="996"/>
                  </a:lnTo>
                  <a:cubicBezTo>
                    <a:pt x="17654" y="386"/>
                    <a:pt x="17077" y="1"/>
                    <a:pt x="16464"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8" name="Google Shape;10648;p135"/>
            <p:cNvGrpSpPr/>
            <p:nvPr/>
          </p:nvGrpSpPr>
          <p:grpSpPr>
            <a:xfrm>
              <a:off x="-1208112" y="2710563"/>
              <a:ext cx="531150" cy="427875"/>
              <a:chOff x="-1651000" y="1758875"/>
              <a:chExt cx="531150" cy="427875"/>
            </a:xfrm>
          </p:grpSpPr>
          <p:sp>
            <p:nvSpPr>
              <p:cNvPr id="10649" name="Google Shape;10649;p135"/>
              <p:cNvSpPr/>
              <p:nvPr/>
            </p:nvSpPr>
            <p:spPr>
              <a:xfrm>
                <a:off x="-1651000" y="1758875"/>
                <a:ext cx="531150" cy="427875"/>
              </a:xfrm>
              <a:custGeom>
                <a:rect b="b" l="l" r="r" t="t"/>
                <a:pathLst>
                  <a:path extrusionOk="0" h="17115" w="21246">
                    <a:moveTo>
                      <a:pt x="16465" y="1"/>
                    </a:moveTo>
                    <a:cubicBezTo>
                      <a:pt x="16306" y="1"/>
                      <a:pt x="16145" y="26"/>
                      <a:pt x="15987" y="81"/>
                    </a:cubicBezTo>
                    <a:lnTo>
                      <a:pt x="1181" y="5168"/>
                    </a:lnTo>
                    <a:cubicBezTo>
                      <a:pt x="413" y="5433"/>
                      <a:pt x="0" y="6277"/>
                      <a:pt x="264" y="7043"/>
                    </a:cubicBezTo>
                    <a:lnTo>
                      <a:pt x="3381" y="16117"/>
                    </a:lnTo>
                    <a:cubicBezTo>
                      <a:pt x="3591" y="16728"/>
                      <a:pt x="4168" y="17114"/>
                      <a:pt x="4781" y="17114"/>
                    </a:cubicBezTo>
                    <a:cubicBezTo>
                      <a:pt x="4940" y="17114"/>
                      <a:pt x="5101" y="17088"/>
                      <a:pt x="5258" y="17034"/>
                    </a:cubicBezTo>
                    <a:lnTo>
                      <a:pt x="20064" y="11946"/>
                    </a:lnTo>
                    <a:cubicBezTo>
                      <a:pt x="20833" y="11682"/>
                      <a:pt x="21246" y="10838"/>
                      <a:pt x="20982" y="10069"/>
                    </a:cubicBezTo>
                    <a:lnTo>
                      <a:pt x="17864" y="996"/>
                    </a:lnTo>
                    <a:cubicBezTo>
                      <a:pt x="17655" y="386"/>
                      <a:pt x="17079" y="1"/>
                      <a:pt x="16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35"/>
              <p:cNvSpPr/>
              <p:nvPr/>
            </p:nvSpPr>
            <p:spPr>
              <a:xfrm>
                <a:off x="-1627375" y="1911950"/>
                <a:ext cx="20650" cy="19975"/>
              </a:xfrm>
              <a:custGeom>
                <a:rect b="b" l="l" r="r" t="t"/>
                <a:pathLst>
                  <a:path extrusionOk="0" h="799" w="826">
                    <a:moveTo>
                      <a:pt x="413" y="1"/>
                    </a:moveTo>
                    <a:cubicBezTo>
                      <a:pt x="370" y="1"/>
                      <a:pt x="326" y="8"/>
                      <a:pt x="283" y="23"/>
                    </a:cubicBezTo>
                    <a:cubicBezTo>
                      <a:pt x="182" y="58"/>
                      <a:pt x="101" y="130"/>
                      <a:pt x="54" y="225"/>
                    </a:cubicBezTo>
                    <a:cubicBezTo>
                      <a:pt x="7" y="321"/>
                      <a:pt x="1" y="429"/>
                      <a:pt x="36" y="529"/>
                    </a:cubicBezTo>
                    <a:cubicBezTo>
                      <a:pt x="91" y="690"/>
                      <a:pt x="242" y="799"/>
                      <a:pt x="412" y="799"/>
                    </a:cubicBezTo>
                    <a:cubicBezTo>
                      <a:pt x="456" y="799"/>
                      <a:pt x="500" y="791"/>
                      <a:pt x="542" y="777"/>
                    </a:cubicBezTo>
                    <a:cubicBezTo>
                      <a:pt x="644" y="742"/>
                      <a:pt x="724" y="670"/>
                      <a:pt x="771" y="575"/>
                    </a:cubicBezTo>
                    <a:cubicBezTo>
                      <a:pt x="819" y="479"/>
                      <a:pt x="825" y="370"/>
                      <a:pt x="790" y="270"/>
                    </a:cubicBezTo>
                    <a:cubicBezTo>
                      <a:pt x="734" y="109"/>
                      <a:pt x="584"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35"/>
              <p:cNvSpPr/>
              <p:nvPr/>
            </p:nvSpPr>
            <p:spPr>
              <a:xfrm>
                <a:off x="-1243900" y="1780175"/>
                <a:ext cx="21500" cy="20000"/>
              </a:xfrm>
              <a:custGeom>
                <a:rect b="b" l="l" r="r" t="t"/>
                <a:pathLst>
                  <a:path extrusionOk="0" h="800" w="860">
                    <a:moveTo>
                      <a:pt x="413" y="0"/>
                    </a:moveTo>
                    <a:cubicBezTo>
                      <a:pt x="369" y="0"/>
                      <a:pt x="325" y="9"/>
                      <a:pt x="282" y="22"/>
                    </a:cubicBezTo>
                    <a:cubicBezTo>
                      <a:pt x="182" y="57"/>
                      <a:pt x="100" y="129"/>
                      <a:pt x="54" y="225"/>
                    </a:cubicBezTo>
                    <a:cubicBezTo>
                      <a:pt x="6" y="320"/>
                      <a:pt x="0" y="429"/>
                      <a:pt x="34" y="530"/>
                    </a:cubicBezTo>
                    <a:cubicBezTo>
                      <a:pt x="90" y="691"/>
                      <a:pt x="243" y="799"/>
                      <a:pt x="413" y="799"/>
                    </a:cubicBezTo>
                    <a:cubicBezTo>
                      <a:pt x="456" y="799"/>
                      <a:pt x="501" y="791"/>
                      <a:pt x="542" y="778"/>
                    </a:cubicBezTo>
                    <a:cubicBezTo>
                      <a:pt x="749" y="706"/>
                      <a:pt x="860" y="478"/>
                      <a:pt x="790" y="270"/>
                    </a:cubicBezTo>
                    <a:cubicBezTo>
                      <a:pt x="735" y="109"/>
                      <a:pt x="583" y="0"/>
                      <a:pt x="4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135"/>
              <p:cNvSpPr/>
              <p:nvPr/>
            </p:nvSpPr>
            <p:spPr>
              <a:xfrm>
                <a:off x="-1547425" y="2147300"/>
                <a:ext cx="22450" cy="20000"/>
              </a:xfrm>
              <a:custGeom>
                <a:rect b="b" l="l" r="r" t="t"/>
                <a:pathLst>
                  <a:path extrusionOk="0" h="800" w="898">
                    <a:moveTo>
                      <a:pt x="450" y="1"/>
                    </a:moveTo>
                    <a:cubicBezTo>
                      <a:pt x="405" y="1"/>
                      <a:pt x="362" y="9"/>
                      <a:pt x="320" y="22"/>
                    </a:cubicBezTo>
                    <a:cubicBezTo>
                      <a:pt x="111" y="94"/>
                      <a:pt x="1" y="322"/>
                      <a:pt x="72" y="530"/>
                    </a:cubicBezTo>
                    <a:cubicBezTo>
                      <a:pt x="127" y="691"/>
                      <a:pt x="279" y="800"/>
                      <a:pt x="450" y="800"/>
                    </a:cubicBezTo>
                    <a:cubicBezTo>
                      <a:pt x="493" y="800"/>
                      <a:pt x="537" y="791"/>
                      <a:pt x="579" y="778"/>
                    </a:cubicBezTo>
                    <a:cubicBezTo>
                      <a:pt x="786" y="707"/>
                      <a:pt x="898" y="479"/>
                      <a:pt x="826" y="270"/>
                    </a:cubicBezTo>
                    <a:cubicBezTo>
                      <a:pt x="772" y="109"/>
                      <a:pt x="620" y="1"/>
                      <a:pt x="4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135"/>
              <p:cNvSpPr/>
              <p:nvPr/>
            </p:nvSpPr>
            <p:spPr>
              <a:xfrm>
                <a:off x="-1163000" y="2015550"/>
                <a:ext cx="21550" cy="19975"/>
              </a:xfrm>
              <a:custGeom>
                <a:rect b="b" l="l" r="r" t="t"/>
                <a:pathLst>
                  <a:path extrusionOk="0" h="799" w="862">
                    <a:moveTo>
                      <a:pt x="413" y="0"/>
                    </a:moveTo>
                    <a:cubicBezTo>
                      <a:pt x="369" y="0"/>
                      <a:pt x="326" y="8"/>
                      <a:pt x="283" y="22"/>
                    </a:cubicBezTo>
                    <a:cubicBezTo>
                      <a:pt x="182" y="57"/>
                      <a:pt x="101" y="129"/>
                      <a:pt x="54" y="224"/>
                    </a:cubicBezTo>
                    <a:cubicBezTo>
                      <a:pt x="7" y="320"/>
                      <a:pt x="0" y="429"/>
                      <a:pt x="35" y="529"/>
                    </a:cubicBezTo>
                    <a:cubicBezTo>
                      <a:pt x="89" y="690"/>
                      <a:pt x="241" y="798"/>
                      <a:pt x="412" y="798"/>
                    </a:cubicBezTo>
                    <a:cubicBezTo>
                      <a:pt x="456" y="798"/>
                      <a:pt x="500" y="791"/>
                      <a:pt x="542" y="776"/>
                    </a:cubicBezTo>
                    <a:cubicBezTo>
                      <a:pt x="750" y="705"/>
                      <a:pt x="861" y="477"/>
                      <a:pt x="790" y="270"/>
                    </a:cubicBezTo>
                    <a:cubicBezTo>
                      <a:pt x="735" y="109"/>
                      <a:pt x="584" y="0"/>
                      <a:pt x="4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35"/>
              <p:cNvSpPr/>
              <p:nvPr/>
            </p:nvSpPr>
            <p:spPr>
              <a:xfrm>
                <a:off x="-1550125" y="1984975"/>
                <a:ext cx="386425" cy="140200"/>
              </a:xfrm>
              <a:custGeom>
                <a:rect b="b" l="l" r="r" t="t"/>
                <a:pathLst>
                  <a:path extrusionOk="0" h="5608" w="15457">
                    <a:moveTo>
                      <a:pt x="15341" y="0"/>
                    </a:moveTo>
                    <a:lnTo>
                      <a:pt x="0" y="5273"/>
                    </a:lnTo>
                    <a:lnTo>
                      <a:pt x="115" y="5607"/>
                    </a:lnTo>
                    <a:lnTo>
                      <a:pt x="15457" y="335"/>
                    </a:lnTo>
                    <a:lnTo>
                      <a:pt x="153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35"/>
              <p:cNvSpPr/>
              <p:nvPr/>
            </p:nvSpPr>
            <p:spPr>
              <a:xfrm>
                <a:off x="-1604400" y="1802800"/>
                <a:ext cx="437850" cy="314175"/>
              </a:xfrm>
              <a:custGeom>
                <a:rect b="b" l="l" r="r" t="t"/>
                <a:pathLst>
                  <a:path extrusionOk="0" h="12567" w="17514">
                    <a:moveTo>
                      <a:pt x="13353" y="1"/>
                    </a:moveTo>
                    <a:lnTo>
                      <a:pt x="8687" y="1604"/>
                    </a:lnTo>
                    <a:lnTo>
                      <a:pt x="8187" y="1776"/>
                    </a:lnTo>
                    <a:lnTo>
                      <a:pt x="7581" y="1984"/>
                    </a:lnTo>
                    <a:lnTo>
                      <a:pt x="6742" y="2273"/>
                    </a:lnTo>
                    <a:lnTo>
                      <a:pt x="6136" y="2480"/>
                    </a:lnTo>
                    <a:lnTo>
                      <a:pt x="5636" y="2652"/>
                    </a:lnTo>
                    <a:lnTo>
                      <a:pt x="969" y="4255"/>
                    </a:lnTo>
                    <a:cubicBezTo>
                      <a:pt x="1250" y="5072"/>
                      <a:pt x="814" y="5963"/>
                      <a:pt x="1" y="6242"/>
                    </a:cubicBezTo>
                    <a:lnTo>
                      <a:pt x="0" y="6243"/>
                    </a:lnTo>
                    <a:lnTo>
                      <a:pt x="2171" y="12566"/>
                    </a:lnTo>
                    <a:lnTo>
                      <a:pt x="8317" y="10454"/>
                    </a:lnTo>
                    <a:lnTo>
                      <a:pt x="8817" y="10282"/>
                    </a:lnTo>
                    <a:lnTo>
                      <a:pt x="9422" y="10075"/>
                    </a:lnTo>
                    <a:lnTo>
                      <a:pt x="10262" y="9786"/>
                    </a:lnTo>
                    <a:lnTo>
                      <a:pt x="10867" y="9578"/>
                    </a:lnTo>
                    <a:lnTo>
                      <a:pt x="11368" y="9406"/>
                    </a:lnTo>
                    <a:lnTo>
                      <a:pt x="17513" y="7295"/>
                    </a:lnTo>
                    <a:lnTo>
                      <a:pt x="15340" y="973"/>
                    </a:lnTo>
                    <a:cubicBezTo>
                      <a:pt x="15173" y="1030"/>
                      <a:pt x="15003" y="1057"/>
                      <a:pt x="14835" y="1057"/>
                    </a:cubicBezTo>
                    <a:cubicBezTo>
                      <a:pt x="14185" y="1057"/>
                      <a:pt x="13576" y="648"/>
                      <a:pt x="133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135"/>
              <p:cNvSpPr/>
              <p:nvPr/>
            </p:nvSpPr>
            <p:spPr>
              <a:xfrm>
                <a:off x="-1463475" y="1842900"/>
                <a:ext cx="143275" cy="221250"/>
              </a:xfrm>
              <a:custGeom>
                <a:rect b="b" l="l" r="r" t="t"/>
                <a:pathLst>
                  <a:path extrusionOk="0" h="8850" w="5731">
                    <a:moveTo>
                      <a:pt x="3051" y="0"/>
                    </a:moveTo>
                    <a:lnTo>
                      <a:pt x="2551" y="174"/>
                    </a:lnTo>
                    <a:lnTo>
                      <a:pt x="1946" y="380"/>
                    </a:lnTo>
                    <a:lnTo>
                      <a:pt x="1106" y="669"/>
                    </a:lnTo>
                    <a:lnTo>
                      <a:pt x="501" y="876"/>
                    </a:lnTo>
                    <a:lnTo>
                      <a:pt x="1" y="1048"/>
                    </a:lnTo>
                    <a:lnTo>
                      <a:pt x="2681" y="8850"/>
                    </a:lnTo>
                    <a:lnTo>
                      <a:pt x="3180" y="8678"/>
                    </a:lnTo>
                    <a:lnTo>
                      <a:pt x="3785" y="8471"/>
                    </a:lnTo>
                    <a:lnTo>
                      <a:pt x="4626" y="8182"/>
                    </a:lnTo>
                    <a:lnTo>
                      <a:pt x="5231" y="7974"/>
                    </a:lnTo>
                    <a:lnTo>
                      <a:pt x="5731" y="7802"/>
                    </a:lnTo>
                    <a:lnTo>
                      <a:pt x="30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135"/>
              <p:cNvSpPr/>
              <p:nvPr/>
            </p:nvSpPr>
            <p:spPr>
              <a:xfrm>
                <a:off x="-1450950" y="1847225"/>
                <a:ext cx="118275" cy="212650"/>
              </a:xfrm>
              <a:custGeom>
                <a:rect b="b" l="l" r="r" t="t"/>
                <a:pathLst>
                  <a:path extrusionOk="0" h="8506" w="4731">
                    <a:moveTo>
                      <a:pt x="2050" y="1"/>
                    </a:moveTo>
                    <a:lnTo>
                      <a:pt x="1445" y="207"/>
                    </a:lnTo>
                    <a:lnTo>
                      <a:pt x="605" y="496"/>
                    </a:lnTo>
                    <a:lnTo>
                      <a:pt x="0" y="703"/>
                    </a:lnTo>
                    <a:lnTo>
                      <a:pt x="2679" y="8505"/>
                    </a:lnTo>
                    <a:lnTo>
                      <a:pt x="3284" y="8298"/>
                    </a:lnTo>
                    <a:lnTo>
                      <a:pt x="4125" y="8009"/>
                    </a:lnTo>
                    <a:lnTo>
                      <a:pt x="4730" y="7801"/>
                    </a:lnTo>
                    <a:lnTo>
                      <a:pt x="20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135"/>
              <p:cNvSpPr/>
              <p:nvPr/>
            </p:nvSpPr>
            <p:spPr>
              <a:xfrm>
                <a:off x="-1435800" y="1852475"/>
                <a:ext cx="88125" cy="202250"/>
              </a:xfrm>
              <a:custGeom>
                <a:rect b="b" l="l" r="r" t="t"/>
                <a:pathLst>
                  <a:path extrusionOk="0" h="8090" w="3525">
                    <a:moveTo>
                      <a:pt x="840" y="0"/>
                    </a:moveTo>
                    <a:lnTo>
                      <a:pt x="0" y="289"/>
                    </a:lnTo>
                    <a:lnTo>
                      <a:pt x="2684" y="8090"/>
                    </a:lnTo>
                    <a:lnTo>
                      <a:pt x="3524" y="7801"/>
                    </a:lnTo>
                    <a:lnTo>
                      <a:pt x="84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135"/>
              <p:cNvSpPr/>
              <p:nvPr/>
            </p:nvSpPr>
            <p:spPr>
              <a:xfrm>
                <a:off x="-1465375" y="2039125"/>
                <a:ext cx="261800" cy="127000"/>
              </a:xfrm>
              <a:custGeom>
                <a:rect b="b" l="l" r="r" t="t"/>
                <a:pathLst>
                  <a:path extrusionOk="0" h="5080" w="10472">
                    <a:moveTo>
                      <a:pt x="8573" y="1"/>
                    </a:moveTo>
                    <a:cubicBezTo>
                      <a:pt x="8454" y="1"/>
                      <a:pt x="8334" y="20"/>
                      <a:pt x="8217" y="60"/>
                    </a:cubicBezTo>
                    <a:lnTo>
                      <a:pt x="905" y="2573"/>
                    </a:lnTo>
                    <a:cubicBezTo>
                      <a:pt x="502" y="2712"/>
                      <a:pt x="218" y="3068"/>
                      <a:pt x="172" y="3491"/>
                    </a:cubicBezTo>
                    <a:lnTo>
                      <a:pt x="1" y="5079"/>
                    </a:lnTo>
                    <a:lnTo>
                      <a:pt x="1" y="5079"/>
                    </a:lnTo>
                    <a:lnTo>
                      <a:pt x="10471" y="1480"/>
                    </a:lnTo>
                    <a:lnTo>
                      <a:pt x="9358" y="334"/>
                    </a:lnTo>
                    <a:cubicBezTo>
                      <a:pt x="9149" y="117"/>
                      <a:pt x="8864" y="1"/>
                      <a:pt x="8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135"/>
              <p:cNvSpPr/>
              <p:nvPr/>
            </p:nvSpPr>
            <p:spPr>
              <a:xfrm>
                <a:off x="-1437200" y="2136150"/>
                <a:ext cx="19575" cy="18825"/>
              </a:xfrm>
              <a:custGeom>
                <a:rect b="b" l="l" r="r" t="t"/>
                <a:pathLst>
                  <a:path extrusionOk="0" h="753" w="783">
                    <a:moveTo>
                      <a:pt x="365" y="1"/>
                    </a:moveTo>
                    <a:cubicBezTo>
                      <a:pt x="330" y="1"/>
                      <a:pt x="295" y="7"/>
                      <a:pt x="261" y="18"/>
                    </a:cubicBezTo>
                    <a:cubicBezTo>
                      <a:pt x="91" y="76"/>
                      <a:pt x="0" y="261"/>
                      <a:pt x="59" y="430"/>
                    </a:cubicBezTo>
                    <a:lnTo>
                      <a:pt x="170" y="752"/>
                    </a:lnTo>
                    <a:lnTo>
                      <a:pt x="783" y="543"/>
                    </a:lnTo>
                    <a:lnTo>
                      <a:pt x="671" y="220"/>
                    </a:lnTo>
                    <a:cubicBezTo>
                      <a:pt x="625" y="85"/>
                      <a:pt x="499" y="1"/>
                      <a:pt x="3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135"/>
              <p:cNvSpPr/>
              <p:nvPr/>
            </p:nvSpPr>
            <p:spPr>
              <a:xfrm>
                <a:off x="-1254975" y="2073575"/>
                <a:ext cx="19550" cy="18800"/>
              </a:xfrm>
              <a:custGeom>
                <a:rect b="b" l="l" r="r" t="t"/>
                <a:pathLst>
                  <a:path extrusionOk="0" h="752" w="782">
                    <a:moveTo>
                      <a:pt x="365" y="0"/>
                    </a:moveTo>
                    <a:cubicBezTo>
                      <a:pt x="330" y="0"/>
                      <a:pt x="294" y="6"/>
                      <a:pt x="259" y="18"/>
                    </a:cubicBezTo>
                    <a:cubicBezTo>
                      <a:pt x="90" y="76"/>
                      <a:pt x="0" y="260"/>
                      <a:pt x="58" y="430"/>
                    </a:cubicBezTo>
                    <a:lnTo>
                      <a:pt x="170" y="752"/>
                    </a:lnTo>
                    <a:lnTo>
                      <a:pt x="782" y="541"/>
                    </a:lnTo>
                    <a:lnTo>
                      <a:pt x="671" y="219"/>
                    </a:lnTo>
                    <a:cubicBezTo>
                      <a:pt x="625" y="85"/>
                      <a:pt x="499" y="0"/>
                      <a:pt x="3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135"/>
              <p:cNvSpPr/>
              <p:nvPr/>
            </p:nvSpPr>
            <p:spPr>
              <a:xfrm>
                <a:off x="-1538675" y="1874725"/>
                <a:ext cx="295375" cy="162550"/>
              </a:xfrm>
              <a:custGeom>
                <a:rect b="b" l="l" r="r" t="t"/>
                <a:pathLst>
                  <a:path extrusionOk="0" h="6502" w="11815">
                    <a:moveTo>
                      <a:pt x="10085" y="0"/>
                    </a:moveTo>
                    <a:cubicBezTo>
                      <a:pt x="9955" y="0"/>
                      <a:pt x="9824" y="21"/>
                      <a:pt x="9694" y="66"/>
                    </a:cubicBezTo>
                    <a:lnTo>
                      <a:pt x="962" y="3066"/>
                    </a:lnTo>
                    <a:cubicBezTo>
                      <a:pt x="334" y="3281"/>
                      <a:pt x="1" y="3965"/>
                      <a:pt x="217" y="4593"/>
                    </a:cubicBezTo>
                    <a:lnTo>
                      <a:pt x="594" y="5690"/>
                    </a:lnTo>
                    <a:cubicBezTo>
                      <a:pt x="764" y="6188"/>
                      <a:pt x="1230" y="6501"/>
                      <a:pt x="1729" y="6501"/>
                    </a:cubicBezTo>
                    <a:cubicBezTo>
                      <a:pt x="1859" y="6501"/>
                      <a:pt x="1992" y="6480"/>
                      <a:pt x="2121" y="6435"/>
                    </a:cubicBezTo>
                    <a:lnTo>
                      <a:pt x="10853" y="3435"/>
                    </a:lnTo>
                    <a:cubicBezTo>
                      <a:pt x="11482" y="3220"/>
                      <a:pt x="11815" y="2535"/>
                      <a:pt x="11598" y="1908"/>
                    </a:cubicBezTo>
                    <a:lnTo>
                      <a:pt x="11222" y="811"/>
                    </a:lnTo>
                    <a:cubicBezTo>
                      <a:pt x="11051" y="313"/>
                      <a:pt x="10585" y="0"/>
                      <a:pt x="100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135"/>
              <p:cNvSpPr/>
              <p:nvPr/>
            </p:nvSpPr>
            <p:spPr>
              <a:xfrm>
                <a:off x="-1440250" y="1938275"/>
                <a:ext cx="66350" cy="46475"/>
              </a:xfrm>
              <a:custGeom>
                <a:rect b="b" l="l" r="r" t="t"/>
                <a:pathLst>
                  <a:path extrusionOk="0" h="1859" w="2654">
                    <a:moveTo>
                      <a:pt x="1786" y="1"/>
                    </a:moveTo>
                    <a:cubicBezTo>
                      <a:pt x="1704" y="1"/>
                      <a:pt x="1619" y="14"/>
                      <a:pt x="1536" y="43"/>
                    </a:cubicBezTo>
                    <a:lnTo>
                      <a:pt x="617" y="359"/>
                    </a:lnTo>
                    <a:cubicBezTo>
                      <a:pt x="214" y="497"/>
                      <a:pt x="1" y="936"/>
                      <a:pt x="138" y="1338"/>
                    </a:cubicBezTo>
                    <a:cubicBezTo>
                      <a:pt x="248" y="1658"/>
                      <a:pt x="547" y="1858"/>
                      <a:pt x="868" y="1858"/>
                    </a:cubicBezTo>
                    <a:cubicBezTo>
                      <a:pt x="951" y="1858"/>
                      <a:pt x="1035" y="1845"/>
                      <a:pt x="1117" y="1817"/>
                    </a:cubicBezTo>
                    <a:lnTo>
                      <a:pt x="2037" y="1500"/>
                    </a:lnTo>
                    <a:cubicBezTo>
                      <a:pt x="2439" y="1363"/>
                      <a:pt x="2654" y="924"/>
                      <a:pt x="2516" y="522"/>
                    </a:cubicBezTo>
                    <a:cubicBezTo>
                      <a:pt x="2406" y="202"/>
                      <a:pt x="2107" y="1"/>
                      <a:pt x="1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35"/>
              <p:cNvSpPr/>
              <p:nvPr/>
            </p:nvSpPr>
            <p:spPr>
              <a:xfrm>
                <a:off x="-1365625" y="1924225"/>
                <a:ext cx="25500" cy="37300"/>
              </a:xfrm>
              <a:custGeom>
                <a:rect b="b" l="l" r="r" t="t"/>
                <a:pathLst>
                  <a:path extrusionOk="0" h="1492" w="1020">
                    <a:moveTo>
                      <a:pt x="365" y="0"/>
                    </a:moveTo>
                    <a:cubicBezTo>
                      <a:pt x="330" y="0"/>
                      <a:pt x="294" y="6"/>
                      <a:pt x="259" y="18"/>
                    </a:cubicBezTo>
                    <a:cubicBezTo>
                      <a:pt x="91" y="75"/>
                      <a:pt x="0" y="260"/>
                      <a:pt x="58" y="429"/>
                    </a:cubicBezTo>
                    <a:lnTo>
                      <a:pt x="349" y="1273"/>
                    </a:lnTo>
                    <a:cubicBezTo>
                      <a:pt x="395" y="1407"/>
                      <a:pt x="521" y="1491"/>
                      <a:pt x="655" y="1491"/>
                    </a:cubicBezTo>
                    <a:cubicBezTo>
                      <a:pt x="690" y="1491"/>
                      <a:pt x="725" y="1486"/>
                      <a:pt x="760" y="1474"/>
                    </a:cubicBezTo>
                    <a:cubicBezTo>
                      <a:pt x="929" y="1416"/>
                      <a:pt x="1020" y="1231"/>
                      <a:pt x="961" y="1063"/>
                    </a:cubicBezTo>
                    <a:lnTo>
                      <a:pt x="671" y="219"/>
                    </a:lnTo>
                    <a:cubicBezTo>
                      <a:pt x="625" y="84"/>
                      <a:pt x="500"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35"/>
              <p:cNvSpPr/>
              <p:nvPr/>
            </p:nvSpPr>
            <p:spPr>
              <a:xfrm>
                <a:off x="-1523650" y="1955000"/>
                <a:ext cx="73850" cy="67300"/>
              </a:xfrm>
              <a:custGeom>
                <a:rect b="b" l="l" r="r" t="t"/>
                <a:pathLst>
                  <a:path extrusionOk="0" h="2692" w="2954">
                    <a:moveTo>
                      <a:pt x="1477" y="1"/>
                    </a:moveTo>
                    <a:cubicBezTo>
                      <a:pt x="1133" y="1"/>
                      <a:pt x="788" y="132"/>
                      <a:pt x="526" y="394"/>
                    </a:cubicBezTo>
                    <a:cubicBezTo>
                      <a:pt x="0" y="921"/>
                      <a:pt x="0" y="1772"/>
                      <a:pt x="526" y="2297"/>
                    </a:cubicBezTo>
                    <a:cubicBezTo>
                      <a:pt x="788" y="2560"/>
                      <a:pt x="1133" y="2691"/>
                      <a:pt x="1477" y="2691"/>
                    </a:cubicBezTo>
                    <a:cubicBezTo>
                      <a:pt x="1821" y="2691"/>
                      <a:pt x="2166" y="2560"/>
                      <a:pt x="2429" y="2297"/>
                    </a:cubicBezTo>
                    <a:cubicBezTo>
                      <a:pt x="2954" y="1772"/>
                      <a:pt x="2954" y="921"/>
                      <a:pt x="2429" y="394"/>
                    </a:cubicBezTo>
                    <a:cubicBezTo>
                      <a:pt x="2166" y="132"/>
                      <a:pt x="1821" y="1"/>
                      <a:pt x="1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35"/>
              <p:cNvSpPr/>
              <p:nvPr/>
            </p:nvSpPr>
            <p:spPr>
              <a:xfrm>
                <a:off x="-1518675" y="1959550"/>
                <a:ext cx="63900" cy="58225"/>
              </a:xfrm>
              <a:custGeom>
                <a:rect b="b" l="l" r="r" t="t"/>
                <a:pathLst>
                  <a:path extrusionOk="0" h="2329" w="2556">
                    <a:moveTo>
                      <a:pt x="1278" y="1"/>
                    </a:moveTo>
                    <a:cubicBezTo>
                      <a:pt x="980" y="1"/>
                      <a:pt x="683" y="114"/>
                      <a:pt x="456" y="341"/>
                    </a:cubicBezTo>
                    <a:cubicBezTo>
                      <a:pt x="0" y="796"/>
                      <a:pt x="0" y="1532"/>
                      <a:pt x="456" y="1988"/>
                    </a:cubicBezTo>
                    <a:cubicBezTo>
                      <a:pt x="683" y="2215"/>
                      <a:pt x="980" y="2328"/>
                      <a:pt x="1278" y="2328"/>
                    </a:cubicBezTo>
                    <a:cubicBezTo>
                      <a:pt x="1576" y="2328"/>
                      <a:pt x="1874" y="2215"/>
                      <a:pt x="2101" y="1988"/>
                    </a:cubicBezTo>
                    <a:cubicBezTo>
                      <a:pt x="2556" y="1532"/>
                      <a:pt x="2556"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135"/>
              <p:cNvSpPr/>
              <p:nvPr/>
            </p:nvSpPr>
            <p:spPr>
              <a:xfrm>
                <a:off x="-1499175" y="1976525"/>
                <a:ext cx="26100" cy="24225"/>
              </a:xfrm>
              <a:custGeom>
                <a:rect b="b" l="l" r="r" t="t"/>
                <a:pathLst>
                  <a:path extrusionOk="0" h="969" w="1044">
                    <a:moveTo>
                      <a:pt x="501" y="1"/>
                    </a:moveTo>
                    <a:cubicBezTo>
                      <a:pt x="449" y="1"/>
                      <a:pt x="395" y="10"/>
                      <a:pt x="343" y="29"/>
                    </a:cubicBezTo>
                    <a:cubicBezTo>
                      <a:pt x="221" y="71"/>
                      <a:pt x="123" y="158"/>
                      <a:pt x="67" y="273"/>
                    </a:cubicBezTo>
                    <a:cubicBezTo>
                      <a:pt x="10" y="390"/>
                      <a:pt x="1" y="520"/>
                      <a:pt x="43" y="643"/>
                    </a:cubicBezTo>
                    <a:cubicBezTo>
                      <a:pt x="110" y="837"/>
                      <a:pt x="294" y="969"/>
                      <a:pt x="500" y="969"/>
                    </a:cubicBezTo>
                    <a:cubicBezTo>
                      <a:pt x="553" y="969"/>
                      <a:pt x="605" y="960"/>
                      <a:pt x="657" y="942"/>
                    </a:cubicBezTo>
                    <a:cubicBezTo>
                      <a:pt x="910" y="855"/>
                      <a:pt x="1044" y="579"/>
                      <a:pt x="957" y="327"/>
                    </a:cubicBezTo>
                    <a:cubicBezTo>
                      <a:pt x="890" y="133"/>
                      <a:pt x="708" y="1"/>
                      <a:pt x="5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135"/>
              <p:cNvSpPr/>
              <p:nvPr/>
            </p:nvSpPr>
            <p:spPr>
              <a:xfrm>
                <a:off x="-1333200" y="1889600"/>
                <a:ext cx="73850" cy="67300"/>
              </a:xfrm>
              <a:custGeom>
                <a:rect b="b" l="l" r="r" t="t"/>
                <a:pathLst>
                  <a:path extrusionOk="0" h="2692" w="2954">
                    <a:moveTo>
                      <a:pt x="1477" y="0"/>
                    </a:moveTo>
                    <a:cubicBezTo>
                      <a:pt x="1133" y="0"/>
                      <a:pt x="788" y="132"/>
                      <a:pt x="526" y="394"/>
                    </a:cubicBezTo>
                    <a:cubicBezTo>
                      <a:pt x="0" y="920"/>
                      <a:pt x="0" y="1771"/>
                      <a:pt x="526" y="2296"/>
                    </a:cubicBezTo>
                    <a:cubicBezTo>
                      <a:pt x="788" y="2559"/>
                      <a:pt x="1133" y="2691"/>
                      <a:pt x="1477" y="2691"/>
                    </a:cubicBezTo>
                    <a:cubicBezTo>
                      <a:pt x="1821" y="2691"/>
                      <a:pt x="2166" y="2559"/>
                      <a:pt x="2429" y="2296"/>
                    </a:cubicBezTo>
                    <a:cubicBezTo>
                      <a:pt x="2954" y="1771"/>
                      <a:pt x="2954" y="920"/>
                      <a:pt x="2429" y="394"/>
                    </a:cubicBezTo>
                    <a:cubicBezTo>
                      <a:pt x="2166" y="132"/>
                      <a:pt x="1821" y="0"/>
                      <a:pt x="14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135"/>
              <p:cNvSpPr/>
              <p:nvPr/>
            </p:nvSpPr>
            <p:spPr>
              <a:xfrm>
                <a:off x="-1328225" y="1894125"/>
                <a:ext cx="63875" cy="58200"/>
              </a:xfrm>
              <a:custGeom>
                <a:rect b="b" l="l" r="r" t="t"/>
                <a:pathLst>
                  <a:path extrusionOk="0" h="2328" w="2555">
                    <a:moveTo>
                      <a:pt x="1278" y="1"/>
                    </a:moveTo>
                    <a:cubicBezTo>
                      <a:pt x="980" y="1"/>
                      <a:pt x="682" y="114"/>
                      <a:pt x="455" y="341"/>
                    </a:cubicBezTo>
                    <a:cubicBezTo>
                      <a:pt x="1" y="796"/>
                      <a:pt x="1" y="1533"/>
                      <a:pt x="455" y="1987"/>
                    </a:cubicBezTo>
                    <a:cubicBezTo>
                      <a:pt x="682" y="2214"/>
                      <a:pt x="980" y="2328"/>
                      <a:pt x="1278" y="2328"/>
                    </a:cubicBezTo>
                    <a:cubicBezTo>
                      <a:pt x="1576" y="2328"/>
                      <a:pt x="1874" y="2214"/>
                      <a:pt x="2101" y="1987"/>
                    </a:cubicBezTo>
                    <a:cubicBezTo>
                      <a:pt x="2555" y="1533"/>
                      <a:pt x="2555"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135"/>
              <p:cNvSpPr/>
              <p:nvPr/>
            </p:nvSpPr>
            <p:spPr>
              <a:xfrm>
                <a:off x="-1309825" y="1911100"/>
                <a:ext cx="27250" cy="24225"/>
              </a:xfrm>
              <a:custGeom>
                <a:rect b="b" l="l" r="r" t="t"/>
                <a:pathLst>
                  <a:path extrusionOk="0" h="969" w="1090">
                    <a:moveTo>
                      <a:pt x="544" y="1"/>
                    </a:moveTo>
                    <a:cubicBezTo>
                      <a:pt x="492" y="1"/>
                      <a:pt x="439" y="10"/>
                      <a:pt x="387" y="28"/>
                    </a:cubicBezTo>
                    <a:cubicBezTo>
                      <a:pt x="135" y="114"/>
                      <a:pt x="0" y="391"/>
                      <a:pt x="86" y="642"/>
                    </a:cubicBezTo>
                    <a:cubicBezTo>
                      <a:pt x="153" y="837"/>
                      <a:pt x="337" y="969"/>
                      <a:pt x="543" y="969"/>
                    </a:cubicBezTo>
                    <a:cubicBezTo>
                      <a:pt x="597" y="969"/>
                      <a:pt x="651" y="960"/>
                      <a:pt x="702" y="941"/>
                    </a:cubicBezTo>
                    <a:cubicBezTo>
                      <a:pt x="955" y="854"/>
                      <a:pt x="1089" y="579"/>
                      <a:pt x="1002" y="327"/>
                    </a:cubicBezTo>
                    <a:cubicBezTo>
                      <a:pt x="935" y="132"/>
                      <a:pt x="751" y="1"/>
                      <a:pt x="5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135"/>
              <p:cNvSpPr/>
              <p:nvPr/>
            </p:nvSpPr>
            <p:spPr>
              <a:xfrm>
                <a:off x="-1508450" y="1967225"/>
                <a:ext cx="275125" cy="94550"/>
              </a:xfrm>
              <a:custGeom>
                <a:rect b="b" l="l" r="r" t="t"/>
                <a:pathLst>
                  <a:path extrusionOk="0" fill="none" h="3782" w="11005">
                    <a:moveTo>
                      <a:pt x="0" y="3782"/>
                    </a:moveTo>
                    <a:lnTo>
                      <a:pt x="11004" y="0"/>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35"/>
              <p:cNvSpPr/>
              <p:nvPr/>
            </p:nvSpPr>
            <p:spPr>
              <a:xfrm>
                <a:off x="-1504425" y="1979000"/>
                <a:ext cx="275175" cy="94550"/>
              </a:xfrm>
              <a:custGeom>
                <a:rect b="b" l="l" r="r" t="t"/>
                <a:pathLst>
                  <a:path extrusionOk="0" fill="none" h="3782" w="11007">
                    <a:moveTo>
                      <a:pt x="0" y="3781"/>
                    </a:moveTo>
                    <a:lnTo>
                      <a:pt x="11006" y="0"/>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135"/>
              <p:cNvSpPr/>
              <p:nvPr/>
            </p:nvSpPr>
            <p:spPr>
              <a:xfrm>
                <a:off x="-1500375" y="1990775"/>
                <a:ext cx="275200" cy="94550"/>
              </a:xfrm>
              <a:custGeom>
                <a:rect b="b" l="l" r="r" t="t"/>
                <a:pathLst>
                  <a:path extrusionOk="0" fill="none" h="3782" w="11008">
                    <a:moveTo>
                      <a:pt x="0" y="3782"/>
                    </a:moveTo>
                    <a:lnTo>
                      <a:pt x="11007" y="1"/>
                    </a:lnTo>
                  </a:path>
                </a:pathLst>
              </a:custGeom>
              <a:solidFill>
                <a:schemeClr val="dk1"/>
              </a:solidFill>
              <a:ln cap="flat" cmpd="sng" w="3150">
                <a:solidFill>
                  <a:srgbClr val="000000"/>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74" name="Google Shape;10674;p135"/>
          <p:cNvGrpSpPr/>
          <p:nvPr/>
        </p:nvGrpSpPr>
        <p:grpSpPr>
          <a:xfrm rot="-2018233">
            <a:off x="93536" y="320709"/>
            <a:ext cx="1128892" cy="678984"/>
            <a:chOff x="-3197125" y="3291375"/>
            <a:chExt cx="286625" cy="172388"/>
          </a:xfrm>
        </p:grpSpPr>
        <p:sp>
          <p:nvSpPr>
            <p:cNvPr id="10675" name="Google Shape;10675;p135"/>
            <p:cNvSpPr/>
            <p:nvPr/>
          </p:nvSpPr>
          <p:spPr>
            <a:xfrm>
              <a:off x="-3197125" y="3291375"/>
              <a:ext cx="286625" cy="172300"/>
            </a:xfrm>
            <a:custGeom>
              <a:rect b="b" l="l" r="r" t="t"/>
              <a:pathLst>
                <a:path extrusionOk="0" h="6892" w="11465">
                  <a:moveTo>
                    <a:pt x="317" y="0"/>
                  </a:moveTo>
                  <a:cubicBezTo>
                    <a:pt x="140" y="0"/>
                    <a:pt x="0" y="141"/>
                    <a:pt x="0" y="316"/>
                  </a:cubicBezTo>
                  <a:lnTo>
                    <a:pt x="0" y="6576"/>
                  </a:lnTo>
                  <a:cubicBezTo>
                    <a:pt x="0" y="6751"/>
                    <a:pt x="143" y="6892"/>
                    <a:pt x="317" y="6892"/>
                  </a:cubicBezTo>
                  <a:lnTo>
                    <a:pt x="11149" y="6892"/>
                  </a:lnTo>
                  <a:cubicBezTo>
                    <a:pt x="11324" y="6892"/>
                    <a:pt x="11465" y="6750"/>
                    <a:pt x="11465" y="6576"/>
                  </a:cubicBezTo>
                  <a:lnTo>
                    <a:pt x="11465" y="316"/>
                  </a:lnTo>
                  <a:cubicBezTo>
                    <a:pt x="11465" y="140"/>
                    <a:pt x="11323" y="0"/>
                    <a:pt x="11149"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6" name="Google Shape;10676;p135"/>
            <p:cNvGrpSpPr/>
            <p:nvPr/>
          </p:nvGrpSpPr>
          <p:grpSpPr>
            <a:xfrm>
              <a:off x="-3197125" y="3291438"/>
              <a:ext cx="286625" cy="172325"/>
              <a:chOff x="-3197125" y="2023475"/>
              <a:chExt cx="286625" cy="172325"/>
            </a:xfrm>
          </p:grpSpPr>
          <p:sp>
            <p:nvSpPr>
              <p:cNvPr id="10677" name="Google Shape;10677;p135"/>
              <p:cNvSpPr/>
              <p:nvPr/>
            </p:nvSpPr>
            <p:spPr>
              <a:xfrm>
                <a:off x="-3197125" y="2023475"/>
                <a:ext cx="286625" cy="172325"/>
              </a:xfrm>
              <a:custGeom>
                <a:rect b="b" l="l" r="r" t="t"/>
                <a:pathLst>
                  <a:path extrusionOk="0" h="6893" w="11465">
                    <a:moveTo>
                      <a:pt x="317" y="0"/>
                    </a:moveTo>
                    <a:cubicBezTo>
                      <a:pt x="143" y="0"/>
                      <a:pt x="0" y="141"/>
                      <a:pt x="0" y="316"/>
                    </a:cubicBezTo>
                    <a:lnTo>
                      <a:pt x="0" y="6577"/>
                    </a:lnTo>
                    <a:cubicBezTo>
                      <a:pt x="0" y="6750"/>
                      <a:pt x="140" y="6893"/>
                      <a:pt x="317" y="6893"/>
                    </a:cubicBezTo>
                    <a:lnTo>
                      <a:pt x="11148" y="6893"/>
                    </a:lnTo>
                    <a:cubicBezTo>
                      <a:pt x="11323" y="6893"/>
                      <a:pt x="11465" y="6750"/>
                      <a:pt x="11465" y="6577"/>
                    </a:cubicBezTo>
                    <a:lnTo>
                      <a:pt x="11465" y="316"/>
                    </a:lnTo>
                    <a:cubicBezTo>
                      <a:pt x="11465" y="143"/>
                      <a:pt x="11324" y="0"/>
                      <a:pt x="111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135"/>
              <p:cNvSpPr/>
              <p:nvPr/>
            </p:nvSpPr>
            <p:spPr>
              <a:xfrm>
                <a:off x="-3167550" y="2038925"/>
                <a:ext cx="227450" cy="103050"/>
              </a:xfrm>
              <a:custGeom>
                <a:rect b="b" l="l" r="r" t="t"/>
                <a:pathLst>
                  <a:path extrusionOk="0" h="4122" w="9098">
                    <a:moveTo>
                      <a:pt x="1" y="0"/>
                    </a:moveTo>
                    <a:lnTo>
                      <a:pt x="1" y="4121"/>
                    </a:lnTo>
                    <a:lnTo>
                      <a:pt x="9098" y="4121"/>
                    </a:lnTo>
                    <a:lnTo>
                      <a:pt x="909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135"/>
              <p:cNvSpPr/>
              <p:nvPr/>
            </p:nvSpPr>
            <p:spPr>
              <a:xfrm>
                <a:off x="-3121150" y="2085075"/>
                <a:ext cx="134650" cy="33600"/>
              </a:xfrm>
              <a:custGeom>
                <a:rect b="b" l="l" r="r" t="t"/>
                <a:pathLst>
                  <a:path extrusionOk="0" h="1344" w="5386">
                    <a:moveTo>
                      <a:pt x="0" y="1"/>
                    </a:moveTo>
                    <a:lnTo>
                      <a:pt x="0" y="1343"/>
                    </a:lnTo>
                    <a:lnTo>
                      <a:pt x="5385" y="1343"/>
                    </a:lnTo>
                    <a:lnTo>
                      <a:pt x="53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135"/>
              <p:cNvSpPr/>
              <p:nvPr/>
            </p:nvSpPr>
            <p:spPr>
              <a:xfrm>
                <a:off x="-3121150" y="2085025"/>
                <a:ext cx="65625" cy="33650"/>
              </a:xfrm>
              <a:custGeom>
                <a:rect b="b" l="l" r="r" t="t"/>
                <a:pathLst>
                  <a:path extrusionOk="0" h="1346" w="2625">
                    <a:moveTo>
                      <a:pt x="0" y="1"/>
                    </a:moveTo>
                    <a:lnTo>
                      <a:pt x="0" y="1345"/>
                    </a:lnTo>
                    <a:lnTo>
                      <a:pt x="2534" y="1345"/>
                    </a:lnTo>
                    <a:cubicBezTo>
                      <a:pt x="2591" y="1131"/>
                      <a:pt x="2625" y="907"/>
                      <a:pt x="2625" y="673"/>
                    </a:cubicBezTo>
                    <a:cubicBezTo>
                      <a:pt x="2625" y="441"/>
                      <a:pt x="2591" y="216"/>
                      <a:pt x="25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135"/>
              <p:cNvSpPr/>
              <p:nvPr/>
            </p:nvSpPr>
            <p:spPr>
              <a:xfrm>
                <a:off x="-3034350" y="2085075"/>
                <a:ext cx="47850" cy="33625"/>
              </a:xfrm>
              <a:custGeom>
                <a:rect b="b" l="l" r="r" t="t"/>
                <a:pathLst>
                  <a:path extrusionOk="0" h="1345" w="1914">
                    <a:moveTo>
                      <a:pt x="149" y="1"/>
                    </a:moveTo>
                    <a:cubicBezTo>
                      <a:pt x="55" y="226"/>
                      <a:pt x="1" y="475"/>
                      <a:pt x="1" y="735"/>
                    </a:cubicBezTo>
                    <a:cubicBezTo>
                      <a:pt x="1" y="948"/>
                      <a:pt x="37" y="1152"/>
                      <a:pt x="102" y="1344"/>
                    </a:cubicBezTo>
                    <a:lnTo>
                      <a:pt x="1913" y="1344"/>
                    </a:lnTo>
                    <a:lnTo>
                      <a:pt x="19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135"/>
              <p:cNvSpPr/>
              <p:nvPr/>
            </p:nvSpPr>
            <p:spPr>
              <a:xfrm>
                <a:off x="-3143075" y="2078800"/>
                <a:ext cx="46125" cy="46075"/>
              </a:xfrm>
              <a:custGeom>
                <a:rect b="b" l="l" r="r" t="t"/>
                <a:pathLst>
                  <a:path extrusionOk="0" h="1843" w="1845">
                    <a:moveTo>
                      <a:pt x="922" y="1"/>
                    </a:moveTo>
                    <a:cubicBezTo>
                      <a:pt x="412" y="1"/>
                      <a:pt x="0" y="414"/>
                      <a:pt x="0" y="922"/>
                    </a:cubicBezTo>
                    <a:cubicBezTo>
                      <a:pt x="0" y="1431"/>
                      <a:pt x="413" y="1843"/>
                      <a:pt x="922" y="1843"/>
                    </a:cubicBezTo>
                    <a:cubicBezTo>
                      <a:pt x="1432" y="1843"/>
                      <a:pt x="1842" y="1430"/>
                      <a:pt x="1842" y="922"/>
                    </a:cubicBezTo>
                    <a:cubicBezTo>
                      <a:pt x="1844" y="414"/>
                      <a:pt x="1432" y="1"/>
                      <a:pt x="9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135"/>
              <p:cNvSpPr/>
              <p:nvPr/>
            </p:nvSpPr>
            <p:spPr>
              <a:xfrm>
                <a:off x="-3141550" y="2081975"/>
                <a:ext cx="42975" cy="39975"/>
              </a:xfrm>
              <a:custGeom>
                <a:rect b="b" l="l" r="r" t="t"/>
                <a:pathLst>
                  <a:path extrusionOk="0" h="1599" w="1719">
                    <a:moveTo>
                      <a:pt x="859" y="1"/>
                    </a:moveTo>
                    <a:cubicBezTo>
                      <a:pt x="817" y="1"/>
                      <a:pt x="774" y="4"/>
                      <a:pt x="731" y="11"/>
                    </a:cubicBezTo>
                    <a:cubicBezTo>
                      <a:pt x="296" y="82"/>
                      <a:pt x="0" y="493"/>
                      <a:pt x="71" y="928"/>
                    </a:cubicBezTo>
                    <a:cubicBezTo>
                      <a:pt x="135" y="1320"/>
                      <a:pt x="474" y="1599"/>
                      <a:pt x="858" y="1599"/>
                    </a:cubicBezTo>
                    <a:cubicBezTo>
                      <a:pt x="901" y="1599"/>
                      <a:pt x="944" y="1595"/>
                      <a:pt x="988" y="1588"/>
                    </a:cubicBezTo>
                    <a:cubicBezTo>
                      <a:pt x="1423" y="1517"/>
                      <a:pt x="1718" y="1106"/>
                      <a:pt x="1647" y="672"/>
                    </a:cubicBezTo>
                    <a:cubicBezTo>
                      <a:pt x="1584" y="279"/>
                      <a:pt x="1244" y="1"/>
                      <a:pt x="8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135"/>
              <p:cNvSpPr/>
              <p:nvPr/>
            </p:nvSpPr>
            <p:spPr>
              <a:xfrm>
                <a:off x="-3010650" y="2078800"/>
                <a:ext cx="46075" cy="46075"/>
              </a:xfrm>
              <a:custGeom>
                <a:rect b="b" l="l" r="r" t="t"/>
                <a:pathLst>
                  <a:path extrusionOk="0" h="1843" w="1843">
                    <a:moveTo>
                      <a:pt x="921" y="1"/>
                    </a:moveTo>
                    <a:cubicBezTo>
                      <a:pt x="412" y="1"/>
                      <a:pt x="0" y="414"/>
                      <a:pt x="0" y="922"/>
                    </a:cubicBezTo>
                    <a:cubicBezTo>
                      <a:pt x="0" y="1431"/>
                      <a:pt x="413" y="1843"/>
                      <a:pt x="921" y="1843"/>
                    </a:cubicBezTo>
                    <a:cubicBezTo>
                      <a:pt x="1431" y="1843"/>
                      <a:pt x="1842" y="1430"/>
                      <a:pt x="1842" y="922"/>
                    </a:cubicBezTo>
                    <a:cubicBezTo>
                      <a:pt x="1842" y="414"/>
                      <a:pt x="1430" y="1"/>
                      <a:pt x="9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135"/>
              <p:cNvSpPr/>
              <p:nvPr/>
            </p:nvSpPr>
            <p:spPr>
              <a:xfrm>
                <a:off x="-3009300" y="2081900"/>
                <a:ext cx="43125" cy="39950"/>
              </a:xfrm>
              <a:custGeom>
                <a:rect b="b" l="l" r="r" t="t"/>
                <a:pathLst>
                  <a:path extrusionOk="0" h="1598" w="1725">
                    <a:moveTo>
                      <a:pt x="864" y="1"/>
                    </a:moveTo>
                    <a:cubicBezTo>
                      <a:pt x="819" y="1"/>
                      <a:pt x="772" y="5"/>
                      <a:pt x="726" y="13"/>
                    </a:cubicBezTo>
                    <a:cubicBezTo>
                      <a:pt x="291" y="88"/>
                      <a:pt x="0" y="501"/>
                      <a:pt x="75" y="936"/>
                    </a:cubicBezTo>
                    <a:cubicBezTo>
                      <a:pt x="144" y="1324"/>
                      <a:pt x="481" y="1598"/>
                      <a:pt x="862" y="1598"/>
                    </a:cubicBezTo>
                    <a:cubicBezTo>
                      <a:pt x="907" y="1598"/>
                      <a:pt x="953" y="1594"/>
                      <a:pt x="999" y="1586"/>
                    </a:cubicBezTo>
                    <a:cubicBezTo>
                      <a:pt x="1433" y="1510"/>
                      <a:pt x="1724" y="1097"/>
                      <a:pt x="1649" y="662"/>
                    </a:cubicBezTo>
                    <a:cubicBezTo>
                      <a:pt x="1582" y="274"/>
                      <a:pt x="1245" y="1"/>
                      <a:pt x="8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135"/>
              <p:cNvSpPr/>
              <p:nvPr/>
            </p:nvSpPr>
            <p:spPr>
              <a:xfrm>
                <a:off x="-3021825" y="2160325"/>
                <a:ext cx="7775" cy="7775"/>
              </a:xfrm>
              <a:custGeom>
                <a:rect b="b" l="l" r="r" t="t"/>
                <a:pathLst>
                  <a:path extrusionOk="0" h="311" w="311">
                    <a:moveTo>
                      <a:pt x="155" y="1"/>
                    </a:moveTo>
                    <a:cubicBezTo>
                      <a:pt x="70" y="1"/>
                      <a:pt x="1" y="70"/>
                      <a:pt x="1" y="156"/>
                    </a:cubicBezTo>
                    <a:cubicBezTo>
                      <a:pt x="1" y="241"/>
                      <a:pt x="70" y="311"/>
                      <a:pt x="155" y="311"/>
                    </a:cubicBezTo>
                    <a:cubicBezTo>
                      <a:pt x="241" y="311"/>
                      <a:pt x="310" y="241"/>
                      <a:pt x="310" y="156"/>
                    </a:cubicBezTo>
                    <a:cubicBezTo>
                      <a:pt x="310" y="70"/>
                      <a:pt x="241"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135"/>
              <p:cNvSpPr/>
              <p:nvPr/>
            </p:nvSpPr>
            <p:spPr>
              <a:xfrm>
                <a:off x="-2924825" y="2171975"/>
                <a:ext cx="7775" cy="7750"/>
              </a:xfrm>
              <a:custGeom>
                <a:rect b="b" l="l" r="r" t="t"/>
                <a:pathLst>
                  <a:path extrusionOk="0" h="310" w="311">
                    <a:moveTo>
                      <a:pt x="156" y="0"/>
                    </a:moveTo>
                    <a:cubicBezTo>
                      <a:pt x="70" y="0"/>
                      <a:pt x="1" y="69"/>
                      <a:pt x="1" y="155"/>
                    </a:cubicBezTo>
                    <a:cubicBezTo>
                      <a:pt x="1" y="241"/>
                      <a:pt x="70" y="310"/>
                      <a:pt x="156" y="310"/>
                    </a:cubicBezTo>
                    <a:cubicBezTo>
                      <a:pt x="241" y="310"/>
                      <a:pt x="310" y="241"/>
                      <a:pt x="310" y="155"/>
                    </a:cubicBezTo>
                    <a:cubicBezTo>
                      <a:pt x="310" y="69"/>
                      <a:pt x="241" y="0"/>
                      <a:pt x="1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135"/>
              <p:cNvSpPr/>
              <p:nvPr/>
            </p:nvSpPr>
            <p:spPr>
              <a:xfrm>
                <a:off x="-3190600" y="2171975"/>
                <a:ext cx="7750" cy="7750"/>
              </a:xfrm>
              <a:custGeom>
                <a:rect b="b" l="l" r="r" t="t"/>
                <a:pathLst>
                  <a:path extrusionOk="0" h="310" w="310">
                    <a:moveTo>
                      <a:pt x="155" y="0"/>
                    </a:moveTo>
                    <a:cubicBezTo>
                      <a:pt x="69" y="0"/>
                      <a:pt x="0" y="69"/>
                      <a:pt x="0" y="155"/>
                    </a:cubicBezTo>
                    <a:cubicBezTo>
                      <a:pt x="0" y="241"/>
                      <a:pt x="69" y="310"/>
                      <a:pt x="155" y="310"/>
                    </a:cubicBezTo>
                    <a:cubicBezTo>
                      <a:pt x="241" y="310"/>
                      <a:pt x="310" y="241"/>
                      <a:pt x="310" y="155"/>
                    </a:cubicBezTo>
                    <a:cubicBezTo>
                      <a:pt x="310" y="69"/>
                      <a:pt x="241" y="0"/>
                      <a:pt x="1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135"/>
              <p:cNvSpPr/>
              <p:nvPr/>
            </p:nvSpPr>
            <p:spPr>
              <a:xfrm>
                <a:off x="-2924825" y="2030250"/>
                <a:ext cx="7775" cy="7775"/>
              </a:xfrm>
              <a:custGeom>
                <a:rect b="b" l="l" r="r" t="t"/>
                <a:pathLst>
                  <a:path extrusionOk="0" h="311" w="311">
                    <a:moveTo>
                      <a:pt x="156" y="1"/>
                    </a:moveTo>
                    <a:cubicBezTo>
                      <a:pt x="71" y="1"/>
                      <a:pt x="1" y="70"/>
                      <a:pt x="1" y="155"/>
                    </a:cubicBezTo>
                    <a:cubicBezTo>
                      <a:pt x="1" y="240"/>
                      <a:pt x="71" y="310"/>
                      <a:pt x="156" y="310"/>
                    </a:cubicBezTo>
                    <a:cubicBezTo>
                      <a:pt x="241" y="310"/>
                      <a:pt x="310" y="240"/>
                      <a:pt x="310" y="155"/>
                    </a:cubicBezTo>
                    <a:cubicBezTo>
                      <a:pt x="310" y="70"/>
                      <a:pt x="241" y="1"/>
                      <a:pt x="1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135"/>
              <p:cNvSpPr/>
              <p:nvPr/>
            </p:nvSpPr>
            <p:spPr>
              <a:xfrm>
                <a:off x="-3190575" y="2030250"/>
                <a:ext cx="7750" cy="7775"/>
              </a:xfrm>
              <a:custGeom>
                <a:rect b="b" l="l" r="r" t="t"/>
                <a:pathLst>
                  <a:path extrusionOk="0" h="311" w="310">
                    <a:moveTo>
                      <a:pt x="155" y="1"/>
                    </a:moveTo>
                    <a:cubicBezTo>
                      <a:pt x="70" y="1"/>
                      <a:pt x="0" y="70"/>
                      <a:pt x="0" y="155"/>
                    </a:cubicBezTo>
                    <a:cubicBezTo>
                      <a:pt x="0" y="240"/>
                      <a:pt x="70" y="310"/>
                      <a:pt x="155" y="310"/>
                    </a:cubicBezTo>
                    <a:cubicBezTo>
                      <a:pt x="241" y="310"/>
                      <a:pt x="310" y="240"/>
                      <a:pt x="310" y="155"/>
                    </a:cubicBezTo>
                    <a:cubicBezTo>
                      <a:pt x="310" y="70"/>
                      <a:pt x="240"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135"/>
              <p:cNvSpPr/>
              <p:nvPr/>
            </p:nvSpPr>
            <p:spPr>
              <a:xfrm>
                <a:off x="-3093600" y="2160325"/>
                <a:ext cx="7775" cy="7775"/>
              </a:xfrm>
              <a:custGeom>
                <a:rect b="b" l="l" r="r" t="t"/>
                <a:pathLst>
                  <a:path extrusionOk="0" h="311" w="311">
                    <a:moveTo>
                      <a:pt x="155" y="1"/>
                    </a:moveTo>
                    <a:cubicBezTo>
                      <a:pt x="70" y="1"/>
                      <a:pt x="1" y="70"/>
                      <a:pt x="1" y="156"/>
                    </a:cubicBezTo>
                    <a:cubicBezTo>
                      <a:pt x="1" y="241"/>
                      <a:pt x="70" y="311"/>
                      <a:pt x="155" y="311"/>
                    </a:cubicBezTo>
                    <a:cubicBezTo>
                      <a:pt x="240" y="311"/>
                      <a:pt x="310" y="241"/>
                      <a:pt x="310" y="156"/>
                    </a:cubicBezTo>
                    <a:cubicBezTo>
                      <a:pt x="310" y="71"/>
                      <a:pt x="240" y="1"/>
                      <a:pt x="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135"/>
              <p:cNvSpPr/>
              <p:nvPr/>
            </p:nvSpPr>
            <p:spPr>
              <a:xfrm>
                <a:off x="-3134000" y="2047750"/>
                <a:ext cx="160400" cy="6850"/>
              </a:xfrm>
              <a:custGeom>
                <a:rect b="b" l="l" r="r" t="t"/>
                <a:pathLst>
                  <a:path extrusionOk="0" h="274" w="6416">
                    <a:moveTo>
                      <a:pt x="0" y="0"/>
                    </a:moveTo>
                    <a:lnTo>
                      <a:pt x="0" y="274"/>
                    </a:lnTo>
                    <a:lnTo>
                      <a:pt x="6415" y="274"/>
                    </a:lnTo>
                    <a:lnTo>
                      <a:pt x="64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135"/>
              <p:cNvSpPr/>
              <p:nvPr/>
            </p:nvSpPr>
            <p:spPr>
              <a:xfrm>
                <a:off x="-3134000" y="2060000"/>
                <a:ext cx="160400" cy="6850"/>
              </a:xfrm>
              <a:custGeom>
                <a:rect b="b" l="l" r="r" t="t"/>
                <a:pathLst>
                  <a:path extrusionOk="0" h="274" w="6416">
                    <a:moveTo>
                      <a:pt x="0" y="0"/>
                    </a:moveTo>
                    <a:lnTo>
                      <a:pt x="0" y="274"/>
                    </a:lnTo>
                    <a:lnTo>
                      <a:pt x="6415" y="274"/>
                    </a:lnTo>
                    <a:lnTo>
                      <a:pt x="64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135"/>
              <p:cNvSpPr/>
              <p:nvPr/>
            </p:nvSpPr>
            <p:spPr>
              <a:xfrm>
                <a:off x="-3139125" y="2082838"/>
                <a:ext cx="38075" cy="38000"/>
              </a:xfrm>
              <a:custGeom>
                <a:rect b="b" l="l" r="r" t="t"/>
                <a:pathLst>
                  <a:path extrusionOk="0" h="1520" w="1523">
                    <a:moveTo>
                      <a:pt x="762" y="1"/>
                    </a:moveTo>
                    <a:cubicBezTo>
                      <a:pt x="732" y="1"/>
                      <a:pt x="702" y="3"/>
                      <a:pt x="672" y="7"/>
                    </a:cubicBezTo>
                    <a:cubicBezTo>
                      <a:pt x="645" y="11"/>
                      <a:pt x="626" y="35"/>
                      <a:pt x="629" y="63"/>
                    </a:cubicBezTo>
                    <a:cubicBezTo>
                      <a:pt x="629" y="82"/>
                      <a:pt x="625" y="101"/>
                      <a:pt x="618" y="121"/>
                    </a:cubicBezTo>
                    <a:cubicBezTo>
                      <a:pt x="592" y="183"/>
                      <a:pt x="532" y="220"/>
                      <a:pt x="469" y="220"/>
                    </a:cubicBezTo>
                    <a:cubicBezTo>
                      <a:pt x="448" y="220"/>
                      <a:pt x="428" y="216"/>
                      <a:pt x="408" y="208"/>
                    </a:cubicBezTo>
                    <a:cubicBezTo>
                      <a:pt x="388" y="200"/>
                      <a:pt x="373" y="189"/>
                      <a:pt x="358" y="174"/>
                    </a:cubicBezTo>
                    <a:cubicBezTo>
                      <a:pt x="347" y="163"/>
                      <a:pt x="332" y="157"/>
                      <a:pt x="317" y="157"/>
                    </a:cubicBezTo>
                    <a:cubicBezTo>
                      <a:pt x="307" y="157"/>
                      <a:pt x="296" y="160"/>
                      <a:pt x="287" y="167"/>
                    </a:cubicBezTo>
                    <a:cubicBezTo>
                      <a:pt x="243" y="203"/>
                      <a:pt x="199" y="245"/>
                      <a:pt x="163" y="291"/>
                    </a:cubicBezTo>
                    <a:cubicBezTo>
                      <a:pt x="147" y="312"/>
                      <a:pt x="152" y="343"/>
                      <a:pt x="171" y="360"/>
                    </a:cubicBezTo>
                    <a:cubicBezTo>
                      <a:pt x="215" y="405"/>
                      <a:pt x="232" y="472"/>
                      <a:pt x="206" y="532"/>
                    </a:cubicBezTo>
                    <a:cubicBezTo>
                      <a:pt x="181" y="594"/>
                      <a:pt x="122" y="628"/>
                      <a:pt x="60" y="628"/>
                    </a:cubicBezTo>
                    <a:cubicBezTo>
                      <a:pt x="33" y="628"/>
                      <a:pt x="8" y="647"/>
                      <a:pt x="6" y="674"/>
                    </a:cubicBezTo>
                    <a:cubicBezTo>
                      <a:pt x="0" y="734"/>
                      <a:pt x="0" y="792"/>
                      <a:pt x="7" y="849"/>
                    </a:cubicBezTo>
                    <a:cubicBezTo>
                      <a:pt x="11" y="875"/>
                      <a:pt x="35" y="894"/>
                      <a:pt x="61" y="894"/>
                    </a:cubicBezTo>
                    <a:cubicBezTo>
                      <a:pt x="62" y="894"/>
                      <a:pt x="62" y="894"/>
                      <a:pt x="63" y="894"/>
                    </a:cubicBezTo>
                    <a:cubicBezTo>
                      <a:pt x="83" y="894"/>
                      <a:pt x="102" y="896"/>
                      <a:pt x="121" y="904"/>
                    </a:cubicBezTo>
                    <a:cubicBezTo>
                      <a:pt x="203" y="937"/>
                      <a:pt x="243" y="1031"/>
                      <a:pt x="209" y="1114"/>
                    </a:cubicBezTo>
                    <a:cubicBezTo>
                      <a:pt x="201" y="1133"/>
                      <a:pt x="190" y="1149"/>
                      <a:pt x="175" y="1163"/>
                    </a:cubicBezTo>
                    <a:cubicBezTo>
                      <a:pt x="156" y="1183"/>
                      <a:pt x="151" y="1212"/>
                      <a:pt x="167" y="1234"/>
                    </a:cubicBezTo>
                    <a:cubicBezTo>
                      <a:pt x="203" y="1279"/>
                      <a:pt x="245" y="1322"/>
                      <a:pt x="291" y="1358"/>
                    </a:cubicBezTo>
                    <a:cubicBezTo>
                      <a:pt x="300" y="1365"/>
                      <a:pt x="310" y="1368"/>
                      <a:pt x="320" y="1368"/>
                    </a:cubicBezTo>
                    <a:cubicBezTo>
                      <a:pt x="335" y="1368"/>
                      <a:pt x="350" y="1361"/>
                      <a:pt x="361" y="1350"/>
                    </a:cubicBezTo>
                    <a:cubicBezTo>
                      <a:pt x="391" y="1320"/>
                      <a:pt x="431" y="1303"/>
                      <a:pt x="474" y="1303"/>
                    </a:cubicBezTo>
                    <a:cubicBezTo>
                      <a:pt x="493" y="1303"/>
                      <a:pt x="513" y="1307"/>
                      <a:pt x="533" y="1315"/>
                    </a:cubicBezTo>
                    <a:cubicBezTo>
                      <a:pt x="594" y="1341"/>
                      <a:pt x="630" y="1399"/>
                      <a:pt x="630" y="1461"/>
                    </a:cubicBezTo>
                    <a:cubicBezTo>
                      <a:pt x="630" y="1488"/>
                      <a:pt x="647" y="1513"/>
                      <a:pt x="674" y="1515"/>
                    </a:cubicBezTo>
                    <a:cubicBezTo>
                      <a:pt x="703" y="1518"/>
                      <a:pt x="731" y="1519"/>
                      <a:pt x="759" y="1519"/>
                    </a:cubicBezTo>
                    <a:cubicBezTo>
                      <a:pt x="790" y="1519"/>
                      <a:pt x="820" y="1518"/>
                      <a:pt x="850" y="1514"/>
                    </a:cubicBezTo>
                    <a:cubicBezTo>
                      <a:pt x="877" y="1510"/>
                      <a:pt x="895" y="1485"/>
                      <a:pt x="894" y="1458"/>
                    </a:cubicBezTo>
                    <a:cubicBezTo>
                      <a:pt x="894" y="1439"/>
                      <a:pt x="896" y="1420"/>
                      <a:pt x="904" y="1400"/>
                    </a:cubicBezTo>
                    <a:cubicBezTo>
                      <a:pt x="930" y="1338"/>
                      <a:pt x="990" y="1300"/>
                      <a:pt x="1053" y="1300"/>
                    </a:cubicBezTo>
                    <a:cubicBezTo>
                      <a:pt x="1074" y="1300"/>
                      <a:pt x="1094" y="1304"/>
                      <a:pt x="1115" y="1313"/>
                    </a:cubicBezTo>
                    <a:cubicBezTo>
                      <a:pt x="1134" y="1320"/>
                      <a:pt x="1149" y="1332"/>
                      <a:pt x="1163" y="1346"/>
                    </a:cubicBezTo>
                    <a:cubicBezTo>
                      <a:pt x="1175" y="1357"/>
                      <a:pt x="1190" y="1364"/>
                      <a:pt x="1205" y="1364"/>
                    </a:cubicBezTo>
                    <a:cubicBezTo>
                      <a:pt x="1215" y="1364"/>
                      <a:pt x="1225" y="1361"/>
                      <a:pt x="1234" y="1354"/>
                    </a:cubicBezTo>
                    <a:cubicBezTo>
                      <a:pt x="1280" y="1318"/>
                      <a:pt x="1322" y="1277"/>
                      <a:pt x="1358" y="1230"/>
                    </a:cubicBezTo>
                    <a:cubicBezTo>
                      <a:pt x="1375" y="1209"/>
                      <a:pt x="1369" y="1179"/>
                      <a:pt x="1351" y="1160"/>
                    </a:cubicBezTo>
                    <a:cubicBezTo>
                      <a:pt x="1307" y="1117"/>
                      <a:pt x="1290" y="1050"/>
                      <a:pt x="1316" y="989"/>
                    </a:cubicBezTo>
                    <a:cubicBezTo>
                      <a:pt x="1342" y="928"/>
                      <a:pt x="1399" y="892"/>
                      <a:pt x="1461" y="892"/>
                    </a:cubicBezTo>
                    <a:cubicBezTo>
                      <a:pt x="1488" y="892"/>
                      <a:pt x="1513" y="874"/>
                      <a:pt x="1516" y="847"/>
                    </a:cubicBezTo>
                    <a:cubicBezTo>
                      <a:pt x="1522" y="787"/>
                      <a:pt x="1522" y="730"/>
                      <a:pt x="1514" y="672"/>
                    </a:cubicBezTo>
                    <a:cubicBezTo>
                      <a:pt x="1510" y="645"/>
                      <a:pt x="1487" y="627"/>
                      <a:pt x="1461" y="627"/>
                    </a:cubicBezTo>
                    <a:cubicBezTo>
                      <a:pt x="1460" y="627"/>
                      <a:pt x="1459" y="627"/>
                      <a:pt x="1458" y="627"/>
                    </a:cubicBezTo>
                    <a:cubicBezTo>
                      <a:pt x="1440" y="627"/>
                      <a:pt x="1420" y="625"/>
                      <a:pt x="1400" y="617"/>
                    </a:cubicBezTo>
                    <a:cubicBezTo>
                      <a:pt x="1318" y="584"/>
                      <a:pt x="1280" y="489"/>
                      <a:pt x="1313" y="407"/>
                    </a:cubicBezTo>
                    <a:cubicBezTo>
                      <a:pt x="1321" y="388"/>
                      <a:pt x="1332" y="373"/>
                      <a:pt x="1347" y="358"/>
                    </a:cubicBezTo>
                    <a:cubicBezTo>
                      <a:pt x="1366" y="338"/>
                      <a:pt x="1371" y="309"/>
                      <a:pt x="1354" y="287"/>
                    </a:cubicBezTo>
                    <a:cubicBezTo>
                      <a:pt x="1318" y="241"/>
                      <a:pt x="1277" y="199"/>
                      <a:pt x="1230" y="163"/>
                    </a:cubicBezTo>
                    <a:cubicBezTo>
                      <a:pt x="1222" y="156"/>
                      <a:pt x="1212" y="153"/>
                      <a:pt x="1201" y="153"/>
                    </a:cubicBezTo>
                    <a:cubicBezTo>
                      <a:pt x="1186" y="153"/>
                      <a:pt x="1171" y="160"/>
                      <a:pt x="1161" y="171"/>
                    </a:cubicBezTo>
                    <a:cubicBezTo>
                      <a:pt x="1131" y="201"/>
                      <a:pt x="1091" y="218"/>
                      <a:pt x="1049" y="218"/>
                    </a:cubicBezTo>
                    <a:cubicBezTo>
                      <a:pt x="1029" y="218"/>
                      <a:pt x="1009" y="214"/>
                      <a:pt x="990" y="205"/>
                    </a:cubicBezTo>
                    <a:cubicBezTo>
                      <a:pt x="928" y="180"/>
                      <a:pt x="893" y="122"/>
                      <a:pt x="893" y="60"/>
                    </a:cubicBezTo>
                    <a:cubicBezTo>
                      <a:pt x="893" y="33"/>
                      <a:pt x="874" y="8"/>
                      <a:pt x="847" y="6"/>
                    </a:cubicBezTo>
                    <a:cubicBezTo>
                      <a:pt x="818" y="3"/>
                      <a:pt x="790" y="1"/>
                      <a:pt x="7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135"/>
              <p:cNvSpPr/>
              <p:nvPr/>
            </p:nvSpPr>
            <p:spPr>
              <a:xfrm>
                <a:off x="-3006750" y="2082838"/>
                <a:ext cx="38075" cy="38000"/>
              </a:xfrm>
              <a:custGeom>
                <a:rect b="b" l="l" r="r" t="t"/>
                <a:pathLst>
                  <a:path extrusionOk="0" h="1520" w="1523">
                    <a:moveTo>
                      <a:pt x="763" y="1"/>
                    </a:moveTo>
                    <a:cubicBezTo>
                      <a:pt x="733" y="1"/>
                      <a:pt x="702" y="3"/>
                      <a:pt x="672" y="7"/>
                    </a:cubicBezTo>
                    <a:cubicBezTo>
                      <a:pt x="645" y="11"/>
                      <a:pt x="628" y="35"/>
                      <a:pt x="629" y="63"/>
                    </a:cubicBezTo>
                    <a:cubicBezTo>
                      <a:pt x="629" y="82"/>
                      <a:pt x="626" y="101"/>
                      <a:pt x="618" y="121"/>
                    </a:cubicBezTo>
                    <a:cubicBezTo>
                      <a:pt x="593" y="183"/>
                      <a:pt x="533" y="220"/>
                      <a:pt x="469" y="220"/>
                    </a:cubicBezTo>
                    <a:cubicBezTo>
                      <a:pt x="449" y="220"/>
                      <a:pt x="428" y="216"/>
                      <a:pt x="408" y="208"/>
                    </a:cubicBezTo>
                    <a:cubicBezTo>
                      <a:pt x="388" y="200"/>
                      <a:pt x="373" y="189"/>
                      <a:pt x="359" y="174"/>
                    </a:cubicBezTo>
                    <a:cubicBezTo>
                      <a:pt x="348" y="163"/>
                      <a:pt x="333" y="157"/>
                      <a:pt x="318" y="157"/>
                    </a:cubicBezTo>
                    <a:cubicBezTo>
                      <a:pt x="307" y="157"/>
                      <a:pt x="297" y="160"/>
                      <a:pt x="288" y="167"/>
                    </a:cubicBezTo>
                    <a:cubicBezTo>
                      <a:pt x="243" y="203"/>
                      <a:pt x="200" y="245"/>
                      <a:pt x="164" y="291"/>
                    </a:cubicBezTo>
                    <a:cubicBezTo>
                      <a:pt x="147" y="312"/>
                      <a:pt x="153" y="343"/>
                      <a:pt x="172" y="360"/>
                    </a:cubicBezTo>
                    <a:cubicBezTo>
                      <a:pt x="216" y="405"/>
                      <a:pt x="232" y="472"/>
                      <a:pt x="207" y="532"/>
                    </a:cubicBezTo>
                    <a:cubicBezTo>
                      <a:pt x="181" y="594"/>
                      <a:pt x="123" y="628"/>
                      <a:pt x="61" y="628"/>
                    </a:cubicBezTo>
                    <a:cubicBezTo>
                      <a:pt x="33" y="628"/>
                      <a:pt x="9" y="647"/>
                      <a:pt x="6" y="674"/>
                    </a:cubicBezTo>
                    <a:cubicBezTo>
                      <a:pt x="0" y="734"/>
                      <a:pt x="0" y="792"/>
                      <a:pt x="8" y="849"/>
                    </a:cubicBezTo>
                    <a:cubicBezTo>
                      <a:pt x="11" y="875"/>
                      <a:pt x="35" y="894"/>
                      <a:pt x="61" y="894"/>
                    </a:cubicBezTo>
                    <a:cubicBezTo>
                      <a:pt x="62" y="894"/>
                      <a:pt x="62" y="894"/>
                      <a:pt x="63" y="894"/>
                    </a:cubicBezTo>
                    <a:cubicBezTo>
                      <a:pt x="83" y="894"/>
                      <a:pt x="102" y="896"/>
                      <a:pt x="122" y="904"/>
                    </a:cubicBezTo>
                    <a:cubicBezTo>
                      <a:pt x="205" y="937"/>
                      <a:pt x="243" y="1031"/>
                      <a:pt x="210" y="1114"/>
                    </a:cubicBezTo>
                    <a:cubicBezTo>
                      <a:pt x="201" y="1133"/>
                      <a:pt x="190" y="1149"/>
                      <a:pt x="176" y="1163"/>
                    </a:cubicBezTo>
                    <a:cubicBezTo>
                      <a:pt x="156" y="1183"/>
                      <a:pt x="151" y="1212"/>
                      <a:pt x="167" y="1234"/>
                    </a:cubicBezTo>
                    <a:cubicBezTo>
                      <a:pt x="205" y="1279"/>
                      <a:pt x="245" y="1322"/>
                      <a:pt x="292" y="1358"/>
                    </a:cubicBezTo>
                    <a:cubicBezTo>
                      <a:pt x="301" y="1365"/>
                      <a:pt x="311" y="1368"/>
                      <a:pt x="321" y="1368"/>
                    </a:cubicBezTo>
                    <a:cubicBezTo>
                      <a:pt x="336" y="1368"/>
                      <a:pt x="351" y="1361"/>
                      <a:pt x="361" y="1350"/>
                    </a:cubicBezTo>
                    <a:cubicBezTo>
                      <a:pt x="391" y="1320"/>
                      <a:pt x="432" y="1303"/>
                      <a:pt x="474" y="1303"/>
                    </a:cubicBezTo>
                    <a:cubicBezTo>
                      <a:pt x="494" y="1303"/>
                      <a:pt x="514" y="1307"/>
                      <a:pt x="533" y="1315"/>
                    </a:cubicBezTo>
                    <a:cubicBezTo>
                      <a:pt x="595" y="1341"/>
                      <a:pt x="630" y="1399"/>
                      <a:pt x="630" y="1461"/>
                    </a:cubicBezTo>
                    <a:cubicBezTo>
                      <a:pt x="630" y="1488"/>
                      <a:pt x="647" y="1513"/>
                      <a:pt x="675" y="1515"/>
                    </a:cubicBezTo>
                    <a:cubicBezTo>
                      <a:pt x="703" y="1518"/>
                      <a:pt x="732" y="1519"/>
                      <a:pt x="760" y="1519"/>
                    </a:cubicBezTo>
                    <a:cubicBezTo>
                      <a:pt x="790" y="1519"/>
                      <a:pt x="821" y="1518"/>
                      <a:pt x="851" y="1514"/>
                    </a:cubicBezTo>
                    <a:cubicBezTo>
                      <a:pt x="877" y="1510"/>
                      <a:pt x="896" y="1485"/>
                      <a:pt x="894" y="1458"/>
                    </a:cubicBezTo>
                    <a:cubicBezTo>
                      <a:pt x="894" y="1439"/>
                      <a:pt x="897" y="1420"/>
                      <a:pt x="904" y="1400"/>
                    </a:cubicBezTo>
                    <a:cubicBezTo>
                      <a:pt x="930" y="1338"/>
                      <a:pt x="990" y="1300"/>
                      <a:pt x="1053" y="1300"/>
                    </a:cubicBezTo>
                    <a:cubicBezTo>
                      <a:pt x="1074" y="1300"/>
                      <a:pt x="1095" y="1304"/>
                      <a:pt x="1115" y="1313"/>
                    </a:cubicBezTo>
                    <a:cubicBezTo>
                      <a:pt x="1134" y="1320"/>
                      <a:pt x="1150" y="1332"/>
                      <a:pt x="1164" y="1346"/>
                    </a:cubicBezTo>
                    <a:cubicBezTo>
                      <a:pt x="1175" y="1357"/>
                      <a:pt x="1190" y="1364"/>
                      <a:pt x="1205" y="1364"/>
                    </a:cubicBezTo>
                    <a:cubicBezTo>
                      <a:pt x="1215" y="1364"/>
                      <a:pt x="1226" y="1361"/>
                      <a:pt x="1234" y="1354"/>
                    </a:cubicBezTo>
                    <a:cubicBezTo>
                      <a:pt x="1280" y="1318"/>
                      <a:pt x="1322" y="1277"/>
                      <a:pt x="1358" y="1230"/>
                    </a:cubicBezTo>
                    <a:cubicBezTo>
                      <a:pt x="1376" y="1209"/>
                      <a:pt x="1371" y="1179"/>
                      <a:pt x="1351" y="1160"/>
                    </a:cubicBezTo>
                    <a:cubicBezTo>
                      <a:pt x="1307" y="1117"/>
                      <a:pt x="1290" y="1050"/>
                      <a:pt x="1316" y="989"/>
                    </a:cubicBezTo>
                    <a:cubicBezTo>
                      <a:pt x="1342" y="928"/>
                      <a:pt x="1400" y="892"/>
                      <a:pt x="1461" y="892"/>
                    </a:cubicBezTo>
                    <a:cubicBezTo>
                      <a:pt x="1489" y="892"/>
                      <a:pt x="1513" y="874"/>
                      <a:pt x="1516" y="847"/>
                    </a:cubicBezTo>
                    <a:cubicBezTo>
                      <a:pt x="1522" y="787"/>
                      <a:pt x="1522" y="730"/>
                      <a:pt x="1515" y="672"/>
                    </a:cubicBezTo>
                    <a:cubicBezTo>
                      <a:pt x="1511" y="645"/>
                      <a:pt x="1488" y="627"/>
                      <a:pt x="1462" y="627"/>
                    </a:cubicBezTo>
                    <a:cubicBezTo>
                      <a:pt x="1461" y="627"/>
                      <a:pt x="1460" y="627"/>
                      <a:pt x="1459" y="627"/>
                    </a:cubicBezTo>
                    <a:cubicBezTo>
                      <a:pt x="1440" y="627"/>
                      <a:pt x="1420" y="625"/>
                      <a:pt x="1402" y="617"/>
                    </a:cubicBezTo>
                    <a:cubicBezTo>
                      <a:pt x="1319" y="584"/>
                      <a:pt x="1280" y="489"/>
                      <a:pt x="1314" y="407"/>
                    </a:cubicBezTo>
                    <a:cubicBezTo>
                      <a:pt x="1321" y="388"/>
                      <a:pt x="1333" y="373"/>
                      <a:pt x="1347" y="358"/>
                    </a:cubicBezTo>
                    <a:cubicBezTo>
                      <a:pt x="1367" y="338"/>
                      <a:pt x="1372" y="309"/>
                      <a:pt x="1355" y="287"/>
                    </a:cubicBezTo>
                    <a:cubicBezTo>
                      <a:pt x="1319" y="241"/>
                      <a:pt x="1278" y="199"/>
                      <a:pt x="1231" y="163"/>
                    </a:cubicBezTo>
                    <a:cubicBezTo>
                      <a:pt x="1223" y="156"/>
                      <a:pt x="1213" y="153"/>
                      <a:pt x="1202" y="153"/>
                    </a:cubicBezTo>
                    <a:cubicBezTo>
                      <a:pt x="1187" y="153"/>
                      <a:pt x="1172" y="160"/>
                      <a:pt x="1161" y="171"/>
                    </a:cubicBezTo>
                    <a:cubicBezTo>
                      <a:pt x="1132" y="201"/>
                      <a:pt x="1092" y="218"/>
                      <a:pt x="1050" y="218"/>
                    </a:cubicBezTo>
                    <a:cubicBezTo>
                      <a:pt x="1030" y="218"/>
                      <a:pt x="1010" y="214"/>
                      <a:pt x="990" y="205"/>
                    </a:cubicBezTo>
                    <a:cubicBezTo>
                      <a:pt x="928" y="180"/>
                      <a:pt x="893" y="122"/>
                      <a:pt x="893" y="60"/>
                    </a:cubicBezTo>
                    <a:cubicBezTo>
                      <a:pt x="893" y="33"/>
                      <a:pt x="875" y="8"/>
                      <a:pt x="847" y="6"/>
                    </a:cubicBezTo>
                    <a:cubicBezTo>
                      <a:pt x="819" y="3"/>
                      <a:pt x="791" y="1"/>
                      <a:pt x="7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96" name="Google Shape;10696;p135"/>
          <p:cNvGrpSpPr/>
          <p:nvPr/>
        </p:nvGrpSpPr>
        <p:grpSpPr>
          <a:xfrm flipH="1" rot="1721786">
            <a:off x="333474" y="4017342"/>
            <a:ext cx="1076419" cy="679076"/>
            <a:chOff x="-1963525" y="3710875"/>
            <a:chExt cx="260450" cy="164313"/>
          </a:xfrm>
        </p:grpSpPr>
        <p:sp>
          <p:nvSpPr>
            <p:cNvPr id="10697" name="Google Shape;10697;p135"/>
            <p:cNvSpPr/>
            <p:nvPr/>
          </p:nvSpPr>
          <p:spPr>
            <a:xfrm>
              <a:off x="-1963525" y="3710875"/>
              <a:ext cx="260450" cy="164225"/>
            </a:xfrm>
            <a:custGeom>
              <a:rect b="b" l="l" r="r" t="t"/>
              <a:pathLst>
                <a:path extrusionOk="0" h="6569" w="10418">
                  <a:moveTo>
                    <a:pt x="10075" y="0"/>
                  </a:moveTo>
                  <a:lnTo>
                    <a:pt x="365" y="1"/>
                  </a:lnTo>
                  <a:cubicBezTo>
                    <a:pt x="242" y="1"/>
                    <a:pt x="138" y="109"/>
                    <a:pt x="138" y="230"/>
                  </a:cubicBezTo>
                  <a:lnTo>
                    <a:pt x="138" y="739"/>
                  </a:lnTo>
                  <a:lnTo>
                    <a:pt x="138" y="3629"/>
                  </a:lnTo>
                  <a:lnTo>
                    <a:pt x="53" y="3629"/>
                  </a:lnTo>
                  <a:cubicBezTo>
                    <a:pt x="32" y="3656"/>
                    <a:pt x="28" y="3672"/>
                    <a:pt x="1" y="3695"/>
                  </a:cubicBezTo>
                  <a:lnTo>
                    <a:pt x="1" y="5827"/>
                  </a:lnTo>
                  <a:cubicBezTo>
                    <a:pt x="28" y="5849"/>
                    <a:pt x="33" y="5860"/>
                    <a:pt x="53" y="5883"/>
                  </a:cubicBezTo>
                  <a:lnTo>
                    <a:pt x="138" y="5883"/>
                  </a:lnTo>
                  <a:lnTo>
                    <a:pt x="138" y="6359"/>
                  </a:lnTo>
                  <a:cubicBezTo>
                    <a:pt x="138" y="6482"/>
                    <a:pt x="241" y="6569"/>
                    <a:pt x="365" y="6569"/>
                  </a:cubicBezTo>
                  <a:lnTo>
                    <a:pt x="10075" y="6567"/>
                  </a:lnTo>
                  <a:cubicBezTo>
                    <a:pt x="10197" y="6567"/>
                    <a:pt x="10282" y="6481"/>
                    <a:pt x="10282" y="6358"/>
                  </a:cubicBezTo>
                  <a:lnTo>
                    <a:pt x="10282" y="5881"/>
                  </a:lnTo>
                  <a:lnTo>
                    <a:pt x="10369" y="5881"/>
                  </a:lnTo>
                  <a:cubicBezTo>
                    <a:pt x="10391" y="5859"/>
                    <a:pt x="10391" y="5848"/>
                    <a:pt x="10418" y="5826"/>
                  </a:cubicBezTo>
                  <a:lnTo>
                    <a:pt x="10418" y="3693"/>
                  </a:lnTo>
                  <a:cubicBezTo>
                    <a:pt x="10391" y="3672"/>
                    <a:pt x="10391" y="3656"/>
                    <a:pt x="10369" y="3628"/>
                  </a:cubicBezTo>
                  <a:lnTo>
                    <a:pt x="10282" y="3628"/>
                  </a:lnTo>
                  <a:lnTo>
                    <a:pt x="10282" y="738"/>
                  </a:lnTo>
                  <a:lnTo>
                    <a:pt x="10282" y="229"/>
                  </a:lnTo>
                  <a:cubicBezTo>
                    <a:pt x="10282" y="107"/>
                    <a:pt x="10197" y="0"/>
                    <a:pt x="10075"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8" name="Google Shape;10698;p135"/>
            <p:cNvGrpSpPr/>
            <p:nvPr/>
          </p:nvGrpSpPr>
          <p:grpSpPr>
            <a:xfrm>
              <a:off x="-1963525" y="3710913"/>
              <a:ext cx="260450" cy="164275"/>
              <a:chOff x="-1963525" y="2442950"/>
              <a:chExt cx="260450" cy="164275"/>
            </a:xfrm>
          </p:grpSpPr>
          <p:sp>
            <p:nvSpPr>
              <p:cNvPr id="10699" name="Google Shape;10699;p135"/>
              <p:cNvSpPr/>
              <p:nvPr/>
            </p:nvSpPr>
            <p:spPr>
              <a:xfrm>
                <a:off x="-1963525" y="2533650"/>
                <a:ext cx="260450" cy="56425"/>
              </a:xfrm>
              <a:custGeom>
                <a:rect b="b" l="l" r="r" t="t"/>
                <a:pathLst>
                  <a:path extrusionOk="0" h="2257" w="10418">
                    <a:moveTo>
                      <a:pt x="10369" y="1"/>
                    </a:moveTo>
                    <a:lnTo>
                      <a:pt x="53" y="3"/>
                    </a:lnTo>
                    <a:cubicBezTo>
                      <a:pt x="33" y="31"/>
                      <a:pt x="28" y="47"/>
                      <a:pt x="1" y="69"/>
                    </a:cubicBezTo>
                    <a:lnTo>
                      <a:pt x="1" y="2202"/>
                    </a:lnTo>
                    <a:cubicBezTo>
                      <a:pt x="28" y="2224"/>
                      <a:pt x="32" y="2235"/>
                      <a:pt x="53" y="2257"/>
                    </a:cubicBezTo>
                    <a:lnTo>
                      <a:pt x="10369" y="2255"/>
                    </a:lnTo>
                    <a:cubicBezTo>
                      <a:pt x="10391" y="2233"/>
                      <a:pt x="10391" y="2221"/>
                      <a:pt x="10418" y="2199"/>
                    </a:cubicBezTo>
                    <a:lnTo>
                      <a:pt x="10418" y="67"/>
                    </a:lnTo>
                    <a:cubicBezTo>
                      <a:pt x="10391" y="44"/>
                      <a:pt x="10391" y="28"/>
                      <a:pt x="103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135"/>
              <p:cNvSpPr/>
              <p:nvPr/>
            </p:nvSpPr>
            <p:spPr>
              <a:xfrm>
                <a:off x="-1960125" y="2442950"/>
                <a:ext cx="253650" cy="164275"/>
              </a:xfrm>
              <a:custGeom>
                <a:rect b="b" l="l" r="r" t="t"/>
                <a:pathLst>
                  <a:path extrusionOk="0" h="6571" w="10146">
                    <a:moveTo>
                      <a:pt x="9937" y="0"/>
                    </a:moveTo>
                    <a:lnTo>
                      <a:pt x="227" y="1"/>
                    </a:lnTo>
                    <a:cubicBezTo>
                      <a:pt x="105" y="1"/>
                      <a:pt x="0" y="109"/>
                      <a:pt x="0" y="232"/>
                    </a:cubicBezTo>
                    <a:lnTo>
                      <a:pt x="0" y="739"/>
                    </a:lnTo>
                    <a:lnTo>
                      <a:pt x="2" y="6362"/>
                    </a:lnTo>
                    <a:cubicBezTo>
                      <a:pt x="2" y="6483"/>
                      <a:pt x="105" y="6570"/>
                      <a:pt x="229" y="6570"/>
                    </a:cubicBezTo>
                    <a:lnTo>
                      <a:pt x="9939" y="6569"/>
                    </a:lnTo>
                    <a:cubicBezTo>
                      <a:pt x="10061" y="6569"/>
                      <a:pt x="10146" y="6482"/>
                      <a:pt x="10146" y="6360"/>
                    </a:cubicBezTo>
                    <a:lnTo>
                      <a:pt x="10143" y="738"/>
                    </a:lnTo>
                    <a:lnTo>
                      <a:pt x="10143" y="230"/>
                    </a:lnTo>
                    <a:cubicBezTo>
                      <a:pt x="10143" y="108"/>
                      <a:pt x="10061" y="0"/>
                      <a:pt x="99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135"/>
              <p:cNvSpPr/>
              <p:nvPr/>
            </p:nvSpPr>
            <p:spPr>
              <a:xfrm>
                <a:off x="-1953625" y="2448675"/>
                <a:ext cx="11300" cy="11325"/>
              </a:xfrm>
              <a:custGeom>
                <a:rect b="b" l="l" r="r" t="t"/>
                <a:pathLst>
                  <a:path extrusionOk="0" h="453" w="452">
                    <a:moveTo>
                      <a:pt x="225" y="1"/>
                    </a:moveTo>
                    <a:cubicBezTo>
                      <a:pt x="100" y="1"/>
                      <a:pt x="0" y="102"/>
                      <a:pt x="0" y="227"/>
                    </a:cubicBezTo>
                    <a:cubicBezTo>
                      <a:pt x="0" y="351"/>
                      <a:pt x="100" y="453"/>
                      <a:pt x="225" y="453"/>
                    </a:cubicBezTo>
                    <a:cubicBezTo>
                      <a:pt x="351" y="453"/>
                      <a:pt x="451" y="351"/>
                      <a:pt x="451" y="227"/>
                    </a:cubicBezTo>
                    <a:cubicBezTo>
                      <a:pt x="451" y="102"/>
                      <a:pt x="350"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135"/>
              <p:cNvSpPr/>
              <p:nvPr/>
            </p:nvSpPr>
            <p:spPr>
              <a:xfrm>
                <a:off x="-1724150" y="2448650"/>
                <a:ext cx="11300" cy="11325"/>
              </a:xfrm>
              <a:custGeom>
                <a:rect b="b" l="l" r="r" t="t"/>
                <a:pathLst>
                  <a:path extrusionOk="0" h="453" w="452">
                    <a:moveTo>
                      <a:pt x="229" y="0"/>
                    </a:moveTo>
                    <a:cubicBezTo>
                      <a:pt x="228" y="0"/>
                      <a:pt x="227" y="0"/>
                      <a:pt x="227" y="0"/>
                    </a:cubicBezTo>
                    <a:cubicBezTo>
                      <a:pt x="101" y="0"/>
                      <a:pt x="1" y="102"/>
                      <a:pt x="1" y="226"/>
                    </a:cubicBezTo>
                    <a:cubicBezTo>
                      <a:pt x="1" y="351"/>
                      <a:pt x="101" y="452"/>
                      <a:pt x="227" y="452"/>
                    </a:cubicBezTo>
                    <a:cubicBezTo>
                      <a:pt x="352" y="452"/>
                      <a:pt x="452" y="351"/>
                      <a:pt x="452" y="226"/>
                    </a:cubicBezTo>
                    <a:cubicBezTo>
                      <a:pt x="452" y="102"/>
                      <a:pt x="353" y="0"/>
                      <a:pt x="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135"/>
              <p:cNvSpPr/>
              <p:nvPr/>
            </p:nvSpPr>
            <p:spPr>
              <a:xfrm>
                <a:off x="-1953600" y="2590250"/>
                <a:ext cx="11325" cy="11300"/>
              </a:xfrm>
              <a:custGeom>
                <a:rect b="b" l="l" r="r" t="t"/>
                <a:pathLst>
                  <a:path extrusionOk="0" h="452" w="453">
                    <a:moveTo>
                      <a:pt x="226" y="0"/>
                    </a:moveTo>
                    <a:cubicBezTo>
                      <a:pt x="100" y="0"/>
                      <a:pt x="0" y="100"/>
                      <a:pt x="0" y="225"/>
                    </a:cubicBezTo>
                    <a:cubicBezTo>
                      <a:pt x="0" y="351"/>
                      <a:pt x="100" y="451"/>
                      <a:pt x="226" y="451"/>
                    </a:cubicBezTo>
                    <a:cubicBezTo>
                      <a:pt x="351" y="451"/>
                      <a:pt x="452" y="351"/>
                      <a:pt x="452" y="225"/>
                    </a:cubicBezTo>
                    <a:cubicBezTo>
                      <a:pt x="452" y="100"/>
                      <a:pt x="350" y="0"/>
                      <a:pt x="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135"/>
              <p:cNvSpPr/>
              <p:nvPr/>
            </p:nvSpPr>
            <p:spPr>
              <a:xfrm>
                <a:off x="-1724125" y="2590175"/>
                <a:ext cx="11325" cy="11350"/>
              </a:xfrm>
              <a:custGeom>
                <a:rect b="b" l="l" r="r" t="t"/>
                <a:pathLst>
                  <a:path extrusionOk="0" h="454" w="453">
                    <a:moveTo>
                      <a:pt x="229" y="1"/>
                    </a:moveTo>
                    <a:cubicBezTo>
                      <a:pt x="228" y="1"/>
                      <a:pt x="227" y="1"/>
                      <a:pt x="227" y="1"/>
                    </a:cubicBezTo>
                    <a:cubicBezTo>
                      <a:pt x="101" y="1"/>
                      <a:pt x="1" y="102"/>
                      <a:pt x="1" y="227"/>
                    </a:cubicBezTo>
                    <a:cubicBezTo>
                      <a:pt x="1" y="352"/>
                      <a:pt x="101" y="453"/>
                      <a:pt x="227" y="453"/>
                    </a:cubicBezTo>
                    <a:cubicBezTo>
                      <a:pt x="352" y="453"/>
                      <a:pt x="453" y="352"/>
                      <a:pt x="453" y="227"/>
                    </a:cubicBezTo>
                    <a:cubicBezTo>
                      <a:pt x="453" y="103"/>
                      <a:pt x="352" y="1"/>
                      <a:pt x="2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35"/>
              <p:cNvSpPr/>
              <p:nvPr/>
            </p:nvSpPr>
            <p:spPr>
              <a:xfrm>
                <a:off x="-1942900" y="2460125"/>
                <a:ext cx="219250" cy="102425"/>
              </a:xfrm>
              <a:custGeom>
                <a:rect b="b" l="l" r="r" t="t"/>
                <a:pathLst>
                  <a:path extrusionOk="0" h="4097" w="8770">
                    <a:moveTo>
                      <a:pt x="8330" y="1"/>
                    </a:moveTo>
                    <a:lnTo>
                      <a:pt x="441" y="2"/>
                    </a:lnTo>
                    <a:cubicBezTo>
                      <a:pt x="270" y="174"/>
                      <a:pt x="166" y="270"/>
                      <a:pt x="0" y="442"/>
                    </a:cubicBezTo>
                    <a:lnTo>
                      <a:pt x="1" y="4018"/>
                    </a:lnTo>
                    <a:cubicBezTo>
                      <a:pt x="1" y="4062"/>
                      <a:pt x="39" y="4097"/>
                      <a:pt x="83" y="4097"/>
                    </a:cubicBezTo>
                    <a:lnTo>
                      <a:pt x="8692" y="4096"/>
                    </a:lnTo>
                    <a:cubicBezTo>
                      <a:pt x="8736" y="4096"/>
                      <a:pt x="8769" y="4061"/>
                      <a:pt x="8769" y="4016"/>
                    </a:cubicBezTo>
                    <a:lnTo>
                      <a:pt x="8768" y="440"/>
                    </a:lnTo>
                    <a:cubicBezTo>
                      <a:pt x="8603" y="269"/>
                      <a:pt x="8501" y="172"/>
                      <a:pt x="8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135"/>
              <p:cNvSpPr/>
              <p:nvPr/>
            </p:nvSpPr>
            <p:spPr>
              <a:xfrm>
                <a:off x="-1912775" y="2568700"/>
                <a:ext cx="159150" cy="38525"/>
              </a:xfrm>
              <a:custGeom>
                <a:rect b="b" l="l" r="r" t="t"/>
                <a:pathLst>
                  <a:path extrusionOk="0" h="1541" w="6366">
                    <a:moveTo>
                      <a:pt x="5940" y="0"/>
                    </a:moveTo>
                    <a:lnTo>
                      <a:pt x="425" y="1"/>
                    </a:lnTo>
                    <a:cubicBezTo>
                      <a:pt x="338" y="1"/>
                      <a:pt x="264" y="69"/>
                      <a:pt x="248" y="155"/>
                    </a:cubicBezTo>
                    <a:lnTo>
                      <a:pt x="1" y="1540"/>
                    </a:lnTo>
                    <a:lnTo>
                      <a:pt x="6365" y="1539"/>
                    </a:lnTo>
                    <a:lnTo>
                      <a:pt x="6116" y="153"/>
                    </a:lnTo>
                    <a:cubicBezTo>
                      <a:pt x="6101" y="68"/>
                      <a:pt x="6026" y="0"/>
                      <a:pt x="59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135"/>
              <p:cNvSpPr/>
              <p:nvPr/>
            </p:nvSpPr>
            <p:spPr>
              <a:xfrm>
                <a:off x="-1895300" y="2591325"/>
                <a:ext cx="12525" cy="12525"/>
              </a:xfrm>
              <a:custGeom>
                <a:rect b="b" l="l" r="r" t="t"/>
                <a:pathLst>
                  <a:path extrusionOk="0" h="501" w="501">
                    <a:moveTo>
                      <a:pt x="253" y="0"/>
                    </a:moveTo>
                    <a:cubicBezTo>
                      <a:pt x="252" y="0"/>
                      <a:pt x="252" y="0"/>
                      <a:pt x="251" y="0"/>
                    </a:cubicBezTo>
                    <a:cubicBezTo>
                      <a:pt x="113" y="0"/>
                      <a:pt x="0" y="113"/>
                      <a:pt x="0" y="251"/>
                    </a:cubicBezTo>
                    <a:cubicBezTo>
                      <a:pt x="0" y="388"/>
                      <a:pt x="113" y="501"/>
                      <a:pt x="251" y="501"/>
                    </a:cubicBezTo>
                    <a:cubicBezTo>
                      <a:pt x="388" y="501"/>
                      <a:pt x="501" y="388"/>
                      <a:pt x="501" y="251"/>
                    </a:cubicBezTo>
                    <a:cubicBezTo>
                      <a:pt x="501" y="113"/>
                      <a:pt x="389" y="0"/>
                      <a:pt x="2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135"/>
              <p:cNvSpPr/>
              <p:nvPr/>
            </p:nvSpPr>
            <p:spPr>
              <a:xfrm>
                <a:off x="-1783650" y="2591300"/>
                <a:ext cx="12550" cy="12525"/>
              </a:xfrm>
              <a:custGeom>
                <a:rect b="b" l="l" r="r" t="t"/>
                <a:pathLst>
                  <a:path extrusionOk="0" h="501" w="502">
                    <a:moveTo>
                      <a:pt x="251" y="0"/>
                    </a:moveTo>
                    <a:cubicBezTo>
                      <a:pt x="112" y="0"/>
                      <a:pt x="1" y="113"/>
                      <a:pt x="1" y="250"/>
                    </a:cubicBezTo>
                    <a:cubicBezTo>
                      <a:pt x="1" y="388"/>
                      <a:pt x="112" y="501"/>
                      <a:pt x="251" y="501"/>
                    </a:cubicBezTo>
                    <a:cubicBezTo>
                      <a:pt x="389" y="501"/>
                      <a:pt x="501" y="388"/>
                      <a:pt x="501" y="250"/>
                    </a:cubicBezTo>
                    <a:cubicBezTo>
                      <a:pt x="501" y="113"/>
                      <a:pt x="389" y="0"/>
                      <a:pt x="2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35"/>
              <p:cNvSpPr/>
              <p:nvPr/>
            </p:nvSpPr>
            <p:spPr>
              <a:xfrm>
                <a:off x="-1869350" y="2588650"/>
                <a:ext cx="9650" cy="9650"/>
              </a:xfrm>
              <a:custGeom>
                <a:rect b="b" l="l" r="r" t="t"/>
                <a:pathLst>
                  <a:path extrusionOk="0" h="386" w="386">
                    <a:moveTo>
                      <a:pt x="188" y="0"/>
                    </a:moveTo>
                    <a:cubicBezTo>
                      <a:pt x="85" y="0"/>
                      <a:pt x="1" y="85"/>
                      <a:pt x="1" y="188"/>
                    </a:cubicBezTo>
                    <a:lnTo>
                      <a:pt x="1" y="198"/>
                    </a:lnTo>
                    <a:cubicBezTo>
                      <a:pt x="1" y="301"/>
                      <a:pt x="85" y="385"/>
                      <a:pt x="188" y="385"/>
                    </a:cubicBezTo>
                    <a:lnTo>
                      <a:pt x="199" y="385"/>
                    </a:lnTo>
                    <a:cubicBezTo>
                      <a:pt x="302" y="385"/>
                      <a:pt x="386" y="301"/>
                      <a:pt x="386" y="198"/>
                    </a:cubicBezTo>
                    <a:lnTo>
                      <a:pt x="386" y="188"/>
                    </a:lnTo>
                    <a:cubicBezTo>
                      <a:pt x="386" y="85"/>
                      <a:pt x="302" y="0"/>
                      <a:pt x="1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35"/>
              <p:cNvSpPr/>
              <p:nvPr/>
            </p:nvSpPr>
            <p:spPr>
              <a:xfrm>
                <a:off x="-1806800" y="2588650"/>
                <a:ext cx="9650" cy="9650"/>
              </a:xfrm>
              <a:custGeom>
                <a:rect b="b" l="l" r="r" t="t"/>
                <a:pathLst>
                  <a:path extrusionOk="0" h="386" w="386">
                    <a:moveTo>
                      <a:pt x="187" y="0"/>
                    </a:moveTo>
                    <a:cubicBezTo>
                      <a:pt x="84" y="0"/>
                      <a:pt x="0" y="85"/>
                      <a:pt x="0" y="188"/>
                    </a:cubicBezTo>
                    <a:lnTo>
                      <a:pt x="0" y="198"/>
                    </a:lnTo>
                    <a:cubicBezTo>
                      <a:pt x="0" y="301"/>
                      <a:pt x="84" y="385"/>
                      <a:pt x="187" y="385"/>
                    </a:cubicBezTo>
                    <a:lnTo>
                      <a:pt x="197" y="385"/>
                    </a:lnTo>
                    <a:cubicBezTo>
                      <a:pt x="300" y="385"/>
                      <a:pt x="385" y="301"/>
                      <a:pt x="385" y="198"/>
                    </a:cubicBezTo>
                    <a:lnTo>
                      <a:pt x="385" y="188"/>
                    </a:lnTo>
                    <a:cubicBezTo>
                      <a:pt x="385" y="85"/>
                      <a:pt x="300" y="0"/>
                      <a:pt x="1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135"/>
              <p:cNvSpPr/>
              <p:nvPr/>
            </p:nvSpPr>
            <p:spPr>
              <a:xfrm>
                <a:off x="-1905125" y="2464250"/>
                <a:ext cx="144350" cy="22725"/>
              </a:xfrm>
              <a:custGeom>
                <a:rect b="b" l="l" r="r" t="t"/>
                <a:pathLst>
                  <a:path extrusionOk="0" h="909" w="5774">
                    <a:moveTo>
                      <a:pt x="5436" y="1"/>
                    </a:moveTo>
                    <a:lnTo>
                      <a:pt x="337" y="2"/>
                    </a:lnTo>
                    <a:cubicBezTo>
                      <a:pt x="151" y="2"/>
                      <a:pt x="0" y="154"/>
                      <a:pt x="0" y="339"/>
                    </a:cubicBezTo>
                    <a:lnTo>
                      <a:pt x="0" y="573"/>
                    </a:lnTo>
                    <a:cubicBezTo>
                      <a:pt x="0" y="758"/>
                      <a:pt x="151" y="909"/>
                      <a:pt x="337" y="909"/>
                    </a:cubicBezTo>
                    <a:lnTo>
                      <a:pt x="5436" y="908"/>
                    </a:lnTo>
                    <a:cubicBezTo>
                      <a:pt x="5622" y="908"/>
                      <a:pt x="5773" y="757"/>
                      <a:pt x="5773" y="572"/>
                    </a:cubicBezTo>
                    <a:lnTo>
                      <a:pt x="5773" y="337"/>
                    </a:lnTo>
                    <a:cubicBezTo>
                      <a:pt x="5773" y="151"/>
                      <a:pt x="5622" y="1"/>
                      <a:pt x="54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135"/>
              <p:cNvSpPr/>
              <p:nvPr/>
            </p:nvSpPr>
            <p:spPr>
              <a:xfrm>
                <a:off x="-1941500" y="2483875"/>
                <a:ext cx="218450" cy="77300"/>
              </a:xfrm>
              <a:custGeom>
                <a:rect b="b" l="l" r="r" t="t"/>
                <a:pathLst>
                  <a:path extrusionOk="0" h="3092" w="8738">
                    <a:moveTo>
                      <a:pt x="8737" y="0"/>
                    </a:moveTo>
                    <a:lnTo>
                      <a:pt x="0" y="2241"/>
                    </a:lnTo>
                    <a:lnTo>
                      <a:pt x="0" y="3092"/>
                    </a:lnTo>
                    <a:lnTo>
                      <a:pt x="8738" y="853"/>
                    </a:lnTo>
                    <a:lnTo>
                      <a:pt x="87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135"/>
              <p:cNvSpPr/>
              <p:nvPr/>
            </p:nvSpPr>
            <p:spPr>
              <a:xfrm>
                <a:off x="-1900975" y="2470700"/>
                <a:ext cx="135375" cy="1575"/>
              </a:xfrm>
              <a:custGeom>
                <a:rect b="b" l="l" r="r" t="t"/>
                <a:pathLst>
                  <a:path extrusionOk="0" h="63" w="5415">
                    <a:moveTo>
                      <a:pt x="0" y="1"/>
                    </a:moveTo>
                    <a:lnTo>
                      <a:pt x="0" y="63"/>
                    </a:lnTo>
                    <a:lnTo>
                      <a:pt x="5414" y="63"/>
                    </a:lnTo>
                    <a:lnTo>
                      <a:pt x="54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135"/>
              <p:cNvSpPr/>
              <p:nvPr/>
            </p:nvSpPr>
            <p:spPr>
              <a:xfrm>
                <a:off x="-1900975" y="2478975"/>
                <a:ext cx="135375" cy="1550"/>
              </a:xfrm>
              <a:custGeom>
                <a:rect b="b" l="l" r="r" t="t"/>
                <a:pathLst>
                  <a:path extrusionOk="0" h="62" w="5415">
                    <a:moveTo>
                      <a:pt x="0" y="0"/>
                    </a:moveTo>
                    <a:lnTo>
                      <a:pt x="0" y="62"/>
                    </a:lnTo>
                    <a:lnTo>
                      <a:pt x="5414" y="62"/>
                    </a:lnTo>
                    <a:lnTo>
                      <a:pt x="54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135"/>
              <p:cNvSpPr/>
              <p:nvPr/>
            </p:nvSpPr>
            <p:spPr>
              <a:xfrm>
                <a:off x="-1910875" y="2493450"/>
                <a:ext cx="155275" cy="44050"/>
              </a:xfrm>
              <a:custGeom>
                <a:rect b="b" l="l" r="r" t="t"/>
                <a:pathLst>
                  <a:path extrusionOk="0" h="1762" w="6211">
                    <a:moveTo>
                      <a:pt x="5330" y="0"/>
                    </a:moveTo>
                    <a:lnTo>
                      <a:pt x="880" y="2"/>
                    </a:lnTo>
                    <a:cubicBezTo>
                      <a:pt x="395" y="2"/>
                      <a:pt x="0" y="396"/>
                      <a:pt x="0" y="881"/>
                    </a:cubicBezTo>
                    <a:cubicBezTo>
                      <a:pt x="0" y="1366"/>
                      <a:pt x="395" y="1762"/>
                      <a:pt x="880" y="1762"/>
                    </a:cubicBezTo>
                    <a:lnTo>
                      <a:pt x="5330" y="1760"/>
                    </a:lnTo>
                    <a:cubicBezTo>
                      <a:pt x="5815" y="1760"/>
                      <a:pt x="6211" y="1365"/>
                      <a:pt x="6211" y="880"/>
                    </a:cubicBezTo>
                    <a:cubicBezTo>
                      <a:pt x="6211" y="395"/>
                      <a:pt x="5815" y="0"/>
                      <a:pt x="5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135"/>
              <p:cNvSpPr/>
              <p:nvPr/>
            </p:nvSpPr>
            <p:spPr>
              <a:xfrm>
                <a:off x="-1907850" y="2496900"/>
                <a:ext cx="148425" cy="37150"/>
              </a:xfrm>
              <a:custGeom>
                <a:rect b="b" l="l" r="r" t="t"/>
                <a:pathLst>
                  <a:path extrusionOk="0" h="1486" w="5937">
                    <a:moveTo>
                      <a:pt x="5196" y="0"/>
                    </a:moveTo>
                    <a:lnTo>
                      <a:pt x="742" y="1"/>
                    </a:lnTo>
                    <a:cubicBezTo>
                      <a:pt x="332" y="1"/>
                      <a:pt x="1" y="334"/>
                      <a:pt x="1" y="743"/>
                    </a:cubicBezTo>
                    <a:cubicBezTo>
                      <a:pt x="1" y="1154"/>
                      <a:pt x="332" y="1485"/>
                      <a:pt x="742" y="1485"/>
                    </a:cubicBezTo>
                    <a:lnTo>
                      <a:pt x="5196" y="1484"/>
                    </a:lnTo>
                    <a:cubicBezTo>
                      <a:pt x="5606" y="1484"/>
                      <a:pt x="5937" y="1152"/>
                      <a:pt x="5937" y="742"/>
                    </a:cubicBezTo>
                    <a:cubicBezTo>
                      <a:pt x="5937" y="334"/>
                      <a:pt x="5605" y="0"/>
                      <a:pt x="5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135"/>
              <p:cNvSpPr/>
              <p:nvPr/>
            </p:nvSpPr>
            <p:spPr>
              <a:xfrm>
                <a:off x="-179827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35"/>
              <p:cNvSpPr/>
              <p:nvPr/>
            </p:nvSpPr>
            <p:spPr>
              <a:xfrm>
                <a:off x="-179664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135"/>
              <p:cNvSpPr/>
              <p:nvPr/>
            </p:nvSpPr>
            <p:spPr>
              <a:xfrm>
                <a:off x="-178585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135"/>
              <p:cNvSpPr/>
              <p:nvPr/>
            </p:nvSpPr>
            <p:spPr>
              <a:xfrm>
                <a:off x="-1910528" y="2496128"/>
                <a:ext cx="42276" cy="38521"/>
              </a:xfrm>
              <a:custGeom>
                <a:rect b="b" l="l" r="r" t="t"/>
                <a:pathLst>
                  <a:path extrusionOk="0" h="1877" w="2060">
                    <a:moveTo>
                      <a:pt x="1030" y="1"/>
                    </a:moveTo>
                    <a:cubicBezTo>
                      <a:pt x="790" y="1"/>
                      <a:pt x="550" y="92"/>
                      <a:pt x="367" y="276"/>
                    </a:cubicBezTo>
                    <a:cubicBezTo>
                      <a:pt x="0" y="642"/>
                      <a:pt x="0" y="1235"/>
                      <a:pt x="367" y="1602"/>
                    </a:cubicBezTo>
                    <a:cubicBezTo>
                      <a:pt x="550" y="1785"/>
                      <a:pt x="790" y="1877"/>
                      <a:pt x="1030" y="1877"/>
                    </a:cubicBezTo>
                    <a:cubicBezTo>
                      <a:pt x="1270" y="1877"/>
                      <a:pt x="1509" y="1785"/>
                      <a:pt x="1693" y="1602"/>
                    </a:cubicBezTo>
                    <a:cubicBezTo>
                      <a:pt x="2059" y="1235"/>
                      <a:pt x="2059" y="642"/>
                      <a:pt x="1693" y="276"/>
                    </a:cubicBezTo>
                    <a:cubicBezTo>
                      <a:pt x="1509" y="92"/>
                      <a:pt x="1270"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135"/>
              <p:cNvSpPr/>
              <p:nvPr/>
            </p:nvSpPr>
            <p:spPr>
              <a:xfrm>
                <a:off x="-1908897" y="2497708"/>
                <a:ext cx="39034" cy="35011"/>
              </a:xfrm>
              <a:custGeom>
                <a:rect b="b" l="l" r="r" t="t"/>
                <a:pathLst>
                  <a:path extrusionOk="0" h="1706" w="1902">
                    <a:moveTo>
                      <a:pt x="952" y="0"/>
                    </a:moveTo>
                    <a:cubicBezTo>
                      <a:pt x="873" y="0"/>
                      <a:pt x="793" y="11"/>
                      <a:pt x="713" y="35"/>
                    </a:cubicBezTo>
                    <a:cubicBezTo>
                      <a:pt x="261" y="166"/>
                      <a:pt x="1" y="639"/>
                      <a:pt x="133" y="1091"/>
                    </a:cubicBezTo>
                    <a:cubicBezTo>
                      <a:pt x="241" y="1464"/>
                      <a:pt x="581" y="1706"/>
                      <a:pt x="950" y="1706"/>
                    </a:cubicBezTo>
                    <a:cubicBezTo>
                      <a:pt x="1029" y="1706"/>
                      <a:pt x="1110" y="1695"/>
                      <a:pt x="1190" y="1671"/>
                    </a:cubicBezTo>
                    <a:cubicBezTo>
                      <a:pt x="1642" y="1539"/>
                      <a:pt x="1902" y="1067"/>
                      <a:pt x="1770" y="615"/>
                    </a:cubicBezTo>
                    <a:cubicBezTo>
                      <a:pt x="1661" y="242"/>
                      <a:pt x="1321" y="0"/>
                      <a:pt x="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135"/>
              <p:cNvSpPr/>
              <p:nvPr/>
            </p:nvSpPr>
            <p:spPr>
              <a:xfrm>
                <a:off x="-1898102" y="2506676"/>
                <a:ext cx="17424" cy="17444"/>
              </a:xfrm>
              <a:custGeom>
                <a:rect b="b" l="l" r="r" t="t"/>
                <a:pathLst>
                  <a:path extrusionOk="0" h="850" w="849">
                    <a:moveTo>
                      <a:pt x="424" y="0"/>
                    </a:moveTo>
                    <a:cubicBezTo>
                      <a:pt x="190" y="0"/>
                      <a:pt x="0" y="190"/>
                      <a:pt x="0" y="424"/>
                    </a:cubicBezTo>
                    <a:cubicBezTo>
                      <a:pt x="0" y="660"/>
                      <a:pt x="190" y="849"/>
                      <a:pt x="424" y="849"/>
                    </a:cubicBezTo>
                    <a:cubicBezTo>
                      <a:pt x="658" y="849"/>
                      <a:pt x="848" y="660"/>
                      <a:pt x="848" y="424"/>
                    </a:cubicBezTo>
                    <a:cubicBezTo>
                      <a:pt x="848" y="190"/>
                      <a:pt x="658"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23" name="Google Shape;10723;p135"/>
          <p:cNvGrpSpPr/>
          <p:nvPr/>
        </p:nvGrpSpPr>
        <p:grpSpPr>
          <a:xfrm rot="1457234">
            <a:off x="7892570" y="320716"/>
            <a:ext cx="1076409" cy="678966"/>
            <a:chOff x="-2470750" y="3433500"/>
            <a:chExt cx="260450" cy="164288"/>
          </a:xfrm>
        </p:grpSpPr>
        <p:sp>
          <p:nvSpPr>
            <p:cNvPr id="10724" name="Google Shape;10724;p135"/>
            <p:cNvSpPr/>
            <p:nvPr/>
          </p:nvSpPr>
          <p:spPr>
            <a:xfrm>
              <a:off x="-2470750" y="3433500"/>
              <a:ext cx="260450" cy="164200"/>
            </a:xfrm>
            <a:custGeom>
              <a:rect b="b" l="l" r="r" t="t"/>
              <a:pathLst>
                <a:path extrusionOk="0" h="6568" w="10418">
                  <a:moveTo>
                    <a:pt x="365" y="1"/>
                  </a:moveTo>
                  <a:cubicBezTo>
                    <a:pt x="242" y="1"/>
                    <a:pt x="138" y="107"/>
                    <a:pt x="138" y="230"/>
                  </a:cubicBezTo>
                  <a:lnTo>
                    <a:pt x="138" y="739"/>
                  </a:lnTo>
                  <a:lnTo>
                    <a:pt x="138" y="3628"/>
                  </a:lnTo>
                  <a:lnTo>
                    <a:pt x="53" y="3628"/>
                  </a:lnTo>
                  <a:cubicBezTo>
                    <a:pt x="32" y="3655"/>
                    <a:pt x="28" y="3672"/>
                    <a:pt x="1" y="3693"/>
                  </a:cubicBezTo>
                  <a:lnTo>
                    <a:pt x="1" y="5827"/>
                  </a:lnTo>
                  <a:cubicBezTo>
                    <a:pt x="28" y="5848"/>
                    <a:pt x="33" y="5860"/>
                    <a:pt x="53" y="5881"/>
                  </a:cubicBezTo>
                  <a:lnTo>
                    <a:pt x="138" y="5881"/>
                  </a:lnTo>
                  <a:lnTo>
                    <a:pt x="138" y="6359"/>
                  </a:lnTo>
                  <a:cubicBezTo>
                    <a:pt x="138" y="6481"/>
                    <a:pt x="241" y="6567"/>
                    <a:pt x="365" y="6567"/>
                  </a:cubicBezTo>
                  <a:lnTo>
                    <a:pt x="10074" y="6567"/>
                  </a:lnTo>
                  <a:cubicBezTo>
                    <a:pt x="10197" y="6567"/>
                    <a:pt x="10281" y="6481"/>
                    <a:pt x="10281" y="6359"/>
                  </a:cubicBezTo>
                  <a:lnTo>
                    <a:pt x="10281" y="5881"/>
                  </a:lnTo>
                  <a:lnTo>
                    <a:pt x="10368" y="5881"/>
                  </a:lnTo>
                  <a:cubicBezTo>
                    <a:pt x="10391" y="5860"/>
                    <a:pt x="10391" y="5848"/>
                    <a:pt x="10418" y="5827"/>
                  </a:cubicBezTo>
                  <a:lnTo>
                    <a:pt x="10418" y="3693"/>
                  </a:lnTo>
                  <a:cubicBezTo>
                    <a:pt x="10391" y="3672"/>
                    <a:pt x="10389" y="3655"/>
                    <a:pt x="10368" y="3628"/>
                  </a:cubicBezTo>
                  <a:lnTo>
                    <a:pt x="10281" y="3628"/>
                  </a:lnTo>
                  <a:lnTo>
                    <a:pt x="10281" y="739"/>
                  </a:lnTo>
                  <a:lnTo>
                    <a:pt x="10281" y="230"/>
                  </a:lnTo>
                  <a:lnTo>
                    <a:pt x="10282" y="230"/>
                  </a:lnTo>
                  <a:cubicBezTo>
                    <a:pt x="10282" y="107"/>
                    <a:pt x="10197" y="1"/>
                    <a:pt x="10075"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5" name="Google Shape;10725;p135"/>
            <p:cNvGrpSpPr/>
            <p:nvPr/>
          </p:nvGrpSpPr>
          <p:grpSpPr>
            <a:xfrm>
              <a:off x="-2470750" y="3433513"/>
              <a:ext cx="260450" cy="164275"/>
              <a:chOff x="-1963525" y="2264375"/>
              <a:chExt cx="260450" cy="164275"/>
            </a:xfrm>
          </p:grpSpPr>
          <p:sp>
            <p:nvSpPr>
              <p:cNvPr id="10726" name="Google Shape;10726;p135"/>
              <p:cNvSpPr/>
              <p:nvPr/>
            </p:nvSpPr>
            <p:spPr>
              <a:xfrm>
                <a:off x="-1963525" y="2355100"/>
                <a:ext cx="260450" cy="56375"/>
              </a:xfrm>
              <a:custGeom>
                <a:rect b="b" l="l" r="r" t="t"/>
                <a:pathLst>
                  <a:path extrusionOk="0" h="2255" w="10418">
                    <a:moveTo>
                      <a:pt x="53" y="0"/>
                    </a:moveTo>
                    <a:cubicBezTo>
                      <a:pt x="33" y="27"/>
                      <a:pt x="28" y="44"/>
                      <a:pt x="1" y="66"/>
                    </a:cubicBezTo>
                    <a:lnTo>
                      <a:pt x="1" y="2199"/>
                    </a:lnTo>
                    <a:cubicBezTo>
                      <a:pt x="28" y="2220"/>
                      <a:pt x="32" y="2232"/>
                      <a:pt x="53" y="2254"/>
                    </a:cubicBezTo>
                    <a:lnTo>
                      <a:pt x="10369" y="2254"/>
                    </a:lnTo>
                    <a:cubicBezTo>
                      <a:pt x="10391" y="2232"/>
                      <a:pt x="10391" y="2220"/>
                      <a:pt x="10418" y="2199"/>
                    </a:cubicBezTo>
                    <a:lnTo>
                      <a:pt x="10418" y="66"/>
                    </a:lnTo>
                    <a:cubicBezTo>
                      <a:pt x="10391" y="44"/>
                      <a:pt x="10391" y="27"/>
                      <a:pt x="103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135"/>
              <p:cNvSpPr/>
              <p:nvPr/>
            </p:nvSpPr>
            <p:spPr>
              <a:xfrm>
                <a:off x="-1960075" y="2264375"/>
                <a:ext cx="253600" cy="164250"/>
              </a:xfrm>
              <a:custGeom>
                <a:rect b="b" l="l" r="r" t="t"/>
                <a:pathLst>
                  <a:path extrusionOk="0" h="6570" w="10144">
                    <a:moveTo>
                      <a:pt x="227" y="1"/>
                    </a:moveTo>
                    <a:cubicBezTo>
                      <a:pt x="104" y="1"/>
                      <a:pt x="0" y="107"/>
                      <a:pt x="0" y="230"/>
                    </a:cubicBezTo>
                    <a:lnTo>
                      <a:pt x="0" y="739"/>
                    </a:lnTo>
                    <a:lnTo>
                      <a:pt x="0" y="6360"/>
                    </a:lnTo>
                    <a:cubicBezTo>
                      <a:pt x="0" y="6483"/>
                      <a:pt x="103" y="6570"/>
                      <a:pt x="227" y="6570"/>
                    </a:cubicBezTo>
                    <a:lnTo>
                      <a:pt x="9937" y="6570"/>
                    </a:lnTo>
                    <a:cubicBezTo>
                      <a:pt x="10059" y="6570"/>
                      <a:pt x="10144" y="6483"/>
                      <a:pt x="10144" y="6360"/>
                    </a:cubicBezTo>
                    <a:lnTo>
                      <a:pt x="10144" y="739"/>
                    </a:lnTo>
                    <a:lnTo>
                      <a:pt x="10144" y="230"/>
                    </a:lnTo>
                    <a:cubicBezTo>
                      <a:pt x="10144" y="107"/>
                      <a:pt x="10059" y="1"/>
                      <a:pt x="99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135"/>
              <p:cNvSpPr/>
              <p:nvPr/>
            </p:nvSpPr>
            <p:spPr>
              <a:xfrm>
                <a:off x="-1953625" y="2270100"/>
                <a:ext cx="11300" cy="11275"/>
              </a:xfrm>
              <a:custGeom>
                <a:rect b="b" l="l" r="r" t="t"/>
                <a:pathLst>
                  <a:path extrusionOk="0" h="451" w="452">
                    <a:moveTo>
                      <a:pt x="225" y="0"/>
                    </a:moveTo>
                    <a:cubicBezTo>
                      <a:pt x="101" y="0"/>
                      <a:pt x="0" y="101"/>
                      <a:pt x="0" y="226"/>
                    </a:cubicBezTo>
                    <a:cubicBezTo>
                      <a:pt x="0" y="350"/>
                      <a:pt x="101" y="451"/>
                      <a:pt x="225" y="451"/>
                    </a:cubicBezTo>
                    <a:cubicBezTo>
                      <a:pt x="350" y="451"/>
                      <a:pt x="451" y="350"/>
                      <a:pt x="451" y="226"/>
                    </a:cubicBezTo>
                    <a:cubicBezTo>
                      <a:pt x="451" y="101"/>
                      <a:pt x="350" y="0"/>
                      <a:pt x="2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135"/>
              <p:cNvSpPr/>
              <p:nvPr/>
            </p:nvSpPr>
            <p:spPr>
              <a:xfrm>
                <a:off x="-1724150" y="2270100"/>
                <a:ext cx="11300" cy="11275"/>
              </a:xfrm>
              <a:custGeom>
                <a:rect b="b" l="l" r="r" t="t"/>
                <a:pathLst>
                  <a:path extrusionOk="0" h="451" w="452">
                    <a:moveTo>
                      <a:pt x="227" y="0"/>
                    </a:moveTo>
                    <a:cubicBezTo>
                      <a:pt x="102" y="0"/>
                      <a:pt x="1" y="101"/>
                      <a:pt x="1" y="226"/>
                    </a:cubicBezTo>
                    <a:cubicBezTo>
                      <a:pt x="1" y="350"/>
                      <a:pt x="102" y="451"/>
                      <a:pt x="227" y="451"/>
                    </a:cubicBezTo>
                    <a:cubicBezTo>
                      <a:pt x="351" y="451"/>
                      <a:pt x="452" y="350"/>
                      <a:pt x="452" y="226"/>
                    </a:cubicBezTo>
                    <a:cubicBezTo>
                      <a:pt x="452" y="101"/>
                      <a:pt x="351" y="0"/>
                      <a:pt x="2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135"/>
              <p:cNvSpPr/>
              <p:nvPr/>
            </p:nvSpPr>
            <p:spPr>
              <a:xfrm>
                <a:off x="-1953600" y="2411625"/>
                <a:ext cx="11325" cy="11325"/>
              </a:xfrm>
              <a:custGeom>
                <a:rect b="b" l="l" r="r" t="t"/>
                <a:pathLst>
                  <a:path extrusionOk="0" h="453" w="453">
                    <a:moveTo>
                      <a:pt x="226" y="1"/>
                    </a:moveTo>
                    <a:cubicBezTo>
                      <a:pt x="100" y="1"/>
                      <a:pt x="0" y="102"/>
                      <a:pt x="0" y="227"/>
                    </a:cubicBezTo>
                    <a:cubicBezTo>
                      <a:pt x="0" y="351"/>
                      <a:pt x="100" y="453"/>
                      <a:pt x="226" y="453"/>
                    </a:cubicBezTo>
                    <a:cubicBezTo>
                      <a:pt x="351" y="453"/>
                      <a:pt x="452" y="351"/>
                      <a:pt x="452" y="227"/>
                    </a:cubicBezTo>
                    <a:cubicBezTo>
                      <a:pt x="452" y="102"/>
                      <a:pt x="350"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135"/>
              <p:cNvSpPr/>
              <p:nvPr/>
            </p:nvSpPr>
            <p:spPr>
              <a:xfrm>
                <a:off x="-1724125" y="2411625"/>
                <a:ext cx="11325" cy="11325"/>
              </a:xfrm>
              <a:custGeom>
                <a:rect b="b" l="l" r="r" t="t"/>
                <a:pathLst>
                  <a:path extrusionOk="0" h="453" w="453">
                    <a:moveTo>
                      <a:pt x="227" y="1"/>
                    </a:moveTo>
                    <a:cubicBezTo>
                      <a:pt x="101" y="1"/>
                      <a:pt x="1" y="102"/>
                      <a:pt x="1" y="227"/>
                    </a:cubicBezTo>
                    <a:cubicBezTo>
                      <a:pt x="1" y="351"/>
                      <a:pt x="101" y="453"/>
                      <a:pt x="227" y="453"/>
                    </a:cubicBezTo>
                    <a:cubicBezTo>
                      <a:pt x="352" y="453"/>
                      <a:pt x="453" y="351"/>
                      <a:pt x="453" y="227"/>
                    </a:cubicBezTo>
                    <a:cubicBezTo>
                      <a:pt x="453" y="102"/>
                      <a:pt x="351" y="1"/>
                      <a:pt x="2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135"/>
              <p:cNvSpPr/>
              <p:nvPr/>
            </p:nvSpPr>
            <p:spPr>
              <a:xfrm>
                <a:off x="-1942900" y="2281575"/>
                <a:ext cx="219225" cy="102375"/>
              </a:xfrm>
              <a:custGeom>
                <a:rect b="b" l="l" r="r" t="t"/>
                <a:pathLst>
                  <a:path extrusionOk="0" h="4095" w="8769">
                    <a:moveTo>
                      <a:pt x="441" y="0"/>
                    </a:moveTo>
                    <a:cubicBezTo>
                      <a:pt x="270" y="172"/>
                      <a:pt x="166" y="269"/>
                      <a:pt x="0" y="440"/>
                    </a:cubicBezTo>
                    <a:lnTo>
                      <a:pt x="0" y="4016"/>
                    </a:lnTo>
                    <a:cubicBezTo>
                      <a:pt x="0" y="4059"/>
                      <a:pt x="38" y="4094"/>
                      <a:pt x="82" y="4094"/>
                    </a:cubicBezTo>
                    <a:lnTo>
                      <a:pt x="8691" y="4094"/>
                    </a:lnTo>
                    <a:cubicBezTo>
                      <a:pt x="8735" y="4094"/>
                      <a:pt x="8768" y="4060"/>
                      <a:pt x="8768" y="4016"/>
                    </a:cubicBezTo>
                    <a:lnTo>
                      <a:pt x="8768" y="440"/>
                    </a:lnTo>
                    <a:cubicBezTo>
                      <a:pt x="8603" y="269"/>
                      <a:pt x="8501" y="172"/>
                      <a:pt x="83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135"/>
              <p:cNvSpPr/>
              <p:nvPr/>
            </p:nvSpPr>
            <p:spPr>
              <a:xfrm>
                <a:off x="-1912825" y="2390150"/>
                <a:ext cx="159175" cy="38500"/>
              </a:xfrm>
              <a:custGeom>
                <a:rect b="b" l="l" r="r" t="t"/>
                <a:pathLst>
                  <a:path extrusionOk="0" h="1540" w="6367">
                    <a:moveTo>
                      <a:pt x="426" y="1"/>
                    </a:moveTo>
                    <a:cubicBezTo>
                      <a:pt x="339" y="1"/>
                      <a:pt x="264" y="69"/>
                      <a:pt x="248" y="154"/>
                    </a:cubicBezTo>
                    <a:lnTo>
                      <a:pt x="1" y="1540"/>
                    </a:lnTo>
                    <a:lnTo>
                      <a:pt x="6366" y="1540"/>
                    </a:lnTo>
                    <a:lnTo>
                      <a:pt x="6117" y="154"/>
                    </a:lnTo>
                    <a:cubicBezTo>
                      <a:pt x="6102" y="69"/>
                      <a:pt x="6027" y="1"/>
                      <a:pt x="59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135"/>
              <p:cNvSpPr/>
              <p:nvPr/>
            </p:nvSpPr>
            <p:spPr>
              <a:xfrm>
                <a:off x="-1895300" y="2412725"/>
                <a:ext cx="12525" cy="12525"/>
              </a:xfrm>
              <a:custGeom>
                <a:rect b="b" l="l" r="r" t="t"/>
                <a:pathLst>
                  <a:path extrusionOk="0" h="501" w="501">
                    <a:moveTo>
                      <a:pt x="251" y="1"/>
                    </a:moveTo>
                    <a:cubicBezTo>
                      <a:pt x="113" y="1"/>
                      <a:pt x="0" y="112"/>
                      <a:pt x="0" y="251"/>
                    </a:cubicBezTo>
                    <a:cubicBezTo>
                      <a:pt x="0" y="389"/>
                      <a:pt x="113" y="500"/>
                      <a:pt x="251" y="500"/>
                    </a:cubicBezTo>
                    <a:cubicBezTo>
                      <a:pt x="388" y="500"/>
                      <a:pt x="501" y="389"/>
                      <a:pt x="501" y="251"/>
                    </a:cubicBezTo>
                    <a:cubicBezTo>
                      <a:pt x="501" y="112"/>
                      <a:pt x="388" y="1"/>
                      <a:pt x="2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135"/>
              <p:cNvSpPr/>
              <p:nvPr/>
            </p:nvSpPr>
            <p:spPr>
              <a:xfrm>
                <a:off x="-1783700" y="2412700"/>
                <a:ext cx="12550" cy="12550"/>
              </a:xfrm>
              <a:custGeom>
                <a:rect b="b" l="l" r="r" t="t"/>
                <a:pathLst>
                  <a:path extrusionOk="0" h="502" w="502">
                    <a:moveTo>
                      <a:pt x="252" y="1"/>
                    </a:moveTo>
                    <a:cubicBezTo>
                      <a:pt x="113" y="1"/>
                      <a:pt x="1" y="113"/>
                      <a:pt x="1" y="252"/>
                    </a:cubicBezTo>
                    <a:cubicBezTo>
                      <a:pt x="1" y="390"/>
                      <a:pt x="113" y="501"/>
                      <a:pt x="252" y="501"/>
                    </a:cubicBezTo>
                    <a:cubicBezTo>
                      <a:pt x="390" y="501"/>
                      <a:pt x="501" y="390"/>
                      <a:pt x="501" y="252"/>
                    </a:cubicBezTo>
                    <a:cubicBezTo>
                      <a:pt x="501" y="113"/>
                      <a:pt x="390" y="1"/>
                      <a:pt x="2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135"/>
              <p:cNvSpPr/>
              <p:nvPr/>
            </p:nvSpPr>
            <p:spPr>
              <a:xfrm>
                <a:off x="-1869375" y="2410075"/>
                <a:ext cx="9675" cy="9650"/>
              </a:xfrm>
              <a:custGeom>
                <a:rect b="b" l="l" r="r" t="t"/>
                <a:pathLst>
                  <a:path extrusionOk="0" h="386" w="387">
                    <a:moveTo>
                      <a:pt x="187" y="1"/>
                    </a:moveTo>
                    <a:cubicBezTo>
                      <a:pt x="84" y="1"/>
                      <a:pt x="1" y="84"/>
                      <a:pt x="1" y="187"/>
                    </a:cubicBezTo>
                    <a:lnTo>
                      <a:pt x="1" y="198"/>
                    </a:lnTo>
                    <a:cubicBezTo>
                      <a:pt x="1" y="301"/>
                      <a:pt x="84" y="386"/>
                      <a:pt x="187" y="386"/>
                    </a:cubicBezTo>
                    <a:lnTo>
                      <a:pt x="198" y="386"/>
                    </a:lnTo>
                    <a:cubicBezTo>
                      <a:pt x="303" y="386"/>
                      <a:pt x="387" y="301"/>
                      <a:pt x="386" y="198"/>
                    </a:cubicBezTo>
                    <a:lnTo>
                      <a:pt x="386" y="187"/>
                    </a:lnTo>
                    <a:cubicBezTo>
                      <a:pt x="386" y="84"/>
                      <a:pt x="301" y="1"/>
                      <a:pt x="1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135"/>
              <p:cNvSpPr/>
              <p:nvPr/>
            </p:nvSpPr>
            <p:spPr>
              <a:xfrm>
                <a:off x="-1806825" y="2410075"/>
                <a:ext cx="9625" cy="9650"/>
              </a:xfrm>
              <a:custGeom>
                <a:rect b="b" l="l" r="r" t="t"/>
                <a:pathLst>
                  <a:path extrusionOk="0" h="386" w="385">
                    <a:moveTo>
                      <a:pt x="187" y="1"/>
                    </a:moveTo>
                    <a:cubicBezTo>
                      <a:pt x="84" y="1"/>
                      <a:pt x="0" y="84"/>
                      <a:pt x="0" y="187"/>
                    </a:cubicBezTo>
                    <a:lnTo>
                      <a:pt x="0" y="198"/>
                    </a:lnTo>
                    <a:cubicBezTo>
                      <a:pt x="0" y="301"/>
                      <a:pt x="84" y="386"/>
                      <a:pt x="187" y="386"/>
                    </a:cubicBezTo>
                    <a:lnTo>
                      <a:pt x="197" y="386"/>
                    </a:lnTo>
                    <a:cubicBezTo>
                      <a:pt x="300" y="386"/>
                      <a:pt x="384" y="301"/>
                      <a:pt x="384" y="198"/>
                    </a:cubicBezTo>
                    <a:lnTo>
                      <a:pt x="384" y="187"/>
                    </a:lnTo>
                    <a:cubicBezTo>
                      <a:pt x="384" y="84"/>
                      <a:pt x="300" y="1"/>
                      <a:pt x="1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135"/>
              <p:cNvSpPr/>
              <p:nvPr/>
            </p:nvSpPr>
            <p:spPr>
              <a:xfrm>
                <a:off x="-1905100" y="2285700"/>
                <a:ext cx="144350" cy="22700"/>
              </a:xfrm>
              <a:custGeom>
                <a:rect b="b" l="l" r="r" t="t"/>
                <a:pathLst>
                  <a:path extrusionOk="0" h="908" w="5774">
                    <a:moveTo>
                      <a:pt x="337" y="0"/>
                    </a:moveTo>
                    <a:cubicBezTo>
                      <a:pt x="151" y="0"/>
                      <a:pt x="0" y="151"/>
                      <a:pt x="0" y="337"/>
                    </a:cubicBezTo>
                    <a:lnTo>
                      <a:pt x="0" y="570"/>
                    </a:lnTo>
                    <a:cubicBezTo>
                      <a:pt x="0" y="756"/>
                      <a:pt x="151" y="908"/>
                      <a:pt x="337" y="908"/>
                    </a:cubicBezTo>
                    <a:lnTo>
                      <a:pt x="5437" y="908"/>
                    </a:lnTo>
                    <a:cubicBezTo>
                      <a:pt x="5623" y="908"/>
                      <a:pt x="5773" y="756"/>
                      <a:pt x="5773" y="570"/>
                    </a:cubicBezTo>
                    <a:lnTo>
                      <a:pt x="5773" y="337"/>
                    </a:lnTo>
                    <a:cubicBezTo>
                      <a:pt x="5773" y="151"/>
                      <a:pt x="5623" y="0"/>
                      <a:pt x="54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135"/>
              <p:cNvSpPr/>
              <p:nvPr/>
            </p:nvSpPr>
            <p:spPr>
              <a:xfrm>
                <a:off x="-1941500" y="2361300"/>
                <a:ext cx="216450" cy="21300"/>
              </a:xfrm>
              <a:custGeom>
                <a:rect b="b" l="l" r="r" t="t"/>
                <a:pathLst>
                  <a:path extrusionOk="0" h="852" w="8658">
                    <a:moveTo>
                      <a:pt x="0" y="0"/>
                    </a:moveTo>
                    <a:lnTo>
                      <a:pt x="0" y="852"/>
                    </a:lnTo>
                    <a:lnTo>
                      <a:pt x="8658" y="852"/>
                    </a:lnTo>
                    <a:lnTo>
                      <a:pt x="86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135"/>
              <p:cNvSpPr/>
              <p:nvPr/>
            </p:nvSpPr>
            <p:spPr>
              <a:xfrm>
                <a:off x="-1941500" y="2353025"/>
                <a:ext cx="216450" cy="4825"/>
              </a:xfrm>
              <a:custGeom>
                <a:rect b="b" l="l" r="r" t="t"/>
                <a:pathLst>
                  <a:path extrusionOk="0" h="193" w="8658">
                    <a:moveTo>
                      <a:pt x="0" y="1"/>
                    </a:moveTo>
                    <a:lnTo>
                      <a:pt x="0" y="193"/>
                    </a:lnTo>
                    <a:lnTo>
                      <a:pt x="8658" y="193"/>
                    </a:lnTo>
                    <a:lnTo>
                      <a:pt x="8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135"/>
              <p:cNvSpPr/>
              <p:nvPr/>
            </p:nvSpPr>
            <p:spPr>
              <a:xfrm>
                <a:off x="-1941500" y="2345475"/>
                <a:ext cx="216450" cy="2775"/>
              </a:xfrm>
              <a:custGeom>
                <a:rect b="b" l="l" r="r" t="t"/>
                <a:pathLst>
                  <a:path extrusionOk="0" h="111" w="8658">
                    <a:moveTo>
                      <a:pt x="0" y="1"/>
                    </a:moveTo>
                    <a:lnTo>
                      <a:pt x="0" y="111"/>
                    </a:lnTo>
                    <a:lnTo>
                      <a:pt x="8658" y="111"/>
                    </a:lnTo>
                    <a:lnTo>
                      <a:pt x="8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135"/>
              <p:cNvSpPr/>
              <p:nvPr/>
            </p:nvSpPr>
            <p:spPr>
              <a:xfrm>
                <a:off x="-1900975" y="2292925"/>
                <a:ext cx="135425" cy="25"/>
              </a:xfrm>
              <a:custGeom>
                <a:rect b="b" l="l" r="r" t="t"/>
                <a:pathLst>
                  <a:path extrusionOk="0" fill="none" h="1" w="5417">
                    <a:moveTo>
                      <a:pt x="0" y="0"/>
                    </a:moveTo>
                    <a:lnTo>
                      <a:pt x="5416" y="0"/>
                    </a:lnTo>
                  </a:path>
                </a:pathLst>
              </a:custGeom>
              <a:solidFill>
                <a:schemeClr val="dk1"/>
              </a:solidFill>
              <a:ln cap="flat" cmpd="sng" w="1550">
                <a:solidFill>
                  <a:srgbClr val="3A3A3C"/>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135"/>
              <p:cNvSpPr/>
              <p:nvPr/>
            </p:nvSpPr>
            <p:spPr>
              <a:xfrm>
                <a:off x="-1900975" y="2301150"/>
                <a:ext cx="135425" cy="25"/>
              </a:xfrm>
              <a:custGeom>
                <a:rect b="b" l="l" r="r" t="t"/>
                <a:pathLst>
                  <a:path extrusionOk="0" fill="none" h="1" w="5417">
                    <a:moveTo>
                      <a:pt x="0" y="1"/>
                    </a:moveTo>
                    <a:lnTo>
                      <a:pt x="5416" y="1"/>
                    </a:lnTo>
                  </a:path>
                </a:pathLst>
              </a:custGeom>
              <a:solidFill>
                <a:schemeClr val="dk1"/>
              </a:solidFill>
              <a:ln cap="flat" cmpd="sng" w="1550">
                <a:solidFill>
                  <a:srgbClr val="3A3A3C"/>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135"/>
              <p:cNvSpPr/>
              <p:nvPr/>
            </p:nvSpPr>
            <p:spPr>
              <a:xfrm>
                <a:off x="-1910875" y="2314875"/>
                <a:ext cx="155275" cy="44025"/>
              </a:xfrm>
              <a:custGeom>
                <a:rect b="b" l="l" r="r" t="t"/>
                <a:pathLst>
                  <a:path extrusionOk="0" h="1761" w="6211">
                    <a:moveTo>
                      <a:pt x="880" y="1"/>
                    </a:moveTo>
                    <a:cubicBezTo>
                      <a:pt x="395" y="1"/>
                      <a:pt x="0" y="396"/>
                      <a:pt x="0" y="881"/>
                    </a:cubicBezTo>
                    <a:cubicBezTo>
                      <a:pt x="0" y="1366"/>
                      <a:pt x="395" y="1760"/>
                      <a:pt x="880" y="1760"/>
                    </a:cubicBezTo>
                    <a:lnTo>
                      <a:pt x="5330" y="1760"/>
                    </a:lnTo>
                    <a:cubicBezTo>
                      <a:pt x="5815" y="1760"/>
                      <a:pt x="6211" y="1366"/>
                      <a:pt x="6211" y="881"/>
                    </a:cubicBezTo>
                    <a:cubicBezTo>
                      <a:pt x="6211" y="396"/>
                      <a:pt x="5815" y="1"/>
                      <a:pt x="53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135"/>
              <p:cNvSpPr/>
              <p:nvPr/>
            </p:nvSpPr>
            <p:spPr>
              <a:xfrm>
                <a:off x="-1906425" y="2318263"/>
                <a:ext cx="148425" cy="37100"/>
              </a:xfrm>
              <a:custGeom>
                <a:rect b="b" l="l" r="r" t="t"/>
                <a:pathLst>
                  <a:path extrusionOk="0" h="1484" w="5937">
                    <a:moveTo>
                      <a:pt x="742" y="1"/>
                    </a:moveTo>
                    <a:cubicBezTo>
                      <a:pt x="333" y="1"/>
                      <a:pt x="1" y="332"/>
                      <a:pt x="1" y="743"/>
                    </a:cubicBezTo>
                    <a:cubicBezTo>
                      <a:pt x="1" y="1152"/>
                      <a:pt x="332" y="1484"/>
                      <a:pt x="742" y="1484"/>
                    </a:cubicBezTo>
                    <a:lnTo>
                      <a:pt x="5196" y="1484"/>
                    </a:lnTo>
                    <a:cubicBezTo>
                      <a:pt x="5605" y="1484"/>
                      <a:pt x="5937" y="1153"/>
                      <a:pt x="5937" y="743"/>
                    </a:cubicBezTo>
                    <a:cubicBezTo>
                      <a:pt x="5937" y="333"/>
                      <a:pt x="5606" y="1"/>
                      <a:pt x="5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135"/>
              <p:cNvSpPr/>
              <p:nvPr/>
            </p:nvSpPr>
            <p:spPr>
              <a:xfrm>
                <a:off x="-1801225" y="2313350"/>
                <a:ext cx="46925" cy="46925"/>
              </a:xfrm>
              <a:custGeom>
                <a:rect b="b" l="l" r="r" t="t"/>
                <a:pathLst>
                  <a:path extrusionOk="0" h="1877" w="1877">
                    <a:moveTo>
                      <a:pt x="938" y="1"/>
                    </a:moveTo>
                    <a:cubicBezTo>
                      <a:pt x="420" y="1"/>
                      <a:pt x="0" y="421"/>
                      <a:pt x="0" y="939"/>
                    </a:cubicBezTo>
                    <a:cubicBezTo>
                      <a:pt x="0" y="1457"/>
                      <a:pt x="420" y="1877"/>
                      <a:pt x="938" y="1877"/>
                    </a:cubicBezTo>
                    <a:cubicBezTo>
                      <a:pt x="1456" y="1877"/>
                      <a:pt x="1876" y="1457"/>
                      <a:pt x="1876" y="939"/>
                    </a:cubicBezTo>
                    <a:cubicBezTo>
                      <a:pt x="1876" y="421"/>
                      <a:pt x="1456" y="1"/>
                      <a:pt x="9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135"/>
              <p:cNvSpPr/>
              <p:nvPr/>
            </p:nvSpPr>
            <p:spPr>
              <a:xfrm>
                <a:off x="-1801175" y="2315500"/>
                <a:ext cx="46825" cy="42650"/>
              </a:xfrm>
              <a:custGeom>
                <a:rect b="b" l="l" r="r" t="t"/>
                <a:pathLst>
                  <a:path extrusionOk="0" h="1706" w="1873">
                    <a:moveTo>
                      <a:pt x="936" y="0"/>
                    </a:moveTo>
                    <a:cubicBezTo>
                      <a:pt x="718" y="0"/>
                      <a:pt x="500" y="83"/>
                      <a:pt x="333" y="250"/>
                    </a:cubicBezTo>
                    <a:cubicBezTo>
                      <a:pt x="0" y="583"/>
                      <a:pt x="0" y="1123"/>
                      <a:pt x="333" y="1456"/>
                    </a:cubicBezTo>
                    <a:cubicBezTo>
                      <a:pt x="500" y="1623"/>
                      <a:pt x="718" y="1706"/>
                      <a:pt x="936" y="1706"/>
                    </a:cubicBezTo>
                    <a:cubicBezTo>
                      <a:pt x="1154" y="1706"/>
                      <a:pt x="1372" y="1623"/>
                      <a:pt x="1539" y="1456"/>
                    </a:cubicBezTo>
                    <a:cubicBezTo>
                      <a:pt x="1872" y="1123"/>
                      <a:pt x="1872" y="583"/>
                      <a:pt x="1539" y="250"/>
                    </a:cubicBezTo>
                    <a:cubicBezTo>
                      <a:pt x="1372" y="83"/>
                      <a:pt x="1154" y="0"/>
                      <a:pt x="9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135"/>
              <p:cNvSpPr/>
              <p:nvPr/>
            </p:nvSpPr>
            <p:spPr>
              <a:xfrm>
                <a:off x="-1904800" y="2322800"/>
                <a:ext cx="30825" cy="28075"/>
              </a:xfrm>
              <a:custGeom>
                <a:rect b="b" l="l" r="r" t="t"/>
                <a:pathLst>
                  <a:path extrusionOk="0" h="1123" w="1233">
                    <a:moveTo>
                      <a:pt x="617" y="0"/>
                    </a:moveTo>
                    <a:cubicBezTo>
                      <a:pt x="473" y="0"/>
                      <a:pt x="329" y="55"/>
                      <a:pt x="219" y="164"/>
                    </a:cubicBezTo>
                    <a:cubicBezTo>
                      <a:pt x="1" y="383"/>
                      <a:pt x="1" y="739"/>
                      <a:pt x="219" y="958"/>
                    </a:cubicBezTo>
                    <a:cubicBezTo>
                      <a:pt x="329" y="1067"/>
                      <a:pt x="473" y="1122"/>
                      <a:pt x="617" y="1122"/>
                    </a:cubicBezTo>
                    <a:cubicBezTo>
                      <a:pt x="760" y="1122"/>
                      <a:pt x="904" y="1067"/>
                      <a:pt x="1013" y="958"/>
                    </a:cubicBezTo>
                    <a:cubicBezTo>
                      <a:pt x="1233" y="739"/>
                      <a:pt x="1233" y="383"/>
                      <a:pt x="1013" y="164"/>
                    </a:cubicBezTo>
                    <a:cubicBezTo>
                      <a:pt x="904" y="55"/>
                      <a:pt x="760" y="0"/>
                      <a:pt x="6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135"/>
              <p:cNvSpPr/>
              <p:nvPr/>
            </p:nvSpPr>
            <p:spPr>
              <a:xfrm>
                <a:off x="-1793500" y="2322875"/>
                <a:ext cx="31325" cy="28100"/>
              </a:xfrm>
              <a:custGeom>
                <a:rect b="b" l="l" r="r" t="t"/>
                <a:pathLst>
                  <a:path extrusionOk="0" h="1124" w="1253">
                    <a:moveTo>
                      <a:pt x="627" y="1"/>
                    </a:moveTo>
                    <a:cubicBezTo>
                      <a:pt x="471" y="1"/>
                      <a:pt x="316" y="65"/>
                      <a:pt x="205" y="191"/>
                    </a:cubicBezTo>
                    <a:cubicBezTo>
                      <a:pt x="1" y="425"/>
                      <a:pt x="23" y="779"/>
                      <a:pt x="257" y="984"/>
                    </a:cubicBezTo>
                    <a:cubicBezTo>
                      <a:pt x="363" y="1077"/>
                      <a:pt x="495" y="1123"/>
                      <a:pt x="626" y="1123"/>
                    </a:cubicBezTo>
                    <a:cubicBezTo>
                      <a:pt x="782" y="1123"/>
                      <a:pt x="937" y="1058"/>
                      <a:pt x="1048" y="932"/>
                    </a:cubicBezTo>
                    <a:cubicBezTo>
                      <a:pt x="1252" y="699"/>
                      <a:pt x="1230" y="345"/>
                      <a:pt x="997" y="140"/>
                    </a:cubicBezTo>
                    <a:cubicBezTo>
                      <a:pt x="890" y="46"/>
                      <a:pt x="759" y="1"/>
                      <a:pt x="6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135"/>
              <p:cNvSpPr/>
              <p:nvPr/>
            </p:nvSpPr>
            <p:spPr>
              <a:xfrm>
                <a:off x="-1912187" y="2313350"/>
                <a:ext cx="46925" cy="46925"/>
              </a:xfrm>
              <a:custGeom>
                <a:rect b="b" l="l" r="r" t="t"/>
                <a:pathLst>
                  <a:path extrusionOk="0" h="1877" w="1877">
                    <a:moveTo>
                      <a:pt x="938" y="1"/>
                    </a:moveTo>
                    <a:cubicBezTo>
                      <a:pt x="420" y="1"/>
                      <a:pt x="0" y="421"/>
                      <a:pt x="0" y="939"/>
                    </a:cubicBezTo>
                    <a:cubicBezTo>
                      <a:pt x="0" y="1457"/>
                      <a:pt x="420" y="1877"/>
                      <a:pt x="938" y="1877"/>
                    </a:cubicBezTo>
                    <a:cubicBezTo>
                      <a:pt x="1456" y="1877"/>
                      <a:pt x="1876" y="1457"/>
                      <a:pt x="1876" y="939"/>
                    </a:cubicBezTo>
                    <a:cubicBezTo>
                      <a:pt x="1876" y="421"/>
                      <a:pt x="1456" y="1"/>
                      <a:pt x="9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135"/>
              <p:cNvSpPr/>
              <p:nvPr/>
            </p:nvSpPr>
            <p:spPr>
              <a:xfrm>
                <a:off x="-1912800" y="2315500"/>
                <a:ext cx="46825" cy="42650"/>
              </a:xfrm>
              <a:custGeom>
                <a:rect b="b" l="l" r="r" t="t"/>
                <a:pathLst>
                  <a:path extrusionOk="0" h="1706" w="1873">
                    <a:moveTo>
                      <a:pt x="937" y="1"/>
                    </a:moveTo>
                    <a:cubicBezTo>
                      <a:pt x="718" y="1"/>
                      <a:pt x="500" y="84"/>
                      <a:pt x="334" y="250"/>
                    </a:cubicBezTo>
                    <a:cubicBezTo>
                      <a:pt x="1" y="583"/>
                      <a:pt x="1" y="1123"/>
                      <a:pt x="334" y="1456"/>
                    </a:cubicBezTo>
                    <a:cubicBezTo>
                      <a:pt x="500" y="1623"/>
                      <a:pt x="718" y="1706"/>
                      <a:pt x="937" y="1706"/>
                    </a:cubicBezTo>
                    <a:cubicBezTo>
                      <a:pt x="1155" y="1706"/>
                      <a:pt x="1373" y="1623"/>
                      <a:pt x="1539" y="1456"/>
                    </a:cubicBezTo>
                    <a:cubicBezTo>
                      <a:pt x="1873" y="1123"/>
                      <a:pt x="1873" y="583"/>
                      <a:pt x="1539" y="250"/>
                    </a:cubicBezTo>
                    <a:cubicBezTo>
                      <a:pt x="1373" y="84"/>
                      <a:pt x="1155" y="1"/>
                      <a:pt x="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135"/>
              <p:cNvSpPr/>
              <p:nvPr/>
            </p:nvSpPr>
            <p:spPr>
              <a:xfrm>
                <a:off x="-1899975" y="2326200"/>
                <a:ext cx="21225" cy="21225"/>
              </a:xfrm>
              <a:custGeom>
                <a:rect b="b" l="l" r="r" t="t"/>
                <a:pathLst>
                  <a:path extrusionOk="0" h="849" w="849">
                    <a:moveTo>
                      <a:pt x="425" y="1"/>
                    </a:moveTo>
                    <a:cubicBezTo>
                      <a:pt x="191" y="1"/>
                      <a:pt x="1" y="191"/>
                      <a:pt x="1" y="425"/>
                    </a:cubicBezTo>
                    <a:cubicBezTo>
                      <a:pt x="1" y="659"/>
                      <a:pt x="191" y="849"/>
                      <a:pt x="425" y="849"/>
                    </a:cubicBezTo>
                    <a:cubicBezTo>
                      <a:pt x="659" y="849"/>
                      <a:pt x="849" y="659"/>
                      <a:pt x="849" y="425"/>
                    </a:cubicBezTo>
                    <a:cubicBezTo>
                      <a:pt x="849" y="191"/>
                      <a:pt x="659" y="1"/>
                      <a:pt x="4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53" name="Google Shape;10753;p135"/>
          <p:cNvGrpSpPr/>
          <p:nvPr/>
        </p:nvGrpSpPr>
        <p:grpSpPr>
          <a:xfrm>
            <a:off x="8761391" y="64895"/>
            <a:ext cx="311019" cy="311110"/>
            <a:chOff x="5038846" y="235350"/>
            <a:chExt cx="158691" cy="158738"/>
          </a:xfrm>
        </p:grpSpPr>
        <p:sp>
          <p:nvSpPr>
            <p:cNvPr id="10754" name="Google Shape;10754;p135"/>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35"/>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6" name="Google Shape;10756;p135"/>
          <p:cNvGrpSpPr/>
          <p:nvPr/>
        </p:nvGrpSpPr>
        <p:grpSpPr>
          <a:xfrm>
            <a:off x="236541" y="3489520"/>
            <a:ext cx="311019" cy="311110"/>
            <a:chOff x="5038846" y="235350"/>
            <a:chExt cx="158691" cy="158738"/>
          </a:xfrm>
        </p:grpSpPr>
        <p:sp>
          <p:nvSpPr>
            <p:cNvPr id="10757" name="Google Shape;10757;p135"/>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35"/>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0759" name="Shape 10759"/>
        <p:cNvGrpSpPr/>
        <p:nvPr/>
      </p:nvGrpSpPr>
      <p:grpSpPr>
        <a:xfrm>
          <a:off x="0" y="0"/>
          <a:ext cx="0" cy="0"/>
          <a:chOff x="0" y="0"/>
          <a:chExt cx="0" cy="0"/>
        </a:xfrm>
      </p:grpSpPr>
      <p:grpSp>
        <p:nvGrpSpPr>
          <p:cNvPr id="10760" name="Google Shape;10760;p136"/>
          <p:cNvGrpSpPr/>
          <p:nvPr/>
        </p:nvGrpSpPr>
        <p:grpSpPr>
          <a:xfrm rot="466311">
            <a:off x="230813" y="3302416"/>
            <a:ext cx="337184" cy="1085941"/>
            <a:chOff x="-507662" y="283925"/>
            <a:chExt cx="249300" cy="802900"/>
          </a:xfrm>
        </p:grpSpPr>
        <p:sp>
          <p:nvSpPr>
            <p:cNvPr id="10761" name="Google Shape;10761;p136"/>
            <p:cNvSpPr/>
            <p:nvPr/>
          </p:nvSpPr>
          <p:spPr>
            <a:xfrm>
              <a:off x="-507662" y="283925"/>
              <a:ext cx="249300" cy="802900"/>
            </a:xfrm>
            <a:custGeom>
              <a:rect b="b" l="l" r="r" t="t"/>
              <a:pathLst>
                <a:path extrusionOk="0" h="32116" w="9972">
                  <a:moveTo>
                    <a:pt x="4820" y="1"/>
                  </a:moveTo>
                  <a:cubicBezTo>
                    <a:pt x="1333" y="1"/>
                    <a:pt x="220" y="2879"/>
                    <a:pt x="127" y="5466"/>
                  </a:cubicBezTo>
                  <a:cubicBezTo>
                    <a:pt x="45" y="5448"/>
                    <a:pt x="1" y="5439"/>
                    <a:pt x="1" y="5439"/>
                  </a:cubicBezTo>
                  <a:lnTo>
                    <a:pt x="0" y="6146"/>
                  </a:lnTo>
                  <a:cubicBezTo>
                    <a:pt x="0" y="6146"/>
                    <a:pt x="45" y="6157"/>
                    <a:pt x="135" y="6178"/>
                  </a:cubicBezTo>
                  <a:cubicBezTo>
                    <a:pt x="212" y="7236"/>
                    <a:pt x="628" y="8201"/>
                    <a:pt x="1276" y="8965"/>
                  </a:cubicBezTo>
                  <a:cubicBezTo>
                    <a:pt x="1273" y="8964"/>
                    <a:pt x="1272" y="8964"/>
                    <a:pt x="1272" y="8964"/>
                  </a:cubicBezTo>
                  <a:lnTo>
                    <a:pt x="1272" y="8964"/>
                  </a:lnTo>
                  <a:lnTo>
                    <a:pt x="1972" y="9757"/>
                  </a:lnTo>
                  <a:cubicBezTo>
                    <a:pt x="1985" y="9759"/>
                    <a:pt x="1998" y="9763"/>
                    <a:pt x="2013" y="9765"/>
                  </a:cubicBezTo>
                  <a:lnTo>
                    <a:pt x="1987" y="9765"/>
                  </a:lnTo>
                  <a:lnTo>
                    <a:pt x="2989" y="31481"/>
                  </a:lnTo>
                  <a:cubicBezTo>
                    <a:pt x="2989" y="31481"/>
                    <a:pt x="3673" y="32115"/>
                    <a:pt x="5032" y="32116"/>
                  </a:cubicBezTo>
                  <a:cubicBezTo>
                    <a:pt x="5034" y="32116"/>
                    <a:pt x="5035" y="32116"/>
                    <a:pt x="5036" y="32116"/>
                  </a:cubicBezTo>
                  <a:cubicBezTo>
                    <a:pt x="6471" y="32116"/>
                    <a:pt x="7092" y="31486"/>
                    <a:pt x="7092" y="31486"/>
                  </a:cubicBezTo>
                  <a:lnTo>
                    <a:pt x="8145" y="9772"/>
                  </a:lnTo>
                  <a:lnTo>
                    <a:pt x="8084" y="9772"/>
                  </a:lnTo>
                  <a:cubicBezTo>
                    <a:pt x="8114" y="9762"/>
                    <a:pt x="8129" y="9755"/>
                    <a:pt x="8129" y="9755"/>
                  </a:cubicBezTo>
                  <a:lnTo>
                    <a:pt x="8643" y="9035"/>
                  </a:lnTo>
                  <a:cubicBezTo>
                    <a:pt x="9322" y="8263"/>
                    <a:pt x="9763" y="7276"/>
                    <a:pt x="9844" y="6187"/>
                  </a:cubicBezTo>
                  <a:cubicBezTo>
                    <a:pt x="9928" y="6168"/>
                    <a:pt x="9971" y="6157"/>
                    <a:pt x="9971" y="6157"/>
                  </a:cubicBezTo>
                  <a:lnTo>
                    <a:pt x="9972" y="5450"/>
                  </a:lnTo>
                  <a:lnTo>
                    <a:pt x="9972" y="5450"/>
                  </a:lnTo>
                  <a:cubicBezTo>
                    <a:pt x="9972" y="5450"/>
                    <a:pt x="9930" y="5461"/>
                    <a:pt x="9851" y="5480"/>
                  </a:cubicBezTo>
                  <a:cubicBezTo>
                    <a:pt x="9738" y="2878"/>
                    <a:pt x="8299" y="43"/>
                    <a:pt x="4902" y="1"/>
                  </a:cubicBezTo>
                  <a:cubicBezTo>
                    <a:pt x="4875" y="1"/>
                    <a:pt x="4848" y="1"/>
                    <a:pt x="4820"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2" name="Google Shape;10762;p136"/>
            <p:cNvGrpSpPr/>
            <p:nvPr/>
          </p:nvGrpSpPr>
          <p:grpSpPr>
            <a:xfrm>
              <a:off x="-507662" y="283950"/>
              <a:ext cx="249300" cy="802850"/>
              <a:chOff x="-4628300" y="394775"/>
              <a:chExt cx="249300" cy="802850"/>
            </a:xfrm>
          </p:grpSpPr>
          <p:sp>
            <p:nvSpPr>
              <p:cNvPr id="10763" name="Google Shape;10763;p136"/>
              <p:cNvSpPr/>
              <p:nvPr/>
            </p:nvSpPr>
            <p:spPr>
              <a:xfrm>
                <a:off x="-4625325" y="394775"/>
                <a:ext cx="243575" cy="267125"/>
              </a:xfrm>
              <a:custGeom>
                <a:rect b="b" l="l" r="r" t="t"/>
                <a:pathLst>
                  <a:path extrusionOk="0" h="10685" w="9743">
                    <a:moveTo>
                      <a:pt x="4703" y="1"/>
                    </a:moveTo>
                    <a:cubicBezTo>
                      <a:pt x="1059" y="1"/>
                      <a:pt x="5" y="3143"/>
                      <a:pt x="2" y="5811"/>
                    </a:cubicBezTo>
                    <a:cubicBezTo>
                      <a:pt x="0" y="8499"/>
                      <a:pt x="2178" y="10682"/>
                      <a:pt x="4866" y="10685"/>
                    </a:cubicBezTo>
                    <a:cubicBezTo>
                      <a:pt x="4868" y="10685"/>
                      <a:pt x="4870" y="10685"/>
                      <a:pt x="4872" y="10685"/>
                    </a:cubicBezTo>
                    <a:cubicBezTo>
                      <a:pt x="7557" y="10685"/>
                      <a:pt x="9737" y="8508"/>
                      <a:pt x="9739" y="5822"/>
                    </a:cubicBezTo>
                    <a:cubicBezTo>
                      <a:pt x="9742" y="3133"/>
                      <a:pt x="8329" y="45"/>
                      <a:pt x="4783" y="1"/>
                    </a:cubicBezTo>
                    <a:cubicBezTo>
                      <a:pt x="4757" y="1"/>
                      <a:pt x="4730" y="1"/>
                      <a:pt x="4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136"/>
              <p:cNvSpPr/>
              <p:nvPr/>
            </p:nvSpPr>
            <p:spPr>
              <a:xfrm>
                <a:off x="-4578650" y="638800"/>
                <a:ext cx="153925" cy="558825"/>
              </a:xfrm>
              <a:custGeom>
                <a:rect b="b" l="l" r="r" t="t"/>
                <a:pathLst>
                  <a:path extrusionOk="0" h="22353" w="6157">
                    <a:moveTo>
                      <a:pt x="0" y="1"/>
                    </a:moveTo>
                    <a:lnTo>
                      <a:pt x="1002" y="21718"/>
                    </a:lnTo>
                    <a:cubicBezTo>
                      <a:pt x="1002" y="21718"/>
                      <a:pt x="1685" y="22352"/>
                      <a:pt x="3045" y="22353"/>
                    </a:cubicBezTo>
                    <a:cubicBezTo>
                      <a:pt x="3049" y="22353"/>
                      <a:pt x="3052" y="22353"/>
                      <a:pt x="3056" y="22353"/>
                    </a:cubicBezTo>
                    <a:cubicBezTo>
                      <a:pt x="4485" y="22353"/>
                      <a:pt x="5105" y="21723"/>
                      <a:pt x="5105" y="21723"/>
                    </a:cubicBezTo>
                    <a:lnTo>
                      <a:pt x="6157" y="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136"/>
              <p:cNvSpPr/>
              <p:nvPr/>
            </p:nvSpPr>
            <p:spPr>
              <a:xfrm>
                <a:off x="-4596525" y="618825"/>
                <a:ext cx="184925" cy="29825"/>
              </a:xfrm>
              <a:custGeom>
                <a:rect b="b" l="l" r="r" t="t"/>
                <a:pathLst>
                  <a:path extrusionOk="0" h="1193" w="7397">
                    <a:moveTo>
                      <a:pt x="1" y="0"/>
                    </a:moveTo>
                    <a:lnTo>
                      <a:pt x="701" y="793"/>
                    </a:lnTo>
                    <a:cubicBezTo>
                      <a:pt x="1992" y="1092"/>
                      <a:pt x="3106" y="1192"/>
                      <a:pt x="4019" y="1192"/>
                    </a:cubicBezTo>
                    <a:cubicBezTo>
                      <a:pt x="5843" y="1192"/>
                      <a:pt x="6857" y="793"/>
                      <a:pt x="6857" y="793"/>
                    </a:cubicBezTo>
                    <a:lnTo>
                      <a:pt x="7396" y="38"/>
                    </a:lnTo>
                    <a:lnTo>
                      <a:pt x="7396" y="38"/>
                    </a:lnTo>
                    <a:cubicBezTo>
                      <a:pt x="5867" y="370"/>
                      <a:pt x="4550" y="482"/>
                      <a:pt x="3469" y="482"/>
                    </a:cubicBezTo>
                    <a:cubicBezTo>
                      <a:pt x="1227" y="482"/>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136"/>
              <p:cNvSpPr/>
              <p:nvPr/>
            </p:nvSpPr>
            <p:spPr>
              <a:xfrm>
                <a:off x="-4628300" y="530675"/>
                <a:ext cx="249300" cy="29925"/>
              </a:xfrm>
              <a:custGeom>
                <a:rect b="b" l="l" r="r" t="t"/>
                <a:pathLst>
                  <a:path extrusionOk="0" h="1197" w="9972">
                    <a:moveTo>
                      <a:pt x="1" y="1"/>
                    </a:moveTo>
                    <a:lnTo>
                      <a:pt x="0" y="708"/>
                    </a:lnTo>
                    <a:cubicBezTo>
                      <a:pt x="0" y="708"/>
                      <a:pt x="1837" y="1193"/>
                      <a:pt x="4994" y="1197"/>
                    </a:cubicBezTo>
                    <a:cubicBezTo>
                      <a:pt x="5001" y="1197"/>
                      <a:pt x="5007" y="1197"/>
                      <a:pt x="5014" y="1197"/>
                    </a:cubicBezTo>
                    <a:cubicBezTo>
                      <a:pt x="8066" y="1197"/>
                      <a:pt x="9971" y="719"/>
                      <a:pt x="9971" y="719"/>
                    </a:cubicBezTo>
                    <a:lnTo>
                      <a:pt x="9972" y="12"/>
                    </a:lnTo>
                    <a:lnTo>
                      <a:pt x="9972" y="12"/>
                    </a:lnTo>
                    <a:cubicBezTo>
                      <a:pt x="9971" y="12"/>
                      <a:pt x="8240" y="490"/>
                      <a:pt x="5054" y="490"/>
                    </a:cubicBezTo>
                    <a:cubicBezTo>
                      <a:pt x="5040" y="490"/>
                      <a:pt x="5027" y="490"/>
                      <a:pt x="5013" y="490"/>
                    </a:cubicBezTo>
                    <a:cubicBezTo>
                      <a:pt x="2056" y="48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136"/>
              <p:cNvSpPr/>
              <p:nvPr/>
            </p:nvSpPr>
            <p:spPr>
              <a:xfrm>
                <a:off x="-4517700" y="824050"/>
                <a:ext cx="33375" cy="120300"/>
              </a:xfrm>
              <a:custGeom>
                <a:rect b="b" l="l" r="r" t="t"/>
                <a:pathLst>
                  <a:path extrusionOk="0" h="4812" w="1335">
                    <a:moveTo>
                      <a:pt x="630" y="0"/>
                    </a:moveTo>
                    <a:cubicBezTo>
                      <a:pt x="283" y="0"/>
                      <a:pt x="1" y="285"/>
                      <a:pt x="8" y="632"/>
                    </a:cubicBezTo>
                    <a:lnTo>
                      <a:pt x="76" y="4201"/>
                    </a:lnTo>
                    <a:cubicBezTo>
                      <a:pt x="82" y="4515"/>
                      <a:pt x="321" y="4776"/>
                      <a:pt x="633" y="4808"/>
                    </a:cubicBezTo>
                    <a:cubicBezTo>
                      <a:pt x="655" y="4810"/>
                      <a:pt x="677" y="4811"/>
                      <a:pt x="699" y="4811"/>
                    </a:cubicBezTo>
                    <a:cubicBezTo>
                      <a:pt x="1037" y="4811"/>
                      <a:pt x="1319" y="4538"/>
                      <a:pt x="1319" y="4193"/>
                    </a:cubicBezTo>
                    <a:lnTo>
                      <a:pt x="1334" y="627"/>
                    </a:lnTo>
                    <a:cubicBezTo>
                      <a:pt x="1335" y="292"/>
                      <a:pt x="1069" y="15"/>
                      <a:pt x="733" y="4"/>
                    </a:cubicBezTo>
                    <a:lnTo>
                      <a:pt x="651" y="1"/>
                    </a:lnTo>
                    <a:cubicBezTo>
                      <a:pt x="644" y="0"/>
                      <a:pt x="637"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136"/>
              <p:cNvSpPr/>
              <p:nvPr/>
            </p:nvSpPr>
            <p:spPr>
              <a:xfrm>
                <a:off x="-4512225" y="910675"/>
                <a:ext cx="23325" cy="18250"/>
              </a:xfrm>
              <a:custGeom>
                <a:rect b="b" l="l" r="r" t="t"/>
                <a:pathLst>
                  <a:path extrusionOk="0" h="730" w="933">
                    <a:moveTo>
                      <a:pt x="0" y="0"/>
                    </a:moveTo>
                    <a:lnTo>
                      <a:pt x="28" y="693"/>
                    </a:lnTo>
                    <a:lnTo>
                      <a:pt x="922" y="730"/>
                    </a:lnTo>
                    <a:lnTo>
                      <a:pt x="932"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69" name="Google Shape;10769;p136"/>
          <p:cNvGrpSpPr/>
          <p:nvPr/>
        </p:nvGrpSpPr>
        <p:grpSpPr>
          <a:xfrm rot="-626127">
            <a:off x="8261696" y="267916"/>
            <a:ext cx="597565" cy="732253"/>
            <a:chOff x="-476487" y="1228650"/>
            <a:chExt cx="263475" cy="322875"/>
          </a:xfrm>
        </p:grpSpPr>
        <p:sp>
          <p:nvSpPr>
            <p:cNvPr id="10770" name="Google Shape;10770;p136"/>
            <p:cNvSpPr/>
            <p:nvPr/>
          </p:nvSpPr>
          <p:spPr>
            <a:xfrm>
              <a:off x="-476487" y="1228650"/>
              <a:ext cx="263475" cy="322875"/>
            </a:xfrm>
            <a:custGeom>
              <a:rect b="b" l="l" r="r" t="t"/>
              <a:pathLst>
                <a:path extrusionOk="0" h="12915" w="10539">
                  <a:moveTo>
                    <a:pt x="1124" y="0"/>
                  </a:moveTo>
                  <a:lnTo>
                    <a:pt x="1" y="12848"/>
                  </a:lnTo>
                  <a:lnTo>
                    <a:pt x="8339" y="12900"/>
                  </a:lnTo>
                  <a:lnTo>
                    <a:pt x="10538" y="12915"/>
                  </a:lnTo>
                  <a:lnTo>
                    <a:pt x="10124" y="222"/>
                  </a:lnTo>
                  <a:lnTo>
                    <a:pt x="8471" y="182"/>
                  </a:lnTo>
                  <a:lnTo>
                    <a:pt x="1124"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1" name="Google Shape;10771;p136"/>
            <p:cNvGrpSpPr/>
            <p:nvPr/>
          </p:nvGrpSpPr>
          <p:grpSpPr>
            <a:xfrm>
              <a:off x="-476487" y="1228650"/>
              <a:ext cx="263475" cy="322875"/>
              <a:chOff x="-4190125" y="677000"/>
              <a:chExt cx="263475" cy="322875"/>
            </a:xfrm>
          </p:grpSpPr>
          <p:sp>
            <p:nvSpPr>
              <p:cNvPr id="10772" name="Google Shape;10772;p136"/>
              <p:cNvSpPr/>
              <p:nvPr/>
            </p:nvSpPr>
            <p:spPr>
              <a:xfrm>
                <a:off x="-4190125" y="677000"/>
                <a:ext cx="263475" cy="322875"/>
              </a:xfrm>
              <a:custGeom>
                <a:rect b="b" l="l" r="r" t="t"/>
                <a:pathLst>
                  <a:path extrusionOk="0" h="12915" w="10539">
                    <a:moveTo>
                      <a:pt x="1124" y="0"/>
                    </a:moveTo>
                    <a:lnTo>
                      <a:pt x="1" y="12848"/>
                    </a:lnTo>
                    <a:lnTo>
                      <a:pt x="8339" y="12900"/>
                    </a:lnTo>
                    <a:lnTo>
                      <a:pt x="10538" y="12915"/>
                    </a:lnTo>
                    <a:lnTo>
                      <a:pt x="10124" y="222"/>
                    </a:lnTo>
                    <a:lnTo>
                      <a:pt x="8471" y="183"/>
                    </a:lnTo>
                    <a:lnTo>
                      <a:pt x="11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136"/>
              <p:cNvSpPr/>
              <p:nvPr/>
            </p:nvSpPr>
            <p:spPr>
              <a:xfrm>
                <a:off x="-3981650" y="681550"/>
                <a:ext cx="55000" cy="318325"/>
              </a:xfrm>
              <a:custGeom>
                <a:rect b="b" l="l" r="r" t="t"/>
                <a:pathLst>
                  <a:path extrusionOk="0" h="12733" w="2200">
                    <a:moveTo>
                      <a:pt x="132" y="1"/>
                    </a:moveTo>
                    <a:lnTo>
                      <a:pt x="0" y="12718"/>
                    </a:lnTo>
                    <a:lnTo>
                      <a:pt x="2199" y="12733"/>
                    </a:lnTo>
                    <a:lnTo>
                      <a:pt x="1785" y="40"/>
                    </a:lnTo>
                    <a:lnTo>
                      <a:pt x="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136"/>
              <p:cNvSpPr/>
              <p:nvPr/>
            </p:nvSpPr>
            <p:spPr>
              <a:xfrm>
                <a:off x="-4130225" y="705650"/>
                <a:ext cx="97075" cy="90600"/>
              </a:xfrm>
              <a:custGeom>
                <a:rect b="b" l="l" r="r" t="t"/>
                <a:pathLst>
                  <a:path extrusionOk="0" h="3624" w="3883">
                    <a:moveTo>
                      <a:pt x="1944" y="1"/>
                    </a:moveTo>
                    <a:cubicBezTo>
                      <a:pt x="1853" y="1"/>
                      <a:pt x="1761" y="7"/>
                      <a:pt x="1669" y="21"/>
                    </a:cubicBezTo>
                    <a:cubicBezTo>
                      <a:pt x="679" y="172"/>
                      <a:pt x="0" y="1096"/>
                      <a:pt x="151" y="2084"/>
                    </a:cubicBezTo>
                    <a:cubicBezTo>
                      <a:pt x="287" y="2982"/>
                      <a:pt x="1060" y="3623"/>
                      <a:pt x="1940" y="3623"/>
                    </a:cubicBezTo>
                    <a:cubicBezTo>
                      <a:pt x="2030" y="3623"/>
                      <a:pt x="2122" y="3617"/>
                      <a:pt x="2215" y="3603"/>
                    </a:cubicBezTo>
                    <a:cubicBezTo>
                      <a:pt x="3203" y="3452"/>
                      <a:pt x="3882" y="2527"/>
                      <a:pt x="3732" y="1539"/>
                    </a:cubicBezTo>
                    <a:cubicBezTo>
                      <a:pt x="3595" y="642"/>
                      <a:pt x="2823" y="1"/>
                      <a:pt x="1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36"/>
              <p:cNvSpPr/>
              <p:nvPr/>
            </p:nvSpPr>
            <p:spPr>
              <a:xfrm>
                <a:off x="-4100850" y="732800"/>
                <a:ext cx="38350" cy="36275"/>
              </a:xfrm>
              <a:custGeom>
                <a:rect b="b" l="l" r="r" t="t"/>
                <a:pathLst>
                  <a:path extrusionOk="0" h="1451" w="1534">
                    <a:moveTo>
                      <a:pt x="765" y="1"/>
                    </a:moveTo>
                    <a:cubicBezTo>
                      <a:pt x="402" y="1"/>
                      <a:pt x="90" y="272"/>
                      <a:pt x="47" y="641"/>
                    </a:cubicBezTo>
                    <a:cubicBezTo>
                      <a:pt x="1" y="1039"/>
                      <a:pt x="285" y="1399"/>
                      <a:pt x="683" y="1445"/>
                    </a:cubicBezTo>
                    <a:cubicBezTo>
                      <a:pt x="711" y="1449"/>
                      <a:pt x="740" y="1450"/>
                      <a:pt x="768" y="1450"/>
                    </a:cubicBezTo>
                    <a:cubicBezTo>
                      <a:pt x="1130" y="1450"/>
                      <a:pt x="1443" y="1178"/>
                      <a:pt x="1487" y="810"/>
                    </a:cubicBezTo>
                    <a:cubicBezTo>
                      <a:pt x="1533" y="412"/>
                      <a:pt x="1247" y="52"/>
                      <a:pt x="850" y="6"/>
                    </a:cubicBezTo>
                    <a:cubicBezTo>
                      <a:pt x="821" y="2"/>
                      <a:pt x="793"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136"/>
              <p:cNvSpPr/>
              <p:nvPr/>
            </p:nvSpPr>
            <p:spPr>
              <a:xfrm>
                <a:off x="-4155525" y="827725"/>
                <a:ext cx="133525" cy="126375"/>
              </a:xfrm>
              <a:custGeom>
                <a:rect b="b" l="l" r="r" t="t"/>
                <a:pathLst>
                  <a:path extrusionOk="0" h="5055" w="5341">
                    <a:moveTo>
                      <a:pt x="2668" y="1"/>
                    </a:moveTo>
                    <a:cubicBezTo>
                      <a:pt x="1402" y="1"/>
                      <a:pt x="309" y="950"/>
                      <a:pt x="161" y="2237"/>
                    </a:cubicBezTo>
                    <a:cubicBezTo>
                      <a:pt x="1" y="3623"/>
                      <a:pt x="993" y="4875"/>
                      <a:pt x="2379" y="5037"/>
                    </a:cubicBezTo>
                    <a:cubicBezTo>
                      <a:pt x="2478" y="5049"/>
                      <a:pt x="2575" y="5054"/>
                      <a:pt x="2672" y="5054"/>
                    </a:cubicBezTo>
                    <a:cubicBezTo>
                      <a:pt x="3937" y="5054"/>
                      <a:pt x="5030" y="4105"/>
                      <a:pt x="5179" y="2819"/>
                    </a:cubicBezTo>
                    <a:cubicBezTo>
                      <a:pt x="5340" y="1433"/>
                      <a:pt x="4346" y="179"/>
                      <a:pt x="2960" y="18"/>
                    </a:cubicBezTo>
                    <a:cubicBezTo>
                      <a:pt x="2862" y="6"/>
                      <a:pt x="2764" y="1"/>
                      <a:pt x="2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136"/>
              <p:cNvSpPr/>
              <p:nvPr/>
            </p:nvSpPr>
            <p:spPr>
              <a:xfrm>
                <a:off x="-4116600" y="864625"/>
                <a:ext cx="55600" cy="52625"/>
              </a:xfrm>
              <a:custGeom>
                <a:rect b="b" l="l" r="r" t="t"/>
                <a:pathLst>
                  <a:path extrusionOk="0" h="2105" w="2224">
                    <a:moveTo>
                      <a:pt x="1111" y="0"/>
                    </a:moveTo>
                    <a:cubicBezTo>
                      <a:pt x="584" y="0"/>
                      <a:pt x="130" y="394"/>
                      <a:pt x="68" y="931"/>
                    </a:cubicBezTo>
                    <a:cubicBezTo>
                      <a:pt x="1" y="1508"/>
                      <a:pt x="415" y="2030"/>
                      <a:pt x="991" y="2097"/>
                    </a:cubicBezTo>
                    <a:cubicBezTo>
                      <a:pt x="1032" y="2102"/>
                      <a:pt x="1073" y="2104"/>
                      <a:pt x="1113" y="2104"/>
                    </a:cubicBezTo>
                    <a:cubicBezTo>
                      <a:pt x="1640" y="2104"/>
                      <a:pt x="2095" y="1709"/>
                      <a:pt x="2158" y="1173"/>
                    </a:cubicBezTo>
                    <a:cubicBezTo>
                      <a:pt x="2224" y="596"/>
                      <a:pt x="1810" y="74"/>
                      <a:pt x="1234" y="7"/>
                    </a:cubicBezTo>
                    <a:cubicBezTo>
                      <a:pt x="1193" y="2"/>
                      <a:pt x="1152"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36"/>
              <p:cNvSpPr/>
              <p:nvPr/>
            </p:nvSpPr>
            <p:spPr>
              <a:xfrm>
                <a:off x="-3999000" y="687450"/>
                <a:ext cx="11200" cy="10600"/>
              </a:xfrm>
              <a:custGeom>
                <a:rect b="b" l="l" r="r" t="t"/>
                <a:pathLst>
                  <a:path extrusionOk="0" h="424" w="448">
                    <a:moveTo>
                      <a:pt x="224" y="1"/>
                    </a:moveTo>
                    <a:cubicBezTo>
                      <a:pt x="118" y="1"/>
                      <a:pt x="26" y="80"/>
                      <a:pt x="14" y="188"/>
                    </a:cubicBezTo>
                    <a:cubicBezTo>
                      <a:pt x="1" y="304"/>
                      <a:pt x="83" y="408"/>
                      <a:pt x="200" y="422"/>
                    </a:cubicBezTo>
                    <a:cubicBezTo>
                      <a:pt x="208" y="423"/>
                      <a:pt x="216" y="424"/>
                      <a:pt x="225" y="424"/>
                    </a:cubicBezTo>
                    <a:cubicBezTo>
                      <a:pt x="330" y="424"/>
                      <a:pt x="422" y="345"/>
                      <a:pt x="434" y="237"/>
                    </a:cubicBezTo>
                    <a:cubicBezTo>
                      <a:pt x="448" y="121"/>
                      <a:pt x="365" y="16"/>
                      <a:pt x="248" y="2"/>
                    </a:cubicBezTo>
                    <a:cubicBezTo>
                      <a:pt x="240" y="1"/>
                      <a:pt x="232"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136"/>
              <p:cNvSpPr/>
              <p:nvPr/>
            </p:nvSpPr>
            <p:spPr>
              <a:xfrm>
                <a:off x="-4158425" y="683025"/>
                <a:ext cx="11175" cy="10625"/>
              </a:xfrm>
              <a:custGeom>
                <a:rect b="b" l="l" r="r" t="t"/>
                <a:pathLst>
                  <a:path extrusionOk="0" h="425" w="447">
                    <a:moveTo>
                      <a:pt x="225" y="1"/>
                    </a:moveTo>
                    <a:cubicBezTo>
                      <a:pt x="119" y="1"/>
                      <a:pt x="27" y="80"/>
                      <a:pt x="14" y="188"/>
                    </a:cubicBezTo>
                    <a:cubicBezTo>
                      <a:pt x="0" y="304"/>
                      <a:pt x="83" y="408"/>
                      <a:pt x="199" y="423"/>
                    </a:cubicBezTo>
                    <a:cubicBezTo>
                      <a:pt x="207" y="424"/>
                      <a:pt x="215" y="424"/>
                      <a:pt x="222" y="424"/>
                    </a:cubicBezTo>
                    <a:cubicBezTo>
                      <a:pt x="328" y="424"/>
                      <a:pt x="421" y="345"/>
                      <a:pt x="434" y="237"/>
                    </a:cubicBezTo>
                    <a:cubicBezTo>
                      <a:pt x="447" y="120"/>
                      <a:pt x="364" y="16"/>
                      <a:pt x="248" y="2"/>
                    </a:cubicBezTo>
                    <a:cubicBezTo>
                      <a:pt x="240" y="1"/>
                      <a:pt x="232"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136"/>
              <p:cNvSpPr/>
              <p:nvPr/>
            </p:nvSpPr>
            <p:spPr>
              <a:xfrm>
                <a:off x="-4183975" y="979075"/>
                <a:ext cx="11200" cy="10625"/>
              </a:xfrm>
              <a:custGeom>
                <a:rect b="b" l="l" r="r" t="t"/>
                <a:pathLst>
                  <a:path extrusionOk="0" h="425" w="448">
                    <a:moveTo>
                      <a:pt x="225" y="1"/>
                    </a:moveTo>
                    <a:cubicBezTo>
                      <a:pt x="118" y="1"/>
                      <a:pt x="25" y="80"/>
                      <a:pt x="14" y="188"/>
                    </a:cubicBezTo>
                    <a:cubicBezTo>
                      <a:pt x="0" y="304"/>
                      <a:pt x="83" y="409"/>
                      <a:pt x="200" y="423"/>
                    </a:cubicBezTo>
                    <a:cubicBezTo>
                      <a:pt x="207" y="424"/>
                      <a:pt x="215" y="424"/>
                      <a:pt x="223" y="424"/>
                    </a:cubicBezTo>
                    <a:cubicBezTo>
                      <a:pt x="329" y="424"/>
                      <a:pt x="421" y="345"/>
                      <a:pt x="434" y="237"/>
                    </a:cubicBezTo>
                    <a:cubicBezTo>
                      <a:pt x="447" y="121"/>
                      <a:pt x="365" y="16"/>
                      <a:pt x="248" y="2"/>
                    </a:cubicBezTo>
                    <a:cubicBezTo>
                      <a:pt x="240" y="1"/>
                      <a:pt x="233"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136"/>
              <p:cNvSpPr/>
              <p:nvPr/>
            </p:nvSpPr>
            <p:spPr>
              <a:xfrm>
                <a:off x="-4000300" y="980975"/>
                <a:ext cx="11200" cy="10600"/>
              </a:xfrm>
              <a:custGeom>
                <a:rect b="b" l="l" r="r" t="t"/>
                <a:pathLst>
                  <a:path extrusionOk="0" h="424" w="448">
                    <a:moveTo>
                      <a:pt x="222" y="1"/>
                    </a:moveTo>
                    <a:cubicBezTo>
                      <a:pt x="115" y="1"/>
                      <a:pt x="25" y="81"/>
                      <a:pt x="14" y="188"/>
                    </a:cubicBezTo>
                    <a:cubicBezTo>
                      <a:pt x="0" y="305"/>
                      <a:pt x="83" y="409"/>
                      <a:pt x="199" y="422"/>
                    </a:cubicBezTo>
                    <a:cubicBezTo>
                      <a:pt x="208" y="423"/>
                      <a:pt x="216" y="424"/>
                      <a:pt x="224" y="424"/>
                    </a:cubicBezTo>
                    <a:cubicBezTo>
                      <a:pt x="329" y="424"/>
                      <a:pt x="420" y="345"/>
                      <a:pt x="434" y="237"/>
                    </a:cubicBezTo>
                    <a:cubicBezTo>
                      <a:pt x="447" y="121"/>
                      <a:pt x="363" y="17"/>
                      <a:pt x="248" y="2"/>
                    </a:cubicBezTo>
                    <a:cubicBezTo>
                      <a:pt x="239" y="1"/>
                      <a:pt x="230" y="1"/>
                      <a:pt x="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82" name="Google Shape;10782;p136"/>
          <p:cNvGrpSpPr/>
          <p:nvPr/>
        </p:nvGrpSpPr>
        <p:grpSpPr>
          <a:xfrm rot="1058670">
            <a:off x="8318232" y="4217702"/>
            <a:ext cx="659915" cy="714593"/>
            <a:chOff x="-2686850" y="3696525"/>
            <a:chExt cx="332050" cy="359563"/>
          </a:xfrm>
        </p:grpSpPr>
        <p:sp>
          <p:nvSpPr>
            <p:cNvPr id="10783" name="Google Shape;10783;p136"/>
            <p:cNvSpPr/>
            <p:nvPr/>
          </p:nvSpPr>
          <p:spPr>
            <a:xfrm>
              <a:off x="-2686850" y="3696525"/>
              <a:ext cx="332050" cy="359525"/>
            </a:xfrm>
            <a:custGeom>
              <a:rect b="b" l="l" r="r" t="t"/>
              <a:pathLst>
                <a:path extrusionOk="0" h="14381" w="13282">
                  <a:moveTo>
                    <a:pt x="12504" y="10802"/>
                  </a:moveTo>
                  <a:lnTo>
                    <a:pt x="12497" y="10829"/>
                  </a:lnTo>
                  <a:lnTo>
                    <a:pt x="12497" y="10806"/>
                  </a:lnTo>
                  <a:lnTo>
                    <a:pt x="12504" y="10802"/>
                  </a:lnTo>
                  <a:close/>
                  <a:moveTo>
                    <a:pt x="6678" y="1"/>
                  </a:moveTo>
                  <a:cubicBezTo>
                    <a:pt x="4442" y="1"/>
                    <a:pt x="2280" y="1136"/>
                    <a:pt x="1036" y="2962"/>
                  </a:cubicBezTo>
                  <a:cubicBezTo>
                    <a:pt x="902" y="3158"/>
                    <a:pt x="912" y="3410"/>
                    <a:pt x="1042" y="3594"/>
                  </a:cubicBezTo>
                  <a:cubicBezTo>
                    <a:pt x="505" y="4550"/>
                    <a:pt x="247" y="5625"/>
                    <a:pt x="300" y="6729"/>
                  </a:cubicBezTo>
                  <a:cubicBezTo>
                    <a:pt x="352" y="7770"/>
                    <a:pt x="675" y="10117"/>
                    <a:pt x="739" y="10573"/>
                  </a:cubicBezTo>
                  <a:lnTo>
                    <a:pt x="739" y="10663"/>
                  </a:lnTo>
                  <a:lnTo>
                    <a:pt x="256" y="8957"/>
                  </a:lnTo>
                  <a:cubicBezTo>
                    <a:pt x="241" y="8903"/>
                    <a:pt x="192" y="8868"/>
                    <a:pt x="138" y="8868"/>
                  </a:cubicBezTo>
                  <a:cubicBezTo>
                    <a:pt x="126" y="8868"/>
                    <a:pt x="115" y="8869"/>
                    <a:pt x="103" y="8873"/>
                  </a:cubicBezTo>
                  <a:cubicBezTo>
                    <a:pt x="37" y="8890"/>
                    <a:pt x="0" y="8958"/>
                    <a:pt x="19" y="9024"/>
                  </a:cubicBezTo>
                  <a:lnTo>
                    <a:pt x="738" y="11566"/>
                  </a:lnTo>
                  <a:lnTo>
                    <a:pt x="738" y="12528"/>
                  </a:lnTo>
                  <a:lnTo>
                    <a:pt x="738" y="13556"/>
                  </a:lnTo>
                  <a:lnTo>
                    <a:pt x="738" y="13808"/>
                  </a:lnTo>
                  <a:lnTo>
                    <a:pt x="1665" y="13808"/>
                  </a:lnTo>
                  <a:lnTo>
                    <a:pt x="1665" y="14373"/>
                  </a:lnTo>
                  <a:lnTo>
                    <a:pt x="1947" y="14373"/>
                  </a:lnTo>
                  <a:lnTo>
                    <a:pt x="1947" y="14380"/>
                  </a:lnTo>
                  <a:lnTo>
                    <a:pt x="2635" y="14380"/>
                  </a:lnTo>
                  <a:lnTo>
                    <a:pt x="2635" y="14369"/>
                  </a:lnTo>
                  <a:cubicBezTo>
                    <a:pt x="3018" y="14307"/>
                    <a:pt x="3314" y="13987"/>
                    <a:pt x="3411" y="13555"/>
                  </a:cubicBezTo>
                  <a:cubicBezTo>
                    <a:pt x="3433" y="13457"/>
                    <a:pt x="3446" y="13353"/>
                    <a:pt x="3446" y="13245"/>
                  </a:cubicBezTo>
                  <a:lnTo>
                    <a:pt x="3446" y="12527"/>
                  </a:lnTo>
                  <a:lnTo>
                    <a:pt x="3446" y="11097"/>
                  </a:lnTo>
                  <a:cubicBezTo>
                    <a:pt x="3446" y="10515"/>
                    <a:pt x="3105" y="10039"/>
                    <a:pt x="2635" y="9961"/>
                  </a:cubicBezTo>
                  <a:lnTo>
                    <a:pt x="2635" y="9948"/>
                  </a:lnTo>
                  <a:lnTo>
                    <a:pt x="1985" y="9948"/>
                  </a:lnTo>
                  <a:lnTo>
                    <a:pt x="1985" y="9942"/>
                  </a:lnTo>
                  <a:lnTo>
                    <a:pt x="1665" y="9942"/>
                  </a:lnTo>
                  <a:lnTo>
                    <a:pt x="1665" y="10506"/>
                  </a:lnTo>
                  <a:lnTo>
                    <a:pt x="1165" y="10506"/>
                  </a:lnTo>
                  <a:cubicBezTo>
                    <a:pt x="1100" y="10047"/>
                    <a:pt x="780" y="7711"/>
                    <a:pt x="731" y="6704"/>
                  </a:cubicBezTo>
                  <a:cubicBezTo>
                    <a:pt x="680" y="5690"/>
                    <a:pt x="918" y="4700"/>
                    <a:pt x="1409" y="3819"/>
                  </a:cubicBezTo>
                  <a:cubicBezTo>
                    <a:pt x="1438" y="3823"/>
                    <a:pt x="1466" y="3825"/>
                    <a:pt x="1494" y="3825"/>
                  </a:cubicBezTo>
                  <a:cubicBezTo>
                    <a:pt x="1671" y="3825"/>
                    <a:pt x="1845" y="3741"/>
                    <a:pt x="1952" y="3583"/>
                  </a:cubicBezTo>
                  <a:cubicBezTo>
                    <a:pt x="2992" y="2056"/>
                    <a:pt x="4803" y="1106"/>
                    <a:pt x="6678" y="1106"/>
                  </a:cubicBezTo>
                  <a:cubicBezTo>
                    <a:pt x="8431" y="1106"/>
                    <a:pt x="10117" y="1922"/>
                    <a:pt x="11187" y="3286"/>
                  </a:cubicBezTo>
                  <a:cubicBezTo>
                    <a:pt x="11297" y="3426"/>
                    <a:pt x="11458" y="3497"/>
                    <a:pt x="11621" y="3497"/>
                  </a:cubicBezTo>
                  <a:cubicBezTo>
                    <a:pt x="11663" y="3497"/>
                    <a:pt x="11704" y="3493"/>
                    <a:pt x="11744" y="3484"/>
                  </a:cubicBezTo>
                  <a:cubicBezTo>
                    <a:pt x="12373" y="4446"/>
                    <a:pt x="12682" y="5559"/>
                    <a:pt x="12626" y="6704"/>
                  </a:cubicBezTo>
                  <a:cubicBezTo>
                    <a:pt x="12576" y="7711"/>
                    <a:pt x="12255" y="10047"/>
                    <a:pt x="12191" y="10506"/>
                  </a:cubicBezTo>
                  <a:lnTo>
                    <a:pt x="11569" y="10506"/>
                  </a:lnTo>
                  <a:lnTo>
                    <a:pt x="11569" y="9942"/>
                  </a:lnTo>
                  <a:lnTo>
                    <a:pt x="11249" y="9942"/>
                  </a:lnTo>
                  <a:lnTo>
                    <a:pt x="11249" y="9948"/>
                  </a:lnTo>
                  <a:lnTo>
                    <a:pt x="10602" y="9948"/>
                  </a:lnTo>
                  <a:lnTo>
                    <a:pt x="10602" y="9961"/>
                  </a:lnTo>
                  <a:cubicBezTo>
                    <a:pt x="10130" y="10039"/>
                    <a:pt x="9790" y="10515"/>
                    <a:pt x="9790" y="11097"/>
                  </a:cubicBezTo>
                  <a:lnTo>
                    <a:pt x="9790" y="12526"/>
                  </a:lnTo>
                  <a:lnTo>
                    <a:pt x="9790" y="13244"/>
                  </a:lnTo>
                  <a:cubicBezTo>
                    <a:pt x="9790" y="13353"/>
                    <a:pt x="9803" y="13456"/>
                    <a:pt x="9825" y="13554"/>
                  </a:cubicBezTo>
                  <a:cubicBezTo>
                    <a:pt x="9922" y="13984"/>
                    <a:pt x="10218" y="14306"/>
                    <a:pt x="10602" y="14368"/>
                  </a:cubicBezTo>
                  <a:lnTo>
                    <a:pt x="10602" y="14379"/>
                  </a:lnTo>
                  <a:lnTo>
                    <a:pt x="11289" y="14379"/>
                  </a:lnTo>
                  <a:lnTo>
                    <a:pt x="11289" y="14371"/>
                  </a:lnTo>
                  <a:lnTo>
                    <a:pt x="11572" y="14371"/>
                  </a:lnTo>
                  <a:lnTo>
                    <a:pt x="11572" y="13807"/>
                  </a:lnTo>
                  <a:lnTo>
                    <a:pt x="12498" y="13807"/>
                  </a:lnTo>
                  <a:lnTo>
                    <a:pt x="12498" y="13555"/>
                  </a:lnTo>
                  <a:lnTo>
                    <a:pt x="12498" y="12527"/>
                  </a:lnTo>
                  <a:lnTo>
                    <a:pt x="12498" y="11733"/>
                  </a:lnTo>
                  <a:lnTo>
                    <a:pt x="13265" y="9024"/>
                  </a:lnTo>
                  <a:cubicBezTo>
                    <a:pt x="13282" y="8957"/>
                    <a:pt x="13245" y="8889"/>
                    <a:pt x="13179" y="8871"/>
                  </a:cubicBezTo>
                  <a:cubicBezTo>
                    <a:pt x="13168" y="8868"/>
                    <a:pt x="13157" y="8866"/>
                    <a:pt x="13146" y="8866"/>
                  </a:cubicBezTo>
                  <a:cubicBezTo>
                    <a:pt x="13092" y="8866"/>
                    <a:pt x="13042" y="8901"/>
                    <a:pt x="13027" y="8956"/>
                  </a:cubicBezTo>
                  <a:lnTo>
                    <a:pt x="12664" y="10236"/>
                  </a:lnTo>
                  <a:cubicBezTo>
                    <a:pt x="12775" y="9420"/>
                    <a:pt x="13013" y="7608"/>
                    <a:pt x="13056" y="6728"/>
                  </a:cubicBezTo>
                  <a:cubicBezTo>
                    <a:pt x="13118" y="5484"/>
                    <a:pt x="12780" y="4275"/>
                    <a:pt x="12095" y="3234"/>
                  </a:cubicBezTo>
                  <a:cubicBezTo>
                    <a:pt x="12211" y="3042"/>
                    <a:pt x="12205" y="2791"/>
                    <a:pt x="12058" y="2604"/>
                  </a:cubicBezTo>
                  <a:cubicBezTo>
                    <a:pt x="10778" y="974"/>
                    <a:pt x="8767" y="1"/>
                    <a:pt x="6678"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4" name="Google Shape;10784;p136"/>
            <p:cNvGrpSpPr/>
            <p:nvPr/>
          </p:nvGrpSpPr>
          <p:grpSpPr>
            <a:xfrm>
              <a:off x="-2686850" y="3696563"/>
              <a:ext cx="332050" cy="359525"/>
              <a:chOff x="-2348725" y="2237525"/>
              <a:chExt cx="332050" cy="359525"/>
            </a:xfrm>
          </p:grpSpPr>
          <p:sp>
            <p:nvSpPr>
              <p:cNvPr id="10785" name="Google Shape;10785;p136"/>
              <p:cNvSpPr/>
              <p:nvPr/>
            </p:nvSpPr>
            <p:spPr>
              <a:xfrm>
                <a:off x="-2343200" y="2245975"/>
                <a:ext cx="322925" cy="262375"/>
              </a:xfrm>
              <a:custGeom>
                <a:rect b="b" l="l" r="r" t="t"/>
                <a:pathLst>
                  <a:path extrusionOk="0" h="10495" w="12917">
                    <a:moveTo>
                      <a:pt x="6459" y="0"/>
                    </a:moveTo>
                    <a:cubicBezTo>
                      <a:pt x="4680" y="0"/>
                      <a:pt x="2959" y="736"/>
                      <a:pt x="1736" y="2022"/>
                    </a:cubicBezTo>
                    <a:cubicBezTo>
                      <a:pt x="588" y="3226"/>
                      <a:pt x="0" y="4778"/>
                      <a:pt x="79" y="6389"/>
                    </a:cubicBezTo>
                    <a:cubicBezTo>
                      <a:pt x="135" y="7520"/>
                      <a:pt x="513" y="10195"/>
                      <a:pt x="528" y="10309"/>
                    </a:cubicBezTo>
                    <a:cubicBezTo>
                      <a:pt x="544" y="10417"/>
                      <a:pt x="636" y="10494"/>
                      <a:pt x="742" y="10494"/>
                    </a:cubicBezTo>
                    <a:cubicBezTo>
                      <a:pt x="752" y="10494"/>
                      <a:pt x="761" y="10494"/>
                      <a:pt x="773" y="10491"/>
                    </a:cubicBezTo>
                    <a:cubicBezTo>
                      <a:pt x="890" y="10475"/>
                      <a:pt x="972" y="10365"/>
                      <a:pt x="956" y="10248"/>
                    </a:cubicBezTo>
                    <a:cubicBezTo>
                      <a:pt x="952" y="10221"/>
                      <a:pt x="567" y="7479"/>
                      <a:pt x="511" y="6368"/>
                    </a:cubicBezTo>
                    <a:cubicBezTo>
                      <a:pt x="438" y="4875"/>
                      <a:pt x="982" y="3437"/>
                      <a:pt x="2049" y="2318"/>
                    </a:cubicBezTo>
                    <a:cubicBezTo>
                      <a:pt x="3190" y="1119"/>
                      <a:pt x="4798" y="430"/>
                      <a:pt x="6459" y="430"/>
                    </a:cubicBezTo>
                    <a:cubicBezTo>
                      <a:pt x="8120" y="430"/>
                      <a:pt x="9728" y="1119"/>
                      <a:pt x="10869" y="2318"/>
                    </a:cubicBezTo>
                    <a:cubicBezTo>
                      <a:pt x="11935" y="3437"/>
                      <a:pt x="12481" y="4875"/>
                      <a:pt x="12407" y="6368"/>
                    </a:cubicBezTo>
                    <a:cubicBezTo>
                      <a:pt x="12353" y="7479"/>
                      <a:pt x="11966" y="10221"/>
                      <a:pt x="11962" y="10248"/>
                    </a:cubicBezTo>
                    <a:cubicBezTo>
                      <a:pt x="11945" y="10367"/>
                      <a:pt x="12028" y="10475"/>
                      <a:pt x="12146" y="10491"/>
                    </a:cubicBezTo>
                    <a:cubicBezTo>
                      <a:pt x="12156" y="10493"/>
                      <a:pt x="12166" y="10493"/>
                      <a:pt x="12176" y="10493"/>
                    </a:cubicBezTo>
                    <a:cubicBezTo>
                      <a:pt x="12282" y="10493"/>
                      <a:pt x="12374" y="10415"/>
                      <a:pt x="12389" y="10309"/>
                    </a:cubicBezTo>
                    <a:cubicBezTo>
                      <a:pt x="12405" y="10195"/>
                      <a:pt x="12782" y="7520"/>
                      <a:pt x="12838" y="6389"/>
                    </a:cubicBezTo>
                    <a:cubicBezTo>
                      <a:pt x="12916" y="4778"/>
                      <a:pt x="12328" y="3226"/>
                      <a:pt x="11182" y="2022"/>
                    </a:cubicBezTo>
                    <a:cubicBezTo>
                      <a:pt x="9959" y="737"/>
                      <a:pt x="8237"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136"/>
              <p:cNvSpPr/>
              <p:nvPr/>
            </p:nvSpPr>
            <p:spPr>
              <a:xfrm>
                <a:off x="-2327125" y="2237525"/>
                <a:ext cx="284600" cy="95700"/>
              </a:xfrm>
              <a:custGeom>
                <a:rect b="b" l="l" r="r" t="t"/>
                <a:pathLst>
                  <a:path extrusionOk="0" h="3828" w="11384">
                    <a:moveTo>
                      <a:pt x="5815" y="1"/>
                    </a:moveTo>
                    <a:cubicBezTo>
                      <a:pt x="3578" y="1"/>
                      <a:pt x="1417" y="1136"/>
                      <a:pt x="173" y="2964"/>
                    </a:cubicBezTo>
                    <a:cubicBezTo>
                      <a:pt x="1" y="3216"/>
                      <a:pt x="66" y="3560"/>
                      <a:pt x="319" y="3732"/>
                    </a:cubicBezTo>
                    <a:cubicBezTo>
                      <a:pt x="415" y="3796"/>
                      <a:pt x="523" y="3827"/>
                      <a:pt x="630" y="3827"/>
                    </a:cubicBezTo>
                    <a:cubicBezTo>
                      <a:pt x="807" y="3827"/>
                      <a:pt x="981" y="3743"/>
                      <a:pt x="1088" y="3585"/>
                    </a:cubicBezTo>
                    <a:cubicBezTo>
                      <a:pt x="2128" y="2057"/>
                      <a:pt x="3939" y="1108"/>
                      <a:pt x="5814" y="1108"/>
                    </a:cubicBezTo>
                    <a:cubicBezTo>
                      <a:pt x="7567" y="1108"/>
                      <a:pt x="9251" y="1923"/>
                      <a:pt x="10323" y="3289"/>
                    </a:cubicBezTo>
                    <a:cubicBezTo>
                      <a:pt x="10433" y="3428"/>
                      <a:pt x="10595" y="3500"/>
                      <a:pt x="10760" y="3500"/>
                    </a:cubicBezTo>
                    <a:cubicBezTo>
                      <a:pt x="10879" y="3500"/>
                      <a:pt x="11000" y="3462"/>
                      <a:pt x="11101" y="3382"/>
                    </a:cubicBezTo>
                    <a:cubicBezTo>
                      <a:pt x="11343" y="3193"/>
                      <a:pt x="11384" y="2845"/>
                      <a:pt x="11195" y="2604"/>
                    </a:cubicBezTo>
                    <a:cubicBezTo>
                      <a:pt x="9915" y="974"/>
                      <a:pt x="7904" y="1"/>
                      <a:pt x="58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136"/>
              <p:cNvSpPr/>
              <p:nvPr/>
            </p:nvSpPr>
            <p:spPr>
              <a:xfrm>
                <a:off x="-2083125" y="2486225"/>
                <a:ext cx="4050" cy="450"/>
              </a:xfrm>
              <a:custGeom>
                <a:rect b="b" l="l" r="r" t="t"/>
                <a:pathLst>
                  <a:path extrusionOk="0" h="18" w="162">
                    <a:moveTo>
                      <a:pt x="1" y="0"/>
                    </a:moveTo>
                    <a:lnTo>
                      <a:pt x="1" y="18"/>
                    </a:lnTo>
                    <a:cubicBezTo>
                      <a:pt x="53" y="7"/>
                      <a:pt x="107" y="0"/>
                      <a:pt x="162" y="0"/>
                    </a:cubicBezTo>
                    <a:close/>
                  </a:path>
                </a:pathLst>
              </a:custGeom>
              <a:solidFill>
                <a:srgbClr val="E61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36"/>
              <p:cNvSpPr/>
              <p:nvPr/>
            </p:nvSpPr>
            <p:spPr>
              <a:xfrm>
                <a:off x="-2330250" y="2550650"/>
                <a:ext cx="23150" cy="32050"/>
              </a:xfrm>
              <a:custGeom>
                <a:rect b="b" l="l" r="r" t="t"/>
                <a:pathLst>
                  <a:path extrusionOk="0" h="1282" w="926">
                    <a:moveTo>
                      <a:pt x="0" y="1"/>
                    </a:moveTo>
                    <a:lnTo>
                      <a:pt x="0" y="1030"/>
                    </a:lnTo>
                    <a:lnTo>
                      <a:pt x="0"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136"/>
              <p:cNvSpPr/>
              <p:nvPr/>
            </p:nvSpPr>
            <p:spPr>
              <a:xfrm>
                <a:off x="-2307125" y="2550650"/>
                <a:ext cx="7075" cy="46200"/>
              </a:xfrm>
              <a:custGeom>
                <a:rect b="b" l="l" r="r" t="t"/>
                <a:pathLst>
                  <a:path extrusionOk="0" h="1848" w="283">
                    <a:moveTo>
                      <a:pt x="1" y="1"/>
                    </a:moveTo>
                    <a:lnTo>
                      <a:pt x="1" y="1030"/>
                    </a:lnTo>
                    <a:lnTo>
                      <a:pt x="1" y="1282"/>
                    </a:lnTo>
                    <a:lnTo>
                      <a:pt x="1" y="1847"/>
                    </a:lnTo>
                    <a:lnTo>
                      <a:pt x="283" y="1847"/>
                    </a:lnTo>
                    <a:lnTo>
                      <a:pt x="283" y="1030"/>
                    </a:lnTo>
                    <a:lnTo>
                      <a:pt x="283" y="1"/>
                    </a:lnTo>
                    <a:close/>
                  </a:path>
                </a:pathLst>
              </a:custGeom>
              <a:solidFill>
                <a:srgbClr val="B20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136"/>
              <p:cNvSpPr/>
              <p:nvPr/>
            </p:nvSpPr>
            <p:spPr>
              <a:xfrm>
                <a:off x="-2282875" y="2486550"/>
                <a:ext cx="20300" cy="110225"/>
              </a:xfrm>
              <a:custGeom>
                <a:rect b="b" l="l" r="r" t="t"/>
                <a:pathLst>
                  <a:path extrusionOk="0" h="4409" w="812">
                    <a:moveTo>
                      <a:pt x="1" y="0"/>
                    </a:moveTo>
                    <a:lnTo>
                      <a:pt x="1" y="2566"/>
                    </a:lnTo>
                    <a:lnTo>
                      <a:pt x="1" y="3594"/>
                    </a:lnTo>
                    <a:lnTo>
                      <a:pt x="1" y="4408"/>
                    </a:lnTo>
                    <a:cubicBezTo>
                      <a:pt x="384" y="4346"/>
                      <a:pt x="680" y="4026"/>
                      <a:pt x="777" y="3594"/>
                    </a:cubicBezTo>
                    <a:cubicBezTo>
                      <a:pt x="799" y="3496"/>
                      <a:pt x="812" y="3392"/>
                      <a:pt x="812" y="3284"/>
                    </a:cubicBezTo>
                    <a:lnTo>
                      <a:pt x="812" y="2566"/>
                    </a:lnTo>
                    <a:lnTo>
                      <a:pt x="812" y="1137"/>
                    </a:lnTo>
                    <a:cubicBezTo>
                      <a:pt x="812" y="554"/>
                      <a:pt x="471" y="7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136"/>
              <p:cNvSpPr/>
              <p:nvPr/>
            </p:nvSpPr>
            <p:spPr>
              <a:xfrm>
                <a:off x="-2330250" y="2500225"/>
                <a:ext cx="23150" cy="82475"/>
              </a:xfrm>
              <a:custGeom>
                <a:rect b="b" l="l" r="r" t="t"/>
                <a:pathLst>
                  <a:path extrusionOk="0" h="3299" w="926">
                    <a:moveTo>
                      <a:pt x="0" y="0"/>
                    </a:moveTo>
                    <a:lnTo>
                      <a:pt x="0" y="2018"/>
                    </a:lnTo>
                    <a:lnTo>
                      <a:pt x="0" y="3047"/>
                    </a:lnTo>
                    <a:lnTo>
                      <a:pt x="0"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136"/>
              <p:cNvSpPr/>
              <p:nvPr/>
            </p:nvSpPr>
            <p:spPr>
              <a:xfrm>
                <a:off x="-2307125" y="2486050"/>
                <a:ext cx="8025" cy="110800"/>
              </a:xfrm>
              <a:custGeom>
                <a:rect b="b" l="l" r="r" t="t"/>
                <a:pathLst>
                  <a:path extrusionOk="0" h="4432" w="321">
                    <a:moveTo>
                      <a:pt x="1" y="1"/>
                    </a:moveTo>
                    <a:lnTo>
                      <a:pt x="1" y="567"/>
                    </a:lnTo>
                    <a:lnTo>
                      <a:pt x="1" y="2585"/>
                    </a:lnTo>
                    <a:lnTo>
                      <a:pt x="1" y="3614"/>
                    </a:lnTo>
                    <a:lnTo>
                      <a:pt x="1" y="3866"/>
                    </a:lnTo>
                    <a:lnTo>
                      <a:pt x="1" y="4431"/>
                    </a:lnTo>
                    <a:lnTo>
                      <a:pt x="283" y="4431"/>
                    </a:lnTo>
                    <a:lnTo>
                      <a:pt x="283" y="3614"/>
                    </a:lnTo>
                    <a:lnTo>
                      <a:pt x="283" y="2585"/>
                    </a:lnTo>
                    <a:lnTo>
                      <a:pt x="283" y="7"/>
                    </a:lnTo>
                    <a:lnTo>
                      <a:pt x="321" y="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136"/>
              <p:cNvSpPr/>
              <p:nvPr/>
            </p:nvSpPr>
            <p:spPr>
              <a:xfrm>
                <a:off x="-2300075" y="2486225"/>
                <a:ext cx="17225" cy="110825"/>
              </a:xfrm>
              <a:custGeom>
                <a:rect b="b" l="l" r="r" t="t"/>
                <a:pathLst>
                  <a:path extrusionOk="0" h="4433" w="689">
                    <a:moveTo>
                      <a:pt x="1" y="0"/>
                    </a:moveTo>
                    <a:lnTo>
                      <a:pt x="1" y="2578"/>
                    </a:lnTo>
                    <a:lnTo>
                      <a:pt x="1" y="3607"/>
                    </a:lnTo>
                    <a:lnTo>
                      <a:pt x="1" y="4424"/>
                    </a:lnTo>
                    <a:lnTo>
                      <a:pt x="1" y="4432"/>
                    </a:lnTo>
                    <a:lnTo>
                      <a:pt x="689" y="4432"/>
                    </a:lnTo>
                    <a:lnTo>
                      <a:pt x="689" y="4420"/>
                    </a:lnTo>
                    <a:lnTo>
                      <a:pt x="689" y="3607"/>
                    </a:lnTo>
                    <a:lnTo>
                      <a:pt x="689" y="2578"/>
                    </a:lnTo>
                    <a:lnTo>
                      <a:pt x="689" y="13"/>
                    </a:lnTo>
                    <a:lnTo>
                      <a:pt x="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136"/>
              <p:cNvSpPr/>
              <p:nvPr/>
            </p:nvSpPr>
            <p:spPr>
              <a:xfrm>
                <a:off x="-2059450" y="2550650"/>
                <a:ext cx="23150" cy="32050"/>
              </a:xfrm>
              <a:custGeom>
                <a:rect b="b" l="l" r="r" t="t"/>
                <a:pathLst>
                  <a:path extrusionOk="0" h="1282" w="926">
                    <a:moveTo>
                      <a:pt x="1" y="1"/>
                    </a:moveTo>
                    <a:lnTo>
                      <a:pt x="1" y="1030"/>
                    </a:lnTo>
                    <a:lnTo>
                      <a:pt x="1" y="1282"/>
                    </a:lnTo>
                    <a:lnTo>
                      <a:pt x="926" y="1282"/>
                    </a:lnTo>
                    <a:lnTo>
                      <a:pt x="926" y="1030"/>
                    </a:lnTo>
                    <a:lnTo>
                      <a:pt x="926" y="1"/>
                    </a:lnTo>
                    <a:close/>
                  </a:path>
                </a:pathLst>
              </a:custGeom>
              <a:solidFill>
                <a:srgbClr val="5B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136"/>
              <p:cNvSpPr/>
              <p:nvPr/>
            </p:nvSpPr>
            <p:spPr>
              <a:xfrm>
                <a:off x="-2104000" y="2486525"/>
                <a:ext cx="20325" cy="110225"/>
              </a:xfrm>
              <a:custGeom>
                <a:rect b="b" l="l" r="r" t="t"/>
                <a:pathLst>
                  <a:path extrusionOk="0" h="4409" w="813">
                    <a:moveTo>
                      <a:pt x="813" y="0"/>
                    </a:moveTo>
                    <a:cubicBezTo>
                      <a:pt x="341" y="79"/>
                      <a:pt x="1" y="555"/>
                      <a:pt x="1" y="1137"/>
                    </a:cubicBezTo>
                    <a:lnTo>
                      <a:pt x="1" y="2566"/>
                    </a:lnTo>
                    <a:lnTo>
                      <a:pt x="1" y="3284"/>
                    </a:lnTo>
                    <a:cubicBezTo>
                      <a:pt x="1" y="3393"/>
                      <a:pt x="14" y="3496"/>
                      <a:pt x="36" y="3594"/>
                    </a:cubicBezTo>
                    <a:cubicBezTo>
                      <a:pt x="133" y="4024"/>
                      <a:pt x="429" y="4346"/>
                      <a:pt x="813" y="4408"/>
                    </a:cubicBezTo>
                    <a:lnTo>
                      <a:pt x="813" y="3594"/>
                    </a:lnTo>
                    <a:lnTo>
                      <a:pt x="813" y="2566"/>
                    </a:lnTo>
                    <a:lnTo>
                      <a:pt x="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136"/>
              <p:cNvSpPr/>
              <p:nvPr/>
            </p:nvSpPr>
            <p:spPr>
              <a:xfrm>
                <a:off x="-2059450" y="2500225"/>
                <a:ext cx="23150" cy="82475"/>
              </a:xfrm>
              <a:custGeom>
                <a:rect b="b" l="l" r="r" t="t"/>
                <a:pathLst>
                  <a:path extrusionOk="0" h="3299" w="926">
                    <a:moveTo>
                      <a:pt x="1" y="0"/>
                    </a:moveTo>
                    <a:lnTo>
                      <a:pt x="1" y="2018"/>
                    </a:lnTo>
                    <a:lnTo>
                      <a:pt x="1" y="3047"/>
                    </a:lnTo>
                    <a:lnTo>
                      <a:pt x="1" y="3299"/>
                    </a:lnTo>
                    <a:lnTo>
                      <a:pt x="926" y="3299"/>
                    </a:lnTo>
                    <a:lnTo>
                      <a:pt x="926" y="3047"/>
                    </a:lnTo>
                    <a:lnTo>
                      <a:pt x="926" y="2018"/>
                    </a:lnTo>
                    <a:lnTo>
                      <a:pt x="9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136"/>
              <p:cNvSpPr/>
              <p:nvPr/>
            </p:nvSpPr>
            <p:spPr>
              <a:xfrm>
                <a:off x="-2067450" y="2486050"/>
                <a:ext cx="8025" cy="110800"/>
              </a:xfrm>
              <a:custGeom>
                <a:rect b="b" l="l" r="r" t="t"/>
                <a:pathLst>
                  <a:path extrusionOk="0" h="4432" w="321">
                    <a:moveTo>
                      <a:pt x="1" y="1"/>
                    </a:moveTo>
                    <a:lnTo>
                      <a:pt x="1" y="7"/>
                    </a:lnTo>
                    <a:lnTo>
                      <a:pt x="37" y="7"/>
                    </a:lnTo>
                    <a:lnTo>
                      <a:pt x="37" y="2585"/>
                    </a:lnTo>
                    <a:lnTo>
                      <a:pt x="37" y="3614"/>
                    </a:lnTo>
                    <a:lnTo>
                      <a:pt x="37" y="4431"/>
                    </a:lnTo>
                    <a:lnTo>
                      <a:pt x="321" y="4431"/>
                    </a:lnTo>
                    <a:lnTo>
                      <a:pt x="321" y="3866"/>
                    </a:lnTo>
                    <a:lnTo>
                      <a:pt x="321" y="3614"/>
                    </a:lnTo>
                    <a:lnTo>
                      <a:pt x="321" y="2585"/>
                    </a:lnTo>
                    <a:lnTo>
                      <a:pt x="321" y="567"/>
                    </a:lnTo>
                    <a:lnTo>
                      <a:pt x="3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136"/>
              <p:cNvSpPr/>
              <p:nvPr/>
            </p:nvSpPr>
            <p:spPr>
              <a:xfrm>
                <a:off x="-2083700" y="2486225"/>
                <a:ext cx="17200" cy="110825"/>
              </a:xfrm>
              <a:custGeom>
                <a:rect b="b" l="l" r="r" t="t"/>
                <a:pathLst>
                  <a:path extrusionOk="0" h="4433" w="688">
                    <a:moveTo>
                      <a:pt x="1" y="0"/>
                    </a:moveTo>
                    <a:lnTo>
                      <a:pt x="1" y="13"/>
                    </a:lnTo>
                    <a:lnTo>
                      <a:pt x="1" y="2578"/>
                    </a:lnTo>
                    <a:lnTo>
                      <a:pt x="1" y="3607"/>
                    </a:lnTo>
                    <a:lnTo>
                      <a:pt x="1" y="4420"/>
                    </a:lnTo>
                    <a:lnTo>
                      <a:pt x="1" y="4432"/>
                    </a:lnTo>
                    <a:lnTo>
                      <a:pt x="687" y="4432"/>
                    </a:lnTo>
                    <a:lnTo>
                      <a:pt x="687" y="4424"/>
                    </a:lnTo>
                    <a:lnTo>
                      <a:pt x="687" y="3607"/>
                    </a:lnTo>
                    <a:lnTo>
                      <a:pt x="687" y="2578"/>
                    </a:lnTo>
                    <a:lnTo>
                      <a:pt x="6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136"/>
              <p:cNvSpPr/>
              <p:nvPr/>
            </p:nvSpPr>
            <p:spPr>
              <a:xfrm>
                <a:off x="-2047700" y="2459150"/>
                <a:ext cx="31025" cy="91650"/>
              </a:xfrm>
              <a:custGeom>
                <a:rect b="b" l="l" r="r" t="t"/>
                <a:pathLst>
                  <a:path extrusionOk="0" h="3666" w="1241">
                    <a:moveTo>
                      <a:pt x="1105" y="0"/>
                    </a:moveTo>
                    <a:cubicBezTo>
                      <a:pt x="1050" y="0"/>
                      <a:pt x="1001" y="35"/>
                      <a:pt x="986" y="90"/>
                    </a:cubicBezTo>
                    <a:lnTo>
                      <a:pt x="18" y="3507"/>
                    </a:lnTo>
                    <a:cubicBezTo>
                      <a:pt x="0" y="3573"/>
                      <a:pt x="38" y="3641"/>
                      <a:pt x="104" y="3660"/>
                    </a:cubicBezTo>
                    <a:cubicBezTo>
                      <a:pt x="115" y="3663"/>
                      <a:pt x="125" y="3665"/>
                      <a:pt x="137" y="3665"/>
                    </a:cubicBezTo>
                    <a:cubicBezTo>
                      <a:pt x="191" y="3665"/>
                      <a:pt x="240" y="3629"/>
                      <a:pt x="255" y="3574"/>
                    </a:cubicBezTo>
                    <a:lnTo>
                      <a:pt x="1223" y="157"/>
                    </a:lnTo>
                    <a:cubicBezTo>
                      <a:pt x="1241" y="91"/>
                      <a:pt x="1204" y="23"/>
                      <a:pt x="1138" y="5"/>
                    </a:cubicBezTo>
                    <a:cubicBezTo>
                      <a:pt x="1127" y="2"/>
                      <a:pt x="1116" y="0"/>
                      <a:pt x="1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136"/>
              <p:cNvSpPr/>
              <p:nvPr/>
            </p:nvSpPr>
            <p:spPr>
              <a:xfrm>
                <a:off x="-2348725" y="2459175"/>
                <a:ext cx="31050" cy="91625"/>
              </a:xfrm>
              <a:custGeom>
                <a:rect b="b" l="l" r="r" t="t"/>
                <a:pathLst>
                  <a:path extrusionOk="0" h="3665" w="1242">
                    <a:moveTo>
                      <a:pt x="138" y="1"/>
                    </a:moveTo>
                    <a:cubicBezTo>
                      <a:pt x="126" y="1"/>
                      <a:pt x="115" y="2"/>
                      <a:pt x="103" y="6"/>
                    </a:cubicBezTo>
                    <a:cubicBezTo>
                      <a:pt x="37" y="24"/>
                      <a:pt x="0" y="91"/>
                      <a:pt x="19" y="157"/>
                    </a:cubicBezTo>
                    <a:lnTo>
                      <a:pt x="986" y="3574"/>
                    </a:lnTo>
                    <a:cubicBezTo>
                      <a:pt x="1001" y="3629"/>
                      <a:pt x="1051" y="3664"/>
                      <a:pt x="1104" y="3664"/>
                    </a:cubicBezTo>
                    <a:cubicBezTo>
                      <a:pt x="1116" y="3664"/>
                      <a:pt x="1128" y="3661"/>
                      <a:pt x="1138" y="3660"/>
                    </a:cubicBezTo>
                    <a:cubicBezTo>
                      <a:pt x="1203" y="3640"/>
                      <a:pt x="1242" y="3573"/>
                      <a:pt x="1223" y="3507"/>
                    </a:cubicBezTo>
                    <a:lnTo>
                      <a:pt x="256" y="90"/>
                    </a:lnTo>
                    <a:cubicBezTo>
                      <a:pt x="240" y="36"/>
                      <a:pt x="191" y="1"/>
                      <a:pt x="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01" name="Google Shape;10801;p136"/>
          <p:cNvGrpSpPr/>
          <p:nvPr/>
        </p:nvGrpSpPr>
        <p:grpSpPr>
          <a:xfrm>
            <a:off x="195042" y="149213"/>
            <a:ext cx="655260" cy="780572"/>
            <a:chOff x="-2294600" y="1951375"/>
            <a:chExt cx="438125" cy="521913"/>
          </a:xfrm>
        </p:grpSpPr>
        <p:sp>
          <p:nvSpPr>
            <p:cNvPr id="10802" name="Google Shape;10802;p136"/>
            <p:cNvSpPr/>
            <p:nvPr/>
          </p:nvSpPr>
          <p:spPr>
            <a:xfrm>
              <a:off x="-2294600" y="1951375"/>
              <a:ext cx="438100" cy="521900"/>
            </a:xfrm>
            <a:custGeom>
              <a:rect b="b" l="l" r="r" t="t"/>
              <a:pathLst>
                <a:path extrusionOk="0" h="20876" w="17524">
                  <a:moveTo>
                    <a:pt x="5361" y="0"/>
                  </a:moveTo>
                  <a:lnTo>
                    <a:pt x="0" y="13683"/>
                  </a:lnTo>
                  <a:lnTo>
                    <a:pt x="965" y="16487"/>
                  </a:lnTo>
                  <a:lnTo>
                    <a:pt x="12161" y="20875"/>
                  </a:lnTo>
                  <a:lnTo>
                    <a:pt x="17524" y="7192"/>
                  </a:lnTo>
                  <a:lnTo>
                    <a:pt x="16559" y="4387"/>
                  </a:lnTo>
                  <a:lnTo>
                    <a:pt x="5361" y="0"/>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3" name="Google Shape;10803;p136"/>
            <p:cNvGrpSpPr/>
            <p:nvPr/>
          </p:nvGrpSpPr>
          <p:grpSpPr>
            <a:xfrm>
              <a:off x="-2294575" y="1951463"/>
              <a:ext cx="438100" cy="521825"/>
              <a:chOff x="-2294575" y="1951463"/>
              <a:chExt cx="438100" cy="521825"/>
            </a:xfrm>
          </p:grpSpPr>
          <p:sp>
            <p:nvSpPr>
              <p:cNvPr id="10804" name="Google Shape;10804;p136"/>
              <p:cNvSpPr/>
              <p:nvPr/>
            </p:nvSpPr>
            <p:spPr>
              <a:xfrm>
                <a:off x="-2294550" y="1951463"/>
                <a:ext cx="413950" cy="451750"/>
              </a:xfrm>
              <a:custGeom>
                <a:rect b="b" l="l" r="r" t="t"/>
                <a:pathLst>
                  <a:path extrusionOk="0" h="18070" w="16558">
                    <a:moveTo>
                      <a:pt x="5361" y="0"/>
                    </a:moveTo>
                    <a:lnTo>
                      <a:pt x="0" y="13684"/>
                    </a:lnTo>
                    <a:lnTo>
                      <a:pt x="11196" y="18070"/>
                    </a:lnTo>
                    <a:lnTo>
                      <a:pt x="16558" y="4387"/>
                    </a:lnTo>
                    <a:lnTo>
                      <a:pt x="53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136"/>
              <p:cNvSpPr/>
              <p:nvPr/>
            </p:nvSpPr>
            <p:spPr>
              <a:xfrm>
                <a:off x="-1933525" y="2073913"/>
                <a:ext cx="20450" cy="14275"/>
              </a:xfrm>
              <a:custGeom>
                <a:rect b="b" l="l" r="r" t="t"/>
                <a:pathLst>
                  <a:path extrusionOk="0" h="571" w="818">
                    <a:moveTo>
                      <a:pt x="0" y="0"/>
                    </a:moveTo>
                    <a:lnTo>
                      <a:pt x="0" y="159"/>
                    </a:lnTo>
                    <a:lnTo>
                      <a:pt x="2" y="159"/>
                    </a:lnTo>
                    <a:cubicBezTo>
                      <a:pt x="2" y="322"/>
                      <a:pt x="99" y="477"/>
                      <a:pt x="261" y="542"/>
                    </a:cubicBezTo>
                    <a:cubicBezTo>
                      <a:pt x="310" y="561"/>
                      <a:pt x="361" y="570"/>
                      <a:pt x="411" y="570"/>
                    </a:cubicBezTo>
                    <a:cubicBezTo>
                      <a:pt x="576" y="570"/>
                      <a:pt x="731" y="471"/>
                      <a:pt x="795" y="310"/>
                    </a:cubicBezTo>
                    <a:cubicBezTo>
                      <a:pt x="812" y="259"/>
                      <a:pt x="817" y="209"/>
                      <a:pt x="817" y="159"/>
                    </a:cubicBezTo>
                    <a:lnTo>
                      <a:pt x="817" y="0"/>
                    </a:lnTo>
                    <a:close/>
                  </a:path>
                </a:pathLst>
              </a:custGeom>
              <a:solidFill>
                <a:srgbClr val="11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136"/>
              <p:cNvSpPr/>
              <p:nvPr/>
            </p:nvSpPr>
            <p:spPr>
              <a:xfrm>
                <a:off x="-1934925" y="2064938"/>
                <a:ext cx="23300" cy="20575"/>
              </a:xfrm>
              <a:custGeom>
                <a:rect b="b" l="l" r="r" t="t"/>
                <a:pathLst>
                  <a:path extrusionOk="0" h="823" w="932">
                    <a:moveTo>
                      <a:pt x="466" y="0"/>
                    </a:moveTo>
                    <a:cubicBezTo>
                      <a:pt x="302" y="0"/>
                      <a:pt x="147" y="99"/>
                      <a:pt x="84" y="261"/>
                    </a:cubicBezTo>
                    <a:cubicBezTo>
                      <a:pt x="0" y="473"/>
                      <a:pt x="105" y="711"/>
                      <a:pt x="316" y="794"/>
                    </a:cubicBezTo>
                    <a:cubicBezTo>
                      <a:pt x="366" y="813"/>
                      <a:pt x="417" y="823"/>
                      <a:pt x="467" y="823"/>
                    </a:cubicBezTo>
                    <a:cubicBezTo>
                      <a:pt x="631" y="823"/>
                      <a:pt x="785" y="723"/>
                      <a:pt x="849" y="561"/>
                    </a:cubicBezTo>
                    <a:cubicBezTo>
                      <a:pt x="931" y="351"/>
                      <a:pt x="828" y="113"/>
                      <a:pt x="616" y="29"/>
                    </a:cubicBezTo>
                    <a:cubicBezTo>
                      <a:pt x="567" y="9"/>
                      <a:pt x="516" y="0"/>
                      <a:pt x="4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136"/>
              <p:cNvSpPr/>
              <p:nvPr/>
            </p:nvSpPr>
            <p:spPr>
              <a:xfrm>
                <a:off x="-2100450" y="2284813"/>
                <a:ext cx="39275" cy="38750"/>
              </a:xfrm>
              <a:custGeom>
                <a:rect b="b" l="l" r="r" t="t"/>
                <a:pathLst>
                  <a:path extrusionOk="0" h="1550" w="1571">
                    <a:moveTo>
                      <a:pt x="1488" y="944"/>
                    </a:moveTo>
                    <a:cubicBezTo>
                      <a:pt x="1482" y="967"/>
                      <a:pt x="1474" y="988"/>
                      <a:pt x="1465" y="1012"/>
                    </a:cubicBezTo>
                    <a:cubicBezTo>
                      <a:pt x="1474" y="988"/>
                      <a:pt x="1482" y="966"/>
                      <a:pt x="1488" y="944"/>
                    </a:cubicBezTo>
                    <a:close/>
                    <a:moveTo>
                      <a:pt x="379" y="1369"/>
                    </a:moveTo>
                    <a:cubicBezTo>
                      <a:pt x="383" y="1370"/>
                      <a:pt x="387" y="1373"/>
                      <a:pt x="390" y="1375"/>
                    </a:cubicBezTo>
                    <a:cubicBezTo>
                      <a:pt x="387" y="1373"/>
                      <a:pt x="383" y="1372"/>
                      <a:pt x="379" y="1369"/>
                    </a:cubicBezTo>
                    <a:close/>
                    <a:moveTo>
                      <a:pt x="439" y="1403"/>
                    </a:moveTo>
                    <a:cubicBezTo>
                      <a:pt x="459" y="1413"/>
                      <a:pt x="480" y="1422"/>
                      <a:pt x="502" y="1431"/>
                    </a:cubicBezTo>
                    <a:cubicBezTo>
                      <a:pt x="479" y="1422"/>
                      <a:pt x="459" y="1413"/>
                      <a:pt x="439" y="1403"/>
                    </a:cubicBezTo>
                    <a:close/>
                    <a:moveTo>
                      <a:pt x="775" y="1"/>
                    </a:moveTo>
                    <a:cubicBezTo>
                      <a:pt x="480" y="1"/>
                      <a:pt x="199" y="179"/>
                      <a:pt x="85" y="471"/>
                    </a:cubicBezTo>
                    <a:cubicBezTo>
                      <a:pt x="0" y="688"/>
                      <a:pt x="24" y="919"/>
                      <a:pt x="130" y="1107"/>
                    </a:cubicBezTo>
                    <a:cubicBezTo>
                      <a:pt x="206" y="1279"/>
                      <a:pt x="346" y="1424"/>
                      <a:pt x="534" y="1498"/>
                    </a:cubicBezTo>
                    <a:cubicBezTo>
                      <a:pt x="622" y="1533"/>
                      <a:pt x="714" y="1550"/>
                      <a:pt x="804" y="1550"/>
                    </a:cubicBezTo>
                    <a:cubicBezTo>
                      <a:pt x="1100" y="1550"/>
                      <a:pt x="1380" y="1371"/>
                      <a:pt x="1494" y="1079"/>
                    </a:cubicBezTo>
                    <a:cubicBezTo>
                      <a:pt x="1571" y="883"/>
                      <a:pt x="1555" y="677"/>
                      <a:pt x="1476" y="501"/>
                    </a:cubicBezTo>
                    <a:cubicBezTo>
                      <a:pt x="1407" y="302"/>
                      <a:pt x="1256" y="135"/>
                      <a:pt x="1045" y="52"/>
                    </a:cubicBezTo>
                    <a:cubicBezTo>
                      <a:pt x="957" y="17"/>
                      <a:pt x="865" y="1"/>
                      <a:pt x="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136"/>
              <p:cNvSpPr/>
              <p:nvPr/>
            </p:nvSpPr>
            <p:spPr>
              <a:xfrm>
                <a:off x="-2193050" y="2258163"/>
                <a:ext cx="13675" cy="12050"/>
              </a:xfrm>
              <a:custGeom>
                <a:rect b="b" l="l" r="r" t="t"/>
                <a:pathLst>
                  <a:path extrusionOk="0" h="482" w="547">
                    <a:moveTo>
                      <a:pt x="273" y="0"/>
                    </a:moveTo>
                    <a:cubicBezTo>
                      <a:pt x="177" y="0"/>
                      <a:pt x="86" y="58"/>
                      <a:pt x="48" y="153"/>
                    </a:cubicBezTo>
                    <a:cubicBezTo>
                      <a:pt x="0" y="277"/>
                      <a:pt x="61" y="417"/>
                      <a:pt x="185" y="465"/>
                    </a:cubicBezTo>
                    <a:cubicBezTo>
                      <a:pt x="214" y="476"/>
                      <a:pt x="243" y="482"/>
                      <a:pt x="272" y="482"/>
                    </a:cubicBezTo>
                    <a:cubicBezTo>
                      <a:pt x="368" y="482"/>
                      <a:pt x="459" y="424"/>
                      <a:pt x="497" y="329"/>
                    </a:cubicBezTo>
                    <a:cubicBezTo>
                      <a:pt x="546" y="205"/>
                      <a:pt x="485" y="66"/>
                      <a:pt x="359" y="16"/>
                    </a:cubicBezTo>
                    <a:cubicBezTo>
                      <a:pt x="331" y="5"/>
                      <a:pt x="302"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36"/>
              <p:cNvSpPr/>
              <p:nvPr/>
            </p:nvSpPr>
            <p:spPr>
              <a:xfrm>
                <a:off x="-2031325" y="2321538"/>
                <a:ext cx="13650" cy="12050"/>
              </a:xfrm>
              <a:custGeom>
                <a:rect b="b" l="l" r="r" t="t"/>
                <a:pathLst>
                  <a:path extrusionOk="0" h="482" w="546">
                    <a:moveTo>
                      <a:pt x="272" y="0"/>
                    </a:moveTo>
                    <a:cubicBezTo>
                      <a:pt x="176" y="0"/>
                      <a:pt x="85" y="58"/>
                      <a:pt x="48" y="153"/>
                    </a:cubicBezTo>
                    <a:cubicBezTo>
                      <a:pt x="1" y="277"/>
                      <a:pt x="61" y="416"/>
                      <a:pt x="184" y="466"/>
                    </a:cubicBezTo>
                    <a:cubicBezTo>
                      <a:pt x="213" y="477"/>
                      <a:pt x="242" y="482"/>
                      <a:pt x="271" y="482"/>
                    </a:cubicBezTo>
                    <a:cubicBezTo>
                      <a:pt x="368" y="482"/>
                      <a:pt x="459" y="424"/>
                      <a:pt x="497" y="328"/>
                    </a:cubicBezTo>
                    <a:cubicBezTo>
                      <a:pt x="546" y="205"/>
                      <a:pt x="486" y="65"/>
                      <a:pt x="360" y="17"/>
                    </a:cubicBezTo>
                    <a:cubicBezTo>
                      <a:pt x="331" y="6"/>
                      <a:pt x="301"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136"/>
              <p:cNvSpPr/>
              <p:nvPr/>
            </p:nvSpPr>
            <p:spPr>
              <a:xfrm>
                <a:off x="-2294575" y="2061113"/>
                <a:ext cx="438100" cy="412175"/>
              </a:xfrm>
              <a:custGeom>
                <a:rect b="b" l="l" r="r" t="t"/>
                <a:pathLst>
                  <a:path extrusionOk="0" h="16487" w="17524">
                    <a:moveTo>
                      <a:pt x="16558" y="0"/>
                    </a:moveTo>
                    <a:lnTo>
                      <a:pt x="11197" y="13682"/>
                    </a:lnTo>
                    <a:lnTo>
                      <a:pt x="0" y="9296"/>
                    </a:lnTo>
                    <a:lnTo>
                      <a:pt x="965" y="12098"/>
                    </a:lnTo>
                    <a:lnTo>
                      <a:pt x="12162" y="16486"/>
                    </a:lnTo>
                    <a:lnTo>
                      <a:pt x="17524" y="2803"/>
                    </a:lnTo>
                    <a:lnTo>
                      <a:pt x="165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136"/>
              <p:cNvSpPr/>
              <p:nvPr/>
            </p:nvSpPr>
            <p:spPr>
              <a:xfrm>
                <a:off x="-2087625" y="2056038"/>
                <a:ext cx="184150" cy="187625"/>
              </a:xfrm>
              <a:custGeom>
                <a:rect b="b" l="l" r="r" t="t"/>
                <a:pathLst>
                  <a:path extrusionOk="0" h="7505" w="7366">
                    <a:moveTo>
                      <a:pt x="6207" y="0"/>
                    </a:moveTo>
                    <a:lnTo>
                      <a:pt x="5783" y="1083"/>
                    </a:lnTo>
                    <a:lnTo>
                      <a:pt x="5783" y="1189"/>
                    </a:lnTo>
                    <a:lnTo>
                      <a:pt x="5979" y="1266"/>
                    </a:lnTo>
                    <a:lnTo>
                      <a:pt x="1434" y="6904"/>
                    </a:lnTo>
                    <a:lnTo>
                      <a:pt x="713" y="6108"/>
                    </a:lnTo>
                    <a:lnTo>
                      <a:pt x="29" y="6546"/>
                    </a:lnTo>
                    <a:lnTo>
                      <a:pt x="1" y="6634"/>
                    </a:lnTo>
                    <a:lnTo>
                      <a:pt x="1004" y="7439"/>
                    </a:lnTo>
                    <a:lnTo>
                      <a:pt x="1057" y="7373"/>
                    </a:lnTo>
                    <a:lnTo>
                      <a:pt x="1435" y="6906"/>
                    </a:lnTo>
                    <a:lnTo>
                      <a:pt x="1058" y="7374"/>
                    </a:lnTo>
                    <a:lnTo>
                      <a:pt x="1004" y="7441"/>
                    </a:lnTo>
                    <a:cubicBezTo>
                      <a:pt x="1012" y="7449"/>
                      <a:pt x="1023" y="7455"/>
                      <a:pt x="1032" y="7461"/>
                    </a:cubicBezTo>
                    <a:lnTo>
                      <a:pt x="1040" y="7466"/>
                    </a:lnTo>
                    <a:cubicBezTo>
                      <a:pt x="1048" y="7471"/>
                      <a:pt x="1057" y="7475"/>
                      <a:pt x="1066" y="7479"/>
                    </a:cubicBezTo>
                    <a:cubicBezTo>
                      <a:pt x="1067" y="7480"/>
                      <a:pt x="1069" y="7480"/>
                      <a:pt x="1071" y="7481"/>
                    </a:cubicBezTo>
                    <a:cubicBezTo>
                      <a:pt x="1107" y="7497"/>
                      <a:pt x="1145" y="7504"/>
                      <a:pt x="1183" y="7504"/>
                    </a:cubicBezTo>
                    <a:cubicBezTo>
                      <a:pt x="1266" y="7504"/>
                      <a:pt x="1348" y="7468"/>
                      <a:pt x="1404" y="7397"/>
                    </a:cubicBezTo>
                    <a:lnTo>
                      <a:pt x="6259" y="1375"/>
                    </a:lnTo>
                    <a:lnTo>
                      <a:pt x="6941" y="1641"/>
                    </a:lnTo>
                    <a:lnTo>
                      <a:pt x="7365" y="559"/>
                    </a:lnTo>
                    <a:lnTo>
                      <a:pt x="7365" y="453"/>
                    </a:lnTo>
                    <a:lnTo>
                      <a:pt x="62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136"/>
              <p:cNvSpPr/>
              <p:nvPr/>
            </p:nvSpPr>
            <p:spPr>
              <a:xfrm>
                <a:off x="-2153650" y="2264638"/>
                <a:ext cx="39300" cy="38750"/>
              </a:xfrm>
              <a:custGeom>
                <a:rect b="b" l="l" r="r" t="t"/>
                <a:pathLst>
                  <a:path extrusionOk="0" h="1550" w="1572">
                    <a:moveTo>
                      <a:pt x="1505" y="876"/>
                    </a:moveTo>
                    <a:lnTo>
                      <a:pt x="1505" y="876"/>
                    </a:lnTo>
                    <a:cubicBezTo>
                      <a:pt x="1504" y="880"/>
                      <a:pt x="1504" y="884"/>
                      <a:pt x="1502" y="887"/>
                    </a:cubicBezTo>
                    <a:cubicBezTo>
                      <a:pt x="1502" y="882"/>
                      <a:pt x="1504" y="880"/>
                      <a:pt x="1505" y="876"/>
                    </a:cubicBezTo>
                    <a:close/>
                    <a:moveTo>
                      <a:pt x="380" y="1370"/>
                    </a:moveTo>
                    <a:lnTo>
                      <a:pt x="380" y="1370"/>
                    </a:lnTo>
                    <a:cubicBezTo>
                      <a:pt x="384" y="1371"/>
                      <a:pt x="387" y="1374"/>
                      <a:pt x="391" y="1376"/>
                    </a:cubicBezTo>
                    <a:cubicBezTo>
                      <a:pt x="387" y="1374"/>
                      <a:pt x="383" y="1372"/>
                      <a:pt x="380" y="1370"/>
                    </a:cubicBezTo>
                    <a:close/>
                    <a:moveTo>
                      <a:pt x="777" y="0"/>
                    </a:moveTo>
                    <a:cubicBezTo>
                      <a:pt x="481" y="0"/>
                      <a:pt x="201" y="179"/>
                      <a:pt x="86" y="471"/>
                    </a:cubicBezTo>
                    <a:cubicBezTo>
                      <a:pt x="0" y="688"/>
                      <a:pt x="25" y="918"/>
                      <a:pt x="131" y="1107"/>
                    </a:cubicBezTo>
                    <a:cubicBezTo>
                      <a:pt x="206" y="1278"/>
                      <a:pt x="346" y="1423"/>
                      <a:pt x="535" y="1498"/>
                    </a:cubicBezTo>
                    <a:cubicBezTo>
                      <a:pt x="623" y="1533"/>
                      <a:pt x="715" y="1550"/>
                      <a:pt x="804" y="1550"/>
                    </a:cubicBezTo>
                    <a:cubicBezTo>
                      <a:pt x="1101" y="1550"/>
                      <a:pt x="1381" y="1370"/>
                      <a:pt x="1495" y="1078"/>
                    </a:cubicBezTo>
                    <a:cubicBezTo>
                      <a:pt x="1572" y="884"/>
                      <a:pt x="1556" y="678"/>
                      <a:pt x="1476" y="500"/>
                    </a:cubicBezTo>
                    <a:cubicBezTo>
                      <a:pt x="1408" y="302"/>
                      <a:pt x="1257" y="134"/>
                      <a:pt x="1046" y="51"/>
                    </a:cubicBezTo>
                    <a:cubicBezTo>
                      <a:pt x="958" y="17"/>
                      <a:pt x="86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136"/>
              <p:cNvSpPr/>
              <p:nvPr/>
            </p:nvSpPr>
            <p:spPr>
              <a:xfrm>
                <a:off x="-2259050" y="2223338"/>
                <a:ext cx="39325" cy="38775"/>
              </a:xfrm>
              <a:custGeom>
                <a:rect b="b" l="l" r="r" t="t"/>
                <a:pathLst>
                  <a:path extrusionOk="0" h="1551" w="1573">
                    <a:moveTo>
                      <a:pt x="1505" y="877"/>
                    </a:moveTo>
                    <a:cubicBezTo>
                      <a:pt x="1505" y="881"/>
                      <a:pt x="1503" y="885"/>
                      <a:pt x="1502" y="887"/>
                    </a:cubicBezTo>
                    <a:cubicBezTo>
                      <a:pt x="1504" y="883"/>
                      <a:pt x="1505" y="879"/>
                      <a:pt x="1505" y="877"/>
                    </a:cubicBezTo>
                    <a:close/>
                    <a:moveTo>
                      <a:pt x="439" y="1404"/>
                    </a:moveTo>
                    <a:cubicBezTo>
                      <a:pt x="460" y="1413"/>
                      <a:pt x="482" y="1424"/>
                      <a:pt x="504" y="1433"/>
                    </a:cubicBezTo>
                    <a:cubicBezTo>
                      <a:pt x="482" y="1424"/>
                      <a:pt x="460" y="1414"/>
                      <a:pt x="439" y="1404"/>
                    </a:cubicBezTo>
                    <a:close/>
                    <a:moveTo>
                      <a:pt x="777" y="1"/>
                    </a:moveTo>
                    <a:cubicBezTo>
                      <a:pt x="481" y="1"/>
                      <a:pt x="201" y="180"/>
                      <a:pt x="86" y="472"/>
                    </a:cubicBezTo>
                    <a:cubicBezTo>
                      <a:pt x="0" y="689"/>
                      <a:pt x="25" y="919"/>
                      <a:pt x="131" y="1108"/>
                    </a:cubicBezTo>
                    <a:cubicBezTo>
                      <a:pt x="207" y="1279"/>
                      <a:pt x="346" y="1424"/>
                      <a:pt x="535" y="1499"/>
                    </a:cubicBezTo>
                    <a:cubicBezTo>
                      <a:pt x="624" y="1534"/>
                      <a:pt x="715" y="1550"/>
                      <a:pt x="805" y="1550"/>
                    </a:cubicBezTo>
                    <a:cubicBezTo>
                      <a:pt x="1101" y="1550"/>
                      <a:pt x="1381" y="1371"/>
                      <a:pt x="1496" y="1079"/>
                    </a:cubicBezTo>
                    <a:cubicBezTo>
                      <a:pt x="1572" y="883"/>
                      <a:pt x="1558" y="679"/>
                      <a:pt x="1476" y="501"/>
                    </a:cubicBezTo>
                    <a:cubicBezTo>
                      <a:pt x="1408" y="303"/>
                      <a:pt x="1257" y="135"/>
                      <a:pt x="1047" y="52"/>
                    </a:cubicBezTo>
                    <a:cubicBezTo>
                      <a:pt x="958" y="17"/>
                      <a:pt x="867"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136"/>
              <p:cNvSpPr/>
              <p:nvPr/>
            </p:nvSpPr>
            <p:spPr>
              <a:xfrm>
                <a:off x="-2252275" y="2229838"/>
                <a:ext cx="24300" cy="23125"/>
              </a:xfrm>
              <a:custGeom>
                <a:rect b="b" l="l" r="r" t="t"/>
                <a:pathLst>
                  <a:path extrusionOk="0" h="925" w="972">
                    <a:moveTo>
                      <a:pt x="468" y="1"/>
                    </a:moveTo>
                    <a:cubicBezTo>
                      <a:pt x="236" y="1"/>
                      <a:pt x="40" y="178"/>
                      <a:pt x="18" y="414"/>
                    </a:cubicBezTo>
                    <a:cubicBezTo>
                      <a:pt x="1" y="611"/>
                      <a:pt x="111" y="788"/>
                      <a:pt x="279" y="866"/>
                    </a:cubicBezTo>
                    <a:lnTo>
                      <a:pt x="279" y="869"/>
                    </a:lnTo>
                    <a:cubicBezTo>
                      <a:pt x="333" y="896"/>
                      <a:pt x="393" y="916"/>
                      <a:pt x="456" y="922"/>
                    </a:cubicBezTo>
                    <a:cubicBezTo>
                      <a:pt x="473" y="924"/>
                      <a:pt x="490" y="925"/>
                      <a:pt x="506" y="925"/>
                    </a:cubicBezTo>
                    <a:cubicBezTo>
                      <a:pt x="743" y="925"/>
                      <a:pt x="941" y="751"/>
                      <a:pt x="957" y="516"/>
                    </a:cubicBezTo>
                    <a:cubicBezTo>
                      <a:pt x="972" y="329"/>
                      <a:pt x="870" y="158"/>
                      <a:pt x="714" y="71"/>
                    </a:cubicBezTo>
                    <a:cubicBezTo>
                      <a:pt x="655" y="34"/>
                      <a:pt x="586" y="9"/>
                      <a:pt x="512" y="3"/>
                    </a:cubicBezTo>
                    <a:cubicBezTo>
                      <a:pt x="497" y="1"/>
                      <a:pt x="483"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36"/>
              <p:cNvSpPr/>
              <p:nvPr/>
            </p:nvSpPr>
            <p:spPr>
              <a:xfrm>
                <a:off x="-1975575" y="2193263"/>
                <a:ext cx="23375" cy="52875"/>
              </a:xfrm>
              <a:custGeom>
                <a:rect b="b" l="l" r="r" t="t"/>
                <a:pathLst>
                  <a:path extrusionOk="0" h="2115" w="935">
                    <a:moveTo>
                      <a:pt x="683" y="0"/>
                    </a:moveTo>
                    <a:lnTo>
                      <a:pt x="1" y="1743"/>
                    </a:lnTo>
                    <a:lnTo>
                      <a:pt x="1" y="2022"/>
                    </a:lnTo>
                    <a:lnTo>
                      <a:pt x="251" y="2115"/>
                    </a:lnTo>
                    <a:lnTo>
                      <a:pt x="935" y="372"/>
                    </a:lnTo>
                    <a:lnTo>
                      <a:pt x="935" y="93"/>
                    </a:lnTo>
                    <a:lnTo>
                      <a:pt x="6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136"/>
              <p:cNvSpPr/>
              <p:nvPr/>
            </p:nvSpPr>
            <p:spPr>
              <a:xfrm>
                <a:off x="-2167200" y="1989363"/>
                <a:ext cx="134500" cy="203875"/>
              </a:xfrm>
              <a:custGeom>
                <a:rect b="b" l="l" r="r" t="t"/>
                <a:pathLst>
                  <a:path extrusionOk="0" h="8155" w="5380">
                    <a:moveTo>
                      <a:pt x="2881" y="0"/>
                    </a:moveTo>
                    <a:cubicBezTo>
                      <a:pt x="1808" y="0"/>
                      <a:pt x="775" y="428"/>
                      <a:pt x="15" y="1179"/>
                    </a:cubicBezTo>
                    <a:cubicBezTo>
                      <a:pt x="0" y="1485"/>
                      <a:pt x="155" y="1740"/>
                      <a:pt x="660" y="1803"/>
                    </a:cubicBezTo>
                    <a:cubicBezTo>
                      <a:pt x="2133" y="1988"/>
                      <a:pt x="3800" y="2316"/>
                      <a:pt x="2089" y="4028"/>
                    </a:cubicBezTo>
                    <a:cubicBezTo>
                      <a:pt x="595" y="5525"/>
                      <a:pt x="2520" y="5619"/>
                      <a:pt x="3030" y="5619"/>
                    </a:cubicBezTo>
                    <a:cubicBezTo>
                      <a:pt x="3104" y="5619"/>
                      <a:pt x="3148" y="5618"/>
                      <a:pt x="3148" y="5618"/>
                    </a:cubicBezTo>
                    <a:lnTo>
                      <a:pt x="3148" y="5618"/>
                    </a:lnTo>
                    <a:cubicBezTo>
                      <a:pt x="3148" y="5618"/>
                      <a:pt x="4018" y="6541"/>
                      <a:pt x="2706" y="6726"/>
                    </a:cubicBezTo>
                    <a:cubicBezTo>
                      <a:pt x="1948" y="6831"/>
                      <a:pt x="1688" y="7465"/>
                      <a:pt x="1857" y="8022"/>
                    </a:cubicBezTo>
                    <a:cubicBezTo>
                      <a:pt x="2198" y="8112"/>
                      <a:pt x="2542" y="8155"/>
                      <a:pt x="2883" y="8155"/>
                    </a:cubicBezTo>
                    <a:cubicBezTo>
                      <a:pt x="3587" y="8155"/>
                      <a:pt x="4275" y="7970"/>
                      <a:pt x="4881" y="7630"/>
                    </a:cubicBezTo>
                    <a:cubicBezTo>
                      <a:pt x="4438" y="7437"/>
                      <a:pt x="4058" y="7138"/>
                      <a:pt x="4365" y="6727"/>
                    </a:cubicBezTo>
                    <a:cubicBezTo>
                      <a:pt x="4934" y="5963"/>
                      <a:pt x="5380" y="4346"/>
                      <a:pt x="4348" y="4346"/>
                    </a:cubicBezTo>
                    <a:cubicBezTo>
                      <a:pt x="4298" y="4346"/>
                      <a:pt x="4244" y="4350"/>
                      <a:pt x="4187" y="4357"/>
                    </a:cubicBezTo>
                    <a:cubicBezTo>
                      <a:pt x="4143" y="4363"/>
                      <a:pt x="4102" y="4366"/>
                      <a:pt x="4064" y="4366"/>
                    </a:cubicBezTo>
                    <a:cubicBezTo>
                      <a:pt x="3007" y="4366"/>
                      <a:pt x="3753" y="2192"/>
                      <a:pt x="2957" y="1834"/>
                    </a:cubicBezTo>
                    <a:cubicBezTo>
                      <a:pt x="2333" y="1556"/>
                      <a:pt x="2444" y="467"/>
                      <a:pt x="3109" y="7"/>
                    </a:cubicBezTo>
                    <a:cubicBezTo>
                      <a:pt x="3033" y="2"/>
                      <a:pt x="2957" y="0"/>
                      <a:pt x="2881"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136"/>
              <p:cNvSpPr/>
              <p:nvPr/>
            </p:nvSpPr>
            <p:spPr>
              <a:xfrm>
                <a:off x="-2197600" y="1989338"/>
                <a:ext cx="205850" cy="207900"/>
              </a:xfrm>
              <a:custGeom>
                <a:rect b="b" l="l" r="r" t="t"/>
                <a:pathLst>
                  <a:path extrusionOk="0" h="8316" w="8234">
                    <a:moveTo>
                      <a:pt x="8150" y="4500"/>
                    </a:moveTo>
                    <a:cubicBezTo>
                      <a:pt x="8150" y="4505"/>
                      <a:pt x="8150" y="4512"/>
                      <a:pt x="8149" y="4517"/>
                    </a:cubicBezTo>
                    <a:cubicBezTo>
                      <a:pt x="8149" y="4511"/>
                      <a:pt x="8150" y="4505"/>
                      <a:pt x="8150" y="4500"/>
                    </a:cubicBezTo>
                    <a:close/>
                    <a:moveTo>
                      <a:pt x="8136" y="4636"/>
                    </a:moveTo>
                    <a:cubicBezTo>
                      <a:pt x="8136" y="4637"/>
                      <a:pt x="8135" y="4638"/>
                      <a:pt x="8135" y="4639"/>
                    </a:cubicBezTo>
                    <a:lnTo>
                      <a:pt x="8135" y="4639"/>
                    </a:lnTo>
                    <a:cubicBezTo>
                      <a:pt x="8135" y="4638"/>
                      <a:pt x="8136" y="4637"/>
                      <a:pt x="8136" y="4636"/>
                    </a:cubicBezTo>
                    <a:close/>
                    <a:moveTo>
                      <a:pt x="1080" y="6817"/>
                    </a:moveTo>
                    <a:lnTo>
                      <a:pt x="1080" y="6817"/>
                    </a:lnTo>
                    <a:cubicBezTo>
                      <a:pt x="1081" y="6819"/>
                      <a:pt x="1082" y="6820"/>
                      <a:pt x="1084" y="6822"/>
                    </a:cubicBezTo>
                    <a:cubicBezTo>
                      <a:pt x="1082" y="6821"/>
                      <a:pt x="1081" y="6820"/>
                      <a:pt x="1080" y="6817"/>
                    </a:cubicBezTo>
                    <a:close/>
                    <a:moveTo>
                      <a:pt x="1469" y="7194"/>
                    </a:moveTo>
                    <a:cubicBezTo>
                      <a:pt x="1490" y="7212"/>
                      <a:pt x="1510" y="7229"/>
                      <a:pt x="1531" y="7246"/>
                    </a:cubicBezTo>
                    <a:cubicBezTo>
                      <a:pt x="1509" y="7229"/>
                      <a:pt x="1489" y="7212"/>
                      <a:pt x="1469" y="7194"/>
                    </a:cubicBezTo>
                    <a:close/>
                    <a:moveTo>
                      <a:pt x="1595" y="7297"/>
                    </a:moveTo>
                    <a:lnTo>
                      <a:pt x="1595" y="7297"/>
                    </a:lnTo>
                    <a:cubicBezTo>
                      <a:pt x="1623" y="7318"/>
                      <a:pt x="1651" y="7340"/>
                      <a:pt x="1680" y="7362"/>
                    </a:cubicBezTo>
                    <a:cubicBezTo>
                      <a:pt x="1650" y="7341"/>
                      <a:pt x="1622" y="7319"/>
                      <a:pt x="1595" y="7297"/>
                    </a:cubicBezTo>
                    <a:close/>
                    <a:moveTo>
                      <a:pt x="5632" y="7855"/>
                    </a:moveTo>
                    <a:cubicBezTo>
                      <a:pt x="5566" y="7883"/>
                      <a:pt x="5501" y="7908"/>
                      <a:pt x="5435" y="7930"/>
                    </a:cubicBezTo>
                    <a:cubicBezTo>
                      <a:pt x="5501" y="7906"/>
                      <a:pt x="5566" y="7883"/>
                      <a:pt x="5632" y="7855"/>
                    </a:cubicBezTo>
                    <a:close/>
                    <a:moveTo>
                      <a:pt x="5233" y="7993"/>
                    </a:moveTo>
                    <a:cubicBezTo>
                      <a:pt x="5132" y="8024"/>
                      <a:pt x="5029" y="8049"/>
                      <a:pt x="4925" y="8071"/>
                    </a:cubicBezTo>
                    <a:cubicBezTo>
                      <a:pt x="5028" y="8049"/>
                      <a:pt x="5132" y="8023"/>
                      <a:pt x="5233" y="7993"/>
                    </a:cubicBezTo>
                    <a:close/>
                    <a:moveTo>
                      <a:pt x="4822" y="8091"/>
                    </a:moveTo>
                    <a:cubicBezTo>
                      <a:pt x="4753" y="8105"/>
                      <a:pt x="4683" y="8115"/>
                      <a:pt x="4612" y="8123"/>
                    </a:cubicBezTo>
                    <a:cubicBezTo>
                      <a:pt x="4682" y="8115"/>
                      <a:pt x="4752" y="8105"/>
                      <a:pt x="4822" y="8091"/>
                    </a:cubicBezTo>
                    <a:close/>
                    <a:moveTo>
                      <a:pt x="4097" y="1"/>
                    </a:moveTo>
                    <a:cubicBezTo>
                      <a:pt x="2386" y="1"/>
                      <a:pt x="774" y="1086"/>
                      <a:pt x="212" y="2841"/>
                    </a:cubicBezTo>
                    <a:cubicBezTo>
                      <a:pt x="71" y="3280"/>
                      <a:pt x="11" y="3729"/>
                      <a:pt x="22" y="4170"/>
                    </a:cubicBezTo>
                    <a:cubicBezTo>
                      <a:pt x="1" y="5736"/>
                      <a:pt x="890" y="7240"/>
                      <a:pt x="2366" y="7929"/>
                    </a:cubicBezTo>
                    <a:cubicBezTo>
                      <a:pt x="2930" y="8192"/>
                      <a:pt x="3518" y="8316"/>
                      <a:pt x="4096" y="8316"/>
                    </a:cubicBezTo>
                    <a:cubicBezTo>
                      <a:pt x="5807" y="8316"/>
                      <a:pt x="7419" y="7231"/>
                      <a:pt x="7981" y="5475"/>
                    </a:cubicBezTo>
                    <a:cubicBezTo>
                      <a:pt x="8110" y="5073"/>
                      <a:pt x="8169" y="4663"/>
                      <a:pt x="8169" y="4256"/>
                    </a:cubicBezTo>
                    <a:cubicBezTo>
                      <a:pt x="8234" y="2650"/>
                      <a:pt x="7336" y="1091"/>
                      <a:pt x="5827" y="387"/>
                    </a:cubicBezTo>
                    <a:cubicBezTo>
                      <a:pt x="5264" y="124"/>
                      <a:pt x="4675" y="1"/>
                      <a:pt x="4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36"/>
              <p:cNvSpPr/>
              <p:nvPr/>
            </p:nvSpPr>
            <p:spPr>
              <a:xfrm>
                <a:off x="-2149900" y="2043388"/>
                <a:ext cx="109250" cy="95825"/>
              </a:xfrm>
              <a:custGeom>
                <a:rect b="b" l="l" r="r" t="t"/>
                <a:pathLst>
                  <a:path extrusionOk="0" h="3833" w="4370">
                    <a:moveTo>
                      <a:pt x="2190" y="0"/>
                    </a:moveTo>
                    <a:cubicBezTo>
                      <a:pt x="1932" y="0"/>
                      <a:pt x="1670" y="52"/>
                      <a:pt x="1419" y="162"/>
                    </a:cubicBezTo>
                    <a:cubicBezTo>
                      <a:pt x="446" y="588"/>
                      <a:pt x="1" y="1718"/>
                      <a:pt x="424" y="2686"/>
                    </a:cubicBezTo>
                    <a:cubicBezTo>
                      <a:pt x="738" y="3404"/>
                      <a:pt x="1441" y="3832"/>
                      <a:pt x="2180" y="3832"/>
                    </a:cubicBezTo>
                    <a:cubicBezTo>
                      <a:pt x="2438" y="3832"/>
                      <a:pt x="2700" y="3780"/>
                      <a:pt x="2951" y="3670"/>
                    </a:cubicBezTo>
                    <a:cubicBezTo>
                      <a:pt x="3924" y="3245"/>
                      <a:pt x="4369" y="2116"/>
                      <a:pt x="3946" y="1147"/>
                    </a:cubicBezTo>
                    <a:cubicBezTo>
                      <a:pt x="3632" y="428"/>
                      <a:pt x="2929" y="0"/>
                      <a:pt x="2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136"/>
              <p:cNvSpPr/>
              <p:nvPr/>
            </p:nvSpPr>
            <p:spPr>
              <a:xfrm>
                <a:off x="-2107125" y="2079913"/>
                <a:ext cx="23875" cy="22775"/>
              </a:xfrm>
              <a:custGeom>
                <a:rect b="b" l="l" r="r" t="t"/>
                <a:pathLst>
                  <a:path extrusionOk="0" h="911" w="955">
                    <a:moveTo>
                      <a:pt x="478" y="1"/>
                    </a:moveTo>
                    <a:cubicBezTo>
                      <a:pt x="264" y="1"/>
                      <a:pt x="63" y="153"/>
                      <a:pt x="27" y="391"/>
                    </a:cubicBezTo>
                    <a:cubicBezTo>
                      <a:pt x="1" y="560"/>
                      <a:pt x="77" y="735"/>
                      <a:pt x="219" y="830"/>
                    </a:cubicBezTo>
                    <a:cubicBezTo>
                      <a:pt x="300" y="885"/>
                      <a:pt x="390" y="911"/>
                      <a:pt x="477" y="911"/>
                    </a:cubicBezTo>
                    <a:cubicBezTo>
                      <a:pt x="691" y="911"/>
                      <a:pt x="892" y="759"/>
                      <a:pt x="929" y="521"/>
                    </a:cubicBezTo>
                    <a:cubicBezTo>
                      <a:pt x="954" y="351"/>
                      <a:pt x="878" y="177"/>
                      <a:pt x="737" y="81"/>
                    </a:cubicBezTo>
                    <a:cubicBezTo>
                      <a:pt x="655" y="26"/>
                      <a:pt x="565" y="1"/>
                      <a:pt x="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136"/>
              <p:cNvSpPr/>
              <p:nvPr/>
            </p:nvSpPr>
            <p:spPr>
              <a:xfrm>
                <a:off x="-2146875" y="2271113"/>
                <a:ext cx="24300" cy="23125"/>
              </a:xfrm>
              <a:custGeom>
                <a:rect b="b" l="l" r="r" t="t"/>
                <a:pathLst>
                  <a:path extrusionOk="0" h="925" w="972">
                    <a:moveTo>
                      <a:pt x="468" y="1"/>
                    </a:moveTo>
                    <a:cubicBezTo>
                      <a:pt x="236" y="1"/>
                      <a:pt x="39" y="178"/>
                      <a:pt x="18" y="415"/>
                    </a:cubicBezTo>
                    <a:cubicBezTo>
                      <a:pt x="0" y="611"/>
                      <a:pt x="111" y="788"/>
                      <a:pt x="279" y="867"/>
                    </a:cubicBezTo>
                    <a:lnTo>
                      <a:pt x="279" y="869"/>
                    </a:lnTo>
                    <a:cubicBezTo>
                      <a:pt x="333" y="897"/>
                      <a:pt x="393" y="916"/>
                      <a:pt x="456" y="922"/>
                    </a:cubicBezTo>
                    <a:cubicBezTo>
                      <a:pt x="473" y="924"/>
                      <a:pt x="489" y="925"/>
                      <a:pt x="506" y="925"/>
                    </a:cubicBezTo>
                    <a:cubicBezTo>
                      <a:pt x="742" y="925"/>
                      <a:pt x="941" y="751"/>
                      <a:pt x="957" y="516"/>
                    </a:cubicBezTo>
                    <a:cubicBezTo>
                      <a:pt x="972" y="331"/>
                      <a:pt x="869" y="161"/>
                      <a:pt x="714" y="71"/>
                    </a:cubicBezTo>
                    <a:cubicBezTo>
                      <a:pt x="654" y="34"/>
                      <a:pt x="586" y="9"/>
                      <a:pt x="511" y="3"/>
                    </a:cubicBezTo>
                    <a:cubicBezTo>
                      <a:pt x="497" y="1"/>
                      <a:pt x="482"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136"/>
              <p:cNvSpPr/>
              <p:nvPr/>
            </p:nvSpPr>
            <p:spPr>
              <a:xfrm>
                <a:off x="-2093700" y="2291263"/>
                <a:ext cx="24300" cy="23150"/>
              </a:xfrm>
              <a:custGeom>
                <a:rect b="b" l="l" r="r" t="t"/>
                <a:pathLst>
                  <a:path extrusionOk="0" h="926" w="972">
                    <a:moveTo>
                      <a:pt x="469" y="1"/>
                    </a:moveTo>
                    <a:cubicBezTo>
                      <a:pt x="236" y="1"/>
                      <a:pt x="39" y="178"/>
                      <a:pt x="18" y="415"/>
                    </a:cubicBezTo>
                    <a:cubicBezTo>
                      <a:pt x="0" y="611"/>
                      <a:pt x="111" y="788"/>
                      <a:pt x="279" y="868"/>
                    </a:cubicBezTo>
                    <a:lnTo>
                      <a:pt x="279" y="869"/>
                    </a:lnTo>
                    <a:cubicBezTo>
                      <a:pt x="333" y="897"/>
                      <a:pt x="393" y="916"/>
                      <a:pt x="456" y="922"/>
                    </a:cubicBezTo>
                    <a:cubicBezTo>
                      <a:pt x="473" y="924"/>
                      <a:pt x="490" y="925"/>
                      <a:pt x="507" y="925"/>
                    </a:cubicBezTo>
                    <a:cubicBezTo>
                      <a:pt x="743" y="925"/>
                      <a:pt x="941" y="751"/>
                      <a:pt x="957" y="517"/>
                    </a:cubicBezTo>
                    <a:cubicBezTo>
                      <a:pt x="972" y="331"/>
                      <a:pt x="870" y="161"/>
                      <a:pt x="714" y="71"/>
                    </a:cubicBezTo>
                    <a:cubicBezTo>
                      <a:pt x="655" y="34"/>
                      <a:pt x="587" y="9"/>
                      <a:pt x="511" y="3"/>
                    </a:cubicBezTo>
                    <a:cubicBezTo>
                      <a:pt x="497" y="2"/>
                      <a:pt x="483"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136"/>
              <p:cNvSpPr/>
              <p:nvPr/>
            </p:nvSpPr>
            <p:spPr>
              <a:xfrm>
                <a:off x="-2222725" y="2179463"/>
                <a:ext cx="114350" cy="64025"/>
              </a:xfrm>
              <a:custGeom>
                <a:rect b="b" l="l" r="r" t="t"/>
                <a:pathLst>
                  <a:path extrusionOk="0" h="2561" w="4574">
                    <a:moveTo>
                      <a:pt x="355" y="0"/>
                    </a:moveTo>
                    <a:lnTo>
                      <a:pt x="0" y="908"/>
                    </a:lnTo>
                    <a:lnTo>
                      <a:pt x="3360" y="2224"/>
                    </a:lnTo>
                    <a:lnTo>
                      <a:pt x="4010" y="2479"/>
                    </a:lnTo>
                    <a:lnTo>
                      <a:pt x="4217" y="2560"/>
                    </a:lnTo>
                    <a:lnTo>
                      <a:pt x="4573" y="1652"/>
                    </a:lnTo>
                    <a:lnTo>
                      <a:pt x="3807" y="1352"/>
                    </a:lnTo>
                    <a:lnTo>
                      <a:pt x="3596" y="1269"/>
                    </a:lnTo>
                    <a:lnTo>
                      <a:pt x="1863" y="591"/>
                    </a:lnTo>
                    <a:lnTo>
                      <a:pt x="1545" y="466"/>
                    </a:lnTo>
                    <a:lnTo>
                      <a:pt x="3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23" name="Google Shape;10823;p136"/>
          <p:cNvGrpSpPr/>
          <p:nvPr/>
        </p:nvGrpSpPr>
        <p:grpSpPr>
          <a:xfrm>
            <a:off x="8397908" y="3661622"/>
            <a:ext cx="500560" cy="472885"/>
            <a:chOff x="-1174275" y="581450"/>
            <a:chExt cx="370100" cy="349638"/>
          </a:xfrm>
        </p:grpSpPr>
        <p:sp>
          <p:nvSpPr>
            <p:cNvPr id="10824" name="Google Shape;10824;p136"/>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136"/>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6" name="Google Shape;10826;p136"/>
          <p:cNvGrpSpPr/>
          <p:nvPr/>
        </p:nvGrpSpPr>
        <p:grpSpPr>
          <a:xfrm rot="-823633">
            <a:off x="640142" y="4347468"/>
            <a:ext cx="866963" cy="636465"/>
            <a:chOff x="-3031700" y="3408550"/>
            <a:chExt cx="323475" cy="237463"/>
          </a:xfrm>
        </p:grpSpPr>
        <p:sp>
          <p:nvSpPr>
            <p:cNvPr id="10827" name="Google Shape;10827;p136"/>
            <p:cNvSpPr/>
            <p:nvPr/>
          </p:nvSpPr>
          <p:spPr>
            <a:xfrm>
              <a:off x="-3031700" y="3408550"/>
              <a:ext cx="323425" cy="236300"/>
            </a:xfrm>
            <a:custGeom>
              <a:rect b="b" l="l" r="r" t="t"/>
              <a:pathLst>
                <a:path extrusionOk="0" h="9452" w="12937">
                  <a:moveTo>
                    <a:pt x="6968" y="1"/>
                  </a:moveTo>
                  <a:cubicBezTo>
                    <a:pt x="6829" y="1"/>
                    <a:pt x="6706" y="95"/>
                    <a:pt x="6686" y="228"/>
                  </a:cubicBezTo>
                  <a:lnTo>
                    <a:pt x="6684" y="228"/>
                  </a:lnTo>
                  <a:cubicBezTo>
                    <a:pt x="6683" y="239"/>
                    <a:pt x="6682" y="251"/>
                    <a:pt x="6682" y="263"/>
                  </a:cubicBezTo>
                  <a:lnTo>
                    <a:pt x="6682" y="289"/>
                  </a:lnTo>
                  <a:lnTo>
                    <a:pt x="792" y="289"/>
                  </a:lnTo>
                  <a:cubicBezTo>
                    <a:pt x="356" y="289"/>
                    <a:pt x="1" y="642"/>
                    <a:pt x="1" y="1079"/>
                  </a:cubicBezTo>
                  <a:lnTo>
                    <a:pt x="1" y="8660"/>
                  </a:lnTo>
                  <a:cubicBezTo>
                    <a:pt x="1" y="9097"/>
                    <a:pt x="355" y="9452"/>
                    <a:pt x="792" y="9452"/>
                  </a:cubicBezTo>
                  <a:lnTo>
                    <a:pt x="12146" y="9452"/>
                  </a:lnTo>
                  <a:cubicBezTo>
                    <a:pt x="12583" y="9452"/>
                    <a:pt x="12937" y="9098"/>
                    <a:pt x="12937" y="8660"/>
                  </a:cubicBezTo>
                  <a:lnTo>
                    <a:pt x="12937" y="1079"/>
                  </a:lnTo>
                  <a:cubicBezTo>
                    <a:pt x="12936" y="642"/>
                    <a:pt x="12583" y="289"/>
                    <a:pt x="12146" y="289"/>
                  </a:cubicBezTo>
                  <a:lnTo>
                    <a:pt x="11872" y="289"/>
                  </a:lnTo>
                  <a:lnTo>
                    <a:pt x="11872" y="263"/>
                  </a:lnTo>
                  <a:cubicBezTo>
                    <a:pt x="11872" y="251"/>
                    <a:pt x="11870" y="239"/>
                    <a:pt x="11869" y="228"/>
                  </a:cubicBezTo>
                  <a:lnTo>
                    <a:pt x="11868" y="228"/>
                  </a:lnTo>
                  <a:cubicBezTo>
                    <a:pt x="11851" y="95"/>
                    <a:pt x="11743" y="1"/>
                    <a:pt x="11604" y="1"/>
                  </a:cubicBezTo>
                  <a:lnTo>
                    <a:pt x="10284" y="1"/>
                  </a:lnTo>
                  <a:lnTo>
                    <a:pt x="10284" y="228"/>
                  </a:lnTo>
                  <a:lnTo>
                    <a:pt x="10284" y="288"/>
                  </a:lnTo>
                  <a:lnTo>
                    <a:pt x="10085" y="288"/>
                  </a:lnTo>
                  <a:lnTo>
                    <a:pt x="10085" y="228"/>
                  </a:lnTo>
                  <a:lnTo>
                    <a:pt x="10085" y="1"/>
                  </a:lnTo>
                  <a:lnTo>
                    <a:pt x="8497" y="1"/>
                  </a:lnTo>
                  <a:lnTo>
                    <a:pt x="8497" y="228"/>
                  </a:lnTo>
                  <a:lnTo>
                    <a:pt x="8497" y="288"/>
                  </a:lnTo>
                  <a:lnTo>
                    <a:pt x="8270" y="288"/>
                  </a:lnTo>
                  <a:lnTo>
                    <a:pt x="8270" y="228"/>
                  </a:lnTo>
                  <a:lnTo>
                    <a:pt x="8270" y="1"/>
                  </a:ln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8" name="Google Shape;10828;p136"/>
            <p:cNvGrpSpPr/>
            <p:nvPr/>
          </p:nvGrpSpPr>
          <p:grpSpPr>
            <a:xfrm>
              <a:off x="-3031650" y="3408613"/>
              <a:ext cx="323425" cy="237400"/>
              <a:chOff x="-2707800" y="2378775"/>
              <a:chExt cx="323425" cy="237400"/>
            </a:xfrm>
          </p:grpSpPr>
          <p:sp>
            <p:nvSpPr>
              <p:cNvPr id="10829" name="Google Shape;10829;p136"/>
              <p:cNvSpPr/>
              <p:nvPr/>
            </p:nvSpPr>
            <p:spPr>
              <a:xfrm>
                <a:off x="-2540875" y="2378775"/>
                <a:ext cx="39725" cy="29125"/>
              </a:xfrm>
              <a:custGeom>
                <a:rect b="b" l="l" r="r" t="t"/>
                <a:pathLst>
                  <a:path extrusionOk="0" h="1165" w="1589">
                    <a:moveTo>
                      <a:pt x="287" y="1"/>
                    </a:moveTo>
                    <a:cubicBezTo>
                      <a:pt x="147" y="2"/>
                      <a:pt x="24" y="96"/>
                      <a:pt x="4" y="229"/>
                    </a:cubicBezTo>
                    <a:cubicBezTo>
                      <a:pt x="2" y="240"/>
                      <a:pt x="1" y="252"/>
                      <a:pt x="1" y="263"/>
                    </a:cubicBezTo>
                    <a:lnTo>
                      <a:pt x="1" y="1165"/>
                    </a:lnTo>
                    <a:lnTo>
                      <a:pt x="1588" y="1165"/>
                    </a:lnTo>
                    <a:lnTo>
                      <a:pt x="1588" y="228"/>
                    </a:lnTo>
                    <a:lnTo>
                      <a:pt x="15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136"/>
              <p:cNvSpPr/>
              <p:nvPr/>
            </p:nvSpPr>
            <p:spPr>
              <a:xfrm>
                <a:off x="-2495450" y="2378800"/>
                <a:ext cx="39700" cy="29075"/>
              </a:xfrm>
              <a:custGeom>
                <a:rect b="b" l="l" r="r" t="t"/>
                <a:pathLst>
                  <a:path extrusionOk="0" h="1163" w="1588">
                    <a:moveTo>
                      <a:pt x="0" y="1"/>
                    </a:moveTo>
                    <a:lnTo>
                      <a:pt x="0" y="228"/>
                    </a:lnTo>
                    <a:lnTo>
                      <a:pt x="0" y="1163"/>
                    </a:lnTo>
                    <a:lnTo>
                      <a:pt x="1587" y="1163"/>
                    </a:lnTo>
                    <a:lnTo>
                      <a:pt x="1587" y="228"/>
                    </a:lnTo>
                    <a:lnTo>
                      <a:pt x="15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136"/>
              <p:cNvSpPr/>
              <p:nvPr/>
            </p:nvSpPr>
            <p:spPr>
              <a:xfrm>
                <a:off x="-2450775" y="2378775"/>
                <a:ext cx="39725" cy="29125"/>
              </a:xfrm>
              <a:custGeom>
                <a:rect b="b" l="l" r="r" t="t"/>
                <a:pathLst>
                  <a:path extrusionOk="0" h="1165" w="1589">
                    <a:moveTo>
                      <a:pt x="1" y="1"/>
                    </a:moveTo>
                    <a:lnTo>
                      <a:pt x="1" y="229"/>
                    </a:lnTo>
                    <a:lnTo>
                      <a:pt x="1" y="1165"/>
                    </a:lnTo>
                    <a:lnTo>
                      <a:pt x="1589" y="1165"/>
                    </a:lnTo>
                    <a:lnTo>
                      <a:pt x="1589" y="263"/>
                    </a:lnTo>
                    <a:cubicBezTo>
                      <a:pt x="1588" y="251"/>
                      <a:pt x="1588" y="240"/>
                      <a:pt x="1586" y="229"/>
                    </a:cubicBezTo>
                    <a:cubicBezTo>
                      <a:pt x="1568" y="96"/>
                      <a:pt x="1460" y="1"/>
                      <a:pt x="13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136"/>
              <p:cNvSpPr/>
              <p:nvPr/>
            </p:nvSpPr>
            <p:spPr>
              <a:xfrm>
                <a:off x="-2707800" y="2387075"/>
                <a:ext cx="323425" cy="229100"/>
              </a:xfrm>
              <a:custGeom>
                <a:rect b="b" l="l" r="r" t="t"/>
                <a:pathLst>
                  <a:path extrusionOk="0" h="9164" w="12937">
                    <a:moveTo>
                      <a:pt x="792" y="1"/>
                    </a:moveTo>
                    <a:cubicBezTo>
                      <a:pt x="355" y="1"/>
                      <a:pt x="1" y="356"/>
                      <a:pt x="1" y="791"/>
                    </a:cubicBezTo>
                    <a:lnTo>
                      <a:pt x="1" y="8373"/>
                    </a:lnTo>
                    <a:cubicBezTo>
                      <a:pt x="1" y="8810"/>
                      <a:pt x="356" y="9164"/>
                      <a:pt x="792" y="9164"/>
                    </a:cubicBezTo>
                    <a:lnTo>
                      <a:pt x="12146" y="9164"/>
                    </a:lnTo>
                    <a:cubicBezTo>
                      <a:pt x="12583" y="9164"/>
                      <a:pt x="12936" y="8809"/>
                      <a:pt x="12937" y="8373"/>
                    </a:cubicBezTo>
                    <a:lnTo>
                      <a:pt x="12937" y="791"/>
                    </a:lnTo>
                    <a:cubicBezTo>
                      <a:pt x="12937" y="355"/>
                      <a:pt x="12583" y="1"/>
                      <a:pt x="121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36"/>
              <p:cNvSpPr/>
              <p:nvPr/>
            </p:nvSpPr>
            <p:spPr>
              <a:xfrm>
                <a:off x="-2645875" y="2538050"/>
                <a:ext cx="224800" cy="29075"/>
              </a:xfrm>
              <a:custGeom>
                <a:rect b="b" l="l" r="r" t="t"/>
                <a:pathLst>
                  <a:path extrusionOk="0" h="1163" w="8992">
                    <a:moveTo>
                      <a:pt x="141" y="0"/>
                    </a:moveTo>
                    <a:cubicBezTo>
                      <a:pt x="64" y="0"/>
                      <a:pt x="1" y="63"/>
                      <a:pt x="1" y="141"/>
                    </a:cubicBezTo>
                    <a:lnTo>
                      <a:pt x="1" y="1022"/>
                    </a:lnTo>
                    <a:cubicBezTo>
                      <a:pt x="1" y="1099"/>
                      <a:pt x="64" y="1162"/>
                      <a:pt x="141" y="1162"/>
                    </a:cubicBezTo>
                    <a:lnTo>
                      <a:pt x="8851" y="1162"/>
                    </a:lnTo>
                    <a:cubicBezTo>
                      <a:pt x="8928" y="1162"/>
                      <a:pt x="8991" y="1099"/>
                      <a:pt x="8991" y="1022"/>
                    </a:cubicBezTo>
                    <a:lnTo>
                      <a:pt x="8991" y="141"/>
                    </a:lnTo>
                    <a:cubicBezTo>
                      <a:pt x="8991" y="63"/>
                      <a:pt x="8928" y="0"/>
                      <a:pt x="8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136"/>
              <p:cNvSpPr/>
              <p:nvPr/>
            </p:nvSpPr>
            <p:spPr>
              <a:xfrm>
                <a:off x="-2700050" y="2444600"/>
                <a:ext cx="307650" cy="165175"/>
              </a:xfrm>
              <a:custGeom>
                <a:rect b="b" l="l" r="r" t="t"/>
                <a:pathLst>
                  <a:path extrusionOk="0" h="6607" w="12306">
                    <a:moveTo>
                      <a:pt x="1508" y="0"/>
                    </a:moveTo>
                    <a:lnTo>
                      <a:pt x="1" y="604"/>
                    </a:lnTo>
                    <a:lnTo>
                      <a:pt x="1" y="6137"/>
                    </a:lnTo>
                    <a:cubicBezTo>
                      <a:pt x="1" y="6396"/>
                      <a:pt x="210" y="6606"/>
                      <a:pt x="470" y="6606"/>
                    </a:cubicBezTo>
                    <a:lnTo>
                      <a:pt x="11837" y="6606"/>
                    </a:lnTo>
                    <a:cubicBezTo>
                      <a:pt x="12097" y="6606"/>
                      <a:pt x="12306" y="6396"/>
                      <a:pt x="12306" y="6137"/>
                    </a:cubicBezTo>
                    <a:lnTo>
                      <a:pt x="12306" y="604"/>
                    </a:lnTo>
                    <a:lnTo>
                      <a:pt x="11702" y="0"/>
                    </a:lnTo>
                    <a:lnTo>
                      <a:pt x="11702" y="5772"/>
                    </a:lnTo>
                    <a:lnTo>
                      <a:pt x="11704" y="5772"/>
                    </a:lnTo>
                    <a:cubicBezTo>
                      <a:pt x="11704" y="5899"/>
                      <a:pt x="11601" y="6003"/>
                      <a:pt x="11474" y="6003"/>
                    </a:cubicBezTo>
                    <a:lnTo>
                      <a:pt x="1737" y="6003"/>
                    </a:lnTo>
                    <a:cubicBezTo>
                      <a:pt x="1611" y="6003"/>
                      <a:pt x="1508" y="5899"/>
                      <a:pt x="1508" y="5772"/>
                    </a:cubicBezTo>
                    <a:lnTo>
                      <a:pt x="150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136"/>
              <p:cNvSpPr/>
              <p:nvPr/>
            </p:nvSpPr>
            <p:spPr>
              <a:xfrm>
                <a:off x="-2687925" y="2582975"/>
                <a:ext cx="4275" cy="32075"/>
              </a:xfrm>
              <a:custGeom>
                <a:rect b="b" l="l" r="r" t="t"/>
                <a:pathLst>
                  <a:path extrusionOk="0" h="1283" w="171">
                    <a:moveTo>
                      <a:pt x="1" y="0"/>
                    </a:moveTo>
                    <a:lnTo>
                      <a:pt x="1" y="1283"/>
                    </a:lnTo>
                    <a:lnTo>
                      <a:pt x="171" y="1283"/>
                    </a:lnTo>
                    <a:lnTo>
                      <a:pt x="171" y="81"/>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36"/>
              <p:cNvSpPr/>
              <p:nvPr/>
            </p:nvSpPr>
            <p:spPr>
              <a:xfrm>
                <a:off x="-2681550" y="2586050"/>
                <a:ext cx="3575" cy="29000"/>
              </a:xfrm>
              <a:custGeom>
                <a:rect b="b" l="l" r="r" t="t"/>
                <a:pathLst>
                  <a:path extrusionOk="0" h="1160" w="143">
                    <a:moveTo>
                      <a:pt x="0" y="1"/>
                    </a:moveTo>
                    <a:lnTo>
                      <a:pt x="0" y="1160"/>
                    </a:lnTo>
                    <a:lnTo>
                      <a:pt x="143" y="1160"/>
                    </a:lnTo>
                    <a:lnTo>
                      <a:pt x="143" y="80"/>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136"/>
              <p:cNvSpPr/>
              <p:nvPr/>
            </p:nvSpPr>
            <p:spPr>
              <a:xfrm>
                <a:off x="-2675875" y="2589125"/>
                <a:ext cx="3575" cy="25925"/>
              </a:xfrm>
              <a:custGeom>
                <a:rect b="b" l="l" r="r" t="t"/>
                <a:pathLst>
                  <a:path extrusionOk="0" h="1037" w="143">
                    <a:moveTo>
                      <a:pt x="0" y="1"/>
                    </a:moveTo>
                    <a:lnTo>
                      <a:pt x="0" y="1037"/>
                    </a:lnTo>
                    <a:lnTo>
                      <a:pt x="143" y="1037"/>
                    </a:lnTo>
                    <a:lnTo>
                      <a:pt x="143" y="79"/>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136"/>
              <p:cNvSpPr/>
              <p:nvPr/>
            </p:nvSpPr>
            <p:spPr>
              <a:xfrm>
                <a:off x="-2700000" y="2395100"/>
                <a:ext cx="307825" cy="72175"/>
              </a:xfrm>
              <a:custGeom>
                <a:rect b="b" l="l" r="r" t="t"/>
                <a:pathLst>
                  <a:path extrusionOk="0" h="2887" w="12313">
                    <a:moveTo>
                      <a:pt x="468" y="0"/>
                    </a:moveTo>
                    <a:cubicBezTo>
                      <a:pt x="208" y="0"/>
                      <a:pt x="1" y="229"/>
                      <a:pt x="1" y="489"/>
                    </a:cubicBezTo>
                    <a:lnTo>
                      <a:pt x="1" y="2584"/>
                    </a:lnTo>
                    <a:lnTo>
                      <a:pt x="484" y="2390"/>
                    </a:lnTo>
                    <a:lnTo>
                      <a:pt x="484" y="2560"/>
                    </a:lnTo>
                    <a:lnTo>
                      <a:pt x="654" y="2639"/>
                    </a:lnTo>
                    <a:lnTo>
                      <a:pt x="654" y="2322"/>
                    </a:lnTo>
                    <a:lnTo>
                      <a:pt x="738" y="2288"/>
                    </a:lnTo>
                    <a:lnTo>
                      <a:pt x="738" y="2684"/>
                    </a:lnTo>
                    <a:lnTo>
                      <a:pt x="881" y="2763"/>
                    </a:lnTo>
                    <a:lnTo>
                      <a:pt x="881" y="2231"/>
                    </a:lnTo>
                    <a:lnTo>
                      <a:pt x="965" y="2198"/>
                    </a:lnTo>
                    <a:lnTo>
                      <a:pt x="965" y="2808"/>
                    </a:lnTo>
                    <a:lnTo>
                      <a:pt x="1108" y="2887"/>
                    </a:lnTo>
                    <a:lnTo>
                      <a:pt x="1108" y="2141"/>
                    </a:lnTo>
                    <a:lnTo>
                      <a:pt x="1505" y="1981"/>
                    </a:lnTo>
                    <a:lnTo>
                      <a:pt x="1505" y="1456"/>
                    </a:lnTo>
                    <a:cubicBezTo>
                      <a:pt x="1505" y="1330"/>
                      <a:pt x="1609" y="1222"/>
                      <a:pt x="1735" y="1222"/>
                    </a:cubicBezTo>
                    <a:lnTo>
                      <a:pt x="11472" y="1222"/>
                    </a:lnTo>
                    <a:cubicBezTo>
                      <a:pt x="11599" y="1222"/>
                      <a:pt x="11688" y="1330"/>
                      <a:pt x="11688" y="1456"/>
                    </a:cubicBezTo>
                    <a:lnTo>
                      <a:pt x="11688" y="1981"/>
                    </a:lnTo>
                    <a:lnTo>
                      <a:pt x="12312" y="2585"/>
                    </a:lnTo>
                    <a:lnTo>
                      <a:pt x="12312" y="490"/>
                    </a:lnTo>
                    <a:cubicBezTo>
                      <a:pt x="12312" y="229"/>
                      <a:pt x="12096" y="0"/>
                      <a:pt x="118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136"/>
              <p:cNvSpPr/>
              <p:nvPr/>
            </p:nvSpPr>
            <p:spPr>
              <a:xfrm>
                <a:off x="-2667425" y="2422755"/>
                <a:ext cx="265550" cy="169850"/>
              </a:xfrm>
              <a:custGeom>
                <a:rect b="b" l="l" r="r" t="t"/>
                <a:pathLst>
                  <a:path extrusionOk="0" h="6794" w="10622">
                    <a:moveTo>
                      <a:pt x="10163" y="337"/>
                    </a:moveTo>
                    <a:cubicBezTo>
                      <a:pt x="10244" y="337"/>
                      <a:pt x="10308" y="406"/>
                      <a:pt x="10308" y="493"/>
                    </a:cubicBezTo>
                    <a:lnTo>
                      <a:pt x="10308" y="6302"/>
                    </a:lnTo>
                    <a:cubicBezTo>
                      <a:pt x="10308" y="6388"/>
                      <a:pt x="10244" y="6457"/>
                      <a:pt x="10163" y="6457"/>
                    </a:cubicBezTo>
                    <a:lnTo>
                      <a:pt x="460" y="6457"/>
                    </a:lnTo>
                    <a:cubicBezTo>
                      <a:pt x="379" y="6457"/>
                      <a:pt x="315" y="6388"/>
                      <a:pt x="315" y="6302"/>
                    </a:cubicBezTo>
                    <a:lnTo>
                      <a:pt x="315" y="493"/>
                    </a:lnTo>
                    <a:cubicBezTo>
                      <a:pt x="315" y="406"/>
                      <a:pt x="379" y="337"/>
                      <a:pt x="460" y="337"/>
                    </a:cubicBezTo>
                    <a:close/>
                    <a:moveTo>
                      <a:pt x="458" y="0"/>
                    </a:moveTo>
                    <a:cubicBezTo>
                      <a:pt x="205" y="0"/>
                      <a:pt x="0" y="220"/>
                      <a:pt x="0" y="493"/>
                    </a:cubicBezTo>
                    <a:lnTo>
                      <a:pt x="0" y="6302"/>
                    </a:lnTo>
                    <a:cubicBezTo>
                      <a:pt x="0" y="6574"/>
                      <a:pt x="205" y="6794"/>
                      <a:pt x="458" y="6794"/>
                    </a:cubicBezTo>
                    <a:lnTo>
                      <a:pt x="10162" y="6794"/>
                    </a:lnTo>
                    <a:cubicBezTo>
                      <a:pt x="10415" y="6794"/>
                      <a:pt x="10622" y="6572"/>
                      <a:pt x="10621" y="6302"/>
                    </a:cubicBezTo>
                    <a:lnTo>
                      <a:pt x="10621" y="493"/>
                    </a:lnTo>
                    <a:cubicBezTo>
                      <a:pt x="10621" y="220"/>
                      <a:pt x="10415" y="0"/>
                      <a:pt x="10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0" name="Google Shape;10840;p136"/>
              <p:cNvGrpSpPr/>
              <p:nvPr/>
            </p:nvGrpSpPr>
            <p:grpSpPr>
              <a:xfrm rot="-30288">
                <a:off x="-2658134" y="2392530"/>
                <a:ext cx="249296" cy="188952"/>
                <a:chOff x="-2273495" y="2002057"/>
                <a:chExt cx="332782" cy="252263"/>
              </a:xfrm>
            </p:grpSpPr>
            <p:sp>
              <p:nvSpPr>
                <p:cNvPr id="10841" name="Google Shape;10841;p136"/>
                <p:cNvSpPr/>
                <p:nvPr/>
              </p:nvSpPr>
              <p:spPr>
                <a:xfrm rot="1176986">
                  <a:off x="-2254782" y="2046919"/>
                  <a:ext cx="295356" cy="162539"/>
                </a:xfrm>
                <a:custGeom>
                  <a:rect b="b" l="l" r="r" t="t"/>
                  <a:pathLst>
                    <a:path extrusionOk="0" h="6502" w="11815">
                      <a:moveTo>
                        <a:pt x="10085" y="0"/>
                      </a:moveTo>
                      <a:cubicBezTo>
                        <a:pt x="9955" y="0"/>
                        <a:pt x="9824" y="21"/>
                        <a:pt x="9694" y="66"/>
                      </a:cubicBezTo>
                      <a:lnTo>
                        <a:pt x="962" y="3066"/>
                      </a:lnTo>
                      <a:cubicBezTo>
                        <a:pt x="334" y="3281"/>
                        <a:pt x="1" y="3965"/>
                        <a:pt x="217" y="4593"/>
                      </a:cubicBezTo>
                      <a:lnTo>
                        <a:pt x="594" y="5690"/>
                      </a:lnTo>
                      <a:cubicBezTo>
                        <a:pt x="764" y="6188"/>
                        <a:pt x="1230" y="6501"/>
                        <a:pt x="1729" y="6501"/>
                      </a:cubicBezTo>
                      <a:cubicBezTo>
                        <a:pt x="1859" y="6501"/>
                        <a:pt x="1992" y="6480"/>
                        <a:pt x="2121" y="6435"/>
                      </a:cubicBezTo>
                      <a:lnTo>
                        <a:pt x="10853" y="3435"/>
                      </a:lnTo>
                      <a:cubicBezTo>
                        <a:pt x="11482" y="3220"/>
                        <a:pt x="11815" y="2535"/>
                        <a:pt x="11598" y="1908"/>
                      </a:cubicBezTo>
                      <a:lnTo>
                        <a:pt x="11222" y="811"/>
                      </a:lnTo>
                      <a:cubicBezTo>
                        <a:pt x="11051" y="313"/>
                        <a:pt x="10585" y="0"/>
                        <a:pt x="100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136"/>
                <p:cNvSpPr/>
                <p:nvPr/>
              </p:nvSpPr>
              <p:spPr>
                <a:xfrm rot="1176986">
                  <a:off x="-2157279" y="2104752"/>
                  <a:ext cx="66346" cy="46472"/>
                </a:xfrm>
                <a:custGeom>
                  <a:rect b="b" l="l" r="r" t="t"/>
                  <a:pathLst>
                    <a:path extrusionOk="0" h="1859" w="2654">
                      <a:moveTo>
                        <a:pt x="1786" y="1"/>
                      </a:moveTo>
                      <a:cubicBezTo>
                        <a:pt x="1704" y="1"/>
                        <a:pt x="1619" y="14"/>
                        <a:pt x="1536" y="43"/>
                      </a:cubicBezTo>
                      <a:lnTo>
                        <a:pt x="617" y="359"/>
                      </a:lnTo>
                      <a:cubicBezTo>
                        <a:pt x="214" y="497"/>
                        <a:pt x="1" y="936"/>
                        <a:pt x="138" y="1338"/>
                      </a:cubicBezTo>
                      <a:cubicBezTo>
                        <a:pt x="248" y="1658"/>
                        <a:pt x="547" y="1858"/>
                        <a:pt x="868" y="1858"/>
                      </a:cubicBezTo>
                      <a:cubicBezTo>
                        <a:pt x="951" y="1858"/>
                        <a:pt x="1035" y="1845"/>
                        <a:pt x="1117" y="1817"/>
                      </a:cubicBezTo>
                      <a:lnTo>
                        <a:pt x="2037" y="1500"/>
                      </a:lnTo>
                      <a:cubicBezTo>
                        <a:pt x="2439" y="1363"/>
                        <a:pt x="2654" y="924"/>
                        <a:pt x="2516" y="522"/>
                      </a:cubicBezTo>
                      <a:cubicBezTo>
                        <a:pt x="2406" y="202"/>
                        <a:pt x="2107" y="1"/>
                        <a:pt x="1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136"/>
                <p:cNvSpPr/>
                <p:nvPr/>
              </p:nvSpPr>
              <p:spPr>
                <a:xfrm rot="1176986">
                  <a:off x="-2079543" y="2109983"/>
                  <a:ext cx="25498" cy="37298"/>
                </a:xfrm>
                <a:custGeom>
                  <a:rect b="b" l="l" r="r" t="t"/>
                  <a:pathLst>
                    <a:path extrusionOk="0" h="1492" w="1020">
                      <a:moveTo>
                        <a:pt x="365" y="0"/>
                      </a:moveTo>
                      <a:cubicBezTo>
                        <a:pt x="330" y="0"/>
                        <a:pt x="294" y="6"/>
                        <a:pt x="259" y="18"/>
                      </a:cubicBezTo>
                      <a:cubicBezTo>
                        <a:pt x="91" y="75"/>
                        <a:pt x="0" y="260"/>
                        <a:pt x="58" y="429"/>
                      </a:cubicBezTo>
                      <a:lnTo>
                        <a:pt x="349" y="1273"/>
                      </a:lnTo>
                      <a:cubicBezTo>
                        <a:pt x="395" y="1407"/>
                        <a:pt x="521" y="1491"/>
                        <a:pt x="655" y="1491"/>
                      </a:cubicBezTo>
                      <a:cubicBezTo>
                        <a:pt x="690" y="1491"/>
                        <a:pt x="725" y="1486"/>
                        <a:pt x="760" y="1474"/>
                      </a:cubicBezTo>
                      <a:cubicBezTo>
                        <a:pt x="929" y="1416"/>
                        <a:pt x="1020" y="1231"/>
                        <a:pt x="961" y="1063"/>
                      </a:cubicBezTo>
                      <a:lnTo>
                        <a:pt x="671" y="219"/>
                      </a:lnTo>
                      <a:cubicBezTo>
                        <a:pt x="625" y="84"/>
                        <a:pt x="500"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136"/>
                <p:cNvSpPr/>
                <p:nvPr/>
              </p:nvSpPr>
              <p:spPr>
                <a:xfrm rot="1176986">
                  <a:off x="-2240196" y="2097709"/>
                  <a:ext cx="63896" cy="58221"/>
                </a:xfrm>
                <a:custGeom>
                  <a:rect b="b" l="l" r="r" t="t"/>
                  <a:pathLst>
                    <a:path extrusionOk="0" h="2329" w="2556">
                      <a:moveTo>
                        <a:pt x="1278" y="1"/>
                      </a:moveTo>
                      <a:cubicBezTo>
                        <a:pt x="980" y="1"/>
                        <a:pt x="683" y="114"/>
                        <a:pt x="456" y="341"/>
                      </a:cubicBezTo>
                      <a:cubicBezTo>
                        <a:pt x="0" y="796"/>
                        <a:pt x="0" y="1532"/>
                        <a:pt x="456" y="1988"/>
                      </a:cubicBezTo>
                      <a:cubicBezTo>
                        <a:pt x="683" y="2215"/>
                        <a:pt x="980" y="2328"/>
                        <a:pt x="1278" y="2328"/>
                      </a:cubicBezTo>
                      <a:cubicBezTo>
                        <a:pt x="1576" y="2328"/>
                        <a:pt x="1874" y="2215"/>
                        <a:pt x="2101" y="1988"/>
                      </a:cubicBezTo>
                      <a:cubicBezTo>
                        <a:pt x="2556" y="1532"/>
                        <a:pt x="2556"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136"/>
                <p:cNvSpPr/>
                <p:nvPr/>
              </p:nvSpPr>
              <p:spPr>
                <a:xfrm rot="1176986">
                  <a:off x="-2220723" y="2114887"/>
                  <a:ext cx="26098" cy="24223"/>
                </a:xfrm>
                <a:custGeom>
                  <a:rect b="b" l="l" r="r" t="t"/>
                  <a:pathLst>
                    <a:path extrusionOk="0" h="969" w="1044">
                      <a:moveTo>
                        <a:pt x="501" y="1"/>
                      </a:moveTo>
                      <a:cubicBezTo>
                        <a:pt x="449" y="1"/>
                        <a:pt x="395" y="10"/>
                        <a:pt x="343" y="29"/>
                      </a:cubicBezTo>
                      <a:cubicBezTo>
                        <a:pt x="221" y="71"/>
                        <a:pt x="123" y="158"/>
                        <a:pt x="67" y="273"/>
                      </a:cubicBezTo>
                      <a:cubicBezTo>
                        <a:pt x="10" y="390"/>
                        <a:pt x="1" y="520"/>
                        <a:pt x="43" y="643"/>
                      </a:cubicBezTo>
                      <a:cubicBezTo>
                        <a:pt x="110" y="837"/>
                        <a:pt x="294" y="969"/>
                        <a:pt x="500" y="969"/>
                      </a:cubicBezTo>
                      <a:cubicBezTo>
                        <a:pt x="553" y="969"/>
                        <a:pt x="605" y="960"/>
                        <a:pt x="657" y="942"/>
                      </a:cubicBezTo>
                      <a:cubicBezTo>
                        <a:pt x="910" y="855"/>
                        <a:pt x="1044" y="579"/>
                        <a:pt x="957" y="327"/>
                      </a:cubicBezTo>
                      <a:cubicBezTo>
                        <a:pt x="890" y="133"/>
                        <a:pt x="708" y="1"/>
                        <a:pt x="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136"/>
                <p:cNvSpPr/>
                <p:nvPr/>
              </p:nvSpPr>
              <p:spPr>
                <a:xfrm rot="1176986">
                  <a:off x="-2038830" y="2100022"/>
                  <a:ext cx="63871" cy="58196"/>
                </a:xfrm>
                <a:custGeom>
                  <a:rect b="b" l="l" r="r" t="t"/>
                  <a:pathLst>
                    <a:path extrusionOk="0" h="2328" w="2555">
                      <a:moveTo>
                        <a:pt x="1278" y="1"/>
                      </a:moveTo>
                      <a:cubicBezTo>
                        <a:pt x="980" y="1"/>
                        <a:pt x="682" y="114"/>
                        <a:pt x="455" y="341"/>
                      </a:cubicBezTo>
                      <a:cubicBezTo>
                        <a:pt x="1" y="796"/>
                        <a:pt x="1" y="1533"/>
                        <a:pt x="455" y="1987"/>
                      </a:cubicBezTo>
                      <a:cubicBezTo>
                        <a:pt x="682" y="2214"/>
                        <a:pt x="980" y="2328"/>
                        <a:pt x="1278" y="2328"/>
                      </a:cubicBezTo>
                      <a:cubicBezTo>
                        <a:pt x="1576" y="2328"/>
                        <a:pt x="1874" y="2214"/>
                        <a:pt x="2101" y="1987"/>
                      </a:cubicBezTo>
                      <a:cubicBezTo>
                        <a:pt x="2555" y="1533"/>
                        <a:pt x="2555" y="796"/>
                        <a:pt x="2101" y="341"/>
                      </a:cubicBezTo>
                      <a:cubicBezTo>
                        <a:pt x="1874" y="114"/>
                        <a:pt x="1576"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136"/>
                <p:cNvSpPr/>
                <p:nvPr/>
              </p:nvSpPr>
              <p:spPr>
                <a:xfrm rot="1176986">
                  <a:off x="-2020432" y="2117028"/>
                  <a:ext cx="27248" cy="24223"/>
                </a:xfrm>
                <a:custGeom>
                  <a:rect b="b" l="l" r="r" t="t"/>
                  <a:pathLst>
                    <a:path extrusionOk="0" h="969" w="1090">
                      <a:moveTo>
                        <a:pt x="544" y="1"/>
                      </a:moveTo>
                      <a:cubicBezTo>
                        <a:pt x="492" y="1"/>
                        <a:pt x="439" y="10"/>
                        <a:pt x="387" y="28"/>
                      </a:cubicBezTo>
                      <a:cubicBezTo>
                        <a:pt x="135" y="114"/>
                        <a:pt x="0" y="391"/>
                        <a:pt x="86" y="642"/>
                      </a:cubicBezTo>
                      <a:cubicBezTo>
                        <a:pt x="153" y="837"/>
                        <a:pt x="337" y="969"/>
                        <a:pt x="543" y="969"/>
                      </a:cubicBezTo>
                      <a:cubicBezTo>
                        <a:pt x="597" y="969"/>
                        <a:pt x="651" y="960"/>
                        <a:pt x="702" y="941"/>
                      </a:cubicBezTo>
                      <a:cubicBezTo>
                        <a:pt x="955" y="854"/>
                        <a:pt x="1089" y="579"/>
                        <a:pt x="1002" y="327"/>
                      </a:cubicBezTo>
                      <a:cubicBezTo>
                        <a:pt x="935" y="132"/>
                        <a:pt x="751" y="1"/>
                        <a:pt x="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848" name="Google Shape;10848;p136"/>
          <p:cNvGrpSpPr/>
          <p:nvPr/>
        </p:nvGrpSpPr>
        <p:grpSpPr>
          <a:xfrm>
            <a:off x="7840328" y="149220"/>
            <a:ext cx="311019" cy="311110"/>
            <a:chOff x="5038846" y="235350"/>
            <a:chExt cx="158691" cy="158738"/>
          </a:xfrm>
        </p:grpSpPr>
        <p:sp>
          <p:nvSpPr>
            <p:cNvPr id="10849" name="Google Shape;10849;p136"/>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136"/>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136"/>
          <p:cNvGrpSpPr/>
          <p:nvPr/>
        </p:nvGrpSpPr>
        <p:grpSpPr>
          <a:xfrm>
            <a:off x="713228" y="3796445"/>
            <a:ext cx="311019" cy="311110"/>
            <a:chOff x="5038846" y="235350"/>
            <a:chExt cx="158691" cy="158738"/>
          </a:xfrm>
        </p:grpSpPr>
        <p:sp>
          <p:nvSpPr>
            <p:cNvPr id="10852" name="Google Shape;10852;p136"/>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136"/>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4" name="Google Shape;10854;p136"/>
          <p:cNvGrpSpPr/>
          <p:nvPr/>
        </p:nvGrpSpPr>
        <p:grpSpPr>
          <a:xfrm>
            <a:off x="918665" y="80660"/>
            <a:ext cx="261189" cy="248344"/>
            <a:chOff x="5164484" y="526738"/>
            <a:chExt cx="133266" cy="126713"/>
          </a:xfrm>
        </p:grpSpPr>
        <p:sp>
          <p:nvSpPr>
            <p:cNvPr id="10855" name="Google Shape;10855;p136"/>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136"/>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34" Type="http://schemas.openxmlformats.org/officeDocument/2006/relationships/theme" Target="../theme/theme1.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20" Type="http://schemas.openxmlformats.org/officeDocument/2006/relationships/slideLayout" Target="../slideLayouts/slideLayout53.xml"/><Relationship Id="rId22" Type="http://schemas.openxmlformats.org/officeDocument/2006/relationships/slideLayout" Target="../slideLayouts/slideLayout55.xml"/><Relationship Id="rId21" Type="http://schemas.openxmlformats.org/officeDocument/2006/relationships/slideLayout" Target="../slideLayouts/slideLayout54.xml"/><Relationship Id="rId24" Type="http://schemas.openxmlformats.org/officeDocument/2006/relationships/slideLayout" Target="../slideLayouts/slideLayout57.xml"/><Relationship Id="rId23" Type="http://schemas.openxmlformats.org/officeDocument/2006/relationships/slideLayout" Target="../slideLayouts/slideLayout56.xml"/><Relationship Id="rId1" Type="http://schemas.openxmlformats.org/officeDocument/2006/relationships/slideLayout" Target="../slideLayouts/slideLayout34.xml"/><Relationship Id="rId2" Type="http://schemas.openxmlformats.org/officeDocument/2006/relationships/slideLayout" Target="../slideLayouts/slideLayout35.xml"/><Relationship Id="rId3" Type="http://schemas.openxmlformats.org/officeDocument/2006/relationships/slideLayout" Target="../slideLayouts/slideLayout36.xml"/><Relationship Id="rId4" Type="http://schemas.openxmlformats.org/officeDocument/2006/relationships/slideLayout" Target="../slideLayouts/slideLayout37.xml"/><Relationship Id="rId9" Type="http://schemas.openxmlformats.org/officeDocument/2006/relationships/slideLayout" Target="../slideLayouts/slideLayout42.xml"/><Relationship Id="rId26" Type="http://schemas.openxmlformats.org/officeDocument/2006/relationships/slideLayout" Target="../slideLayouts/slideLayout59.xml"/><Relationship Id="rId25" Type="http://schemas.openxmlformats.org/officeDocument/2006/relationships/slideLayout" Target="../slideLayouts/slideLayout58.xml"/><Relationship Id="rId28" Type="http://schemas.openxmlformats.org/officeDocument/2006/relationships/slideLayout" Target="../slideLayouts/slideLayout61.xml"/><Relationship Id="rId27" Type="http://schemas.openxmlformats.org/officeDocument/2006/relationships/slideLayout" Target="../slideLayouts/slideLayout60.xml"/><Relationship Id="rId5" Type="http://schemas.openxmlformats.org/officeDocument/2006/relationships/slideLayout" Target="../slideLayouts/slideLayout38.xml"/><Relationship Id="rId6" Type="http://schemas.openxmlformats.org/officeDocument/2006/relationships/slideLayout" Target="../slideLayouts/slideLayout39.xml"/><Relationship Id="rId29" Type="http://schemas.openxmlformats.org/officeDocument/2006/relationships/slideLayout" Target="../slideLayouts/slideLayout62.xml"/><Relationship Id="rId7" Type="http://schemas.openxmlformats.org/officeDocument/2006/relationships/slideLayout" Target="../slideLayouts/slideLayout40.xml"/><Relationship Id="rId8" Type="http://schemas.openxmlformats.org/officeDocument/2006/relationships/slideLayout" Target="../slideLayouts/slideLayout41.xml"/><Relationship Id="rId31" Type="http://schemas.openxmlformats.org/officeDocument/2006/relationships/slideLayout" Target="../slideLayouts/slideLayout64.xml"/><Relationship Id="rId30" Type="http://schemas.openxmlformats.org/officeDocument/2006/relationships/slideLayout" Target="../slideLayouts/slideLayout63.xml"/><Relationship Id="rId11" Type="http://schemas.openxmlformats.org/officeDocument/2006/relationships/slideLayout" Target="../slideLayouts/slideLayout44.xml"/><Relationship Id="rId33" Type="http://schemas.openxmlformats.org/officeDocument/2006/relationships/slideLayout" Target="../slideLayouts/slideLayout66.xml"/><Relationship Id="rId10" Type="http://schemas.openxmlformats.org/officeDocument/2006/relationships/slideLayout" Target="../slideLayouts/slideLayout43.xml"/><Relationship Id="rId32" Type="http://schemas.openxmlformats.org/officeDocument/2006/relationships/slideLayout" Target="../slideLayouts/slideLayout65.xml"/><Relationship Id="rId13" Type="http://schemas.openxmlformats.org/officeDocument/2006/relationships/slideLayout" Target="../slideLayouts/slideLayout46.xml"/><Relationship Id="rId12" Type="http://schemas.openxmlformats.org/officeDocument/2006/relationships/slideLayout" Target="../slideLayouts/slideLayout45.xml"/><Relationship Id="rId34" Type="http://schemas.openxmlformats.org/officeDocument/2006/relationships/theme" Target="../theme/theme3.xml"/><Relationship Id="rId15" Type="http://schemas.openxmlformats.org/officeDocument/2006/relationships/slideLayout" Target="../slideLayouts/slideLayout48.xml"/><Relationship Id="rId14" Type="http://schemas.openxmlformats.org/officeDocument/2006/relationships/slideLayout" Target="../slideLayouts/slideLayout47.xml"/><Relationship Id="rId17" Type="http://schemas.openxmlformats.org/officeDocument/2006/relationships/slideLayout" Target="../slideLayouts/slideLayout50.xml"/><Relationship Id="rId16" Type="http://schemas.openxmlformats.org/officeDocument/2006/relationships/slideLayout" Target="../slideLayouts/slideLayout49.xml"/><Relationship Id="rId19" Type="http://schemas.openxmlformats.org/officeDocument/2006/relationships/slideLayout" Target="../slideLayouts/slideLayout52.xml"/><Relationship Id="rId18" Type="http://schemas.openxmlformats.org/officeDocument/2006/relationships/slideLayout" Target="../slideLayouts/slideLayout51.xml"/></Relationships>
</file>

<file path=ppt/slideMasters/_rels/slideMaster3.xml.rels><?xml version="1.0" encoding="UTF-8" standalone="yes"?><Relationships xmlns="http://schemas.openxmlformats.org/package/2006/relationships"><Relationship Id="rId20" Type="http://schemas.openxmlformats.org/officeDocument/2006/relationships/slideLayout" Target="../slideLayouts/slideLayout86.xml"/><Relationship Id="rId22" Type="http://schemas.openxmlformats.org/officeDocument/2006/relationships/slideLayout" Target="../slideLayouts/slideLayout88.xml"/><Relationship Id="rId21" Type="http://schemas.openxmlformats.org/officeDocument/2006/relationships/slideLayout" Target="../slideLayouts/slideLayout87.xml"/><Relationship Id="rId24" Type="http://schemas.openxmlformats.org/officeDocument/2006/relationships/slideLayout" Target="../slideLayouts/slideLayout90.xml"/><Relationship Id="rId23" Type="http://schemas.openxmlformats.org/officeDocument/2006/relationships/slideLayout" Target="../slideLayouts/slideLayout89.xml"/><Relationship Id="rId1" Type="http://schemas.openxmlformats.org/officeDocument/2006/relationships/slideLayout" Target="../slideLayouts/slideLayout67.xml"/><Relationship Id="rId2" Type="http://schemas.openxmlformats.org/officeDocument/2006/relationships/slideLayout" Target="../slideLayouts/slideLayout68.xml"/><Relationship Id="rId3" Type="http://schemas.openxmlformats.org/officeDocument/2006/relationships/slideLayout" Target="../slideLayouts/slideLayout69.xml"/><Relationship Id="rId4" Type="http://schemas.openxmlformats.org/officeDocument/2006/relationships/slideLayout" Target="../slideLayouts/slideLayout70.xml"/><Relationship Id="rId9" Type="http://schemas.openxmlformats.org/officeDocument/2006/relationships/slideLayout" Target="../slideLayouts/slideLayout75.xml"/><Relationship Id="rId26" Type="http://schemas.openxmlformats.org/officeDocument/2006/relationships/slideLayout" Target="../slideLayouts/slideLayout92.xml"/><Relationship Id="rId25" Type="http://schemas.openxmlformats.org/officeDocument/2006/relationships/slideLayout" Target="../slideLayouts/slideLayout91.xml"/><Relationship Id="rId28" Type="http://schemas.openxmlformats.org/officeDocument/2006/relationships/slideLayout" Target="../slideLayouts/slideLayout94.xml"/><Relationship Id="rId27" Type="http://schemas.openxmlformats.org/officeDocument/2006/relationships/slideLayout" Target="../slideLayouts/slideLayout93.xml"/><Relationship Id="rId5" Type="http://schemas.openxmlformats.org/officeDocument/2006/relationships/slideLayout" Target="../slideLayouts/slideLayout71.xml"/><Relationship Id="rId6" Type="http://schemas.openxmlformats.org/officeDocument/2006/relationships/slideLayout" Target="../slideLayouts/slideLayout72.xml"/><Relationship Id="rId29" Type="http://schemas.openxmlformats.org/officeDocument/2006/relationships/slideLayout" Target="../slideLayouts/slideLayout95.xml"/><Relationship Id="rId7" Type="http://schemas.openxmlformats.org/officeDocument/2006/relationships/slideLayout" Target="../slideLayouts/slideLayout73.xml"/><Relationship Id="rId8" Type="http://schemas.openxmlformats.org/officeDocument/2006/relationships/slideLayout" Target="../slideLayouts/slideLayout74.xml"/><Relationship Id="rId31" Type="http://schemas.openxmlformats.org/officeDocument/2006/relationships/slideLayout" Target="../slideLayouts/slideLayout97.xml"/><Relationship Id="rId30" Type="http://schemas.openxmlformats.org/officeDocument/2006/relationships/slideLayout" Target="../slideLayouts/slideLayout96.xml"/><Relationship Id="rId11" Type="http://schemas.openxmlformats.org/officeDocument/2006/relationships/slideLayout" Target="../slideLayouts/slideLayout77.xml"/><Relationship Id="rId33" Type="http://schemas.openxmlformats.org/officeDocument/2006/relationships/slideLayout" Target="../slideLayouts/slideLayout99.xml"/><Relationship Id="rId10" Type="http://schemas.openxmlformats.org/officeDocument/2006/relationships/slideLayout" Target="../slideLayouts/slideLayout76.xml"/><Relationship Id="rId32" Type="http://schemas.openxmlformats.org/officeDocument/2006/relationships/slideLayout" Target="../slideLayouts/slideLayout98.xml"/><Relationship Id="rId13" Type="http://schemas.openxmlformats.org/officeDocument/2006/relationships/slideLayout" Target="../slideLayouts/slideLayout79.xml"/><Relationship Id="rId12" Type="http://schemas.openxmlformats.org/officeDocument/2006/relationships/slideLayout" Target="../slideLayouts/slideLayout78.xml"/><Relationship Id="rId34" Type="http://schemas.openxmlformats.org/officeDocument/2006/relationships/theme" Target="../theme/theme5.xml"/><Relationship Id="rId15" Type="http://schemas.openxmlformats.org/officeDocument/2006/relationships/slideLayout" Target="../slideLayouts/slideLayout81.xml"/><Relationship Id="rId14" Type="http://schemas.openxmlformats.org/officeDocument/2006/relationships/slideLayout" Target="../slideLayouts/slideLayout80.xml"/><Relationship Id="rId17" Type="http://schemas.openxmlformats.org/officeDocument/2006/relationships/slideLayout" Target="../slideLayouts/slideLayout83.xml"/><Relationship Id="rId16" Type="http://schemas.openxmlformats.org/officeDocument/2006/relationships/slideLayout" Target="../slideLayouts/slideLayout82.xml"/><Relationship Id="rId19" Type="http://schemas.openxmlformats.org/officeDocument/2006/relationships/slideLayout" Target="../slideLayouts/slideLayout85.xml"/><Relationship Id="rId18" Type="http://schemas.openxmlformats.org/officeDocument/2006/relationships/slideLayout" Target="../slideLayouts/slideLayout84.xml"/></Relationships>
</file>

<file path=ppt/slideMasters/_rels/slideMaster4.xml.rels><?xml version="1.0" encoding="UTF-8" standalone="yes"?><Relationships xmlns="http://schemas.openxmlformats.org/package/2006/relationships"><Relationship Id="rId20" Type="http://schemas.openxmlformats.org/officeDocument/2006/relationships/slideLayout" Target="../slideLayouts/slideLayout119.xml"/><Relationship Id="rId22" Type="http://schemas.openxmlformats.org/officeDocument/2006/relationships/slideLayout" Target="../slideLayouts/slideLayout121.xml"/><Relationship Id="rId21" Type="http://schemas.openxmlformats.org/officeDocument/2006/relationships/slideLayout" Target="../slideLayouts/slideLayout120.xml"/><Relationship Id="rId24" Type="http://schemas.openxmlformats.org/officeDocument/2006/relationships/slideLayout" Target="../slideLayouts/slideLayout123.xml"/><Relationship Id="rId23" Type="http://schemas.openxmlformats.org/officeDocument/2006/relationships/slideLayout" Target="../slideLayouts/slideLayout122.xml"/><Relationship Id="rId1" Type="http://schemas.openxmlformats.org/officeDocument/2006/relationships/slideLayout" Target="../slideLayouts/slideLayout100.xml"/><Relationship Id="rId2" Type="http://schemas.openxmlformats.org/officeDocument/2006/relationships/slideLayout" Target="../slideLayouts/slideLayout101.xml"/><Relationship Id="rId3" Type="http://schemas.openxmlformats.org/officeDocument/2006/relationships/slideLayout" Target="../slideLayouts/slideLayout102.xml"/><Relationship Id="rId4" Type="http://schemas.openxmlformats.org/officeDocument/2006/relationships/slideLayout" Target="../slideLayouts/slideLayout103.xml"/><Relationship Id="rId9" Type="http://schemas.openxmlformats.org/officeDocument/2006/relationships/slideLayout" Target="../slideLayouts/slideLayout108.xml"/><Relationship Id="rId26" Type="http://schemas.openxmlformats.org/officeDocument/2006/relationships/slideLayout" Target="../slideLayouts/slideLayout125.xml"/><Relationship Id="rId25" Type="http://schemas.openxmlformats.org/officeDocument/2006/relationships/slideLayout" Target="../slideLayouts/slideLayout124.xml"/><Relationship Id="rId28" Type="http://schemas.openxmlformats.org/officeDocument/2006/relationships/slideLayout" Target="../slideLayouts/slideLayout127.xml"/><Relationship Id="rId27" Type="http://schemas.openxmlformats.org/officeDocument/2006/relationships/slideLayout" Target="../slideLayouts/slideLayout126.xml"/><Relationship Id="rId5" Type="http://schemas.openxmlformats.org/officeDocument/2006/relationships/slideLayout" Target="../slideLayouts/slideLayout104.xml"/><Relationship Id="rId6" Type="http://schemas.openxmlformats.org/officeDocument/2006/relationships/slideLayout" Target="../slideLayouts/slideLayout105.xml"/><Relationship Id="rId29" Type="http://schemas.openxmlformats.org/officeDocument/2006/relationships/slideLayout" Target="../slideLayouts/slideLayout128.xml"/><Relationship Id="rId7" Type="http://schemas.openxmlformats.org/officeDocument/2006/relationships/slideLayout" Target="../slideLayouts/slideLayout106.xml"/><Relationship Id="rId8" Type="http://schemas.openxmlformats.org/officeDocument/2006/relationships/slideLayout" Target="../slideLayouts/slideLayout107.xml"/><Relationship Id="rId31" Type="http://schemas.openxmlformats.org/officeDocument/2006/relationships/slideLayout" Target="../slideLayouts/slideLayout130.xml"/><Relationship Id="rId30" Type="http://schemas.openxmlformats.org/officeDocument/2006/relationships/slideLayout" Target="../slideLayouts/slideLayout129.xml"/><Relationship Id="rId11" Type="http://schemas.openxmlformats.org/officeDocument/2006/relationships/slideLayout" Target="../slideLayouts/slideLayout110.xml"/><Relationship Id="rId33" Type="http://schemas.openxmlformats.org/officeDocument/2006/relationships/slideLayout" Target="../slideLayouts/slideLayout132.xml"/><Relationship Id="rId10" Type="http://schemas.openxmlformats.org/officeDocument/2006/relationships/slideLayout" Target="../slideLayouts/slideLayout109.xml"/><Relationship Id="rId32" Type="http://schemas.openxmlformats.org/officeDocument/2006/relationships/slideLayout" Target="../slideLayouts/slideLayout131.xml"/><Relationship Id="rId13" Type="http://schemas.openxmlformats.org/officeDocument/2006/relationships/slideLayout" Target="../slideLayouts/slideLayout112.xml"/><Relationship Id="rId12" Type="http://schemas.openxmlformats.org/officeDocument/2006/relationships/slideLayout" Target="../slideLayouts/slideLayout111.xml"/><Relationship Id="rId34" Type="http://schemas.openxmlformats.org/officeDocument/2006/relationships/theme" Target="../theme/theme4.xml"/><Relationship Id="rId15" Type="http://schemas.openxmlformats.org/officeDocument/2006/relationships/slideLayout" Target="../slideLayouts/slideLayout114.xml"/><Relationship Id="rId14" Type="http://schemas.openxmlformats.org/officeDocument/2006/relationships/slideLayout" Target="../slideLayouts/slideLayout113.xml"/><Relationship Id="rId17" Type="http://schemas.openxmlformats.org/officeDocument/2006/relationships/slideLayout" Target="../slideLayouts/slideLayout116.xml"/><Relationship Id="rId16" Type="http://schemas.openxmlformats.org/officeDocument/2006/relationships/slideLayout" Target="../slideLayouts/slideLayout115.xml"/><Relationship Id="rId19" Type="http://schemas.openxmlformats.org/officeDocument/2006/relationships/slideLayout" Target="../slideLayouts/slideLayout118.xml"/><Relationship Id="rId18" Type="http://schemas.openxmlformats.org/officeDocument/2006/relationships/slideLayout" Target="../slideLayouts/slideLayout117.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Coiny"/>
              <a:buNone/>
              <a:defRPr sz="3000">
                <a:solidFill>
                  <a:schemeClr val="dk1"/>
                </a:solidFill>
                <a:latin typeface="Coiny"/>
                <a:ea typeface="Coiny"/>
                <a:cs typeface="Coiny"/>
                <a:sym typeface="Coiny"/>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1pPr>
            <a:lvl2pPr indent="-317500" lvl="1" marL="9144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2pPr>
            <a:lvl3pPr indent="-317500" lvl="2" marL="13716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3pPr>
            <a:lvl4pPr indent="-317500" lvl="3" marL="18288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4pPr>
            <a:lvl5pPr indent="-317500" lvl="4" marL="22860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5pPr>
            <a:lvl6pPr indent="-317500" lvl="5" marL="27432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6pPr>
            <a:lvl7pPr indent="-317500" lvl="6" marL="32004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7pPr>
            <a:lvl8pPr indent="-317500" lvl="7" marL="36576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8pPr>
            <a:lvl9pPr indent="-317500" lvl="8" marL="41148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2718" name="Shape 2718"/>
        <p:cNvGrpSpPr/>
        <p:nvPr/>
      </p:nvGrpSpPr>
      <p:grpSpPr>
        <a:xfrm>
          <a:off x="0" y="0"/>
          <a:ext cx="0" cy="0"/>
          <a:chOff x="0" y="0"/>
          <a:chExt cx="0" cy="0"/>
        </a:xfrm>
      </p:grpSpPr>
      <p:sp>
        <p:nvSpPr>
          <p:cNvPr id="2719" name="Google Shape;2719;p35"/>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Coiny"/>
              <a:buNone/>
              <a:defRPr sz="3000">
                <a:solidFill>
                  <a:schemeClr val="dk1"/>
                </a:solidFill>
                <a:latin typeface="Coiny"/>
                <a:ea typeface="Coiny"/>
                <a:cs typeface="Coiny"/>
                <a:sym typeface="Coiny"/>
              </a:defRPr>
            </a:lvl1pPr>
            <a:lvl2pPr lvl="1">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2720" name="Google Shape;2720;p35"/>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1pPr>
            <a:lvl2pPr indent="-317500" lvl="1" marL="9144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2pPr>
            <a:lvl3pPr indent="-317500" lvl="2" marL="13716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3pPr>
            <a:lvl4pPr indent="-317500" lvl="3" marL="18288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4pPr>
            <a:lvl5pPr indent="-317500" lvl="4" marL="22860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5pPr>
            <a:lvl6pPr indent="-317500" lvl="5" marL="27432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6pPr>
            <a:lvl7pPr indent="-317500" lvl="6" marL="32004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7pPr>
            <a:lvl8pPr indent="-317500" lvl="7" marL="36576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8pPr>
            <a:lvl9pPr indent="-317500" lvl="8" marL="41148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9pPr>
          </a:lstStyle>
          <a:p/>
        </p:txBody>
      </p:sp>
    </p:spTree>
  </p:cSld>
  <p:clrMap accent1="accent1" accent2="accent2" accent3="accent3" accent4="accent4" accent5="accent5" accent6="accent6" bg1="lt1" bg2="dk2" tx1="dk1" tx2="lt2" folHlink="folHlink" hlink="hlink"/>
  <p:sldLayoutIdLst>
    <p:sldLayoutId id="2147483681" r:id="rId1"/>
    <p:sldLayoutId id="2147483682" r:id="rId2"/>
    <p:sldLayoutId id="2147483683" r:id="rId3"/>
    <p:sldLayoutId id="2147483684" r:id="rId4"/>
    <p:sldLayoutId id="2147483685" r:id="rId5"/>
    <p:sldLayoutId id="2147483686" r:id="rId6"/>
    <p:sldLayoutId id="2147483687" r:id="rId7"/>
    <p:sldLayoutId id="2147483688" r:id="rId8"/>
    <p:sldLayoutId id="2147483689" r:id="rId9"/>
    <p:sldLayoutId id="2147483690" r:id="rId10"/>
    <p:sldLayoutId id="2147483691" r:id="rId11"/>
    <p:sldLayoutId id="2147483692" r:id="rId12"/>
    <p:sldLayoutId id="2147483693" r:id="rId13"/>
    <p:sldLayoutId id="2147483694" r:id="rId14"/>
    <p:sldLayoutId id="2147483695" r:id="rId15"/>
    <p:sldLayoutId id="2147483696" r:id="rId16"/>
    <p:sldLayoutId id="2147483697" r:id="rId17"/>
    <p:sldLayoutId id="2147483698" r:id="rId18"/>
    <p:sldLayoutId id="2147483699" r:id="rId19"/>
    <p:sldLayoutId id="2147483700" r:id="rId20"/>
    <p:sldLayoutId id="2147483701" r:id="rId21"/>
    <p:sldLayoutId id="2147483702" r:id="rId22"/>
    <p:sldLayoutId id="2147483703" r:id="rId23"/>
    <p:sldLayoutId id="2147483704" r:id="rId24"/>
    <p:sldLayoutId id="2147483705" r:id="rId25"/>
    <p:sldLayoutId id="2147483706" r:id="rId26"/>
    <p:sldLayoutId id="2147483707" r:id="rId27"/>
    <p:sldLayoutId id="2147483708" r:id="rId28"/>
    <p:sldLayoutId id="2147483709" r:id="rId29"/>
    <p:sldLayoutId id="2147483710" r:id="rId30"/>
    <p:sldLayoutId id="2147483711" r:id="rId31"/>
    <p:sldLayoutId id="2147483712" r:id="rId32"/>
    <p:sldLayoutId id="2147483713" r:id="rId33"/>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431" name="Shape 5431"/>
        <p:cNvGrpSpPr/>
        <p:nvPr/>
      </p:nvGrpSpPr>
      <p:grpSpPr>
        <a:xfrm>
          <a:off x="0" y="0"/>
          <a:ext cx="0" cy="0"/>
          <a:chOff x="0" y="0"/>
          <a:chExt cx="0" cy="0"/>
        </a:xfrm>
      </p:grpSpPr>
      <p:sp>
        <p:nvSpPr>
          <p:cNvPr id="5432" name="Google Shape;5432;p69"/>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Coiny"/>
              <a:buNone/>
              <a:defRPr sz="3000">
                <a:solidFill>
                  <a:schemeClr val="dk1"/>
                </a:solidFill>
                <a:latin typeface="Coiny"/>
                <a:ea typeface="Coiny"/>
                <a:cs typeface="Coiny"/>
                <a:sym typeface="Coiny"/>
              </a:defRPr>
            </a:lvl1pPr>
            <a:lvl2pPr lvl="1">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5433" name="Google Shape;5433;p69"/>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1pPr>
            <a:lvl2pPr indent="-317500" lvl="1" marL="9144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2pPr>
            <a:lvl3pPr indent="-317500" lvl="2" marL="13716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3pPr>
            <a:lvl4pPr indent="-317500" lvl="3" marL="18288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4pPr>
            <a:lvl5pPr indent="-317500" lvl="4" marL="22860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5pPr>
            <a:lvl6pPr indent="-317500" lvl="5" marL="27432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6pPr>
            <a:lvl7pPr indent="-317500" lvl="6" marL="32004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7pPr>
            <a:lvl8pPr indent="-317500" lvl="7" marL="36576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8pPr>
            <a:lvl9pPr indent="-317500" lvl="8" marL="41148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9pPr>
          </a:lstStyle>
          <a:p/>
        </p:txBody>
      </p:sp>
    </p:spTree>
  </p:cSld>
  <p:clrMap accent1="accent1" accent2="accent2" accent3="accent3" accent4="accent4" accent5="accent5" accent6="accent6" bg1="lt1" bg2="dk2" tx1="dk1" tx2="lt2" folHlink="folHlink" hlink="hlink"/>
  <p:sldLayoutIdLst>
    <p:sldLayoutId id="2147483714" r:id="rId1"/>
    <p:sldLayoutId id="2147483715" r:id="rId2"/>
    <p:sldLayoutId id="2147483716" r:id="rId3"/>
    <p:sldLayoutId id="2147483717" r:id="rId4"/>
    <p:sldLayoutId id="2147483718" r:id="rId5"/>
    <p:sldLayoutId id="2147483719" r:id="rId6"/>
    <p:sldLayoutId id="2147483720" r:id="rId7"/>
    <p:sldLayoutId id="2147483721" r:id="rId8"/>
    <p:sldLayoutId id="2147483722" r:id="rId9"/>
    <p:sldLayoutId id="2147483723" r:id="rId10"/>
    <p:sldLayoutId id="2147483724" r:id="rId11"/>
    <p:sldLayoutId id="2147483725" r:id="rId12"/>
    <p:sldLayoutId id="2147483726" r:id="rId13"/>
    <p:sldLayoutId id="2147483727" r:id="rId14"/>
    <p:sldLayoutId id="2147483728" r:id="rId15"/>
    <p:sldLayoutId id="2147483729" r:id="rId16"/>
    <p:sldLayoutId id="2147483730" r:id="rId17"/>
    <p:sldLayoutId id="2147483731" r:id="rId18"/>
    <p:sldLayoutId id="2147483732" r:id="rId19"/>
    <p:sldLayoutId id="2147483733" r:id="rId20"/>
    <p:sldLayoutId id="2147483734" r:id="rId21"/>
    <p:sldLayoutId id="2147483735" r:id="rId22"/>
    <p:sldLayoutId id="2147483736" r:id="rId23"/>
    <p:sldLayoutId id="2147483737" r:id="rId24"/>
    <p:sldLayoutId id="2147483738" r:id="rId25"/>
    <p:sldLayoutId id="2147483739" r:id="rId26"/>
    <p:sldLayoutId id="2147483740" r:id="rId27"/>
    <p:sldLayoutId id="2147483741" r:id="rId28"/>
    <p:sldLayoutId id="2147483742" r:id="rId29"/>
    <p:sldLayoutId id="2147483743" r:id="rId30"/>
    <p:sldLayoutId id="2147483744" r:id="rId31"/>
    <p:sldLayoutId id="2147483745" r:id="rId32"/>
    <p:sldLayoutId id="2147483746" r:id="rId33"/>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8144" name="Shape 8144"/>
        <p:cNvGrpSpPr/>
        <p:nvPr/>
      </p:nvGrpSpPr>
      <p:grpSpPr>
        <a:xfrm>
          <a:off x="0" y="0"/>
          <a:ext cx="0" cy="0"/>
          <a:chOff x="0" y="0"/>
          <a:chExt cx="0" cy="0"/>
        </a:xfrm>
      </p:grpSpPr>
      <p:sp>
        <p:nvSpPr>
          <p:cNvPr id="8145" name="Google Shape;8145;p103"/>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Coiny"/>
              <a:buNone/>
              <a:defRPr sz="3000">
                <a:solidFill>
                  <a:schemeClr val="dk1"/>
                </a:solidFill>
                <a:latin typeface="Coiny"/>
                <a:ea typeface="Coiny"/>
                <a:cs typeface="Coiny"/>
                <a:sym typeface="Coiny"/>
              </a:defRPr>
            </a:lvl1pPr>
            <a:lvl2pPr lvl="1">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8146" name="Google Shape;8146;p103"/>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1pPr>
            <a:lvl2pPr indent="-317500" lvl="1" marL="9144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2pPr>
            <a:lvl3pPr indent="-317500" lvl="2" marL="13716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3pPr>
            <a:lvl4pPr indent="-317500" lvl="3" marL="18288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4pPr>
            <a:lvl5pPr indent="-317500" lvl="4" marL="22860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5pPr>
            <a:lvl6pPr indent="-317500" lvl="5" marL="27432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6pPr>
            <a:lvl7pPr indent="-317500" lvl="6" marL="32004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7pPr>
            <a:lvl8pPr indent="-317500" lvl="7" marL="36576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8pPr>
            <a:lvl9pPr indent="-317500" lvl="8" marL="41148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9pPr>
          </a:lstStyle>
          <a:p/>
        </p:txBody>
      </p:sp>
    </p:spTree>
  </p:cSld>
  <p:clrMap accent1="accent1" accent2="accent2" accent3="accent3" accent4="accent4" accent5="accent5" accent6="accent6" bg1="lt1" bg2="dk2" tx1="dk1" tx2="lt2" folHlink="folHlink" hlink="hlink"/>
  <p:sldLayoutIdLst>
    <p:sldLayoutId id="2147483747" r:id="rId1"/>
    <p:sldLayoutId id="2147483748" r:id="rId2"/>
    <p:sldLayoutId id="2147483749" r:id="rId3"/>
    <p:sldLayoutId id="2147483750" r:id="rId4"/>
    <p:sldLayoutId id="2147483751" r:id="rId5"/>
    <p:sldLayoutId id="2147483752" r:id="rId6"/>
    <p:sldLayoutId id="2147483753" r:id="rId7"/>
    <p:sldLayoutId id="2147483754" r:id="rId8"/>
    <p:sldLayoutId id="2147483755" r:id="rId9"/>
    <p:sldLayoutId id="2147483756" r:id="rId10"/>
    <p:sldLayoutId id="2147483757" r:id="rId11"/>
    <p:sldLayoutId id="2147483758" r:id="rId12"/>
    <p:sldLayoutId id="2147483759" r:id="rId13"/>
    <p:sldLayoutId id="2147483760" r:id="rId14"/>
    <p:sldLayoutId id="2147483761" r:id="rId15"/>
    <p:sldLayoutId id="2147483762" r:id="rId16"/>
    <p:sldLayoutId id="2147483763" r:id="rId17"/>
    <p:sldLayoutId id="2147483764" r:id="rId18"/>
    <p:sldLayoutId id="2147483765" r:id="rId19"/>
    <p:sldLayoutId id="2147483766" r:id="rId20"/>
    <p:sldLayoutId id="2147483767" r:id="rId21"/>
    <p:sldLayoutId id="2147483768" r:id="rId22"/>
    <p:sldLayoutId id="2147483769" r:id="rId23"/>
    <p:sldLayoutId id="2147483770" r:id="rId24"/>
    <p:sldLayoutId id="2147483771" r:id="rId25"/>
    <p:sldLayoutId id="2147483772" r:id="rId26"/>
    <p:sldLayoutId id="2147483773" r:id="rId27"/>
    <p:sldLayoutId id="2147483774" r:id="rId28"/>
    <p:sldLayoutId id="2147483775" r:id="rId29"/>
    <p:sldLayoutId id="2147483776" r:id="rId30"/>
    <p:sldLayoutId id="2147483777" r:id="rId31"/>
    <p:sldLayoutId id="2147483778" r:id="rId32"/>
    <p:sldLayoutId id="2147483779" r:id="rId33"/>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3.xml"/><Relationship Id="rId3" Type="http://schemas.openxmlformats.org/officeDocument/2006/relationships/image" Target="../media/image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4.xml"/><Relationship Id="rId3" Type="http://schemas.openxmlformats.org/officeDocument/2006/relationships/image" Target="../media/image5.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5.xml"/><Relationship Id="rId3" Type="http://schemas.openxmlformats.org/officeDocument/2006/relationships/image" Target="../media/image2.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6.xml"/><Relationship Id="rId3" Type="http://schemas.openxmlformats.org/officeDocument/2006/relationships/image" Target="../media/image3.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1.xml"/><Relationship Id="rId2" Type="http://schemas.openxmlformats.org/officeDocument/2006/relationships/notesSlide" Target="../notesSlides/notesSlide7.xml"/><Relationship Id="rId3" Type="http://schemas.openxmlformats.org/officeDocument/2006/relationships/image" Target="../media/image4.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3.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30.xml"/><Relationship Id="rId2" Type="http://schemas.openxmlformats.org/officeDocument/2006/relationships/notesSlide" Target="../notesSlides/notesSlide9.xml"/><Relationship Id="rId3" Type="http://schemas.openxmlformats.org/officeDocument/2006/relationships/hyperlink" Target="https://www.kaggle.com/datasets/salvatorerastelli/spotify-and-youtube" TargetMode="Externa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0" name="Shape 10860"/>
        <p:cNvGrpSpPr/>
        <p:nvPr/>
      </p:nvGrpSpPr>
      <p:grpSpPr>
        <a:xfrm>
          <a:off x="0" y="0"/>
          <a:ext cx="0" cy="0"/>
          <a:chOff x="0" y="0"/>
          <a:chExt cx="0" cy="0"/>
        </a:xfrm>
      </p:grpSpPr>
      <p:sp>
        <p:nvSpPr>
          <p:cNvPr id="10861" name="Google Shape;10861;p137"/>
          <p:cNvSpPr txBox="1"/>
          <p:nvPr>
            <p:ph type="ctrTitle"/>
          </p:nvPr>
        </p:nvSpPr>
        <p:spPr>
          <a:xfrm rot="-162610">
            <a:off x="1786656" y="1469469"/>
            <a:ext cx="5570631" cy="1896622"/>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600"/>
              <a:t>Music Streaming: Track Length, Tempo, and Popularity</a:t>
            </a:r>
            <a:endParaRPr sz="3600"/>
          </a:p>
        </p:txBody>
      </p:sp>
      <p:sp>
        <p:nvSpPr>
          <p:cNvPr id="10862" name="Google Shape;10862;p137"/>
          <p:cNvSpPr txBox="1"/>
          <p:nvPr>
            <p:ph idx="1" type="subTitle"/>
          </p:nvPr>
        </p:nvSpPr>
        <p:spPr>
          <a:xfrm>
            <a:off x="3374400" y="3672500"/>
            <a:ext cx="2395200" cy="64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Presentation by Cameron Carter &amp; Cleo Kleinfelter</a:t>
            </a:r>
            <a:endParaRPr/>
          </a:p>
        </p:txBody>
      </p:sp>
      <p:grpSp>
        <p:nvGrpSpPr>
          <p:cNvPr id="10863" name="Google Shape;10863;p137"/>
          <p:cNvGrpSpPr/>
          <p:nvPr/>
        </p:nvGrpSpPr>
        <p:grpSpPr>
          <a:xfrm>
            <a:off x="8048642" y="3856766"/>
            <a:ext cx="215033" cy="215222"/>
            <a:chOff x="5062659" y="967188"/>
            <a:chExt cx="109716" cy="109813"/>
          </a:xfrm>
        </p:grpSpPr>
        <p:sp>
          <p:nvSpPr>
            <p:cNvPr id="10864" name="Google Shape;10864;p137"/>
            <p:cNvSpPr/>
            <p:nvPr/>
          </p:nvSpPr>
          <p:spPr>
            <a:xfrm>
              <a:off x="5062659" y="967188"/>
              <a:ext cx="108400" cy="108375"/>
            </a:xfrm>
            <a:custGeom>
              <a:rect b="b" l="l" r="r" t="t"/>
              <a:pathLst>
                <a:path extrusionOk="0" h="4335" w="4336">
                  <a:moveTo>
                    <a:pt x="2168" y="0"/>
                  </a:moveTo>
                  <a:cubicBezTo>
                    <a:pt x="971" y="0"/>
                    <a:pt x="1" y="970"/>
                    <a:pt x="1" y="2167"/>
                  </a:cubicBezTo>
                  <a:cubicBezTo>
                    <a:pt x="1" y="3364"/>
                    <a:pt x="971" y="4334"/>
                    <a:pt x="2168" y="4334"/>
                  </a:cubicBezTo>
                  <a:cubicBezTo>
                    <a:pt x="3365" y="4334"/>
                    <a:pt x="4335" y="3364"/>
                    <a:pt x="4335" y="2167"/>
                  </a:cubicBezTo>
                  <a:cubicBezTo>
                    <a:pt x="4335" y="970"/>
                    <a:pt x="3365" y="0"/>
                    <a:pt x="2168" y="0"/>
                  </a:cubicBezTo>
                  <a:close/>
                </a:path>
              </a:pathLst>
            </a:custGeom>
            <a:solidFill>
              <a:srgbClr val="FFFFFF"/>
            </a:solidFill>
            <a:ln cap="flat" cmpd="sng" w="76200">
              <a:solidFill>
                <a:srgbClr val="FFFFFF"/>
              </a:solidFill>
              <a:prstDash val="solid"/>
              <a:round/>
              <a:headEnd len="sm" w="sm" type="none"/>
              <a:tailEnd len="sm" w="sm" type="none"/>
            </a:ln>
            <a:effectLst>
              <a:outerShdw blurRad="42863" rotWithShape="0" algn="bl" dir="2400000" dist="9525">
                <a:srgbClr val="020001">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137"/>
            <p:cNvSpPr/>
            <p:nvPr/>
          </p:nvSpPr>
          <p:spPr>
            <a:xfrm>
              <a:off x="5064000" y="968600"/>
              <a:ext cx="108375" cy="108400"/>
            </a:xfrm>
            <a:custGeom>
              <a:rect b="b" l="l" r="r" t="t"/>
              <a:pathLst>
                <a:path extrusionOk="0" h="4336" w="4335">
                  <a:moveTo>
                    <a:pt x="2167" y="1"/>
                  </a:moveTo>
                  <a:cubicBezTo>
                    <a:pt x="970" y="1"/>
                    <a:pt x="0" y="971"/>
                    <a:pt x="0" y="2168"/>
                  </a:cubicBezTo>
                  <a:cubicBezTo>
                    <a:pt x="0" y="3365"/>
                    <a:pt x="970" y="4335"/>
                    <a:pt x="2167" y="4335"/>
                  </a:cubicBezTo>
                  <a:cubicBezTo>
                    <a:pt x="3364" y="4335"/>
                    <a:pt x="4334" y="3365"/>
                    <a:pt x="4334" y="2168"/>
                  </a:cubicBezTo>
                  <a:cubicBezTo>
                    <a:pt x="4334" y="971"/>
                    <a:pt x="3364" y="1"/>
                    <a:pt x="2167"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137"/>
            <p:cNvSpPr/>
            <p:nvPr/>
          </p:nvSpPr>
          <p:spPr>
            <a:xfrm>
              <a:off x="5064000" y="968600"/>
              <a:ext cx="54200" cy="108400"/>
            </a:xfrm>
            <a:custGeom>
              <a:rect b="b" l="l" r="r" t="t"/>
              <a:pathLst>
                <a:path extrusionOk="0" h="4336" w="2168">
                  <a:moveTo>
                    <a:pt x="2167" y="1"/>
                  </a:moveTo>
                  <a:cubicBezTo>
                    <a:pt x="970" y="1"/>
                    <a:pt x="0" y="971"/>
                    <a:pt x="0" y="2168"/>
                  </a:cubicBezTo>
                  <a:cubicBezTo>
                    <a:pt x="0" y="3365"/>
                    <a:pt x="970" y="4335"/>
                    <a:pt x="2167" y="4335"/>
                  </a:cubicBezTo>
                  <a:lnTo>
                    <a:pt x="2167" y="1"/>
                  </a:lnTo>
                  <a:close/>
                </a:path>
              </a:pathLst>
            </a:custGeom>
            <a:solidFill>
              <a:srgbClr val="917A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137"/>
          <p:cNvGrpSpPr/>
          <p:nvPr/>
        </p:nvGrpSpPr>
        <p:grpSpPr>
          <a:xfrm rot="-708909">
            <a:off x="7166566" y="3979329"/>
            <a:ext cx="597549" cy="597688"/>
            <a:chOff x="5038846" y="235350"/>
            <a:chExt cx="158691" cy="158738"/>
          </a:xfrm>
        </p:grpSpPr>
        <p:sp>
          <p:nvSpPr>
            <p:cNvPr id="10868" name="Google Shape;10868;p137"/>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rgbClr val="020001"/>
            </a:solidFill>
            <a:ln cap="flat" cmpd="sng" w="76200">
              <a:solidFill>
                <a:srgbClr val="FFFFFF"/>
              </a:solidFill>
              <a:prstDash val="solid"/>
              <a:round/>
              <a:headEnd len="sm" w="sm" type="none"/>
              <a:tailEnd len="sm" w="sm" type="none"/>
            </a:ln>
            <a:effectLst>
              <a:outerShdw blurRad="42863" rotWithShape="0" algn="bl" dir="2400000" dist="9525">
                <a:srgbClr val="020001">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137"/>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137"/>
          <p:cNvGrpSpPr/>
          <p:nvPr/>
        </p:nvGrpSpPr>
        <p:grpSpPr>
          <a:xfrm rot="931549">
            <a:off x="7102792" y="162730"/>
            <a:ext cx="1863140" cy="1584393"/>
            <a:chOff x="2880571" y="194363"/>
            <a:chExt cx="650041" cy="552788"/>
          </a:xfrm>
        </p:grpSpPr>
        <p:sp>
          <p:nvSpPr>
            <p:cNvPr id="10871" name="Google Shape;10871;p137"/>
            <p:cNvSpPr/>
            <p:nvPr/>
          </p:nvSpPr>
          <p:spPr>
            <a:xfrm>
              <a:off x="2880571" y="194363"/>
              <a:ext cx="648725" cy="551800"/>
            </a:xfrm>
            <a:custGeom>
              <a:rect b="b" l="l" r="r" t="t"/>
              <a:pathLst>
                <a:path extrusionOk="0" h="22072" w="25949">
                  <a:moveTo>
                    <a:pt x="14372" y="1"/>
                  </a:moveTo>
                  <a:cubicBezTo>
                    <a:pt x="11516" y="1"/>
                    <a:pt x="8653" y="1093"/>
                    <a:pt x="6502" y="3555"/>
                  </a:cubicBezTo>
                  <a:cubicBezTo>
                    <a:pt x="0" y="10327"/>
                    <a:pt x="5289" y="22072"/>
                    <a:pt x="14402" y="22072"/>
                  </a:cubicBezTo>
                  <a:cubicBezTo>
                    <a:pt x="14703" y="22072"/>
                    <a:pt x="15008" y="22059"/>
                    <a:pt x="15316" y="22033"/>
                  </a:cubicBezTo>
                  <a:cubicBezTo>
                    <a:pt x="20809" y="21806"/>
                    <a:pt x="25536" y="17001"/>
                    <a:pt x="25684" y="11509"/>
                  </a:cubicBezTo>
                  <a:cubicBezTo>
                    <a:pt x="25855" y="11340"/>
                    <a:pt x="25949" y="11241"/>
                    <a:pt x="25949" y="11241"/>
                  </a:cubicBezTo>
                  <a:cubicBezTo>
                    <a:pt x="25949" y="11241"/>
                    <a:pt x="25860" y="11147"/>
                    <a:pt x="25696" y="10985"/>
                  </a:cubicBezTo>
                  <a:cubicBezTo>
                    <a:pt x="25831" y="4414"/>
                    <a:pt x="20114" y="1"/>
                    <a:pt x="14372" y="1"/>
                  </a:cubicBezTo>
                  <a:close/>
                </a:path>
              </a:pathLst>
            </a:custGeom>
            <a:solidFill>
              <a:srgbClr val="FD926E"/>
            </a:solidFill>
            <a:ln cap="flat" cmpd="sng" w="76200">
              <a:solidFill>
                <a:srgbClr val="FFFFFF"/>
              </a:solidFill>
              <a:prstDash val="solid"/>
              <a:round/>
              <a:headEnd len="sm" w="sm" type="none"/>
              <a:tailEnd len="sm" w="sm" type="none"/>
            </a:ln>
            <a:effectLst>
              <a:outerShdw blurRad="42863" rotWithShape="0" algn="bl" dir="2400000" dist="9525">
                <a:srgbClr val="020001">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137"/>
            <p:cNvSpPr/>
            <p:nvPr/>
          </p:nvSpPr>
          <p:spPr>
            <a:xfrm>
              <a:off x="2972013" y="194875"/>
              <a:ext cx="552275" cy="552275"/>
            </a:xfrm>
            <a:custGeom>
              <a:rect b="b" l="l" r="r" t="t"/>
              <a:pathLst>
                <a:path extrusionOk="0" h="22091" w="22091">
                  <a:moveTo>
                    <a:pt x="11046" y="1"/>
                  </a:moveTo>
                  <a:cubicBezTo>
                    <a:pt x="8116" y="1"/>
                    <a:pt x="5307" y="1165"/>
                    <a:pt x="3236" y="3236"/>
                  </a:cubicBezTo>
                  <a:cubicBezTo>
                    <a:pt x="1165" y="5307"/>
                    <a:pt x="1" y="8116"/>
                    <a:pt x="1" y="11045"/>
                  </a:cubicBezTo>
                  <a:cubicBezTo>
                    <a:pt x="1" y="13975"/>
                    <a:pt x="1165" y="16784"/>
                    <a:pt x="3236" y="18855"/>
                  </a:cubicBezTo>
                  <a:cubicBezTo>
                    <a:pt x="5307" y="20926"/>
                    <a:pt x="8116" y="22090"/>
                    <a:pt x="11046" y="22090"/>
                  </a:cubicBezTo>
                  <a:cubicBezTo>
                    <a:pt x="13975" y="22090"/>
                    <a:pt x="16784" y="20926"/>
                    <a:pt x="18856" y="18855"/>
                  </a:cubicBezTo>
                  <a:cubicBezTo>
                    <a:pt x="20928" y="16784"/>
                    <a:pt x="22091" y="13975"/>
                    <a:pt x="22091" y="11045"/>
                  </a:cubicBezTo>
                  <a:cubicBezTo>
                    <a:pt x="22091" y="8116"/>
                    <a:pt x="20928" y="5307"/>
                    <a:pt x="18856" y="3236"/>
                  </a:cubicBezTo>
                  <a:cubicBezTo>
                    <a:pt x="16784" y="1165"/>
                    <a:pt x="13975" y="1"/>
                    <a:pt x="11046" y="1"/>
                  </a:cubicBezTo>
                  <a:close/>
                </a:path>
              </a:pathLst>
            </a:custGeom>
            <a:solidFill>
              <a:srgbClr val="FFAD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137"/>
            <p:cNvSpPr/>
            <p:nvPr/>
          </p:nvSpPr>
          <p:spPr>
            <a:xfrm>
              <a:off x="2985188" y="342975"/>
              <a:ext cx="281225" cy="129125"/>
            </a:xfrm>
            <a:custGeom>
              <a:rect b="b" l="l" r="r" t="t"/>
              <a:pathLst>
                <a:path extrusionOk="0" h="5165" w="11249">
                  <a:moveTo>
                    <a:pt x="730" y="0"/>
                  </a:moveTo>
                  <a:cubicBezTo>
                    <a:pt x="437" y="553"/>
                    <a:pt x="191" y="1138"/>
                    <a:pt x="0" y="1743"/>
                  </a:cubicBezTo>
                  <a:cubicBezTo>
                    <a:pt x="2739" y="3889"/>
                    <a:pt x="6187" y="5164"/>
                    <a:pt x="9935" y="5164"/>
                  </a:cubicBezTo>
                  <a:cubicBezTo>
                    <a:pt x="9999" y="5164"/>
                    <a:pt x="10061" y="5164"/>
                    <a:pt x="10126" y="5161"/>
                  </a:cubicBezTo>
                  <a:lnTo>
                    <a:pt x="10179" y="5161"/>
                  </a:lnTo>
                  <a:cubicBezTo>
                    <a:pt x="10243" y="5161"/>
                    <a:pt x="10312" y="5159"/>
                    <a:pt x="10379" y="5159"/>
                  </a:cubicBezTo>
                  <a:cubicBezTo>
                    <a:pt x="10385" y="5156"/>
                    <a:pt x="10394" y="5156"/>
                    <a:pt x="10403" y="5156"/>
                  </a:cubicBezTo>
                  <a:lnTo>
                    <a:pt x="10464" y="5156"/>
                  </a:lnTo>
                  <a:cubicBezTo>
                    <a:pt x="10472" y="5154"/>
                    <a:pt x="10478" y="5154"/>
                    <a:pt x="10487" y="5154"/>
                  </a:cubicBezTo>
                  <a:lnTo>
                    <a:pt x="10540" y="5154"/>
                  </a:lnTo>
                  <a:cubicBezTo>
                    <a:pt x="10542" y="5152"/>
                    <a:pt x="10543" y="5152"/>
                    <a:pt x="10545" y="5152"/>
                  </a:cubicBezTo>
                  <a:cubicBezTo>
                    <a:pt x="10547" y="5152"/>
                    <a:pt x="10549" y="5152"/>
                    <a:pt x="10552" y="5154"/>
                  </a:cubicBezTo>
                  <a:cubicBezTo>
                    <a:pt x="10559" y="5151"/>
                    <a:pt x="10568" y="5151"/>
                    <a:pt x="10577" y="5151"/>
                  </a:cubicBezTo>
                  <a:lnTo>
                    <a:pt x="10604" y="5151"/>
                  </a:lnTo>
                  <a:cubicBezTo>
                    <a:pt x="10604" y="5150"/>
                    <a:pt x="10605" y="5149"/>
                    <a:pt x="10606" y="5149"/>
                  </a:cubicBezTo>
                  <a:cubicBezTo>
                    <a:pt x="10608" y="5149"/>
                    <a:pt x="10609" y="5150"/>
                    <a:pt x="10611" y="5151"/>
                  </a:cubicBezTo>
                  <a:cubicBezTo>
                    <a:pt x="10616" y="5149"/>
                    <a:pt x="10622" y="5149"/>
                    <a:pt x="10629" y="5149"/>
                  </a:cubicBezTo>
                  <a:lnTo>
                    <a:pt x="10644" y="5149"/>
                  </a:lnTo>
                  <a:cubicBezTo>
                    <a:pt x="10660" y="5149"/>
                    <a:pt x="10675" y="5146"/>
                    <a:pt x="10694" y="5146"/>
                  </a:cubicBezTo>
                  <a:lnTo>
                    <a:pt x="10702" y="5146"/>
                  </a:lnTo>
                  <a:cubicBezTo>
                    <a:pt x="10882" y="5135"/>
                    <a:pt x="11067" y="5124"/>
                    <a:pt x="11249" y="5109"/>
                  </a:cubicBezTo>
                  <a:cubicBezTo>
                    <a:pt x="11148" y="5099"/>
                    <a:pt x="11042" y="5091"/>
                    <a:pt x="10939" y="5071"/>
                  </a:cubicBezTo>
                  <a:cubicBezTo>
                    <a:pt x="10914" y="5071"/>
                    <a:pt x="10894" y="5067"/>
                    <a:pt x="10872" y="5065"/>
                  </a:cubicBezTo>
                  <a:cubicBezTo>
                    <a:pt x="10808" y="5062"/>
                    <a:pt x="10747" y="5053"/>
                    <a:pt x="10685" y="5047"/>
                  </a:cubicBezTo>
                  <a:lnTo>
                    <a:pt x="10682" y="5047"/>
                  </a:lnTo>
                  <a:cubicBezTo>
                    <a:pt x="10661" y="5045"/>
                    <a:pt x="10640" y="5040"/>
                    <a:pt x="10618" y="5037"/>
                  </a:cubicBezTo>
                  <a:cubicBezTo>
                    <a:pt x="10609" y="5037"/>
                    <a:pt x="10603" y="5037"/>
                    <a:pt x="10597" y="5035"/>
                  </a:cubicBezTo>
                  <a:lnTo>
                    <a:pt x="10581" y="5035"/>
                  </a:lnTo>
                  <a:cubicBezTo>
                    <a:pt x="10572" y="5035"/>
                    <a:pt x="10566" y="5032"/>
                    <a:pt x="10558" y="5032"/>
                  </a:cubicBezTo>
                  <a:lnTo>
                    <a:pt x="10546" y="5032"/>
                  </a:lnTo>
                  <a:cubicBezTo>
                    <a:pt x="10541" y="5030"/>
                    <a:pt x="10535" y="5030"/>
                    <a:pt x="10528" y="5030"/>
                  </a:cubicBezTo>
                  <a:cubicBezTo>
                    <a:pt x="10519" y="5027"/>
                    <a:pt x="10510" y="5027"/>
                    <a:pt x="10501" y="5027"/>
                  </a:cubicBezTo>
                  <a:lnTo>
                    <a:pt x="10499" y="5027"/>
                  </a:lnTo>
                  <a:cubicBezTo>
                    <a:pt x="10492" y="5025"/>
                    <a:pt x="10485" y="5025"/>
                    <a:pt x="10483" y="5025"/>
                  </a:cubicBezTo>
                  <a:lnTo>
                    <a:pt x="10477" y="5025"/>
                  </a:lnTo>
                  <a:cubicBezTo>
                    <a:pt x="10464" y="5021"/>
                    <a:pt x="10452" y="5021"/>
                    <a:pt x="10443" y="5019"/>
                  </a:cubicBezTo>
                  <a:cubicBezTo>
                    <a:pt x="10434" y="5019"/>
                    <a:pt x="10425" y="5019"/>
                    <a:pt x="10418" y="5016"/>
                  </a:cubicBezTo>
                  <a:cubicBezTo>
                    <a:pt x="10406" y="5016"/>
                    <a:pt x="10396" y="5014"/>
                    <a:pt x="10387" y="5014"/>
                  </a:cubicBezTo>
                  <a:cubicBezTo>
                    <a:pt x="10381" y="5014"/>
                    <a:pt x="10377" y="5011"/>
                    <a:pt x="10375" y="5011"/>
                  </a:cubicBezTo>
                  <a:cubicBezTo>
                    <a:pt x="10319" y="5004"/>
                    <a:pt x="10263" y="4995"/>
                    <a:pt x="10209" y="4986"/>
                  </a:cubicBezTo>
                  <a:lnTo>
                    <a:pt x="10190" y="4986"/>
                  </a:lnTo>
                  <a:cubicBezTo>
                    <a:pt x="6474" y="4439"/>
                    <a:pt x="3170" y="2628"/>
                    <a:pt x="730" y="0"/>
                  </a:cubicBezTo>
                  <a:close/>
                </a:path>
              </a:pathLst>
            </a:custGeom>
            <a:solidFill>
              <a:srgbClr val="FD9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137"/>
            <p:cNvSpPr/>
            <p:nvPr/>
          </p:nvSpPr>
          <p:spPr>
            <a:xfrm>
              <a:off x="3229863" y="470125"/>
              <a:ext cx="281325" cy="128825"/>
            </a:xfrm>
            <a:custGeom>
              <a:rect b="b" l="l" r="r" t="t"/>
              <a:pathLst>
                <a:path extrusionOk="0" h="5153" w="11253">
                  <a:moveTo>
                    <a:pt x="1352" y="1"/>
                  </a:moveTo>
                  <a:cubicBezTo>
                    <a:pt x="1338" y="1"/>
                    <a:pt x="1325" y="1"/>
                    <a:pt x="1311" y="1"/>
                  </a:cubicBezTo>
                  <a:lnTo>
                    <a:pt x="1151" y="1"/>
                  </a:lnTo>
                  <a:cubicBezTo>
                    <a:pt x="1124" y="1"/>
                    <a:pt x="1095" y="3"/>
                    <a:pt x="1069" y="3"/>
                  </a:cubicBezTo>
                  <a:cubicBezTo>
                    <a:pt x="1003" y="3"/>
                    <a:pt x="939" y="6"/>
                    <a:pt x="871" y="6"/>
                  </a:cubicBezTo>
                  <a:cubicBezTo>
                    <a:pt x="862" y="6"/>
                    <a:pt x="853" y="6"/>
                    <a:pt x="845" y="8"/>
                  </a:cubicBezTo>
                  <a:lnTo>
                    <a:pt x="786" y="8"/>
                  </a:lnTo>
                  <a:cubicBezTo>
                    <a:pt x="780" y="8"/>
                    <a:pt x="770" y="8"/>
                    <a:pt x="762" y="11"/>
                  </a:cubicBezTo>
                  <a:cubicBezTo>
                    <a:pt x="761" y="10"/>
                    <a:pt x="760" y="10"/>
                    <a:pt x="758" y="10"/>
                  </a:cubicBezTo>
                  <a:cubicBezTo>
                    <a:pt x="755" y="10"/>
                    <a:pt x="751" y="11"/>
                    <a:pt x="747" y="11"/>
                  </a:cubicBezTo>
                  <a:cubicBezTo>
                    <a:pt x="745" y="12"/>
                    <a:pt x="744" y="12"/>
                    <a:pt x="743" y="12"/>
                  </a:cubicBezTo>
                  <a:cubicBezTo>
                    <a:pt x="741" y="12"/>
                    <a:pt x="739" y="11"/>
                    <a:pt x="739" y="11"/>
                  </a:cubicBezTo>
                  <a:lnTo>
                    <a:pt x="697" y="11"/>
                  </a:lnTo>
                  <a:cubicBezTo>
                    <a:pt x="691" y="11"/>
                    <a:pt x="682" y="11"/>
                    <a:pt x="672" y="13"/>
                  </a:cubicBezTo>
                  <a:lnTo>
                    <a:pt x="639" y="13"/>
                  </a:lnTo>
                  <a:cubicBezTo>
                    <a:pt x="634" y="13"/>
                    <a:pt x="628" y="13"/>
                    <a:pt x="621" y="16"/>
                  </a:cubicBezTo>
                  <a:cubicBezTo>
                    <a:pt x="621" y="16"/>
                    <a:pt x="619" y="15"/>
                    <a:pt x="618" y="15"/>
                  </a:cubicBezTo>
                  <a:cubicBezTo>
                    <a:pt x="617" y="15"/>
                    <a:pt x="616" y="15"/>
                    <a:pt x="615" y="16"/>
                  </a:cubicBezTo>
                  <a:cubicBezTo>
                    <a:pt x="597" y="16"/>
                    <a:pt x="578" y="16"/>
                    <a:pt x="557" y="18"/>
                  </a:cubicBezTo>
                  <a:lnTo>
                    <a:pt x="554" y="18"/>
                  </a:lnTo>
                  <a:cubicBezTo>
                    <a:pt x="370" y="25"/>
                    <a:pt x="185" y="37"/>
                    <a:pt x="0" y="52"/>
                  </a:cubicBezTo>
                  <a:cubicBezTo>
                    <a:pt x="114" y="61"/>
                    <a:pt x="228" y="70"/>
                    <a:pt x="339" y="83"/>
                  </a:cubicBezTo>
                  <a:cubicBezTo>
                    <a:pt x="354" y="87"/>
                    <a:pt x="368" y="87"/>
                    <a:pt x="381" y="90"/>
                  </a:cubicBezTo>
                  <a:cubicBezTo>
                    <a:pt x="443" y="95"/>
                    <a:pt x="504" y="101"/>
                    <a:pt x="566" y="107"/>
                  </a:cubicBezTo>
                  <a:lnTo>
                    <a:pt x="568" y="110"/>
                  </a:lnTo>
                  <a:cubicBezTo>
                    <a:pt x="590" y="110"/>
                    <a:pt x="610" y="114"/>
                    <a:pt x="633" y="116"/>
                  </a:cubicBezTo>
                  <a:cubicBezTo>
                    <a:pt x="639" y="116"/>
                    <a:pt x="649" y="116"/>
                    <a:pt x="655" y="120"/>
                  </a:cubicBezTo>
                  <a:lnTo>
                    <a:pt x="667" y="120"/>
                  </a:lnTo>
                  <a:cubicBezTo>
                    <a:pt x="674" y="120"/>
                    <a:pt x="683" y="122"/>
                    <a:pt x="692" y="122"/>
                  </a:cubicBezTo>
                  <a:lnTo>
                    <a:pt x="701" y="122"/>
                  </a:lnTo>
                  <a:cubicBezTo>
                    <a:pt x="707" y="125"/>
                    <a:pt x="714" y="125"/>
                    <a:pt x="723" y="125"/>
                  </a:cubicBezTo>
                  <a:cubicBezTo>
                    <a:pt x="729" y="127"/>
                    <a:pt x="738" y="127"/>
                    <a:pt x="748" y="127"/>
                  </a:cubicBezTo>
                  <a:lnTo>
                    <a:pt x="754" y="127"/>
                  </a:lnTo>
                  <a:cubicBezTo>
                    <a:pt x="758" y="130"/>
                    <a:pt x="760" y="130"/>
                    <a:pt x="767" y="130"/>
                  </a:cubicBezTo>
                  <a:lnTo>
                    <a:pt x="776" y="130"/>
                  </a:lnTo>
                  <a:cubicBezTo>
                    <a:pt x="785" y="133"/>
                    <a:pt x="796" y="133"/>
                    <a:pt x="810" y="136"/>
                  </a:cubicBezTo>
                  <a:cubicBezTo>
                    <a:pt x="816" y="136"/>
                    <a:pt x="822" y="136"/>
                    <a:pt x="831" y="139"/>
                  </a:cubicBezTo>
                  <a:cubicBezTo>
                    <a:pt x="841" y="139"/>
                    <a:pt x="852" y="141"/>
                    <a:pt x="865" y="141"/>
                  </a:cubicBezTo>
                  <a:cubicBezTo>
                    <a:pt x="867" y="144"/>
                    <a:pt x="871" y="144"/>
                    <a:pt x="874" y="144"/>
                  </a:cubicBezTo>
                  <a:cubicBezTo>
                    <a:pt x="929" y="151"/>
                    <a:pt x="987" y="160"/>
                    <a:pt x="1043" y="168"/>
                  </a:cubicBezTo>
                  <a:cubicBezTo>
                    <a:pt x="1049" y="168"/>
                    <a:pt x="1058" y="168"/>
                    <a:pt x="1064" y="171"/>
                  </a:cubicBezTo>
                  <a:cubicBezTo>
                    <a:pt x="4782" y="718"/>
                    <a:pt x="8085" y="2531"/>
                    <a:pt x="10523" y="5153"/>
                  </a:cubicBezTo>
                  <a:cubicBezTo>
                    <a:pt x="10812" y="4599"/>
                    <a:pt x="11058" y="4017"/>
                    <a:pt x="11252" y="3413"/>
                  </a:cubicBezTo>
                  <a:cubicBezTo>
                    <a:pt x="8519" y="1275"/>
                    <a:pt x="5086" y="1"/>
                    <a:pt x="1352" y="1"/>
                  </a:cubicBezTo>
                  <a:close/>
                </a:path>
              </a:pathLst>
            </a:custGeom>
            <a:solidFill>
              <a:srgbClr val="FD9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137"/>
            <p:cNvSpPr/>
            <p:nvPr/>
          </p:nvSpPr>
          <p:spPr>
            <a:xfrm>
              <a:off x="3247238" y="208025"/>
              <a:ext cx="128900" cy="281250"/>
            </a:xfrm>
            <a:custGeom>
              <a:rect b="b" l="l" r="r" t="t"/>
              <a:pathLst>
                <a:path extrusionOk="0" h="11250" w="5156">
                  <a:moveTo>
                    <a:pt x="3421" y="1"/>
                  </a:moveTo>
                  <a:cubicBezTo>
                    <a:pt x="1276" y="2742"/>
                    <a:pt x="0" y="6191"/>
                    <a:pt x="0" y="9938"/>
                  </a:cubicBezTo>
                  <a:cubicBezTo>
                    <a:pt x="0" y="10002"/>
                    <a:pt x="0" y="10064"/>
                    <a:pt x="2" y="10129"/>
                  </a:cubicBezTo>
                  <a:lnTo>
                    <a:pt x="2" y="10180"/>
                  </a:lnTo>
                  <a:cubicBezTo>
                    <a:pt x="2" y="10244"/>
                    <a:pt x="5" y="10309"/>
                    <a:pt x="5" y="10377"/>
                  </a:cubicBezTo>
                  <a:cubicBezTo>
                    <a:pt x="7" y="10386"/>
                    <a:pt x="7" y="10394"/>
                    <a:pt x="7" y="10403"/>
                  </a:cubicBezTo>
                  <a:lnTo>
                    <a:pt x="7" y="10419"/>
                  </a:lnTo>
                  <a:lnTo>
                    <a:pt x="7" y="10425"/>
                  </a:lnTo>
                  <a:lnTo>
                    <a:pt x="7" y="10463"/>
                  </a:lnTo>
                  <a:cubicBezTo>
                    <a:pt x="10" y="10469"/>
                    <a:pt x="10" y="10479"/>
                    <a:pt x="10" y="10487"/>
                  </a:cubicBezTo>
                  <a:lnTo>
                    <a:pt x="10" y="10536"/>
                  </a:lnTo>
                  <a:cubicBezTo>
                    <a:pt x="12" y="10539"/>
                    <a:pt x="12" y="10546"/>
                    <a:pt x="10" y="10552"/>
                  </a:cubicBezTo>
                  <a:cubicBezTo>
                    <a:pt x="12" y="10558"/>
                    <a:pt x="12" y="10567"/>
                    <a:pt x="12" y="10577"/>
                  </a:cubicBezTo>
                  <a:lnTo>
                    <a:pt x="12" y="10600"/>
                  </a:lnTo>
                  <a:lnTo>
                    <a:pt x="12" y="10608"/>
                  </a:lnTo>
                  <a:cubicBezTo>
                    <a:pt x="15" y="10614"/>
                    <a:pt x="15" y="10620"/>
                    <a:pt x="15" y="10629"/>
                  </a:cubicBezTo>
                  <a:lnTo>
                    <a:pt x="15" y="10642"/>
                  </a:lnTo>
                  <a:cubicBezTo>
                    <a:pt x="15" y="10657"/>
                    <a:pt x="18" y="10677"/>
                    <a:pt x="18" y="10695"/>
                  </a:cubicBezTo>
                  <a:lnTo>
                    <a:pt x="18" y="10697"/>
                  </a:lnTo>
                  <a:lnTo>
                    <a:pt x="18" y="10701"/>
                  </a:lnTo>
                  <a:cubicBezTo>
                    <a:pt x="28" y="10883"/>
                    <a:pt x="39" y="11065"/>
                    <a:pt x="55" y="11250"/>
                  </a:cubicBezTo>
                  <a:cubicBezTo>
                    <a:pt x="64" y="11145"/>
                    <a:pt x="73" y="11044"/>
                    <a:pt x="86" y="10943"/>
                  </a:cubicBezTo>
                  <a:cubicBezTo>
                    <a:pt x="86" y="10918"/>
                    <a:pt x="90" y="10898"/>
                    <a:pt x="93" y="10876"/>
                  </a:cubicBezTo>
                  <a:cubicBezTo>
                    <a:pt x="95" y="10811"/>
                    <a:pt x="104" y="10750"/>
                    <a:pt x="110" y="10688"/>
                  </a:cubicBezTo>
                  <a:lnTo>
                    <a:pt x="110" y="10686"/>
                  </a:lnTo>
                  <a:cubicBezTo>
                    <a:pt x="114" y="10665"/>
                    <a:pt x="117" y="10641"/>
                    <a:pt x="120" y="10619"/>
                  </a:cubicBezTo>
                  <a:cubicBezTo>
                    <a:pt x="120" y="10613"/>
                    <a:pt x="120" y="10604"/>
                    <a:pt x="122" y="10597"/>
                  </a:cubicBezTo>
                  <a:lnTo>
                    <a:pt x="122" y="10590"/>
                  </a:lnTo>
                  <a:lnTo>
                    <a:pt x="122" y="10584"/>
                  </a:lnTo>
                  <a:cubicBezTo>
                    <a:pt x="122" y="10578"/>
                    <a:pt x="125" y="10568"/>
                    <a:pt x="125" y="10559"/>
                  </a:cubicBezTo>
                  <a:lnTo>
                    <a:pt x="125" y="10551"/>
                  </a:lnTo>
                  <a:cubicBezTo>
                    <a:pt x="127" y="10544"/>
                    <a:pt x="127" y="10538"/>
                    <a:pt x="127" y="10528"/>
                  </a:cubicBezTo>
                  <a:cubicBezTo>
                    <a:pt x="130" y="10522"/>
                    <a:pt x="130" y="10513"/>
                    <a:pt x="130" y="10504"/>
                  </a:cubicBezTo>
                  <a:lnTo>
                    <a:pt x="130" y="10501"/>
                  </a:lnTo>
                  <a:cubicBezTo>
                    <a:pt x="132" y="10499"/>
                    <a:pt x="132" y="10492"/>
                    <a:pt x="132" y="10486"/>
                  </a:cubicBezTo>
                  <a:lnTo>
                    <a:pt x="132" y="10477"/>
                  </a:lnTo>
                  <a:cubicBezTo>
                    <a:pt x="136" y="10468"/>
                    <a:pt x="136" y="10456"/>
                    <a:pt x="139" y="10444"/>
                  </a:cubicBezTo>
                  <a:cubicBezTo>
                    <a:pt x="139" y="10438"/>
                    <a:pt x="139" y="10432"/>
                    <a:pt x="141" y="10425"/>
                  </a:cubicBezTo>
                  <a:cubicBezTo>
                    <a:pt x="141" y="10413"/>
                    <a:pt x="144" y="10401"/>
                    <a:pt x="144" y="10388"/>
                  </a:cubicBezTo>
                  <a:cubicBezTo>
                    <a:pt x="144" y="10386"/>
                    <a:pt x="147" y="10382"/>
                    <a:pt x="147" y="10379"/>
                  </a:cubicBezTo>
                  <a:cubicBezTo>
                    <a:pt x="153" y="10324"/>
                    <a:pt x="162" y="10265"/>
                    <a:pt x="171" y="10210"/>
                  </a:cubicBezTo>
                  <a:cubicBezTo>
                    <a:pt x="171" y="10203"/>
                    <a:pt x="171" y="10195"/>
                    <a:pt x="173" y="10188"/>
                  </a:cubicBezTo>
                  <a:cubicBezTo>
                    <a:pt x="720" y="6471"/>
                    <a:pt x="2530" y="3168"/>
                    <a:pt x="5156" y="729"/>
                  </a:cubicBezTo>
                  <a:cubicBezTo>
                    <a:pt x="4603" y="440"/>
                    <a:pt x="4018" y="195"/>
                    <a:pt x="3421" y="1"/>
                  </a:cubicBezTo>
                  <a:close/>
                </a:path>
              </a:pathLst>
            </a:custGeom>
            <a:solidFill>
              <a:srgbClr val="FD9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137"/>
            <p:cNvSpPr/>
            <p:nvPr/>
          </p:nvSpPr>
          <p:spPr>
            <a:xfrm>
              <a:off x="3120213" y="452775"/>
              <a:ext cx="129050" cy="281225"/>
            </a:xfrm>
            <a:custGeom>
              <a:rect b="b" l="l" r="r" t="t"/>
              <a:pathLst>
                <a:path extrusionOk="0" h="11249" w="5162">
                  <a:moveTo>
                    <a:pt x="5103" y="0"/>
                  </a:moveTo>
                  <a:cubicBezTo>
                    <a:pt x="5093" y="114"/>
                    <a:pt x="5084" y="227"/>
                    <a:pt x="5072" y="339"/>
                  </a:cubicBezTo>
                  <a:cubicBezTo>
                    <a:pt x="5068" y="354"/>
                    <a:pt x="5068" y="366"/>
                    <a:pt x="5065" y="381"/>
                  </a:cubicBezTo>
                  <a:cubicBezTo>
                    <a:pt x="5059" y="443"/>
                    <a:pt x="5053" y="505"/>
                    <a:pt x="5047" y="563"/>
                  </a:cubicBezTo>
                  <a:cubicBezTo>
                    <a:pt x="5047" y="566"/>
                    <a:pt x="5044" y="566"/>
                    <a:pt x="5044" y="566"/>
                  </a:cubicBezTo>
                  <a:cubicBezTo>
                    <a:pt x="5044" y="588"/>
                    <a:pt x="5041" y="608"/>
                    <a:pt x="5038" y="630"/>
                  </a:cubicBezTo>
                  <a:cubicBezTo>
                    <a:pt x="5038" y="639"/>
                    <a:pt x="5038" y="645"/>
                    <a:pt x="5036" y="652"/>
                  </a:cubicBezTo>
                  <a:lnTo>
                    <a:pt x="5036" y="665"/>
                  </a:lnTo>
                  <a:lnTo>
                    <a:pt x="5036" y="667"/>
                  </a:lnTo>
                  <a:cubicBezTo>
                    <a:pt x="5036" y="676"/>
                    <a:pt x="5033" y="683"/>
                    <a:pt x="5033" y="690"/>
                  </a:cubicBezTo>
                  <a:lnTo>
                    <a:pt x="5033" y="702"/>
                  </a:lnTo>
                  <a:cubicBezTo>
                    <a:pt x="5030" y="707"/>
                    <a:pt x="5030" y="713"/>
                    <a:pt x="5030" y="721"/>
                  </a:cubicBezTo>
                  <a:cubicBezTo>
                    <a:pt x="5027" y="729"/>
                    <a:pt x="5027" y="738"/>
                    <a:pt x="5027" y="748"/>
                  </a:cubicBezTo>
                  <a:lnTo>
                    <a:pt x="5027" y="750"/>
                  </a:lnTo>
                  <a:cubicBezTo>
                    <a:pt x="5025" y="757"/>
                    <a:pt x="5025" y="762"/>
                    <a:pt x="5025" y="765"/>
                  </a:cubicBezTo>
                  <a:lnTo>
                    <a:pt x="5025" y="772"/>
                  </a:lnTo>
                  <a:cubicBezTo>
                    <a:pt x="5021" y="784"/>
                    <a:pt x="5021" y="796"/>
                    <a:pt x="5018" y="805"/>
                  </a:cubicBezTo>
                  <a:cubicBezTo>
                    <a:pt x="5018" y="815"/>
                    <a:pt x="5016" y="824"/>
                    <a:pt x="5016" y="830"/>
                  </a:cubicBezTo>
                  <a:cubicBezTo>
                    <a:pt x="5016" y="842"/>
                    <a:pt x="5014" y="852"/>
                    <a:pt x="5014" y="861"/>
                  </a:cubicBezTo>
                  <a:cubicBezTo>
                    <a:pt x="5014" y="867"/>
                    <a:pt x="5011" y="871"/>
                    <a:pt x="5011" y="873"/>
                  </a:cubicBezTo>
                  <a:cubicBezTo>
                    <a:pt x="5005" y="929"/>
                    <a:pt x="4995" y="985"/>
                    <a:pt x="4986" y="1041"/>
                  </a:cubicBezTo>
                  <a:lnTo>
                    <a:pt x="4986" y="1058"/>
                  </a:lnTo>
                  <a:cubicBezTo>
                    <a:pt x="4439" y="4774"/>
                    <a:pt x="2626" y="8079"/>
                    <a:pt x="1" y="10519"/>
                  </a:cubicBezTo>
                  <a:cubicBezTo>
                    <a:pt x="554" y="10813"/>
                    <a:pt x="1136" y="11057"/>
                    <a:pt x="1740" y="11248"/>
                  </a:cubicBezTo>
                  <a:cubicBezTo>
                    <a:pt x="3886" y="8509"/>
                    <a:pt x="5162" y="5061"/>
                    <a:pt x="5162" y="1314"/>
                  </a:cubicBezTo>
                  <a:lnTo>
                    <a:pt x="5162" y="1154"/>
                  </a:lnTo>
                  <a:cubicBezTo>
                    <a:pt x="5162" y="1125"/>
                    <a:pt x="5159" y="1098"/>
                    <a:pt x="5151" y="1072"/>
                  </a:cubicBezTo>
                  <a:cubicBezTo>
                    <a:pt x="5151" y="1007"/>
                    <a:pt x="5149" y="938"/>
                    <a:pt x="5149" y="871"/>
                  </a:cubicBezTo>
                  <a:cubicBezTo>
                    <a:pt x="5149" y="865"/>
                    <a:pt x="5149" y="856"/>
                    <a:pt x="5146" y="847"/>
                  </a:cubicBezTo>
                  <a:lnTo>
                    <a:pt x="5146" y="785"/>
                  </a:lnTo>
                  <a:cubicBezTo>
                    <a:pt x="5146" y="778"/>
                    <a:pt x="5146" y="772"/>
                    <a:pt x="5144" y="763"/>
                  </a:cubicBezTo>
                  <a:cubicBezTo>
                    <a:pt x="5146" y="760"/>
                    <a:pt x="5144" y="754"/>
                    <a:pt x="5144" y="748"/>
                  </a:cubicBezTo>
                  <a:lnTo>
                    <a:pt x="5144" y="741"/>
                  </a:lnTo>
                  <a:lnTo>
                    <a:pt x="5144" y="698"/>
                  </a:lnTo>
                  <a:cubicBezTo>
                    <a:pt x="5144" y="692"/>
                    <a:pt x="5144" y="686"/>
                    <a:pt x="5141" y="676"/>
                  </a:cubicBezTo>
                  <a:lnTo>
                    <a:pt x="5141" y="636"/>
                  </a:lnTo>
                  <a:cubicBezTo>
                    <a:pt x="5141" y="634"/>
                    <a:pt x="5141" y="628"/>
                    <a:pt x="5139" y="621"/>
                  </a:cubicBezTo>
                  <a:cubicBezTo>
                    <a:pt x="5141" y="619"/>
                    <a:pt x="5141" y="614"/>
                    <a:pt x="5139" y="612"/>
                  </a:cubicBezTo>
                  <a:cubicBezTo>
                    <a:pt x="5139" y="594"/>
                    <a:pt x="5139" y="574"/>
                    <a:pt x="5136" y="557"/>
                  </a:cubicBezTo>
                  <a:lnTo>
                    <a:pt x="5136" y="554"/>
                  </a:lnTo>
                  <a:cubicBezTo>
                    <a:pt x="5130" y="370"/>
                    <a:pt x="5118" y="185"/>
                    <a:pt x="5103" y="0"/>
                  </a:cubicBezTo>
                  <a:close/>
                </a:path>
              </a:pathLst>
            </a:custGeom>
            <a:solidFill>
              <a:srgbClr val="FD9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137"/>
            <p:cNvSpPr/>
            <p:nvPr/>
          </p:nvSpPr>
          <p:spPr>
            <a:xfrm>
              <a:off x="2972213" y="461625"/>
              <a:ext cx="291600" cy="71800"/>
            </a:xfrm>
            <a:custGeom>
              <a:rect b="b" l="l" r="r" t="t"/>
              <a:pathLst>
                <a:path extrusionOk="0" h="2872" w="11664">
                  <a:moveTo>
                    <a:pt x="11664" y="0"/>
                  </a:moveTo>
                  <a:lnTo>
                    <a:pt x="11664" y="0"/>
                  </a:lnTo>
                  <a:cubicBezTo>
                    <a:pt x="11574" y="43"/>
                    <a:pt x="11484" y="83"/>
                    <a:pt x="11390" y="127"/>
                  </a:cubicBezTo>
                  <a:cubicBezTo>
                    <a:pt x="11368" y="140"/>
                    <a:pt x="11344" y="152"/>
                    <a:pt x="11319" y="161"/>
                  </a:cubicBezTo>
                  <a:cubicBezTo>
                    <a:pt x="11265" y="186"/>
                    <a:pt x="11205" y="213"/>
                    <a:pt x="11148" y="235"/>
                  </a:cubicBezTo>
                  <a:cubicBezTo>
                    <a:pt x="11148" y="235"/>
                    <a:pt x="11148" y="238"/>
                    <a:pt x="11145" y="238"/>
                  </a:cubicBezTo>
                  <a:cubicBezTo>
                    <a:pt x="11126" y="246"/>
                    <a:pt x="11105" y="255"/>
                    <a:pt x="11084" y="261"/>
                  </a:cubicBezTo>
                  <a:cubicBezTo>
                    <a:pt x="11076" y="269"/>
                    <a:pt x="11068" y="271"/>
                    <a:pt x="11061" y="271"/>
                  </a:cubicBezTo>
                  <a:cubicBezTo>
                    <a:pt x="11058" y="274"/>
                    <a:pt x="11058" y="274"/>
                    <a:pt x="11055" y="274"/>
                  </a:cubicBezTo>
                  <a:cubicBezTo>
                    <a:pt x="11055" y="274"/>
                    <a:pt x="11055" y="276"/>
                    <a:pt x="11053" y="276"/>
                  </a:cubicBezTo>
                  <a:lnTo>
                    <a:pt x="11050" y="276"/>
                  </a:lnTo>
                  <a:cubicBezTo>
                    <a:pt x="11040" y="283"/>
                    <a:pt x="11028" y="286"/>
                    <a:pt x="11019" y="289"/>
                  </a:cubicBezTo>
                  <a:lnTo>
                    <a:pt x="11016" y="289"/>
                  </a:lnTo>
                  <a:cubicBezTo>
                    <a:pt x="11009" y="295"/>
                    <a:pt x="11007" y="295"/>
                    <a:pt x="11001" y="299"/>
                  </a:cubicBezTo>
                  <a:cubicBezTo>
                    <a:pt x="10994" y="301"/>
                    <a:pt x="10986" y="305"/>
                    <a:pt x="10978" y="307"/>
                  </a:cubicBezTo>
                  <a:lnTo>
                    <a:pt x="10976" y="307"/>
                  </a:lnTo>
                  <a:cubicBezTo>
                    <a:pt x="10971" y="311"/>
                    <a:pt x="10965" y="314"/>
                    <a:pt x="10958" y="314"/>
                  </a:cubicBezTo>
                  <a:lnTo>
                    <a:pt x="10958" y="316"/>
                  </a:lnTo>
                  <a:cubicBezTo>
                    <a:pt x="10945" y="322"/>
                    <a:pt x="10931" y="330"/>
                    <a:pt x="10918" y="332"/>
                  </a:cubicBezTo>
                  <a:cubicBezTo>
                    <a:pt x="10913" y="335"/>
                    <a:pt x="10906" y="338"/>
                    <a:pt x="10900" y="341"/>
                  </a:cubicBezTo>
                  <a:cubicBezTo>
                    <a:pt x="10887" y="347"/>
                    <a:pt x="10875" y="350"/>
                    <a:pt x="10863" y="356"/>
                  </a:cubicBezTo>
                  <a:lnTo>
                    <a:pt x="10860" y="356"/>
                  </a:lnTo>
                  <a:cubicBezTo>
                    <a:pt x="10805" y="381"/>
                    <a:pt x="10750" y="403"/>
                    <a:pt x="10698" y="420"/>
                  </a:cubicBezTo>
                  <a:cubicBezTo>
                    <a:pt x="10695" y="424"/>
                    <a:pt x="10691" y="428"/>
                    <a:pt x="10688" y="428"/>
                  </a:cubicBezTo>
                  <a:cubicBezTo>
                    <a:pt x="8765" y="1190"/>
                    <a:pt x="6758" y="1558"/>
                    <a:pt x="4770" y="1558"/>
                  </a:cubicBezTo>
                  <a:cubicBezTo>
                    <a:pt x="3149" y="1558"/>
                    <a:pt x="1541" y="1314"/>
                    <a:pt x="1" y="838"/>
                  </a:cubicBezTo>
                  <a:lnTo>
                    <a:pt x="1" y="838"/>
                  </a:lnTo>
                  <a:cubicBezTo>
                    <a:pt x="29" y="1477"/>
                    <a:pt x="109" y="2105"/>
                    <a:pt x="240" y="2713"/>
                  </a:cubicBezTo>
                  <a:cubicBezTo>
                    <a:pt x="986" y="2818"/>
                    <a:pt x="1740" y="2872"/>
                    <a:pt x="2497" y="2872"/>
                  </a:cubicBezTo>
                  <a:cubicBezTo>
                    <a:pt x="5236" y="2872"/>
                    <a:pt x="8013" y="2174"/>
                    <a:pt x="10555" y="706"/>
                  </a:cubicBezTo>
                  <a:cubicBezTo>
                    <a:pt x="10599" y="681"/>
                    <a:pt x="10645" y="653"/>
                    <a:pt x="10687" y="629"/>
                  </a:cubicBezTo>
                  <a:cubicBezTo>
                    <a:pt x="10714" y="613"/>
                    <a:pt x="10740" y="598"/>
                    <a:pt x="10767" y="582"/>
                  </a:cubicBezTo>
                  <a:cubicBezTo>
                    <a:pt x="10822" y="548"/>
                    <a:pt x="10880" y="515"/>
                    <a:pt x="10936" y="477"/>
                  </a:cubicBezTo>
                  <a:cubicBezTo>
                    <a:pt x="10942" y="475"/>
                    <a:pt x="10945" y="471"/>
                    <a:pt x="10951" y="469"/>
                  </a:cubicBezTo>
                  <a:cubicBezTo>
                    <a:pt x="10961" y="465"/>
                    <a:pt x="10967" y="459"/>
                    <a:pt x="10973" y="455"/>
                  </a:cubicBezTo>
                  <a:cubicBezTo>
                    <a:pt x="10980" y="453"/>
                    <a:pt x="10983" y="449"/>
                    <a:pt x="10987" y="446"/>
                  </a:cubicBezTo>
                  <a:cubicBezTo>
                    <a:pt x="10996" y="443"/>
                    <a:pt x="11002" y="436"/>
                    <a:pt x="11008" y="434"/>
                  </a:cubicBezTo>
                  <a:cubicBezTo>
                    <a:pt x="11013" y="428"/>
                    <a:pt x="11020" y="423"/>
                    <a:pt x="11027" y="420"/>
                  </a:cubicBezTo>
                  <a:cubicBezTo>
                    <a:pt x="11033" y="418"/>
                    <a:pt x="11037" y="414"/>
                    <a:pt x="11039" y="412"/>
                  </a:cubicBezTo>
                  <a:cubicBezTo>
                    <a:pt x="11042" y="412"/>
                    <a:pt x="11045" y="409"/>
                    <a:pt x="11048" y="409"/>
                  </a:cubicBezTo>
                  <a:cubicBezTo>
                    <a:pt x="11055" y="403"/>
                    <a:pt x="11061" y="399"/>
                    <a:pt x="11064" y="397"/>
                  </a:cubicBezTo>
                  <a:cubicBezTo>
                    <a:pt x="11068" y="397"/>
                    <a:pt x="11070" y="397"/>
                    <a:pt x="11070" y="394"/>
                  </a:cubicBezTo>
                  <a:cubicBezTo>
                    <a:pt x="11076" y="389"/>
                    <a:pt x="11080" y="387"/>
                    <a:pt x="11084" y="387"/>
                  </a:cubicBezTo>
                  <a:cubicBezTo>
                    <a:pt x="11092" y="381"/>
                    <a:pt x="11099" y="378"/>
                    <a:pt x="11105" y="372"/>
                  </a:cubicBezTo>
                  <a:cubicBezTo>
                    <a:pt x="11115" y="366"/>
                    <a:pt x="11123" y="363"/>
                    <a:pt x="11130" y="356"/>
                  </a:cubicBezTo>
                  <a:cubicBezTo>
                    <a:pt x="11135" y="352"/>
                    <a:pt x="11141" y="346"/>
                    <a:pt x="11148" y="343"/>
                  </a:cubicBezTo>
                  <a:cubicBezTo>
                    <a:pt x="11152" y="343"/>
                    <a:pt x="11154" y="341"/>
                    <a:pt x="11154" y="341"/>
                  </a:cubicBezTo>
                  <a:cubicBezTo>
                    <a:pt x="11172" y="330"/>
                    <a:pt x="11188" y="320"/>
                    <a:pt x="11203" y="307"/>
                  </a:cubicBezTo>
                  <a:lnTo>
                    <a:pt x="11205" y="307"/>
                  </a:lnTo>
                  <a:cubicBezTo>
                    <a:pt x="11359" y="207"/>
                    <a:pt x="11513" y="105"/>
                    <a:pt x="11664" y="0"/>
                  </a:cubicBezTo>
                  <a:close/>
                </a:path>
              </a:pathLst>
            </a:custGeom>
            <a:solidFill>
              <a:srgbClr val="FD9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137"/>
            <p:cNvSpPr/>
            <p:nvPr/>
          </p:nvSpPr>
          <p:spPr>
            <a:xfrm>
              <a:off x="3232513" y="408575"/>
              <a:ext cx="291575" cy="71875"/>
            </a:xfrm>
            <a:custGeom>
              <a:rect b="b" l="l" r="r" t="t"/>
              <a:pathLst>
                <a:path extrusionOk="0" h="2875" w="11663">
                  <a:moveTo>
                    <a:pt x="9164" y="0"/>
                  </a:moveTo>
                  <a:cubicBezTo>
                    <a:pt x="6426" y="0"/>
                    <a:pt x="3649" y="697"/>
                    <a:pt x="1106" y="2166"/>
                  </a:cubicBezTo>
                  <a:cubicBezTo>
                    <a:pt x="1062" y="2191"/>
                    <a:pt x="1022" y="2216"/>
                    <a:pt x="979" y="2243"/>
                  </a:cubicBezTo>
                  <a:cubicBezTo>
                    <a:pt x="948" y="2259"/>
                    <a:pt x="921" y="2277"/>
                    <a:pt x="890" y="2299"/>
                  </a:cubicBezTo>
                  <a:cubicBezTo>
                    <a:pt x="835" y="2328"/>
                    <a:pt x="783" y="2361"/>
                    <a:pt x="728" y="2401"/>
                  </a:cubicBezTo>
                  <a:cubicBezTo>
                    <a:pt x="727" y="2400"/>
                    <a:pt x="725" y="2400"/>
                    <a:pt x="723" y="2400"/>
                  </a:cubicBezTo>
                  <a:cubicBezTo>
                    <a:pt x="717" y="2400"/>
                    <a:pt x="711" y="2405"/>
                    <a:pt x="706" y="2410"/>
                  </a:cubicBezTo>
                  <a:cubicBezTo>
                    <a:pt x="704" y="2410"/>
                    <a:pt x="699" y="2410"/>
                    <a:pt x="697" y="2416"/>
                  </a:cubicBezTo>
                  <a:cubicBezTo>
                    <a:pt x="696" y="2416"/>
                    <a:pt x="695" y="2415"/>
                    <a:pt x="695" y="2415"/>
                  </a:cubicBezTo>
                  <a:cubicBezTo>
                    <a:pt x="693" y="2415"/>
                    <a:pt x="692" y="2418"/>
                    <a:pt x="690" y="2423"/>
                  </a:cubicBezTo>
                  <a:cubicBezTo>
                    <a:pt x="690" y="2421"/>
                    <a:pt x="689" y="2421"/>
                    <a:pt x="688" y="2421"/>
                  </a:cubicBezTo>
                  <a:cubicBezTo>
                    <a:pt x="686" y="2421"/>
                    <a:pt x="683" y="2424"/>
                    <a:pt x="682" y="2426"/>
                  </a:cubicBezTo>
                  <a:cubicBezTo>
                    <a:pt x="673" y="2428"/>
                    <a:pt x="663" y="2434"/>
                    <a:pt x="654" y="2443"/>
                  </a:cubicBezTo>
                  <a:cubicBezTo>
                    <a:pt x="649" y="2443"/>
                    <a:pt x="643" y="2449"/>
                    <a:pt x="636" y="2457"/>
                  </a:cubicBezTo>
                  <a:cubicBezTo>
                    <a:pt x="636" y="2455"/>
                    <a:pt x="635" y="2455"/>
                    <a:pt x="634" y="2455"/>
                  </a:cubicBezTo>
                  <a:cubicBezTo>
                    <a:pt x="631" y="2455"/>
                    <a:pt x="629" y="2457"/>
                    <a:pt x="627" y="2459"/>
                  </a:cubicBezTo>
                  <a:cubicBezTo>
                    <a:pt x="625" y="2459"/>
                    <a:pt x="621" y="2463"/>
                    <a:pt x="618" y="2465"/>
                  </a:cubicBezTo>
                  <a:cubicBezTo>
                    <a:pt x="613" y="2469"/>
                    <a:pt x="607" y="2472"/>
                    <a:pt x="600" y="2478"/>
                  </a:cubicBezTo>
                  <a:cubicBezTo>
                    <a:pt x="596" y="2478"/>
                    <a:pt x="594" y="2478"/>
                    <a:pt x="594" y="2480"/>
                  </a:cubicBezTo>
                  <a:cubicBezTo>
                    <a:pt x="587" y="2480"/>
                    <a:pt x="584" y="2485"/>
                    <a:pt x="581" y="2488"/>
                  </a:cubicBezTo>
                  <a:cubicBezTo>
                    <a:pt x="576" y="2491"/>
                    <a:pt x="569" y="2498"/>
                    <a:pt x="563" y="2500"/>
                  </a:cubicBezTo>
                  <a:cubicBezTo>
                    <a:pt x="554" y="2506"/>
                    <a:pt x="548" y="2509"/>
                    <a:pt x="538" y="2516"/>
                  </a:cubicBezTo>
                  <a:lnTo>
                    <a:pt x="538" y="2519"/>
                  </a:lnTo>
                  <a:lnTo>
                    <a:pt x="535" y="2519"/>
                  </a:lnTo>
                  <a:cubicBezTo>
                    <a:pt x="529" y="2521"/>
                    <a:pt x="527" y="2525"/>
                    <a:pt x="520" y="2527"/>
                  </a:cubicBezTo>
                  <a:cubicBezTo>
                    <a:pt x="518" y="2527"/>
                    <a:pt x="514" y="2531"/>
                    <a:pt x="512" y="2534"/>
                  </a:cubicBezTo>
                  <a:cubicBezTo>
                    <a:pt x="496" y="2542"/>
                    <a:pt x="481" y="2552"/>
                    <a:pt x="465" y="2567"/>
                  </a:cubicBezTo>
                  <a:cubicBezTo>
                    <a:pt x="463" y="2566"/>
                    <a:pt x="461" y="2566"/>
                    <a:pt x="460" y="2566"/>
                  </a:cubicBezTo>
                  <a:cubicBezTo>
                    <a:pt x="459" y="2566"/>
                    <a:pt x="458" y="2566"/>
                    <a:pt x="458" y="2567"/>
                  </a:cubicBezTo>
                  <a:cubicBezTo>
                    <a:pt x="302" y="2668"/>
                    <a:pt x="151" y="2769"/>
                    <a:pt x="1" y="2875"/>
                  </a:cubicBezTo>
                  <a:cubicBezTo>
                    <a:pt x="92" y="2830"/>
                    <a:pt x="184" y="2788"/>
                    <a:pt x="276" y="2748"/>
                  </a:cubicBezTo>
                  <a:cubicBezTo>
                    <a:pt x="297" y="2735"/>
                    <a:pt x="319" y="2726"/>
                    <a:pt x="343" y="2717"/>
                  </a:cubicBezTo>
                  <a:cubicBezTo>
                    <a:pt x="398" y="2690"/>
                    <a:pt x="457" y="2665"/>
                    <a:pt x="515" y="2643"/>
                  </a:cubicBezTo>
                  <a:cubicBezTo>
                    <a:pt x="515" y="2643"/>
                    <a:pt x="515" y="2640"/>
                    <a:pt x="518" y="2640"/>
                  </a:cubicBezTo>
                  <a:cubicBezTo>
                    <a:pt x="535" y="2632"/>
                    <a:pt x="554" y="2623"/>
                    <a:pt x="576" y="2617"/>
                  </a:cubicBezTo>
                  <a:cubicBezTo>
                    <a:pt x="582" y="2609"/>
                    <a:pt x="591" y="2607"/>
                    <a:pt x="597" y="2607"/>
                  </a:cubicBezTo>
                  <a:cubicBezTo>
                    <a:pt x="601" y="2604"/>
                    <a:pt x="601" y="2604"/>
                    <a:pt x="604" y="2604"/>
                  </a:cubicBezTo>
                  <a:cubicBezTo>
                    <a:pt x="607" y="2602"/>
                    <a:pt x="611" y="2602"/>
                    <a:pt x="613" y="2602"/>
                  </a:cubicBezTo>
                  <a:cubicBezTo>
                    <a:pt x="622" y="2596"/>
                    <a:pt x="635" y="2589"/>
                    <a:pt x="644" y="2589"/>
                  </a:cubicBezTo>
                  <a:lnTo>
                    <a:pt x="647" y="2587"/>
                  </a:lnTo>
                  <a:cubicBezTo>
                    <a:pt x="651" y="2583"/>
                    <a:pt x="657" y="2581"/>
                    <a:pt x="659" y="2581"/>
                  </a:cubicBezTo>
                  <a:cubicBezTo>
                    <a:pt x="666" y="2577"/>
                    <a:pt x="675" y="2573"/>
                    <a:pt x="682" y="2571"/>
                  </a:cubicBezTo>
                  <a:cubicBezTo>
                    <a:pt x="684" y="2568"/>
                    <a:pt x="688" y="2568"/>
                    <a:pt x="690" y="2568"/>
                  </a:cubicBezTo>
                  <a:cubicBezTo>
                    <a:pt x="694" y="2565"/>
                    <a:pt x="700" y="2562"/>
                    <a:pt x="704" y="2562"/>
                  </a:cubicBezTo>
                  <a:lnTo>
                    <a:pt x="706" y="2562"/>
                  </a:lnTo>
                  <a:cubicBezTo>
                    <a:pt x="719" y="2556"/>
                    <a:pt x="730" y="2550"/>
                    <a:pt x="744" y="2546"/>
                  </a:cubicBezTo>
                  <a:cubicBezTo>
                    <a:pt x="752" y="2540"/>
                    <a:pt x="761" y="2536"/>
                    <a:pt x="768" y="2534"/>
                  </a:cubicBezTo>
                  <a:cubicBezTo>
                    <a:pt x="781" y="2530"/>
                    <a:pt x="790" y="2524"/>
                    <a:pt x="799" y="2521"/>
                  </a:cubicBezTo>
                  <a:cubicBezTo>
                    <a:pt x="803" y="2521"/>
                    <a:pt x="806" y="2519"/>
                    <a:pt x="806" y="2519"/>
                  </a:cubicBezTo>
                  <a:cubicBezTo>
                    <a:pt x="860" y="2496"/>
                    <a:pt x="912" y="2474"/>
                    <a:pt x="966" y="2457"/>
                  </a:cubicBezTo>
                  <a:cubicBezTo>
                    <a:pt x="972" y="2454"/>
                    <a:pt x="974" y="2449"/>
                    <a:pt x="981" y="2447"/>
                  </a:cubicBezTo>
                  <a:cubicBezTo>
                    <a:pt x="2904" y="1686"/>
                    <a:pt x="4911" y="1318"/>
                    <a:pt x="6898" y="1318"/>
                  </a:cubicBezTo>
                  <a:cubicBezTo>
                    <a:pt x="8518" y="1318"/>
                    <a:pt x="10125" y="1562"/>
                    <a:pt x="11662" y="2036"/>
                  </a:cubicBezTo>
                  <a:cubicBezTo>
                    <a:pt x="11633" y="1397"/>
                    <a:pt x="11554" y="770"/>
                    <a:pt x="11421" y="158"/>
                  </a:cubicBezTo>
                  <a:cubicBezTo>
                    <a:pt x="10675" y="53"/>
                    <a:pt x="9921" y="0"/>
                    <a:pt x="9164" y="0"/>
                  </a:cubicBezTo>
                  <a:close/>
                </a:path>
              </a:pathLst>
            </a:custGeom>
            <a:solidFill>
              <a:srgbClr val="FD9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137"/>
            <p:cNvSpPr/>
            <p:nvPr/>
          </p:nvSpPr>
          <p:spPr>
            <a:xfrm>
              <a:off x="3177613" y="195250"/>
              <a:ext cx="79900" cy="291450"/>
            </a:xfrm>
            <a:custGeom>
              <a:rect b="b" l="l" r="r" t="t"/>
              <a:pathLst>
                <a:path extrusionOk="0" h="11658" w="3196">
                  <a:moveTo>
                    <a:pt x="2358" y="1"/>
                  </a:moveTo>
                  <a:lnTo>
                    <a:pt x="2358" y="1"/>
                  </a:lnTo>
                  <a:cubicBezTo>
                    <a:pt x="1718" y="26"/>
                    <a:pt x="1095" y="105"/>
                    <a:pt x="486" y="237"/>
                  </a:cubicBezTo>
                  <a:cubicBezTo>
                    <a:pt x="1" y="3679"/>
                    <a:pt x="619" y="7306"/>
                    <a:pt x="2493" y="10552"/>
                  </a:cubicBezTo>
                  <a:cubicBezTo>
                    <a:pt x="2518" y="10595"/>
                    <a:pt x="2542" y="10638"/>
                    <a:pt x="2566" y="10678"/>
                  </a:cubicBezTo>
                  <a:cubicBezTo>
                    <a:pt x="2582" y="10707"/>
                    <a:pt x="2597" y="10734"/>
                    <a:pt x="2613" y="10759"/>
                  </a:cubicBezTo>
                  <a:cubicBezTo>
                    <a:pt x="2649" y="10816"/>
                    <a:pt x="2683" y="10874"/>
                    <a:pt x="2720" y="10930"/>
                  </a:cubicBezTo>
                  <a:cubicBezTo>
                    <a:pt x="2723" y="10936"/>
                    <a:pt x="2726" y="10942"/>
                    <a:pt x="2729" y="10945"/>
                  </a:cubicBezTo>
                  <a:cubicBezTo>
                    <a:pt x="2733" y="10955"/>
                    <a:pt x="2740" y="10961"/>
                    <a:pt x="2742" y="10967"/>
                  </a:cubicBezTo>
                  <a:lnTo>
                    <a:pt x="2742" y="10970"/>
                  </a:lnTo>
                  <a:cubicBezTo>
                    <a:pt x="2746" y="10972"/>
                    <a:pt x="2749" y="10976"/>
                    <a:pt x="2749" y="10978"/>
                  </a:cubicBezTo>
                  <a:cubicBezTo>
                    <a:pt x="2755" y="10988"/>
                    <a:pt x="2761" y="10997"/>
                    <a:pt x="2764" y="11003"/>
                  </a:cubicBezTo>
                  <a:cubicBezTo>
                    <a:pt x="2771" y="11008"/>
                    <a:pt x="2775" y="11014"/>
                    <a:pt x="2777" y="11022"/>
                  </a:cubicBezTo>
                  <a:cubicBezTo>
                    <a:pt x="2780" y="11028"/>
                    <a:pt x="2783" y="11032"/>
                    <a:pt x="2786" y="11034"/>
                  </a:cubicBezTo>
                  <a:cubicBezTo>
                    <a:pt x="2786" y="11038"/>
                    <a:pt x="2788" y="11040"/>
                    <a:pt x="2788" y="11040"/>
                  </a:cubicBezTo>
                  <a:cubicBezTo>
                    <a:pt x="2791" y="11047"/>
                    <a:pt x="2795" y="11054"/>
                    <a:pt x="2797" y="11056"/>
                  </a:cubicBezTo>
                  <a:cubicBezTo>
                    <a:pt x="2802" y="11059"/>
                    <a:pt x="2802" y="11063"/>
                    <a:pt x="2804" y="11065"/>
                  </a:cubicBezTo>
                  <a:cubicBezTo>
                    <a:pt x="2808" y="11069"/>
                    <a:pt x="2811" y="11075"/>
                    <a:pt x="2811" y="11078"/>
                  </a:cubicBezTo>
                  <a:cubicBezTo>
                    <a:pt x="2817" y="11084"/>
                    <a:pt x="2819" y="11090"/>
                    <a:pt x="2826" y="11096"/>
                  </a:cubicBezTo>
                  <a:cubicBezTo>
                    <a:pt x="2829" y="11105"/>
                    <a:pt x="2837" y="11111"/>
                    <a:pt x="2839" y="11121"/>
                  </a:cubicBezTo>
                  <a:cubicBezTo>
                    <a:pt x="2842" y="11121"/>
                    <a:pt x="2842" y="11124"/>
                    <a:pt x="2842" y="11124"/>
                  </a:cubicBezTo>
                  <a:cubicBezTo>
                    <a:pt x="2845" y="11129"/>
                    <a:pt x="2852" y="11135"/>
                    <a:pt x="2854" y="11141"/>
                  </a:cubicBezTo>
                  <a:cubicBezTo>
                    <a:pt x="2854" y="11146"/>
                    <a:pt x="2857" y="11146"/>
                    <a:pt x="2857" y="11148"/>
                  </a:cubicBezTo>
                  <a:cubicBezTo>
                    <a:pt x="2866" y="11163"/>
                    <a:pt x="2875" y="11178"/>
                    <a:pt x="2888" y="11191"/>
                  </a:cubicBezTo>
                  <a:cubicBezTo>
                    <a:pt x="2888" y="11194"/>
                    <a:pt x="2890" y="11197"/>
                    <a:pt x="2890" y="11197"/>
                  </a:cubicBezTo>
                  <a:lnTo>
                    <a:pt x="2890" y="11199"/>
                  </a:lnTo>
                  <a:cubicBezTo>
                    <a:pt x="2992" y="11356"/>
                    <a:pt x="3094" y="11507"/>
                    <a:pt x="3196" y="11657"/>
                  </a:cubicBezTo>
                  <a:cubicBezTo>
                    <a:pt x="3150" y="11561"/>
                    <a:pt x="3107" y="11466"/>
                    <a:pt x="3065" y="11368"/>
                  </a:cubicBezTo>
                  <a:cubicBezTo>
                    <a:pt x="3055" y="11350"/>
                    <a:pt x="3046" y="11332"/>
                    <a:pt x="3040" y="11311"/>
                  </a:cubicBezTo>
                  <a:cubicBezTo>
                    <a:pt x="3012" y="11255"/>
                    <a:pt x="2987" y="11199"/>
                    <a:pt x="2963" y="11141"/>
                  </a:cubicBezTo>
                  <a:lnTo>
                    <a:pt x="2963" y="11138"/>
                  </a:lnTo>
                  <a:cubicBezTo>
                    <a:pt x="2953" y="11121"/>
                    <a:pt x="2945" y="11102"/>
                    <a:pt x="2938" y="11081"/>
                  </a:cubicBezTo>
                  <a:cubicBezTo>
                    <a:pt x="2932" y="11074"/>
                    <a:pt x="2929" y="11065"/>
                    <a:pt x="2929" y="11059"/>
                  </a:cubicBezTo>
                  <a:cubicBezTo>
                    <a:pt x="2925" y="11056"/>
                    <a:pt x="2922" y="11053"/>
                    <a:pt x="2922" y="11050"/>
                  </a:cubicBezTo>
                  <a:lnTo>
                    <a:pt x="2922" y="11047"/>
                  </a:lnTo>
                  <a:cubicBezTo>
                    <a:pt x="2916" y="11038"/>
                    <a:pt x="2912" y="11025"/>
                    <a:pt x="2910" y="11017"/>
                  </a:cubicBezTo>
                  <a:lnTo>
                    <a:pt x="2910" y="11013"/>
                  </a:lnTo>
                  <a:cubicBezTo>
                    <a:pt x="2904" y="11007"/>
                    <a:pt x="2904" y="11004"/>
                    <a:pt x="2901" y="10998"/>
                  </a:cubicBezTo>
                  <a:cubicBezTo>
                    <a:pt x="2899" y="10989"/>
                    <a:pt x="2894" y="10982"/>
                    <a:pt x="2891" y="10973"/>
                  </a:cubicBezTo>
                  <a:cubicBezTo>
                    <a:pt x="2889" y="10973"/>
                    <a:pt x="2889" y="10973"/>
                    <a:pt x="2889" y="10971"/>
                  </a:cubicBezTo>
                  <a:cubicBezTo>
                    <a:pt x="2886" y="10967"/>
                    <a:pt x="2886" y="10961"/>
                    <a:pt x="2886" y="10958"/>
                  </a:cubicBezTo>
                  <a:cubicBezTo>
                    <a:pt x="2884" y="10955"/>
                    <a:pt x="2884" y="10955"/>
                    <a:pt x="2884" y="10952"/>
                  </a:cubicBezTo>
                  <a:cubicBezTo>
                    <a:pt x="2878" y="10939"/>
                    <a:pt x="2871" y="10927"/>
                    <a:pt x="2869" y="10914"/>
                  </a:cubicBezTo>
                  <a:cubicBezTo>
                    <a:pt x="2866" y="10905"/>
                    <a:pt x="2862" y="10899"/>
                    <a:pt x="2859" y="10893"/>
                  </a:cubicBezTo>
                  <a:cubicBezTo>
                    <a:pt x="2853" y="10880"/>
                    <a:pt x="2850" y="10868"/>
                    <a:pt x="2844" y="10859"/>
                  </a:cubicBezTo>
                  <a:lnTo>
                    <a:pt x="2844" y="10857"/>
                  </a:lnTo>
                  <a:cubicBezTo>
                    <a:pt x="2819" y="10801"/>
                    <a:pt x="2797" y="10746"/>
                    <a:pt x="2780" y="10694"/>
                  </a:cubicBezTo>
                  <a:cubicBezTo>
                    <a:pt x="2776" y="10691"/>
                    <a:pt x="2773" y="10687"/>
                    <a:pt x="2773" y="10684"/>
                  </a:cubicBezTo>
                  <a:cubicBezTo>
                    <a:pt x="1389" y="7194"/>
                    <a:pt x="1304" y="3424"/>
                    <a:pt x="2358" y="1"/>
                  </a:cubicBezTo>
                  <a:close/>
                </a:path>
              </a:pathLst>
            </a:custGeom>
            <a:solidFill>
              <a:srgbClr val="FD9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137"/>
            <p:cNvSpPr/>
            <p:nvPr/>
          </p:nvSpPr>
          <p:spPr>
            <a:xfrm>
              <a:off x="3238738" y="455425"/>
              <a:ext cx="80000" cy="291550"/>
            </a:xfrm>
            <a:custGeom>
              <a:rect b="b" l="l" r="r" t="t"/>
              <a:pathLst>
                <a:path extrusionOk="0" h="11662" w="3200">
                  <a:moveTo>
                    <a:pt x="0" y="1"/>
                  </a:moveTo>
                  <a:lnTo>
                    <a:pt x="0" y="1"/>
                  </a:lnTo>
                  <a:cubicBezTo>
                    <a:pt x="43" y="89"/>
                    <a:pt x="83" y="179"/>
                    <a:pt x="123" y="271"/>
                  </a:cubicBezTo>
                  <a:cubicBezTo>
                    <a:pt x="136" y="292"/>
                    <a:pt x="145" y="313"/>
                    <a:pt x="154" y="338"/>
                  </a:cubicBezTo>
                  <a:cubicBezTo>
                    <a:pt x="182" y="393"/>
                    <a:pt x="207" y="452"/>
                    <a:pt x="232" y="509"/>
                  </a:cubicBezTo>
                  <a:cubicBezTo>
                    <a:pt x="232" y="509"/>
                    <a:pt x="234" y="514"/>
                    <a:pt x="234" y="517"/>
                  </a:cubicBezTo>
                  <a:cubicBezTo>
                    <a:pt x="243" y="535"/>
                    <a:pt x="252" y="556"/>
                    <a:pt x="258" y="579"/>
                  </a:cubicBezTo>
                  <a:cubicBezTo>
                    <a:pt x="265" y="585"/>
                    <a:pt x="268" y="594"/>
                    <a:pt x="268" y="600"/>
                  </a:cubicBezTo>
                  <a:lnTo>
                    <a:pt x="270" y="602"/>
                  </a:lnTo>
                  <a:cubicBezTo>
                    <a:pt x="273" y="605"/>
                    <a:pt x="273" y="610"/>
                    <a:pt x="273" y="612"/>
                  </a:cubicBezTo>
                  <a:cubicBezTo>
                    <a:pt x="279" y="623"/>
                    <a:pt x="283" y="632"/>
                    <a:pt x="285" y="646"/>
                  </a:cubicBezTo>
                  <a:lnTo>
                    <a:pt x="288" y="646"/>
                  </a:lnTo>
                  <a:cubicBezTo>
                    <a:pt x="292" y="652"/>
                    <a:pt x="292" y="654"/>
                    <a:pt x="295" y="661"/>
                  </a:cubicBezTo>
                  <a:cubicBezTo>
                    <a:pt x="299" y="666"/>
                    <a:pt x="301" y="672"/>
                    <a:pt x="301" y="679"/>
                  </a:cubicBezTo>
                  <a:cubicBezTo>
                    <a:pt x="305" y="682"/>
                    <a:pt x="307" y="686"/>
                    <a:pt x="307" y="688"/>
                  </a:cubicBezTo>
                  <a:cubicBezTo>
                    <a:pt x="311" y="694"/>
                    <a:pt x="311" y="697"/>
                    <a:pt x="314" y="703"/>
                  </a:cubicBezTo>
                  <a:cubicBezTo>
                    <a:pt x="320" y="717"/>
                    <a:pt x="327" y="730"/>
                    <a:pt x="330" y="744"/>
                  </a:cubicBezTo>
                  <a:cubicBezTo>
                    <a:pt x="332" y="750"/>
                    <a:pt x="336" y="759"/>
                    <a:pt x="338" y="765"/>
                  </a:cubicBezTo>
                  <a:cubicBezTo>
                    <a:pt x="345" y="777"/>
                    <a:pt x="347" y="790"/>
                    <a:pt x="353" y="798"/>
                  </a:cubicBezTo>
                  <a:lnTo>
                    <a:pt x="353" y="801"/>
                  </a:lnTo>
                  <a:cubicBezTo>
                    <a:pt x="378" y="857"/>
                    <a:pt x="400" y="912"/>
                    <a:pt x="418" y="963"/>
                  </a:cubicBezTo>
                  <a:cubicBezTo>
                    <a:pt x="421" y="971"/>
                    <a:pt x="425" y="973"/>
                    <a:pt x="428" y="979"/>
                  </a:cubicBezTo>
                  <a:cubicBezTo>
                    <a:pt x="1810" y="4471"/>
                    <a:pt x="1894" y="8237"/>
                    <a:pt x="836" y="11661"/>
                  </a:cubicBezTo>
                  <a:cubicBezTo>
                    <a:pt x="1478" y="11632"/>
                    <a:pt x="2106" y="11553"/>
                    <a:pt x="2715" y="11421"/>
                  </a:cubicBezTo>
                  <a:cubicBezTo>
                    <a:pt x="3200" y="7979"/>
                    <a:pt x="2582" y="4352"/>
                    <a:pt x="709" y="1107"/>
                  </a:cubicBezTo>
                  <a:cubicBezTo>
                    <a:pt x="682" y="1058"/>
                    <a:pt x="655" y="1012"/>
                    <a:pt x="624" y="962"/>
                  </a:cubicBezTo>
                  <a:cubicBezTo>
                    <a:pt x="610" y="939"/>
                    <a:pt x="596" y="916"/>
                    <a:pt x="584" y="892"/>
                  </a:cubicBezTo>
                  <a:cubicBezTo>
                    <a:pt x="550" y="837"/>
                    <a:pt x="516" y="781"/>
                    <a:pt x="479" y="725"/>
                  </a:cubicBezTo>
                  <a:cubicBezTo>
                    <a:pt x="475" y="720"/>
                    <a:pt x="472" y="714"/>
                    <a:pt x="466" y="708"/>
                  </a:cubicBezTo>
                  <a:cubicBezTo>
                    <a:pt x="466" y="701"/>
                    <a:pt x="462" y="697"/>
                    <a:pt x="460" y="694"/>
                  </a:cubicBezTo>
                  <a:cubicBezTo>
                    <a:pt x="460" y="691"/>
                    <a:pt x="460" y="688"/>
                    <a:pt x="457" y="688"/>
                  </a:cubicBezTo>
                  <a:cubicBezTo>
                    <a:pt x="457" y="686"/>
                    <a:pt x="454" y="682"/>
                    <a:pt x="450" y="679"/>
                  </a:cubicBezTo>
                  <a:cubicBezTo>
                    <a:pt x="448" y="670"/>
                    <a:pt x="441" y="661"/>
                    <a:pt x="435" y="655"/>
                  </a:cubicBezTo>
                  <a:cubicBezTo>
                    <a:pt x="431" y="650"/>
                    <a:pt x="429" y="643"/>
                    <a:pt x="423" y="636"/>
                  </a:cubicBezTo>
                  <a:cubicBezTo>
                    <a:pt x="423" y="630"/>
                    <a:pt x="418" y="626"/>
                    <a:pt x="415" y="624"/>
                  </a:cubicBezTo>
                  <a:cubicBezTo>
                    <a:pt x="412" y="621"/>
                    <a:pt x="412" y="617"/>
                    <a:pt x="409" y="615"/>
                  </a:cubicBezTo>
                  <a:cubicBezTo>
                    <a:pt x="405" y="610"/>
                    <a:pt x="399" y="602"/>
                    <a:pt x="397" y="596"/>
                  </a:cubicBezTo>
                  <a:cubicBezTo>
                    <a:pt x="394" y="596"/>
                    <a:pt x="394" y="594"/>
                    <a:pt x="394" y="594"/>
                  </a:cubicBezTo>
                  <a:cubicBezTo>
                    <a:pt x="394" y="591"/>
                    <a:pt x="390" y="587"/>
                    <a:pt x="387" y="585"/>
                  </a:cubicBezTo>
                  <a:cubicBezTo>
                    <a:pt x="383" y="575"/>
                    <a:pt x="381" y="569"/>
                    <a:pt x="374" y="563"/>
                  </a:cubicBezTo>
                  <a:cubicBezTo>
                    <a:pt x="369" y="554"/>
                    <a:pt x="363" y="545"/>
                    <a:pt x="357" y="535"/>
                  </a:cubicBezTo>
                  <a:cubicBezTo>
                    <a:pt x="353" y="529"/>
                    <a:pt x="350" y="523"/>
                    <a:pt x="347" y="520"/>
                  </a:cubicBezTo>
                  <a:cubicBezTo>
                    <a:pt x="347" y="518"/>
                    <a:pt x="343" y="514"/>
                    <a:pt x="341" y="511"/>
                  </a:cubicBezTo>
                  <a:cubicBezTo>
                    <a:pt x="332" y="493"/>
                    <a:pt x="322" y="477"/>
                    <a:pt x="307" y="462"/>
                  </a:cubicBezTo>
                  <a:cubicBezTo>
                    <a:pt x="311" y="458"/>
                    <a:pt x="307" y="458"/>
                    <a:pt x="305" y="456"/>
                  </a:cubicBezTo>
                  <a:cubicBezTo>
                    <a:pt x="207" y="302"/>
                    <a:pt x="105" y="151"/>
                    <a:pt x="0" y="1"/>
                  </a:cubicBezTo>
                  <a:close/>
                </a:path>
              </a:pathLst>
            </a:custGeom>
            <a:solidFill>
              <a:srgbClr val="FD9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137"/>
            <p:cNvSpPr/>
            <p:nvPr/>
          </p:nvSpPr>
          <p:spPr>
            <a:xfrm>
              <a:off x="3014913" y="455025"/>
              <a:ext cx="242150" cy="201650"/>
            </a:xfrm>
            <a:custGeom>
              <a:rect b="b" l="l" r="r" t="t"/>
              <a:pathLst>
                <a:path extrusionOk="0" h="8066" w="9686">
                  <a:moveTo>
                    <a:pt x="9685" y="0"/>
                  </a:moveTo>
                  <a:lnTo>
                    <a:pt x="9685" y="0"/>
                  </a:lnTo>
                  <a:cubicBezTo>
                    <a:pt x="9626" y="86"/>
                    <a:pt x="9568" y="168"/>
                    <a:pt x="9503" y="253"/>
                  </a:cubicBezTo>
                  <a:cubicBezTo>
                    <a:pt x="9492" y="271"/>
                    <a:pt x="9478" y="290"/>
                    <a:pt x="9465" y="308"/>
                  </a:cubicBezTo>
                  <a:cubicBezTo>
                    <a:pt x="9429" y="361"/>
                    <a:pt x="9389" y="414"/>
                    <a:pt x="9352" y="466"/>
                  </a:cubicBezTo>
                  <a:cubicBezTo>
                    <a:pt x="9338" y="481"/>
                    <a:pt x="9327" y="499"/>
                    <a:pt x="9315" y="514"/>
                  </a:cubicBezTo>
                  <a:cubicBezTo>
                    <a:pt x="9307" y="523"/>
                    <a:pt x="9301" y="530"/>
                    <a:pt x="9299" y="537"/>
                  </a:cubicBezTo>
                  <a:cubicBezTo>
                    <a:pt x="9295" y="540"/>
                    <a:pt x="9295" y="543"/>
                    <a:pt x="9292" y="543"/>
                  </a:cubicBezTo>
                  <a:cubicBezTo>
                    <a:pt x="9292" y="547"/>
                    <a:pt x="9286" y="549"/>
                    <a:pt x="9286" y="549"/>
                  </a:cubicBezTo>
                  <a:cubicBezTo>
                    <a:pt x="9284" y="558"/>
                    <a:pt x="9277" y="565"/>
                    <a:pt x="9270" y="571"/>
                  </a:cubicBezTo>
                  <a:lnTo>
                    <a:pt x="9268" y="571"/>
                  </a:lnTo>
                  <a:lnTo>
                    <a:pt x="9268" y="574"/>
                  </a:lnTo>
                  <a:cubicBezTo>
                    <a:pt x="9264" y="580"/>
                    <a:pt x="9261" y="586"/>
                    <a:pt x="9255" y="589"/>
                  </a:cubicBezTo>
                  <a:cubicBezTo>
                    <a:pt x="9255" y="596"/>
                    <a:pt x="9253" y="600"/>
                    <a:pt x="9246" y="602"/>
                  </a:cubicBezTo>
                  <a:cubicBezTo>
                    <a:pt x="9246" y="609"/>
                    <a:pt x="9243" y="612"/>
                    <a:pt x="9237" y="615"/>
                  </a:cubicBezTo>
                  <a:cubicBezTo>
                    <a:pt x="9237" y="621"/>
                    <a:pt x="9234" y="626"/>
                    <a:pt x="9228" y="628"/>
                  </a:cubicBezTo>
                  <a:cubicBezTo>
                    <a:pt x="9228" y="631"/>
                    <a:pt x="9226" y="631"/>
                    <a:pt x="9226" y="631"/>
                  </a:cubicBezTo>
                  <a:cubicBezTo>
                    <a:pt x="9219" y="640"/>
                    <a:pt x="9213" y="648"/>
                    <a:pt x="9203" y="658"/>
                  </a:cubicBezTo>
                  <a:cubicBezTo>
                    <a:pt x="9201" y="667"/>
                    <a:pt x="9195" y="676"/>
                    <a:pt x="9188" y="682"/>
                  </a:cubicBezTo>
                  <a:cubicBezTo>
                    <a:pt x="9179" y="692"/>
                    <a:pt x="9172" y="700"/>
                    <a:pt x="9164" y="709"/>
                  </a:cubicBezTo>
                  <a:cubicBezTo>
                    <a:pt x="9167" y="712"/>
                    <a:pt x="9161" y="712"/>
                    <a:pt x="9161" y="712"/>
                  </a:cubicBezTo>
                  <a:cubicBezTo>
                    <a:pt x="9130" y="759"/>
                    <a:pt x="9093" y="805"/>
                    <a:pt x="9059" y="847"/>
                  </a:cubicBezTo>
                  <a:cubicBezTo>
                    <a:pt x="9056" y="854"/>
                    <a:pt x="9048" y="857"/>
                    <a:pt x="9046" y="863"/>
                  </a:cubicBezTo>
                  <a:cubicBezTo>
                    <a:pt x="6716" y="3806"/>
                    <a:pt x="3495" y="5759"/>
                    <a:pt x="1" y="6558"/>
                  </a:cubicBezTo>
                  <a:cubicBezTo>
                    <a:pt x="338" y="7093"/>
                    <a:pt x="725" y="7598"/>
                    <a:pt x="1151" y="8065"/>
                  </a:cubicBezTo>
                  <a:cubicBezTo>
                    <a:pt x="4374" y="6762"/>
                    <a:pt x="7205" y="4413"/>
                    <a:pt x="9077" y="1167"/>
                  </a:cubicBezTo>
                  <a:cubicBezTo>
                    <a:pt x="9104" y="1121"/>
                    <a:pt x="9130" y="1075"/>
                    <a:pt x="9157" y="1029"/>
                  </a:cubicBezTo>
                  <a:cubicBezTo>
                    <a:pt x="9170" y="1003"/>
                    <a:pt x="9185" y="978"/>
                    <a:pt x="9197" y="952"/>
                  </a:cubicBezTo>
                  <a:cubicBezTo>
                    <a:pt x="9231" y="896"/>
                    <a:pt x="9262" y="841"/>
                    <a:pt x="9289" y="782"/>
                  </a:cubicBezTo>
                  <a:cubicBezTo>
                    <a:pt x="9293" y="777"/>
                    <a:pt x="9295" y="771"/>
                    <a:pt x="9301" y="765"/>
                  </a:cubicBezTo>
                  <a:cubicBezTo>
                    <a:pt x="9301" y="762"/>
                    <a:pt x="9305" y="756"/>
                    <a:pt x="9308" y="749"/>
                  </a:cubicBezTo>
                  <a:cubicBezTo>
                    <a:pt x="9312" y="749"/>
                    <a:pt x="9312" y="745"/>
                    <a:pt x="9315" y="743"/>
                  </a:cubicBezTo>
                  <a:cubicBezTo>
                    <a:pt x="9315" y="740"/>
                    <a:pt x="9319" y="734"/>
                    <a:pt x="9321" y="728"/>
                  </a:cubicBezTo>
                  <a:cubicBezTo>
                    <a:pt x="9325" y="720"/>
                    <a:pt x="9327" y="714"/>
                    <a:pt x="9334" y="705"/>
                  </a:cubicBezTo>
                  <a:cubicBezTo>
                    <a:pt x="9336" y="699"/>
                    <a:pt x="9340" y="693"/>
                    <a:pt x="9343" y="683"/>
                  </a:cubicBezTo>
                  <a:cubicBezTo>
                    <a:pt x="9347" y="681"/>
                    <a:pt x="9347" y="677"/>
                    <a:pt x="9350" y="674"/>
                  </a:cubicBezTo>
                  <a:cubicBezTo>
                    <a:pt x="9353" y="671"/>
                    <a:pt x="9353" y="668"/>
                    <a:pt x="9356" y="662"/>
                  </a:cubicBezTo>
                  <a:cubicBezTo>
                    <a:pt x="9360" y="659"/>
                    <a:pt x="9360" y="655"/>
                    <a:pt x="9362" y="652"/>
                  </a:cubicBezTo>
                  <a:cubicBezTo>
                    <a:pt x="9362" y="648"/>
                    <a:pt x="9366" y="642"/>
                    <a:pt x="9368" y="640"/>
                  </a:cubicBezTo>
                  <a:cubicBezTo>
                    <a:pt x="9368" y="636"/>
                    <a:pt x="9372" y="630"/>
                    <a:pt x="9376" y="627"/>
                  </a:cubicBezTo>
                  <a:cubicBezTo>
                    <a:pt x="9379" y="620"/>
                    <a:pt x="9382" y="611"/>
                    <a:pt x="9388" y="605"/>
                  </a:cubicBezTo>
                  <a:cubicBezTo>
                    <a:pt x="9392" y="596"/>
                    <a:pt x="9398" y="586"/>
                    <a:pt x="9401" y="578"/>
                  </a:cubicBezTo>
                  <a:cubicBezTo>
                    <a:pt x="9403" y="573"/>
                    <a:pt x="9408" y="566"/>
                    <a:pt x="9410" y="559"/>
                  </a:cubicBezTo>
                  <a:cubicBezTo>
                    <a:pt x="9413" y="555"/>
                    <a:pt x="9413" y="555"/>
                    <a:pt x="9413" y="553"/>
                  </a:cubicBezTo>
                  <a:cubicBezTo>
                    <a:pt x="9422" y="538"/>
                    <a:pt x="9428" y="522"/>
                    <a:pt x="9437" y="507"/>
                  </a:cubicBezTo>
                  <a:cubicBezTo>
                    <a:pt x="9437" y="504"/>
                    <a:pt x="9440" y="501"/>
                    <a:pt x="9440" y="498"/>
                  </a:cubicBezTo>
                  <a:cubicBezTo>
                    <a:pt x="9443" y="498"/>
                    <a:pt x="9443" y="495"/>
                    <a:pt x="9443" y="495"/>
                  </a:cubicBezTo>
                  <a:cubicBezTo>
                    <a:pt x="9525" y="331"/>
                    <a:pt x="9605" y="166"/>
                    <a:pt x="9685" y="0"/>
                  </a:cubicBezTo>
                  <a:close/>
                </a:path>
              </a:pathLst>
            </a:custGeom>
            <a:solidFill>
              <a:srgbClr val="FD9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37"/>
            <p:cNvSpPr/>
            <p:nvPr/>
          </p:nvSpPr>
          <p:spPr>
            <a:xfrm>
              <a:off x="3239313" y="285400"/>
              <a:ext cx="242025" cy="201625"/>
            </a:xfrm>
            <a:custGeom>
              <a:rect b="b" l="l" r="r" t="t"/>
              <a:pathLst>
                <a:path extrusionOk="0" h="8065" w="9681">
                  <a:moveTo>
                    <a:pt x="8535" y="1"/>
                  </a:moveTo>
                  <a:cubicBezTo>
                    <a:pt x="5311" y="1303"/>
                    <a:pt x="2480" y="3653"/>
                    <a:pt x="608" y="6899"/>
                  </a:cubicBezTo>
                  <a:cubicBezTo>
                    <a:pt x="579" y="6945"/>
                    <a:pt x="555" y="6989"/>
                    <a:pt x="528" y="7036"/>
                  </a:cubicBezTo>
                  <a:cubicBezTo>
                    <a:pt x="515" y="7061"/>
                    <a:pt x="501" y="7090"/>
                    <a:pt x="488" y="7113"/>
                  </a:cubicBezTo>
                  <a:cubicBezTo>
                    <a:pt x="454" y="7172"/>
                    <a:pt x="423" y="7227"/>
                    <a:pt x="392" y="7286"/>
                  </a:cubicBezTo>
                  <a:cubicBezTo>
                    <a:pt x="388" y="7292"/>
                    <a:pt x="382" y="7301"/>
                    <a:pt x="380" y="7307"/>
                  </a:cubicBezTo>
                  <a:cubicBezTo>
                    <a:pt x="376" y="7311"/>
                    <a:pt x="376" y="7318"/>
                    <a:pt x="373" y="7320"/>
                  </a:cubicBezTo>
                  <a:cubicBezTo>
                    <a:pt x="373" y="7320"/>
                    <a:pt x="373" y="7323"/>
                    <a:pt x="371" y="7323"/>
                  </a:cubicBezTo>
                  <a:cubicBezTo>
                    <a:pt x="371" y="7329"/>
                    <a:pt x="367" y="7332"/>
                    <a:pt x="364" y="7338"/>
                  </a:cubicBezTo>
                  <a:cubicBezTo>
                    <a:pt x="357" y="7348"/>
                    <a:pt x="354" y="7354"/>
                    <a:pt x="351" y="7363"/>
                  </a:cubicBezTo>
                  <a:cubicBezTo>
                    <a:pt x="345" y="7368"/>
                    <a:pt x="342" y="7374"/>
                    <a:pt x="342" y="7381"/>
                  </a:cubicBezTo>
                  <a:cubicBezTo>
                    <a:pt x="340" y="7387"/>
                    <a:pt x="336" y="7391"/>
                    <a:pt x="334" y="7394"/>
                  </a:cubicBezTo>
                  <a:cubicBezTo>
                    <a:pt x="329" y="7400"/>
                    <a:pt x="329" y="7404"/>
                    <a:pt x="327" y="7406"/>
                  </a:cubicBezTo>
                  <a:cubicBezTo>
                    <a:pt x="323" y="7413"/>
                    <a:pt x="323" y="7417"/>
                    <a:pt x="320" y="7420"/>
                  </a:cubicBezTo>
                  <a:cubicBezTo>
                    <a:pt x="318" y="7422"/>
                    <a:pt x="318" y="7426"/>
                    <a:pt x="318" y="7428"/>
                  </a:cubicBezTo>
                  <a:cubicBezTo>
                    <a:pt x="314" y="7431"/>
                    <a:pt x="312" y="7435"/>
                    <a:pt x="312" y="7437"/>
                  </a:cubicBezTo>
                  <a:cubicBezTo>
                    <a:pt x="305" y="7447"/>
                    <a:pt x="302" y="7456"/>
                    <a:pt x="298" y="7462"/>
                  </a:cubicBezTo>
                  <a:cubicBezTo>
                    <a:pt x="292" y="7471"/>
                    <a:pt x="288" y="7480"/>
                    <a:pt x="286" y="7487"/>
                  </a:cubicBezTo>
                  <a:lnTo>
                    <a:pt x="283" y="7489"/>
                  </a:lnTo>
                  <a:cubicBezTo>
                    <a:pt x="279" y="7495"/>
                    <a:pt x="277" y="7502"/>
                    <a:pt x="277" y="7504"/>
                  </a:cubicBezTo>
                  <a:cubicBezTo>
                    <a:pt x="274" y="7511"/>
                    <a:pt x="271" y="7515"/>
                    <a:pt x="267" y="7518"/>
                  </a:cubicBezTo>
                  <a:cubicBezTo>
                    <a:pt x="262" y="7533"/>
                    <a:pt x="256" y="7545"/>
                    <a:pt x="250" y="7557"/>
                  </a:cubicBezTo>
                  <a:cubicBezTo>
                    <a:pt x="246" y="7564"/>
                    <a:pt x="243" y="7570"/>
                    <a:pt x="243" y="7573"/>
                  </a:cubicBezTo>
                  <a:cubicBezTo>
                    <a:pt x="158" y="7736"/>
                    <a:pt x="78" y="7898"/>
                    <a:pt x="0" y="8065"/>
                  </a:cubicBezTo>
                  <a:cubicBezTo>
                    <a:pt x="60" y="7979"/>
                    <a:pt x="118" y="7896"/>
                    <a:pt x="183" y="7813"/>
                  </a:cubicBezTo>
                  <a:cubicBezTo>
                    <a:pt x="191" y="7792"/>
                    <a:pt x="207" y="7773"/>
                    <a:pt x="222" y="7755"/>
                  </a:cubicBezTo>
                  <a:cubicBezTo>
                    <a:pt x="256" y="7706"/>
                    <a:pt x="292" y="7657"/>
                    <a:pt x="329" y="7608"/>
                  </a:cubicBezTo>
                  <a:lnTo>
                    <a:pt x="329" y="7606"/>
                  </a:lnTo>
                  <a:cubicBezTo>
                    <a:pt x="345" y="7586"/>
                    <a:pt x="356" y="7570"/>
                    <a:pt x="370" y="7552"/>
                  </a:cubicBezTo>
                  <a:cubicBezTo>
                    <a:pt x="372" y="7546"/>
                    <a:pt x="379" y="7544"/>
                    <a:pt x="385" y="7536"/>
                  </a:cubicBezTo>
                  <a:cubicBezTo>
                    <a:pt x="385" y="7534"/>
                    <a:pt x="385" y="7530"/>
                    <a:pt x="387" y="7528"/>
                  </a:cubicBezTo>
                  <a:lnTo>
                    <a:pt x="396" y="7519"/>
                  </a:lnTo>
                  <a:cubicBezTo>
                    <a:pt x="401" y="7514"/>
                    <a:pt x="407" y="7508"/>
                    <a:pt x="410" y="7500"/>
                  </a:cubicBezTo>
                  <a:cubicBezTo>
                    <a:pt x="413" y="7497"/>
                    <a:pt x="413" y="7494"/>
                    <a:pt x="416" y="7494"/>
                  </a:cubicBezTo>
                  <a:cubicBezTo>
                    <a:pt x="418" y="7488"/>
                    <a:pt x="422" y="7484"/>
                    <a:pt x="425" y="7482"/>
                  </a:cubicBezTo>
                  <a:cubicBezTo>
                    <a:pt x="428" y="7475"/>
                    <a:pt x="432" y="7468"/>
                    <a:pt x="438" y="7466"/>
                  </a:cubicBezTo>
                  <a:cubicBezTo>
                    <a:pt x="438" y="7463"/>
                    <a:pt x="442" y="7459"/>
                    <a:pt x="444" y="7457"/>
                  </a:cubicBezTo>
                  <a:cubicBezTo>
                    <a:pt x="448" y="7451"/>
                    <a:pt x="451" y="7447"/>
                    <a:pt x="457" y="7444"/>
                  </a:cubicBezTo>
                  <a:lnTo>
                    <a:pt x="457" y="7441"/>
                  </a:lnTo>
                  <a:cubicBezTo>
                    <a:pt x="464" y="7428"/>
                    <a:pt x="473" y="7420"/>
                    <a:pt x="482" y="7411"/>
                  </a:cubicBezTo>
                  <a:cubicBezTo>
                    <a:pt x="484" y="7401"/>
                    <a:pt x="490" y="7395"/>
                    <a:pt x="498" y="7389"/>
                  </a:cubicBezTo>
                  <a:cubicBezTo>
                    <a:pt x="504" y="7375"/>
                    <a:pt x="513" y="7366"/>
                    <a:pt x="519" y="7358"/>
                  </a:cubicBezTo>
                  <a:lnTo>
                    <a:pt x="521" y="7358"/>
                  </a:lnTo>
                  <a:cubicBezTo>
                    <a:pt x="552" y="7315"/>
                    <a:pt x="586" y="7271"/>
                    <a:pt x="619" y="7229"/>
                  </a:cubicBezTo>
                  <a:cubicBezTo>
                    <a:pt x="625" y="7222"/>
                    <a:pt x="629" y="7213"/>
                    <a:pt x="638" y="7206"/>
                  </a:cubicBezTo>
                  <a:cubicBezTo>
                    <a:pt x="2967" y="4262"/>
                    <a:pt x="6189" y="2306"/>
                    <a:pt x="9680" y="1508"/>
                  </a:cubicBezTo>
                  <a:cubicBezTo>
                    <a:pt x="9343" y="972"/>
                    <a:pt x="8958" y="469"/>
                    <a:pt x="8535" y="1"/>
                  </a:cubicBezTo>
                  <a:close/>
                </a:path>
              </a:pathLst>
            </a:custGeom>
            <a:solidFill>
              <a:srgbClr val="FD9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137"/>
            <p:cNvSpPr/>
            <p:nvPr/>
          </p:nvSpPr>
          <p:spPr>
            <a:xfrm>
              <a:off x="3062638" y="237825"/>
              <a:ext cx="201600" cy="242025"/>
            </a:xfrm>
            <a:custGeom>
              <a:rect b="b" l="l" r="r" t="t"/>
              <a:pathLst>
                <a:path extrusionOk="0" h="9681" w="8064">
                  <a:moveTo>
                    <a:pt x="1507" y="1"/>
                  </a:moveTo>
                  <a:cubicBezTo>
                    <a:pt x="971" y="339"/>
                    <a:pt x="467" y="723"/>
                    <a:pt x="0" y="1147"/>
                  </a:cubicBezTo>
                  <a:cubicBezTo>
                    <a:pt x="1302" y="4372"/>
                    <a:pt x="3650" y="7203"/>
                    <a:pt x="6895" y="9072"/>
                  </a:cubicBezTo>
                  <a:cubicBezTo>
                    <a:pt x="6941" y="9100"/>
                    <a:pt x="6987" y="9125"/>
                    <a:pt x="7033" y="9152"/>
                  </a:cubicBezTo>
                  <a:cubicBezTo>
                    <a:pt x="7059" y="9165"/>
                    <a:pt x="7083" y="9179"/>
                    <a:pt x="7111" y="9192"/>
                  </a:cubicBezTo>
                  <a:cubicBezTo>
                    <a:pt x="7164" y="9226"/>
                    <a:pt x="7224" y="9257"/>
                    <a:pt x="7282" y="9288"/>
                  </a:cubicBezTo>
                  <a:cubicBezTo>
                    <a:pt x="7288" y="9291"/>
                    <a:pt x="7294" y="9298"/>
                    <a:pt x="7304" y="9300"/>
                  </a:cubicBezTo>
                  <a:cubicBezTo>
                    <a:pt x="7307" y="9300"/>
                    <a:pt x="7310" y="9303"/>
                    <a:pt x="7313" y="9303"/>
                  </a:cubicBezTo>
                  <a:cubicBezTo>
                    <a:pt x="7313" y="9306"/>
                    <a:pt x="7317" y="9306"/>
                    <a:pt x="7319" y="9309"/>
                  </a:cubicBezTo>
                  <a:cubicBezTo>
                    <a:pt x="7322" y="9309"/>
                    <a:pt x="7328" y="9314"/>
                    <a:pt x="7334" y="9316"/>
                  </a:cubicBezTo>
                  <a:cubicBezTo>
                    <a:pt x="7341" y="9320"/>
                    <a:pt x="7348" y="9326"/>
                    <a:pt x="7356" y="9329"/>
                  </a:cubicBezTo>
                  <a:cubicBezTo>
                    <a:pt x="7363" y="9331"/>
                    <a:pt x="7370" y="9335"/>
                    <a:pt x="7379" y="9337"/>
                  </a:cubicBezTo>
                  <a:cubicBezTo>
                    <a:pt x="7381" y="9341"/>
                    <a:pt x="7385" y="9344"/>
                    <a:pt x="7387" y="9344"/>
                  </a:cubicBezTo>
                  <a:cubicBezTo>
                    <a:pt x="7390" y="9348"/>
                    <a:pt x="7394" y="9348"/>
                    <a:pt x="7396" y="9351"/>
                  </a:cubicBezTo>
                  <a:cubicBezTo>
                    <a:pt x="7402" y="9353"/>
                    <a:pt x="7408" y="9357"/>
                    <a:pt x="7415" y="9360"/>
                  </a:cubicBezTo>
                  <a:cubicBezTo>
                    <a:pt x="7418" y="9360"/>
                    <a:pt x="7418" y="9362"/>
                    <a:pt x="7421" y="9362"/>
                  </a:cubicBezTo>
                  <a:cubicBezTo>
                    <a:pt x="7425" y="9366"/>
                    <a:pt x="7431" y="9366"/>
                    <a:pt x="7434" y="9368"/>
                  </a:cubicBezTo>
                  <a:cubicBezTo>
                    <a:pt x="7441" y="9372"/>
                    <a:pt x="7449" y="9379"/>
                    <a:pt x="7456" y="9382"/>
                  </a:cubicBezTo>
                  <a:cubicBezTo>
                    <a:pt x="7465" y="9386"/>
                    <a:pt x="7474" y="9392"/>
                    <a:pt x="7483" y="9394"/>
                  </a:cubicBezTo>
                  <a:lnTo>
                    <a:pt x="7485" y="9397"/>
                  </a:lnTo>
                  <a:cubicBezTo>
                    <a:pt x="7492" y="9401"/>
                    <a:pt x="7494" y="9403"/>
                    <a:pt x="7501" y="9403"/>
                  </a:cubicBezTo>
                  <a:lnTo>
                    <a:pt x="7508" y="9410"/>
                  </a:lnTo>
                  <a:cubicBezTo>
                    <a:pt x="7523" y="9417"/>
                    <a:pt x="7539" y="9425"/>
                    <a:pt x="7554" y="9432"/>
                  </a:cubicBezTo>
                  <a:cubicBezTo>
                    <a:pt x="7556" y="9434"/>
                    <a:pt x="7560" y="9434"/>
                    <a:pt x="7563" y="9434"/>
                  </a:cubicBezTo>
                  <a:lnTo>
                    <a:pt x="7563" y="9437"/>
                  </a:lnTo>
                  <a:cubicBezTo>
                    <a:pt x="7730" y="9521"/>
                    <a:pt x="7896" y="9604"/>
                    <a:pt x="8063" y="9681"/>
                  </a:cubicBezTo>
                  <a:cubicBezTo>
                    <a:pt x="7978" y="9622"/>
                    <a:pt x="7894" y="9563"/>
                    <a:pt x="7811" y="9499"/>
                  </a:cubicBezTo>
                  <a:cubicBezTo>
                    <a:pt x="7794" y="9489"/>
                    <a:pt x="7774" y="9475"/>
                    <a:pt x="7757" y="9462"/>
                  </a:cubicBezTo>
                  <a:cubicBezTo>
                    <a:pt x="7704" y="9424"/>
                    <a:pt x="7654" y="9388"/>
                    <a:pt x="7605" y="9351"/>
                  </a:cubicBezTo>
                  <a:lnTo>
                    <a:pt x="7603" y="9349"/>
                  </a:lnTo>
                  <a:cubicBezTo>
                    <a:pt x="7583" y="9335"/>
                    <a:pt x="7566" y="9324"/>
                    <a:pt x="7550" y="9310"/>
                  </a:cubicBezTo>
                  <a:cubicBezTo>
                    <a:pt x="7545" y="9304"/>
                    <a:pt x="7538" y="9302"/>
                    <a:pt x="7532" y="9295"/>
                  </a:cubicBezTo>
                  <a:cubicBezTo>
                    <a:pt x="7527" y="9295"/>
                    <a:pt x="7525" y="9293"/>
                    <a:pt x="7525" y="9293"/>
                  </a:cubicBezTo>
                  <a:lnTo>
                    <a:pt x="7516" y="9284"/>
                  </a:lnTo>
                  <a:cubicBezTo>
                    <a:pt x="7508" y="9282"/>
                    <a:pt x="7501" y="9274"/>
                    <a:pt x="7494" y="9268"/>
                  </a:cubicBezTo>
                  <a:cubicBezTo>
                    <a:pt x="7492" y="9268"/>
                    <a:pt x="7492" y="9268"/>
                    <a:pt x="7492" y="9266"/>
                  </a:cubicBezTo>
                  <a:cubicBezTo>
                    <a:pt x="7485" y="9263"/>
                    <a:pt x="7482" y="9259"/>
                    <a:pt x="7479" y="9257"/>
                  </a:cubicBezTo>
                  <a:cubicBezTo>
                    <a:pt x="7473" y="9253"/>
                    <a:pt x="7467" y="9251"/>
                    <a:pt x="7463" y="9243"/>
                  </a:cubicBezTo>
                  <a:cubicBezTo>
                    <a:pt x="7457" y="9243"/>
                    <a:pt x="7453" y="9241"/>
                    <a:pt x="7451" y="9235"/>
                  </a:cubicBezTo>
                  <a:cubicBezTo>
                    <a:pt x="7444" y="9235"/>
                    <a:pt x="7441" y="9232"/>
                    <a:pt x="7438" y="9226"/>
                  </a:cubicBezTo>
                  <a:lnTo>
                    <a:pt x="7436" y="9226"/>
                  </a:lnTo>
                  <a:cubicBezTo>
                    <a:pt x="7426" y="9217"/>
                    <a:pt x="7417" y="9210"/>
                    <a:pt x="7408" y="9201"/>
                  </a:cubicBezTo>
                  <a:cubicBezTo>
                    <a:pt x="7399" y="9199"/>
                    <a:pt x="7390" y="9192"/>
                    <a:pt x="7384" y="9186"/>
                  </a:cubicBezTo>
                  <a:cubicBezTo>
                    <a:pt x="7375" y="9176"/>
                    <a:pt x="7365" y="9170"/>
                    <a:pt x="7356" y="9161"/>
                  </a:cubicBezTo>
                  <a:cubicBezTo>
                    <a:pt x="7353" y="9161"/>
                    <a:pt x="7350" y="9161"/>
                    <a:pt x="7350" y="9159"/>
                  </a:cubicBezTo>
                  <a:cubicBezTo>
                    <a:pt x="7304" y="9125"/>
                    <a:pt x="7257" y="9092"/>
                    <a:pt x="7215" y="9054"/>
                  </a:cubicBezTo>
                  <a:cubicBezTo>
                    <a:pt x="7209" y="9050"/>
                    <a:pt x="7205" y="9044"/>
                    <a:pt x="7199" y="9041"/>
                  </a:cubicBezTo>
                  <a:cubicBezTo>
                    <a:pt x="4258" y="6712"/>
                    <a:pt x="2307" y="3493"/>
                    <a:pt x="1507" y="1"/>
                  </a:cubicBezTo>
                  <a:close/>
                </a:path>
              </a:pathLst>
            </a:custGeom>
            <a:solidFill>
              <a:srgbClr val="FD9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137"/>
            <p:cNvSpPr/>
            <p:nvPr/>
          </p:nvSpPr>
          <p:spPr>
            <a:xfrm>
              <a:off x="3232213" y="462000"/>
              <a:ext cx="201575" cy="242225"/>
            </a:xfrm>
            <a:custGeom>
              <a:rect b="b" l="l" r="r" t="t"/>
              <a:pathLst>
                <a:path extrusionOk="0" h="9689" w="8063">
                  <a:moveTo>
                    <a:pt x="0" y="1"/>
                  </a:moveTo>
                  <a:lnTo>
                    <a:pt x="0" y="1"/>
                  </a:lnTo>
                  <a:cubicBezTo>
                    <a:pt x="86" y="60"/>
                    <a:pt x="170" y="117"/>
                    <a:pt x="252" y="182"/>
                  </a:cubicBezTo>
                  <a:cubicBezTo>
                    <a:pt x="273" y="192"/>
                    <a:pt x="292" y="207"/>
                    <a:pt x="310" y="223"/>
                  </a:cubicBezTo>
                  <a:cubicBezTo>
                    <a:pt x="364" y="256"/>
                    <a:pt x="412" y="293"/>
                    <a:pt x="462" y="333"/>
                  </a:cubicBezTo>
                  <a:lnTo>
                    <a:pt x="464" y="333"/>
                  </a:lnTo>
                  <a:cubicBezTo>
                    <a:pt x="479" y="347"/>
                    <a:pt x="498" y="358"/>
                    <a:pt x="513" y="370"/>
                  </a:cubicBezTo>
                  <a:cubicBezTo>
                    <a:pt x="518" y="377"/>
                    <a:pt x="525" y="380"/>
                    <a:pt x="531" y="386"/>
                  </a:cubicBezTo>
                  <a:cubicBezTo>
                    <a:pt x="534" y="386"/>
                    <a:pt x="537" y="390"/>
                    <a:pt x="540" y="393"/>
                  </a:cubicBezTo>
                  <a:cubicBezTo>
                    <a:pt x="544" y="393"/>
                    <a:pt x="546" y="399"/>
                    <a:pt x="546" y="399"/>
                  </a:cubicBezTo>
                  <a:cubicBezTo>
                    <a:pt x="553" y="403"/>
                    <a:pt x="560" y="405"/>
                    <a:pt x="562" y="412"/>
                  </a:cubicBezTo>
                  <a:cubicBezTo>
                    <a:pt x="565" y="412"/>
                    <a:pt x="568" y="416"/>
                    <a:pt x="571" y="419"/>
                  </a:cubicBezTo>
                  <a:cubicBezTo>
                    <a:pt x="577" y="421"/>
                    <a:pt x="583" y="425"/>
                    <a:pt x="587" y="427"/>
                  </a:cubicBezTo>
                  <a:cubicBezTo>
                    <a:pt x="593" y="431"/>
                    <a:pt x="597" y="434"/>
                    <a:pt x="599" y="440"/>
                  </a:cubicBezTo>
                  <a:cubicBezTo>
                    <a:pt x="602" y="440"/>
                    <a:pt x="606" y="445"/>
                    <a:pt x="608" y="447"/>
                  </a:cubicBezTo>
                  <a:cubicBezTo>
                    <a:pt x="614" y="451"/>
                    <a:pt x="622" y="453"/>
                    <a:pt x="624" y="460"/>
                  </a:cubicBezTo>
                  <a:cubicBezTo>
                    <a:pt x="626" y="460"/>
                    <a:pt x="626" y="462"/>
                    <a:pt x="626" y="462"/>
                  </a:cubicBezTo>
                  <a:cubicBezTo>
                    <a:pt x="635" y="468"/>
                    <a:pt x="644" y="476"/>
                    <a:pt x="654" y="484"/>
                  </a:cubicBezTo>
                  <a:cubicBezTo>
                    <a:pt x="663" y="487"/>
                    <a:pt x="669" y="493"/>
                    <a:pt x="675" y="499"/>
                  </a:cubicBezTo>
                  <a:cubicBezTo>
                    <a:pt x="685" y="504"/>
                    <a:pt x="694" y="512"/>
                    <a:pt x="702" y="518"/>
                  </a:cubicBezTo>
                  <a:cubicBezTo>
                    <a:pt x="702" y="522"/>
                    <a:pt x="705" y="524"/>
                    <a:pt x="705" y="524"/>
                  </a:cubicBezTo>
                  <a:cubicBezTo>
                    <a:pt x="752" y="555"/>
                    <a:pt x="794" y="593"/>
                    <a:pt x="840" y="626"/>
                  </a:cubicBezTo>
                  <a:cubicBezTo>
                    <a:pt x="847" y="632"/>
                    <a:pt x="850" y="637"/>
                    <a:pt x="856" y="639"/>
                  </a:cubicBezTo>
                  <a:cubicBezTo>
                    <a:pt x="3801" y="2973"/>
                    <a:pt x="5756" y="6194"/>
                    <a:pt x="6556" y="9688"/>
                  </a:cubicBezTo>
                  <a:cubicBezTo>
                    <a:pt x="7090" y="9351"/>
                    <a:pt x="7595" y="8964"/>
                    <a:pt x="8062" y="8540"/>
                  </a:cubicBezTo>
                  <a:cubicBezTo>
                    <a:pt x="6759" y="5316"/>
                    <a:pt x="4410" y="2484"/>
                    <a:pt x="1168" y="607"/>
                  </a:cubicBezTo>
                  <a:cubicBezTo>
                    <a:pt x="1122" y="580"/>
                    <a:pt x="1077" y="554"/>
                    <a:pt x="1030" y="527"/>
                  </a:cubicBezTo>
                  <a:cubicBezTo>
                    <a:pt x="1006" y="514"/>
                    <a:pt x="977" y="500"/>
                    <a:pt x="953" y="487"/>
                  </a:cubicBezTo>
                  <a:cubicBezTo>
                    <a:pt x="897" y="454"/>
                    <a:pt x="839" y="423"/>
                    <a:pt x="784" y="392"/>
                  </a:cubicBezTo>
                  <a:cubicBezTo>
                    <a:pt x="779" y="392"/>
                    <a:pt x="772" y="389"/>
                    <a:pt x="766" y="383"/>
                  </a:cubicBezTo>
                  <a:cubicBezTo>
                    <a:pt x="759" y="380"/>
                    <a:pt x="751" y="376"/>
                    <a:pt x="743" y="373"/>
                  </a:cubicBezTo>
                  <a:lnTo>
                    <a:pt x="743" y="371"/>
                  </a:lnTo>
                  <a:cubicBezTo>
                    <a:pt x="737" y="371"/>
                    <a:pt x="735" y="367"/>
                    <a:pt x="728" y="364"/>
                  </a:cubicBezTo>
                  <a:cubicBezTo>
                    <a:pt x="722" y="361"/>
                    <a:pt x="712" y="358"/>
                    <a:pt x="706" y="352"/>
                  </a:cubicBezTo>
                  <a:cubicBezTo>
                    <a:pt x="700" y="349"/>
                    <a:pt x="691" y="345"/>
                    <a:pt x="685" y="342"/>
                  </a:cubicBezTo>
                  <a:cubicBezTo>
                    <a:pt x="678" y="339"/>
                    <a:pt x="674" y="336"/>
                    <a:pt x="671" y="333"/>
                  </a:cubicBezTo>
                  <a:cubicBezTo>
                    <a:pt x="665" y="333"/>
                    <a:pt x="661" y="329"/>
                    <a:pt x="659" y="327"/>
                  </a:cubicBezTo>
                  <a:cubicBezTo>
                    <a:pt x="656" y="327"/>
                    <a:pt x="656" y="324"/>
                    <a:pt x="656" y="324"/>
                  </a:cubicBezTo>
                  <a:cubicBezTo>
                    <a:pt x="655" y="325"/>
                    <a:pt x="654" y="325"/>
                    <a:pt x="653" y="325"/>
                  </a:cubicBezTo>
                  <a:cubicBezTo>
                    <a:pt x="651" y="325"/>
                    <a:pt x="650" y="324"/>
                    <a:pt x="650" y="324"/>
                  </a:cubicBezTo>
                  <a:cubicBezTo>
                    <a:pt x="647" y="321"/>
                    <a:pt x="643" y="321"/>
                    <a:pt x="640" y="318"/>
                  </a:cubicBezTo>
                  <a:cubicBezTo>
                    <a:pt x="634" y="318"/>
                    <a:pt x="630" y="314"/>
                    <a:pt x="628" y="311"/>
                  </a:cubicBezTo>
                  <a:cubicBezTo>
                    <a:pt x="619" y="307"/>
                    <a:pt x="609" y="301"/>
                    <a:pt x="603" y="298"/>
                  </a:cubicBezTo>
                  <a:cubicBezTo>
                    <a:pt x="594" y="295"/>
                    <a:pt x="586" y="288"/>
                    <a:pt x="578" y="286"/>
                  </a:cubicBezTo>
                  <a:lnTo>
                    <a:pt x="578" y="283"/>
                  </a:lnTo>
                  <a:cubicBezTo>
                    <a:pt x="573" y="283"/>
                    <a:pt x="567" y="279"/>
                    <a:pt x="561" y="276"/>
                  </a:cubicBezTo>
                  <a:cubicBezTo>
                    <a:pt x="555" y="274"/>
                    <a:pt x="550" y="270"/>
                    <a:pt x="547" y="267"/>
                  </a:cubicBezTo>
                  <a:cubicBezTo>
                    <a:pt x="532" y="262"/>
                    <a:pt x="521" y="256"/>
                    <a:pt x="508" y="250"/>
                  </a:cubicBezTo>
                  <a:cubicBezTo>
                    <a:pt x="501" y="246"/>
                    <a:pt x="495" y="243"/>
                    <a:pt x="493" y="240"/>
                  </a:cubicBezTo>
                  <a:cubicBezTo>
                    <a:pt x="330" y="161"/>
                    <a:pt x="168" y="80"/>
                    <a:pt x="0" y="1"/>
                  </a:cubicBezTo>
                  <a:close/>
                </a:path>
              </a:pathLst>
            </a:custGeom>
            <a:solidFill>
              <a:srgbClr val="FD9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137"/>
            <p:cNvSpPr/>
            <p:nvPr/>
          </p:nvSpPr>
          <p:spPr>
            <a:xfrm>
              <a:off x="2973913" y="343175"/>
              <a:ext cx="556700" cy="267225"/>
            </a:xfrm>
            <a:custGeom>
              <a:rect b="b" l="l" r="r" t="t"/>
              <a:pathLst>
                <a:path extrusionOk="0" h="10689" w="22268">
                  <a:moveTo>
                    <a:pt x="11134" y="0"/>
                  </a:moveTo>
                  <a:cubicBezTo>
                    <a:pt x="4985" y="0"/>
                    <a:pt x="0" y="5344"/>
                    <a:pt x="0" y="5344"/>
                  </a:cubicBezTo>
                  <a:cubicBezTo>
                    <a:pt x="0" y="5344"/>
                    <a:pt x="4985" y="10689"/>
                    <a:pt x="11134" y="10689"/>
                  </a:cubicBezTo>
                  <a:cubicBezTo>
                    <a:pt x="17283" y="10689"/>
                    <a:pt x="22267" y="5344"/>
                    <a:pt x="22267" y="5344"/>
                  </a:cubicBezTo>
                  <a:cubicBezTo>
                    <a:pt x="22267" y="5344"/>
                    <a:pt x="17283" y="0"/>
                    <a:pt x="1113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137"/>
            <p:cNvSpPr/>
            <p:nvPr/>
          </p:nvSpPr>
          <p:spPr>
            <a:xfrm>
              <a:off x="3135338" y="359875"/>
              <a:ext cx="233850" cy="233850"/>
            </a:xfrm>
            <a:custGeom>
              <a:rect b="b" l="l" r="r" t="t"/>
              <a:pathLst>
                <a:path extrusionOk="0" h="9354" w="9354">
                  <a:moveTo>
                    <a:pt x="4677" y="0"/>
                  </a:moveTo>
                  <a:cubicBezTo>
                    <a:pt x="2094" y="0"/>
                    <a:pt x="0" y="2094"/>
                    <a:pt x="0" y="4676"/>
                  </a:cubicBezTo>
                  <a:cubicBezTo>
                    <a:pt x="0" y="7259"/>
                    <a:pt x="2094" y="9353"/>
                    <a:pt x="4677" y="9353"/>
                  </a:cubicBezTo>
                  <a:cubicBezTo>
                    <a:pt x="7259" y="9353"/>
                    <a:pt x="9353" y="7259"/>
                    <a:pt x="9353" y="4676"/>
                  </a:cubicBezTo>
                  <a:cubicBezTo>
                    <a:pt x="9353" y="2094"/>
                    <a:pt x="7259" y="0"/>
                    <a:pt x="4677"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137"/>
            <p:cNvSpPr/>
            <p:nvPr/>
          </p:nvSpPr>
          <p:spPr>
            <a:xfrm>
              <a:off x="3148238" y="377900"/>
              <a:ext cx="208075" cy="197850"/>
            </a:xfrm>
            <a:custGeom>
              <a:rect b="b" l="l" r="r" t="t"/>
              <a:pathLst>
                <a:path extrusionOk="0" h="7914" w="8323">
                  <a:moveTo>
                    <a:pt x="5073" y="0"/>
                  </a:moveTo>
                  <a:cubicBezTo>
                    <a:pt x="4899" y="0"/>
                    <a:pt x="4724" y="84"/>
                    <a:pt x="4620" y="271"/>
                  </a:cubicBezTo>
                  <a:cubicBezTo>
                    <a:pt x="4520" y="451"/>
                    <a:pt x="4341" y="541"/>
                    <a:pt x="4161" y="541"/>
                  </a:cubicBezTo>
                  <a:cubicBezTo>
                    <a:pt x="3981" y="541"/>
                    <a:pt x="3802" y="451"/>
                    <a:pt x="3702" y="271"/>
                  </a:cubicBezTo>
                  <a:cubicBezTo>
                    <a:pt x="3598" y="84"/>
                    <a:pt x="3423" y="1"/>
                    <a:pt x="3249" y="1"/>
                  </a:cubicBezTo>
                  <a:cubicBezTo>
                    <a:pt x="2979" y="1"/>
                    <a:pt x="2711" y="203"/>
                    <a:pt x="2716" y="536"/>
                  </a:cubicBezTo>
                  <a:cubicBezTo>
                    <a:pt x="2721" y="846"/>
                    <a:pt x="2466" y="1071"/>
                    <a:pt x="2189" y="1071"/>
                  </a:cubicBezTo>
                  <a:cubicBezTo>
                    <a:pt x="2099" y="1071"/>
                    <a:pt x="2006" y="1047"/>
                    <a:pt x="1920" y="995"/>
                  </a:cubicBezTo>
                  <a:cubicBezTo>
                    <a:pt x="1829" y="941"/>
                    <a:pt x="1736" y="917"/>
                    <a:pt x="1647" y="917"/>
                  </a:cubicBezTo>
                  <a:cubicBezTo>
                    <a:pt x="1275" y="917"/>
                    <a:pt x="972" y="1337"/>
                    <a:pt x="1199" y="1716"/>
                  </a:cubicBezTo>
                  <a:cubicBezTo>
                    <a:pt x="1411" y="2067"/>
                    <a:pt x="1157" y="2512"/>
                    <a:pt x="749" y="2512"/>
                  </a:cubicBezTo>
                  <a:cubicBezTo>
                    <a:pt x="746" y="2512"/>
                    <a:pt x="743" y="2512"/>
                    <a:pt x="740" y="2512"/>
                  </a:cubicBezTo>
                  <a:cubicBezTo>
                    <a:pt x="737" y="2512"/>
                    <a:pt x="733" y="2512"/>
                    <a:pt x="730" y="2512"/>
                  </a:cubicBezTo>
                  <a:cubicBezTo>
                    <a:pt x="191" y="2512"/>
                    <a:pt x="0" y="3233"/>
                    <a:pt x="475" y="3498"/>
                  </a:cubicBezTo>
                  <a:cubicBezTo>
                    <a:pt x="835" y="3697"/>
                    <a:pt x="835" y="4216"/>
                    <a:pt x="475" y="4416"/>
                  </a:cubicBezTo>
                  <a:cubicBezTo>
                    <a:pt x="1" y="4680"/>
                    <a:pt x="191" y="5402"/>
                    <a:pt x="731" y="5402"/>
                  </a:cubicBezTo>
                  <a:cubicBezTo>
                    <a:pt x="734" y="5402"/>
                    <a:pt x="737" y="5402"/>
                    <a:pt x="740" y="5402"/>
                  </a:cubicBezTo>
                  <a:cubicBezTo>
                    <a:pt x="743" y="5402"/>
                    <a:pt x="747" y="5402"/>
                    <a:pt x="750" y="5402"/>
                  </a:cubicBezTo>
                  <a:cubicBezTo>
                    <a:pt x="1155" y="5402"/>
                    <a:pt x="1409" y="5846"/>
                    <a:pt x="1199" y="6198"/>
                  </a:cubicBezTo>
                  <a:cubicBezTo>
                    <a:pt x="972" y="6577"/>
                    <a:pt x="1275" y="6997"/>
                    <a:pt x="1648" y="6997"/>
                  </a:cubicBezTo>
                  <a:cubicBezTo>
                    <a:pt x="1737" y="6997"/>
                    <a:pt x="1829" y="6973"/>
                    <a:pt x="1920" y="6919"/>
                  </a:cubicBezTo>
                  <a:cubicBezTo>
                    <a:pt x="2007" y="6866"/>
                    <a:pt x="2100" y="6843"/>
                    <a:pt x="2190" y="6843"/>
                  </a:cubicBezTo>
                  <a:cubicBezTo>
                    <a:pt x="2467" y="6843"/>
                    <a:pt x="2721" y="7067"/>
                    <a:pt x="2716" y="7378"/>
                  </a:cubicBezTo>
                  <a:cubicBezTo>
                    <a:pt x="2711" y="7711"/>
                    <a:pt x="2978" y="7914"/>
                    <a:pt x="3249" y="7914"/>
                  </a:cubicBezTo>
                  <a:cubicBezTo>
                    <a:pt x="3423" y="7914"/>
                    <a:pt x="3598" y="7830"/>
                    <a:pt x="3702" y="7642"/>
                  </a:cubicBezTo>
                  <a:cubicBezTo>
                    <a:pt x="3802" y="7462"/>
                    <a:pt x="3981" y="7372"/>
                    <a:pt x="4161" y="7372"/>
                  </a:cubicBezTo>
                  <a:cubicBezTo>
                    <a:pt x="4341" y="7372"/>
                    <a:pt x="4520" y="7462"/>
                    <a:pt x="4620" y="7642"/>
                  </a:cubicBezTo>
                  <a:cubicBezTo>
                    <a:pt x="4724" y="7829"/>
                    <a:pt x="4899" y="7913"/>
                    <a:pt x="5073" y="7913"/>
                  </a:cubicBezTo>
                  <a:cubicBezTo>
                    <a:pt x="5343" y="7913"/>
                    <a:pt x="5611" y="7711"/>
                    <a:pt x="5606" y="7378"/>
                  </a:cubicBezTo>
                  <a:cubicBezTo>
                    <a:pt x="5601" y="7067"/>
                    <a:pt x="5855" y="6844"/>
                    <a:pt x="6132" y="6844"/>
                  </a:cubicBezTo>
                  <a:cubicBezTo>
                    <a:pt x="6223" y="6844"/>
                    <a:pt x="6315" y="6867"/>
                    <a:pt x="6402" y="6919"/>
                  </a:cubicBezTo>
                  <a:cubicBezTo>
                    <a:pt x="6492" y="6973"/>
                    <a:pt x="6585" y="6997"/>
                    <a:pt x="6674" y="6997"/>
                  </a:cubicBezTo>
                  <a:cubicBezTo>
                    <a:pt x="7046" y="6997"/>
                    <a:pt x="7350" y="6577"/>
                    <a:pt x="7122" y="6198"/>
                  </a:cubicBezTo>
                  <a:cubicBezTo>
                    <a:pt x="6911" y="5846"/>
                    <a:pt x="7165" y="5402"/>
                    <a:pt x="7572" y="5402"/>
                  </a:cubicBezTo>
                  <a:cubicBezTo>
                    <a:pt x="7576" y="5402"/>
                    <a:pt x="7579" y="5402"/>
                    <a:pt x="7582" y="5402"/>
                  </a:cubicBezTo>
                  <a:cubicBezTo>
                    <a:pt x="7585" y="5402"/>
                    <a:pt x="7588" y="5402"/>
                    <a:pt x="7592" y="5402"/>
                  </a:cubicBezTo>
                  <a:cubicBezTo>
                    <a:pt x="8130" y="5402"/>
                    <a:pt x="8323" y="4680"/>
                    <a:pt x="7847" y="4416"/>
                  </a:cubicBezTo>
                  <a:cubicBezTo>
                    <a:pt x="7486" y="4216"/>
                    <a:pt x="7486" y="3697"/>
                    <a:pt x="7847" y="3498"/>
                  </a:cubicBezTo>
                  <a:cubicBezTo>
                    <a:pt x="8320" y="3233"/>
                    <a:pt x="8131" y="2512"/>
                    <a:pt x="7593" y="2512"/>
                  </a:cubicBezTo>
                  <a:cubicBezTo>
                    <a:pt x="7589" y="2512"/>
                    <a:pt x="7586" y="2512"/>
                    <a:pt x="7582" y="2512"/>
                  </a:cubicBezTo>
                  <a:cubicBezTo>
                    <a:pt x="7580" y="2512"/>
                    <a:pt x="7577" y="2512"/>
                    <a:pt x="7574" y="2512"/>
                  </a:cubicBezTo>
                  <a:cubicBezTo>
                    <a:pt x="7167" y="2512"/>
                    <a:pt x="6913" y="2067"/>
                    <a:pt x="7122" y="1716"/>
                  </a:cubicBezTo>
                  <a:cubicBezTo>
                    <a:pt x="7349" y="1337"/>
                    <a:pt x="7047" y="917"/>
                    <a:pt x="6674" y="917"/>
                  </a:cubicBezTo>
                  <a:cubicBezTo>
                    <a:pt x="6585" y="917"/>
                    <a:pt x="6492" y="941"/>
                    <a:pt x="6402" y="995"/>
                  </a:cubicBezTo>
                  <a:cubicBezTo>
                    <a:pt x="6315" y="1048"/>
                    <a:pt x="6222" y="1071"/>
                    <a:pt x="6132" y="1071"/>
                  </a:cubicBezTo>
                  <a:cubicBezTo>
                    <a:pt x="5855" y="1071"/>
                    <a:pt x="5601" y="847"/>
                    <a:pt x="5606" y="536"/>
                  </a:cubicBezTo>
                  <a:cubicBezTo>
                    <a:pt x="5611" y="203"/>
                    <a:pt x="5343" y="0"/>
                    <a:pt x="5073" y="0"/>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137"/>
            <p:cNvSpPr/>
            <p:nvPr/>
          </p:nvSpPr>
          <p:spPr>
            <a:xfrm>
              <a:off x="3187513" y="412050"/>
              <a:ext cx="129475" cy="129475"/>
            </a:xfrm>
            <a:custGeom>
              <a:rect b="b" l="l" r="r" t="t"/>
              <a:pathLst>
                <a:path extrusionOk="0" h="5179" w="5179">
                  <a:moveTo>
                    <a:pt x="2590" y="1"/>
                  </a:moveTo>
                  <a:cubicBezTo>
                    <a:pt x="1160" y="1"/>
                    <a:pt x="1" y="1160"/>
                    <a:pt x="1" y="2589"/>
                  </a:cubicBezTo>
                  <a:cubicBezTo>
                    <a:pt x="1" y="4019"/>
                    <a:pt x="1160" y="5178"/>
                    <a:pt x="2590" y="5178"/>
                  </a:cubicBezTo>
                  <a:cubicBezTo>
                    <a:pt x="4020" y="5178"/>
                    <a:pt x="5178" y="4019"/>
                    <a:pt x="5178" y="2589"/>
                  </a:cubicBezTo>
                  <a:cubicBezTo>
                    <a:pt x="5178" y="1160"/>
                    <a:pt x="4020" y="1"/>
                    <a:pt x="2590" y="1"/>
                  </a:cubicBezTo>
                  <a:close/>
                </a:path>
              </a:pathLst>
            </a:custGeom>
            <a:solidFill>
              <a:srgbClr val="F46B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137"/>
            <p:cNvSpPr/>
            <p:nvPr/>
          </p:nvSpPr>
          <p:spPr>
            <a:xfrm>
              <a:off x="3217888" y="442425"/>
              <a:ext cx="68725" cy="68725"/>
            </a:xfrm>
            <a:custGeom>
              <a:rect b="b" l="l" r="r" t="t"/>
              <a:pathLst>
                <a:path extrusionOk="0" h="2749" w="2749">
                  <a:moveTo>
                    <a:pt x="1375" y="1"/>
                  </a:moveTo>
                  <a:cubicBezTo>
                    <a:pt x="616" y="1"/>
                    <a:pt x="1" y="616"/>
                    <a:pt x="1" y="1374"/>
                  </a:cubicBezTo>
                  <a:cubicBezTo>
                    <a:pt x="1" y="2133"/>
                    <a:pt x="616" y="2749"/>
                    <a:pt x="1375" y="2749"/>
                  </a:cubicBezTo>
                  <a:cubicBezTo>
                    <a:pt x="2134" y="2749"/>
                    <a:pt x="2749" y="2133"/>
                    <a:pt x="2749" y="1374"/>
                  </a:cubicBezTo>
                  <a:cubicBezTo>
                    <a:pt x="2749" y="616"/>
                    <a:pt x="2134" y="1"/>
                    <a:pt x="1375" y="1"/>
                  </a:cubicBezTo>
                  <a:close/>
                </a:path>
              </a:pathLst>
            </a:custGeom>
            <a:solidFill>
              <a:srgbClr val="A1C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0" name="Google Shape;10890;p137"/>
          <p:cNvGrpSpPr/>
          <p:nvPr/>
        </p:nvGrpSpPr>
        <p:grpSpPr>
          <a:xfrm>
            <a:off x="223041" y="1065269"/>
            <a:ext cx="980382" cy="980270"/>
            <a:chOff x="223041" y="1065269"/>
            <a:chExt cx="980382" cy="980270"/>
          </a:xfrm>
        </p:grpSpPr>
        <p:sp>
          <p:nvSpPr>
            <p:cNvPr id="10891" name="Google Shape;10891;p137"/>
            <p:cNvSpPr/>
            <p:nvPr/>
          </p:nvSpPr>
          <p:spPr>
            <a:xfrm>
              <a:off x="223041" y="1065269"/>
              <a:ext cx="976822" cy="976272"/>
            </a:xfrm>
            <a:custGeom>
              <a:rect b="b" l="l" r="r" t="t"/>
              <a:pathLst>
                <a:path extrusionOk="0" h="15262" w="15270">
                  <a:moveTo>
                    <a:pt x="5171" y="1"/>
                  </a:moveTo>
                  <a:cubicBezTo>
                    <a:pt x="2985" y="1"/>
                    <a:pt x="1116" y="1356"/>
                    <a:pt x="360" y="3270"/>
                  </a:cubicBezTo>
                  <a:lnTo>
                    <a:pt x="360" y="3273"/>
                  </a:lnTo>
                  <a:cubicBezTo>
                    <a:pt x="314" y="3387"/>
                    <a:pt x="271" y="3506"/>
                    <a:pt x="238" y="3626"/>
                  </a:cubicBezTo>
                  <a:cubicBezTo>
                    <a:pt x="106" y="4038"/>
                    <a:pt x="28" y="4477"/>
                    <a:pt x="6" y="4929"/>
                  </a:cubicBezTo>
                  <a:lnTo>
                    <a:pt x="0" y="4929"/>
                  </a:lnTo>
                  <a:lnTo>
                    <a:pt x="0" y="5197"/>
                  </a:lnTo>
                  <a:lnTo>
                    <a:pt x="0" y="5937"/>
                  </a:lnTo>
                  <a:lnTo>
                    <a:pt x="0" y="7415"/>
                  </a:lnTo>
                  <a:lnTo>
                    <a:pt x="0" y="8155"/>
                  </a:lnTo>
                  <a:lnTo>
                    <a:pt x="0" y="9636"/>
                  </a:lnTo>
                  <a:lnTo>
                    <a:pt x="0" y="10377"/>
                  </a:lnTo>
                  <a:lnTo>
                    <a:pt x="0" y="11855"/>
                  </a:lnTo>
                  <a:lnTo>
                    <a:pt x="0" y="12596"/>
                  </a:lnTo>
                  <a:lnTo>
                    <a:pt x="0" y="14076"/>
                  </a:lnTo>
                  <a:lnTo>
                    <a:pt x="0" y="14817"/>
                  </a:lnTo>
                  <a:lnTo>
                    <a:pt x="0" y="15262"/>
                  </a:lnTo>
                  <a:lnTo>
                    <a:pt x="10337" y="15262"/>
                  </a:lnTo>
                  <a:lnTo>
                    <a:pt x="10337" y="15256"/>
                  </a:lnTo>
                  <a:cubicBezTo>
                    <a:pt x="11011" y="15225"/>
                    <a:pt x="11648" y="15065"/>
                    <a:pt x="12230" y="14800"/>
                  </a:cubicBezTo>
                  <a:lnTo>
                    <a:pt x="12234" y="14800"/>
                  </a:lnTo>
                  <a:lnTo>
                    <a:pt x="12675" y="14575"/>
                  </a:lnTo>
                  <a:cubicBezTo>
                    <a:pt x="13102" y="14330"/>
                    <a:pt x="13494" y="14022"/>
                    <a:pt x="13831" y="13669"/>
                  </a:cubicBezTo>
                  <a:cubicBezTo>
                    <a:pt x="13865" y="13635"/>
                    <a:pt x="13898" y="13598"/>
                    <a:pt x="13929" y="13562"/>
                  </a:cubicBezTo>
                  <a:cubicBezTo>
                    <a:pt x="14092" y="13383"/>
                    <a:pt x="14241" y="13196"/>
                    <a:pt x="14372" y="12996"/>
                  </a:cubicBezTo>
                  <a:cubicBezTo>
                    <a:pt x="14940" y="12170"/>
                    <a:pt x="15270" y="11172"/>
                    <a:pt x="15270" y="10091"/>
                  </a:cubicBezTo>
                  <a:cubicBezTo>
                    <a:pt x="15270" y="8949"/>
                    <a:pt x="14901" y="7893"/>
                    <a:pt x="14272" y="7040"/>
                  </a:cubicBezTo>
                  <a:cubicBezTo>
                    <a:pt x="14149" y="6868"/>
                    <a:pt x="14014" y="6709"/>
                    <a:pt x="13869" y="6555"/>
                  </a:cubicBezTo>
                  <a:cubicBezTo>
                    <a:pt x="13525" y="6193"/>
                    <a:pt x="13131" y="5875"/>
                    <a:pt x="12695" y="5621"/>
                  </a:cubicBezTo>
                  <a:cubicBezTo>
                    <a:pt x="12493" y="5503"/>
                    <a:pt x="12280" y="5399"/>
                    <a:pt x="12061" y="5310"/>
                  </a:cubicBezTo>
                  <a:cubicBezTo>
                    <a:pt x="11524" y="5088"/>
                    <a:pt x="10944" y="4956"/>
                    <a:pt x="10332" y="4931"/>
                  </a:cubicBezTo>
                  <a:cubicBezTo>
                    <a:pt x="10327" y="4878"/>
                    <a:pt x="10325" y="4820"/>
                    <a:pt x="10319" y="4761"/>
                  </a:cubicBezTo>
                  <a:cubicBezTo>
                    <a:pt x="10304" y="4537"/>
                    <a:pt x="10270" y="4319"/>
                    <a:pt x="10223" y="4104"/>
                  </a:cubicBezTo>
                  <a:cubicBezTo>
                    <a:pt x="10008" y="3066"/>
                    <a:pt x="9479" y="2143"/>
                    <a:pt x="8745" y="1438"/>
                  </a:cubicBezTo>
                  <a:cubicBezTo>
                    <a:pt x="8683" y="1380"/>
                    <a:pt x="8625" y="1325"/>
                    <a:pt x="8561" y="1270"/>
                  </a:cubicBezTo>
                  <a:cubicBezTo>
                    <a:pt x="8382" y="1112"/>
                    <a:pt x="8191" y="968"/>
                    <a:pt x="7989" y="839"/>
                  </a:cubicBezTo>
                  <a:cubicBezTo>
                    <a:pt x="7988" y="837"/>
                    <a:pt x="7987" y="836"/>
                    <a:pt x="7987" y="836"/>
                  </a:cubicBezTo>
                  <a:cubicBezTo>
                    <a:pt x="7987" y="836"/>
                    <a:pt x="7987" y="837"/>
                    <a:pt x="7987" y="839"/>
                  </a:cubicBezTo>
                  <a:cubicBezTo>
                    <a:pt x="7178" y="307"/>
                    <a:pt x="6210" y="1"/>
                    <a:pt x="5171" y="1"/>
                  </a:cubicBezTo>
                  <a:close/>
                </a:path>
              </a:pathLst>
            </a:custGeom>
            <a:solidFill>
              <a:srgbClr val="FFFFFF"/>
            </a:solidFill>
            <a:ln cap="flat" cmpd="sng" w="76200">
              <a:solidFill>
                <a:srgbClr val="FFFFFF"/>
              </a:solidFill>
              <a:prstDash val="solid"/>
              <a:round/>
              <a:headEnd len="sm" w="sm" type="none"/>
              <a:tailEnd len="sm" w="sm" type="none"/>
            </a:ln>
            <a:effectLst>
              <a:outerShdw blurRad="42863" rotWithShape="0" algn="bl" dir="2400000" dist="9525">
                <a:srgbClr val="020001">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2" name="Google Shape;10892;p137"/>
            <p:cNvGrpSpPr/>
            <p:nvPr/>
          </p:nvGrpSpPr>
          <p:grpSpPr>
            <a:xfrm>
              <a:off x="226410" y="1069011"/>
              <a:ext cx="977014" cy="976528"/>
              <a:chOff x="226410" y="1069011"/>
              <a:chExt cx="977014" cy="976528"/>
            </a:xfrm>
          </p:grpSpPr>
          <p:grpSp>
            <p:nvGrpSpPr>
              <p:cNvPr id="10893" name="Google Shape;10893;p137"/>
              <p:cNvGrpSpPr/>
              <p:nvPr/>
            </p:nvGrpSpPr>
            <p:grpSpPr>
              <a:xfrm>
                <a:off x="226410" y="1069011"/>
                <a:ext cx="977014" cy="976528"/>
                <a:chOff x="226410" y="1069011"/>
                <a:chExt cx="977014" cy="976528"/>
              </a:xfrm>
            </p:grpSpPr>
            <p:sp>
              <p:nvSpPr>
                <p:cNvPr id="10894" name="Google Shape;10894;p137"/>
                <p:cNvSpPr/>
                <p:nvPr/>
              </p:nvSpPr>
              <p:spPr>
                <a:xfrm>
                  <a:off x="226474" y="1069011"/>
                  <a:ext cx="976950" cy="976528"/>
                </a:xfrm>
                <a:custGeom>
                  <a:rect b="b" l="l" r="r" t="t"/>
                  <a:pathLst>
                    <a:path extrusionOk="0" h="15266" w="15272">
                      <a:moveTo>
                        <a:pt x="5171" y="0"/>
                      </a:moveTo>
                      <a:cubicBezTo>
                        <a:pt x="2986" y="0"/>
                        <a:pt x="1117" y="1355"/>
                        <a:pt x="361" y="3270"/>
                      </a:cubicBezTo>
                      <a:lnTo>
                        <a:pt x="361" y="3273"/>
                      </a:lnTo>
                      <a:cubicBezTo>
                        <a:pt x="316" y="3386"/>
                        <a:pt x="272" y="3506"/>
                        <a:pt x="238" y="3626"/>
                      </a:cubicBezTo>
                      <a:cubicBezTo>
                        <a:pt x="106" y="4038"/>
                        <a:pt x="30" y="4477"/>
                        <a:pt x="8" y="4929"/>
                      </a:cubicBezTo>
                      <a:lnTo>
                        <a:pt x="1" y="4929"/>
                      </a:lnTo>
                      <a:lnTo>
                        <a:pt x="1" y="15266"/>
                      </a:lnTo>
                      <a:lnTo>
                        <a:pt x="10338" y="15266"/>
                      </a:lnTo>
                      <a:lnTo>
                        <a:pt x="10338" y="15260"/>
                      </a:lnTo>
                      <a:cubicBezTo>
                        <a:pt x="11011" y="15229"/>
                        <a:pt x="11651" y="15069"/>
                        <a:pt x="12232" y="14804"/>
                      </a:cubicBezTo>
                      <a:lnTo>
                        <a:pt x="12234" y="14804"/>
                      </a:lnTo>
                      <a:lnTo>
                        <a:pt x="12677" y="14579"/>
                      </a:lnTo>
                      <a:cubicBezTo>
                        <a:pt x="13104" y="14333"/>
                        <a:pt x="13495" y="14026"/>
                        <a:pt x="13833" y="13672"/>
                      </a:cubicBezTo>
                      <a:cubicBezTo>
                        <a:pt x="13867" y="13639"/>
                        <a:pt x="13900" y="13603"/>
                        <a:pt x="13931" y="13566"/>
                      </a:cubicBezTo>
                      <a:cubicBezTo>
                        <a:pt x="14094" y="13388"/>
                        <a:pt x="14241" y="13201"/>
                        <a:pt x="14373" y="13001"/>
                      </a:cubicBezTo>
                      <a:cubicBezTo>
                        <a:pt x="14942" y="12174"/>
                        <a:pt x="15271" y="11174"/>
                        <a:pt x="15271" y="10095"/>
                      </a:cubicBezTo>
                      <a:cubicBezTo>
                        <a:pt x="15271" y="8951"/>
                        <a:pt x="14902" y="7897"/>
                        <a:pt x="14272" y="7045"/>
                      </a:cubicBezTo>
                      <a:cubicBezTo>
                        <a:pt x="14149" y="6874"/>
                        <a:pt x="14014" y="6714"/>
                        <a:pt x="13870" y="6560"/>
                      </a:cubicBezTo>
                      <a:cubicBezTo>
                        <a:pt x="13525" y="6198"/>
                        <a:pt x="13132" y="5881"/>
                        <a:pt x="12696" y="5626"/>
                      </a:cubicBezTo>
                      <a:cubicBezTo>
                        <a:pt x="12493" y="5508"/>
                        <a:pt x="12280" y="5404"/>
                        <a:pt x="12063" y="5315"/>
                      </a:cubicBezTo>
                      <a:cubicBezTo>
                        <a:pt x="11525" y="5094"/>
                        <a:pt x="10944" y="4961"/>
                        <a:pt x="10333" y="4937"/>
                      </a:cubicBezTo>
                      <a:cubicBezTo>
                        <a:pt x="10329" y="4879"/>
                        <a:pt x="10326" y="4820"/>
                        <a:pt x="10320" y="4761"/>
                      </a:cubicBezTo>
                      <a:cubicBezTo>
                        <a:pt x="10304" y="4537"/>
                        <a:pt x="10271" y="4319"/>
                        <a:pt x="10225" y="4104"/>
                      </a:cubicBezTo>
                      <a:cubicBezTo>
                        <a:pt x="10009" y="3063"/>
                        <a:pt x="9480" y="2143"/>
                        <a:pt x="8746" y="1438"/>
                      </a:cubicBezTo>
                      <a:cubicBezTo>
                        <a:pt x="8684" y="1380"/>
                        <a:pt x="8626" y="1325"/>
                        <a:pt x="8561" y="1270"/>
                      </a:cubicBezTo>
                      <a:cubicBezTo>
                        <a:pt x="8384" y="1112"/>
                        <a:pt x="8193" y="967"/>
                        <a:pt x="7990" y="838"/>
                      </a:cubicBezTo>
                      <a:cubicBezTo>
                        <a:pt x="7989" y="837"/>
                        <a:pt x="7988" y="837"/>
                        <a:pt x="7988" y="837"/>
                      </a:cubicBezTo>
                      <a:cubicBezTo>
                        <a:pt x="7987" y="837"/>
                        <a:pt x="7987" y="837"/>
                        <a:pt x="7987" y="838"/>
                      </a:cubicBezTo>
                      <a:cubicBezTo>
                        <a:pt x="7178" y="307"/>
                        <a:pt x="6210" y="0"/>
                        <a:pt x="5171" y="0"/>
                      </a:cubicBezTo>
                      <a:close/>
                    </a:path>
                  </a:pathLst>
                </a:custGeom>
                <a:solidFill>
                  <a:srgbClr val="FFAD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137"/>
                <p:cNvSpPr/>
                <p:nvPr/>
              </p:nvSpPr>
              <p:spPr>
                <a:xfrm>
                  <a:off x="1112586" y="1488382"/>
                  <a:ext cx="26931" cy="31344"/>
                </a:xfrm>
                <a:custGeom>
                  <a:rect b="b" l="l" r="r" t="t"/>
                  <a:pathLst>
                    <a:path extrusionOk="0" h="490" w="421">
                      <a:moveTo>
                        <a:pt x="18" y="1"/>
                      </a:moveTo>
                      <a:cubicBezTo>
                        <a:pt x="6" y="39"/>
                        <a:pt x="0" y="78"/>
                        <a:pt x="0" y="118"/>
                      </a:cubicBezTo>
                      <a:cubicBezTo>
                        <a:pt x="0" y="324"/>
                        <a:pt x="165" y="490"/>
                        <a:pt x="372" y="490"/>
                      </a:cubicBezTo>
                      <a:cubicBezTo>
                        <a:pt x="389" y="490"/>
                        <a:pt x="405" y="490"/>
                        <a:pt x="420" y="488"/>
                      </a:cubicBezTo>
                      <a:cubicBezTo>
                        <a:pt x="296" y="314"/>
                        <a:pt x="161" y="155"/>
                        <a:pt x="18"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137"/>
                <p:cNvSpPr/>
                <p:nvPr/>
              </p:nvSpPr>
              <p:spPr>
                <a:xfrm>
                  <a:off x="1112586" y="1614334"/>
                  <a:ext cx="47402" cy="47400"/>
                </a:xfrm>
                <a:custGeom>
                  <a:rect b="b" l="l" r="r" t="t"/>
                  <a:pathLst>
                    <a:path extrusionOk="0" h="741" w="741">
                      <a:moveTo>
                        <a:pt x="371" y="1"/>
                      </a:moveTo>
                      <a:cubicBezTo>
                        <a:pt x="165" y="1"/>
                        <a:pt x="0" y="166"/>
                        <a:pt x="0" y="371"/>
                      </a:cubicBezTo>
                      <a:cubicBezTo>
                        <a:pt x="0" y="576"/>
                        <a:pt x="165" y="741"/>
                        <a:pt x="371" y="741"/>
                      </a:cubicBezTo>
                      <a:cubicBezTo>
                        <a:pt x="575" y="741"/>
                        <a:pt x="740" y="576"/>
                        <a:pt x="740" y="371"/>
                      </a:cubicBezTo>
                      <a:cubicBezTo>
                        <a:pt x="740" y="166"/>
                        <a:pt x="575" y="1"/>
                        <a:pt x="371"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137"/>
                <p:cNvSpPr/>
                <p:nvPr/>
              </p:nvSpPr>
              <p:spPr>
                <a:xfrm>
                  <a:off x="1112586" y="1756406"/>
                  <a:ext cx="47402" cy="47464"/>
                </a:xfrm>
                <a:custGeom>
                  <a:rect b="b" l="l" r="r" t="t"/>
                  <a:pathLst>
                    <a:path extrusionOk="0" h="742" w="741">
                      <a:moveTo>
                        <a:pt x="371" y="1"/>
                      </a:moveTo>
                      <a:cubicBezTo>
                        <a:pt x="165" y="1"/>
                        <a:pt x="0" y="167"/>
                        <a:pt x="0" y="371"/>
                      </a:cubicBezTo>
                      <a:cubicBezTo>
                        <a:pt x="0" y="575"/>
                        <a:pt x="165" y="742"/>
                        <a:pt x="371" y="742"/>
                      </a:cubicBezTo>
                      <a:cubicBezTo>
                        <a:pt x="575" y="742"/>
                        <a:pt x="740" y="575"/>
                        <a:pt x="740" y="371"/>
                      </a:cubicBezTo>
                      <a:cubicBezTo>
                        <a:pt x="740" y="167"/>
                        <a:pt x="575" y="1"/>
                        <a:pt x="371"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137"/>
                <p:cNvSpPr/>
                <p:nvPr/>
              </p:nvSpPr>
              <p:spPr>
                <a:xfrm>
                  <a:off x="1112522" y="1898541"/>
                  <a:ext cx="33456" cy="38189"/>
                </a:xfrm>
                <a:custGeom>
                  <a:rect b="b" l="l" r="r" t="t"/>
                  <a:pathLst>
                    <a:path extrusionOk="0" h="597" w="523">
                      <a:moveTo>
                        <a:pt x="372" y="1"/>
                      </a:moveTo>
                      <a:cubicBezTo>
                        <a:pt x="166" y="1"/>
                        <a:pt x="0" y="167"/>
                        <a:pt x="0" y="369"/>
                      </a:cubicBezTo>
                      <a:cubicBezTo>
                        <a:pt x="0" y="455"/>
                        <a:pt x="27" y="534"/>
                        <a:pt x="80" y="596"/>
                      </a:cubicBezTo>
                      <a:cubicBezTo>
                        <a:pt x="243" y="419"/>
                        <a:pt x="390" y="232"/>
                        <a:pt x="522" y="32"/>
                      </a:cubicBezTo>
                      <a:cubicBezTo>
                        <a:pt x="476" y="13"/>
                        <a:pt x="424" y="2"/>
                        <a:pt x="372"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137"/>
                <p:cNvSpPr/>
                <p:nvPr/>
              </p:nvSpPr>
              <p:spPr>
                <a:xfrm>
                  <a:off x="849542" y="1330190"/>
                  <a:ext cx="37039" cy="47336"/>
                </a:xfrm>
                <a:custGeom>
                  <a:rect b="b" l="l" r="r" t="t"/>
                  <a:pathLst>
                    <a:path extrusionOk="0" h="740" w="579">
                      <a:moveTo>
                        <a:pt x="370" y="0"/>
                      </a:moveTo>
                      <a:cubicBezTo>
                        <a:pt x="167" y="0"/>
                        <a:pt x="1" y="165"/>
                        <a:pt x="1" y="372"/>
                      </a:cubicBezTo>
                      <a:cubicBezTo>
                        <a:pt x="1" y="574"/>
                        <a:pt x="167" y="740"/>
                        <a:pt x="370" y="740"/>
                      </a:cubicBezTo>
                      <a:cubicBezTo>
                        <a:pt x="448" y="740"/>
                        <a:pt x="517" y="716"/>
                        <a:pt x="579" y="676"/>
                      </a:cubicBezTo>
                      <a:cubicBezTo>
                        <a:pt x="563" y="451"/>
                        <a:pt x="530" y="233"/>
                        <a:pt x="484" y="18"/>
                      </a:cubicBezTo>
                      <a:cubicBezTo>
                        <a:pt x="448" y="6"/>
                        <a:pt x="409" y="0"/>
                        <a:pt x="370" y="0"/>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137"/>
                <p:cNvSpPr/>
                <p:nvPr/>
              </p:nvSpPr>
              <p:spPr>
                <a:xfrm>
                  <a:off x="849542" y="1472262"/>
                  <a:ext cx="47402" cy="47464"/>
                </a:xfrm>
                <a:custGeom>
                  <a:rect b="b" l="l" r="r" t="t"/>
                  <a:pathLst>
                    <a:path extrusionOk="0" h="742" w="741">
                      <a:moveTo>
                        <a:pt x="371" y="1"/>
                      </a:moveTo>
                      <a:cubicBezTo>
                        <a:pt x="167" y="1"/>
                        <a:pt x="1" y="167"/>
                        <a:pt x="1" y="371"/>
                      </a:cubicBezTo>
                      <a:cubicBezTo>
                        <a:pt x="1" y="576"/>
                        <a:pt x="167" y="742"/>
                        <a:pt x="371" y="742"/>
                      </a:cubicBezTo>
                      <a:cubicBezTo>
                        <a:pt x="576" y="742"/>
                        <a:pt x="741" y="576"/>
                        <a:pt x="741" y="371"/>
                      </a:cubicBezTo>
                      <a:cubicBezTo>
                        <a:pt x="741" y="167"/>
                        <a:pt x="576" y="1"/>
                        <a:pt x="371"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137"/>
                <p:cNvSpPr/>
                <p:nvPr/>
              </p:nvSpPr>
              <p:spPr>
                <a:xfrm>
                  <a:off x="849542" y="1614334"/>
                  <a:ext cx="47402" cy="47400"/>
                </a:xfrm>
                <a:custGeom>
                  <a:rect b="b" l="l" r="r" t="t"/>
                  <a:pathLst>
                    <a:path extrusionOk="0" h="741" w="741">
                      <a:moveTo>
                        <a:pt x="371" y="1"/>
                      </a:moveTo>
                      <a:cubicBezTo>
                        <a:pt x="167" y="1"/>
                        <a:pt x="1" y="166"/>
                        <a:pt x="1" y="371"/>
                      </a:cubicBezTo>
                      <a:cubicBezTo>
                        <a:pt x="1" y="576"/>
                        <a:pt x="167" y="741"/>
                        <a:pt x="371" y="741"/>
                      </a:cubicBezTo>
                      <a:cubicBezTo>
                        <a:pt x="576" y="741"/>
                        <a:pt x="741" y="576"/>
                        <a:pt x="741" y="371"/>
                      </a:cubicBezTo>
                      <a:cubicBezTo>
                        <a:pt x="741" y="166"/>
                        <a:pt x="576" y="1"/>
                        <a:pt x="371"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137"/>
                <p:cNvSpPr/>
                <p:nvPr/>
              </p:nvSpPr>
              <p:spPr>
                <a:xfrm>
                  <a:off x="849542" y="1756406"/>
                  <a:ext cx="47402" cy="47464"/>
                </a:xfrm>
                <a:custGeom>
                  <a:rect b="b" l="l" r="r" t="t"/>
                  <a:pathLst>
                    <a:path extrusionOk="0" h="742" w="741">
                      <a:moveTo>
                        <a:pt x="371" y="1"/>
                      </a:moveTo>
                      <a:cubicBezTo>
                        <a:pt x="167" y="1"/>
                        <a:pt x="1" y="167"/>
                        <a:pt x="1" y="371"/>
                      </a:cubicBezTo>
                      <a:cubicBezTo>
                        <a:pt x="1" y="575"/>
                        <a:pt x="167" y="742"/>
                        <a:pt x="371" y="742"/>
                      </a:cubicBezTo>
                      <a:cubicBezTo>
                        <a:pt x="576" y="742"/>
                        <a:pt x="741" y="575"/>
                        <a:pt x="741" y="371"/>
                      </a:cubicBezTo>
                      <a:cubicBezTo>
                        <a:pt x="741" y="167"/>
                        <a:pt x="576" y="1"/>
                        <a:pt x="371"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137"/>
                <p:cNvSpPr/>
                <p:nvPr/>
              </p:nvSpPr>
              <p:spPr>
                <a:xfrm>
                  <a:off x="849542" y="1898541"/>
                  <a:ext cx="47402" cy="47400"/>
                </a:xfrm>
                <a:custGeom>
                  <a:rect b="b" l="l" r="r" t="t"/>
                  <a:pathLst>
                    <a:path extrusionOk="0" h="741" w="741">
                      <a:moveTo>
                        <a:pt x="371" y="1"/>
                      </a:moveTo>
                      <a:cubicBezTo>
                        <a:pt x="167" y="1"/>
                        <a:pt x="1" y="166"/>
                        <a:pt x="1" y="370"/>
                      </a:cubicBezTo>
                      <a:cubicBezTo>
                        <a:pt x="1" y="575"/>
                        <a:pt x="167" y="740"/>
                        <a:pt x="371" y="740"/>
                      </a:cubicBezTo>
                      <a:cubicBezTo>
                        <a:pt x="576" y="740"/>
                        <a:pt x="741" y="575"/>
                        <a:pt x="741" y="370"/>
                      </a:cubicBezTo>
                      <a:cubicBezTo>
                        <a:pt x="741" y="166"/>
                        <a:pt x="576" y="1"/>
                        <a:pt x="371"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137"/>
                <p:cNvSpPr/>
                <p:nvPr/>
              </p:nvSpPr>
              <p:spPr>
                <a:xfrm>
                  <a:off x="991555" y="1543394"/>
                  <a:ext cx="47466" cy="47400"/>
                </a:xfrm>
                <a:custGeom>
                  <a:rect b="b" l="l" r="r" t="t"/>
                  <a:pathLst>
                    <a:path extrusionOk="0" h="741" w="742">
                      <a:moveTo>
                        <a:pt x="371" y="0"/>
                      </a:moveTo>
                      <a:cubicBezTo>
                        <a:pt x="167" y="0"/>
                        <a:pt x="1" y="166"/>
                        <a:pt x="1" y="371"/>
                      </a:cubicBezTo>
                      <a:cubicBezTo>
                        <a:pt x="1" y="575"/>
                        <a:pt x="167" y="740"/>
                        <a:pt x="371" y="740"/>
                      </a:cubicBezTo>
                      <a:cubicBezTo>
                        <a:pt x="575" y="740"/>
                        <a:pt x="742" y="575"/>
                        <a:pt x="742" y="371"/>
                      </a:cubicBezTo>
                      <a:cubicBezTo>
                        <a:pt x="742" y="166"/>
                        <a:pt x="575" y="0"/>
                        <a:pt x="371" y="0"/>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137"/>
                <p:cNvSpPr/>
                <p:nvPr/>
              </p:nvSpPr>
              <p:spPr>
                <a:xfrm>
                  <a:off x="991555" y="1685402"/>
                  <a:ext cx="47466" cy="47464"/>
                </a:xfrm>
                <a:custGeom>
                  <a:rect b="b" l="l" r="r" t="t"/>
                  <a:pathLst>
                    <a:path extrusionOk="0" h="742" w="742">
                      <a:moveTo>
                        <a:pt x="371" y="0"/>
                      </a:moveTo>
                      <a:cubicBezTo>
                        <a:pt x="167" y="0"/>
                        <a:pt x="1" y="166"/>
                        <a:pt x="1" y="371"/>
                      </a:cubicBezTo>
                      <a:cubicBezTo>
                        <a:pt x="1" y="575"/>
                        <a:pt x="167" y="741"/>
                        <a:pt x="371" y="741"/>
                      </a:cubicBezTo>
                      <a:cubicBezTo>
                        <a:pt x="575" y="741"/>
                        <a:pt x="742" y="575"/>
                        <a:pt x="742" y="371"/>
                      </a:cubicBezTo>
                      <a:cubicBezTo>
                        <a:pt x="742" y="166"/>
                        <a:pt x="575" y="0"/>
                        <a:pt x="371" y="0"/>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137"/>
                <p:cNvSpPr/>
                <p:nvPr/>
              </p:nvSpPr>
              <p:spPr>
                <a:xfrm>
                  <a:off x="991555" y="1827537"/>
                  <a:ext cx="47466" cy="47400"/>
                </a:xfrm>
                <a:custGeom>
                  <a:rect b="b" l="l" r="r" t="t"/>
                  <a:pathLst>
                    <a:path extrusionOk="0" h="741" w="742">
                      <a:moveTo>
                        <a:pt x="371" y="0"/>
                      </a:moveTo>
                      <a:cubicBezTo>
                        <a:pt x="167" y="0"/>
                        <a:pt x="1" y="165"/>
                        <a:pt x="1" y="370"/>
                      </a:cubicBezTo>
                      <a:cubicBezTo>
                        <a:pt x="1" y="574"/>
                        <a:pt x="167" y="740"/>
                        <a:pt x="371" y="740"/>
                      </a:cubicBezTo>
                      <a:cubicBezTo>
                        <a:pt x="575" y="740"/>
                        <a:pt x="742" y="574"/>
                        <a:pt x="742" y="370"/>
                      </a:cubicBezTo>
                      <a:cubicBezTo>
                        <a:pt x="742" y="165"/>
                        <a:pt x="575" y="0"/>
                        <a:pt x="371" y="0"/>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137"/>
                <p:cNvSpPr/>
                <p:nvPr/>
              </p:nvSpPr>
              <p:spPr>
                <a:xfrm>
                  <a:off x="991555" y="1969545"/>
                  <a:ext cx="47466" cy="46568"/>
                </a:xfrm>
                <a:custGeom>
                  <a:rect b="b" l="l" r="r" t="t"/>
                  <a:pathLst>
                    <a:path extrusionOk="0" h="728" w="742">
                      <a:moveTo>
                        <a:pt x="372" y="1"/>
                      </a:moveTo>
                      <a:cubicBezTo>
                        <a:pt x="168" y="1"/>
                        <a:pt x="1" y="167"/>
                        <a:pt x="1" y="370"/>
                      </a:cubicBezTo>
                      <a:cubicBezTo>
                        <a:pt x="1" y="542"/>
                        <a:pt x="114" y="683"/>
                        <a:pt x="272" y="726"/>
                      </a:cubicBezTo>
                      <a:cubicBezTo>
                        <a:pt x="272" y="727"/>
                        <a:pt x="272" y="727"/>
                        <a:pt x="272" y="727"/>
                      </a:cubicBezTo>
                      <a:cubicBezTo>
                        <a:pt x="273" y="727"/>
                        <a:pt x="274" y="726"/>
                        <a:pt x="274" y="726"/>
                      </a:cubicBezTo>
                      <a:lnTo>
                        <a:pt x="717" y="501"/>
                      </a:lnTo>
                      <a:cubicBezTo>
                        <a:pt x="732" y="461"/>
                        <a:pt x="742" y="417"/>
                        <a:pt x="742" y="370"/>
                      </a:cubicBezTo>
                      <a:cubicBezTo>
                        <a:pt x="742" y="167"/>
                        <a:pt x="575" y="1"/>
                        <a:pt x="372"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137"/>
                <p:cNvSpPr/>
                <p:nvPr/>
              </p:nvSpPr>
              <p:spPr>
                <a:xfrm>
                  <a:off x="586497" y="1188118"/>
                  <a:ext cx="47466" cy="47464"/>
                </a:xfrm>
                <a:custGeom>
                  <a:rect b="b" l="l" r="r" t="t"/>
                  <a:pathLst>
                    <a:path extrusionOk="0" h="742" w="742">
                      <a:moveTo>
                        <a:pt x="371" y="0"/>
                      </a:moveTo>
                      <a:cubicBezTo>
                        <a:pt x="166" y="0"/>
                        <a:pt x="0" y="166"/>
                        <a:pt x="0" y="371"/>
                      </a:cubicBezTo>
                      <a:cubicBezTo>
                        <a:pt x="0" y="575"/>
                        <a:pt x="166" y="741"/>
                        <a:pt x="371" y="741"/>
                      </a:cubicBezTo>
                      <a:cubicBezTo>
                        <a:pt x="575" y="741"/>
                        <a:pt x="741" y="575"/>
                        <a:pt x="741" y="371"/>
                      </a:cubicBezTo>
                      <a:cubicBezTo>
                        <a:pt x="741" y="166"/>
                        <a:pt x="575" y="0"/>
                        <a:pt x="371" y="0"/>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137"/>
                <p:cNvSpPr/>
                <p:nvPr/>
              </p:nvSpPr>
              <p:spPr>
                <a:xfrm>
                  <a:off x="586497" y="1330254"/>
                  <a:ext cx="47466" cy="47400"/>
                </a:xfrm>
                <a:custGeom>
                  <a:rect b="b" l="l" r="r" t="t"/>
                  <a:pathLst>
                    <a:path extrusionOk="0" h="741" w="742">
                      <a:moveTo>
                        <a:pt x="371" y="0"/>
                      </a:moveTo>
                      <a:cubicBezTo>
                        <a:pt x="166" y="0"/>
                        <a:pt x="0" y="166"/>
                        <a:pt x="0" y="371"/>
                      </a:cubicBezTo>
                      <a:cubicBezTo>
                        <a:pt x="0" y="575"/>
                        <a:pt x="166" y="740"/>
                        <a:pt x="371" y="740"/>
                      </a:cubicBezTo>
                      <a:cubicBezTo>
                        <a:pt x="575" y="740"/>
                        <a:pt x="741" y="575"/>
                        <a:pt x="741" y="371"/>
                      </a:cubicBezTo>
                      <a:cubicBezTo>
                        <a:pt x="741" y="166"/>
                        <a:pt x="575" y="0"/>
                        <a:pt x="371" y="0"/>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137"/>
                <p:cNvSpPr/>
                <p:nvPr/>
              </p:nvSpPr>
              <p:spPr>
                <a:xfrm>
                  <a:off x="728638" y="1259186"/>
                  <a:ext cx="47402" cy="47400"/>
                </a:xfrm>
                <a:custGeom>
                  <a:rect b="b" l="l" r="r" t="t"/>
                  <a:pathLst>
                    <a:path extrusionOk="0" h="741" w="741">
                      <a:moveTo>
                        <a:pt x="370" y="1"/>
                      </a:moveTo>
                      <a:cubicBezTo>
                        <a:pt x="165" y="1"/>
                        <a:pt x="0" y="166"/>
                        <a:pt x="0" y="371"/>
                      </a:cubicBezTo>
                      <a:cubicBezTo>
                        <a:pt x="0" y="575"/>
                        <a:pt x="165" y="741"/>
                        <a:pt x="370" y="741"/>
                      </a:cubicBezTo>
                      <a:cubicBezTo>
                        <a:pt x="574" y="741"/>
                        <a:pt x="740" y="575"/>
                        <a:pt x="740" y="371"/>
                      </a:cubicBezTo>
                      <a:cubicBezTo>
                        <a:pt x="740" y="166"/>
                        <a:pt x="574" y="1"/>
                        <a:pt x="370"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137"/>
                <p:cNvSpPr/>
                <p:nvPr/>
              </p:nvSpPr>
              <p:spPr>
                <a:xfrm>
                  <a:off x="586497" y="1472262"/>
                  <a:ext cx="47466" cy="47464"/>
                </a:xfrm>
                <a:custGeom>
                  <a:rect b="b" l="l" r="r" t="t"/>
                  <a:pathLst>
                    <a:path extrusionOk="0" h="742" w="742">
                      <a:moveTo>
                        <a:pt x="371" y="1"/>
                      </a:moveTo>
                      <a:cubicBezTo>
                        <a:pt x="166" y="1"/>
                        <a:pt x="0" y="167"/>
                        <a:pt x="0" y="371"/>
                      </a:cubicBezTo>
                      <a:cubicBezTo>
                        <a:pt x="0" y="576"/>
                        <a:pt x="166" y="742"/>
                        <a:pt x="371" y="742"/>
                      </a:cubicBezTo>
                      <a:cubicBezTo>
                        <a:pt x="575" y="742"/>
                        <a:pt x="741" y="576"/>
                        <a:pt x="741" y="371"/>
                      </a:cubicBezTo>
                      <a:cubicBezTo>
                        <a:pt x="741" y="167"/>
                        <a:pt x="575" y="1"/>
                        <a:pt x="371"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137"/>
                <p:cNvSpPr/>
                <p:nvPr/>
              </p:nvSpPr>
              <p:spPr>
                <a:xfrm>
                  <a:off x="586497" y="1614334"/>
                  <a:ext cx="47466" cy="47400"/>
                </a:xfrm>
                <a:custGeom>
                  <a:rect b="b" l="l" r="r" t="t"/>
                  <a:pathLst>
                    <a:path extrusionOk="0" h="741" w="742">
                      <a:moveTo>
                        <a:pt x="371" y="1"/>
                      </a:moveTo>
                      <a:cubicBezTo>
                        <a:pt x="166" y="1"/>
                        <a:pt x="0" y="166"/>
                        <a:pt x="0" y="371"/>
                      </a:cubicBezTo>
                      <a:cubicBezTo>
                        <a:pt x="0" y="576"/>
                        <a:pt x="166" y="741"/>
                        <a:pt x="371" y="741"/>
                      </a:cubicBezTo>
                      <a:cubicBezTo>
                        <a:pt x="575" y="741"/>
                        <a:pt x="741" y="576"/>
                        <a:pt x="741" y="371"/>
                      </a:cubicBezTo>
                      <a:cubicBezTo>
                        <a:pt x="741" y="166"/>
                        <a:pt x="575" y="1"/>
                        <a:pt x="371"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137"/>
                <p:cNvSpPr/>
                <p:nvPr/>
              </p:nvSpPr>
              <p:spPr>
                <a:xfrm>
                  <a:off x="586497" y="1756406"/>
                  <a:ext cx="47466" cy="47464"/>
                </a:xfrm>
                <a:custGeom>
                  <a:rect b="b" l="l" r="r" t="t"/>
                  <a:pathLst>
                    <a:path extrusionOk="0" h="742" w="742">
                      <a:moveTo>
                        <a:pt x="371" y="1"/>
                      </a:moveTo>
                      <a:cubicBezTo>
                        <a:pt x="166" y="1"/>
                        <a:pt x="0" y="167"/>
                        <a:pt x="0" y="371"/>
                      </a:cubicBezTo>
                      <a:cubicBezTo>
                        <a:pt x="0" y="575"/>
                        <a:pt x="166" y="742"/>
                        <a:pt x="371" y="742"/>
                      </a:cubicBezTo>
                      <a:cubicBezTo>
                        <a:pt x="575" y="742"/>
                        <a:pt x="741" y="575"/>
                        <a:pt x="741" y="371"/>
                      </a:cubicBezTo>
                      <a:cubicBezTo>
                        <a:pt x="741" y="167"/>
                        <a:pt x="575" y="1"/>
                        <a:pt x="371"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137"/>
                <p:cNvSpPr/>
                <p:nvPr/>
              </p:nvSpPr>
              <p:spPr>
                <a:xfrm>
                  <a:off x="586497" y="1898541"/>
                  <a:ext cx="47466" cy="47400"/>
                </a:xfrm>
                <a:custGeom>
                  <a:rect b="b" l="l" r="r" t="t"/>
                  <a:pathLst>
                    <a:path extrusionOk="0" h="741" w="742">
                      <a:moveTo>
                        <a:pt x="371" y="1"/>
                      </a:moveTo>
                      <a:cubicBezTo>
                        <a:pt x="166" y="1"/>
                        <a:pt x="0" y="166"/>
                        <a:pt x="0" y="370"/>
                      </a:cubicBezTo>
                      <a:cubicBezTo>
                        <a:pt x="0" y="575"/>
                        <a:pt x="166" y="740"/>
                        <a:pt x="371" y="740"/>
                      </a:cubicBezTo>
                      <a:cubicBezTo>
                        <a:pt x="575" y="740"/>
                        <a:pt x="741" y="575"/>
                        <a:pt x="741" y="370"/>
                      </a:cubicBezTo>
                      <a:cubicBezTo>
                        <a:pt x="741" y="166"/>
                        <a:pt x="575" y="1"/>
                        <a:pt x="371"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137"/>
                <p:cNvSpPr/>
                <p:nvPr/>
              </p:nvSpPr>
              <p:spPr>
                <a:xfrm>
                  <a:off x="728638" y="1401258"/>
                  <a:ext cx="47402" cy="47464"/>
                </a:xfrm>
                <a:custGeom>
                  <a:rect b="b" l="l" r="r" t="t"/>
                  <a:pathLst>
                    <a:path extrusionOk="0" h="742" w="741">
                      <a:moveTo>
                        <a:pt x="370" y="1"/>
                      </a:moveTo>
                      <a:cubicBezTo>
                        <a:pt x="165" y="1"/>
                        <a:pt x="0" y="167"/>
                        <a:pt x="0" y="371"/>
                      </a:cubicBezTo>
                      <a:cubicBezTo>
                        <a:pt x="0" y="575"/>
                        <a:pt x="165" y="741"/>
                        <a:pt x="370" y="741"/>
                      </a:cubicBezTo>
                      <a:cubicBezTo>
                        <a:pt x="574" y="741"/>
                        <a:pt x="740" y="575"/>
                        <a:pt x="740" y="371"/>
                      </a:cubicBezTo>
                      <a:cubicBezTo>
                        <a:pt x="740" y="167"/>
                        <a:pt x="574" y="1"/>
                        <a:pt x="370"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137"/>
                <p:cNvSpPr/>
                <p:nvPr/>
              </p:nvSpPr>
              <p:spPr>
                <a:xfrm>
                  <a:off x="728638" y="1543394"/>
                  <a:ext cx="47402" cy="47400"/>
                </a:xfrm>
                <a:custGeom>
                  <a:rect b="b" l="l" r="r" t="t"/>
                  <a:pathLst>
                    <a:path extrusionOk="0" h="741" w="741">
                      <a:moveTo>
                        <a:pt x="370" y="0"/>
                      </a:moveTo>
                      <a:cubicBezTo>
                        <a:pt x="165" y="0"/>
                        <a:pt x="0" y="166"/>
                        <a:pt x="0" y="371"/>
                      </a:cubicBezTo>
                      <a:cubicBezTo>
                        <a:pt x="0" y="575"/>
                        <a:pt x="165" y="740"/>
                        <a:pt x="370" y="740"/>
                      </a:cubicBezTo>
                      <a:cubicBezTo>
                        <a:pt x="574" y="740"/>
                        <a:pt x="740" y="575"/>
                        <a:pt x="740" y="371"/>
                      </a:cubicBezTo>
                      <a:cubicBezTo>
                        <a:pt x="740" y="166"/>
                        <a:pt x="574" y="0"/>
                        <a:pt x="370" y="0"/>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137"/>
                <p:cNvSpPr/>
                <p:nvPr/>
              </p:nvSpPr>
              <p:spPr>
                <a:xfrm>
                  <a:off x="728638" y="1685402"/>
                  <a:ext cx="47402" cy="47464"/>
                </a:xfrm>
                <a:custGeom>
                  <a:rect b="b" l="l" r="r" t="t"/>
                  <a:pathLst>
                    <a:path extrusionOk="0" h="742" w="741">
                      <a:moveTo>
                        <a:pt x="370" y="0"/>
                      </a:moveTo>
                      <a:cubicBezTo>
                        <a:pt x="165" y="0"/>
                        <a:pt x="0" y="166"/>
                        <a:pt x="0" y="371"/>
                      </a:cubicBezTo>
                      <a:cubicBezTo>
                        <a:pt x="0" y="575"/>
                        <a:pt x="165" y="741"/>
                        <a:pt x="370" y="741"/>
                      </a:cubicBezTo>
                      <a:cubicBezTo>
                        <a:pt x="574" y="741"/>
                        <a:pt x="740" y="575"/>
                        <a:pt x="740" y="371"/>
                      </a:cubicBezTo>
                      <a:cubicBezTo>
                        <a:pt x="740" y="166"/>
                        <a:pt x="574" y="0"/>
                        <a:pt x="370" y="0"/>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137"/>
                <p:cNvSpPr/>
                <p:nvPr/>
              </p:nvSpPr>
              <p:spPr>
                <a:xfrm>
                  <a:off x="728638" y="1827537"/>
                  <a:ext cx="47402" cy="47400"/>
                </a:xfrm>
                <a:custGeom>
                  <a:rect b="b" l="l" r="r" t="t"/>
                  <a:pathLst>
                    <a:path extrusionOk="0" h="741" w="741">
                      <a:moveTo>
                        <a:pt x="370" y="0"/>
                      </a:moveTo>
                      <a:cubicBezTo>
                        <a:pt x="165" y="0"/>
                        <a:pt x="0" y="165"/>
                        <a:pt x="0" y="370"/>
                      </a:cubicBezTo>
                      <a:cubicBezTo>
                        <a:pt x="0" y="574"/>
                        <a:pt x="165" y="740"/>
                        <a:pt x="370" y="740"/>
                      </a:cubicBezTo>
                      <a:cubicBezTo>
                        <a:pt x="574" y="740"/>
                        <a:pt x="740" y="574"/>
                        <a:pt x="740" y="370"/>
                      </a:cubicBezTo>
                      <a:cubicBezTo>
                        <a:pt x="740" y="165"/>
                        <a:pt x="574" y="0"/>
                        <a:pt x="370" y="0"/>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137"/>
                <p:cNvSpPr/>
                <p:nvPr/>
              </p:nvSpPr>
              <p:spPr>
                <a:xfrm>
                  <a:off x="728638" y="1969545"/>
                  <a:ext cx="47402" cy="47464"/>
                </a:xfrm>
                <a:custGeom>
                  <a:rect b="b" l="l" r="r" t="t"/>
                  <a:pathLst>
                    <a:path extrusionOk="0" h="742" w="741">
                      <a:moveTo>
                        <a:pt x="370" y="1"/>
                      </a:moveTo>
                      <a:cubicBezTo>
                        <a:pt x="165" y="1"/>
                        <a:pt x="0" y="167"/>
                        <a:pt x="0" y="371"/>
                      </a:cubicBezTo>
                      <a:cubicBezTo>
                        <a:pt x="0" y="576"/>
                        <a:pt x="165" y="742"/>
                        <a:pt x="370" y="742"/>
                      </a:cubicBezTo>
                      <a:cubicBezTo>
                        <a:pt x="574" y="742"/>
                        <a:pt x="740" y="576"/>
                        <a:pt x="740" y="371"/>
                      </a:cubicBezTo>
                      <a:cubicBezTo>
                        <a:pt x="740" y="167"/>
                        <a:pt x="574" y="1"/>
                        <a:pt x="370"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137"/>
                <p:cNvSpPr/>
                <p:nvPr/>
              </p:nvSpPr>
              <p:spPr>
                <a:xfrm>
                  <a:off x="728702" y="1122424"/>
                  <a:ext cx="45419" cy="42091"/>
                </a:xfrm>
                <a:custGeom>
                  <a:rect b="b" l="l" r="r" t="t"/>
                  <a:pathLst>
                    <a:path extrusionOk="0" h="658" w="710">
                      <a:moveTo>
                        <a:pt x="136" y="0"/>
                      </a:moveTo>
                      <a:cubicBezTo>
                        <a:pt x="135" y="0"/>
                        <a:pt x="135" y="1"/>
                        <a:pt x="135" y="2"/>
                      </a:cubicBezTo>
                      <a:cubicBezTo>
                        <a:pt x="53" y="71"/>
                        <a:pt x="0" y="172"/>
                        <a:pt x="0" y="288"/>
                      </a:cubicBezTo>
                      <a:cubicBezTo>
                        <a:pt x="0" y="491"/>
                        <a:pt x="166" y="658"/>
                        <a:pt x="369" y="658"/>
                      </a:cubicBezTo>
                      <a:cubicBezTo>
                        <a:pt x="522" y="658"/>
                        <a:pt x="654" y="565"/>
                        <a:pt x="709" y="433"/>
                      </a:cubicBezTo>
                      <a:cubicBezTo>
                        <a:pt x="532" y="276"/>
                        <a:pt x="342" y="131"/>
                        <a:pt x="138" y="2"/>
                      </a:cubicBezTo>
                      <a:cubicBezTo>
                        <a:pt x="137" y="1"/>
                        <a:pt x="136" y="0"/>
                        <a:pt x="136" y="0"/>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137"/>
                <p:cNvSpPr/>
                <p:nvPr/>
              </p:nvSpPr>
              <p:spPr>
                <a:xfrm>
                  <a:off x="323452" y="1188118"/>
                  <a:ext cx="47466" cy="47464"/>
                </a:xfrm>
                <a:custGeom>
                  <a:rect b="b" l="l" r="r" t="t"/>
                  <a:pathLst>
                    <a:path extrusionOk="0" h="742" w="742">
                      <a:moveTo>
                        <a:pt x="371" y="0"/>
                      </a:moveTo>
                      <a:cubicBezTo>
                        <a:pt x="167" y="0"/>
                        <a:pt x="1" y="166"/>
                        <a:pt x="1" y="371"/>
                      </a:cubicBezTo>
                      <a:cubicBezTo>
                        <a:pt x="1" y="575"/>
                        <a:pt x="167" y="741"/>
                        <a:pt x="371" y="741"/>
                      </a:cubicBezTo>
                      <a:cubicBezTo>
                        <a:pt x="576" y="741"/>
                        <a:pt x="742" y="575"/>
                        <a:pt x="742" y="371"/>
                      </a:cubicBezTo>
                      <a:cubicBezTo>
                        <a:pt x="742" y="166"/>
                        <a:pt x="576" y="0"/>
                        <a:pt x="371" y="0"/>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37"/>
                <p:cNvSpPr/>
                <p:nvPr/>
              </p:nvSpPr>
              <p:spPr>
                <a:xfrm>
                  <a:off x="323452" y="1330254"/>
                  <a:ext cx="47466" cy="47400"/>
                </a:xfrm>
                <a:custGeom>
                  <a:rect b="b" l="l" r="r" t="t"/>
                  <a:pathLst>
                    <a:path extrusionOk="0" h="741" w="742">
                      <a:moveTo>
                        <a:pt x="371" y="0"/>
                      </a:moveTo>
                      <a:cubicBezTo>
                        <a:pt x="167" y="0"/>
                        <a:pt x="1" y="166"/>
                        <a:pt x="1" y="371"/>
                      </a:cubicBezTo>
                      <a:cubicBezTo>
                        <a:pt x="1" y="575"/>
                        <a:pt x="167" y="740"/>
                        <a:pt x="371" y="740"/>
                      </a:cubicBezTo>
                      <a:cubicBezTo>
                        <a:pt x="576" y="740"/>
                        <a:pt x="742" y="575"/>
                        <a:pt x="742" y="371"/>
                      </a:cubicBezTo>
                      <a:cubicBezTo>
                        <a:pt x="742" y="166"/>
                        <a:pt x="576" y="0"/>
                        <a:pt x="371" y="0"/>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137"/>
                <p:cNvSpPr/>
                <p:nvPr/>
              </p:nvSpPr>
              <p:spPr>
                <a:xfrm>
                  <a:off x="465594" y="1259186"/>
                  <a:ext cx="47402" cy="47400"/>
                </a:xfrm>
                <a:custGeom>
                  <a:rect b="b" l="l" r="r" t="t"/>
                  <a:pathLst>
                    <a:path extrusionOk="0" h="741" w="741">
                      <a:moveTo>
                        <a:pt x="371" y="1"/>
                      </a:moveTo>
                      <a:cubicBezTo>
                        <a:pt x="166" y="1"/>
                        <a:pt x="1" y="166"/>
                        <a:pt x="1" y="371"/>
                      </a:cubicBezTo>
                      <a:cubicBezTo>
                        <a:pt x="1" y="575"/>
                        <a:pt x="166" y="741"/>
                        <a:pt x="371" y="741"/>
                      </a:cubicBezTo>
                      <a:cubicBezTo>
                        <a:pt x="575" y="741"/>
                        <a:pt x="741" y="575"/>
                        <a:pt x="741" y="371"/>
                      </a:cubicBezTo>
                      <a:cubicBezTo>
                        <a:pt x="741" y="166"/>
                        <a:pt x="575" y="1"/>
                        <a:pt x="371"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137"/>
                <p:cNvSpPr/>
                <p:nvPr/>
              </p:nvSpPr>
              <p:spPr>
                <a:xfrm>
                  <a:off x="323452" y="1472262"/>
                  <a:ext cx="47466" cy="47464"/>
                </a:xfrm>
                <a:custGeom>
                  <a:rect b="b" l="l" r="r" t="t"/>
                  <a:pathLst>
                    <a:path extrusionOk="0" h="742" w="742">
                      <a:moveTo>
                        <a:pt x="371" y="1"/>
                      </a:moveTo>
                      <a:cubicBezTo>
                        <a:pt x="167" y="1"/>
                        <a:pt x="1" y="167"/>
                        <a:pt x="1" y="371"/>
                      </a:cubicBezTo>
                      <a:cubicBezTo>
                        <a:pt x="1" y="576"/>
                        <a:pt x="167" y="742"/>
                        <a:pt x="371" y="742"/>
                      </a:cubicBezTo>
                      <a:cubicBezTo>
                        <a:pt x="576" y="742"/>
                        <a:pt x="742" y="576"/>
                        <a:pt x="742" y="371"/>
                      </a:cubicBezTo>
                      <a:cubicBezTo>
                        <a:pt x="742" y="167"/>
                        <a:pt x="576" y="1"/>
                        <a:pt x="371"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137"/>
                <p:cNvSpPr/>
                <p:nvPr/>
              </p:nvSpPr>
              <p:spPr>
                <a:xfrm>
                  <a:off x="323452" y="1614334"/>
                  <a:ext cx="47466" cy="47400"/>
                </a:xfrm>
                <a:custGeom>
                  <a:rect b="b" l="l" r="r" t="t"/>
                  <a:pathLst>
                    <a:path extrusionOk="0" h="741" w="742">
                      <a:moveTo>
                        <a:pt x="371" y="1"/>
                      </a:moveTo>
                      <a:cubicBezTo>
                        <a:pt x="167" y="1"/>
                        <a:pt x="1" y="166"/>
                        <a:pt x="1" y="371"/>
                      </a:cubicBezTo>
                      <a:cubicBezTo>
                        <a:pt x="1" y="576"/>
                        <a:pt x="167" y="741"/>
                        <a:pt x="371" y="741"/>
                      </a:cubicBezTo>
                      <a:cubicBezTo>
                        <a:pt x="576" y="741"/>
                        <a:pt x="742" y="576"/>
                        <a:pt x="742" y="371"/>
                      </a:cubicBezTo>
                      <a:cubicBezTo>
                        <a:pt x="742" y="166"/>
                        <a:pt x="576" y="1"/>
                        <a:pt x="371"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137"/>
                <p:cNvSpPr/>
                <p:nvPr/>
              </p:nvSpPr>
              <p:spPr>
                <a:xfrm>
                  <a:off x="323452" y="1756406"/>
                  <a:ext cx="47466" cy="47464"/>
                </a:xfrm>
                <a:custGeom>
                  <a:rect b="b" l="l" r="r" t="t"/>
                  <a:pathLst>
                    <a:path extrusionOk="0" h="742" w="742">
                      <a:moveTo>
                        <a:pt x="371" y="1"/>
                      </a:moveTo>
                      <a:cubicBezTo>
                        <a:pt x="167" y="1"/>
                        <a:pt x="1" y="167"/>
                        <a:pt x="1" y="371"/>
                      </a:cubicBezTo>
                      <a:cubicBezTo>
                        <a:pt x="1" y="575"/>
                        <a:pt x="167" y="742"/>
                        <a:pt x="371" y="742"/>
                      </a:cubicBezTo>
                      <a:cubicBezTo>
                        <a:pt x="576" y="742"/>
                        <a:pt x="742" y="575"/>
                        <a:pt x="742" y="371"/>
                      </a:cubicBezTo>
                      <a:cubicBezTo>
                        <a:pt x="742" y="167"/>
                        <a:pt x="576" y="1"/>
                        <a:pt x="371"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137"/>
                <p:cNvSpPr/>
                <p:nvPr/>
              </p:nvSpPr>
              <p:spPr>
                <a:xfrm>
                  <a:off x="323452" y="1898541"/>
                  <a:ext cx="47466" cy="47400"/>
                </a:xfrm>
                <a:custGeom>
                  <a:rect b="b" l="l" r="r" t="t"/>
                  <a:pathLst>
                    <a:path extrusionOk="0" h="741" w="742">
                      <a:moveTo>
                        <a:pt x="371" y="1"/>
                      </a:moveTo>
                      <a:cubicBezTo>
                        <a:pt x="167" y="1"/>
                        <a:pt x="1" y="166"/>
                        <a:pt x="1" y="370"/>
                      </a:cubicBezTo>
                      <a:cubicBezTo>
                        <a:pt x="1" y="575"/>
                        <a:pt x="167" y="740"/>
                        <a:pt x="371" y="740"/>
                      </a:cubicBezTo>
                      <a:cubicBezTo>
                        <a:pt x="576" y="740"/>
                        <a:pt x="742" y="575"/>
                        <a:pt x="742" y="370"/>
                      </a:cubicBezTo>
                      <a:cubicBezTo>
                        <a:pt x="742" y="166"/>
                        <a:pt x="576" y="1"/>
                        <a:pt x="371"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137"/>
                <p:cNvSpPr/>
                <p:nvPr/>
              </p:nvSpPr>
              <p:spPr>
                <a:xfrm>
                  <a:off x="465594" y="1401258"/>
                  <a:ext cx="47402" cy="47464"/>
                </a:xfrm>
                <a:custGeom>
                  <a:rect b="b" l="l" r="r" t="t"/>
                  <a:pathLst>
                    <a:path extrusionOk="0" h="742" w="741">
                      <a:moveTo>
                        <a:pt x="371" y="1"/>
                      </a:moveTo>
                      <a:cubicBezTo>
                        <a:pt x="166" y="1"/>
                        <a:pt x="1" y="167"/>
                        <a:pt x="1" y="371"/>
                      </a:cubicBezTo>
                      <a:cubicBezTo>
                        <a:pt x="1" y="575"/>
                        <a:pt x="166" y="741"/>
                        <a:pt x="371" y="741"/>
                      </a:cubicBezTo>
                      <a:cubicBezTo>
                        <a:pt x="575" y="741"/>
                        <a:pt x="741" y="575"/>
                        <a:pt x="741" y="371"/>
                      </a:cubicBezTo>
                      <a:cubicBezTo>
                        <a:pt x="741" y="167"/>
                        <a:pt x="575" y="1"/>
                        <a:pt x="371"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137"/>
                <p:cNvSpPr/>
                <p:nvPr/>
              </p:nvSpPr>
              <p:spPr>
                <a:xfrm>
                  <a:off x="465594" y="1543394"/>
                  <a:ext cx="47402" cy="47400"/>
                </a:xfrm>
                <a:custGeom>
                  <a:rect b="b" l="l" r="r" t="t"/>
                  <a:pathLst>
                    <a:path extrusionOk="0" h="741" w="741">
                      <a:moveTo>
                        <a:pt x="371" y="0"/>
                      </a:moveTo>
                      <a:cubicBezTo>
                        <a:pt x="166" y="0"/>
                        <a:pt x="1" y="166"/>
                        <a:pt x="1" y="371"/>
                      </a:cubicBezTo>
                      <a:cubicBezTo>
                        <a:pt x="1" y="575"/>
                        <a:pt x="166" y="740"/>
                        <a:pt x="371" y="740"/>
                      </a:cubicBezTo>
                      <a:cubicBezTo>
                        <a:pt x="575" y="740"/>
                        <a:pt x="741" y="575"/>
                        <a:pt x="741" y="371"/>
                      </a:cubicBezTo>
                      <a:cubicBezTo>
                        <a:pt x="741" y="166"/>
                        <a:pt x="575" y="0"/>
                        <a:pt x="371" y="0"/>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137"/>
                <p:cNvSpPr/>
                <p:nvPr/>
              </p:nvSpPr>
              <p:spPr>
                <a:xfrm>
                  <a:off x="465594" y="1685402"/>
                  <a:ext cx="47402" cy="47464"/>
                </a:xfrm>
                <a:custGeom>
                  <a:rect b="b" l="l" r="r" t="t"/>
                  <a:pathLst>
                    <a:path extrusionOk="0" h="742" w="741">
                      <a:moveTo>
                        <a:pt x="371" y="0"/>
                      </a:moveTo>
                      <a:cubicBezTo>
                        <a:pt x="166" y="0"/>
                        <a:pt x="1" y="166"/>
                        <a:pt x="1" y="371"/>
                      </a:cubicBezTo>
                      <a:cubicBezTo>
                        <a:pt x="1" y="575"/>
                        <a:pt x="166" y="741"/>
                        <a:pt x="371" y="741"/>
                      </a:cubicBezTo>
                      <a:cubicBezTo>
                        <a:pt x="575" y="741"/>
                        <a:pt x="741" y="575"/>
                        <a:pt x="741" y="371"/>
                      </a:cubicBezTo>
                      <a:cubicBezTo>
                        <a:pt x="741" y="166"/>
                        <a:pt x="575" y="0"/>
                        <a:pt x="371" y="0"/>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137"/>
                <p:cNvSpPr/>
                <p:nvPr/>
              </p:nvSpPr>
              <p:spPr>
                <a:xfrm>
                  <a:off x="465594" y="1827537"/>
                  <a:ext cx="47402" cy="47400"/>
                </a:xfrm>
                <a:custGeom>
                  <a:rect b="b" l="l" r="r" t="t"/>
                  <a:pathLst>
                    <a:path extrusionOk="0" h="741" w="741">
                      <a:moveTo>
                        <a:pt x="371" y="0"/>
                      </a:moveTo>
                      <a:cubicBezTo>
                        <a:pt x="166" y="0"/>
                        <a:pt x="1" y="165"/>
                        <a:pt x="1" y="370"/>
                      </a:cubicBezTo>
                      <a:cubicBezTo>
                        <a:pt x="1" y="574"/>
                        <a:pt x="166" y="740"/>
                        <a:pt x="371" y="740"/>
                      </a:cubicBezTo>
                      <a:cubicBezTo>
                        <a:pt x="575" y="740"/>
                        <a:pt x="741" y="574"/>
                        <a:pt x="741" y="370"/>
                      </a:cubicBezTo>
                      <a:cubicBezTo>
                        <a:pt x="741" y="165"/>
                        <a:pt x="575" y="0"/>
                        <a:pt x="371" y="0"/>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137"/>
                <p:cNvSpPr/>
                <p:nvPr/>
              </p:nvSpPr>
              <p:spPr>
                <a:xfrm>
                  <a:off x="465594" y="1969545"/>
                  <a:ext cx="47402" cy="47464"/>
                </a:xfrm>
                <a:custGeom>
                  <a:rect b="b" l="l" r="r" t="t"/>
                  <a:pathLst>
                    <a:path extrusionOk="0" h="742" w="741">
                      <a:moveTo>
                        <a:pt x="371" y="1"/>
                      </a:moveTo>
                      <a:cubicBezTo>
                        <a:pt x="166" y="1"/>
                        <a:pt x="1" y="167"/>
                        <a:pt x="1" y="371"/>
                      </a:cubicBezTo>
                      <a:cubicBezTo>
                        <a:pt x="1" y="576"/>
                        <a:pt x="166" y="742"/>
                        <a:pt x="371" y="742"/>
                      </a:cubicBezTo>
                      <a:cubicBezTo>
                        <a:pt x="575" y="742"/>
                        <a:pt x="741" y="576"/>
                        <a:pt x="741" y="371"/>
                      </a:cubicBezTo>
                      <a:cubicBezTo>
                        <a:pt x="741" y="167"/>
                        <a:pt x="575" y="1"/>
                        <a:pt x="371"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137"/>
                <p:cNvSpPr/>
                <p:nvPr/>
              </p:nvSpPr>
              <p:spPr>
                <a:xfrm>
                  <a:off x="465594" y="1117050"/>
                  <a:ext cx="47402" cy="47464"/>
                </a:xfrm>
                <a:custGeom>
                  <a:rect b="b" l="l" r="r" t="t"/>
                  <a:pathLst>
                    <a:path extrusionOk="0" h="742" w="741">
                      <a:moveTo>
                        <a:pt x="371" y="1"/>
                      </a:moveTo>
                      <a:cubicBezTo>
                        <a:pt x="166" y="1"/>
                        <a:pt x="1" y="167"/>
                        <a:pt x="1" y="371"/>
                      </a:cubicBezTo>
                      <a:cubicBezTo>
                        <a:pt x="1" y="576"/>
                        <a:pt x="166" y="742"/>
                        <a:pt x="371" y="742"/>
                      </a:cubicBezTo>
                      <a:cubicBezTo>
                        <a:pt x="575" y="742"/>
                        <a:pt x="741" y="576"/>
                        <a:pt x="741" y="371"/>
                      </a:cubicBezTo>
                      <a:cubicBezTo>
                        <a:pt x="741" y="167"/>
                        <a:pt x="575" y="1"/>
                        <a:pt x="371"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37"/>
                <p:cNvSpPr/>
                <p:nvPr/>
              </p:nvSpPr>
              <p:spPr>
                <a:xfrm>
                  <a:off x="241635" y="1278248"/>
                  <a:ext cx="8316" cy="22644"/>
                </a:xfrm>
                <a:custGeom>
                  <a:rect b="b" l="l" r="r" t="t"/>
                  <a:pathLst>
                    <a:path extrusionOk="0" h="354" w="130">
                      <a:moveTo>
                        <a:pt x="123" y="1"/>
                      </a:moveTo>
                      <a:cubicBezTo>
                        <a:pt x="77" y="114"/>
                        <a:pt x="34" y="234"/>
                        <a:pt x="0" y="354"/>
                      </a:cubicBezTo>
                      <a:cubicBezTo>
                        <a:pt x="81" y="287"/>
                        <a:pt x="129" y="185"/>
                        <a:pt x="129" y="71"/>
                      </a:cubicBezTo>
                      <a:cubicBezTo>
                        <a:pt x="129" y="47"/>
                        <a:pt x="127" y="23"/>
                        <a:pt x="123"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37"/>
                <p:cNvSpPr/>
                <p:nvPr/>
              </p:nvSpPr>
              <p:spPr>
                <a:xfrm>
                  <a:off x="226410" y="1401386"/>
                  <a:ext cx="23541" cy="47400"/>
                </a:xfrm>
                <a:custGeom>
                  <a:rect b="b" l="l" r="r" t="t"/>
                  <a:pathLst>
                    <a:path extrusionOk="0" h="741" w="368">
                      <a:moveTo>
                        <a:pt x="1" y="1"/>
                      </a:moveTo>
                      <a:lnTo>
                        <a:pt x="1" y="741"/>
                      </a:lnTo>
                      <a:cubicBezTo>
                        <a:pt x="205" y="738"/>
                        <a:pt x="367" y="575"/>
                        <a:pt x="367" y="369"/>
                      </a:cubicBezTo>
                      <a:cubicBezTo>
                        <a:pt x="367" y="166"/>
                        <a:pt x="205" y="3"/>
                        <a:pt x="1"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137"/>
                <p:cNvSpPr/>
                <p:nvPr/>
              </p:nvSpPr>
              <p:spPr>
                <a:xfrm>
                  <a:off x="226410" y="1543330"/>
                  <a:ext cx="23541" cy="47400"/>
                </a:xfrm>
                <a:custGeom>
                  <a:rect b="b" l="l" r="r" t="t"/>
                  <a:pathLst>
                    <a:path extrusionOk="0" h="741" w="368">
                      <a:moveTo>
                        <a:pt x="1" y="0"/>
                      </a:moveTo>
                      <a:lnTo>
                        <a:pt x="1" y="740"/>
                      </a:lnTo>
                      <a:cubicBezTo>
                        <a:pt x="205" y="738"/>
                        <a:pt x="367" y="574"/>
                        <a:pt x="367" y="372"/>
                      </a:cubicBezTo>
                      <a:cubicBezTo>
                        <a:pt x="367" y="167"/>
                        <a:pt x="205" y="2"/>
                        <a:pt x="1" y="0"/>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137"/>
                <p:cNvSpPr/>
                <p:nvPr/>
              </p:nvSpPr>
              <p:spPr>
                <a:xfrm>
                  <a:off x="226410" y="1685466"/>
                  <a:ext cx="23541" cy="47464"/>
                </a:xfrm>
                <a:custGeom>
                  <a:rect b="b" l="l" r="r" t="t"/>
                  <a:pathLst>
                    <a:path extrusionOk="0" h="742" w="368">
                      <a:moveTo>
                        <a:pt x="1" y="0"/>
                      </a:moveTo>
                      <a:lnTo>
                        <a:pt x="1" y="741"/>
                      </a:lnTo>
                      <a:cubicBezTo>
                        <a:pt x="205" y="738"/>
                        <a:pt x="367" y="576"/>
                        <a:pt x="367" y="370"/>
                      </a:cubicBezTo>
                      <a:cubicBezTo>
                        <a:pt x="367" y="165"/>
                        <a:pt x="205" y="3"/>
                        <a:pt x="1" y="0"/>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137"/>
                <p:cNvSpPr/>
                <p:nvPr/>
              </p:nvSpPr>
              <p:spPr>
                <a:xfrm>
                  <a:off x="226410" y="1827409"/>
                  <a:ext cx="23541" cy="47464"/>
                </a:xfrm>
                <a:custGeom>
                  <a:rect b="b" l="l" r="r" t="t"/>
                  <a:pathLst>
                    <a:path extrusionOk="0" h="742" w="368">
                      <a:moveTo>
                        <a:pt x="1" y="0"/>
                      </a:moveTo>
                      <a:lnTo>
                        <a:pt x="1" y="741"/>
                      </a:lnTo>
                      <a:cubicBezTo>
                        <a:pt x="205" y="738"/>
                        <a:pt x="367" y="575"/>
                        <a:pt x="367" y="372"/>
                      </a:cubicBezTo>
                      <a:cubicBezTo>
                        <a:pt x="367" y="167"/>
                        <a:pt x="205" y="3"/>
                        <a:pt x="1" y="0"/>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137"/>
                <p:cNvSpPr/>
                <p:nvPr/>
              </p:nvSpPr>
              <p:spPr>
                <a:xfrm>
                  <a:off x="226410" y="1969545"/>
                  <a:ext cx="23541" cy="47464"/>
                </a:xfrm>
                <a:custGeom>
                  <a:rect b="b" l="l" r="r" t="t"/>
                  <a:pathLst>
                    <a:path extrusionOk="0" h="742" w="368">
                      <a:moveTo>
                        <a:pt x="1" y="1"/>
                      </a:moveTo>
                      <a:lnTo>
                        <a:pt x="1" y="742"/>
                      </a:lnTo>
                      <a:cubicBezTo>
                        <a:pt x="205" y="739"/>
                        <a:pt x="367" y="577"/>
                        <a:pt x="367" y="370"/>
                      </a:cubicBezTo>
                      <a:cubicBezTo>
                        <a:pt x="367" y="166"/>
                        <a:pt x="205" y="4"/>
                        <a:pt x="1"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0" name="Google Shape;10940;p137"/>
              <p:cNvSpPr/>
              <p:nvPr/>
            </p:nvSpPr>
            <p:spPr>
              <a:xfrm>
                <a:off x="991555" y="1408870"/>
                <a:ext cx="47082" cy="39916"/>
              </a:xfrm>
              <a:custGeom>
                <a:rect b="b" l="l" r="r" t="t"/>
                <a:pathLst>
                  <a:path extrusionOk="0" h="624" w="736">
                    <a:moveTo>
                      <a:pt x="103" y="0"/>
                    </a:moveTo>
                    <a:cubicBezTo>
                      <a:pt x="39" y="67"/>
                      <a:pt x="1" y="154"/>
                      <a:pt x="1" y="252"/>
                    </a:cubicBezTo>
                    <a:cubicBezTo>
                      <a:pt x="1" y="457"/>
                      <a:pt x="166" y="624"/>
                      <a:pt x="372" y="624"/>
                    </a:cubicBezTo>
                    <a:cubicBezTo>
                      <a:pt x="553" y="624"/>
                      <a:pt x="707" y="488"/>
                      <a:pt x="735" y="310"/>
                    </a:cubicBezTo>
                    <a:cubicBezTo>
                      <a:pt x="532" y="193"/>
                      <a:pt x="320" y="88"/>
                      <a:pt x="103" y="0"/>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41" name="Google Shape;10941;p137"/>
          <p:cNvGrpSpPr/>
          <p:nvPr/>
        </p:nvGrpSpPr>
        <p:grpSpPr>
          <a:xfrm rot="1745263">
            <a:off x="2285955" y="371910"/>
            <a:ext cx="597556" cy="597694"/>
            <a:chOff x="5038846" y="235350"/>
            <a:chExt cx="158691" cy="158738"/>
          </a:xfrm>
        </p:grpSpPr>
        <p:sp>
          <p:nvSpPr>
            <p:cNvPr id="10942" name="Google Shape;10942;p137"/>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rgbClr val="FFFFFF"/>
            </a:solidFill>
            <a:ln cap="flat" cmpd="sng" w="76200">
              <a:solidFill>
                <a:srgbClr val="FFFFFF"/>
              </a:solidFill>
              <a:prstDash val="solid"/>
              <a:round/>
              <a:headEnd len="sm" w="sm" type="none"/>
              <a:tailEnd len="sm" w="sm" type="none"/>
            </a:ln>
            <a:effectLst>
              <a:outerShdw blurRad="42863" rotWithShape="0" algn="bl" dir="2400000" dist="9525">
                <a:srgbClr val="020001">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137"/>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4" name="Google Shape;10944;p137"/>
          <p:cNvGrpSpPr/>
          <p:nvPr/>
        </p:nvGrpSpPr>
        <p:grpSpPr>
          <a:xfrm>
            <a:off x="6567802" y="695327"/>
            <a:ext cx="546006" cy="519192"/>
            <a:chOff x="5164484" y="526738"/>
            <a:chExt cx="133266" cy="126713"/>
          </a:xfrm>
        </p:grpSpPr>
        <p:sp>
          <p:nvSpPr>
            <p:cNvPr id="10945" name="Google Shape;10945;p137"/>
            <p:cNvSpPr/>
            <p:nvPr/>
          </p:nvSpPr>
          <p:spPr>
            <a:xfrm>
              <a:off x="5164484" y="526738"/>
              <a:ext cx="131950" cy="125325"/>
            </a:xfrm>
            <a:custGeom>
              <a:rect b="b" l="l" r="r" t="t"/>
              <a:pathLst>
                <a:path extrusionOk="0" h="5013" w="5278">
                  <a:moveTo>
                    <a:pt x="2639" y="1"/>
                  </a:moveTo>
                  <a:cubicBezTo>
                    <a:pt x="2431" y="1"/>
                    <a:pt x="2223" y="133"/>
                    <a:pt x="2192" y="399"/>
                  </a:cubicBezTo>
                  <a:cubicBezTo>
                    <a:pt x="2163" y="641"/>
                    <a:pt x="1958" y="797"/>
                    <a:pt x="1743" y="797"/>
                  </a:cubicBezTo>
                  <a:cubicBezTo>
                    <a:pt x="1648" y="797"/>
                    <a:pt x="1550" y="766"/>
                    <a:pt x="1465" y="699"/>
                  </a:cubicBezTo>
                  <a:cubicBezTo>
                    <a:pt x="1375" y="628"/>
                    <a:pt x="1279" y="597"/>
                    <a:pt x="1187" y="597"/>
                  </a:cubicBezTo>
                  <a:cubicBezTo>
                    <a:pt x="852" y="597"/>
                    <a:pt x="573" y="1004"/>
                    <a:pt x="832" y="1333"/>
                  </a:cubicBezTo>
                  <a:cubicBezTo>
                    <a:pt x="1050" y="1609"/>
                    <a:pt x="881" y="2018"/>
                    <a:pt x="531" y="2059"/>
                  </a:cubicBezTo>
                  <a:cubicBezTo>
                    <a:pt x="1" y="2122"/>
                    <a:pt x="1" y="2891"/>
                    <a:pt x="531" y="2954"/>
                  </a:cubicBezTo>
                  <a:cubicBezTo>
                    <a:pt x="881" y="2995"/>
                    <a:pt x="1050" y="3405"/>
                    <a:pt x="832" y="3680"/>
                  </a:cubicBezTo>
                  <a:cubicBezTo>
                    <a:pt x="573" y="4009"/>
                    <a:pt x="852" y="4416"/>
                    <a:pt x="1187" y="4416"/>
                  </a:cubicBezTo>
                  <a:cubicBezTo>
                    <a:pt x="1279" y="4416"/>
                    <a:pt x="1375" y="4385"/>
                    <a:pt x="1465" y="4314"/>
                  </a:cubicBezTo>
                  <a:cubicBezTo>
                    <a:pt x="1550" y="4247"/>
                    <a:pt x="1648" y="4217"/>
                    <a:pt x="1743" y="4217"/>
                  </a:cubicBezTo>
                  <a:cubicBezTo>
                    <a:pt x="1958" y="4217"/>
                    <a:pt x="2163" y="4372"/>
                    <a:pt x="2192" y="4614"/>
                  </a:cubicBezTo>
                  <a:cubicBezTo>
                    <a:pt x="2223" y="4880"/>
                    <a:pt x="2431" y="5012"/>
                    <a:pt x="2639" y="5012"/>
                  </a:cubicBezTo>
                  <a:cubicBezTo>
                    <a:pt x="2847" y="5012"/>
                    <a:pt x="3055" y="4880"/>
                    <a:pt x="3087" y="4614"/>
                  </a:cubicBezTo>
                  <a:cubicBezTo>
                    <a:pt x="3115" y="4372"/>
                    <a:pt x="3321" y="4216"/>
                    <a:pt x="3536" y="4216"/>
                  </a:cubicBezTo>
                  <a:cubicBezTo>
                    <a:pt x="3631" y="4216"/>
                    <a:pt x="3729" y="4247"/>
                    <a:pt x="3813" y="4314"/>
                  </a:cubicBezTo>
                  <a:cubicBezTo>
                    <a:pt x="3903" y="4385"/>
                    <a:pt x="3999" y="4416"/>
                    <a:pt x="4091" y="4416"/>
                  </a:cubicBezTo>
                  <a:cubicBezTo>
                    <a:pt x="4426" y="4416"/>
                    <a:pt x="4706" y="4009"/>
                    <a:pt x="4447" y="3680"/>
                  </a:cubicBezTo>
                  <a:cubicBezTo>
                    <a:pt x="4229" y="3403"/>
                    <a:pt x="4397" y="2995"/>
                    <a:pt x="4747" y="2954"/>
                  </a:cubicBezTo>
                  <a:cubicBezTo>
                    <a:pt x="5278" y="2891"/>
                    <a:pt x="5278" y="2122"/>
                    <a:pt x="4747" y="2059"/>
                  </a:cubicBezTo>
                  <a:cubicBezTo>
                    <a:pt x="4397" y="2018"/>
                    <a:pt x="4229" y="1609"/>
                    <a:pt x="4447" y="1333"/>
                  </a:cubicBezTo>
                  <a:cubicBezTo>
                    <a:pt x="4706" y="1004"/>
                    <a:pt x="4426" y="597"/>
                    <a:pt x="4091" y="597"/>
                  </a:cubicBezTo>
                  <a:cubicBezTo>
                    <a:pt x="3999" y="597"/>
                    <a:pt x="3903" y="628"/>
                    <a:pt x="3813" y="699"/>
                  </a:cubicBezTo>
                  <a:cubicBezTo>
                    <a:pt x="3728" y="766"/>
                    <a:pt x="3630" y="797"/>
                    <a:pt x="3535" y="797"/>
                  </a:cubicBezTo>
                  <a:cubicBezTo>
                    <a:pt x="3320" y="797"/>
                    <a:pt x="3115" y="641"/>
                    <a:pt x="3087" y="399"/>
                  </a:cubicBezTo>
                  <a:cubicBezTo>
                    <a:pt x="3055" y="133"/>
                    <a:pt x="2847" y="1"/>
                    <a:pt x="2639" y="1"/>
                  </a:cubicBezTo>
                  <a:close/>
                </a:path>
              </a:pathLst>
            </a:custGeom>
            <a:solidFill>
              <a:srgbClr val="020001"/>
            </a:solidFill>
            <a:ln cap="flat" cmpd="sng" w="76200">
              <a:solidFill>
                <a:srgbClr val="FFFFFF"/>
              </a:solidFill>
              <a:prstDash val="solid"/>
              <a:round/>
              <a:headEnd len="sm" w="sm" type="none"/>
              <a:tailEnd len="sm" w="sm" type="none"/>
            </a:ln>
            <a:effectLst>
              <a:outerShdw blurRad="42863" rotWithShape="0" algn="bl" dir="2400000" dist="9525">
                <a:srgbClr val="020001">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137"/>
            <p:cNvSpPr/>
            <p:nvPr/>
          </p:nvSpPr>
          <p:spPr>
            <a:xfrm>
              <a:off x="5165850" y="528150"/>
              <a:ext cx="131900" cy="125300"/>
            </a:xfrm>
            <a:custGeom>
              <a:rect b="b" l="l" r="r" t="t"/>
              <a:pathLst>
                <a:path extrusionOk="0" h="5012" w="5276">
                  <a:moveTo>
                    <a:pt x="2637" y="1"/>
                  </a:moveTo>
                  <a:cubicBezTo>
                    <a:pt x="2429" y="1"/>
                    <a:pt x="2221" y="133"/>
                    <a:pt x="2190" y="399"/>
                  </a:cubicBezTo>
                  <a:cubicBezTo>
                    <a:pt x="2162" y="640"/>
                    <a:pt x="1957" y="796"/>
                    <a:pt x="1742" y="796"/>
                  </a:cubicBezTo>
                  <a:cubicBezTo>
                    <a:pt x="1647" y="796"/>
                    <a:pt x="1550" y="766"/>
                    <a:pt x="1465" y="699"/>
                  </a:cubicBezTo>
                  <a:cubicBezTo>
                    <a:pt x="1374" y="628"/>
                    <a:pt x="1278" y="597"/>
                    <a:pt x="1186" y="597"/>
                  </a:cubicBezTo>
                  <a:cubicBezTo>
                    <a:pt x="851" y="597"/>
                    <a:pt x="572" y="1003"/>
                    <a:pt x="831" y="1332"/>
                  </a:cubicBezTo>
                  <a:cubicBezTo>
                    <a:pt x="1049" y="1608"/>
                    <a:pt x="880" y="2017"/>
                    <a:pt x="531" y="2058"/>
                  </a:cubicBezTo>
                  <a:cubicBezTo>
                    <a:pt x="0" y="2122"/>
                    <a:pt x="0" y="2891"/>
                    <a:pt x="531" y="2954"/>
                  </a:cubicBezTo>
                  <a:cubicBezTo>
                    <a:pt x="880" y="2995"/>
                    <a:pt x="1049" y="3404"/>
                    <a:pt x="831" y="3680"/>
                  </a:cubicBezTo>
                  <a:cubicBezTo>
                    <a:pt x="572" y="4009"/>
                    <a:pt x="851" y="4415"/>
                    <a:pt x="1186" y="4415"/>
                  </a:cubicBezTo>
                  <a:cubicBezTo>
                    <a:pt x="1278" y="4415"/>
                    <a:pt x="1374" y="4384"/>
                    <a:pt x="1465" y="4313"/>
                  </a:cubicBezTo>
                  <a:cubicBezTo>
                    <a:pt x="1549" y="4246"/>
                    <a:pt x="1646" y="4216"/>
                    <a:pt x="1741" y="4216"/>
                  </a:cubicBezTo>
                  <a:cubicBezTo>
                    <a:pt x="1956" y="4216"/>
                    <a:pt x="2162" y="4372"/>
                    <a:pt x="2190" y="4614"/>
                  </a:cubicBezTo>
                  <a:cubicBezTo>
                    <a:pt x="2222" y="4879"/>
                    <a:pt x="2431" y="5011"/>
                    <a:pt x="2639" y="5011"/>
                  </a:cubicBezTo>
                  <a:cubicBezTo>
                    <a:pt x="2847" y="5011"/>
                    <a:pt x="3055" y="4879"/>
                    <a:pt x="3086" y="4614"/>
                  </a:cubicBezTo>
                  <a:cubicBezTo>
                    <a:pt x="3115" y="4372"/>
                    <a:pt x="3320" y="4216"/>
                    <a:pt x="3535" y="4216"/>
                  </a:cubicBezTo>
                  <a:cubicBezTo>
                    <a:pt x="3630" y="4216"/>
                    <a:pt x="3728" y="4246"/>
                    <a:pt x="3813" y="4313"/>
                  </a:cubicBezTo>
                  <a:cubicBezTo>
                    <a:pt x="3903" y="4384"/>
                    <a:pt x="3999" y="4415"/>
                    <a:pt x="4091" y="4415"/>
                  </a:cubicBezTo>
                  <a:cubicBezTo>
                    <a:pt x="4425" y="4415"/>
                    <a:pt x="4704" y="4009"/>
                    <a:pt x="4445" y="3680"/>
                  </a:cubicBezTo>
                  <a:cubicBezTo>
                    <a:pt x="4227" y="3404"/>
                    <a:pt x="4397" y="2995"/>
                    <a:pt x="4746" y="2954"/>
                  </a:cubicBezTo>
                  <a:cubicBezTo>
                    <a:pt x="5276" y="2891"/>
                    <a:pt x="5276" y="2122"/>
                    <a:pt x="4746" y="2058"/>
                  </a:cubicBezTo>
                  <a:cubicBezTo>
                    <a:pt x="4397" y="2017"/>
                    <a:pt x="4227" y="1608"/>
                    <a:pt x="4445" y="1332"/>
                  </a:cubicBezTo>
                  <a:cubicBezTo>
                    <a:pt x="4704" y="1003"/>
                    <a:pt x="4425" y="597"/>
                    <a:pt x="4091" y="597"/>
                  </a:cubicBezTo>
                  <a:cubicBezTo>
                    <a:pt x="3999" y="597"/>
                    <a:pt x="3903" y="628"/>
                    <a:pt x="3813" y="699"/>
                  </a:cubicBezTo>
                  <a:cubicBezTo>
                    <a:pt x="3728" y="766"/>
                    <a:pt x="3631" y="796"/>
                    <a:pt x="3535" y="796"/>
                  </a:cubicBezTo>
                  <a:cubicBezTo>
                    <a:pt x="3320" y="796"/>
                    <a:pt x="3115" y="640"/>
                    <a:pt x="3086" y="399"/>
                  </a:cubicBezTo>
                  <a:cubicBezTo>
                    <a:pt x="3054" y="133"/>
                    <a:pt x="2845" y="1"/>
                    <a:pt x="2637"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137"/>
          <p:cNvGrpSpPr/>
          <p:nvPr/>
        </p:nvGrpSpPr>
        <p:grpSpPr>
          <a:xfrm>
            <a:off x="1070500" y="233235"/>
            <a:ext cx="1038153" cy="994206"/>
            <a:chOff x="-2758050" y="2287950"/>
            <a:chExt cx="370875" cy="355175"/>
          </a:xfrm>
        </p:grpSpPr>
        <p:sp>
          <p:nvSpPr>
            <p:cNvPr id="10948" name="Google Shape;10948;p137"/>
            <p:cNvSpPr/>
            <p:nvPr/>
          </p:nvSpPr>
          <p:spPr>
            <a:xfrm>
              <a:off x="-2758050" y="2287950"/>
              <a:ext cx="370875" cy="355175"/>
            </a:xfrm>
            <a:custGeom>
              <a:rect b="b" l="l" r="r" t="t"/>
              <a:pathLst>
                <a:path extrusionOk="0" h="14207" w="14835">
                  <a:moveTo>
                    <a:pt x="7426" y="0"/>
                  </a:moveTo>
                  <a:cubicBezTo>
                    <a:pt x="5114" y="0"/>
                    <a:pt x="2833" y="1125"/>
                    <a:pt x="1456" y="3245"/>
                  </a:cubicBezTo>
                  <a:cubicBezTo>
                    <a:pt x="150" y="5257"/>
                    <a:pt x="1" y="7746"/>
                    <a:pt x="879" y="9854"/>
                  </a:cubicBezTo>
                  <a:cubicBezTo>
                    <a:pt x="881" y="9869"/>
                    <a:pt x="884" y="9880"/>
                    <a:pt x="889" y="9891"/>
                  </a:cubicBezTo>
                  <a:cubicBezTo>
                    <a:pt x="913" y="9946"/>
                    <a:pt x="936" y="9999"/>
                    <a:pt x="959" y="10051"/>
                  </a:cubicBezTo>
                  <a:cubicBezTo>
                    <a:pt x="961" y="10056"/>
                    <a:pt x="963" y="10061"/>
                    <a:pt x="966" y="10066"/>
                  </a:cubicBezTo>
                  <a:cubicBezTo>
                    <a:pt x="977" y="10092"/>
                    <a:pt x="990" y="10118"/>
                    <a:pt x="1002" y="10144"/>
                  </a:cubicBezTo>
                  <a:cubicBezTo>
                    <a:pt x="1008" y="10158"/>
                    <a:pt x="1013" y="10169"/>
                    <a:pt x="1019" y="10181"/>
                  </a:cubicBezTo>
                  <a:cubicBezTo>
                    <a:pt x="1042" y="10228"/>
                    <a:pt x="1065" y="10274"/>
                    <a:pt x="1088" y="10321"/>
                  </a:cubicBezTo>
                  <a:lnTo>
                    <a:pt x="1104" y="10352"/>
                  </a:lnTo>
                  <a:lnTo>
                    <a:pt x="1142" y="10426"/>
                  </a:lnTo>
                  <a:cubicBezTo>
                    <a:pt x="1150" y="10439"/>
                    <a:pt x="1157" y="10455"/>
                    <a:pt x="1166" y="10469"/>
                  </a:cubicBezTo>
                  <a:cubicBezTo>
                    <a:pt x="1186" y="10508"/>
                    <a:pt x="1207" y="10546"/>
                    <a:pt x="1229" y="10584"/>
                  </a:cubicBezTo>
                  <a:cubicBezTo>
                    <a:pt x="1238" y="10600"/>
                    <a:pt x="1246" y="10618"/>
                    <a:pt x="1256" y="10633"/>
                  </a:cubicBezTo>
                  <a:lnTo>
                    <a:pt x="1295" y="10698"/>
                  </a:lnTo>
                  <a:cubicBezTo>
                    <a:pt x="1305" y="10716"/>
                    <a:pt x="1315" y="10733"/>
                    <a:pt x="1326" y="10750"/>
                  </a:cubicBezTo>
                  <a:cubicBezTo>
                    <a:pt x="1343" y="10781"/>
                    <a:pt x="1362" y="10811"/>
                    <a:pt x="1380" y="10842"/>
                  </a:cubicBezTo>
                  <a:cubicBezTo>
                    <a:pt x="1395" y="10864"/>
                    <a:pt x="1408" y="10886"/>
                    <a:pt x="1422" y="10908"/>
                  </a:cubicBezTo>
                  <a:cubicBezTo>
                    <a:pt x="1435" y="10927"/>
                    <a:pt x="1446" y="10947"/>
                    <a:pt x="1460" y="10966"/>
                  </a:cubicBezTo>
                  <a:cubicBezTo>
                    <a:pt x="1472" y="10986"/>
                    <a:pt x="1487" y="11007"/>
                    <a:pt x="1499" y="11028"/>
                  </a:cubicBezTo>
                  <a:lnTo>
                    <a:pt x="1545" y="11098"/>
                  </a:lnTo>
                  <a:cubicBezTo>
                    <a:pt x="1564" y="11125"/>
                    <a:pt x="1583" y="11150"/>
                    <a:pt x="1600" y="11177"/>
                  </a:cubicBezTo>
                  <a:cubicBezTo>
                    <a:pt x="1612" y="11194"/>
                    <a:pt x="1623" y="11211"/>
                    <a:pt x="1636" y="11228"/>
                  </a:cubicBezTo>
                  <a:cubicBezTo>
                    <a:pt x="1653" y="11250"/>
                    <a:pt x="1670" y="11275"/>
                    <a:pt x="1687" y="11299"/>
                  </a:cubicBezTo>
                  <a:cubicBezTo>
                    <a:pt x="1698" y="11315"/>
                    <a:pt x="1711" y="11332"/>
                    <a:pt x="1724" y="11348"/>
                  </a:cubicBezTo>
                  <a:cubicBezTo>
                    <a:pt x="1746" y="11378"/>
                    <a:pt x="1769" y="11409"/>
                    <a:pt x="1792" y="11439"/>
                  </a:cubicBezTo>
                  <a:cubicBezTo>
                    <a:pt x="1803" y="11454"/>
                    <a:pt x="1814" y="11467"/>
                    <a:pt x="1826" y="11483"/>
                  </a:cubicBezTo>
                  <a:cubicBezTo>
                    <a:pt x="1847" y="11510"/>
                    <a:pt x="1867" y="11536"/>
                    <a:pt x="1889" y="11563"/>
                  </a:cubicBezTo>
                  <a:cubicBezTo>
                    <a:pt x="1898" y="11574"/>
                    <a:pt x="1907" y="11585"/>
                    <a:pt x="1916" y="11596"/>
                  </a:cubicBezTo>
                  <a:cubicBezTo>
                    <a:pt x="1944" y="11629"/>
                    <a:pt x="1971" y="11662"/>
                    <a:pt x="1998" y="11695"/>
                  </a:cubicBezTo>
                  <a:cubicBezTo>
                    <a:pt x="2008" y="11707"/>
                    <a:pt x="2018" y="11719"/>
                    <a:pt x="2028" y="11730"/>
                  </a:cubicBezTo>
                  <a:cubicBezTo>
                    <a:pt x="2053" y="11760"/>
                    <a:pt x="2079" y="11789"/>
                    <a:pt x="2105" y="11818"/>
                  </a:cubicBezTo>
                  <a:cubicBezTo>
                    <a:pt x="2110" y="11825"/>
                    <a:pt x="2116" y="11831"/>
                    <a:pt x="2121" y="11838"/>
                  </a:cubicBezTo>
                  <a:cubicBezTo>
                    <a:pt x="2152" y="11872"/>
                    <a:pt x="2182" y="11905"/>
                    <a:pt x="2214" y="11939"/>
                  </a:cubicBezTo>
                  <a:cubicBezTo>
                    <a:pt x="2225" y="11949"/>
                    <a:pt x="2234" y="11959"/>
                    <a:pt x="2244" y="11970"/>
                  </a:cubicBezTo>
                  <a:cubicBezTo>
                    <a:pt x="2273" y="12001"/>
                    <a:pt x="2302" y="12032"/>
                    <a:pt x="2332" y="12063"/>
                  </a:cubicBezTo>
                  <a:cubicBezTo>
                    <a:pt x="2335" y="12066"/>
                    <a:pt x="2339" y="12070"/>
                    <a:pt x="2342" y="12074"/>
                  </a:cubicBezTo>
                  <a:lnTo>
                    <a:pt x="2442" y="12174"/>
                  </a:lnTo>
                  <a:cubicBezTo>
                    <a:pt x="2452" y="12183"/>
                    <a:pt x="2461" y="12193"/>
                    <a:pt x="2471" y="12202"/>
                  </a:cubicBezTo>
                  <a:cubicBezTo>
                    <a:pt x="2504" y="12234"/>
                    <a:pt x="2538" y="12266"/>
                    <a:pt x="2571" y="12297"/>
                  </a:cubicBezTo>
                  <a:cubicBezTo>
                    <a:pt x="2573" y="12298"/>
                    <a:pt x="2575" y="12300"/>
                    <a:pt x="2576" y="12302"/>
                  </a:cubicBezTo>
                  <a:cubicBezTo>
                    <a:pt x="2612" y="12334"/>
                    <a:pt x="2648" y="12368"/>
                    <a:pt x="2684" y="12400"/>
                  </a:cubicBezTo>
                  <a:cubicBezTo>
                    <a:pt x="2693" y="12408"/>
                    <a:pt x="2701" y="12417"/>
                    <a:pt x="2712" y="12425"/>
                  </a:cubicBezTo>
                  <a:cubicBezTo>
                    <a:pt x="2748" y="12457"/>
                    <a:pt x="2786" y="12489"/>
                    <a:pt x="2822" y="12520"/>
                  </a:cubicBezTo>
                  <a:lnTo>
                    <a:pt x="2823" y="12522"/>
                  </a:lnTo>
                  <a:lnTo>
                    <a:pt x="2824" y="12522"/>
                  </a:lnTo>
                  <a:cubicBezTo>
                    <a:pt x="2870" y="12560"/>
                    <a:pt x="2916" y="12597"/>
                    <a:pt x="2961" y="12633"/>
                  </a:cubicBezTo>
                  <a:lnTo>
                    <a:pt x="3000" y="12664"/>
                  </a:lnTo>
                  <a:cubicBezTo>
                    <a:pt x="3038" y="12694"/>
                    <a:pt x="3076" y="12724"/>
                    <a:pt x="3113" y="12754"/>
                  </a:cubicBezTo>
                  <a:cubicBezTo>
                    <a:pt x="3123" y="12761"/>
                    <a:pt x="3133" y="12770"/>
                    <a:pt x="3143" y="12776"/>
                  </a:cubicBezTo>
                  <a:cubicBezTo>
                    <a:pt x="3189" y="12811"/>
                    <a:pt x="3236" y="12844"/>
                    <a:pt x="3282" y="12878"/>
                  </a:cubicBezTo>
                  <a:lnTo>
                    <a:pt x="3322" y="12905"/>
                  </a:lnTo>
                  <a:cubicBezTo>
                    <a:pt x="3358" y="12931"/>
                    <a:pt x="3394" y="12955"/>
                    <a:pt x="3430" y="12979"/>
                  </a:cubicBezTo>
                  <a:cubicBezTo>
                    <a:pt x="3443" y="12989"/>
                    <a:pt x="3458" y="12999"/>
                    <a:pt x="3472" y="13009"/>
                  </a:cubicBezTo>
                  <a:cubicBezTo>
                    <a:pt x="3519" y="13040"/>
                    <a:pt x="3565" y="13071"/>
                    <a:pt x="3612" y="13101"/>
                  </a:cubicBezTo>
                  <a:cubicBezTo>
                    <a:pt x="3623" y="13108"/>
                    <a:pt x="3634" y="13115"/>
                    <a:pt x="3647" y="13122"/>
                  </a:cubicBezTo>
                  <a:cubicBezTo>
                    <a:pt x="3683" y="13146"/>
                    <a:pt x="3720" y="13168"/>
                    <a:pt x="3757" y="13191"/>
                  </a:cubicBezTo>
                  <a:cubicBezTo>
                    <a:pt x="3776" y="13201"/>
                    <a:pt x="3793" y="13213"/>
                    <a:pt x="3810" y="13224"/>
                  </a:cubicBezTo>
                  <a:cubicBezTo>
                    <a:pt x="3846" y="13245"/>
                    <a:pt x="3884" y="13266"/>
                    <a:pt x="3920" y="13287"/>
                  </a:cubicBezTo>
                  <a:cubicBezTo>
                    <a:pt x="3937" y="13296"/>
                    <a:pt x="3952" y="13304"/>
                    <a:pt x="3969" y="13313"/>
                  </a:cubicBezTo>
                  <a:lnTo>
                    <a:pt x="4097" y="13384"/>
                  </a:lnTo>
                  <a:cubicBezTo>
                    <a:pt x="4117" y="13395"/>
                    <a:pt x="4138" y="13405"/>
                    <a:pt x="4160" y="13416"/>
                  </a:cubicBezTo>
                  <a:cubicBezTo>
                    <a:pt x="4189" y="13431"/>
                    <a:pt x="4219" y="13445"/>
                    <a:pt x="4248" y="13461"/>
                  </a:cubicBezTo>
                  <a:cubicBezTo>
                    <a:pt x="4271" y="13471"/>
                    <a:pt x="4292" y="13483"/>
                    <a:pt x="4313" y="13493"/>
                  </a:cubicBezTo>
                  <a:cubicBezTo>
                    <a:pt x="4357" y="13515"/>
                    <a:pt x="4401" y="13535"/>
                    <a:pt x="4444" y="13556"/>
                  </a:cubicBezTo>
                  <a:cubicBezTo>
                    <a:pt x="4469" y="13567"/>
                    <a:pt x="4494" y="13578"/>
                    <a:pt x="4519" y="13590"/>
                  </a:cubicBezTo>
                  <a:cubicBezTo>
                    <a:pt x="4542" y="13601"/>
                    <a:pt x="4568" y="13612"/>
                    <a:pt x="4593" y="13623"/>
                  </a:cubicBezTo>
                  <a:cubicBezTo>
                    <a:pt x="4620" y="13634"/>
                    <a:pt x="4646" y="13647"/>
                    <a:pt x="4673" y="13658"/>
                  </a:cubicBezTo>
                  <a:cubicBezTo>
                    <a:pt x="4697" y="13668"/>
                    <a:pt x="4721" y="13678"/>
                    <a:pt x="4746" y="13688"/>
                  </a:cubicBezTo>
                  <a:cubicBezTo>
                    <a:pt x="4793" y="13707"/>
                    <a:pt x="4841" y="13726"/>
                    <a:pt x="4890" y="13745"/>
                  </a:cubicBezTo>
                  <a:cubicBezTo>
                    <a:pt x="4909" y="13752"/>
                    <a:pt x="4928" y="13760"/>
                    <a:pt x="4948" y="13766"/>
                  </a:cubicBezTo>
                  <a:cubicBezTo>
                    <a:pt x="4979" y="13778"/>
                    <a:pt x="5010" y="13789"/>
                    <a:pt x="5042" y="13799"/>
                  </a:cubicBezTo>
                  <a:cubicBezTo>
                    <a:pt x="5058" y="13807"/>
                    <a:pt x="5076" y="13812"/>
                    <a:pt x="5092" y="13817"/>
                  </a:cubicBezTo>
                  <a:cubicBezTo>
                    <a:pt x="5162" y="13841"/>
                    <a:pt x="5233" y="13864"/>
                    <a:pt x="5304" y="13886"/>
                  </a:cubicBezTo>
                  <a:cubicBezTo>
                    <a:pt x="5306" y="13887"/>
                    <a:pt x="5308" y="13887"/>
                    <a:pt x="5310" y="13889"/>
                  </a:cubicBezTo>
                  <a:cubicBezTo>
                    <a:pt x="5346" y="13901"/>
                    <a:pt x="5382" y="13911"/>
                    <a:pt x="5419" y="13921"/>
                  </a:cubicBezTo>
                  <a:cubicBezTo>
                    <a:pt x="5430" y="13925"/>
                    <a:pt x="5441" y="13927"/>
                    <a:pt x="5454" y="13932"/>
                  </a:cubicBezTo>
                  <a:cubicBezTo>
                    <a:pt x="5569" y="13965"/>
                    <a:pt x="5687" y="13996"/>
                    <a:pt x="5806" y="14023"/>
                  </a:cubicBezTo>
                  <a:cubicBezTo>
                    <a:pt x="5812" y="14024"/>
                    <a:pt x="5817" y="14025"/>
                    <a:pt x="5823" y="14027"/>
                  </a:cubicBezTo>
                  <a:cubicBezTo>
                    <a:pt x="5991" y="14066"/>
                    <a:pt x="6161" y="14098"/>
                    <a:pt x="6331" y="14124"/>
                  </a:cubicBezTo>
                  <a:cubicBezTo>
                    <a:pt x="6691" y="14179"/>
                    <a:pt x="7054" y="14207"/>
                    <a:pt x="7417" y="14207"/>
                  </a:cubicBezTo>
                  <a:cubicBezTo>
                    <a:pt x="9727" y="14207"/>
                    <a:pt x="12007" y="13082"/>
                    <a:pt x="13385" y="10961"/>
                  </a:cubicBezTo>
                  <a:cubicBezTo>
                    <a:pt x="14666" y="8985"/>
                    <a:pt x="14834" y="6550"/>
                    <a:pt x="14006" y="4467"/>
                  </a:cubicBezTo>
                  <a:cubicBezTo>
                    <a:pt x="14006" y="4465"/>
                    <a:pt x="14005" y="4464"/>
                    <a:pt x="14005" y="4464"/>
                  </a:cubicBezTo>
                  <a:cubicBezTo>
                    <a:pt x="13947" y="4317"/>
                    <a:pt x="13883" y="4173"/>
                    <a:pt x="13815" y="4030"/>
                  </a:cubicBezTo>
                  <a:cubicBezTo>
                    <a:pt x="13814" y="4025"/>
                    <a:pt x="13811" y="4021"/>
                    <a:pt x="13810" y="4018"/>
                  </a:cubicBezTo>
                  <a:cubicBezTo>
                    <a:pt x="13794" y="3985"/>
                    <a:pt x="13778" y="3952"/>
                    <a:pt x="13762" y="3920"/>
                  </a:cubicBezTo>
                  <a:cubicBezTo>
                    <a:pt x="13758" y="3913"/>
                    <a:pt x="13756" y="3907"/>
                    <a:pt x="13752" y="3901"/>
                  </a:cubicBezTo>
                  <a:cubicBezTo>
                    <a:pt x="13702" y="3803"/>
                    <a:pt x="13651" y="3706"/>
                    <a:pt x="13597" y="3608"/>
                  </a:cubicBezTo>
                  <a:cubicBezTo>
                    <a:pt x="13593" y="3601"/>
                    <a:pt x="13588" y="3593"/>
                    <a:pt x="13584" y="3585"/>
                  </a:cubicBezTo>
                  <a:cubicBezTo>
                    <a:pt x="13568" y="3556"/>
                    <a:pt x="13552" y="3529"/>
                    <a:pt x="13536" y="3502"/>
                  </a:cubicBezTo>
                  <a:cubicBezTo>
                    <a:pt x="13529" y="3489"/>
                    <a:pt x="13522" y="3477"/>
                    <a:pt x="13515" y="3464"/>
                  </a:cubicBezTo>
                  <a:cubicBezTo>
                    <a:pt x="13499" y="3437"/>
                    <a:pt x="13483" y="3411"/>
                    <a:pt x="13467" y="3385"/>
                  </a:cubicBezTo>
                  <a:cubicBezTo>
                    <a:pt x="13461" y="3374"/>
                    <a:pt x="13454" y="3364"/>
                    <a:pt x="13447" y="3353"/>
                  </a:cubicBezTo>
                  <a:cubicBezTo>
                    <a:pt x="13418" y="3304"/>
                    <a:pt x="13388" y="3257"/>
                    <a:pt x="13358" y="3209"/>
                  </a:cubicBezTo>
                  <a:cubicBezTo>
                    <a:pt x="13348" y="3195"/>
                    <a:pt x="13338" y="3179"/>
                    <a:pt x="13329" y="3165"/>
                  </a:cubicBezTo>
                  <a:cubicBezTo>
                    <a:pt x="13313" y="3143"/>
                    <a:pt x="13299" y="3120"/>
                    <a:pt x="13283" y="3098"/>
                  </a:cubicBezTo>
                  <a:cubicBezTo>
                    <a:pt x="13272" y="3081"/>
                    <a:pt x="13261" y="3064"/>
                    <a:pt x="13249" y="3046"/>
                  </a:cubicBezTo>
                  <a:cubicBezTo>
                    <a:pt x="13235" y="3025"/>
                    <a:pt x="13219" y="3004"/>
                    <a:pt x="13205" y="2983"/>
                  </a:cubicBezTo>
                  <a:cubicBezTo>
                    <a:pt x="13191" y="2964"/>
                    <a:pt x="13177" y="2945"/>
                    <a:pt x="13163" y="2924"/>
                  </a:cubicBezTo>
                  <a:cubicBezTo>
                    <a:pt x="13144" y="2898"/>
                    <a:pt x="13127" y="2874"/>
                    <a:pt x="13107" y="2849"/>
                  </a:cubicBezTo>
                  <a:cubicBezTo>
                    <a:pt x="13086" y="2821"/>
                    <a:pt x="13066" y="2793"/>
                    <a:pt x="13044" y="2765"/>
                  </a:cubicBezTo>
                  <a:cubicBezTo>
                    <a:pt x="13031" y="2749"/>
                    <a:pt x="13018" y="2731"/>
                    <a:pt x="13004" y="2715"/>
                  </a:cubicBezTo>
                  <a:cubicBezTo>
                    <a:pt x="12987" y="2693"/>
                    <a:pt x="12971" y="2672"/>
                    <a:pt x="12952" y="2651"/>
                  </a:cubicBezTo>
                  <a:cubicBezTo>
                    <a:pt x="12940" y="2633"/>
                    <a:pt x="12925" y="2617"/>
                    <a:pt x="12912" y="2601"/>
                  </a:cubicBezTo>
                  <a:lnTo>
                    <a:pt x="12854" y="2532"/>
                  </a:lnTo>
                  <a:cubicBezTo>
                    <a:pt x="12843" y="2519"/>
                    <a:pt x="12832" y="2504"/>
                    <a:pt x="12820" y="2492"/>
                  </a:cubicBezTo>
                  <a:cubicBezTo>
                    <a:pt x="12791" y="2457"/>
                    <a:pt x="12760" y="2422"/>
                    <a:pt x="12729" y="2388"/>
                  </a:cubicBezTo>
                  <a:lnTo>
                    <a:pt x="12698" y="2353"/>
                  </a:lnTo>
                  <a:cubicBezTo>
                    <a:pt x="12677" y="2328"/>
                    <a:pt x="12653" y="2302"/>
                    <a:pt x="12629" y="2277"/>
                  </a:cubicBezTo>
                  <a:cubicBezTo>
                    <a:pt x="12617" y="2265"/>
                    <a:pt x="12605" y="2251"/>
                    <a:pt x="12592" y="2238"/>
                  </a:cubicBezTo>
                  <a:cubicBezTo>
                    <a:pt x="12569" y="2213"/>
                    <a:pt x="12546" y="2188"/>
                    <a:pt x="12522" y="2164"/>
                  </a:cubicBezTo>
                  <a:cubicBezTo>
                    <a:pt x="12510" y="2152"/>
                    <a:pt x="12500" y="2142"/>
                    <a:pt x="12489" y="2131"/>
                  </a:cubicBezTo>
                  <a:cubicBezTo>
                    <a:pt x="12456" y="2096"/>
                    <a:pt x="12421" y="2063"/>
                    <a:pt x="12386" y="2027"/>
                  </a:cubicBezTo>
                  <a:cubicBezTo>
                    <a:pt x="12379" y="2021"/>
                    <a:pt x="12373" y="2014"/>
                    <a:pt x="12367" y="2009"/>
                  </a:cubicBezTo>
                  <a:lnTo>
                    <a:pt x="12277" y="1924"/>
                  </a:lnTo>
                  <a:cubicBezTo>
                    <a:pt x="12266" y="1914"/>
                    <a:pt x="12254" y="1903"/>
                    <a:pt x="12243" y="1892"/>
                  </a:cubicBezTo>
                  <a:cubicBezTo>
                    <a:pt x="12215" y="1868"/>
                    <a:pt x="12189" y="1843"/>
                    <a:pt x="12163" y="1820"/>
                  </a:cubicBezTo>
                  <a:cubicBezTo>
                    <a:pt x="12151" y="1810"/>
                    <a:pt x="12141" y="1800"/>
                    <a:pt x="12130" y="1790"/>
                  </a:cubicBezTo>
                  <a:cubicBezTo>
                    <a:pt x="12091" y="1756"/>
                    <a:pt x="12054" y="1724"/>
                    <a:pt x="12016" y="1692"/>
                  </a:cubicBezTo>
                  <a:cubicBezTo>
                    <a:pt x="11969" y="1652"/>
                    <a:pt x="11921" y="1614"/>
                    <a:pt x="11874" y="1574"/>
                  </a:cubicBezTo>
                  <a:cubicBezTo>
                    <a:pt x="11858" y="1563"/>
                    <a:pt x="11844" y="1552"/>
                    <a:pt x="11828" y="1538"/>
                  </a:cubicBezTo>
                  <a:cubicBezTo>
                    <a:pt x="11795" y="1513"/>
                    <a:pt x="11761" y="1486"/>
                    <a:pt x="11728" y="1460"/>
                  </a:cubicBezTo>
                  <a:cubicBezTo>
                    <a:pt x="11711" y="1446"/>
                    <a:pt x="11693" y="1434"/>
                    <a:pt x="11677" y="1421"/>
                  </a:cubicBezTo>
                  <a:cubicBezTo>
                    <a:pt x="11643" y="1397"/>
                    <a:pt x="11611" y="1372"/>
                    <a:pt x="11577" y="1347"/>
                  </a:cubicBezTo>
                  <a:cubicBezTo>
                    <a:pt x="11560" y="1336"/>
                    <a:pt x="11544" y="1325"/>
                    <a:pt x="11528" y="1311"/>
                  </a:cubicBezTo>
                  <a:cubicBezTo>
                    <a:pt x="11487" y="1281"/>
                    <a:pt x="11445" y="1253"/>
                    <a:pt x="11403" y="1225"/>
                  </a:cubicBezTo>
                  <a:cubicBezTo>
                    <a:pt x="11395" y="1219"/>
                    <a:pt x="11388" y="1213"/>
                    <a:pt x="11379" y="1208"/>
                  </a:cubicBezTo>
                  <a:cubicBezTo>
                    <a:pt x="11331" y="1175"/>
                    <a:pt x="11281" y="1142"/>
                    <a:pt x="11232" y="1111"/>
                  </a:cubicBezTo>
                  <a:cubicBezTo>
                    <a:pt x="11214" y="1101"/>
                    <a:pt x="11199" y="1090"/>
                    <a:pt x="11182" y="1080"/>
                  </a:cubicBezTo>
                  <a:cubicBezTo>
                    <a:pt x="11147" y="1058"/>
                    <a:pt x="11114" y="1038"/>
                    <a:pt x="11079" y="1017"/>
                  </a:cubicBezTo>
                  <a:lnTo>
                    <a:pt x="11021" y="982"/>
                  </a:lnTo>
                  <a:cubicBezTo>
                    <a:pt x="10988" y="963"/>
                    <a:pt x="10956" y="945"/>
                    <a:pt x="10924" y="925"/>
                  </a:cubicBezTo>
                  <a:cubicBezTo>
                    <a:pt x="10905" y="914"/>
                    <a:pt x="10885" y="904"/>
                    <a:pt x="10864" y="892"/>
                  </a:cubicBezTo>
                  <a:cubicBezTo>
                    <a:pt x="10828" y="872"/>
                    <a:pt x="10792" y="852"/>
                    <a:pt x="10755" y="832"/>
                  </a:cubicBezTo>
                  <a:cubicBezTo>
                    <a:pt x="10740" y="825"/>
                    <a:pt x="10724" y="816"/>
                    <a:pt x="10709" y="809"/>
                  </a:cubicBezTo>
                  <a:cubicBezTo>
                    <a:pt x="10658" y="783"/>
                    <a:pt x="10608" y="757"/>
                    <a:pt x="10558" y="732"/>
                  </a:cubicBezTo>
                  <a:cubicBezTo>
                    <a:pt x="10538" y="723"/>
                    <a:pt x="10519" y="714"/>
                    <a:pt x="10500" y="703"/>
                  </a:cubicBezTo>
                  <a:cubicBezTo>
                    <a:pt x="10466" y="688"/>
                    <a:pt x="10434" y="671"/>
                    <a:pt x="10400" y="657"/>
                  </a:cubicBezTo>
                  <a:cubicBezTo>
                    <a:pt x="10377" y="647"/>
                    <a:pt x="10354" y="636"/>
                    <a:pt x="10332" y="626"/>
                  </a:cubicBezTo>
                  <a:cubicBezTo>
                    <a:pt x="10302" y="614"/>
                    <a:pt x="10271" y="599"/>
                    <a:pt x="10242" y="587"/>
                  </a:cubicBezTo>
                  <a:cubicBezTo>
                    <a:pt x="10218" y="576"/>
                    <a:pt x="10194" y="566"/>
                    <a:pt x="10171" y="556"/>
                  </a:cubicBezTo>
                  <a:lnTo>
                    <a:pt x="10078" y="517"/>
                  </a:lnTo>
                  <a:cubicBezTo>
                    <a:pt x="10054" y="507"/>
                    <a:pt x="10033" y="499"/>
                    <a:pt x="10010" y="490"/>
                  </a:cubicBezTo>
                  <a:cubicBezTo>
                    <a:pt x="9960" y="470"/>
                    <a:pt x="9910" y="451"/>
                    <a:pt x="9860" y="433"/>
                  </a:cubicBezTo>
                  <a:cubicBezTo>
                    <a:pt x="9835" y="424"/>
                    <a:pt x="9811" y="417"/>
                    <a:pt x="9786" y="407"/>
                  </a:cubicBezTo>
                  <a:cubicBezTo>
                    <a:pt x="9758" y="397"/>
                    <a:pt x="9728" y="387"/>
                    <a:pt x="9700" y="377"/>
                  </a:cubicBezTo>
                  <a:cubicBezTo>
                    <a:pt x="9672" y="368"/>
                    <a:pt x="9646" y="360"/>
                    <a:pt x="9618" y="350"/>
                  </a:cubicBezTo>
                  <a:cubicBezTo>
                    <a:pt x="9592" y="341"/>
                    <a:pt x="9564" y="334"/>
                    <a:pt x="9538" y="325"/>
                  </a:cubicBezTo>
                  <a:cubicBezTo>
                    <a:pt x="9510" y="315"/>
                    <a:pt x="9482" y="306"/>
                    <a:pt x="9454" y="299"/>
                  </a:cubicBezTo>
                  <a:cubicBezTo>
                    <a:pt x="9428" y="291"/>
                    <a:pt x="9402" y="283"/>
                    <a:pt x="9377" y="277"/>
                  </a:cubicBezTo>
                  <a:cubicBezTo>
                    <a:pt x="9347" y="269"/>
                    <a:pt x="9319" y="260"/>
                    <a:pt x="9290" y="252"/>
                  </a:cubicBezTo>
                  <a:cubicBezTo>
                    <a:pt x="9265" y="246"/>
                    <a:pt x="9242" y="239"/>
                    <a:pt x="9217" y="233"/>
                  </a:cubicBezTo>
                  <a:cubicBezTo>
                    <a:pt x="9161" y="218"/>
                    <a:pt x="9104" y="205"/>
                    <a:pt x="9048" y="191"/>
                  </a:cubicBezTo>
                  <a:cubicBezTo>
                    <a:pt x="9026" y="185"/>
                    <a:pt x="9005" y="180"/>
                    <a:pt x="8981" y="175"/>
                  </a:cubicBezTo>
                  <a:cubicBezTo>
                    <a:pt x="8949" y="167"/>
                    <a:pt x="8917" y="161"/>
                    <a:pt x="8885" y="154"/>
                  </a:cubicBezTo>
                  <a:cubicBezTo>
                    <a:pt x="8862" y="149"/>
                    <a:pt x="8841" y="145"/>
                    <a:pt x="8819" y="140"/>
                  </a:cubicBezTo>
                  <a:cubicBezTo>
                    <a:pt x="8787" y="134"/>
                    <a:pt x="8753" y="128"/>
                    <a:pt x="8721" y="120"/>
                  </a:cubicBezTo>
                  <a:cubicBezTo>
                    <a:pt x="8700" y="117"/>
                    <a:pt x="8680" y="113"/>
                    <a:pt x="8658" y="109"/>
                  </a:cubicBezTo>
                  <a:cubicBezTo>
                    <a:pt x="8624" y="103"/>
                    <a:pt x="8589" y="98"/>
                    <a:pt x="8556" y="91"/>
                  </a:cubicBezTo>
                  <a:cubicBezTo>
                    <a:pt x="8541" y="88"/>
                    <a:pt x="8527" y="87"/>
                    <a:pt x="8514" y="84"/>
                  </a:cubicBezTo>
                  <a:cubicBezTo>
                    <a:pt x="8438" y="73"/>
                    <a:pt x="8364" y="63"/>
                    <a:pt x="8289" y="53"/>
                  </a:cubicBezTo>
                  <a:cubicBezTo>
                    <a:pt x="8276" y="52"/>
                    <a:pt x="8263" y="50"/>
                    <a:pt x="8250" y="48"/>
                  </a:cubicBezTo>
                  <a:lnTo>
                    <a:pt x="8142" y="37"/>
                  </a:lnTo>
                  <a:cubicBezTo>
                    <a:pt x="8123" y="36"/>
                    <a:pt x="8106" y="33"/>
                    <a:pt x="8086" y="32"/>
                  </a:cubicBezTo>
                  <a:cubicBezTo>
                    <a:pt x="8050" y="27"/>
                    <a:pt x="8015" y="25"/>
                    <a:pt x="7979" y="22"/>
                  </a:cubicBezTo>
                  <a:lnTo>
                    <a:pt x="7925" y="19"/>
                  </a:lnTo>
                  <a:cubicBezTo>
                    <a:pt x="7887" y="16"/>
                    <a:pt x="7851" y="14"/>
                    <a:pt x="7814" y="11"/>
                  </a:cubicBezTo>
                  <a:cubicBezTo>
                    <a:pt x="7802" y="11"/>
                    <a:pt x="7791" y="10"/>
                    <a:pt x="7778" y="10"/>
                  </a:cubicBezTo>
                  <a:cubicBezTo>
                    <a:pt x="7689" y="6"/>
                    <a:pt x="7601" y="2"/>
                    <a:pt x="7512" y="1"/>
                  </a:cubicBezTo>
                  <a:lnTo>
                    <a:pt x="7510" y="1"/>
                  </a:lnTo>
                  <a:cubicBezTo>
                    <a:pt x="7482" y="0"/>
                    <a:pt x="7454" y="0"/>
                    <a:pt x="7426" y="0"/>
                  </a:cubicBezTo>
                  <a:close/>
                </a:path>
              </a:pathLst>
            </a:custGeom>
            <a:solidFill>
              <a:srgbClr val="FFFFFF"/>
            </a:solidFill>
            <a:ln cap="flat" cmpd="sng" w="76200">
              <a:solidFill>
                <a:srgbClr val="FFFFFF"/>
              </a:solidFill>
              <a:prstDash val="solid"/>
              <a:round/>
              <a:headEnd len="sm" w="sm" type="none"/>
              <a:tailEnd len="sm" w="sm" type="none"/>
            </a:ln>
            <a:effectLst>
              <a:outerShdw blurRad="57150" rotWithShape="0" algn="bl" dir="2400000" dist="19050">
                <a:srgbClr val="020001">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9" name="Google Shape;10949;p137"/>
            <p:cNvGrpSpPr/>
            <p:nvPr/>
          </p:nvGrpSpPr>
          <p:grpSpPr>
            <a:xfrm>
              <a:off x="-2755275" y="2288138"/>
              <a:ext cx="365275" cy="354875"/>
              <a:chOff x="-2755275" y="1020175"/>
              <a:chExt cx="365275" cy="354875"/>
            </a:xfrm>
          </p:grpSpPr>
          <p:sp>
            <p:nvSpPr>
              <p:cNvPr id="10950" name="Google Shape;10950;p137"/>
              <p:cNvSpPr/>
              <p:nvPr/>
            </p:nvSpPr>
            <p:spPr>
              <a:xfrm>
                <a:off x="-2755275" y="1020300"/>
                <a:ext cx="365275" cy="354750"/>
              </a:xfrm>
              <a:custGeom>
                <a:rect b="b" l="l" r="r" t="t"/>
                <a:pathLst>
                  <a:path extrusionOk="0" h="14190" w="14611">
                    <a:moveTo>
                      <a:pt x="7309" y="1"/>
                    </a:moveTo>
                    <a:cubicBezTo>
                      <a:pt x="6963" y="1"/>
                      <a:pt x="6616" y="26"/>
                      <a:pt x="6269" y="77"/>
                    </a:cubicBezTo>
                    <a:cubicBezTo>
                      <a:pt x="4405" y="353"/>
                      <a:pt x="2726" y="1356"/>
                      <a:pt x="1602" y="2867"/>
                    </a:cubicBezTo>
                    <a:cubicBezTo>
                      <a:pt x="477" y="4378"/>
                      <a:pt x="0" y="6273"/>
                      <a:pt x="275" y="8134"/>
                    </a:cubicBezTo>
                    <a:cubicBezTo>
                      <a:pt x="550" y="9995"/>
                      <a:pt x="1554" y="11671"/>
                      <a:pt x="3067" y="12792"/>
                    </a:cubicBezTo>
                    <a:cubicBezTo>
                      <a:pt x="4299" y="13705"/>
                      <a:pt x="5786" y="14190"/>
                      <a:pt x="7303" y="14190"/>
                    </a:cubicBezTo>
                    <a:cubicBezTo>
                      <a:pt x="7649" y="14190"/>
                      <a:pt x="7996" y="14165"/>
                      <a:pt x="8342" y="14114"/>
                    </a:cubicBezTo>
                    <a:cubicBezTo>
                      <a:pt x="10206" y="13838"/>
                      <a:pt x="11885" y="12834"/>
                      <a:pt x="13009" y="11323"/>
                    </a:cubicBezTo>
                    <a:cubicBezTo>
                      <a:pt x="14134" y="9813"/>
                      <a:pt x="14611" y="7919"/>
                      <a:pt x="14336" y="6057"/>
                    </a:cubicBezTo>
                    <a:cubicBezTo>
                      <a:pt x="14061" y="4196"/>
                      <a:pt x="13057" y="2520"/>
                      <a:pt x="11544" y="1399"/>
                    </a:cubicBezTo>
                    <a:cubicBezTo>
                      <a:pt x="10312" y="486"/>
                      <a:pt x="8826" y="1"/>
                      <a:pt x="7309" y="1"/>
                    </a:cubicBezTo>
                    <a:close/>
                  </a:path>
                </a:pathLst>
              </a:custGeom>
              <a:solidFill>
                <a:srgbClr val="020001">
                  <a:alpha val="8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137"/>
              <p:cNvSpPr/>
              <p:nvPr/>
            </p:nvSpPr>
            <p:spPr>
              <a:xfrm>
                <a:off x="-2737000" y="1020175"/>
                <a:ext cx="333050" cy="354175"/>
              </a:xfrm>
              <a:custGeom>
                <a:rect b="b" l="l" r="r" t="t"/>
                <a:pathLst>
                  <a:path extrusionOk="0" h="14167" w="13322">
                    <a:moveTo>
                      <a:pt x="6666" y="1"/>
                    </a:moveTo>
                    <a:cubicBezTo>
                      <a:pt x="7261" y="1957"/>
                      <a:pt x="9045" y="4031"/>
                      <a:pt x="8004" y="5732"/>
                    </a:cubicBezTo>
                    <a:cubicBezTo>
                      <a:pt x="7455" y="6679"/>
                      <a:pt x="5887" y="6312"/>
                      <a:pt x="4707" y="6870"/>
                    </a:cubicBezTo>
                    <a:cubicBezTo>
                      <a:pt x="3864" y="7282"/>
                      <a:pt x="2917" y="7215"/>
                      <a:pt x="1977" y="7552"/>
                    </a:cubicBezTo>
                    <a:cubicBezTo>
                      <a:pt x="1852" y="7618"/>
                      <a:pt x="1688" y="7736"/>
                      <a:pt x="1661" y="7875"/>
                    </a:cubicBezTo>
                    <a:cubicBezTo>
                      <a:pt x="1485" y="8790"/>
                      <a:pt x="998" y="9759"/>
                      <a:pt x="1" y="9771"/>
                    </a:cubicBezTo>
                    <a:cubicBezTo>
                      <a:pt x="418" y="10808"/>
                      <a:pt x="1082" y="11755"/>
                      <a:pt x="1978" y="12514"/>
                    </a:cubicBezTo>
                    <a:cubicBezTo>
                      <a:pt x="3132" y="13489"/>
                      <a:pt x="4491" y="14031"/>
                      <a:pt x="5871" y="14166"/>
                    </a:cubicBezTo>
                    <a:cubicBezTo>
                      <a:pt x="5795" y="13857"/>
                      <a:pt x="5741" y="13544"/>
                      <a:pt x="5707" y="13228"/>
                    </a:cubicBezTo>
                    <a:cubicBezTo>
                      <a:pt x="5686" y="13035"/>
                      <a:pt x="5674" y="12840"/>
                      <a:pt x="5666" y="12644"/>
                    </a:cubicBezTo>
                    <a:cubicBezTo>
                      <a:pt x="5454" y="11329"/>
                      <a:pt x="4520" y="10317"/>
                      <a:pt x="3963" y="9106"/>
                    </a:cubicBezTo>
                    <a:cubicBezTo>
                      <a:pt x="3466" y="8021"/>
                      <a:pt x="5191" y="7867"/>
                      <a:pt x="5960" y="7847"/>
                    </a:cubicBezTo>
                    <a:cubicBezTo>
                      <a:pt x="6062" y="7842"/>
                      <a:pt x="6159" y="7839"/>
                      <a:pt x="6250" y="7839"/>
                    </a:cubicBezTo>
                    <a:cubicBezTo>
                      <a:pt x="6432" y="7839"/>
                      <a:pt x="6594" y="7849"/>
                      <a:pt x="6737" y="7868"/>
                    </a:cubicBezTo>
                    <a:cubicBezTo>
                      <a:pt x="7110" y="8043"/>
                      <a:pt x="7463" y="8121"/>
                      <a:pt x="7797" y="8121"/>
                    </a:cubicBezTo>
                    <a:cubicBezTo>
                      <a:pt x="9183" y="8121"/>
                      <a:pt x="10232" y="6778"/>
                      <a:pt x="10965" y="5460"/>
                    </a:cubicBezTo>
                    <a:cubicBezTo>
                      <a:pt x="11079" y="5306"/>
                      <a:pt x="11280" y="5137"/>
                      <a:pt x="11530" y="5112"/>
                    </a:cubicBezTo>
                    <a:cubicBezTo>
                      <a:pt x="11739" y="5045"/>
                      <a:pt x="11958" y="5004"/>
                      <a:pt x="12180" y="4975"/>
                    </a:cubicBezTo>
                    <a:cubicBezTo>
                      <a:pt x="12499" y="4932"/>
                      <a:pt x="12819" y="4911"/>
                      <a:pt x="13140" y="4911"/>
                    </a:cubicBezTo>
                    <a:cubicBezTo>
                      <a:pt x="13200" y="4911"/>
                      <a:pt x="13261" y="4912"/>
                      <a:pt x="13322" y="4913"/>
                    </a:cubicBezTo>
                    <a:cubicBezTo>
                      <a:pt x="12928" y="3688"/>
                      <a:pt x="12203" y="2562"/>
                      <a:pt x="11170" y="1688"/>
                    </a:cubicBezTo>
                    <a:cubicBezTo>
                      <a:pt x="9846" y="569"/>
                      <a:pt x="8251" y="19"/>
                      <a:pt x="6666"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137"/>
              <p:cNvSpPr/>
              <p:nvPr/>
            </p:nvSpPr>
            <p:spPr>
              <a:xfrm>
                <a:off x="-2664450" y="1114125"/>
                <a:ext cx="175325" cy="167025"/>
              </a:xfrm>
              <a:custGeom>
                <a:rect b="b" l="l" r="r" t="t"/>
                <a:pathLst>
                  <a:path extrusionOk="0" h="6681" w="7013">
                    <a:moveTo>
                      <a:pt x="3684" y="0"/>
                    </a:moveTo>
                    <a:cubicBezTo>
                      <a:pt x="2827" y="0"/>
                      <a:pt x="1968" y="328"/>
                      <a:pt x="1312" y="984"/>
                    </a:cubicBezTo>
                    <a:cubicBezTo>
                      <a:pt x="5" y="2290"/>
                      <a:pt x="1" y="4406"/>
                      <a:pt x="1302" y="5707"/>
                    </a:cubicBezTo>
                    <a:cubicBezTo>
                      <a:pt x="1926" y="6331"/>
                      <a:pt x="2772" y="6681"/>
                      <a:pt x="3654" y="6681"/>
                    </a:cubicBezTo>
                    <a:cubicBezTo>
                      <a:pt x="3657" y="6681"/>
                      <a:pt x="3660" y="6681"/>
                      <a:pt x="3662" y="6681"/>
                    </a:cubicBezTo>
                    <a:cubicBezTo>
                      <a:pt x="4549" y="6679"/>
                      <a:pt x="5399" y="6326"/>
                      <a:pt x="6026" y="5697"/>
                    </a:cubicBezTo>
                    <a:cubicBezTo>
                      <a:pt x="6654" y="5070"/>
                      <a:pt x="7008" y="4219"/>
                      <a:pt x="7010" y="3334"/>
                    </a:cubicBezTo>
                    <a:cubicBezTo>
                      <a:pt x="7012" y="2447"/>
                      <a:pt x="6661" y="1599"/>
                      <a:pt x="6037" y="974"/>
                    </a:cubicBezTo>
                    <a:cubicBezTo>
                      <a:pt x="5388" y="324"/>
                      <a:pt x="4536" y="0"/>
                      <a:pt x="3684" y="0"/>
                    </a:cubicBezTo>
                    <a:close/>
                  </a:path>
                </a:pathLst>
              </a:custGeom>
              <a:solidFill>
                <a:srgbClr val="A1C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137"/>
              <p:cNvSpPr/>
              <p:nvPr/>
            </p:nvSpPr>
            <p:spPr>
              <a:xfrm>
                <a:off x="-2591150" y="1181150"/>
                <a:ext cx="36925" cy="32975"/>
              </a:xfrm>
              <a:custGeom>
                <a:rect b="b" l="l" r="r" t="t"/>
                <a:pathLst>
                  <a:path extrusionOk="0" h="1319" w="1477">
                    <a:moveTo>
                      <a:pt x="738" y="0"/>
                    </a:moveTo>
                    <a:cubicBezTo>
                      <a:pt x="326" y="0"/>
                      <a:pt x="1" y="381"/>
                      <a:pt x="96" y="810"/>
                    </a:cubicBezTo>
                    <a:cubicBezTo>
                      <a:pt x="150" y="1052"/>
                      <a:pt x="345" y="1247"/>
                      <a:pt x="588" y="1302"/>
                    </a:cubicBezTo>
                    <a:cubicBezTo>
                      <a:pt x="639" y="1313"/>
                      <a:pt x="689" y="1319"/>
                      <a:pt x="738" y="1319"/>
                    </a:cubicBezTo>
                    <a:cubicBezTo>
                      <a:pt x="1151" y="1319"/>
                      <a:pt x="1476" y="937"/>
                      <a:pt x="1380" y="508"/>
                    </a:cubicBezTo>
                    <a:cubicBezTo>
                      <a:pt x="1327" y="266"/>
                      <a:pt x="1132" y="71"/>
                      <a:pt x="889" y="17"/>
                    </a:cubicBezTo>
                    <a:cubicBezTo>
                      <a:pt x="838" y="6"/>
                      <a:pt x="787" y="0"/>
                      <a:pt x="7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54" name="Google Shape;10954;p137"/>
          <p:cNvGrpSpPr/>
          <p:nvPr/>
        </p:nvGrpSpPr>
        <p:grpSpPr>
          <a:xfrm>
            <a:off x="1203420" y="2370472"/>
            <a:ext cx="500560" cy="472885"/>
            <a:chOff x="-1174275" y="581450"/>
            <a:chExt cx="370100" cy="349638"/>
          </a:xfrm>
        </p:grpSpPr>
        <p:sp>
          <p:nvSpPr>
            <p:cNvPr id="10955" name="Google Shape;10955;p137"/>
            <p:cNvSpPr/>
            <p:nvPr/>
          </p:nvSpPr>
          <p:spPr>
            <a:xfrm>
              <a:off x="-1174275" y="581450"/>
              <a:ext cx="370100" cy="349600"/>
            </a:xfrm>
            <a:custGeom>
              <a:rect b="b" l="l" r="r" t="t"/>
              <a:pathLst>
                <a:path extrusionOk="0" h="13984" w="14804">
                  <a:moveTo>
                    <a:pt x="6623" y="0"/>
                  </a:moveTo>
                  <a:cubicBezTo>
                    <a:pt x="5719" y="0"/>
                    <a:pt x="5827" y="1136"/>
                    <a:pt x="5673" y="1818"/>
                  </a:cubicBezTo>
                  <a:cubicBezTo>
                    <a:pt x="5305" y="4171"/>
                    <a:pt x="4935" y="6524"/>
                    <a:pt x="4575" y="8878"/>
                  </a:cubicBezTo>
                  <a:cubicBezTo>
                    <a:pt x="4553" y="9024"/>
                    <a:pt x="4517" y="9070"/>
                    <a:pt x="4412" y="9070"/>
                  </a:cubicBezTo>
                  <a:cubicBezTo>
                    <a:pt x="4389" y="9070"/>
                    <a:pt x="4362" y="9068"/>
                    <a:pt x="4332" y="9064"/>
                  </a:cubicBezTo>
                  <a:cubicBezTo>
                    <a:pt x="3987" y="9009"/>
                    <a:pt x="3617" y="8975"/>
                    <a:pt x="3245" y="8975"/>
                  </a:cubicBezTo>
                  <a:cubicBezTo>
                    <a:pt x="1936" y="8975"/>
                    <a:pt x="602" y="9396"/>
                    <a:pt x="250" y="10817"/>
                  </a:cubicBezTo>
                  <a:cubicBezTo>
                    <a:pt x="0" y="11724"/>
                    <a:pt x="238" y="12653"/>
                    <a:pt x="923" y="13289"/>
                  </a:cubicBezTo>
                  <a:cubicBezTo>
                    <a:pt x="1434" y="13776"/>
                    <a:pt x="1997" y="13983"/>
                    <a:pt x="2548" y="13983"/>
                  </a:cubicBezTo>
                  <a:cubicBezTo>
                    <a:pt x="3919" y="13983"/>
                    <a:pt x="5218" y="12696"/>
                    <a:pt x="5483" y="11217"/>
                  </a:cubicBezTo>
                  <a:cubicBezTo>
                    <a:pt x="5895" y="9772"/>
                    <a:pt x="6011" y="8259"/>
                    <a:pt x="6426" y="6828"/>
                  </a:cubicBezTo>
                  <a:cubicBezTo>
                    <a:pt x="6558" y="5959"/>
                    <a:pt x="6679" y="5090"/>
                    <a:pt x="6800" y="4220"/>
                  </a:cubicBezTo>
                  <a:cubicBezTo>
                    <a:pt x="6826" y="4028"/>
                    <a:pt x="6900" y="3925"/>
                    <a:pt x="7097" y="3925"/>
                  </a:cubicBezTo>
                  <a:cubicBezTo>
                    <a:pt x="7101" y="3925"/>
                    <a:pt x="7105" y="3926"/>
                    <a:pt x="7109" y="3926"/>
                  </a:cubicBezTo>
                  <a:cubicBezTo>
                    <a:pt x="7805" y="3953"/>
                    <a:pt x="8499" y="3957"/>
                    <a:pt x="9193" y="3957"/>
                  </a:cubicBezTo>
                  <a:cubicBezTo>
                    <a:pt x="9521" y="3957"/>
                    <a:pt x="9848" y="3956"/>
                    <a:pt x="10176" y="3956"/>
                  </a:cubicBezTo>
                  <a:cubicBezTo>
                    <a:pt x="10997" y="3956"/>
                    <a:pt x="11819" y="3962"/>
                    <a:pt x="12645" y="4005"/>
                  </a:cubicBezTo>
                  <a:cubicBezTo>
                    <a:pt x="12853" y="4010"/>
                    <a:pt x="12814" y="4132"/>
                    <a:pt x="12795" y="4253"/>
                  </a:cubicBezTo>
                  <a:cubicBezTo>
                    <a:pt x="12552" y="5736"/>
                    <a:pt x="12306" y="7218"/>
                    <a:pt x="12069" y="8702"/>
                  </a:cubicBezTo>
                  <a:cubicBezTo>
                    <a:pt x="12044" y="8866"/>
                    <a:pt x="11966" y="8914"/>
                    <a:pt x="11819" y="8951"/>
                  </a:cubicBezTo>
                  <a:cubicBezTo>
                    <a:pt x="11303" y="9085"/>
                    <a:pt x="10795" y="9248"/>
                    <a:pt x="10323" y="9500"/>
                  </a:cubicBezTo>
                  <a:cubicBezTo>
                    <a:pt x="8231" y="10406"/>
                    <a:pt x="8381" y="13695"/>
                    <a:pt x="10589" y="13695"/>
                  </a:cubicBezTo>
                  <a:cubicBezTo>
                    <a:pt x="10787" y="13695"/>
                    <a:pt x="11002" y="13668"/>
                    <a:pt x="11233" y="13611"/>
                  </a:cubicBezTo>
                  <a:cubicBezTo>
                    <a:pt x="12993" y="13154"/>
                    <a:pt x="13155" y="11266"/>
                    <a:pt x="13196" y="9750"/>
                  </a:cubicBezTo>
                  <a:cubicBezTo>
                    <a:pt x="13648" y="6924"/>
                    <a:pt x="14130" y="4101"/>
                    <a:pt x="14602" y="1277"/>
                  </a:cubicBezTo>
                  <a:cubicBezTo>
                    <a:pt x="14803" y="540"/>
                    <a:pt x="14094" y="344"/>
                    <a:pt x="13478" y="344"/>
                  </a:cubicBezTo>
                  <a:cubicBezTo>
                    <a:pt x="13327" y="344"/>
                    <a:pt x="13182" y="356"/>
                    <a:pt x="13057" y="374"/>
                  </a:cubicBezTo>
                  <a:cubicBezTo>
                    <a:pt x="12340" y="332"/>
                    <a:pt x="11623" y="290"/>
                    <a:pt x="10903" y="245"/>
                  </a:cubicBezTo>
                  <a:cubicBezTo>
                    <a:pt x="9523" y="205"/>
                    <a:pt x="8146" y="75"/>
                    <a:pt x="6767" y="9"/>
                  </a:cubicBezTo>
                  <a:cubicBezTo>
                    <a:pt x="6716" y="3"/>
                    <a:pt x="6668" y="0"/>
                    <a:pt x="6623" y="0"/>
                  </a:cubicBezTo>
                  <a:close/>
                </a:path>
              </a:pathLst>
            </a:custGeom>
            <a:solidFill>
              <a:srgbClr val="FFFFFF"/>
            </a:solidFill>
            <a:ln cap="flat" cmpd="sng" w="76200">
              <a:solidFill>
                <a:srgbClr val="FFFFFF"/>
              </a:solidFill>
              <a:prstDash val="solid"/>
              <a:round/>
              <a:headEnd len="sm" w="sm" type="none"/>
              <a:tailEnd len="sm" w="sm" type="none"/>
            </a:ln>
            <a:effectLst>
              <a:outerShdw blurRad="57150" rotWithShape="0" algn="bl" dir="2400000" dist="19050">
                <a:srgbClr val="020001">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137"/>
            <p:cNvSpPr/>
            <p:nvPr/>
          </p:nvSpPr>
          <p:spPr>
            <a:xfrm>
              <a:off x="-1174275" y="581488"/>
              <a:ext cx="370100" cy="349600"/>
            </a:xfrm>
            <a:custGeom>
              <a:rect b="b" l="l" r="r" t="t"/>
              <a:pathLst>
                <a:path extrusionOk="0" h="13984" w="14804">
                  <a:moveTo>
                    <a:pt x="6622" y="0"/>
                  </a:moveTo>
                  <a:cubicBezTo>
                    <a:pt x="5719" y="0"/>
                    <a:pt x="5827" y="1136"/>
                    <a:pt x="5672" y="1818"/>
                  </a:cubicBezTo>
                  <a:cubicBezTo>
                    <a:pt x="5304" y="4171"/>
                    <a:pt x="4933" y="6524"/>
                    <a:pt x="4575" y="8878"/>
                  </a:cubicBezTo>
                  <a:cubicBezTo>
                    <a:pt x="4552" y="9023"/>
                    <a:pt x="4516" y="9070"/>
                    <a:pt x="4411" y="9070"/>
                  </a:cubicBezTo>
                  <a:cubicBezTo>
                    <a:pt x="4388" y="9070"/>
                    <a:pt x="4361" y="9068"/>
                    <a:pt x="4330" y="9064"/>
                  </a:cubicBezTo>
                  <a:cubicBezTo>
                    <a:pt x="3986" y="9010"/>
                    <a:pt x="3616" y="8976"/>
                    <a:pt x="3244" y="8976"/>
                  </a:cubicBezTo>
                  <a:cubicBezTo>
                    <a:pt x="1935" y="8976"/>
                    <a:pt x="602" y="9395"/>
                    <a:pt x="249" y="10817"/>
                  </a:cubicBezTo>
                  <a:cubicBezTo>
                    <a:pt x="0" y="11724"/>
                    <a:pt x="238" y="12653"/>
                    <a:pt x="923" y="13289"/>
                  </a:cubicBezTo>
                  <a:cubicBezTo>
                    <a:pt x="1434" y="13776"/>
                    <a:pt x="1997" y="13983"/>
                    <a:pt x="2548" y="13983"/>
                  </a:cubicBezTo>
                  <a:cubicBezTo>
                    <a:pt x="3919" y="13983"/>
                    <a:pt x="5218" y="12696"/>
                    <a:pt x="5483" y="11217"/>
                  </a:cubicBezTo>
                  <a:cubicBezTo>
                    <a:pt x="5894" y="9772"/>
                    <a:pt x="6011" y="8259"/>
                    <a:pt x="6425" y="6828"/>
                  </a:cubicBezTo>
                  <a:cubicBezTo>
                    <a:pt x="6559" y="5959"/>
                    <a:pt x="6678" y="5090"/>
                    <a:pt x="6800" y="4220"/>
                  </a:cubicBezTo>
                  <a:cubicBezTo>
                    <a:pt x="6826" y="4028"/>
                    <a:pt x="6901" y="3927"/>
                    <a:pt x="7097" y="3927"/>
                  </a:cubicBezTo>
                  <a:cubicBezTo>
                    <a:pt x="7101" y="3927"/>
                    <a:pt x="7105" y="3927"/>
                    <a:pt x="7109" y="3927"/>
                  </a:cubicBezTo>
                  <a:cubicBezTo>
                    <a:pt x="7793" y="3953"/>
                    <a:pt x="8475" y="3958"/>
                    <a:pt x="9158" y="3958"/>
                  </a:cubicBezTo>
                  <a:cubicBezTo>
                    <a:pt x="9503" y="3958"/>
                    <a:pt x="9848" y="3956"/>
                    <a:pt x="10194" y="3956"/>
                  </a:cubicBezTo>
                  <a:cubicBezTo>
                    <a:pt x="11009" y="3956"/>
                    <a:pt x="11825" y="3963"/>
                    <a:pt x="12645" y="4005"/>
                  </a:cubicBezTo>
                  <a:cubicBezTo>
                    <a:pt x="12853" y="4010"/>
                    <a:pt x="12813" y="4133"/>
                    <a:pt x="12795" y="4253"/>
                  </a:cubicBezTo>
                  <a:cubicBezTo>
                    <a:pt x="12552" y="5735"/>
                    <a:pt x="12307" y="7218"/>
                    <a:pt x="12069" y="8702"/>
                  </a:cubicBezTo>
                  <a:cubicBezTo>
                    <a:pt x="12044" y="8864"/>
                    <a:pt x="11966" y="8913"/>
                    <a:pt x="11818" y="8952"/>
                  </a:cubicBezTo>
                  <a:cubicBezTo>
                    <a:pt x="11302" y="9087"/>
                    <a:pt x="10795" y="9249"/>
                    <a:pt x="10323" y="9501"/>
                  </a:cubicBezTo>
                  <a:cubicBezTo>
                    <a:pt x="8231" y="10406"/>
                    <a:pt x="8381" y="13695"/>
                    <a:pt x="10589" y="13695"/>
                  </a:cubicBezTo>
                  <a:cubicBezTo>
                    <a:pt x="10787" y="13695"/>
                    <a:pt x="11002" y="13668"/>
                    <a:pt x="11233" y="13611"/>
                  </a:cubicBezTo>
                  <a:cubicBezTo>
                    <a:pt x="12995" y="13153"/>
                    <a:pt x="13155" y="11266"/>
                    <a:pt x="13196" y="9750"/>
                  </a:cubicBezTo>
                  <a:cubicBezTo>
                    <a:pt x="13648" y="6925"/>
                    <a:pt x="14130" y="4102"/>
                    <a:pt x="14602" y="1278"/>
                  </a:cubicBezTo>
                  <a:cubicBezTo>
                    <a:pt x="14804" y="541"/>
                    <a:pt x="14093" y="345"/>
                    <a:pt x="13476" y="345"/>
                  </a:cubicBezTo>
                  <a:cubicBezTo>
                    <a:pt x="13326" y="345"/>
                    <a:pt x="13181" y="356"/>
                    <a:pt x="13057" y="375"/>
                  </a:cubicBezTo>
                  <a:cubicBezTo>
                    <a:pt x="12338" y="331"/>
                    <a:pt x="11620" y="288"/>
                    <a:pt x="10903" y="246"/>
                  </a:cubicBezTo>
                  <a:cubicBezTo>
                    <a:pt x="9523" y="206"/>
                    <a:pt x="8146" y="75"/>
                    <a:pt x="6766" y="9"/>
                  </a:cubicBezTo>
                  <a:cubicBezTo>
                    <a:pt x="6715" y="3"/>
                    <a:pt x="6668" y="0"/>
                    <a:pt x="6622" y="0"/>
                  </a:cubicBezTo>
                  <a:close/>
                </a:path>
              </a:pathLst>
            </a:custGeom>
            <a:solidFill>
              <a:srgbClr val="FD9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7" name="Google Shape;10957;p137"/>
          <p:cNvGrpSpPr/>
          <p:nvPr/>
        </p:nvGrpSpPr>
        <p:grpSpPr>
          <a:xfrm rot="-999654">
            <a:off x="141193" y="3264766"/>
            <a:ext cx="1520966" cy="959380"/>
            <a:chOff x="-2470750" y="3433500"/>
            <a:chExt cx="260450" cy="164288"/>
          </a:xfrm>
        </p:grpSpPr>
        <p:sp>
          <p:nvSpPr>
            <p:cNvPr id="10958" name="Google Shape;10958;p137"/>
            <p:cNvSpPr/>
            <p:nvPr/>
          </p:nvSpPr>
          <p:spPr>
            <a:xfrm>
              <a:off x="-2470750" y="3433500"/>
              <a:ext cx="260450" cy="164200"/>
            </a:xfrm>
            <a:custGeom>
              <a:rect b="b" l="l" r="r" t="t"/>
              <a:pathLst>
                <a:path extrusionOk="0" h="6568" w="10418">
                  <a:moveTo>
                    <a:pt x="365" y="1"/>
                  </a:moveTo>
                  <a:cubicBezTo>
                    <a:pt x="242" y="1"/>
                    <a:pt x="138" y="107"/>
                    <a:pt x="138" y="230"/>
                  </a:cubicBezTo>
                  <a:lnTo>
                    <a:pt x="138" y="739"/>
                  </a:lnTo>
                  <a:lnTo>
                    <a:pt x="138" y="3628"/>
                  </a:lnTo>
                  <a:lnTo>
                    <a:pt x="53" y="3628"/>
                  </a:lnTo>
                  <a:cubicBezTo>
                    <a:pt x="32" y="3655"/>
                    <a:pt x="28" y="3672"/>
                    <a:pt x="1" y="3693"/>
                  </a:cubicBezTo>
                  <a:lnTo>
                    <a:pt x="1" y="5827"/>
                  </a:lnTo>
                  <a:cubicBezTo>
                    <a:pt x="28" y="5848"/>
                    <a:pt x="33" y="5860"/>
                    <a:pt x="53" y="5881"/>
                  </a:cubicBezTo>
                  <a:lnTo>
                    <a:pt x="138" y="5881"/>
                  </a:lnTo>
                  <a:lnTo>
                    <a:pt x="138" y="6359"/>
                  </a:lnTo>
                  <a:cubicBezTo>
                    <a:pt x="138" y="6481"/>
                    <a:pt x="241" y="6567"/>
                    <a:pt x="365" y="6567"/>
                  </a:cubicBezTo>
                  <a:lnTo>
                    <a:pt x="10074" y="6567"/>
                  </a:lnTo>
                  <a:cubicBezTo>
                    <a:pt x="10197" y="6567"/>
                    <a:pt x="10281" y="6481"/>
                    <a:pt x="10281" y="6359"/>
                  </a:cubicBezTo>
                  <a:lnTo>
                    <a:pt x="10281" y="5881"/>
                  </a:lnTo>
                  <a:lnTo>
                    <a:pt x="10368" y="5881"/>
                  </a:lnTo>
                  <a:cubicBezTo>
                    <a:pt x="10391" y="5860"/>
                    <a:pt x="10391" y="5848"/>
                    <a:pt x="10418" y="5827"/>
                  </a:cubicBezTo>
                  <a:lnTo>
                    <a:pt x="10418" y="3693"/>
                  </a:lnTo>
                  <a:cubicBezTo>
                    <a:pt x="10391" y="3672"/>
                    <a:pt x="10389" y="3655"/>
                    <a:pt x="10368" y="3628"/>
                  </a:cubicBezTo>
                  <a:lnTo>
                    <a:pt x="10281" y="3628"/>
                  </a:lnTo>
                  <a:lnTo>
                    <a:pt x="10281" y="739"/>
                  </a:lnTo>
                  <a:lnTo>
                    <a:pt x="10281" y="230"/>
                  </a:lnTo>
                  <a:lnTo>
                    <a:pt x="10282" y="230"/>
                  </a:lnTo>
                  <a:cubicBezTo>
                    <a:pt x="10282" y="107"/>
                    <a:pt x="10197" y="1"/>
                    <a:pt x="10075" y="1"/>
                  </a:cubicBezTo>
                  <a:close/>
                </a:path>
              </a:pathLst>
            </a:custGeom>
            <a:solidFill>
              <a:srgbClr val="FFFFFF"/>
            </a:solidFill>
            <a:ln cap="flat" cmpd="sng" w="76200">
              <a:solidFill>
                <a:srgbClr val="FFFFFF"/>
              </a:solidFill>
              <a:prstDash val="solid"/>
              <a:round/>
              <a:headEnd len="sm" w="sm" type="none"/>
              <a:tailEnd len="sm" w="sm" type="none"/>
            </a:ln>
            <a:effectLst>
              <a:outerShdw blurRad="57150" rotWithShape="0" algn="bl" dir="2400000" dist="19050">
                <a:srgbClr val="020001">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9" name="Google Shape;10959;p137"/>
            <p:cNvGrpSpPr/>
            <p:nvPr/>
          </p:nvGrpSpPr>
          <p:grpSpPr>
            <a:xfrm>
              <a:off x="-2470750" y="3433513"/>
              <a:ext cx="260450" cy="164275"/>
              <a:chOff x="-1963525" y="2264375"/>
              <a:chExt cx="260450" cy="164275"/>
            </a:xfrm>
          </p:grpSpPr>
          <p:sp>
            <p:nvSpPr>
              <p:cNvPr id="10960" name="Google Shape;10960;p137"/>
              <p:cNvSpPr/>
              <p:nvPr/>
            </p:nvSpPr>
            <p:spPr>
              <a:xfrm>
                <a:off x="-1963525" y="2355100"/>
                <a:ext cx="260450" cy="56375"/>
              </a:xfrm>
              <a:custGeom>
                <a:rect b="b" l="l" r="r" t="t"/>
                <a:pathLst>
                  <a:path extrusionOk="0" h="2255" w="10418">
                    <a:moveTo>
                      <a:pt x="53" y="0"/>
                    </a:moveTo>
                    <a:cubicBezTo>
                      <a:pt x="33" y="27"/>
                      <a:pt x="28" y="44"/>
                      <a:pt x="1" y="66"/>
                    </a:cubicBezTo>
                    <a:lnTo>
                      <a:pt x="1" y="2199"/>
                    </a:lnTo>
                    <a:cubicBezTo>
                      <a:pt x="28" y="2220"/>
                      <a:pt x="32" y="2232"/>
                      <a:pt x="53" y="2254"/>
                    </a:cubicBezTo>
                    <a:lnTo>
                      <a:pt x="10369" y="2254"/>
                    </a:lnTo>
                    <a:cubicBezTo>
                      <a:pt x="10391" y="2232"/>
                      <a:pt x="10391" y="2220"/>
                      <a:pt x="10418" y="2199"/>
                    </a:cubicBezTo>
                    <a:lnTo>
                      <a:pt x="10418" y="66"/>
                    </a:lnTo>
                    <a:cubicBezTo>
                      <a:pt x="10391" y="44"/>
                      <a:pt x="10391" y="27"/>
                      <a:pt x="10369" y="0"/>
                    </a:cubicBezTo>
                    <a:close/>
                  </a:path>
                </a:pathLst>
              </a:custGeom>
              <a:solidFill>
                <a:srgbClr val="FD9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137"/>
              <p:cNvSpPr/>
              <p:nvPr/>
            </p:nvSpPr>
            <p:spPr>
              <a:xfrm>
                <a:off x="-1960075" y="2264375"/>
                <a:ext cx="253600" cy="164250"/>
              </a:xfrm>
              <a:custGeom>
                <a:rect b="b" l="l" r="r" t="t"/>
                <a:pathLst>
                  <a:path extrusionOk="0" h="6570" w="10144">
                    <a:moveTo>
                      <a:pt x="227" y="1"/>
                    </a:moveTo>
                    <a:cubicBezTo>
                      <a:pt x="104" y="1"/>
                      <a:pt x="0" y="107"/>
                      <a:pt x="0" y="230"/>
                    </a:cubicBezTo>
                    <a:lnTo>
                      <a:pt x="0" y="739"/>
                    </a:lnTo>
                    <a:lnTo>
                      <a:pt x="0" y="6360"/>
                    </a:lnTo>
                    <a:cubicBezTo>
                      <a:pt x="0" y="6483"/>
                      <a:pt x="103" y="6570"/>
                      <a:pt x="227" y="6570"/>
                    </a:cubicBezTo>
                    <a:lnTo>
                      <a:pt x="9937" y="6570"/>
                    </a:lnTo>
                    <a:cubicBezTo>
                      <a:pt x="10059" y="6570"/>
                      <a:pt x="10144" y="6483"/>
                      <a:pt x="10144" y="6360"/>
                    </a:cubicBezTo>
                    <a:lnTo>
                      <a:pt x="10144" y="739"/>
                    </a:lnTo>
                    <a:lnTo>
                      <a:pt x="10144" y="230"/>
                    </a:lnTo>
                    <a:cubicBezTo>
                      <a:pt x="10144" y="107"/>
                      <a:pt x="10059" y="1"/>
                      <a:pt x="9937" y="1"/>
                    </a:cubicBezTo>
                    <a:close/>
                  </a:path>
                </a:pathLst>
              </a:custGeom>
              <a:solidFill>
                <a:srgbClr val="F46B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137"/>
              <p:cNvSpPr/>
              <p:nvPr/>
            </p:nvSpPr>
            <p:spPr>
              <a:xfrm>
                <a:off x="-1953625" y="2270100"/>
                <a:ext cx="11300" cy="11275"/>
              </a:xfrm>
              <a:custGeom>
                <a:rect b="b" l="l" r="r" t="t"/>
                <a:pathLst>
                  <a:path extrusionOk="0" h="451" w="452">
                    <a:moveTo>
                      <a:pt x="225" y="0"/>
                    </a:moveTo>
                    <a:cubicBezTo>
                      <a:pt x="101" y="0"/>
                      <a:pt x="0" y="101"/>
                      <a:pt x="0" y="226"/>
                    </a:cubicBezTo>
                    <a:cubicBezTo>
                      <a:pt x="0" y="350"/>
                      <a:pt x="101" y="451"/>
                      <a:pt x="225" y="451"/>
                    </a:cubicBezTo>
                    <a:cubicBezTo>
                      <a:pt x="350" y="451"/>
                      <a:pt x="451" y="350"/>
                      <a:pt x="451" y="226"/>
                    </a:cubicBezTo>
                    <a:cubicBezTo>
                      <a:pt x="451" y="101"/>
                      <a:pt x="350" y="0"/>
                      <a:pt x="225" y="0"/>
                    </a:cubicBezTo>
                    <a:close/>
                  </a:path>
                </a:pathLst>
              </a:custGeom>
              <a:solidFill>
                <a:srgbClr val="FD9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137"/>
              <p:cNvSpPr/>
              <p:nvPr/>
            </p:nvSpPr>
            <p:spPr>
              <a:xfrm>
                <a:off x="-1724150" y="2270100"/>
                <a:ext cx="11300" cy="11275"/>
              </a:xfrm>
              <a:custGeom>
                <a:rect b="b" l="l" r="r" t="t"/>
                <a:pathLst>
                  <a:path extrusionOk="0" h="451" w="452">
                    <a:moveTo>
                      <a:pt x="227" y="0"/>
                    </a:moveTo>
                    <a:cubicBezTo>
                      <a:pt x="102" y="0"/>
                      <a:pt x="1" y="101"/>
                      <a:pt x="1" y="226"/>
                    </a:cubicBezTo>
                    <a:cubicBezTo>
                      <a:pt x="1" y="350"/>
                      <a:pt x="102" y="451"/>
                      <a:pt x="227" y="451"/>
                    </a:cubicBezTo>
                    <a:cubicBezTo>
                      <a:pt x="351" y="451"/>
                      <a:pt x="452" y="350"/>
                      <a:pt x="452" y="226"/>
                    </a:cubicBezTo>
                    <a:cubicBezTo>
                      <a:pt x="452" y="101"/>
                      <a:pt x="351" y="0"/>
                      <a:pt x="227" y="0"/>
                    </a:cubicBezTo>
                    <a:close/>
                  </a:path>
                </a:pathLst>
              </a:custGeom>
              <a:solidFill>
                <a:srgbClr val="FD9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137"/>
              <p:cNvSpPr/>
              <p:nvPr/>
            </p:nvSpPr>
            <p:spPr>
              <a:xfrm>
                <a:off x="-1953600" y="2411625"/>
                <a:ext cx="11325" cy="11325"/>
              </a:xfrm>
              <a:custGeom>
                <a:rect b="b" l="l" r="r" t="t"/>
                <a:pathLst>
                  <a:path extrusionOk="0" h="453" w="453">
                    <a:moveTo>
                      <a:pt x="226" y="1"/>
                    </a:moveTo>
                    <a:cubicBezTo>
                      <a:pt x="100" y="1"/>
                      <a:pt x="0" y="102"/>
                      <a:pt x="0" y="227"/>
                    </a:cubicBezTo>
                    <a:cubicBezTo>
                      <a:pt x="0" y="351"/>
                      <a:pt x="100" y="453"/>
                      <a:pt x="226" y="453"/>
                    </a:cubicBezTo>
                    <a:cubicBezTo>
                      <a:pt x="351" y="453"/>
                      <a:pt x="452" y="351"/>
                      <a:pt x="452" y="227"/>
                    </a:cubicBezTo>
                    <a:cubicBezTo>
                      <a:pt x="452" y="102"/>
                      <a:pt x="350" y="1"/>
                      <a:pt x="226" y="1"/>
                    </a:cubicBezTo>
                    <a:close/>
                  </a:path>
                </a:pathLst>
              </a:custGeom>
              <a:solidFill>
                <a:srgbClr val="FD9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137"/>
              <p:cNvSpPr/>
              <p:nvPr/>
            </p:nvSpPr>
            <p:spPr>
              <a:xfrm>
                <a:off x="-1724125" y="2411625"/>
                <a:ext cx="11325" cy="11325"/>
              </a:xfrm>
              <a:custGeom>
                <a:rect b="b" l="l" r="r" t="t"/>
                <a:pathLst>
                  <a:path extrusionOk="0" h="453" w="453">
                    <a:moveTo>
                      <a:pt x="227" y="1"/>
                    </a:moveTo>
                    <a:cubicBezTo>
                      <a:pt x="101" y="1"/>
                      <a:pt x="1" y="102"/>
                      <a:pt x="1" y="227"/>
                    </a:cubicBezTo>
                    <a:cubicBezTo>
                      <a:pt x="1" y="351"/>
                      <a:pt x="101" y="453"/>
                      <a:pt x="227" y="453"/>
                    </a:cubicBezTo>
                    <a:cubicBezTo>
                      <a:pt x="352" y="453"/>
                      <a:pt x="453" y="351"/>
                      <a:pt x="453" y="227"/>
                    </a:cubicBezTo>
                    <a:cubicBezTo>
                      <a:pt x="453" y="102"/>
                      <a:pt x="351" y="1"/>
                      <a:pt x="227" y="1"/>
                    </a:cubicBezTo>
                    <a:close/>
                  </a:path>
                </a:pathLst>
              </a:custGeom>
              <a:solidFill>
                <a:srgbClr val="FD9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137"/>
              <p:cNvSpPr/>
              <p:nvPr/>
            </p:nvSpPr>
            <p:spPr>
              <a:xfrm>
                <a:off x="-1942900" y="2281575"/>
                <a:ext cx="219225" cy="102375"/>
              </a:xfrm>
              <a:custGeom>
                <a:rect b="b" l="l" r="r" t="t"/>
                <a:pathLst>
                  <a:path extrusionOk="0" h="4095" w="8769">
                    <a:moveTo>
                      <a:pt x="441" y="0"/>
                    </a:moveTo>
                    <a:cubicBezTo>
                      <a:pt x="270" y="172"/>
                      <a:pt x="166" y="269"/>
                      <a:pt x="0" y="440"/>
                    </a:cubicBezTo>
                    <a:lnTo>
                      <a:pt x="0" y="4016"/>
                    </a:lnTo>
                    <a:cubicBezTo>
                      <a:pt x="0" y="4059"/>
                      <a:pt x="38" y="4094"/>
                      <a:pt x="82" y="4094"/>
                    </a:cubicBezTo>
                    <a:lnTo>
                      <a:pt x="8691" y="4094"/>
                    </a:lnTo>
                    <a:cubicBezTo>
                      <a:pt x="8735" y="4094"/>
                      <a:pt x="8768" y="4060"/>
                      <a:pt x="8768" y="4016"/>
                    </a:cubicBezTo>
                    <a:lnTo>
                      <a:pt x="8768" y="440"/>
                    </a:lnTo>
                    <a:cubicBezTo>
                      <a:pt x="8603" y="269"/>
                      <a:pt x="8501" y="172"/>
                      <a:pt x="8330" y="0"/>
                    </a:cubicBezTo>
                    <a:close/>
                  </a:path>
                </a:pathLst>
              </a:custGeom>
              <a:solidFill>
                <a:srgbClr val="FFAD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137"/>
              <p:cNvSpPr/>
              <p:nvPr/>
            </p:nvSpPr>
            <p:spPr>
              <a:xfrm>
                <a:off x="-1912825" y="2390150"/>
                <a:ext cx="159175" cy="38500"/>
              </a:xfrm>
              <a:custGeom>
                <a:rect b="b" l="l" r="r" t="t"/>
                <a:pathLst>
                  <a:path extrusionOk="0" h="1540" w="6367">
                    <a:moveTo>
                      <a:pt x="426" y="1"/>
                    </a:moveTo>
                    <a:cubicBezTo>
                      <a:pt x="339" y="1"/>
                      <a:pt x="264" y="69"/>
                      <a:pt x="248" y="154"/>
                    </a:cubicBezTo>
                    <a:lnTo>
                      <a:pt x="1" y="1540"/>
                    </a:lnTo>
                    <a:lnTo>
                      <a:pt x="6366" y="1540"/>
                    </a:lnTo>
                    <a:lnTo>
                      <a:pt x="6117" y="154"/>
                    </a:lnTo>
                    <a:cubicBezTo>
                      <a:pt x="6102" y="69"/>
                      <a:pt x="6027" y="1"/>
                      <a:pt x="5940" y="1"/>
                    </a:cubicBezTo>
                    <a:close/>
                  </a:path>
                </a:pathLst>
              </a:custGeom>
              <a:solidFill>
                <a:srgbClr val="FFAD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137"/>
              <p:cNvSpPr/>
              <p:nvPr/>
            </p:nvSpPr>
            <p:spPr>
              <a:xfrm>
                <a:off x="-1895300" y="2412725"/>
                <a:ext cx="12525" cy="12525"/>
              </a:xfrm>
              <a:custGeom>
                <a:rect b="b" l="l" r="r" t="t"/>
                <a:pathLst>
                  <a:path extrusionOk="0" h="501" w="501">
                    <a:moveTo>
                      <a:pt x="251" y="1"/>
                    </a:moveTo>
                    <a:cubicBezTo>
                      <a:pt x="113" y="1"/>
                      <a:pt x="0" y="112"/>
                      <a:pt x="0" y="251"/>
                    </a:cubicBezTo>
                    <a:cubicBezTo>
                      <a:pt x="0" y="389"/>
                      <a:pt x="113" y="500"/>
                      <a:pt x="251" y="500"/>
                    </a:cubicBezTo>
                    <a:cubicBezTo>
                      <a:pt x="388" y="500"/>
                      <a:pt x="501" y="389"/>
                      <a:pt x="501" y="251"/>
                    </a:cubicBezTo>
                    <a:cubicBezTo>
                      <a:pt x="501" y="112"/>
                      <a:pt x="388" y="1"/>
                      <a:pt x="25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137"/>
              <p:cNvSpPr/>
              <p:nvPr/>
            </p:nvSpPr>
            <p:spPr>
              <a:xfrm>
                <a:off x="-1783700" y="2412700"/>
                <a:ext cx="12550" cy="12550"/>
              </a:xfrm>
              <a:custGeom>
                <a:rect b="b" l="l" r="r" t="t"/>
                <a:pathLst>
                  <a:path extrusionOk="0" h="502" w="502">
                    <a:moveTo>
                      <a:pt x="252" y="1"/>
                    </a:moveTo>
                    <a:cubicBezTo>
                      <a:pt x="113" y="1"/>
                      <a:pt x="1" y="113"/>
                      <a:pt x="1" y="252"/>
                    </a:cubicBezTo>
                    <a:cubicBezTo>
                      <a:pt x="1" y="390"/>
                      <a:pt x="113" y="501"/>
                      <a:pt x="252" y="501"/>
                    </a:cubicBezTo>
                    <a:cubicBezTo>
                      <a:pt x="390" y="501"/>
                      <a:pt x="501" y="390"/>
                      <a:pt x="501" y="252"/>
                    </a:cubicBezTo>
                    <a:cubicBezTo>
                      <a:pt x="501" y="113"/>
                      <a:pt x="390" y="1"/>
                      <a:pt x="25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137"/>
              <p:cNvSpPr/>
              <p:nvPr/>
            </p:nvSpPr>
            <p:spPr>
              <a:xfrm>
                <a:off x="-1869375" y="2410075"/>
                <a:ext cx="9675" cy="9650"/>
              </a:xfrm>
              <a:custGeom>
                <a:rect b="b" l="l" r="r" t="t"/>
                <a:pathLst>
                  <a:path extrusionOk="0" h="386" w="387">
                    <a:moveTo>
                      <a:pt x="187" y="1"/>
                    </a:moveTo>
                    <a:cubicBezTo>
                      <a:pt x="84" y="1"/>
                      <a:pt x="1" y="84"/>
                      <a:pt x="1" y="187"/>
                    </a:cubicBezTo>
                    <a:lnTo>
                      <a:pt x="1" y="198"/>
                    </a:lnTo>
                    <a:cubicBezTo>
                      <a:pt x="1" y="301"/>
                      <a:pt x="84" y="386"/>
                      <a:pt x="187" y="386"/>
                    </a:cubicBezTo>
                    <a:lnTo>
                      <a:pt x="198" y="386"/>
                    </a:lnTo>
                    <a:cubicBezTo>
                      <a:pt x="303" y="386"/>
                      <a:pt x="387" y="301"/>
                      <a:pt x="386" y="198"/>
                    </a:cubicBezTo>
                    <a:lnTo>
                      <a:pt x="386" y="187"/>
                    </a:lnTo>
                    <a:cubicBezTo>
                      <a:pt x="386" y="84"/>
                      <a:pt x="301" y="1"/>
                      <a:pt x="198"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137"/>
              <p:cNvSpPr/>
              <p:nvPr/>
            </p:nvSpPr>
            <p:spPr>
              <a:xfrm>
                <a:off x="-1806825" y="2410075"/>
                <a:ext cx="9625" cy="9650"/>
              </a:xfrm>
              <a:custGeom>
                <a:rect b="b" l="l" r="r" t="t"/>
                <a:pathLst>
                  <a:path extrusionOk="0" h="386" w="385">
                    <a:moveTo>
                      <a:pt x="187" y="1"/>
                    </a:moveTo>
                    <a:cubicBezTo>
                      <a:pt x="84" y="1"/>
                      <a:pt x="0" y="84"/>
                      <a:pt x="0" y="187"/>
                    </a:cubicBezTo>
                    <a:lnTo>
                      <a:pt x="0" y="198"/>
                    </a:lnTo>
                    <a:cubicBezTo>
                      <a:pt x="0" y="301"/>
                      <a:pt x="84" y="386"/>
                      <a:pt x="187" y="386"/>
                    </a:cubicBezTo>
                    <a:lnTo>
                      <a:pt x="197" y="386"/>
                    </a:lnTo>
                    <a:cubicBezTo>
                      <a:pt x="300" y="386"/>
                      <a:pt x="384" y="301"/>
                      <a:pt x="384" y="198"/>
                    </a:cubicBezTo>
                    <a:lnTo>
                      <a:pt x="384" y="187"/>
                    </a:lnTo>
                    <a:cubicBezTo>
                      <a:pt x="384" y="84"/>
                      <a:pt x="300" y="1"/>
                      <a:pt x="19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137"/>
              <p:cNvSpPr/>
              <p:nvPr/>
            </p:nvSpPr>
            <p:spPr>
              <a:xfrm>
                <a:off x="-1905100" y="2285700"/>
                <a:ext cx="144350" cy="22700"/>
              </a:xfrm>
              <a:custGeom>
                <a:rect b="b" l="l" r="r" t="t"/>
                <a:pathLst>
                  <a:path extrusionOk="0" h="908" w="5774">
                    <a:moveTo>
                      <a:pt x="337" y="0"/>
                    </a:moveTo>
                    <a:cubicBezTo>
                      <a:pt x="151" y="0"/>
                      <a:pt x="0" y="151"/>
                      <a:pt x="0" y="337"/>
                    </a:cubicBezTo>
                    <a:lnTo>
                      <a:pt x="0" y="570"/>
                    </a:lnTo>
                    <a:cubicBezTo>
                      <a:pt x="0" y="756"/>
                      <a:pt x="151" y="908"/>
                      <a:pt x="337" y="908"/>
                    </a:cubicBezTo>
                    <a:lnTo>
                      <a:pt x="5437" y="908"/>
                    </a:lnTo>
                    <a:cubicBezTo>
                      <a:pt x="5623" y="908"/>
                      <a:pt x="5773" y="756"/>
                      <a:pt x="5773" y="570"/>
                    </a:cubicBezTo>
                    <a:lnTo>
                      <a:pt x="5773" y="337"/>
                    </a:lnTo>
                    <a:cubicBezTo>
                      <a:pt x="5773" y="151"/>
                      <a:pt x="5623" y="0"/>
                      <a:pt x="543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137"/>
              <p:cNvSpPr/>
              <p:nvPr/>
            </p:nvSpPr>
            <p:spPr>
              <a:xfrm>
                <a:off x="-1941500" y="2361300"/>
                <a:ext cx="216450" cy="21300"/>
              </a:xfrm>
              <a:custGeom>
                <a:rect b="b" l="l" r="r" t="t"/>
                <a:pathLst>
                  <a:path extrusionOk="0" h="852" w="8658">
                    <a:moveTo>
                      <a:pt x="0" y="0"/>
                    </a:moveTo>
                    <a:lnTo>
                      <a:pt x="0" y="852"/>
                    </a:lnTo>
                    <a:lnTo>
                      <a:pt x="8658" y="852"/>
                    </a:lnTo>
                    <a:lnTo>
                      <a:pt x="8658" y="0"/>
                    </a:ln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137"/>
              <p:cNvSpPr/>
              <p:nvPr/>
            </p:nvSpPr>
            <p:spPr>
              <a:xfrm>
                <a:off x="-1941500" y="2353025"/>
                <a:ext cx="216450" cy="4825"/>
              </a:xfrm>
              <a:custGeom>
                <a:rect b="b" l="l" r="r" t="t"/>
                <a:pathLst>
                  <a:path extrusionOk="0" h="193" w="8658">
                    <a:moveTo>
                      <a:pt x="0" y="1"/>
                    </a:moveTo>
                    <a:lnTo>
                      <a:pt x="0" y="193"/>
                    </a:lnTo>
                    <a:lnTo>
                      <a:pt x="8658" y="193"/>
                    </a:lnTo>
                    <a:lnTo>
                      <a:pt x="8658" y="1"/>
                    </a:ln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137"/>
              <p:cNvSpPr/>
              <p:nvPr/>
            </p:nvSpPr>
            <p:spPr>
              <a:xfrm>
                <a:off x="-1941500" y="2345475"/>
                <a:ext cx="216450" cy="2775"/>
              </a:xfrm>
              <a:custGeom>
                <a:rect b="b" l="l" r="r" t="t"/>
                <a:pathLst>
                  <a:path extrusionOk="0" h="111" w="8658">
                    <a:moveTo>
                      <a:pt x="0" y="1"/>
                    </a:moveTo>
                    <a:lnTo>
                      <a:pt x="0" y="111"/>
                    </a:lnTo>
                    <a:lnTo>
                      <a:pt x="8658" y="111"/>
                    </a:lnTo>
                    <a:lnTo>
                      <a:pt x="8658" y="1"/>
                    </a:ln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137"/>
              <p:cNvSpPr/>
              <p:nvPr/>
            </p:nvSpPr>
            <p:spPr>
              <a:xfrm>
                <a:off x="-1900975" y="2292925"/>
                <a:ext cx="135425" cy="25"/>
              </a:xfrm>
              <a:custGeom>
                <a:rect b="b" l="l" r="r" t="t"/>
                <a:pathLst>
                  <a:path extrusionOk="0" fill="none" h="1" w="5417">
                    <a:moveTo>
                      <a:pt x="0" y="0"/>
                    </a:moveTo>
                    <a:lnTo>
                      <a:pt x="5416" y="0"/>
                    </a:lnTo>
                  </a:path>
                </a:pathLst>
              </a:custGeom>
              <a:solidFill>
                <a:srgbClr val="020001"/>
              </a:solidFill>
              <a:ln cap="flat" cmpd="sng" w="1550">
                <a:solidFill>
                  <a:srgbClr val="3A3A3C"/>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137"/>
              <p:cNvSpPr/>
              <p:nvPr/>
            </p:nvSpPr>
            <p:spPr>
              <a:xfrm>
                <a:off x="-1900975" y="2301150"/>
                <a:ext cx="135425" cy="25"/>
              </a:xfrm>
              <a:custGeom>
                <a:rect b="b" l="l" r="r" t="t"/>
                <a:pathLst>
                  <a:path extrusionOk="0" fill="none" h="1" w="5417">
                    <a:moveTo>
                      <a:pt x="0" y="1"/>
                    </a:moveTo>
                    <a:lnTo>
                      <a:pt x="5416" y="1"/>
                    </a:lnTo>
                  </a:path>
                </a:pathLst>
              </a:custGeom>
              <a:solidFill>
                <a:srgbClr val="020001"/>
              </a:solidFill>
              <a:ln cap="flat" cmpd="sng" w="1550">
                <a:solidFill>
                  <a:srgbClr val="3A3A3C"/>
                </a:solidFill>
                <a:prstDash val="solid"/>
                <a:miter lim="103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137"/>
              <p:cNvSpPr/>
              <p:nvPr/>
            </p:nvSpPr>
            <p:spPr>
              <a:xfrm>
                <a:off x="-1910875" y="2314875"/>
                <a:ext cx="155275" cy="44025"/>
              </a:xfrm>
              <a:custGeom>
                <a:rect b="b" l="l" r="r" t="t"/>
                <a:pathLst>
                  <a:path extrusionOk="0" h="1761" w="6211">
                    <a:moveTo>
                      <a:pt x="880" y="1"/>
                    </a:moveTo>
                    <a:cubicBezTo>
                      <a:pt x="395" y="1"/>
                      <a:pt x="0" y="396"/>
                      <a:pt x="0" y="881"/>
                    </a:cubicBezTo>
                    <a:cubicBezTo>
                      <a:pt x="0" y="1366"/>
                      <a:pt x="395" y="1760"/>
                      <a:pt x="880" y="1760"/>
                    </a:cubicBezTo>
                    <a:lnTo>
                      <a:pt x="5330" y="1760"/>
                    </a:lnTo>
                    <a:cubicBezTo>
                      <a:pt x="5815" y="1760"/>
                      <a:pt x="6211" y="1366"/>
                      <a:pt x="6211" y="881"/>
                    </a:cubicBezTo>
                    <a:cubicBezTo>
                      <a:pt x="6211" y="396"/>
                      <a:pt x="5815" y="1"/>
                      <a:pt x="5330" y="1"/>
                    </a:cubicBezTo>
                    <a:close/>
                  </a:path>
                </a:pathLst>
              </a:custGeom>
              <a:solidFill>
                <a:srgbClr val="F46B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137"/>
              <p:cNvSpPr/>
              <p:nvPr/>
            </p:nvSpPr>
            <p:spPr>
              <a:xfrm>
                <a:off x="-1906425" y="2318263"/>
                <a:ext cx="148425" cy="37100"/>
              </a:xfrm>
              <a:custGeom>
                <a:rect b="b" l="l" r="r" t="t"/>
                <a:pathLst>
                  <a:path extrusionOk="0" h="1484" w="5937">
                    <a:moveTo>
                      <a:pt x="742" y="1"/>
                    </a:moveTo>
                    <a:cubicBezTo>
                      <a:pt x="333" y="1"/>
                      <a:pt x="1" y="332"/>
                      <a:pt x="1" y="743"/>
                    </a:cubicBezTo>
                    <a:cubicBezTo>
                      <a:pt x="1" y="1152"/>
                      <a:pt x="332" y="1484"/>
                      <a:pt x="742" y="1484"/>
                    </a:cubicBezTo>
                    <a:lnTo>
                      <a:pt x="5196" y="1484"/>
                    </a:lnTo>
                    <a:cubicBezTo>
                      <a:pt x="5605" y="1484"/>
                      <a:pt x="5937" y="1153"/>
                      <a:pt x="5937" y="743"/>
                    </a:cubicBezTo>
                    <a:cubicBezTo>
                      <a:pt x="5937" y="333"/>
                      <a:pt x="5606" y="1"/>
                      <a:pt x="5196"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137"/>
              <p:cNvSpPr/>
              <p:nvPr/>
            </p:nvSpPr>
            <p:spPr>
              <a:xfrm>
                <a:off x="-1801225" y="2313350"/>
                <a:ext cx="46925" cy="46925"/>
              </a:xfrm>
              <a:custGeom>
                <a:rect b="b" l="l" r="r" t="t"/>
                <a:pathLst>
                  <a:path extrusionOk="0" h="1877" w="1877">
                    <a:moveTo>
                      <a:pt x="938" y="1"/>
                    </a:moveTo>
                    <a:cubicBezTo>
                      <a:pt x="420" y="1"/>
                      <a:pt x="0" y="421"/>
                      <a:pt x="0" y="939"/>
                    </a:cubicBezTo>
                    <a:cubicBezTo>
                      <a:pt x="0" y="1457"/>
                      <a:pt x="420" y="1877"/>
                      <a:pt x="938" y="1877"/>
                    </a:cubicBezTo>
                    <a:cubicBezTo>
                      <a:pt x="1456" y="1877"/>
                      <a:pt x="1876" y="1457"/>
                      <a:pt x="1876" y="939"/>
                    </a:cubicBezTo>
                    <a:cubicBezTo>
                      <a:pt x="1876" y="421"/>
                      <a:pt x="1456" y="1"/>
                      <a:pt x="9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137"/>
              <p:cNvSpPr/>
              <p:nvPr/>
            </p:nvSpPr>
            <p:spPr>
              <a:xfrm>
                <a:off x="-1801175" y="2315500"/>
                <a:ext cx="46825" cy="42650"/>
              </a:xfrm>
              <a:custGeom>
                <a:rect b="b" l="l" r="r" t="t"/>
                <a:pathLst>
                  <a:path extrusionOk="0" h="1706" w="1873">
                    <a:moveTo>
                      <a:pt x="936" y="0"/>
                    </a:moveTo>
                    <a:cubicBezTo>
                      <a:pt x="718" y="0"/>
                      <a:pt x="500" y="83"/>
                      <a:pt x="333" y="250"/>
                    </a:cubicBezTo>
                    <a:cubicBezTo>
                      <a:pt x="0" y="583"/>
                      <a:pt x="0" y="1123"/>
                      <a:pt x="333" y="1456"/>
                    </a:cubicBezTo>
                    <a:cubicBezTo>
                      <a:pt x="500" y="1623"/>
                      <a:pt x="718" y="1706"/>
                      <a:pt x="936" y="1706"/>
                    </a:cubicBezTo>
                    <a:cubicBezTo>
                      <a:pt x="1154" y="1706"/>
                      <a:pt x="1372" y="1623"/>
                      <a:pt x="1539" y="1456"/>
                    </a:cubicBezTo>
                    <a:cubicBezTo>
                      <a:pt x="1872" y="1123"/>
                      <a:pt x="1872" y="583"/>
                      <a:pt x="1539" y="250"/>
                    </a:cubicBezTo>
                    <a:cubicBezTo>
                      <a:pt x="1372" y="83"/>
                      <a:pt x="1154" y="0"/>
                      <a:pt x="936" y="0"/>
                    </a:cubicBezTo>
                    <a:close/>
                  </a:path>
                </a:pathLst>
              </a:custGeom>
              <a:solidFill>
                <a:srgbClr val="A1C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37"/>
              <p:cNvSpPr/>
              <p:nvPr/>
            </p:nvSpPr>
            <p:spPr>
              <a:xfrm>
                <a:off x="-1904800" y="2322800"/>
                <a:ext cx="30825" cy="28075"/>
              </a:xfrm>
              <a:custGeom>
                <a:rect b="b" l="l" r="r" t="t"/>
                <a:pathLst>
                  <a:path extrusionOk="0" h="1123" w="1233">
                    <a:moveTo>
                      <a:pt x="617" y="0"/>
                    </a:moveTo>
                    <a:cubicBezTo>
                      <a:pt x="473" y="0"/>
                      <a:pt x="329" y="55"/>
                      <a:pt x="219" y="164"/>
                    </a:cubicBezTo>
                    <a:cubicBezTo>
                      <a:pt x="1" y="383"/>
                      <a:pt x="1" y="739"/>
                      <a:pt x="219" y="958"/>
                    </a:cubicBezTo>
                    <a:cubicBezTo>
                      <a:pt x="329" y="1067"/>
                      <a:pt x="473" y="1122"/>
                      <a:pt x="617" y="1122"/>
                    </a:cubicBezTo>
                    <a:cubicBezTo>
                      <a:pt x="760" y="1122"/>
                      <a:pt x="904" y="1067"/>
                      <a:pt x="1013" y="958"/>
                    </a:cubicBezTo>
                    <a:cubicBezTo>
                      <a:pt x="1233" y="739"/>
                      <a:pt x="1233" y="383"/>
                      <a:pt x="1013" y="164"/>
                    </a:cubicBezTo>
                    <a:cubicBezTo>
                      <a:pt x="904" y="55"/>
                      <a:pt x="760" y="0"/>
                      <a:pt x="6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137"/>
              <p:cNvSpPr/>
              <p:nvPr/>
            </p:nvSpPr>
            <p:spPr>
              <a:xfrm>
                <a:off x="-1793500" y="2322875"/>
                <a:ext cx="31325" cy="28100"/>
              </a:xfrm>
              <a:custGeom>
                <a:rect b="b" l="l" r="r" t="t"/>
                <a:pathLst>
                  <a:path extrusionOk="0" h="1124" w="1253">
                    <a:moveTo>
                      <a:pt x="627" y="1"/>
                    </a:moveTo>
                    <a:cubicBezTo>
                      <a:pt x="471" y="1"/>
                      <a:pt x="316" y="65"/>
                      <a:pt x="205" y="191"/>
                    </a:cubicBezTo>
                    <a:cubicBezTo>
                      <a:pt x="1" y="425"/>
                      <a:pt x="23" y="779"/>
                      <a:pt x="257" y="984"/>
                    </a:cubicBezTo>
                    <a:cubicBezTo>
                      <a:pt x="363" y="1077"/>
                      <a:pt x="495" y="1123"/>
                      <a:pt x="626" y="1123"/>
                    </a:cubicBezTo>
                    <a:cubicBezTo>
                      <a:pt x="782" y="1123"/>
                      <a:pt x="937" y="1058"/>
                      <a:pt x="1048" y="932"/>
                    </a:cubicBezTo>
                    <a:cubicBezTo>
                      <a:pt x="1252" y="699"/>
                      <a:pt x="1230" y="345"/>
                      <a:pt x="997" y="140"/>
                    </a:cubicBezTo>
                    <a:cubicBezTo>
                      <a:pt x="890" y="46"/>
                      <a:pt x="759" y="1"/>
                      <a:pt x="62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137"/>
              <p:cNvSpPr/>
              <p:nvPr/>
            </p:nvSpPr>
            <p:spPr>
              <a:xfrm>
                <a:off x="-1912187" y="2313350"/>
                <a:ext cx="46925" cy="46925"/>
              </a:xfrm>
              <a:custGeom>
                <a:rect b="b" l="l" r="r" t="t"/>
                <a:pathLst>
                  <a:path extrusionOk="0" h="1877" w="1877">
                    <a:moveTo>
                      <a:pt x="938" y="1"/>
                    </a:moveTo>
                    <a:cubicBezTo>
                      <a:pt x="420" y="1"/>
                      <a:pt x="0" y="421"/>
                      <a:pt x="0" y="939"/>
                    </a:cubicBezTo>
                    <a:cubicBezTo>
                      <a:pt x="0" y="1457"/>
                      <a:pt x="420" y="1877"/>
                      <a:pt x="938" y="1877"/>
                    </a:cubicBezTo>
                    <a:cubicBezTo>
                      <a:pt x="1456" y="1877"/>
                      <a:pt x="1876" y="1457"/>
                      <a:pt x="1876" y="939"/>
                    </a:cubicBezTo>
                    <a:cubicBezTo>
                      <a:pt x="1876" y="421"/>
                      <a:pt x="1456" y="1"/>
                      <a:pt x="9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137"/>
              <p:cNvSpPr/>
              <p:nvPr/>
            </p:nvSpPr>
            <p:spPr>
              <a:xfrm>
                <a:off x="-1912800" y="2315500"/>
                <a:ext cx="46825" cy="42650"/>
              </a:xfrm>
              <a:custGeom>
                <a:rect b="b" l="l" r="r" t="t"/>
                <a:pathLst>
                  <a:path extrusionOk="0" h="1706" w="1873">
                    <a:moveTo>
                      <a:pt x="937" y="1"/>
                    </a:moveTo>
                    <a:cubicBezTo>
                      <a:pt x="718" y="1"/>
                      <a:pt x="500" y="84"/>
                      <a:pt x="334" y="250"/>
                    </a:cubicBezTo>
                    <a:cubicBezTo>
                      <a:pt x="1" y="583"/>
                      <a:pt x="1" y="1123"/>
                      <a:pt x="334" y="1456"/>
                    </a:cubicBezTo>
                    <a:cubicBezTo>
                      <a:pt x="500" y="1623"/>
                      <a:pt x="718" y="1706"/>
                      <a:pt x="937" y="1706"/>
                    </a:cubicBezTo>
                    <a:cubicBezTo>
                      <a:pt x="1155" y="1706"/>
                      <a:pt x="1373" y="1623"/>
                      <a:pt x="1539" y="1456"/>
                    </a:cubicBezTo>
                    <a:cubicBezTo>
                      <a:pt x="1873" y="1123"/>
                      <a:pt x="1873" y="583"/>
                      <a:pt x="1539" y="250"/>
                    </a:cubicBezTo>
                    <a:cubicBezTo>
                      <a:pt x="1373" y="84"/>
                      <a:pt x="1155" y="1"/>
                      <a:pt x="937" y="1"/>
                    </a:cubicBezTo>
                    <a:close/>
                  </a:path>
                </a:pathLst>
              </a:custGeom>
              <a:solidFill>
                <a:srgbClr val="A1C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137"/>
              <p:cNvSpPr/>
              <p:nvPr/>
            </p:nvSpPr>
            <p:spPr>
              <a:xfrm>
                <a:off x="-1899975" y="2326200"/>
                <a:ext cx="21225" cy="21225"/>
              </a:xfrm>
              <a:custGeom>
                <a:rect b="b" l="l" r="r" t="t"/>
                <a:pathLst>
                  <a:path extrusionOk="0" h="849" w="849">
                    <a:moveTo>
                      <a:pt x="425" y="1"/>
                    </a:moveTo>
                    <a:cubicBezTo>
                      <a:pt x="191" y="1"/>
                      <a:pt x="1" y="191"/>
                      <a:pt x="1" y="425"/>
                    </a:cubicBezTo>
                    <a:cubicBezTo>
                      <a:pt x="1" y="659"/>
                      <a:pt x="191" y="849"/>
                      <a:pt x="425" y="849"/>
                    </a:cubicBezTo>
                    <a:cubicBezTo>
                      <a:pt x="659" y="849"/>
                      <a:pt x="849" y="659"/>
                      <a:pt x="849" y="425"/>
                    </a:cubicBezTo>
                    <a:cubicBezTo>
                      <a:pt x="849" y="191"/>
                      <a:pt x="659" y="1"/>
                      <a:pt x="42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90" name="Shape 10990"/>
        <p:cNvGrpSpPr/>
        <p:nvPr/>
      </p:nvGrpSpPr>
      <p:grpSpPr>
        <a:xfrm>
          <a:off x="0" y="0"/>
          <a:ext cx="0" cy="0"/>
          <a:chOff x="0" y="0"/>
          <a:chExt cx="0" cy="0"/>
        </a:xfrm>
      </p:grpSpPr>
      <p:sp>
        <p:nvSpPr>
          <p:cNvPr id="10991" name="Google Shape;10991;p138"/>
          <p:cNvSpPr/>
          <p:nvPr/>
        </p:nvSpPr>
        <p:spPr>
          <a:xfrm rot="-1800010">
            <a:off x="1891912" y="1713918"/>
            <a:ext cx="926995" cy="482102"/>
          </a:xfrm>
          <a:prstGeom prst="ellipse">
            <a:avLst/>
          </a:prstGeom>
          <a:solidFill>
            <a:srgbClr val="FFFFFF"/>
          </a:solidFill>
          <a:ln cap="flat" cmpd="sng" w="76200">
            <a:solidFill>
              <a:srgbClr val="FFFFFF"/>
            </a:solidFill>
            <a:prstDash val="solid"/>
            <a:round/>
            <a:headEnd len="sm" w="sm" type="none"/>
            <a:tailEnd len="sm" w="sm" type="none"/>
          </a:ln>
          <a:effectLst>
            <a:outerShdw blurRad="57150" rotWithShape="0" algn="bl" dir="3000000" dist="19050">
              <a:srgbClr val="020001">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138"/>
          <p:cNvSpPr txBox="1"/>
          <p:nvPr/>
        </p:nvSpPr>
        <p:spPr>
          <a:xfrm>
            <a:off x="1989700" y="1730875"/>
            <a:ext cx="731400" cy="44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A1C781"/>
                </a:solidFill>
                <a:latin typeface="Coiny"/>
                <a:ea typeface="Coiny"/>
                <a:cs typeface="Coiny"/>
                <a:sym typeface="Coiny"/>
              </a:rPr>
              <a:t>01</a:t>
            </a:r>
            <a:endParaRPr sz="3000">
              <a:solidFill>
                <a:srgbClr val="A1C781"/>
              </a:solidFill>
              <a:latin typeface="Coiny"/>
              <a:ea typeface="Coiny"/>
              <a:cs typeface="Coiny"/>
              <a:sym typeface="Coiny"/>
            </a:endParaRPr>
          </a:p>
        </p:txBody>
      </p:sp>
      <p:sp>
        <p:nvSpPr>
          <p:cNvPr id="10993" name="Google Shape;10993;p138"/>
          <p:cNvSpPr/>
          <p:nvPr/>
        </p:nvSpPr>
        <p:spPr>
          <a:xfrm rot="-1800010">
            <a:off x="1891912" y="2701918"/>
            <a:ext cx="926995" cy="482102"/>
          </a:xfrm>
          <a:prstGeom prst="ellipse">
            <a:avLst/>
          </a:prstGeom>
          <a:solidFill>
            <a:srgbClr val="FFFFFF"/>
          </a:solidFill>
          <a:ln cap="flat" cmpd="sng" w="76200">
            <a:solidFill>
              <a:srgbClr val="FFFFFF"/>
            </a:solidFill>
            <a:prstDash val="solid"/>
            <a:round/>
            <a:headEnd len="sm" w="sm" type="none"/>
            <a:tailEnd len="sm" w="sm" type="none"/>
          </a:ln>
          <a:effectLst>
            <a:outerShdw blurRad="57150" rotWithShape="0" algn="bl" dir="3000000" dist="19050">
              <a:srgbClr val="020001">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138"/>
          <p:cNvSpPr/>
          <p:nvPr/>
        </p:nvSpPr>
        <p:spPr>
          <a:xfrm rot="-1800010">
            <a:off x="1891912" y="3709268"/>
            <a:ext cx="926995" cy="482102"/>
          </a:xfrm>
          <a:prstGeom prst="ellipse">
            <a:avLst/>
          </a:prstGeom>
          <a:solidFill>
            <a:srgbClr val="FFFFFF"/>
          </a:solidFill>
          <a:ln cap="flat" cmpd="sng" w="76200">
            <a:solidFill>
              <a:srgbClr val="FFFFFF"/>
            </a:solidFill>
            <a:prstDash val="solid"/>
            <a:round/>
            <a:headEnd len="sm" w="sm" type="none"/>
            <a:tailEnd len="sm" w="sm" type="none"/>
          </a:ln>
          <a:effectLst>
            <a:outerShdw blurRad="57150" rotWithShape="0" algn="bl" dir="3000000" dist="19050">
              <a:srgbClr val="020001">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138"/>
          <p:cNvSpPr txBox="1"/>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3000">
                <a:solidFill>
                  <a:srgbClr val="020001"/>
                </a:solidFill>
                <a:latin typeface="Coiny"/>
                <a:ea typeface="Coiny"/>
                <a:cs typeface="Coiny"/>
                <a:sym typeface="Coiny"/>
              </a:rPr>
              <a:t>QUESTIONS</a:t>
            </a:r>
            <a:endParaRPr sz="3000">
              <a:solidFill>
                <a:srgbClr val="020001"/>
              </a:solidFill>
              <a:latin typeface="Coiny"/>
              <a:ea typeface="Coiny"/>
              <a:cs typeface="Coiny"/>
              <a:sym typeface="Coiny"/>
            </a:endParaRPr>
          </a:p>
        </p:txBody>
      </p:sp>
      <p:sp>
        <p:nvSpPr>
          <p:cNvPr id="10996" name="Google Shape;10996;p138"/>
          <p:cNvSpPr txBox="1"/>
          <p:nvPr/>
        </p:nvSpPr>
        <p:spPr>
          <a:xfrm>
            <a:off x="3005088" y="1918974"/>
            <a:ext cx="4305300" cy="457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Work Sans"/>
                <a:ea typeface="Work Sans"/>
                <a:cs typeface="Work Sans"/>
                <a:sym typeface="Work Sans"/>
              </a:rPr>
              <a:t>How does track length affect danceability and tempo?</a:t>
            </a:r>
            <a:endParaRPr>
              <a:solidFill>
                <a:srgbClr val="020001"/>
              </a:solidFill>
              <a:latin typeface="Work Sans"/>
              <a:ea typeface="Work Sans"/>
              <a:cs typeface="Work Sans"/>
              <a:sym typeface="Work Sans"/>
            </a:endParaRPr>
          </a:p>
        </p:txBody>
      </p:sp>
      <p:sp>
        <p:nvSpPr>
          <p:cNvPr id="10997" name="Google Shape;10997;p138"/>
          <p:cNvSpPr txBox="1"/>
          <p:nvPr/>
        </p:nvSpPr>
        <p:spPr>
          <a:xfrm>
            <a:off x="3005123" y="2866781"/>
            <a:ext cx="4305300" cy="457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Work Sans"/>
                <a:ea typeface="Work Sans"/>
                <a:cs typeface="Work Sans"/>
                <a:sym typeface="Work Sans"/>
              </a:rPr>
              <a:t>When we group tracks by tempo, do other stats follow any patterns?</a:t>
            </a:r>
            <a:endParaRPr>
              <a:solidFill>
                <a:schemeClr val="dk1"/>
              </a:solidFill>
              <a:latin typeface="Work Sans"/>
              <a:ea typeface="Work Sans"/>
              <a:cs typeface="Work Sans"/>
              <a:sym typeface="Work Sans"/>
            </a:endParaRPr>
          </a:p>
          <a:p>
            <a:pPr indent="0" lvl="0" marL="0" rtl="0" algn="l">
              <a:spcBef>
                <a:spcPts val="0"/>
              </a:spcBef>
              <a:spcAft>
                <a:spcPts val="0"/>
              </a:spcAft>
              <a:buNone/>
            </a:pPr>
            <a:r>
              <a:t/>
            </a:r>
            <a:endParaRPr>
              <a:solidFill>
                <a:srgbClr val="020001"/>
              </a:solidFill>
              <a:latin typeface="Work Sans"/>
              <a:ea typeface="Work Sans"/>
              <a:cs typeface="Work Sans"/>
              <a:sym typeface="Work Sans"/>
            </a:endParaRPr>
          </a:p>
        </p:txBody>
      </p:sp>
      <p:sp>
        <p:nvSpPr>
          <p:cNvPr id="10998" name="Google Shape;10998;p138"/>
          <p:cNvSpPr txBox="1"/>
          <p:nvPr/>
        </p:nvSpPr>
        <p:spPr>
          <a:xfrm>
            <a:off x="3005125" y="3874125"/>
            <a:ext cx="4305300" cy="457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20001"/>
                </a:solidFill>
                <a:latin typeface="Work Sans"/>
                <a:ea typeface="Work Sans"/>
                <a:cs typeface="Work Sans"/>
                <a:sym typeface="Work Sans"/>
              </a:rPr>
              <a:t>If a YouTube video is marked as licensed, does that correlate with higher Spotify streams?</a:t>
            </a:r>
            <a:endParaRPr>
              <a:solidFill>
                <a:srgbClr val="020001"/>
              </a:solidFill>
              <a:latin typeface="Work Sans"/>
              <a:ea typeface="Work Sans"/>
              <a:cs typeface="Work Sans"/>
              <a:sym typeface="Work Sans"/>
            </a:endParaRPr>
          </a:p>
        </p:txBody>
      </p:sp>
      <p:sp>
        <p:nvSpPr>
          <p:cNvPr id="10999" name="Google Shape;10999;p138"/>
          <p:cNvSpPr txBox="1"/>
          <p:nvPr/>
        </p:nvSpPr>
        <p:spPr>
          <a:xfrm>
            <a:off x="1988060" y="2719183"/>
            <a:ext cx="734700" cy="44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FD926E"/>
                </a:solidFill>
                <a:latin typeface="Coiny"/>
                <a:ea typeface="Coiny"/>
                <a:cs typeface="Coiny"/>
                <a:sym typeface="Coiny"/>
              </a:rPr>
              <a:t>02</a:t>
            </a:r>
            <a:endParaRPr sz="3000">
              <a:solidFill>
                <a:srgbClr val="FD926E"/>
              </a:solidFill>
              <a:latin typeface="Coiny"/>
              <a:ea typeface="Coiny"/>
              <a:cs typeface="Coiny"/>
              <a:sym typeface="Coiny"/>
            </a:endParaRPr>
          </a:p>
        </p:txBody>
      </p:sp>
      <p:sp>
        <p:nvSpPr>
          <p:cNvPr id="11000" name="Google Shape;11000;p138"/>
          <p:cNvSpPr txBox="1"/>
          <p:nvPr/>
        </p:nvSpPr>
        <p:spPr>
          <a:xfrm>
            <a:off x="1988060" y="3726533"/>
            <a:ext cx="734700" cy="44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A1C6E7"/>
                </a:solidFill>
                <a:latin typeface="Coiny"/>
                <a:ea typeface="Coiny"/>
                <a:cs typeface="Coiny"/>
                <a:sym typeface="Coiny"/>
              </a:rPr>
              <a:t>03</a:t>
            </a:r>
            <a:endParaRPr sz="3000">
              <a:solidFill>
                <a:srgbClr val="A1C6E7"/>
              </a:solidFill>
              <a:latin typeface="Coiny"/>
              <a:ea typeface="Coiny"/>
              <a:cs typeface="Coiny"/>
              <a:sym typeface="Coiny"/>
            </a:endParaRPr>
          </a:p>
        </p:txBody>
      </p:sp>
      <p:sp>
        <p:nvSpPr>
          <p:cNvPr id="11001" name="Google Shape;11001;p138"/>
          <p:cNvSpPr txBox="1"/>
          <p:nvPr/>
        </p:nvSpPr>
        <p:spPr>
          <a:xfrm>
            <a:off x="3005088" y="1614175"/>
            <a:ext cx="4305300" cy="45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Coiny"/>
                <a:ea typeface="Coiny"/>
                <a:cs typeface="Coiny"/>
                <a:sym typeface="Coiny"/>
              </a:rPr>
              <a:t>Are long tracks different?</a:t>
            </a:r>
            <a:endParaRPr sz="2000">
              <a:solidFill>
                <a:srgbClr val="020001"/>
              </a:solidFill>
              <a:latin typeface="Coiny"/>
              <a:ea typeface="Coiny"/>
              <a:cs typeface="Coiny"/>
              <a:sym typeface="Coiny"/>
            </a:endParaRPr>
          </a:p>
        </p:txBody>
      </p:sp>
      <p:sp>
        <p:nvSpPr>
          <p:cNvPr id="11002" name="Google Shape;11002;p138"/>
          <p:cNvSpPr txBox="1"/>
          <p:nvPr/>
        </p:nvSpPr>
        <p:spPr>
          <a:xfrm>
            <a:off x="3005123" y="2561975"/>
            <a:ext cx="5307900" cy="45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Coiny"/>
                <a:ea typeface="Coiny"/>
                <a:cs typeface="Coiny"/>
                <a:sym typeface="Coiny"/>
              </a:rPr>
              <a:t>Are fast or slow tracks different?</a:t>
            </a:r>
            <a:endParaRPr sz="2000">
              <a:solidFill>
                <a:srgbClr val="020001"/>
              </a:solidFill>
              <a:latin typeface="Coiny"/>
              <a:ea typeface="Coiny"/>
              <a:cs typeface="Coiny"/>
              <a:sym typeface="Coiny"/>
            </a:endParaRPr>
          </a:p>
        </p:txBody>
      </p:sp>
      <p:sp>
        <p:nvSpPr>
          <p:cNvPr id="11003" name="Google Shape;11003;p138"/>
          <p:cNvSpPr txBox="1"/>
          <p:nvPr/>
        </p:nvSpPr>
        <p:spPr>
          <a:xfrm>
            <a:off x="3005125" y="3569325"/>
            <a:ext cx="5066400" cy="45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rgbClr val="020001"/>
                </a:solidFill>
                <a:latin typeface="Coiny"/>
                <a:ea typeface="Coiny"/>
                <a:cs typeface="Coiny"/>
                <a:sym typeface="Coiny"/>
              </a:rPr>
              <a:t>Are licensed videos more popular?</a:t>
            </a:r>
            <a:endParaRPr sz="2000">
              <a:solidFill>
                <a:srgbClr val="020001"/>
              </a:solidFill>
              <a:latin typeface="Coiny"/>
              <a:ea typeface="Coiny"/>
              <a:cs typeface="Coiny"/>
              <a:sym typeface="Coiny"/>
            </a:endParaRPr>
          </a:p>
        </p:txBody>
      </p:sp>
      <p:grpSp>
        <p:nvGrpSpPr>
          <p:cNvPr id="11004" name="Google Shape;11004;p138"/>
          <p:cNvGrpSpPr/>
          <p:nvPr/>
        </p:nvGrpSpPr>
        <p:grpSpPr>
          <a:xfrm rot="-1281014">
            <a:off x="7876421" y="3712420"/>
            <a:ext cx="1108710" cy="1109123"/>
            <a:chOff x="3515584" y="2040188"/>
            <a:chExt cx="392766" cy="392913"/>
          </a:xfrm>
        </p:grpSpPr>
        <p:sp>
          <p:nvSpPr>
            <p:cNvPr id="11005" name="Google Shape;11005;p138"/>
            <p:cNvSpPr/>
            <p:nvPr/>
          </p:nvSpPr>
          <p:spPr>
            <a:xfrm>
              <a:off x="3515584" y="2040188"/>
              <a:ext cx="391425" cy="391425"/>
            </a:xfrm>
            <a:custGeom>
              <a:rect b="b" l="l" r="r" t="t"/>
              <a:pathLst>
                <a:path extrusionOk="0" h="15657" w="15657">
                  <a:moveTo>
                    <a:pt x="5300" y="1"/>
                  </a:moveTo>
                  <a:cubicBezTo>
                    <a:pt x="4809" y="1"/>
                    <a:pt x="4329" y="67"/>
                    <a:pt x="3876" y="196"/>
                  </a:cubicBezTo>
                  <a:cubicBezTo>
                    <a:pt x="2751" y="507"/>
                    <a:pt x="1777" y="1182"/>
                    <a:pt x="1088" y="2086"/>
                  </a:cubicBezTo>
                  <a:cubicBezTo>
                    <a:pt x="725" y="2559"/>
                    <a:pt x="439" y="3098"/>
                    <a:pt x="255" y="3679"/>
                  </a:cubicBezTo>
                  <a:cubicBezTo>
                    <a:pt x="114" y="4117"/>
                    <a:pt x="28" y="4581"/>
                    <a:pt x="6" y="5059"/>
                  </a:cubicBezTo>
                  <a:lnTo>
                    <a:pt x="0" y="5059"/>
                  </a:lnTo>
                  <a:lnTo>
                    <a:pt x="0" y="6981"/>
                  </a:lnTo>
                  <a:lnTo>
                    <a:pt x="0" y="8286"/>
                  </a:lnTo>
                  <a:lnTo>
                    <a:pt x="0" y="10507"/>
                  </a:lnTo>
                  <a:lnTo>
                    <a:pt x="0" y="11688"/>
                  </a:lnTo>
                  <a:lnTo>
                    <a:pt x="0" y="14310"/>
                  </a:lnTo>
                  <a:lnTo>
                    <a:pt x="0" y="15656"/>
                  </a:lnTo>
                  <a:lnTo>
                    <a:pt x="10599" y="15656"/>
                  </a:lnTo>
                  <a:lnTo>
                    <a:pt x="10599" y="15650"/>
                  </a:lnTo>
                  <a:cubicBezTo>
                    <a:pt x="10860" y="15637"/>
                    <a:pt x="11116" y="15609"/>
                    <a:pt x="11368" y="15558"/>
                  </a:cubicBezTo>
                  <a:cubicBezTo>
                    <a:pt x="11843" y="15466"/>
                    <a:pt x="12297" y="15309"/>
                    <a:pt x="12719" y="15098"/>
                  </a:cubicBezTo>
                  <a:cubicBezTo>
                    <a:pt x="13267" y="14823"/>
                    <a:pt x="13763" y="14458"/>
                    <a:pt x="14182" y="14019"/>
                  </a:cubicBezTo>
                  <a:cubicBezTo>
                    <a:pt x="14459" y="13733"/>
                    <a:pt x="14702" y="13415"/>
                    <a:pt x="14907" y="13071"/>
                  </a:cubicBezTo>
                  <a:cubicBezTo>
                    <a:pt x="15182" y="12617"/>
                    <a:pt x="15386" y="12120"/>
                    <a:pt x="15512" y="11590"/>
                  </a:cubicBezTo>
                  <a:cubicBezTo>
                    <a:pt x="15606" y="11193"/>
                    <a:pt x="15657" y="10780"/>
                    <a:pt x="15657" y="10355"/>
                  </a:cubicBezTo>
                  <a:cubicBezTo>
                    <a:pt x="15657" y="9610"/>
                    <a:pt x="15502" y="8902"/>
                    <a:pt x="15224" y="8262"/>
                  </a:cubicBezTo>
                  <a:cubicBezTo>
                    <a:pt x="14989" y="7710"/>
                    <a:pt x="14657" y="7202"/>
                    <a:pt x="14254" y="6767"/>
                  </a:cubicBezTo>
                  <a:cubicBezTo>
                    <a:pt x="13473" y="5919"/>
                    <a:pt x="12417" y="5326"/>
                    <a:pt x="11229" y="5131"/>
                  </a:cubicBezTo>
                  <a:cubicBezTo>
                    <a:pt x="11022" y="5094"/>
                    <a:pt x="10810" y="5072"/>
                    <a:pt x="10593" y="5062"/>
                  </a:cubicBezTo>
                  <a:cubicBezTo>
                    <a:pt x="10579" y="4787"/>
                    <a:pt x="10548" y="4520"/>
                    <a:pt x="10494" y="4258"/>
                  </a:cubicBezTo>
                  <a:cubicBezTo>
                    <a:pt x="10317" y="3379"/>
                    <a:pt x="9924" y="2575"/>
                    <a:pt x="9370" y="1910"/>
                  </a:cubicBezTo>
                  <a:cubicBezTo>
                    <a:pt x="9243" y="1759"/>
                    <a:pt x="9107" y="1614"/>
                    <a:pt x="8965" y="1476"/>
                  </a:cubicBezTo>
                  <a:cubicBezTo>
                    <a:pt x="8764" y="1280"/>
                    <a:pt x="8544" y="1100"/>
                    <a:pt x="8310" y="943"/>
                  </a:cubicBezTo>
                  <a:cubicBezTo>
                    <a:pt x="7500" y="378"/>
                    <a:pt x="6523" y="35"/>
                    <a:pt x="5471" y="4"/>
                  </a:cubicBezTo>
                  <a:cubicBezTo>
                    <a:pt x="5414" y="1"/>
                    <a:pt x="5357" y="1"/>
                    <a:pt x="5300" y="1"/>
                  </a:cubicBezTo>
                  <a:close/>
                </a:path>
              </a:pathLst>
            </a:custGeom>
            <a:solidFill>
              <a:srgbClr val="FFFFFF"/>
            </a:solidFill>
            <a:ln cap="flat" cmpd="sng" w="76200">
              <a:solidFill>
                <a:srgbClr val="FFFFFF"/>
              </a:solidFill>
              <a:prstDash val="solid"/>
              <a:round/>
              <a:headEnd len="sm" w="sm" type="none"/>
              <a:tailEnd len="sm" w="sm" type="none"/>
            </a:ln>
            <a:effectLst>
              <a:outerShdw blurRad="42863" rotWithShape="0" algn="bl" dir="2400000" dist="9525">
                <a:srgbClr val="020001">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38"/>
            <p:cNvSpPr/>
            <p:nvPr/>
          </p:nvSpPr>
          <p:spPr>
            <a:xfrm>
              <a:off x="3516900" y="2041650"/>
              <a:ext cx="391450" cy="391450"/>
            </a:xfrm>
            <a:custGeom>
              <a:rect b="b" l="l" r="r" t="t"/>
              <a:pathLst>
                <a:path extrusionOk="0" h="15658" w="15658">
                  <a:moveTo>
                    <a:pt x="5301" y="1"/>
                  </a:moveTo>
                  <a:cubicBezTo>
                    <a:pt x="4810" y="1"/>
                    <a:pt x="4331" y="67"/>
                    <a:pt x="3877" y="196"/>
                  </a:cubicBezTo>
                  <a:cubicBezTo>
                    <a:pt x="2752" y="507"/>
                    <a:pt x="1779" y="1182"/>
                    <a:pt x="1088" y="2086"/>
                  </a:cubicBezTo>
                  <a:cubicBezTo>
                    <a:pt x="726" y="2560"/>
                    <a:pt x="439" y="3098"/>
                    <a:pt x="257" y="3679"/>
                  </a:cubicBezTo>
                  <a:cubicBezTo>
                    <a:pt x="114" y="4116"/>
                    <a:pt x="29" y="4581"/>
                    <a:pt x="7" y="5059"/>
                  </a:cubicBezTo>
                  <a:lnTo>
                    <a:pt x="1" y="5059"/>
                  </a:lnTo>
                  <a:lnTo>
                    <a:pt x="1" y="15657"/>
                  </a:lnTo>
                  <a:lnTo>
                    <a:pt x="10599" y="15657"/>
                  </a:lnTo>
                  <a:lnTo>
                    <a:pt x="10599" y="15651"/>
                  </a:lnTo>
                  <a:cubicBezTo>
                    <a:pt x="10861" y="15639"/>
                    <a:pt x="11116" y="15610"/>
                    <a:pt x="11368" y="15559"/>
                  </a:cubicBezTo>
                  <a:cubicBezTo>
                    <a:pt x="11845" y="15468"/>
                    <a:pt x="12299" y="15310"/>
                    <a:pt x="12720" y="15099"/>
                  </a:cubicBezTo>
                  <a:cubicBezTo>
                    <a:pt x="13268" y="14824"/>
                    <a:pt x="13763" y="14459"/>
                    <a:pt x="14183" y="14020"/>
                  </a:cubicBezTo>
                  <a:cubicBezTo>
                    <a:pt x="14460" y="13735"/>
                    <a:pt x="14703" y="13416"/>
                    <a:pt x="14908" y="13072"/>
                  </a:cubicBezTo>
                  <a:cubicBezTo>
                    <a:pt x="15181" y="12618"/>
                    <a:pt x="15387" y="12120"/>
                    <a:pt x="15512" y="11591"/>
                  </a:cubicBezTo>
                  <a:cubicBezTo>
                    <a:pt x="15607" y="11194"/>
                    <a:pt x="15658" y="10781"/>
                    <a:pt x="15658" y="10356"/>
                  </a:cubicBezTo>
                  <a:cubicBezTo>
                    <a:pt x="15658" y="9612"/>
                    <a:pt x="15503" y="8902"/>
                    <a:pt x="15227" y="8265"/>
                  </a:cubicBezTo>
                  <a:cubicBezTo>
                    <a:pt x="14989" y="7710"/>
                    <a:pt x="14659" y="7202"/>
                    <a:pt x="14256" y="6766"/>
                  </a:cubicBezTo>
                  <a:cubicBezTo>
                    <a:pt x="13474" y="5919"/>
                    <a:pt x="12419" y="5326"/>
                    <a:pt x="11230" y="5131"/>
                  </a:cubicBezTo>
                  <a:cubicBezTo>
                    <a:pt x="11021" y="5093"/>
                    <a:pt x="10811" y="5071"/>
                    <a:pt x="10593" y="5062"/>
                  </a:cubicBezTo>
                  <a:cubicBezTo>
                    <a:pt x="10580" y="4787"/>
                    <a:pt x="10549" y="4520"/>
                    <a:pt x="10495" y="4258"/>
                  </a:cubicBezTo>
                  <a:cubicBezTo>
                    <a:pt x="10318" y="3379"/>
                    <a:pt x="9924" y="2576"/>
                    <a:pt x="9370" y="1910"/>
                  </a:cubicBezTo>
                  <a:cubicBezTo>
                    <a:pt x="9243" y="1759"/>
                    <a:pt x="9108" y="1615"/>
                    <a:pt x="8967" y="1475"/>
                  </a:cubicBezTo>
                  <a:cubicBezTo>
                    <a:pt x="8765" y="1279"/>
                    <a:pt x="8544" y="1100"/>
                    <a:pt x="8311" y="943"/>
                  </a:cubicBezTo>
                  <a:cubicBezTo>
                    <a:pt x="7501" y="378"/>
                    <a:pt x="6524" y="35"/>
                    <a:pt x="5471" y="4"/>
                  </a:cubicBezTo>
                  <a:cubicBezTo>
                    <a:pt x="5414" y="1"/>
                    <a:pt x="5358" y="1"/>
                    <a:pt x="5301" y="1"/>
                  </a:cubicBezTo>
                  <a:close/>
                </a:path>
              </a:pathLst>
            </a:custGeom>
            <a:solidFill>
              <a:srgbClr val="FFAD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138"/>
            <p:cNvSpPr/>
            <p:nvPr/>
          </p:nvSpPr>
          <p:spPr>
            <a:xfrm>
              <a:off x="3516825" y="2216025"/>
              <a:ext cx="179500" cy="59125"/>
            </a:xfrm>
            <a:custGeom>
              <a:rect b="b" l="l" r="r" t="t"/>
              <a:pathLst>
                <a:path extrusionOk="0" h="2365" w="7180">
                  <a:moveTo>
                    <a:pt x="0" y="1"/>
                  </a:moveTo>
                  <a:lnTo>
                    <a:pt x="0" y="1304"/>
                  </a:lnTo>
                  <a:cubicBezTo>
                    <a:pt x="1815" y="1993"/>
                    <a:pt x="3779" y="2364"/>
                    <a:pt x="5831" y="2364"/>
                  </a:cubicBezTo>
                  <a:cubicBezTo>
                    <a:pt x="5896" y="2364"/>
                    <a:pt x="5960" y="2364"/>
                    <a:pt x="6025" y="2361"/>
                  </a:cubicBezTo>
                  <a:lnTo>
                    <a:pt x="6080" y="2361"/>
                  </a:lnTo>
                  <a:cubicBezTo>
                    <a:pt x="6146" y="2361"/>
                    <a:pt x="6215" y="2359"/>
                    <a:pt x="6285" y="2359"/>
                  </a:cubicBezTo>
                  <a:cubicBezTo>
                    <a:pt x="6292" y="2356"/>
                    <a:pt x="6302" y="2356"/>
                    <a:pt x="6311" y="2356"/>
                  </a:cubicBezTo>
                  <a:lnTo>
                    <a:pt x="6374" y="2356"/>
                  </a:lnTo>
                  <a:cubicBezTo>
                    <a:pt x="6380" y="2354"/>
                    <a:pt x="6386" y="2354"/>
                    <a:pt x="6396" y="2354"/>
                  </a:cubicBezTo>
                  <a:lnTo>
                    <a:pt x="6450" y="2354"/>
                  </a:lnTo>
                  <a:cubicBezTo>
                    <a:pt x="6452" y="2352"/>
                    <a:pt x="6454" y="2352"/>
                    <a:pt x="6455" y="2352"/>
                  </a:cubicBezTo>
                  <a:cubicBezTo>
                    <a:pt x="6457" y="2352"/>
                    <a:pt x="6460" y="2352"/>
                    <a:pt x="6463" y="2354"/>
                  </a:cubicBezTo>
                  <a:cubicBezTo>
                    <a:pt x="6469" y="2351"/>
                    <a:pt x="6479" y="2351"/>
                    <a:pt x="6489" y="2351"/>
                  </a:cubicBezTo>
                  <a:lnTo>
                    <a:pt x="6518" y="2351"/>
                  </a:lnTo>
                  <a:cubicBezTo>
                    <a:pt x="6518" y="2350"/>
                    <a:pt x="6518" y="2349"/>
                    <a:pt x="6519" y="2349"/>
                  </a:cubicBezTo>
                  <a:cubicBezTo>
                    <a:pt x="6521" y="2349"/>
                    <a:pt x="6522" y="2350"/>
                    <a:pt x="6524" y="2351"/>
                  </a:cubicBezTo>
                  <a:cubicBezTo>
                    <a:pt x="6530" y="2349"/>
                    <a:pt x="6536" y="2349"/>
                    <a:pt x="6543" y="2349"/>
                  </a:cubicBezTo>
                  <a:lnTo>
                    <a:pt x="6559" y="2349"/>
                  </a:lnTo>
                  <a:cubicBezTo>
                    <a:pt x="6574" y="2349"/>
                    <a:pt x="6590" y="2346"/>
                    <a:pt x="6608" y="2346"/>
                  </a:cubicBezTo>
                  <a:lnTo>
                    <a:pt x="6618" y="2346"/>
                  </a:lnTo>
                  <a:cubicBezTo>
                    <a:pt x="6803" y="2337"/>
                    <a:pt x="6993" y="2324"/>
                    <a:pt x="7179" y="2309"/>
                  </a:cubicBezTo>
                  <a:cubicBezTo>
                    <a:pt x="7076" y="2299"/>
                    <a:pt x="6968" y="2289"/>
                    <a:pt x="6861" y="2269"/>
                  </a:cubicBezTo>
                  <a:cubicBezTo>
                    <a:pt x="6835" y="2269"/>
                    <a:pt x="6814" y="2266"/>
                    <a:pt x="6792" y="2263"/>
                  </a:cubicBezTo>
                  <a:cubicBezTo>
                    <a:pt x="6726" y="2259"/>
                    <a:pt x="6663" y="2251"/>
                    <a:pt x="6600" y="2244"/>
                  </a:cubicBezTo>
                  <a:lnTo>
                    <a:pt x="6597" y="2244"/>
                  </a:lnTo>
                  <a:lnTo>
                    <a:pt x="6531" y="2235"/>
                  </a:lnTo>
                  <a:cubicBezTo>
                    <a:pt x="6523" y="2235"/>
                    <a:pt x="6515" y="2235"/>
                    <a:pt x="6509" y="2232"/>
                  </a:cubicBezTo>
                  <a:lnTo>
                    <a:pt x="6494" y="2232"/>
                  </a:lnTo>
                  <a:cubicBezTo>
                    <a:pt x="6484" y="2232"/>
                    <a:pt x="6478" y="2230"/>
                    <a:pt x="6472" y="2230"/>
                  </a:cubicBezTo>
                  <a:lnTo>
                    <a:pt x="6459" y="2230"/>
                  </a:lnTo>
                  <a:cubicBezTo>
                    <a:pt x="6453" y="2227"/>
                    <a:pt x="6446" y="2227"/>
                    <a:pt x="6440" y="2227"/>
                  </a:cubicBezTo>
                  <a:cubicBezTo>
                    <a:pt x="6431" y="2225"/>
                    <a:pt x="6421" y="2225"/>
                    <a:pt x="6411" y="2225"/>
                  </a:cubicBezTo>
                  <a:lnTo>
                    <a:pt x="6409" y="2225"/>
                  </a:lnTo>
                  <a:cubicBezTo>
                    <a:pt x="6402" y="2222"/>
                    <a:pt x="6397" y="2222"/>
                    <a:pt x="6394" y="2222"/>
                  </a:cubicBezTo>
                  <a:lnTo>
                    <a:pt x="6386" y="2222"/>
                  </a:lnTo>
                  <a:cubicBezTo>
                    <a:pt x="6374" y="2218"/>
                    <a:pt x="6361" y="2218"/>
                    <a:pt x="6352" y="2216"/>
                  </a:cubicBezTo>
                  <a:cubicBezTo>
                    <a:pt x="6342" y="2216"/>
                    <a:pt x="6333" y="2216"/>
                    <a:pt x="6327" y="2213"/>
                  </a:cubicBezTo>
                  <a:cubicBezTo>
                    <a:pt x="6314" y="2213"/>
                    <a:pt x="6304" y="2210"/>
                    <a:pt x="6296" y="2210"/>
                  </a:cubicBezTo>
                  <a:cubicBezTo>
                    <a:pt x="6288" y="2210"/>
                    <a:pt x="6285" y="2207"/>
                    <a:pt x="6282" y="2207"/>
                  </a:cubicBezTo>
                  <a:cubicBezTo>
                    <a:pt x="6225" y="2201"/>
                    <a:pt x="6169" y="2191"/>
                    <a:pt x="6112" y="2182"/>
                  </a:cubicBezTo>
                  <a:lnTo>
                    <a:pt x="6092" y="2182"/>
                  </a:lnTo>
                  <a:cubicBezTo>
                    <a:pt x="3889" y="1857"/>
                    <a:pt x="1830" y="1101"/>
                    <a:pt x="0" y="1"/>
                  </a:cubicBezTo>
                  <a:close/>
                </a:path>
              </a:pathLst>
            </a:custGeom>
            <a:solidFill>
              <a:srgbClr val="917A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138"/>
            <p:cNvSpPr/>
            <p:nvPr/>
          </p:nvSpPr>
          <p:spPr>
            <a:xfrm>
              <a:off x="3658900" y="2273150"/>
              <a:ext cx="245825" cy="95275"/>
            </a:xfrm>
            <a:custGeom>
              <a:rect b="b" l="l" r="r" t="t"/>
              <a:pathLst>
                <a:path extrusionOk="0" h="3811" w="9833">
                  <a:moveTo>
                    <a:pt x="1390" y="1"/>
                  </a:moveTo>
                  <a:cubicBezTo>
                    <a:pt x="1375" y="1"/>
                    <a:pt x="1360" y="1"/>
                    <a:pt x="1345" y="1"/>
                  </a:cubicBezTo>
                  <a:lnTo>
                    <a:pt x="1181" y="1"/>
                  </a:lnTo>
                  <a:cubicBezTo>
                    <a:pt x="1152" y="1"/>
                    <a:pt x="1125" y="3"/>
                    <a:pt x="1096" y="3"/>
                  </a:cubicBezTo>
                  <a:cubicBezTo>
                    <a:pt x="1031" y="3"/>
                    <a:pt x="965" y="6"/>
                    <a:pt x="894" y="6"/>
                  </a:cubicBezTo>
                  <a:cubicBezTo>
                    <a:pt x="886" y="6"/>
                    <a:pt x="876" y="6"/>
                    <a:pt x="867" y="8"/>
                  </a:cubicBezTo>
                  <a:lnTo>
                    <a:pt x="807" y="8"/>
                  </a:lnTo>
                  <a:cubicBezTo>
                    <a:pt x="800" y="8"/>
                    <a:pt x="790" y="8"/>
                    <a:pt x="781" y="11"/>
                  </a:cubicBezTo>
                  <a:cubicBezTo>
                    <a:pt x="780" y="10"/>
                    <a:pt x="779" y="10"/>
                    <a:pt x="778" y="10"/>
                  </a:cubicBezTo>
                  <a:cubicBezTo>
                    <a:pt x="775" y="10"/>
                    <a:pt x="770" y="11"/>
                    <a:pt x="765" y="11"/>
                  </a:cubicBezTo>
                  <a:cubicBezTo>
                    <a:pt x="764" y="12"/>
                    <a:pt x="763" y="12"/>
                    <a:pt x="762" y="12"/>
                  </a:cubicBezTo>
                  <a:cubicBezTo>
                    <a:pt x="761" y="12"/>
                    <a:pt x="759" y="11"/>
                    <a:pt x="759" y="11"/>
                  </a:cubicBezTo>
                  <a:lnTo>
                    <a:pt x="716" y="11"/>
                  </a:lnTo>
                  <a:cubicBezTo>
                    <a:pt x="709" y="11"/>
                    <a:pt x="698" y="11"/>
                    <a:pt x="690" y="13"/>
                  </a:cubicBezTo>
                  <a:lnTo>
                    <a:pt x="655" y="13"/>
                  </a:lnTo>
                  <a:cubicBezTo>
                    <a:pt x="649" y="13"/>
                    <a:pt x="642" y="13"/>
                    <a:pt x="635" y="16"/>
                  </a:cubicBezTo>
                  <a:lnTo>
                    <a:pt x="630" y="16"/>
                  </a:lnTo>
                  <a:cubicBezTo>
                    <a:pt x="613" y="16"/>
                    <a:pt x="593" y="16"/>
                    <a:pt x="571" y="18"/>
                  </a:cubicBezTo>
                  <a:lnTo>
                    <a:pt x="568" y="18"/>
                  </a:lnTo>
                  <a:cubicBezTo>
                    <a:pt x="378" y="25"/>
                    <a:pt x="191" y="38"/>
                    <a:pt x="1" y="53"/>
                  </a:cubicBezTo>
                  <a:cubicBezTo>
                    <a:pt x="118" y="63"/>
                    <a:pt x="234" y="71"/>
                    <a:pt x="347" y="84"/>
                  </a:cubicBezTo>
                  <a:cubicBezTo>
                    <a:pt x="363" y="89"/>
                    <a:pt x="378" y="89"/>
                    <a:pt x="392" y="91"/>
                  </a:cubicBezTo>
                  <a:lnTo>
                    <a:pt x="582" y="110"/>
                  </a:lnTo>
                  <a:cubicBezTo>
                    <a:pt x="582" y="110"/>
                    <a:pt x="584" y="110"/>
                    <a:pt x="584" y="112"/>
                  </a:cubicBezTo>
                  <a:cubicBezTo>
                    <a:pt x="605" y="112"/>
                    <a:pt x="628" y="116"/>
                    <a:pt x="650" y="120"/>
                  </a:cubicBezTo>
                  <a:cubicBezTo>
                    <a:pt x="656" y="120"/>
                    <a:pt x="665" y="120"/>
                    <a:pt x="671" y="122"/>
                  </a:cubicBezTo>
                  <a:lnTo>
                    <a:pt x="685" y="122"/>
                  </a:lnTo>
                  <a:cubicBezTo>
                    <a:pt x="691" y="122"/>
                    <a:pt x="701" y="125"/>
                    <a:pt x="711" y="125"/>
                  </a:cubicBezTo>
                  <a:lnTo>
                    <a:pt x="719" y="125"/>
                  </a:lnTo>
                  <a:cubicBezTo>
                    <a:pt x="726" y="127"/>
                    <a:pt x="732" y="127"/>
                    <a:pt x="742" y="127"/>
                  </a:cubicBezTo>
                  <a:cubicBezTo>
                    <a:pt x="748" y="130"/>
                    <a:pt x="758" y="130"/>
                    <a:pt x="767" y="130"/>
                  </a:cubicBezTo>
                  <a:lnTo>
                    <a:pt x="774" y="130"/>
                  </a:lnTo>
                  <a:cubicBezTo>
                    <a:pt x="778" y="132"/>
                    <a:pt x="780" y="132"/>
                    <a:pt x="786" y="132"/>
                  </a:cubicBezTo>
                  <a:lnTo>
                    <a:pt x="795" y="132"/>
                  </a:lnTo>
                  <a:cubicBezTo>
                    <a:pt x="805" y="136"/>
                    <a:pt x="817" y="136"/>
                    <a:pt x="830" y="138"/>
                  </a:cubicBezTo>
                  <a:cubicBezTo>
                    <a:pt x="837" y="138"/>
                    <a:pt x="843" y="138"/>
                    <a:pt x="852" y="141"/>
                  </a:cubicBezTo>
                  <a:cubicBezTo>
                    <a:pt x="861" y="141"/>
                    <a:pt x="874" y="143"/>
                    <a:pt x="887" y="143"/>
                  </a:cubicBezTo>
                  <a:cubicBezTo>
                    <a:pt x="889" y="146"/>
                    <a:pt x="893" y="146"/>
                    <a:pt x="896" y="146"/>
                  </a:cubicBezTo>
                  <a:cubicBezTo>
                    <a:pt x="953" y="153"/>
                    <a:pt x="1012" y="163"/>
                    <a:pt x="1069" y="172"/>
                  </a:cubicBezTo>
                  <a:cubicBezTo>
                    <a:pt x="1075" y="172"/>
                    <a:pt x="1084" y="172"/>
                    <a:pt x="1090" y="174"/>
                  </a:cubicBezTo>
                  <a:cubicBezTo>
                    <a:pt x="4157" y="625"/>
                    <a:pt x="6952" y="1920"/>
                    <a:pt x="9228" y="3811"/>
                  </a:cubicBezTo>
                  <a:cubicBezTo>
                    <a:pt x="9501" y="3357"/>
                    <a:pt x="9707" y="2859"/>
                    <a:pt x="9832" y="2330"/>
                  </a:cubicBezTo>
                  <a:cubicBezTo>
                    <a:pt x="7361" y="854"/>
                    <a:pt x="4474" y="1"/>
                    <a:pt x="1390" y="1"/>
                  </a:cubicBezTo>
                  <a:close/>
                </a:path>
              </a:pathLst>
            </a:custGeom>
            <a:solidFill>
              <a:srgbClr val="917A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138"/>
            <p:cNvSpPr/>
            <p:nvPr/>
          </p:nvSpPr>
          <p:spPr>
            <a:xfrm>
              <a:off x="3676675" y="2065100"/>
              <a:ext cx="74500" cy="227675"/>
            </a:xfrm>
            <a:custGeom>
              <a:rect b="b" l="l" r="r" t="t"/>
              <a:pathLst>
                <a:path extrusionOk="0" h="9107" w="2980">
                  <a:moveTo>
                    <a:pt x="1930" y="1"/>
                  </a:moveTo>
                  <a:cubicBezTo>
                    <a:pt x="697" y="2318"/>
                    <a:pt x="1" y="4955"/>
                    <a:pt x="1" y="7759"/>
                  </a:cubicBezTo>
                  <a:cubicBezTo>
                    <a:pt x="1" y="7825"/>
                    <a:pt x="1" y="7888"/>
                    <a:pt x="3" y="7954"/>
                  </a:cubicBezTo>
                  <a:lnTo>
                    <a:pt x="3" y="8009"/>
                  </a:lnTo>
                  <a:cubicBezTo>
                    <a:pt x="3" y="8074"/>
                    <a:pt x="6" y="8140"/>
                    <a:pt x="6" y="8210"/>
                  </a:cubicBezTo>
                  <a:cubicBezTo>
                    <a:pt x="8" y="8219"/>
                    <a:pt x="8" y="8229"/>
                    <a:pt x="8" y="8238"/>
                  </a:cubicBezTo>
                  <a:lnTo>
                    <a:pt x="8" y="8254"/>
                  </a:lnTo>
                  <a:lnTo>
                    <a:pt x="8" y="8260"/>
                  </a:lnTo>
                  <a:lnTo>
                    <a:pt x="8" y="8298"/>
                  </a:lnTo>
                  <a:cubicBezTo>
                    <a:pt x="11" y="8304"/>
                    <a:pt x="11" y="8315"/>
                    <a:pt x="11" y="8324"/>
                  </a:cubicBezTo>
                  <a:lnTo>
                    <a:pt x="11" y="8373"/>
                  </a:lnTo>
                  <a:cubicBezTo>
                    <a:pt x="13" y="8376"/>
                    <a:pt x="13" y="8383"/>
                    <a:pt x="11" y="8389"/>
                  </a:cubicBezTo>
                  <a:cubicBezTo>
                    <a:pt x="13" y="8396"/>
                    <a:pt x="13" y="8406"/>
                    <a:pt x="13" y="8415"/>
                  </a:cubicBezTo>
                  <a:lnTo>
                    <a:pt x="13" y="8440"/>
                  </a:lnTo>
                  <a:lnTo>
                    <a:pt x="13" y="8448"/>
                  </a:lnTo>
                  <a:cubicBezTo>
                    <a:pt x="16" y="8454"/>
                    <a:pt x="16" y="8460"/>
                    <a:pt x="16" y="8469"/>
                  </a:cubicBezTo>
                  <a:lnTo>
                    <a:pt x="16" y="8482"/>
                  </a:lnTo>
                  <a:cubicBezTo>
                    <a:pt x="16" y="8499"/>
                    <a:pt x="18" y="8517"/>
                    <a:pt x="18" y="8536"/>
                  </a:cubicBezTo>
                  <a:lnTo>
                    <a:pt x="18" y="8543"/>
                  </a:lnTo>
                  <a:cubicBezTo>
                    <a:pt x="28" y="8732"/>
                    <a:pt x="41" y="8917"/>
                    <a:pt x="56" y="9106"/>
                  </a:cubicBezTo>
                  <a:cubicBezTo>
                    <a:pt x="65" y="9000"/>
                    <a:pt x="74" y="8897"/>
                    <a:pt x="87" y="8791"/>
                  </a:cubicBezTo>
                  <a:cubicBezTo>
                    <a:pt x="87" y="8766"/>
                    <a:pt x="90" y="8744"/>
                    <a:pt x="94" y="8722"/>
                  </a:cubicBezTo>
                  <a:cubicBezTo>
                    <a:pt x="98" y="8656"/>
                    <a:pt x="106" y="8593"/>
                    <a:pt x="113" y="8530"/>
                  </a:cubicBezTo>
                  <a:lnTo>
                    <a:pt x="113" y="8527"/>
                  </a:lnTo>
                  <a:cubicBezTo>
                    <a:pt x="115" y="8505"/>
                    <a:pt x="119" y="8480"/>
                    <a:pt x="121" y="8458"/>
                  </a:cubicBezTo>
                  <a:cubicBezTo>
                    <a:pt x="121" y="8451"/>
                    <a:pt x="121" y="8443"/>
                    <a:pt x="125" y="8435"/>
                  </a:cubicBezTo>
                  <a:lnTo>
                    <a:pt x="125" y="8429"/>
                  </a:lnTo>
                  <a:lnTo>
                    <a:pt x="125" y="8423"/>
                  </a:lnTo>
                  <a:cubicBezTo>
                    <a:pt x="125" y="8417"/>
                    <a:pt x="127" y="8406"/>
                    <a:pt x="127" y="8397"/>
                  </a:cubicBezTo>
                  <a:lnTo>
                    <a:pt x="127" y="8388"/>
                  </a:lnTo>
                  <a:cubicBezTo>
                    <a:pt x="130" y="8382"/>
                    <a:pt x="130" y="8375"/>
                    <a:pt x="130" y="8366"/>
                  </a:cubicBezTo>
                  <a:cubicBezTo>
                    <a:pt x="132" y="8360"/>
                    <a:pt x="132" y="8350"/>
                    <a:pt x="132" y="8340"/>
                  </a:cubicBezTo>
                  <a:lnTo>
                    <a:pt x="132" y="8337"/>
                  </a:lnTo>
                  <a:cubicBezTo>
                    <a:pt x="135" y="8335"/>
                    <a:pt x="135" y="8329"/>
                    <a:pt x="135" y="8322"/>
                  </a:cubicBezTo>
                  <a:lnTo>
                    <a:pt x="135" y="8314"/>
                  </a:lnTo>
                  <a:cubicBezTo>
                    <a:pt x="139" y="8304"/>
                    <a:pt x="139" y="8291"/>
                    <a:pt x="141" y="8278"/>
                  </a:cubicBezTo>
                  <a:cubicBezTo>
                    <a:pt x="141" y="8272"/>
                    <a:pt x="141" y="8265"/>
                    <a:pt x="144" y="8259"/>
                  </a:cubicBezTo>
                  <a:cubicBezTo>
                    <a:pt x="144" y="8247"/>
                    <a:pt x="146" y="8235"/>
                    <a:pt x="146" y="8222"/>
                  </a:cubicBezTo>
                  <a:cubicBezTo>
                    <a:pt x="146" y="8220"/>
                    <a:pt x="149" y="8216"/>
                    <a:pt x="149" y="8212"/>
                  </a:cubicBezTo>
                  <a:cubicBezTo>
                    <a:pt x="156" y="8156"/>
                    <a:pt x="166" y="8097"/>
                    <a:pt x="175" y="8040"/>
                  </a:cubicBezTo>
                  <a:cubicBezTo>
                    <a:pt x="175" y="8034"/>
                    <a:pt x="175" y="8025"/>
                    <a:pt x="177" y="8018"/>
                  </a:cubicBezTo>
                  <a:cubicBezTo>
                    <a:pt x="559" y="5424"/>
                    <a:pt x="1543" y="3026"/>
                    <a:pt x="2979" y="971"/>
                  </a:cubicBezTo>
                  <a:cubicBezTo>
                    <a:pt x="2853" y="820"/>
                    <a:pt x="2717" y="674"/>
                    <a:pt x="2585" y="533"/>
                  </a:cubicBezTo>
                  <a:cubicBezTo>
                    <a:pt x="2384" y="337"/>
                    <a:pt x="2163" y="158"/>
                    <a:pt x="1930" y="1"/>
                  </a:cubicBezTo>
                  <a:close/>
                </a:path>
              </a:pathLst>
            </a:custGeom>
            <a:solidFill>
              <a:srgbClr val="917A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138"/>
            <p:cNvSpPr/>
            <p:nvPr/>
          </p:nvSpPr>
          <p:spPr>
            <a:xfrm>
              <a:off x="3620675" y="2255375"/>
              <a:ext cx="58100" cy="177700"/>
            </a:xfrm>
            <a:custGeom>
              <a:rect b="b" l="l" r="r" t="t"/>
              <a:pathLst>
                <a:path extrusionOk="0" h="7108" w="2324">
                  <a:moveTo>
                    <a:pt x="2261" y="1"/>
                  </a:moveTo>
                  <a:cubicBezTo>
                    <a:pt x="2252" y="118"/>
                    <a:pt x="2243" y="234"/>
                    <a:pt x="2230" y="348"/>
                  </a:cubicBezTo>
                  <a:cubicBezTo>
                    <a:pt x="2226" y="363"/>
                    <a:pt x="2226" y="376"/>
                    <a:pt x="2223" y="392"/>
                  </a:cubicBezTo>
                  <a:cubicBezTo>
                    <a:pt x="2217" y="455"/>
                    <a:pt x="2211" y="518"/>
                    <a:pt x="2205" y="578"/>
                  </a:cubicBezTo>
                  <a:cubicBezTo>
                    <a:pt x="2205" y="580"/>
                    <a:pt x="2201" y="580"/>
                    <a:pt x="2201" y="580"/>
                  </a:cubicBezTo>
                  <a:cubicBezTo>
                    <a:pt x="2201" y="601"/>
                    <a:pt x="2197" y="624"/>
                    <a:pt x="2195" y="646"/>
                  </a:cubicBezTo>
                  <a:cubicBezTo>
                    <a:pt x="2195" y="655"/>
                    <a:pt x="2195" y="661"/>
                    <a:pt x="2192" y="667"/>
                  </a:cubicBezTo>
                  <a:lnTo>
                    <a:pt x="2192" y="681"/>
                  </a:lnTo>
                  <a:lnTo>
                    <a:pt x="2192" y="683"/>
                  </a:lnTo>
                  <a:cubicBezTo>
                    <a:pt x="2192" y="692"/>
                    <a:pt x="2190" y="698"/>
                    <a:pt x="2190" y="705"/>
                  </a:cubicBezTo>
                  <a:lnTo>
                    <a:pt x="2190" y="718"/>
                  </a:lnTo>
                  <a:cubicBezTo>
                    <a:pt x="2188" y="724"/>
                    <a:pt x="2188" y="730"/>
                    <a:pt x="2188" y="738"/>
                  </a:cubicBezTo>
                  <a:cubicBezTo>
                    <a:pt x="2185" y="746"/>
                    <a:pt x="2185" y="756"/>
                    <a:pt x="2185" y="765"/>
                  </a:cubicBezTo>
                  <a:lnTo>
                    <a:pt x="2185" y="769"/>
                  </a:lnTo>
                  <a:cubicBezTo>
                    <a:pt x="2183" y="775"/>
                    <a:pt x="2183" y="780"/>
                    <a:pt x="2183" y="784"/>
                  </a:cubicBezTo>
                  <a:lnTo>
                    <a:pt x="2183" y="790"/>
                  </a:lnTo>
                  <a:cubicBezTo>
                    <a:pt x="2179" y="803"/>
                    <a:pt x="2179" y="816"/>
                    <a:pt x="2176" y="825"/>
                  </a:cubicBezTo>
                  <a:cubicBezTo>
                    <a:pt x="2176" y="836"/>
                    <a:pt x="2174" y="844"/>
                    <a:pt x="2174" y="851"/>
                  </a:cubicBezTo>
                  <a:cubicBezTo>
                    <a:pt x="2174" y="863"/>
                    <a:pt x="2171" y="873"/>
                    <a:pt x="2171" y="882"/>
                  </a:cubicBezTo>
                  <a:cubicBezTo>
                    <a:pt x="2168" y="888"/>
                    <a:pt x="2165" y="892"/>
                    <a:pt x="2168" y="894"/>
                  </a:cubicBezTo>
                  <a:cubicBezTo>
                    <a:pt x="2162" y="951"/>
                    <a:pt x="2152" y="1008"/>
                    <a:pt x="2143" y="1065"/>
                  </a:cubicBezTo>
                  <a:lnTo>
                    <a:pt x="2143" y="1084"/>
                  </a:lnTo>
                  <a:cubicBezTo>
                    <a:pt x="1822" y="3259"/>
                    <a:pt x="1081" y="5295"/>
                    <a:pt x="0" y="7107"/>
                  </a:cubicBezTo>
                  <a:lnTo>
                    <a:pt x="1292" y="7107"/>
                  </a:lnTo>
                  <a:cubicBezTo>
                    <a:pt x="1961" y="5315"/>
                    <a:pt x="2323" y="3372"/>
                    <a:pt x="2323" y="1347"/>
                  </a:cubicBezTo>
                  <a:lnTo>
                    <a:pt x="2323" y="1182"/>
                  </a:lnTo>
                  <a:cubicBezTo>
                    <a:pt x="2323" y="1154"/>
                    <a:pt x="2319" y="1126"/>
                    <a:pt x="2311" y="1097"/>
                  </a:cubicBezTo>
                  <a:cubicBezTo>
                    <a:pt x="2311" y="1032"/>
                    <a:pt x="2309" y="962"/>
                    <a:pt x="2309" y="892"/>
                  </a:cubicBezTo>
                  <a:cubicBezTo>
                    <a:pt x="2309" y="885"/>
                    <a:pt x="2309" y="875"/>
                    <a:pt x="2306" y="867"/>
                  </a:cubicBezTo>
                  <a:lnTo>
                    <a:pt x="2306" y="803"/>
                  </a:lnTo>
                  <a:cubicBezTo>
                    <a:pt x="2306" y="796"/>
                    <a:pt x="2306" y="790"/>
                    <a:pt x="2304" y="781"/>
                  </a:cubicBezTo>
                  <a:cubicBezTo>
                    <a:pt x="2306" y="779"/>
                    <a:pt x="2304" y="772"/>
                    <a:pt x="2304" y="765"/>
                  </a:cubicBezTo>
                  <a:lnTo>
                    <a:pt x="2304" y="759"/>
                  </a:lnTo>
                  <a:lnTo>
                    <a:pt x="2304" y="715"/>
                  </a:lnTo>
                  <a:cubicBezTo>
                    <a:pt x="2304" y="709"/>
                    <a:pt x="2304" y="703"/>
                    <a:pt x="2301" y="693"/>
                  </a:cubicBezTo>
                  <a:lnTo>
                    <a:pt x="2301" y="652"/>
                  </a:lnTo>
                  <a:cubicBezTo>
                    <a:pt x="2301" y="650"/>
                    <a:pt x="2301" y="643"/>
                    <a:pt x="2299" y="636"/>
                  </a:cubicBezTo>
                  <a:lnTo>
                    <a:pt x="2301" y="634"/>
                  </a:lnTo>
                  <a:cubicBezTo>
                    <a:pt x="2301" y="630"/>
                    <a:pt x="2301" y="627"/>
                    <a:pt x="2299" y="627"/>
                  </a:cubicBezTo>
                  <a:cubicBezTo>
                    <a:pt x="2299" y="609"/>
                    <a:pt x="2299" y="590"/>
                    <a:pt x="2295" y="570"/>
                  </a:cubicBezTo>
                  <a:lnTo>
                    <a:pt x="2295" y="568"/>
                  </a:lnTo>
                  <a:cubicBezTo>
                    <a:pt x="2289" y="378"/>
                    <a:pt x="2277" y="191"/>
                    <a:pt x="2261" y="1"/>
                  </a:cubicBezTo>
                  <a:close/>
                </a:path>
              </a:pathLst>
            </a:custGeom>
            <a:solidFill>
              <a:srgbClr val="917A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38"/>
            <p:cNvSpPr/>
            <p:nvPr/>
          </p:nvSpPr>
          <p:spPr>
            <a:xfrm>
              <a:off x="3516850" y="2264450"/>
              <a:ext cx="176775" cy="69400"/>
            </a:xfrm>
            <a:custGeom>
              <a:rect b="b" l="l" r="r" t="t"/>
              <a:pathLst>
                <a:path extrusionOk="0" h="2776" w="7071">
                  <a:moveTo>
                    <a:pt x="7071" y="0"/>
                  </a:moveTo>
                  <a:cubicBezTo>
                    <a:pt x="6981" y="44"/>
                    <a:pt x="6889" y="86"/>
                    <a:pt x="6788" y="128"/>
                  </a:cubicBezTo>
                  <a:cubicBezTo>
                    <a:pt x="6766" y="140"/>
                    <a:pt x="6741" y="154"/>
                    <a:pt x="6716" y="163"/>
                  </a:cubicBezTo>
                  <a:cubicBezTo>
                    <a:pt x="6659" y="189"/>
                    <a:pt x="6599" y="217"/>
                    <a:pt x="6539" y="238"/>
                  </a:cubicBezTo>
                  <a:cubicBezTo>
                    <a:pt x="6539" y="238"/>
                    <a:pt x="6539" y="242"/>
                    <a:pt x="6536" y="242"/>
                  </a:cubicBezTo>
                  <a:cubicBezTo>
                    <a:pt x="6518" y="252"/>
                    <a:pt x="6496" y="261"/>
                    <a:pt x="6473" y="267"/>
                  </a:cubicBezTo>
                  <a:cubicBezTo>
                    <a:pt x="6469" y="272"/>
                    <a:pt x="6464" y="275"/>
                    <a:pt x="6460" y="275"/>
                  </a:cubicBezTo>
                  <a:cubicBezTo>
                    <a:pt x="6458" y="275"/>
                    <a:pt x="6456" y="274"/>
                    <a:pt x="6455" y="273"/>
                  </a:cubicBezTo>
                  <a:lnTo>
                    <a:pt x="6452" y="277"/>
                  </a:lnTo>
                  <a:cubicBezTo>
                    <a:pt x="6447" y="279"/>
                    <a:pt x="6447" y="279"/>
                    <a:pt x="6445" y="279"/>
                  </a:cubicBezTo>
                  <a:cubicBezTo>
                    <a:pt x="6445" y="279"/>
                    <a:pt x="6445" y="281"/>
                    <a:pt x="6442" y="281"/>
                  </a:cubicBezTo>
                  <a:lnTo>
                    <a:pt x="6440" y="281"/>
                  </a:lnTo>
                  <a:cubicBezTo>
                    <a:pt x="6431" y="288"/>
                    <a:pt x="6418" y="291"/>
                    <a:pt x="6409" y="294"/>
                  </a:cubicBezTo>
                  <a:lnTo>
                    <a:pt x="6406" y="294"/>
                  </a:lnTo>
                  <a:cubicBezTo>
                    <a:pt x="6400" y="300"/>
                    <a:pt x="6398" y="300"/>
                    <a:pt x="6391" y="303"/>
                  </a:cubicBezTo>
                  <a:cubicBezTo>
                    <a:pt x="6384" y="305"/>
                    <a:pt x="6375" y="310"/>
                    <a:pt x="6369" y="312"/>
                  </a:cubicBezTo>
                  <a:lnTo>
                    <a:pt x="6367" y="312"/>
                  </a:lnTo>
                  <a:cubicBezTo>
                    <a:pt x="6360" y="316"/>
                    <a:pt x="6353" y="319"/>
                    <a:pt x="6347" y="319"/>
                  </a:cubicBezTo>
                  <a:lnTo>
                    <a:pt x="6347" y="321"/>
                  </a:lnTo>
                  <a:cubicBezTo>
                    <a:pt x="6334" y="327"/>
                    <a:pt x="6318" y="334"/>
                    <a:pt x="6306" y="336"/>
                  </a:cubicBezTo>
                  <a:cubicBezTo>
                    <a:pt x="6300" y="340"/>
                    <a:pt x="6293" y="343"/>
                    <a:pt x="6286" y="346"/>
                  </a:cubicBezTo>
                  <a:cubicBezTo>
                    <a:pt x="6275" y="352"/>
                    <a:pt x="6262" y="355"/>
                    <a:pt x="6249" y="361"/>
                  </a:cubicBezTo>
                  <a:lnTo>
                    <a:pt x="6246" y="361"/>
                  </a:lnTo>
                  <a:cubicBezTo>
                    <a:pt x="6191" y="386"/>
                    <a:pt x="6135" y="408"/>
                    <a:pt x="6080" y="427"/>
                  </a:cubicBezTo>
                  <a:cubicBezTo>
                    <a:pt x="6078" y="430"/>
                    <a:pt x="6074" y="433"/>
                    <a:pt x="6071" y="433"/>
                  </a:cubicBezTo>
                  <a:cubicBezTo>
                    <a:pt x="4098" y="1218"/>
                    <a:pt x="2040" y="1593"/>
                    <a:pt x="1" y="1593"/>
                  </a:cubicBezTo>
                  <a:lnTo>
                    <a:pt x="1" y="2775"/>
                  </a:lnTo>
                  <a:cubicBezTo>
                    <a:pt x="2034" y="2488"/>
                    <a:pt x="4048" y="1810"/>
                    <a:pt x="5936" y="719"/>
                  </a:cubicBezTo>
                  <a:cubicBezTo>
                    <a:pt x="5980" y="696"/>
                    <a:pt x="6027" y="667"/>
                    <a:pt x="6071" y="641"/>
                  </a:cubicBezTo>
                  <a:cubicBezTo>
                    <a:pt x="6100" y="624"/>
                    <a:pt x="6125" y="609"/>
                    <a:pt x="6153" y="593"/>
                  </a:cubicBezTo>
                  <a:cubicBezTo>
                    <a:pt x="6210" y="558"/>
                    <a:pt x="6270" y="523"/>
                    <a:pt x="6327" y="486"/>
                  </a:cubicBezTo>
                  <a:cubicBezTo>
                    <a:pt x="6333" y="484"/>
                    <a:pt x="6336" y="480"/>
                    <a:pt x="6342" y="477"/>
                  </a:cubicBezTo>
                  <a:cubicBezTo>
                    <a:pt x="6351" y="474"/>
                    <a:pt x="6358" y="466"/>
                    <a:pt x="6364" y="464"/>
                  </a:cubicBezTo>
                  <a:cubicBezTo>
                    <a:pt x="6370" y="461"/>
                    <a:pt x="6374" y="458"/>
                    <a:pt x="6377" y="455"/>
                  </a:cubicBezTo>
                  <a:cubicBezTo>
                    <a:pt x="6385" y="451"/>
                    <a:pt x="6393" y="445"/>
                    <a:pt x="6399" y="443"/>
                  </a:cubicBezTo>
                  <a:cubicBezTo>
                    <a:pt x="6405" y="436"/>
                    <a:pt x="6411" y="432"/>
                    <a:pt x="6418" y="429"/>
                  </a:cubicBezTo>
                  <a:cubicBezTo>
                    <a:pt x="6425" y="427"/>
                    <a:pt x="6429" y="423"/>
                    <a:pt x="6431" y="420"/>
                  </a:cubicBezTo>
                  <a:cubicBezTo>
                    <a:pt x="6434" y="420"/>
                    <a:pt x="6437" y="418"/>
                    <a:pt x="6440" y="418"/>
                  </a:cubicBezTo>
                  <a:cubicBezTo>
                    <a:pt x="6446" y="412"/>
                    <a:pt x="6453" y="408"/>
                    <a:pt x="6456" y="405"/>
                  </a:cubicBezTo>
                  <a:cubicBezTo>
                    <a:pt x="6460" y="405"/>
                    <a:pt x="6462" y="405"/>
                    <a:pt x="6462" y="402"/>
                  </a:cubicBezTo>
                  <a:cubicBezTo>
                    <a:pt x="6468" y="398"/>
                    <a:pt x="6472" y="396"/>
                    <a:pt x="6475" y="396"/>
                  </a:cubicBezTo>
                  <a:cubicBezTo>
                    <a:pt x="6483" y="389"/>
                    <a:pt x="6491" y="387"/>
                    <a:pt x="6497" y="381"/>
                  </a:cubicBezTo>
                  <a:cubicBezTo>
                    <a:pt x="6507" y="374"/>
                    <a:pt x="6517" y="372"/>
                    <a:pt x="6523" y="365"/>
                  </a:cubicBezTo>
                  <a:cubicBezTo>
                    <a:pt x="6529" y="361"/>
                    <a:pt x="6535" y="355"/>
                    <a:pt x="6542" y="352"/>
                  </a:cubicBezTo>
                  <a:cubicBezTo>
                    <a:pt x="6545" y="352"/>
                    <a:pt x="6549" y="350"/>
                    <a:pt x="6549" y="350"/>
                  </a:cubicBezTo>
                  <a:cubicBezTo>
                    <a:pt x="6568" y="336"/>
                    <a:pt x="6584" y="328"/>
                    <a:pt x="6599" y="315"/>
                  </a:cubicBezTo>
                  <a:lnTo>
                    <a:pt x="6601" y="315"/>
                  </a:lnTo>
                  <a:cubicBezTo>
                    <a:pt x="6759" y="212"/>
                    <a:pt x="6916" y="107"/>
                    <a:pt x="7071" y="0"/>
                  </a:cubicBezTo>
                  <a:close/>
                </a:path>
              </a:pathLst>
            </a:custGeom>
            <a:solidFill>
              <a:srgbClr val="917A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138"/>
            <p:cNvSpPr/>
            <p:nvPr/>
          </p:nvSpPr>
          <p:spPr>
            <a:xfrm>
              <a:off x="3661625" y="2210750"/>
              <a:ext cx="235925" cy="72900"/>
            </a:xfrm>
            <a:custGeom>
              <a:rect b="b" l="l" r="r" t="t"/>
              <a:pathLst>
                <a:path extrusionOk="0" h="2916" w="9437">
                  <a:moveTo>
                    <a:pt x="8465" y="0"/>
                  </a:moveTo>
                  <a:cubicBezTo>
                    <a:pt x="5963" y="138"/>
                    <a:pt x="3451" y="850"/>
                    <a:pt x="1131" y="2193"/>
                  </a:cubicBezTo>
                  <a:cubicBezTo>
                    <a:pt x="1088" y="2218"/>
                    <a:pt x="1046" y="2244"/>
                    <a:pt x="1002" y="2272"/>
                  </a:cubicBezTo>
                  <a:cubicBezTo>
                    <a:pt x="970" y="2287"/>
                    <a:pt x="941" y="2307"/>
                    <a:pt x="911" y="2329"/>
                  </a:cubicBezTo>
                  <a:cubicBezTo>
                    <a:pt x="856" y="2358"/>
                    <a:pt x="801" y="2392"/>
                    <a:pt x="744" y="2433"/>
                  </a:cubicBezTo>
                  <a:cubicBezTo>
                    <a:pt x="743" y="2432"/>
                    <a:pt x="741" y="2432"/>
                    <a:pt x="740" y="2432"/>
                  </a:cubicBezTo>
                  <a:cubicBezTo>
                    <a:pt x="734" y="2432"/>
                    <a:pt x="727" y="2437"/>
                    <a:pt x="722" y="2442"/>
                  </a:cubicBezTo>
                  <a:lnTo>
                    <a:pt x="720" y="2444"/>
                  </a:lnTo>
                  <a:cubicBezTo>
                    <a:pt x="719" y="2443"/>
                    <a:pt x="718" y="2443"/>
                    <a:pt x="717" y="2443"/>
                  </a:cubicBezTo>
                  <a:cubicBezTo>
                    <a:pt x="715" y="2443"/>
                    <a:pt x="713" y="2445"/>
                    <a:pt x="713" y="2447"/>
                  </a:cubicBezTo>
                  <a:lnTo>
                    <a:pt x="711" y="2447"/>
                  </a:lnTo>
                  <a:cubicBezTo>
                    <a:pt x="711" y="2447"/>
                    <a:pt x="711" y="2451"/>
                    <a:pt x="708" y="2453"/>
                  </a:cubicBezTo>
                  <a:cubicBezTo>
                    <a:pt x="707" y="2452"/>
                    <a:pt x="707" y="2452"/>
                    <a:pt x="706" y="2452"/>
                  </a:cubicBezTo>
                  <a:cubicBezTo>
                    <a:pt x="704" y="2452"/>
                    <a:pt x="701" y="2454"/>
                    <a:pt x="700" y="2457"/>
                  </a:cubicBezTo>
                  <a:cubicBezTo>
                    <a:pt x="690" y="2460"/>
                    <a:pt x="680" y="2467"/>
                    <a:pt x="671" y="2475"/>
                  </a:cubicBezTo>
                  <a:cubicBezTo>
                    <a:pt x="665" y="2475"/>
                    <a:pt x="658" y="2482"/>
                    <a:pt x="651" y="2489"/>
                  </a:cubicBezTo>
                  <a:cubicBezTo>
                    <a:pt x="651" y="2487"/>
                    <a:pt x="650" y="2487"/>
                    <a:pt x="649" y="2487"/>
                  </a:cubicBezTo>
                  <a:cubicBezTo>
                    <a:pt x="647" y="2487"/>
                    <a:pt x="644" y="2489"/>
                    <a:pt x="643" y="2491"/>
                  </a:cubicBezTo>
                  <a:cubicBezTo>
                    <a:pt x="640" y="2491"/>
                    <a:pt x="636" y="2495"/>
                    <a:pt x="634" y="2498"/>
                  </a:cubicBezTo>
                  <a:cubicBezTo>
                    <a:pt x="627" y="2501"/>
                    <a:pt x="620" y="2504"/>
                    <a:pt x="614" y="2510"/>
                  </a:cubicBezTo>
                  <a:cubicBezTo>
                    <a:pt x="610" y="2510"/>
                    <a:pt x="608" y="2510"/>
                    <a:pt x="608" y="2513"/>
                  </a:cubicBezTo>
                  <a:cubicBezTo>
                    <a:pt x="602" y="2513"/>
                    <a:pt x="598" y="2516"/>
                    <a:pt x="594" y="2520"/>
                  </a:cubicBezTo>
                  <a:cubicBezTo>
                    <a:pt x="588" y="2524"/>
                    <a:pt x="582" y="2530"/>
                    <a:pt x="576" y="2532"/>
                  </a:cubicBezTo>
                  <a:cubicBezTo>
                    <a:pt x="566" y="2539"/>
                    <a:pt x="558" y="2541"/>
                    <a:pt x="550" y="2547"/>
                  </a:cubicBezTo>
                  <a:lnTo>
                    <a:pt x="550" y="2550"/>
                  </a:lnTo>
                  <a:lnTo>
                    <a:pt x="547" y="2550"/>
                  </a:lnTo>
                  <a:cubicBezTo>
                    <a:pt x="541" y="2553"/>
                    <a:pt x="538" y="2557"/>
                    <a:pt x="532" y="2560"/>
                  </a:cubicBezTo>
                  <a:cubicBezTo>
                    <a:pt x="529" y="2560"/>
                    <a:pt x="525" y="2563"/>
                    <a:pt x="522" y="2566"/>
                  </a:cubicBezTo>
                  <a:cubicBezTo>
                    <a:pt x="506" y="2575"/>
                    <a:pt x="490" y="2586"/>
                    <a:pt x="475" y="2601"/>
                  </a:cubicBezTo>
                  <a:cubicBezTo>
                    <a:pt x="475" y="2598"/>
                    <a:pt x="473" y="2598"/>
                    <a:pt x="473" y="2598"/>
                  </a:cubicBezTo>
                  <a:cubicBezTo>
                    <a:pt x="473" y="2601"/>
                    <a:pt x="470" y="2601"/>
                    <a:pt x="470" y="2601"/>
                  </a:cubicBezTo>
                  <a:cubicBezTo>
                    <a:pt x="309" y="2704"/>
                    <a:pt x="155" y="2808"/>
                    <a:pt x="0" y="2916"/>
                  </a:cubicBezTo>
                  <a:cubicBezTo>
                    <a:pt x="94" y="2871"/>
                    <a:pt x="190" y="2828"/>
                    <a:pt x="284" y="2787"/>
                  </a:cubicBezTo>
                  <a:cubicBezTo>
                    <a:pt x="305" y="2774"/>
                    <a:pt x="328" y="2764"/>
                    <a:pt x="354" y="2756"/>
                  </a:cubicBezTo>
                  <a:cubicBezTo>
                    <a:pt x="411" y="2727"/>
                    <a:pt x="471" y="2701"/>
                    <a:pt x="530" y="2679"/>
                  </a:cubicBezTo>
                  <a:lnTo>
                    <a:pt x="533" y="2676"/>
                  </a:lnTo>
                  <a:cubicBezTo>
                    <a:pt x="551" y="2666"/>
                    <a:pt x="571" y="2658"/>
                    <a:pt x="592" y="2651"/>
                  </a:cubicBezTo>
                  <a:cubicBezTo>
                    <a:pt x="599" y="2644"/>
                    <a:pt x="608" y="2642"/>
                    <a:pt x="614" y="2642"/>
                  </a:cubicBezTo>
                  <a:cubicBezTo>
                    <a:pt x="618" y="2639"/>
                    <a:pt x="618" y="2639"/>
                    <a:pt x="620" y="2639"/>
                  </a:cubicBezTo>
                  <a:cubicBezTo>
                    <a:pt x="623" y="2637"/>
                    <a:pt x="627" y="2637"/>
                    <a:pt x="630" y="2637"/>
                  </a:cubicBezTo>
                  <a:cubicBezTo>
                    <a:pt x="639" y="2630"/>
                    <a:pt x="651" y="2624"/>
                    <a:pt x="661" y="2624"/>
                  </a:cubicBezTo>
                  <a:lnTo>
                    <a:pt x="664" y="2622"/>
                  </a:lnTo>
                  <a:cubicBezTo>
                    <a:pt x="667" y="2618"/>
                    <a:pt x="674" y="2614"/>
                    <a:pt x="676" y="2614"/>
                  </a:cubicBezTo>
                  <a:cubicBezTo>
                    <a:pt x="682" y="2612"/>
                    <a:pt x="691" y="2608"/>
                    <a:pt x="698" y="2606"/>
                  </a:cubicBezTo>
                  <a:cubicBezTo>
                    <a:pt x="701" y="2603"/>
                    <a:pt x="705" y="2603"/>
                    <a:pt x="707" y="2603"/>
                  </a:cubicBezTo>
                  <a:cubicBezTo>
                    <a:pt x="711" y="2599"/>
                    <a:pt x="717" y="2597"/>
                    <a:pt x="720" y="2597"/>
                  </a:cubicBezTo>
                  <a:lnTo>
                    <a:pt x="722" y="2597"/>
                  </a:lnTo>
                  <a:cubicBezTo>
                    <a:pt x="734" y="2591"/>
                    <a:pt x="747" y="2584"/>
                    <a:pt x="760" y="2581"/>
                  </a:cubicBezTo>
                  <a:cubicBezTo>
                    <a:pt x="770" y="2575"/>
                    <a:pt x="779" y="2571"/>
                    <a:pt x="785" y="2568"/>
                  </a:cubicBezTo>
                  <a:cubicBezTo>
                    <a:pt x="798" y="2565"/>
                    <a:pt x="808" y="2558"/>
                    <a:pt x="816" y="2556"/>
                  </a:cubicBezTo>
                  <a:cubicBezTo>
                    <a:pt x="820" y="2556"/>
                    <a:pt x="824" y="2554"/>
                    <a:pt x="824" y="2554"/>
                  </a:cubicBezTo>
                  <a:cubicBezTo>
                    <a:pt x="880" y="2531"/>
                    <a:pt x="933" y="2509"/>
                    <a:pt x="987" y="2490"/>
                  </a:cubicBezTo>
                  <a:cubicBezTo>
                    <a:pt x="994" y="2488"/>
                    <a:pt x="996" y="2483"/>
                    <a:pt x="1002" y="2481"/>
                  </a:cubicBezTo>
                  <a:cubicBezTo>
                    <a:pt x="2970" y="1701"/>
                    <a:pt x="5022" y="1325"/>
                    <a:pt x="7053" y="1325"/>
                  </a:cubicBezTo>
                  <a:cubicBezTo>
                    <a:pt x="7853" y="1325"/>
                    <a:pt x="8650" y="1383"/>
                    <a:pt x="9437" y="1498"/>
                  </a:cubicBezTo>
                  <a:cubicBezTo>
                    <a:pt x="9200" y="944"/>
                    <a:pt x="8870" y="436"/>
                    <a:pt x="8465" y="0"/>
                  </a:cubicBezTo>
                  <a:close/>
                </a:path>
              </a:pathLst>
            </a:custGeom>
            <a:solidFill>
              <a:srgbClr val="917A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138"/>
            <p:cNvSpPr/>
            <p:nvPr/>
          </p:nvSpPr>
          <p:spPr>
            <a:xfrm>
              <a:off x="3612275" y="2041600"/>
              <a:ext cx="74925" cy="248375"/>
            </a:xfrm>
            <a:custGeom>
              <a:rect b="b" l="l" r="r" t="t"/>
              <a:pathLst>
                <a:path extrusionOk="0" h="9935" w="2997">
                  <a:moveTo>
                    <a:pt x="1487" y="1"/>
                  </a:moveTo>
                  <a:cubicBezTo>
                    <a:pt x="995" y="1"/>
                    <a:pt x="517" y="66"/>
                    <a:pt x="63" y="195"/>
                  </a:cubicBezTo>
                  <a:cubicBezTo>
                    <a:pt x="1" y="3117"/>
                    <a:pt x="709" y="6092"/>
                    <a:pt x="2278" y="8806"/>
                  </a:cubicBezTo>
                  <a:cubicBezTo>
                    <a:pt x="2304" y="8850"/>
                    <a:pt x="2329" y="8893"/>
                    <a:pt x="2355" y="8935"/>
                  </a:cubicBezTo>
                  <a:cubicBezTo>
                    <a:pt x="2371" y="8964"/>
                    <a:pt x="2387" y="8991"/>
                    <a:pt x="2402" y="9017"/>
                  </a:cubicBezTo>
                  <a:cubicBezTo>
                    <a:pt x="2442" y="9078"/>
                    <a:pt x="2476" y="9137"/>
                    <a:pt x="2514" y="9194"/>
                  </a:cubicBezTo>
                  <a:cubicBezTo>
                    <a:pt x="2516" y="9201"/>
                    <a:pt x="2520" y="9207"/>
                    <a:pt x="2522" y="9209"/>
                  </a:cubicBezTo>
                  <a:cubicBezTo>
                    <a:pt x="2526" y="9218"/>
                    <a:pt x="2532" y="9225"/>
                    <a:pt x="2535" y="9232"/>
                  </a:cubicBezTo>
                  <a:lnTo>
                    <a:pt x="2535" y="9234"/>
                  </a:lnTo>
                  <a:cubicBezTo>
                    <a:pt x="2540" y="9237"/>
                    <a:pt x="2542" y="9240"/>
                    <a:pt x="2542" y="9243"/>
                  </a:cubicBezTo>
                  <a:cubicBezTo>
                    <a:pt x="2548" y="9254"/>
                    <a:pt x="2555" y="9263"/>
                    <a:pt x="2557" y="9269"/>
                  </a:cubicBezTo>
                  <a:cubicBezTo>
                    <a:pt x="2563" y="9275"/>
                    <a:pt x="2567" y="9281"/>
                    <a:pt x="2571" y="9289"/>
                  </a:cubicBezTo>
                  <a:cubicBezTo>
                    <a:pt x="2573" y="9295"/>
                    <a:pt x="2577" y="9299"/>
                    <a:pt x="2579" y="9301"/>
                  </a:cubicBezTo>
                  <a:cubicBezTo>
                    <a:pt x="2579" y="9305"/>
                    <a:pt x="2582" y="9307"/>
                    <a:pt x="2582" y="9307"/>
                  </a:cubicBezTo>
                  <a:cubicBezTo>
                    <a:pt x="2584" y="9314"/>
                    <a:pt x="2588" y="9321"/>
                    <a:pt x="2591" y="9323"/>
                  </a:cubicBezTo>
                  <a:cubicBezTo>
                    <a:pt x="2594" y="9326"/>
                    <a:pt x="2593" y="9328"/>
                    <a:pt x="2597" y="9332"/>
                  </a:cubicBezTo>
                  <a:cubicBezTo>
                    <a:pt x="2601" y="9336"/>
                    <a:pt x="2604" y="9342"/>
                    <a:pt x="2604" y="9345"/>
                  </a:cubicBezTo>
                  <a:cubicBezTo>
                    <a:pt x="2610" y="9352"/>
                    <a:pt x="2613" y="9358"/>
                    <a:pt x="2619" y="9364"/>
                  </a:cubicBezTo>
                  <a:cubicBezTo>
                    <a:pt x="2623" y="9374"/>
                    <a:pt x="2629" y="9382"/>
                    <a:pt x="2632" y="9390"/>
                  </a:cubicBezTo>
                  <a:cubicBezTo>
                    <a:pt x="2635" y="9390"/>
                    <a:pt x="2635" y="9393"/>
                    <a:pt x="2635" y="9393"/>
                  </a:cubicBezTo>
                  <a:cubicBezTo>
                    <a:pt x="2639" y="9399"/>
                    <a:pt x="2645" y="9405"/>
                    <a:pt x="2648" y="9412"/>
                  </a:cubicBezTo>
                  <a:cubicBezTo>
                    <a:pt x="2648" y="9416"/>
                    <a:pt x="2650" y="9416"/>
                    <a:pt x="2650" y="9419"/>
                  </a:cubicBezTo>
                  <a:cubicBezTo>
                    <a:pt x="2659" y="9434"/>
                    <a:pt x="2669" y="9450"/>
                    <a:pt x="2681" y="9462"/>
                  </a:cubicBezTo>
                  <a:cubicBezTo>
                    <a:pt x="2681" y="9466"/>
                    <a:pt x="2684" y="9469"/>
                    <a:pt x="2684" y="9469"/>
                  </a:cubicBezTo>
                  <a:lnTo>
                    <a:pt x="2684" y="9471"/>
                  </a:lnTo>
                  <a:cubicBezTo>
                    <a:pt x="2788" y="9632"/>
                    <a:pt x="2891" y="9786"/>
                    <a:pt x="2997" y="9935"/>
                  </a:cubicBezTo>
                  <a:cubicBezTo>
                    <a:pt x="2949" y="9837"/>
                    <a:pt x="2906" y="9739"/>
                    <a:pt x="2862" y="9637"/>
                  </a:cubicBezTo>
                  <a:cubicBezTo>
                    <a:pt x="2851" y="9620"/>
                    <a:pt x="2842" y="9600"/>
                    <a:pt x="2836" y="9579"/>
                  </a:cubicBezTo>
                  <a:cubicBezTo>
                    <a:pt x="2808" y="9522"/>
                    <a:pt x="2783" y="9465"/>
                    <a:pt x="2757" y="9405"/>
                  </a:cubicBezTo>
                  <a:lnTo>
                    <a:pt x="2757" y="9403"/>
                  </a:lnTo>
                  <a:cubicBezTo>
                    <a:pt x="2747" y="9385"/>
                    <a:pt x="2738" y="9365"/>
                    <a:pt x="2732" y="9343"/>
                  </a:cubicBezTo>
                  <a:cubicBezTo>
                    <a:pt x="2725" y="9337"/>
                    <a:pt x="2722" y="9328"/>
                    <a:pt x="2722" y="9322"/>
                  </a:cubicBezTo>
                  <a:cubicBezTo>
                    <a:pt x="2718" y="9319"/>
                    <a:pt x="2716" y="9315"/>
                    <a:pt x="2716" y="9312"/>
                  </a:cubicBezTo>
                  <a:lnTo>
                    <a:pt x="2716" y="9310"/>
                  </a:lnTo>
                  <a:cubicBezTo>
                    <a:pt x="2710" y="9301"/>
                    <a:pt x="2706" y="9288"/>
                    <a:pt x="2703" y="9279"/>
                  </a:cubicBezTo>
                  <a:lnTo>
                    <a:pt x="2703" y="9276"/>
                  </a:lnTo>
                  <a:cubicBezTo>
                    <a:pt x="2696" y="9270"/>
                    <a:pt x="2696" y="9268"/>
                    <a:pt x="2694" y="9261"/>
                  </a:cubicBezTo>
                  <a:cubicBezTo>
                    <a:pt x="2691" y="9250"/>
                    <a:pt x="2687" y="9244"/>
                    <a:pt x="2685" y="9235"/>
                  </a:cubicBezTo>
                  <a:cubicBezTo>
                    <a:pt x="2682" y="9235"/>
                    <a:pt x="2682" y="9235"/>
                    <a:pt x="2682" y="9233"/>
                  </a:cubicBezTo>
                  <a:cubicBezTo>
                    <a:pt x="2680" y="9229"/>
                    <a:pt x="2680" y="9223"/>
                    <a:pt x="2680" y="9219"/>
                  </a:cubicBezTo>
                  <a:cubicBezTo>
                    <a:pt x="2677" y="9216"/>
                    <a:pt x="2677" y="9216"/>
                    <a:pt x="2677" y="9213"/>
                  </a:cubicBezTo>
                  <a:cubicBezTo>
                    <a:pt x="2671" y="9202"/>
                    <a:pt x="2664" y="9189"/>
                    <a:pt x="2661" y="9176"/>
                  </a:cubicBezTo>
                  <a:cubicBezTo>
                    <a:pt x="2659" y="9167"/>
                    <a:pt x="2655" y="9161"/>
                    <a:pt x="2653" y="9154"/>
                  </a:cubicBezTo>
                  <a:cubicBezTo>
                    <a:pt x="2646" y="9141"/>
                    <a:pt x="2644" y="9129"/>
                    <a:pt x="2638" y="9119"/>
                  </a:cubicBezTo>
                  <a:lnTo>
                    <a:pt x="2638" y="9116"/>
                  </a:lnTo>
                  <a:cubicBezTo>
                    <a:pt x="2613" y="9062"/>
                    <a:pt x="2591" y="9005"/>
                    <a:pt x="2572" y="8950"/>
                  </a:cubicBezTo>
                  <a:cubicBezTo>
                    <a:pt x="2567" y="8948"/>
                    <a:pt x="2565" y="8944"/>
                    <a:pt x="2565" y="8941"/>
                  </a:cubicBezTo>
                  <a:cubicBezTo>
                    <a:pt x="1415" y="6035"/>
                    <a:pt x="1137" y="2940"/>
                    <a:pt x="1657" y="3"/>
                  </a:cubicBezTo>
                  <a:cubicBezTo>
                    <a:pt x="1600" y="1"/>
                    <a:pt x="1544" y="1"/>
                    <a:pt x="1487" y="1"/>
                  </a:cubicBezTo>
                  <a:close/>
                </a:path>
              </a:pathLst>
            </a:custGeom>
            <a:solidFill>
              <a:srgbClr val="917A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138"/>
            <p:cNvSpPr/>
            <p:nvPr/>
          </p:nvSpPr>
          <p:spPr>
            <a:xfrm>
              <a:off x="3668025" y="2258075"/>
              <a:ext cx="69200" cy="175000"/>
            </a:xfrm>
            <a:custGeom>
              <a:rect b="b" l="l" r="r" t="t"/>
              <a:pathLst>
                <a:path extrusionOk="0" h="7000" w="2768">
                  <a:moveTo>
                    <a:pt x="1" y="0"/>
                  </a:moveTo>
                  <a:lnTo>
                    <a:pt x="1" y="0"/>
                  </a:lnTo>
                  <a:cubicBezTo>
                    <a:pt x="44" y="91"/>
                    <a:pt x="86" y="183"/>
                    <a:pt x="127" y="277"/>
                  </a:cubicBezTo>
                  <a:cubicBezTo>
                    <a:pt x="139" y="299"/>
                    <a:pt x="150" y="321"/>
                    <a:pt x="158" y="347"/>
                  </a:cubicBezTo>
                  <a:cubicBezTo>
                    <a:pt x="187" y="404"/>
                    <a:pt x="212" y="465"/>
                    <a:pt x="237" y="523"/>
                  </a:cubicBezTo>
                  <a:cubicBezTo>
                    <a:pt x="237" y="523"/>
                    <a:pt x="239" y="527"/>
                    <a:pt x="239" y="530"/>
                  </a:cubicBezTo>
                  <a:cubicBezTo>
                    <a:pt x="250" y="549"/>
                    <a:pt x="259" y="571"/>
                    <a:pt x="265" y="594"/>
                  </a:cubicBezTo>
                  <a:cubicBezTo>
                    <a:pt x="271" y="600"/>
                    <a:pt x="274" y="609"/>
                    <a:pt x="274" y="615"/>
                  </a:cubicBezTo>
                  <a:lnTo>
                    <a:pt x="277" y="617"/>
                  </a:lnTo>
                  <a:cubicBezTo>
                    <a:pt x="280" y="620"/>
                    <a:pt x="280" y="624"/>
                    <a:pt x="280" y="627"/>
                  </a:cubicBezTo>
                  <a:cubicBezTo>
                    <a:pt x="286" y="640"/>
                    <a:pt x="290" y="648"/>
                    <a:pt x="292" y="662"/>
                  </a:cubicBezTo>
                  <a:lnTo>
                    <a:pt x="295" y="662"/>
                  </a:lnTo>
                  <a:cubicBezTo>
                    <a:pt x="299" y="668"/>
                    <a:pt x="299" y="671"/>
                    <a:pt x="301" y="677"/>
                  </a:cubicBezTo>
                  <a:cubicBezTo>
                    <a:pt x="305" y="683"/>
                    <a:pt x="307" y="689"/>
                    <a:pt x="307" y="697"/>
                  </a:cubicBezTo>
                  <a:cubicBezTo>
                    <a:pt x="312" y="699"/>
                    <a:pt x="315" y="703"/>
                    <a:pt x="315" y="705"/>
                  </a:cubicBezTo>
                  <a:cubicBezTo>
                    <a:pt x="318" y="712"/>
                    <a:pt x="318" y="714"/>
                    <a:pt x="321" y="720"/>
                  </a:cubicBezTo>
                  <a:cubicBezTo>
                    <a:pt x="327" y="734"/>
                    <a:pt x="333" y="749"/>
                    <a:pt x="336" y="762"/>
                  </a:cubicBezTo>
                  <a:cubicBezTo>
                    <a:pt x="338" y="769"/>
                    <a:pt x="343" y="777"/>
                    <a:pt x="346" y="784"/>
                  </a:cubicBezTo>
                  <a:cubicBezTo>
                    <a:pt x="352" y="797"/>
                    <a:pt x="354" y="810"/>
                    <a:pt x="360" y="818"/>
                  </a:cubicBezTo>
                  <a:lnTo>
                    <a:pt x="360" y="826"/>
                  </a:lnTo>
                  <a:cubicBezTo>
                    <a:pt x="385" y="882"/>
                    <a:pt x="408" y="935"/>
                    <a:pt x="426" y="989"/>
                  </a:cubicBezTo>
                  <a:cubicBezTo>
                    <a:pt x="429" y="996"/>
                    <a:pt x="433" y="998"/>
                    <a:pt x="435" y="1004"/>
                  </a:cubicBezTo>
                  <a:cubicBezTo>
                    <a:pt x="1208" y="2953"/>
                    <a:pt x="1584" y="4986"/>
                    <a:pt x="1592" y="6999"/>
                  </a:cubicBezTo>
                  <a:lnTo>
                    <a:pt x="2768" y="6999"/>
                  </a:lnTo>
                  <a:cubicBezTo>
                    <a:pt x="2474" y="4988"/>
                    <a:pt x="1799" y="3000"/>
                    <a:pt x="725" y="1133"/>
                  </a:cubicBezTo>
                  <a:cubicBezTo>
                    <a:pt x="698" y="1084"/>
                    <a:pt x="669" y="1035"/>
                    <a:pt x="638" y="986"/>
                  </a:cubicBezTo>
                  <a:cubicBezTo>
                    <a:pt x="625" y="961"/>
                    <a:pt x="610" y="939"/>
                    <a:pt x="596" y="913"/>
                  </a:cubicBezTo>
                  <a:cubicBezTo>
                    <a:pt x="562" y="857"/>
                    <a:pt x="527" y="800"/>
                    <a:pt x="489" y="743"/>
                  </a:cubicBezTo>
                  <a:cubicBezTo>
                    <a:pt x="486" y="736"/>
                    <a:pt x="483" y="730"/>
                    <a:pt x="477" y="724"/>
                  </a:cubicBezTo>
                  <a:cubicBezTo>
                    <a:pt x="477" y="717"/>
                    <a:pt x="473" y="713"/>
                    <a:pt x="471" y="710"/>
                  </a:cubicBezTo>
                  <a:cubicBezTo>
                    <a:pt x="471" y="707"/>
                    <a:pt x="471" y="704"/>
                    <a:pt x="467" y="704"/>
                  </a:cubicBezTo>
                  <a:cubicBezTo>
                    <a:pt x="467" y="702"/>
                    <a:pt x="463" y="698"/>
                    <a:pt x="461" y="695"/>
                  </a:cubicBezTo>
                  <a:cubicBezTo>
                    <a:pt x="459" y="684"/>
                    <a:pt x="452" y="676"/>
                    <a:pt x="446" y="669"/>
                  </a:cubicBezTo>
                  <a:cubicBezTo>
                    <a:pt x="442" y="663"/>
                    <a:pt x="440" y="656"/>
                    <a:pt x="433" y="650"/>
                  </a:cubicBezTo>
                  <a:cubicBezTo>
                    <a:pt x="433" y="643"/>
                    <a:pt x="429" y="640"/>
                    <a:pt x="426" y="637"/>
                  </a:cubicBezTo>
                  <a:cubicBezTo>
                    <a:pt x="423" y="635"/>
                    <a:pt x="423" y="631"/>
                    <a:pt x="420" y="628"/>
                  </a:cubicBezTo>
                  <a:cubicBezTo>
                    <a:pt x="416" y="621"/>
                    <a:pt x="410" y="615"/>
                    <a:pt x="408" y="609"/>
                  </a:cubicBezTo>
                  <a:cubicBezTo>
                    <a:pt x="405" y="609"/>
                    <a:pt x="405" y="606"/>
                    <a:pt x="405" y="606"/>
                  </a:cubicBezTo>
                  <a:cubicBezTo>
                    <a:pt x="405" y="604"/>
                    <a:pt x="400" y="600"/>
                    <a:pt x="398" y="597"/>
                  </a:cubicBezTo>
                  <a:cubicBezTo>
                    <a:pt x="394" y="588"/>
                    <a:pt x="392" y="581"/>
                    <a:pt x="385" y="575"/>
                  </a:cubicBezTo>
                  <a:cubicBezTo>
                    <a:pt x="379" y="566"/>
                    <a:pt x="373" y="555"/>
                    <a:pt x="366" y="547"/>
                  </a:cubicBezTo>
                  <a:cubicBezTo>
                    <a:pt x="363" y="540"/>
                    <a:pt x="359" y="534"/>
                    <a:pt x="357" y="532"/>
                  </a:cubicBezTo>
                  <a:cubicBezTo>
                    <a:pt x="357" y="528"/>
                    <a:pt x="353" y="524"/>
                    <a:pt x="351" y="522"/>
                  </a:cubicBezTo>
                  <a:cubicBezTo>
                    <a:pt x="342" y="503"/>
                    <a:pt x="331" y="487"/>
                    <a:pt x="316" y="472"/>
                  </a:cubicBezTo>
                  <a:lnTo>
                    <a:pt x="316" y="470"/>
                  </a:lnTo>
                  <a:cubicBezTo>
                    <a:pt x="313" y="470"/>
                    <a:pt x="313" y="470"/>
                    <a:pt x="313" y="467"/>
                  </a:cubicBezTo>
                  <a:cubicBezTo>
                    <a:pt x="213" y="308"/>
                    <a:pt x="108" y="155"/>
                    <a:pt x="1" y="0"/>
                  </a:cubicBezTo>
                  <a:close/>
                </a:path>
              </a:pathLst>
            </a:custGeom>
            <a:solidFill>
              <a:srgbClr val="917A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138"/>
            <p:cNvSpPr/>
            <p:nvPr/>
          </p:nvSpPr>
          <p:spPr>
            <a:xfrm>
              <a:off x="3516850" y="2257675"/>
              <a:ext cx="169850" cy="175375"/>
            </a:xfrm>
            <a:custGeom>
              <a:rect b="b" l="l" r="r" t="t"/>
              <a:pathLst>
                <a:path extrusionOk="0" h="7015" w="6794">
                  <a:moveTo>
                    <a:pt x="6793" y="1"/>
                  </a:moveTo>
                  <a:lnTo>
                    <a:pt x="6793" y="1"/>
                  </a:lnTo>
                  <a:cubicBezTo>
                    <a:pt x="6734" y="88"/>
                    <a:pt x="6674" y="173"/>
                    <a:pt x="6602" y="257"/>
                  </a:cubicBezTo>
                  <a:cubicBezTo>
                    <a:pt x="6593" y="276"/>
                    <a:pt x="6577" y="294"/>
                    <a:pt x="6565" y="313"/>
                  </a:cubicBezTo>
                  <a:cubicBezTo>
                    <a:pt x="6528" y="368"/>
                    <a:pt x="6487" y="421"/>
                    <a:pt x="6448" y="474"/>
                  </a:cubicBezTo>
                  <a:lnTo>
                    <a:pt x="6448" y="477"/>
                  </a:lnTo>
                  <a:cubicBezTo>
                    <a:pt x="6437" y="494"/>
                    <a:pt x="6425" y="509"/>
                    <a:pt x="6411" y="525"/>
                  </a:cubicBezTo>
                  <a:cubicBezTo>
                    <a:pt x="6405" y="534"/>
                    <a:pt x="6399" y="540"/>
                    <a:pt x="6396" y="547"/>
                  </a:cubicBezTo>
                  <a:cubicBezTo>
                    <a:pt x="6392" y="551"/>
                    <a:pt x="6392" y="554"/>
                    <a:pt x="6390" y="554"/>
                  </a:cubicBezTo>
                  <a:cubicBezTo>
                    <a:pt x="6390" y="557"/>
                    <a:pt x="6383" y="560"/>
                    <a:pt x="6383" y="560"/>
                  </a:cubicBezTo>
                  <a:cubicBezTo>
                    <a:pt x="6380" y="569"/>
                    <a:pt x="6374" y="575"/>
                    <a:pt x="6368" y="582"/>
                  </a:cubicBezTo>
                  <a:lnTo>
                    <a:pt x="6365" y="582"/>
                  </a:lnTo>
                  <a:lnTo>
                    <a:pt x="6365" y="585"/>
                  </a:lnTo>
                  <a:cubicBezTo>
                    <a:pt x="6361" y="591"/>
                    <a:pt x="6359" y="597"/>
                    <a:pt x="6352" y="600"/>
                  </a:cubicBezTo>
                  <a:cubicBezTo>
                    <a:pt x="6352" y="606"/>
                    <a:pt x="6349" y="611"/>
                    <a:pt x="6343" y="613"/>
                  </a:cubicBezTo>
                  <a:cubicBezTo>
                    <a:pt x="6343" y="619"/>
                    <a:pt x="6341" y="623"/>
                    <a:pt x="6334" y="626"/>
                  </a:cubicBezTo>
                  <a:cubicBezTo>
                    <a:pt x="6334" y="632"/>
                    <a:pt x="6332" y="636"/>
                    <a:pt x="6326" y="638"/>
                  </a:cubicBezTo>
                  <a:cubicBezTo>
                    <a:pt x="6326" y="642"/>
                    <a:pt x="6323" y="642"/>
                    <a:pt x="6323" y="642"/>
                  </a:cubicBezTo>
                  <a:cubicBezTo>
                    <a:pt x="6316" y="650"/>
                    <a:pt x="6310" y="660"/>
                    <a:pt x="6301" y="669"/>
                  </a:cubicBezTo>
                  <a:cubicBezTo>
                    <a:pt x="6298" y="680"/>
                    <a:pt x="6292" y="689"/>
                    <a:pt x="6285" y="695"/>
                  </a:cubicBezTo>
                  <a:cubicBezTo>
                    <a:pt x="6275" y="704"/>
                    <a:pt x="6269" y="715"/>
                    <a:pt x="6260" y="724"/>
                  </a:cubicBezTo>
                  <a:cubicBezTo>
                    <a:pt x="6260" y="726"/>
                    <a:pt x="6256" y="726"/>
                    <a:pt x="6256" y="726"/>
                  </a:cubicBezTo>
                  <a:cubicBezTo>
                    <a:pt x="6224" y="774"/>
                    <a:pt x="6187" y="822"/>
                    <a:pt x="6152" y="865"/>
                  </a:cubicBezTo>
                  <a:cubicBezTo>
                    <a:pt x="6148" y="872"/>
                    <a:pt x="6142" y="875"/>
                    <a:pt x="6140" y="881"/>
                  </a:cubicBezTo>
                  <a:cubicBezTo>
                    <a:pt x="4469" y="2992"/>
                    <a:pt x="2348" y="4606"/>
                    <a:pt x="1" y="5668"/>
                  </a:cubicBezTo>
                  <a:lnTo>
                    <a:pt x="1" y="7014"/>
                  </a:lnTo>
                  <a:lnTo>
                    <a:pt x="518" y="7014"/>
                  </a:lnTo>
                  <a:cubicBezTo>
                    <a:pt x="2787" y="5621"/>
                    <a:pt x="4750" y="3660"/>
                    <a:pt x="6172" y="1192"/>
                  </a:cubicBezTo>
                  <a:cubicBezTo>
                    <a:pt x="6200" y="1144"/>
                    <a:pt x="6225" y="1098"/>
                    <a:pt x="6254" y="1050"/>
                  </a:cubicBezTo>
                  <a:cubicBezTo>
                    <a:pt x="6267" y="1025"/>
                    <a:pt x="6282" y="1000"/>
                    <a:pt x="6296" y="972"/>
                  </a:cubicBezTo>
                  <a:cubicBezTo>
                    <a:pt x="6331" y="915"/>
                    <a:pt x="6362" y="858"/>
                    <a:pt x="6390" y="798"/>
                  </a:cubicBezTo>
                  <a:cubicBezTo>
                    <a:pt x="6394" y="792"/>
                    <a:pt x="6396" y="786"/>
                    <a:pt x="6403" y="779"/>
                  </a:cubicBezTo>
                  <a:cubicBezTo>
                    <a:pt x="6403" y="777"/>
                    <a:pt x="6406" y="771"/>
                    <a:pt x="6409" y="763"/>
                  </a:cubicBezTo>
                  <a:cubicBezTo>
                    <a:pt x="6413" y="763"/>
                    <a:pt x="6413" y="760"/>
                    <a:pt x="6415" y="757"/>
                  </a:cubicBezTo>
                  <a:cubicBezTo>
                    <a:pt x="6415" y="755"/>
                    <a:pt x="6420" y="748"/>
                    <a:pt x="6422" y="742"/>
                  </a:cubicBezTo>
                  <a:cubicBezTo>
                    <a:pt x="6426" y="735"/>
                    <a:pt x="6429" y="729"/>
                    <a:pt x="6435" y="720"/>
                  </a:cubicBezTo>
                  <a:cubicBezTo>
                    <a:pt x="6437" y="714"/>
                    <a:pt x="6441" y="707"/>
                    <a:pt x="6444" y="698"/>
                  </a:cubicBezTo>
                  <a:cubicBezTo>
                    <a:pt x="6447" y="695"/>
                    <a:pt x="6447" y="691"/>
                    <a:pt x="6450" y="689"/>
                  </a:cubicBezTo>
                  <a:cubicBezTo>
                    <a:pt x="6455" y="685"/>
                    <a:pt x="6455" y="683"/>
                    <a:pt x="6457" y="676"/>
                  </a:cubicBezTo>
                  <a:cubicBezTo>
                    <a:pt x="6461" y="673"/>
                    <a:pt x="6461" y="669"/>
                    <a:pt x="6463" y="667"/>
                  </a:cubicBezTo>
                  <a:cubicBezTo>
                    <a:pt x="6463" y="663"/>
                    <a:pt x="6467" y="657"/>
                    <a:pt x="6470" y="654"/>
                  </a:cubicBezTo>
                  <a:cubicBezTo>
                    <a:pt x="6470" y="650"/>
                    <a:pt x="6473" y="644"/>
                    <a:pt x="6476" y="642"/>
                  </a:cubicBezTo>
                  <a:cubicBezTo>
                    <a:pt x="6480" y="634"/>
                    <a:pt x="6482" y="626"/>
                    <a:pt x="6489" y="619"/>
                  </a:cubicBezTo>
                  <a:cubicBezTo>
                    <a:pt x="6493" y="611"/>
                    <a:pt x="6499" y="600"/>
                    <a:pt x="6502" y="591"/>
                  </a:cubicBezTo>
                  <a:cubicBezTo>
                    <a:pt x="6504" y="585"/>
                    <a:pt x="6508" y="578"/>
                    <a:pt x="6511" y="571"/>
                  </a:cubicBezTo>
                  <a:lnTo>
                    <a:pt x="6511" y="569"/>
                  </a:lnTo>
                  <a:lnTo>
                    <a:pt x="6513" y="566"/>
                  </a:lnTo>
                  <a:cubicBezTo>
                    <a:pt x="6524" y="550"/>
                    <a:pt x="6530" y="534"/>
                    <a:pt x="6539" y="519"/>
                  </a:cubicBezTo>
                  <a:cubicBezTo>
                    <a:pt x="6539" y="517"/>
                    <a:pt x="6542" y="513"/>
                    <a:pt x="6542" y="509"/>
                  </a:cubicBezTo>
                  <a:cubicBezTo>
                    <a:pt x="6544" y="509"/>
                    <a:pt x="6544" y="507"/>
                    <a:pt x="6544" y="507"/>
                  </a:cubicBezTo>
                  <a:cubicBezTo>
                    <a:pt x="6630" y="341"/>
                    <a:pt x="6711" y="171"/>
                    <a:pt x="6793" y="1"/>
                  </a:cubicBezTo>
                  <a:close/>
                </a:path>
              </a:pathLst>
            </a:custGeom>
            <a:solidFill>
              <a:srgbClr val="917A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138"/>
            <p:cNvSpPr/>
            <p:nvPr/>
          </p:nvSpPr>
          <p:spPr>
            <a:xfrm>
              <a:off x="3668550" y="2147925"/>
              <a:ext cx="129075" cy="142450"/>
            </a:xfrm>
            <a:custGeom>
              <a:rect b="b" l="l" r="r" t="t"/>
              <a:pathLst>
                <a:path extrusionOk="0" h="5698" w="5163">
                  <a:moveTo>
                    <a:pt x="4428" y="1"/>
                  </a:moveTo>
                  <a:cubicBezTo>
                    <a:pt x="2938" y="1223"/>
                    <a:pt x="1643" y="2732"/>
                    <a:pt x="621" y="4501"/>
                  </a:cubicBezTo>
                  <a:cubicBezTo>
                    <a:pt x="593" y="4549"/>
                    <a:pt x="567" y="4595"/>
                    <a:pt x="538" y="4642"/>
                  </a:cubicBezTo>
                  <a:cubicBezTo>
                    <a:pt x="526" y="4667"/>
                    <a:pt x="510" y="4696"/>
                    <a:pt x="497" y="4722"/>
                  </a:cubicBezTo>
                  <a:cubicBezTo>
                    <a:pt x="462" y="4783"/>
                    <a:pt x="430" y="4839"/>
                    <a:pt x="399" y="4898"/>
                  </a:cubicBezTo>
                  <a:cubicBezTo>
                    <a:pt x="395" y="4905"/>
                    <a:pt x="389" y="4914"/>
                    <a:pt x="387" y="4920"/>
                  </a:cubicBezTo>
                  <a:cubicBezTo>
                    <a:pt x="382" y="4924"/>
                    <a:pt x="382" y="4930"/>
                    <a:pt x="379" y="4933"/>
                  </a:cubicBezTo>
                  <a:cubicBezTo>
                    <a:pt x="379" y="4933"/>
                    <a:pt x="379" y="4936"/>
                    <a:pt x="377" y="4936"/>
                  </a:cubicBezTo>
                  <a:cubicBezTo>
                    <a:pt x="377" y="4942"/>
                    <a:pt x="373" y="4945"/>
                    <a:pt x="371" y="4951"/>
                  </a:cubicBezTo>
                  <a:cubicBezTo>
                    <a:pt x="364" y="4961"/>
                    <a:pt x="361" y="4968"/>
                    <a:pt x="358" y="4977"/>
                  </a:cubicBezTo>
                  <a:cubicBezTo>
                    <a:pt x="352" y="4983"/>
                    <a:pt x="348" y="4990"/>
                    <a:pt x="348" y="4996"/>
                  </a:cubicBezTo>
                  <a:cubicBezTo>
                    <a:pt x="346" y="5003"/>
                    <a:pt x="342" y="5007"/>
                    <a:pt x="340" y="5009"/>
                  </a:cubicBezTo>
                  <a:cubicBezTo>
                    <a:pt x="336" y="5016"/>
                    <a:pt x="336" y="5019"/>
                    <a:pt x="333" y="5022"/>
                  </a:cubicBezTo>
                  <a:cubicBezTo>
                    <a:pt x="330" y="5028"/>
                    <a:pt x="330" y="5033"/>
                    <a:pt x="327" y="5035"/>
                  </a:cubicBezTo>
                  <a:cubicBezTo>
                    <a:pt x="325" y="5038"/>
                    <a:pt x="325" y="5042"/>
                    <a:pt x="325" y="5044"/>
                  </a:cubicBezTo>
                  <a:cubicBezTo>
                    <a:pt x="321" y="5047"/>
                    <a:pt x="317" y="5050"/>
                    <a:pt x="317" y="5053"/>
                  </a:cubicBezTo>
                  <a:cubicBezTo>
                    <a:pt x="311" y="5063"/>
                    <a:pt x="307" y="5073"/>
                    <a:pt x="305" y="5079"/>
                  </a:cubicBezTo>
                  <a:cubicBezTo>
                    <a:pt x="299" y="5089"/>
                    <a:pt x="295" y="5099"/>
                    <a:pt x="292" y="5105"/>
                  </a:cubicBezTo>
                  <a:lnTo>
                    <a:pt x="290" y="5107"/>
                  </a:lnTo>
                  <a:cubicBezTo>
                    <a:pt x="285" y="5114"/>
                    <a:pt x="283" y="5120"/>
                    <a:pt x="283" y="5122"/>
                  </a:cubicBezTo>
                  <a:cubicBezTo>
                    <a:pt x="280" y="5130"/>
                    <a:pt x="276" y="5133"/>
                    <a:pt x="274" y="5136"/>
                  </a:cubicBezTo>
                  <a:cubicBezTo>
                    <a:pt x="268" y="5151"/>
                    <a:pt x="261" y="5164"/>
                    <a:pt x="255" y="5177"/>
                  </a:cubicBezTo>
                  <a:cubicBezTo>
                    <a:pt x="252" y="5183"/>
                    <a:pt x="249" y="5187"/>
                    <a:pt x="252" y="5189"/>
                  </a:cubicBezTo>
                  <a:lnTo>
                    <a:pt x="249" y="5192"/>
                  </a:lnTo>
                  <a:cubicBezTo>
                    <a:pt x="162" y="5360"/>
                    <a:pt x="79" y="5527"/>
                    <a:pt x="1" y="5697"/>
                  </a:cubicBezTo>
                  <a:cubicBezTo>
                    <a:pt x="59" y="5609"/>
                    <a:pt x="120" y="5524"/>
                    <a:pt x="186" y="5439"/>
                  </a:cubicBezTo>
                  <a:cubicBezTo>
                    <a:pt x="197" y="5416"/>
                    <a:pt x="212" y="5399"/>
                    <a:pt x="228" y="5379"/>
                  </a:cubicBezTo>
                  <a:cubicBezTo>
                    <a:pt x="263" y="5329"/>
                    <a:pt x="301" y="5279"/>
                    <a:pt x="338" y="5229"/>
                  </a:cubicBezTo>
                  <a:lnTo>
                    <a:pt x="338" y="5222"/>
                  </a:lnTo>
                  <a:cubicBezTo>
                    <a:pt x="354" y="5203"/>
                    <a:pt x="367" y="5191"/>
                    <a:pt x="379" y="5172"/>
                  </a:cubicBezTo>
                  <a:cubicBezTo>
                    <a:pt x="382" y="5166"/>
                    <a:pt x="389" y="5163"/>
                    <a:pt x="395" y="5156"/>
                  </a:cubicBezTo>
                  <a:cubicBezTo>
                    <a:pt x="395" y="5153"/>
                    <a:pt x="395" y="5150"/>
                    <a:pt x="398" y="5147"/>
                  </a:cubicBezTo>
                  <a:lnTo>
                    <a:pt x="407" y="5138"/>
                  </a:lnTo>
                  <a:cubicBezTo>
                    <a:pt x="410" y="5132"/>
                    <a:pt x="418" y="5125"/>
                    <a:pt x="420" y="5119"/>
                  </a:cubicBezTo>
                  <a:cubicBezTo>
                    <a:pt x="424" y="5115"/>
                    <a:pt x="424" y="5112"/>
                    <a:pt x="426" y="5112"/>
                  </a:cubicBezTo>
                  <a:cubicBezTo>
                    <a:pt x="429" y="5106"/>
                    <a:pt x="433" y="5102"/>
                    <a:pt x="435" y="5100"/>
                  </a:cubicBezTo>
                  <a:cubicBezTo>
                    <a:pt x="439" y="5093"/>
                    <a:pt x="441" y="5086"/>
                    <a:pt x="449" y="5084"/>
                  </a:cubicBezTo>
                  <a:cubicBezTo>
                    <a:pt x="449" y="5081"/>
                    <a:pt x="452" y="5078"/>
                    <a:pt x="455" y="5075"/>
                  </a:cubicBezTo>
                  <a:cubicBezTo>
                    <a:pt x="459" y="5069"/>
                    <a:pt x="461" y="5065"/>
                    <a:pt x="467" y="5062"/>
                  </a:cubicBezTo>
                  <a:lnTo>
                    <a:pt x="467" y="5059"/>
                  </a:lnTo>
                  <a:cubicBezTo>
                    <a:pt x="474" y="5048"/>
                    <a:pt x="485" y="5038"/>
                    <a:pt x="493" y="5028"/>
                  </a:cubicBezTo>
                  <a:cubicBezTo>
                    <a:pt x="496" y="5020"/>
                    <a:pt x="502" y="5013"/>
                    <a:pt x="508" y="5007"/>
                  </a:cubicBezTo>
                  <a:cubicBezTo>
                    <a:pt x="516" y="4995"/>
                    <a:pt x="524" y="4985"/>
                    <a:pt x="531" y="4976"/>
                  </a:cubicBezTo>
                  <a:lnTo>
                    <a:pt x="533" y="4976"/>
                  </a:lnTo>
                  <a:cubicBezTo>
                    <a:pt x="564" y="4930"/>
                    <a:pt x="599" y="4887"/>
                    <a:pt x="634" y="4843"/>
                  </a:cubicBezTo>
                  <a:cubicBezTo>
                    <a:pt x="640" y="4836"/>
                    <a:pt x="645" y="4827"/>
                    <a:pt x="653" y="4821"/>
                  </a:cubicBezTo>
                  <a:cubicBezTo>
                    <a:pt x="1929" y="3211"/>
                    <a:pt x="3464" y="1888"/>
                    <a:pt x="5163" y="879"/>
                  </a:cubicBezTo>
                  <a:cubicBezTo>
                    <a:pt x="4955" y="841"/>
                    <a:pt x="4744" y="818"/>
                    <a:pt x="4526" y="804"/>
                  </a:cubicBezTo>
                  <a:cubicBezTo>
                    <a:pt x="4513" y="529"/>
                    <a:pt x="4482" y="263"/>
                    <a:pt x="4428" y="1"/>
                  </a:cubicBezTo>
                  <a:close/>
                </a:path>
              </a:pathLst>
            </a:custGeom>
            <a:solidFill>
              <a:srgbClr val="917A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138"/>
            <p:cNvSpPr/>
            <p:nvPr/>
          </p:nvSpPr>
          <p:spPr>
            <a:xfrm>
              <a:off x="3523325" y="2093775"/>
              <a:ext cx="170775" cy="189275"/>
            </a:xfrm>
            <a:custGeom>
              <a:rect b="b" l="l" r="r" t="t"/>
              <a:pathLst>
                <a:path extrusionOk="0" h="7571" w="6831">
                  <a:moveTo>
                    <a:pt x="832" y="0"/>
                  </a:moveTo>
                  <a:cubicBezTo>
                    <a:pt x="470" y="474"/>
                    <a:pt x="184" y="1012"/>
                    <a:pt x="1" y="1593"/>
                  </a:cubicBezTo>
                  <a:cubicBezTo>
                    <a:pt x="1377" y="3736"/>
                    <a:pt x="3275" y="5593"/>
                    <a:pt x="5635" y="6954"/>
                  </a:cubicBezTo>
                  <a:cubicBezTo>
                    <a:pt x="5683" y="6982"/>
                    <a:pt x="5729" y="7008"/>
                    <a:pt x="5778" y="7037"/>
                  </a:cubicBezTo>
                  <a:cubicBezTo>
                    <a:pt x="5801" y="7049"/>
                    <a:pt x="5827" y="7064"/>
                    <a:pt x="5856" y="7078"/>
                  </a:cubicBezTo>
                  <a:cubicBezTo>
                    <a:pt x="5913" y="7112"/>
                    <a:pt x="5974" y="7145"/>
                    <a:pt x="6033" y="7176"/>
                  </a:cubicBezTo>
                  <a:cubicBezTo>
                    <a:pt x="6039" y="7179"/>
                    <a:pt x="6046" y="7186"/>
                    <a:pt x="6054" y="7188"/>
                  </a:cubicBezTo>
                  <a:lnTo>
                    <a:pt x="6057" y="7188"/>
                  </a:lnTo>
                  <a:cubicBezTo>
                    <a:pt x="6061" y="7191"/>
                    <a:pt x="6061" y="7191"/>
                    <a:pt x="6064" y="7191"/>
                  </a:cubicBezTo>
                  <a:cubicBezTo>
                    <a:pt x="6064" y="7194"/>
                    <a:pt x="6068" y="7194"/>
                    <a:pt x="6070" y="7198"/>
                  </a:cubicBezTo>
                  <a:cubicBezTo>
                    <a:pt x="6073" y="7198"/>
                    <a:pt x="6079" y="7202"/>
                    <a:pt x="6085" y="7204"/>
                  </a:cubicBezTo>
                  <a:cubicBezTo>
                    <a:pt x="6092" y="7208"/>
                    <a:pt x="6099" y="7214"/>
                    <a:pt x="6108" y="7217"/>
                  </a:cubicBezTo>
                  <a:cubicBezTo>
                    <a:pt x="6114" y="7219"/>
                    <a:pt x="6120" y="7223"/>
                    <a:pt x="6130" y="7225"/>
                  </a:cubicBezTo>
                  <a:cubicBezTo>
                    <a:pt x="6132" y="7229"/>
                    <a:pt x="6136" y="7233"/>
                    <a:pt x="6139" y="7233"/>
                  </a:cubicBezTo>
                  <a:cubicBezTo>
                    <a:pt x="6141" y="7236"/>
                    <a:pt x="6145" y="7236"/>
                    <a:pt x="6147" y="7239"/>
                  </a:cubicBezTo>
                  <a:cubicBezTo>
                    <a:pt x="6154" y="7241"/>
                    <a:pt x="6161" y="7245"/>
                    <a:pt x="6167" y="7248"/>
                  </a:cubicBezTo>
                  <a:cubicBezTo>
                    <a:pt x="6171" y="7248"/>
                    <a:pt x="6171" y="7250"/>
                    <a:pt x="6173" y="7250"/>
                  </a:cubicBezTo>
                  <a:cubicBezTo>
                    <a:pt x="6177" y="7254"/>
                    <a:pt x="6183" y="7254"/>
                    <a:pt x="6186" y="7256"/>
                  </a:cubicBezTo>
                  <a:cubicBezTo>
                    <a:pt x="6193" y="7260"/>
                    <a:pt x="6202" y="7267"/>
                    <a:pt x="6208" y="7270"/>
                  </a:cubicBezTo>
                  <a:cubicBezTo>
                    <a:pt x="6217" y="7274"/>
                    <a:pt x="6228" y="7280"/>
                    <a:pt x="6237" y="7282"/>
                  </a:cubicBezTo>
                  <a:lnTo>
                    <a:pt x="6239" y="7285"/>
                  </a:lnTo>
                  <a:cubicBezTo>
                    <a:pt x="6245" y="7289"/>
                    <a:pt x="6248" y="7291"/>
                    <a:pt x="6254" y="7291"/>
                  </a:cubicBezTo>
                  <a:lnTo>
                    <a:pt x="6261" y="7298"/>
                  </a:lnTo>
                  <a:cubicBezTo>
                    <a:pt x="6278" y="7305"/>
                    <a:pt x="6294" y="7313"/>
                    <a:pt x="6309" y="7320"/>
                  </a:cubicBezTo>
                  <a:cubicBezTo>
                    <a:pt x="6311" y="7322"/>
                    <a:pt x="6315" y="7322"/>
                    <a:pt x="6317" y="7322"/>
                  </a:cubicBezTo>
                  <a:lnTo>
                    <a:pt x="6317" y="7325"/>
                  </a:lnTo>
                  <a:cubicBezTo>
                    <a:pt x="6488" y="7410"/>
                    <a:pt x="6658" y="7496"/>
                    <a:pt x="6830" y="7570"/>
                  </a:cubicBezTo>
                  <a:cubicBezTo>
                    <a:pt x="6742" y="7511"/>
                    <a:pt x="6657" y="7450"/>
                    <a:pt x="6572" y="7384"/>
                  </a:cubicBezTo>
                  <a:cubicBezTo>
                    <a:pt x="6553" y="7375"/>
                    <a:pt x="6534" y="7360"/>
                    <a:pt x="6516" y="7347"/>
                  </a:cubicBezTo>
                  <a:cubicBezTo>
                    <a:pt x="6461" y="7310"/>
                    <a:pt x="6410" y="7271"/>
                    <a:pt x="6361" y="7234"/>
                  </a:cubicBezTo>
                  <a:lnTo>
                    <a:pt x="6358" y="7231"/>
                  </a:lnTo>
                  <a:cubicBezTo>
                    <a:pt x="6338" y="7219"/>
                    <a:pt x="6319" y="7207"/>
                    <a:pt x="6304" y="7193"/>
                  </a:cubicBezTo>
                  <a:cubicBezTo>
                    <a:pt x="6297" y="7187"/>
                    <a:pt x="6291" y="7184"/>
                    <a:pt x="6284" y="7178"/>
                  </a:cubicBezTo>
                  <a:cubicBezTo>
                    <a:pt x="6280" y="7178"/>
                    <a:pt x="6278" y="7176"/>
                    <a:pt x="6278" y="7176"/>
                  </a:cubicBezTo>
                  <a:lnTo>
                    <a:pt x="6269" y="7167"/>
                  </a:lnTo>
                  <a:cubicBezTo>
                    <a:pt x="6260" y="7163"/>
                    <a:pt x="6253" y="7157"/>
                    <a:pt x="6247" y="7151"/>
                  </a:cubicBezTo>
                  <a:cubicBezTo>
                    <a:pt x="6244" y="7151"/>
                    <a:pt x="6244" y="7151"/>
                    <a:pt x="6244" y="7148"/>
                  </a:cubicBezTo>
                  <a:cubicBezTo>
                    <a:pt x="6238" y="7146"/>
                    <a:pt x="6234" y="7142"/>
                    <a:pt x="6232" y="7140"/>
                  </a:cubicBezTo>
                  <a:cubicBezTo>
                    <a:pt x="6224" y="7136"/>
                    <a:pt x="6218" y="7132"/>
                    <a:pt x="6216" y="7126"/>
                  </a:cubicBezTo>
                  <a:cubicBezTo>
                    <a:pt x="6209" y="7126"/>
                    <a:pt x="6206" y="7124"/>
                    <a:pt x="6203" y="7117"/>
                  </a:cubicBezTo>
                  <a:cubicBezTo>
                    <a:pt x="6197" y="7117"/>
                    <a:pt x="6193" y="7115"/>
                    <a:pt x="6190" y="7109"/>
                  </a:cubicBezTo>
                  <a:lnTo>
                    <a:pt x="6187" y="7109"/>
                  </a:lnTo>
                  <a:cubicBezTo>
                    <a:pt x="6178" y="7098"/>
                    <a:pt x="6168" y="7091"/>
                    <a:pt x="6159" y="7083"/>
                  </a:cubicBezTo>
                  <a:cubicBezTo>
                    <a:pt x="6149" y="7080"/>
                    <a:pt x="6140" y="7074"/>
                    <a:pt x="6134" y="7067"/>
                  </a:cubicBezTo>
                  <a:cubicBezTo>
                    <a:pt x="6124" y="7057"/>
                    <a:pt x="6114" y="7050"/>
                    <a:pt x="6105" y="7042"/>
                  </a:cubicBezTo>
                  <a:lnTo>
                    <a:pt x="6103" y="7042"/>
                  </a:lnTo>
                  <a:cubicBezTo>
                    <a:pt x="6100" y="7042"/>
                    <a:pt x="6100" y="7042"/>
                    <a:pt x="6100" y="7039"/>
                  </a:cubicBezTo>
                  <a:cubicBezTo>
                    <a:pt x="6052" y="7003"/>
                    <a:pt x="6005" y="6969"/>
                    <a:pt x="5960" y="6931"/>
                  </a:cubicBezTo>
                  <a:cubicBezTo>
                    <a:pt x="5954" y="6928"/>
                    <a:pt x="5951" y="6921"/>
                    <a:pt x="5945" y="6919"/>
                  </a:cubicBezTo>
                  <a:cubicBezTo>
                    <a:pt x="3603" y="5062"/>
                    <a:pt x="1873" y="2658"/>
                    <a:pt x="832" y="0"/>
                  </a:cubicBezTo>
                  <a:close/>
                </a:path>
              </a:pathLst>
            </a:custGeom>
            <a:solidFill>
              <a:srgbClr val="917A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138"/>
            <p:cNvSpPr/>
            <p:nvPr/>
          </p:nvSpPr>
          <p:spPr>
            <a:xfrm>
              <a:off x="3661325" y="2264975"/>
              <a:ext cx="173575" cy="165675"/>
            </a:xfrm>
            <a:custGeom>
              <a:rect b="b" l="l" r="r" t="t"/>
              <a:pathLst>
                <a:path extrusionOk="0" h="6627" w="6943">
                  <a:moveTo>
                    <a:pt x="1" y="1"/>
                  </a:moveTo>
                  <a:cubicBezTo>
                    <a:pt x="88" y="61"/>
                    <a:pt x="173" y="121"/>
                    <a:pt x="259" y="186"/>
                  </a:cubicBezTo>
                  <a:cubicBezTo>
                    <a:pt x="280" y="197"/>
                    <a:pt x="299" y="212"/>
                    <a:pt x="317" y="228"/>
                  </a:cubicBezTo>
                  <a:cubicBezTo>
                    <a:pt x="372" y="263"/>
                    <a:pt x="423" y="300"/>
                    <a:pt x="472" y="341"/>
                  </a:cubicBezTo>
                  <a:lnTo>
                    <a:pt x="475" y="341"/>
                  </a:lnTo>
                  <a:cubicBezTo>
                    <a:pt x="491" y="354"/>
                    <a:pt x="510" y="366"/>
                    <a:pt x="526" y="379"/>
                  </a:cubicBezTo>
                  <a:cubicBezTo>
                    <a:pt x="532" y="386"/>
                    <a:pt x="538" y="388"/>
                    <a:pt x="545" y="395"/>
                  </a:cubicBezTo>
                  <a:cubicBezTo>
                    <a:pt x="548" y="395"/>
                    <a:pt x="552" y="398"/>
                    <a:pt x="554" y="401"/>
                  </a:cubicBezTo>
                  <a:cubicBezTo>
                    <a:pt x="558" y="401"/>
                    <a:pt x="560" y="407"/>
                    <a:pt x="560" y="407"/>
                  </a:cubicBezTo>
                  <a:cubicBezTo>
                    <a:pt x="567" y="411"/>
                    <a:pt x="573" y="413"/>
                    <a:pt x="575" y="421"/>
                  </a:cubicBezTo>
                  <a:cubicBezTo>
                    <a:pt x="579" y="421"/>
                    <a:pt x="583" y="424"/>
                    <a:pt x="585" y="427"/>
                  </a:cubicBezTo>
                  <a:cubicBezTo>
                    <a:pt x="591" y="429"/>
                    <a:pt x="598" y="433"/>
                    <a:pt x="600" y="436"/>
                  </a:cubicBezTo>
                  <a:cubicBezTo>
                    <a:pt x="606" y="439"/>
                    <a:pt x="611" y="442"/>
                    <a:pt x="614" y="449"/>
                  </a:cubicBezTo>
                  <a:cubicBezTo>
                    <a:pt x="616" y="449"/>
                    <a:pt x="620" y="453"/>
                    <a:pt x="622" y="455"/>
                  </a:cubicBezTo>
                  <a:cubicBezTo>
                    <a:pt x="629" y="459"/>
                    <a:pt x="635" y="462"/>
                    <a:pt x="637" y="468"/>
                  </a:cubicBezTo>
                  <a:cubicBezTo>
                    <a:pt x="641" y="468"/>
                    <a:pt x="641" y="470"/>
                    <a:pt x="641" y="470"/>
                  </a:cubicBezTo>
                  <a:cubicBezTo>
                    <a:pt x="650" y="477"/>
                    <a:pt x="660" y="484"/>
                    <a:pt x="668" y="493"/>
                  </a:cubicBezTo>
                  <a:cubicBezTo>
                    <a:pt x="678" y="495"/>
                    <a:pt x="684" y="501"/>
                    <a:pt x="691" y="508"/>
                  </a:cubicBezTo>
                  <a:cubicBezTo>
                    <a:pt x="699" y="515"/>
                    <a:pt x="710" y="521"/>
                    <a:pt x="719" y="527"/>
                  </a:cubicBezTo>
                  <a:cubicBezTo>
                    <a:pt x="719" y="531"/>
                    <a:pt x="722" y="534"/>
                    <a:pt x="722" y="534"/>
                  </a:cubicBezTo>
                  <a:cubicBezTo>
                    <a:pt x="770" y="566"/>
                    <a:pt x="813" y="603"/>
                    <a:pt x="861" y="638"/>
                  </a:cubicBezTo>
                  <a:cubicBezTo>
                    <a:pt x="868" y="645"/>
                    <a:pt x="870" y="649"/>
                    <a:pt x="877" y="651"/>
                  </a:cubicBezTo>
                  <a:cubicBezTo>
                    <a:pt x="2938" y="2283"/>
                    <a:pt x="4530" y="4344"/>
                    <a:pt x="5591" y="6626"/>
                  </a:cubicBezTo>
                  <a:cubicBezTo>
                    <a:pt x="6068" y="6535"/>
                    <a:pt x="6522" y="6377"/>
                    <a:pt x="6943" y="6166"/>
                  </a:cubicBezTo>
                  <a:cubicBezTo>
                    <a:pt x="5557" y="3943"/>
                    <a:pt x="3619" y="2021"/>
                    <a:pt x="1197" y="622"/>
                  </a:cubicBezTo>
                  <a:cubicBezTo>
                    <a:pt x="1148" y="593"/>
                    <a:pt x="1102" y="567"/>
                    <a:pt x="1054" y="539"/>
                  </a:cubicBezTo>
                  <a:cubicBezTo>
                    <a:pt x="1030" y="526"/>
                    <a:pt x="1002" y="510"/>
                    <a:pt x="976" y="498"/>
                  </a:cubicBezTo>
                  <a:cubicBezTo>
                    <a:pt x="919" y="463"/>
                    <a:pt x="859" y="431"/>
                    <a:pt x="803" y="400"/>
                  </a:cubicBezTo>
                  <a:cubicBezTo>
                    <a:pt x="796" y="400"/>
                    <a:pt x="790" y="397"/>
                    <a:pt x="784" y="391"/>
                  </a:cubicBezTo>
                  <a:cubicBezTo>
                    <a:pt x="777" y="388"/>
                    <a:pt x="768" y="385"/>
                    <a:pt x="761" y="381"/>
                  </a:cubicBezTo>
                  <a:lnTo>
                    <a:pt x="761" y="379"/>
                  </a:lnTo>
                  <a:cubicBezTo>
                    <a:pt x="755" y="379"/>
                    <a:pt x="753" y="375"/>
                    <a:pt x="746" y="372"/>
                  </a:cubicBezTo>
                  <a:cubicBezTo>
                    <a:pt x="740" y="369"/>
                    <a:pt x="730" y="366"/>
                    <a:pt x="724" y="360"/>
                  </a:cubicBezTo>
                  <a:cubicBezTo>
                    <a:pt x="718" y="357"/>
                    <a:pt x="709" y="354"/>
                    <a:pt x="702" y="351"/>
                  </a:cubicBezTo>
                  <a:cubicBezTo>
                    <a:pt x="696" y="348"/>
                    <a:pt x="692" y="344"/>
                    <a:pt x="689" y="341"/>
                  </a:cubicBezTo>
                  <a:cubicBezTo>
                    <a:pt x="683" y="341"/>
                    <a:pt x="679" y="338"/>
                    <a:pt x="677" y="335"/>
                  </a:cubicBezTo>
                  <a:cubicBezTo>
                    <a:pt x="674" y="335"/>
                    <a:pt x="674" y="333"/>
                    <a:pt x="674" y="333"/>
                  </a:cubicBezTo>
                  <a:cubicBezTo>
                    <a:pt x="673" y="334"/>
                    <a:pt x="671" y="334"/>
                    <a:pt x="671" y="334"/>
                  </a:cubicBezTo>
                  <a:cubicBezTo>
                    <a:pt x="669" y="334"/>
                    <a:pt x="667" y="333"/>
                    <a:pt x="667" y="333"/>
                  </a:cubicBezTo>
                  <a:cubicBezTo>
                    <a:pt x="665" y="329"/>
                    <a:pt x="661" y="329"/>
                    <a:pt x="658" y="326"/>
                  </a:cubicBezTo>
                  <a:cubicBezTo>
                    <a:pt x="652" y="326"/>
                    <a:pt x="648" y="323"/>
                    <a:pt x="646" y="320"/>
                  </a:cubicBezTo>
                  <a:cubicBezTo>
                    <a:pt x="635" y="315"/>
                    <a:pt x="626" y="309"/>
                    <a:pt x="620" y="307"/>
                  </a:cubicBezTo>
                  <a:cubicBezTo>
                    <a:pt x="610" y="303"/>
                    <a:pt x="600" y="297"/>
                    <a:pt x="594" y="294"/>
                  </a:cubicBezTo>
                  <a:lnTo>
                    <a:pt x="594" y="292"/>
                  </a:lnTo>
                  <a:cubicBezTo>
                    <a:pt x="588" y="292"/>
                    <a:pt x="581" y="288"/>
                    <a:pt x="574" y="284"/>
                  </a:cubicBezTo>
                  <a:cubicBezTo>
                    <a:pt x="568" y="282"/>
                    <a:pt x="564" y="278"/>
                    <a:pt x="562" y="276"/>
                  </a:cubicBezTo>
                  <a:cubicBezTo>
                    <a:pt x="547" y="269"/>
                    <a:pt x="533" y="263"/>
                    <a:pt x="521" y="257"/>
                  </a:cubicBezTo>
                  <a:cubicBezTo>
                    <a:pt x="514" y="254"/>
                    <a:pt x="507" y="250"/>
                    <a:pt x="505" y="247"/>
                  </a:cubicBezTo>
                  <a:cubicBezTo>
                    <a:pt x="337" y="165"/>
                    <a:pt x="171" y="83"/>
                    <a:pt x="1" y="1"/>
                  </a:cubicBezTo>
                  <a:close/>
                </a:path>
              </a:pathLst>
            </a:custGeom>
            <a:solidFill>
              <a:srgbClr val="917A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9" name="Google Shape;11019;p138"/>
          <p:cNvGrpSpPr/>
          <p:nvPr/>
        </p:nvGrpSpPr>
        <p:grpSpPr>
          <a:xfrm rot="-3622009">
            <a:off x="35328" y="443708"/>
            <a:ext cx="1113843" cy="1114050"/>
            <a:chOff x="4175209" y="890163"/>
            <a:chExt cx="383066" cy="383138"/>
          </a:xfrm>
        </p:grpSpPr>
        <p:sp>
          <p:nvSpPr>
            <p:cNvPr id="11020" name="Google Shape;11020;p138"/>
            <p:cNvSpPr/>
            <p:nvPr/>
          </p:nvSpPr>
          <p:spPr>
            <a:xfrm>
              <a:off x="4175209" y="890163"/>
              <a:ext cx="381750" cy="381750"/>
            </a:xfrm>
            <a:custGeom>
              <a:rect b="b" l="l" r="r" t="t"/>
              <a:pathLst>
                <a:path extrusionOk="0" h="15270" w="15270">
                  <a:moveTo>
                    <a:pt x="5169" y="0"/>
                  </a:moveTo>
                  <a:cubicBezTo>
                    <a:pt x="2395" y="0"/>
                    <a:pt x="131" y="2187"/>
                    <a:pt x="7" y="4932"/>
                  </a:cubicBezTo>
                  <a:lnTo>
                    <a:pt x="1" y="4932"/>
                  </a:lnTo>
                  <a:lnTo>
                    <a:pt x="1" y="5170"/>
                  </a:lnTo>
                  <a:lnTo>
                    <a:pt x="1" y="15270"/>
                  </a:lnTo>
                  <a:lnTo>
                    <a:pt x="10338" y="15270"/>
                  </a:lnTo>
                  <a:lnTo>
                    <a:pt x="10338" y="15264"/>
                  </a:lnTo>
                  <a:cubicBezTo>
                    <a:pt x="13082" y="15139"/>
                    <a:pt x="15269" y="12875"/>
                    <a:pt x="15269" y="10099"/>
                  </a:cubicBezTo>
                  <a:cubicBezTo>
                    <a:pt x="15269" y="7322"/>
                    <a:pt x="13078" y="5058"/>
                    <a:pt x="10332" y="4937"/>
                  </a:cubicBezTo>
                  <a:cubicBezTo>
                    <a:pt x="10211" y="2189"/>
                    <a:pt x="7947" y="0"/>
                    <a:pt x="5169" y="0"/>
                  </a:cubicBezTo>
                  <a:close/>
                </a:path>
              </a:pathLst>
            </a:custGeom>
            <a:solidFill>
              <a:srgbClr val="FFFFFF"/>
            </a:solidFill>
            <a:ln cap="flat" cmpd="sng" w="76200">
              <a:solidFill>
                <a:srgbClr val="FFFFFF"/>
              </a:solidFill>
              <a:prstDash val="solid"/>
              <a:round/>
              <a:headEnd len="sm" w="sm" type="none"/>
              <a:tailEnd len="sm" w="sm" type="none"/>
            </a:ln>
            <a:effectLst>
              <a:outerShdw blurRad="42863" rotWithShape="0" algn="bl" dir="2400000" dist="9525">
                <a:srgbClr val="020001">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138"/>
            <p:cNvSpPr/>
            <p:nvPr/>
          </p:nvSpPr>
          <p:spPr>
            <a:xfrm>
              <a:off x="4176525" y="891600"/>
              <a:ext cx="381750" cy="381700"/>
            </a:xfrm>
            <a:custGeom>
              <a:rect b="b" l="l" r="r" t="t"/>
              <a:pathLst>
                <a:path extrusionOk="0" h="15268" w="15270">
                  <a:moveTo>
                    <a:pt x="5171" y="0"/>
                  </a:moveTo>
                  <a:cubicBezTo>
                    <a:pt x="2396" y="0"/>
                    <a:pt x="132" y="2188"/>
                    <a:pt x="9" y="4931"/>
                  </a:cubicBezTo>
                  <a:lnTo>
                    <a:pt x="9" y="4930"/>
                  </a:lnTo>
                  <a:lnTo>
                    <a:pt x="0" y="4930"/>
                  </a:lnTo>
                  <a:lnTo>
                    <a:pt x="0" y="5167"/>
                  </a:lnTo>
                  <a:lnTo>
                    <a:pt x="0" y="15268"/>
                  </a:lnTo>
                  <a:lnTo>
                    <a:pt x="10339" y="15268"/>
                  </a:lnTo>
                  <a:lnTo>
                    <a:pt x="10339" y="15261"/>
                  </a:lnTo>
                  <a:cubicBezTo>
                    <a:pt x="13084" y="15138"/>
                    <a:pt x="15270" y="12873"/>
                    <a:pt x="15270" y="10099"/>
                  </a:cubicBezTo>
                  <a:cubicBezTo>
                    <a:pt x="15270" y="7321"/>
                    <a:pt x="13081" y="5058"/>
                    <a:pt x="10334" y="4936"/>
                  </a:cubicBezTo>
                  <a:cubicBezTo>
                    <a:pt x="10212" y="2190"/>
                    <a:pt x="7948" y="0"/>
                    <a:pt x="5171" y="0"/>
                  </a:cubicBezTo>
                  <a:close/>
                </a:path>
              </a:pathLst>
            </a:custGeom>
            <a:solidFill>
              <a:srgbClr val="A1C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138"/>
            <p:cNvSpPr/>
            <p:nvPr/>
          </p:nvSpPr>
          <p:spPr>
            <a:xfrm>
              <a:off x="4224000" y="939000"/>
              <a:ext cx="286875" cy="286900"/>
            </a:xfrm>
            <a:custGeom>
              <a:rect b="b" l="l" r="r" t="t"/>
              <a:pathLst>
                <a:path extrusionOk="0" h="11476" w="11475">
                  <a:moveTo>
                    <a:pt x="3272" y="0"/>
                  </a:moveTo>
                  <a:cubicBezTo>
                    <a:pt x="1518" y="0"/>
                    <a:pt x="83" y="1371"/>
                    <a:pt x="4" y="3121"/>
                  </a:cubicBezTo>
                  <a:lnTo>
                    <a:pt x="0" y="3212"/>
                  </a:lnTo>
                  <a:lnTo>
                    <a:pt x="0" y="11476"/>
                  </a:lnTo>
                  <a:lnTo>
                    <a:pt x="8271" y="11476"/>
                  </a:lnTo>
                  <a:lnTo>
                    <a:pt x="8271" y="11475"/>
                  </a:lnTo>
                  <a:lnTo>
                    <a:pt x="8354" y="11471"/>
                  </a:lnTo>
                  <a:cubicBezTo>
                    <a:pt x="10103" y="11392"/>
                    <a:pt x="11475" y="9957"/>
                    <a:pt x="11475" y="8203"/>
                  </a:cubicBezTo>
                  <a:cubicBezTo>
                    <a:pt x="11475" y="6448"/>
                    <a:pt x="10102" y="5013"/>
                    <a:pt x="8350" y="4936"/>
                  </a:cubicBezTo>
                  <a:lnTo>
                    <a:pt x="6615" y="4860"/>
                  </a:lnTo>
                  <a:lnTo>
                    <a:pt x="6539" y="3125"/>
                  </a:lnTo>
                  <a:cubicBezTo>
                    <a:pt x="6461" y="1373"/>
                    <a:pt x="5026" y="0"/>
                    <a:pt x="3272"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138"/>
            <p:cNvSpPr/>
            <p:nvPr/>
          </p:nvSpPr>
          <p:spPr>
            <a:xfrm>
              <a:off x="4235825" y="980975"/>
              <a:ext cx="13575" cy="13550"/>
            </a:xfrm>
            <a:custGeom>
              <a:rect b="b" l="l" r="r" t="t"/>
              <a:pathLst>
                <a:path extrusionOk="0" h="542" w="543">
                  <a:moveTo>
                    <a:pt x="271" y="0"/>
                  </a:moveTo>
                  <a:cubicBezTo>
                    <a:pt x="122" y="0"/>
                    <a:pt x="1" y="121"/>
                    <a:pt x="1" y="270"/>
                  </a:cubicBezTo>
                  <a:cubicBezTo>
                    <a:pt x="1" y="420"/>
                    <a:pt x="122" y="542"/>
                    <a:pt x="271" y="542"/>
                  </a:cubicBezTo>
                  <a:cubicBezTo>
                    <a:pt x="421" y="542"/>
                    <a:pt x="543" y="420"/>
                    <a:pt x="543" y="270"/>
                  </a:cubicBezTo>
                  <a:cubicBezTo>
                    <a:pt x="543" y="121"/>
                    <a:pt x="421" y="0"/>
                    <a:pt x="27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138"/>
            <p:cNvSpPr/>
            <p:nvPr/>
          </p:nvSpPr>
          <p:spPr>
            <a:xfrm>
              <a:off x="4235825" y="1021525"/>
              <a:ext cx="13575" cy="13575"/>
            </a:xfrm>
            <a:custGeom>
              <a:rect b="b" l="l" r="r" t="t"/>
              <a:pathLst>
                <a:path extrusionOk="0" h="543" w="543">
                  <a:moveTo>
                    <a:pt x="271" y="0"/>
                  </a:moveTo>
                  <a:cubicBezTo>
                    <a:pt x="122" y="0"/>
                    <a:pt x="1" y="122"/>
                    <a:pt x="1" y="272"/>
                  </a:cubicBezTo>
                  <a:cubicBezTo>
                    <a:pt x="1" y="420"/>
                    <a:pt x="122" y="542"/>
                    <a:pt x="271" y="542"/>
                  </a:cubicBezTo>
                  <a:cubicBezTo>
                    <a:pt x="421" y="542"/>
                    <a:pt x="543" y="420"/>
                    <a:pt x="543" y="272"/>
                  </a:cubicBezTo>
                  <a:cubicBezTo>
                    <a:pt x="543" y="122"/>
                    <a:pt x="421" y="0"/>
                    <a:pt x="27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138"/>
            <p:cNvSpPr/>
            <p:nvPr/>
          </p:nvSpPr>
          <p:spPr>
            <a:xfrm>
              <a:off x="4276400" y="1001250"/>
              <a:ext cx="13550" cy="13575"/>
            </a:xfrm>
            <a:custGeom>
              <a:rect b="b" l="l" r="r" t="t"/>
              <a:pathLst>
                <a:path extrusionOk="0" h="543" w="542">
                  <a:moveTo>
                    <a:pt x="272" y="0"/>
                  </a:moveTo>
                  <a:cubicBezTo>
                    <a:pt x="122" y="0"/>
                    <a:pt x="0" y="121"/>
                    <a:pt x="0" y="271"/>
                  </a:cubicBezTo>
                  <a:cubicBezTo>
                    <a:pt x="0" y="420"/>
                    <a:pt x="122" y="542"/>
                    <a:pt x="272" y="542"/>
                  </a:cubicBezTo>
                  <a:cubicBezTo>
                    <a:pt x="421" y="542"/>
                    <a:pt x="542" y="420"/>
                    <a:pt x="542" y="271"/>
                  </a:cubicBezTo>
                  <a:cubicBezTo>
                    <a:pt x="542" y="121"/>
                    <a:pt x="421" y="0"/>
                    <a:pt x="272"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138"/>
            <p:cNvSpPr/>
            <p:nvPr/>
          </p:nvSpPr>
          <p:spPr>
            <a:xfrm>
              <a:off x="4235825" y="1062125"/>
              <a:ext cx="13575" cy="13575"/>
            </a:xfrm>
            <a:custGeom>
              <a:rect b="b" l="l" r="r" t="t"/>
              <a:pathLst>
                <a:path extrusionOk="0" h="543" w="543">
                  <a:moveTo>
                    <a:pt x="271" y="1"/>
                  </a:moveTo>
                  <a:cubicBezTo>
                    <a:pt x="122" y="1"/>
                    <a:pt x="1" y="121"/>
                    <a:pt x="1" y="271"/>
                  </a:cubicBezTo>
                  <a:cubicBezTo>
                    <a:pt x="1" y="421"/>
                    <a:pt x="122" y="543"/>
                    <a:pt x="271" y="543"/>
                  </a:cubicBezTo>
                  <a:cubicBezTo>
                    <a:pt x="421" y="543"/>
                    <a:pt x="543" y="421"/>
                    <a:pt x="543" y="271"/>
                  </a:cubicBezTo>
                  <a:cubicBezTo>
                    <a:pt x="543" y="121"/>
                    <a:pt x="421" y="1"/>
                    <a:pt x="2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138"/>
            <p:cNvSpPr/>
            <p:nvPr/>
          </p:nvSpPr>
          <p:spPr>
            <a:xfrm>
              <a:off x="4235825" y="1102700"/>
              <a:ext cx="13575" cy="13550"/>
            </a:xfrm>
            <a:custGeom>
              <a:rect b="b" l="l" r="r" t="t"/>
              <a:pathLst>
                <a:path extrusionOk="0" h="542" w="543">
                  <a:moveTo>
                    <a:pt x="271" y="0"/>
                  </a:moveTo>
                  <a:cubicBezTo>
                    <a:pt x="122" y="0"/>
                    <a:pt x="1" y="122"/>
                    <a:pt x="1" y="271"/>
                  </a:cubicBezTo>
                  <a:cubicBezTo>
                    <a:pt x="1" y="421"/>
                    <a:pt x="122" y="542"/>
                    <a:pt x="271" y="542"/>
                  </a:cubicBezTo>
                  <a:cubicBezTo>
                    <a:pt x="421" y="542"/>
                    <a:pt x="543" y="421"/>
                    <a:pt x="543" y="271"/>
                  </a:cubicBezTo>
                  <a:cubicBezTo>
                    <a:pt x="543" y="122"/>
                    <a:pt x="421" y="0"/>
                    <a:pt x="27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138"/>
            <p:cNvSpPr/>
            <p:nvPr/>
          </p:nvSpPr>
          <p:spPr>
            <a:xfrm>
              <a:off x="4235825" y="1143300"/>
              <a:ext cx="13575" cy="13575"/>
            </a:xfrm>
            <a:custGeom>
              <a:rect b="b" l="l" r="r" t="t"/>
              <a:pathLst>
                <a:path extrusionOk="0" h="543" w="543">
                  <a:moveTo>
                    <a:pt x="271" y="0"/>
                  </a:moveTo>
                  <a:cubicBezTo>
                    <a:pt x="122" y="0"/>
                    <a:pt x="1" y="122"/>
                    <a:pt x="1" y="271"/>
                  </a:cubicBezTo>
                  <a:cubicBezTo>
                    <a:pt x="1" y="420"/>
                    <a:pt x="122" y="542"/>
                    <a:pt x="271" y="542"/>
                  </a:cubicBezTo>
                  <a:cubicBezTo>
                    <a:pt x="421" y="542"/>
                    <a:pt x="543" y="420"/>
                    <a:pt x="543" y="271"/>
                  </a:cubicBezTo>
                  <a:cubicBezTo>
                    <a:pt x="543" y="122"/>
                    <a:pt x="421" y="0"/>
                    <a:pt x="27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138"/>
            <p:cNvSpPr/>
            <p:nvPr/>
          </p:nvSpPr>
          <p:spPr>
            <a:xfrm>
              <a:off x="4235825" y="1183850"/>
              <a:ext cx="13575" cy="13575"/>
            </a:xfrm>
            <a:custGeom>
              <a:rect b="b" l="l" r="r" t="t"/>
              <a:pathLst>
                <a:path extrusionOk="0" h="543" w="543">
                  <a:moveTo>
                    <a:pt x="271" y="1"/>
                  </a:moveTo>
                  <a:cubicBezTo>
                    <a:pt x="122" y="1"/>
                    <a:pt x="1" y="122"/>
                    <a:pt x="1" y="272"/>
                  </a:cubicBezTo>
                  <a:cubicBezTo>
                    <a:pt x="1" y="422"/>
                    <a:pt x="122" y="543"/>
                    <a:pt x="271" y="543"/>
                  </a:cubicBezTo>
                  <a:cubicBezTo>
                    <a:pt x="421" y="543"/>
                    <a:pt x="543" y="422"/>
                    <a:pt x="543" y="272"/>
                  </a:cubicBezTo>
                  <a:cubicBezTo>
                    <a:pt x="543" y="122"/>
                    <a:pt x="421" y="1"/>
                    <a:pt x="2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138"/>
            <p:cNvSpPr/>
            <p:nvPr/>
          </p:nvSpPr>
          <p:spPr>
            <a:xfrm>
              <a:off x="4276400" y="1041800"/>
              <a:ext cx="13550" cy="13575"/>
            </a:xfrm>
            <a:custGeom>
              <a:rect b="b" l="l" r="r" t="t"/>
              <a:pathLst>
                <a:path extrusionOk="0" h="543" w="542">
                  <a:moveTo>
                    <a:pt x="272" y="1"/>
                  </a:moveTo>
                  <a:cubicBezTo>
                    <a:pt x="122" y="1"/>
                    <a:pt x="0" y="122"/>
                    <a:pt x="0" y="272"/>
                  </a:cubicBezTo>
                  <a:cubicBezTo>
                    <a:pt x="0" y="422"/>
                    <a:pt x="122" y="542"/>
                    <a:pt x="272" y="542"/>
                  </a:cubicBezTo>
                  <a:cubicBezTo>
                    <a:pt x="421" y="542"/>
                    <a:pt x="542" y="422"/>
                    <a:pt x="542" y="272"/>
                  </a:cubicBezTo>
                  <a:cubicBezTo>
                    <a:pt x="542" y="122"/>
                    <a:pt x="421" y="1"/>
                    <a:pt x="272"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138"/>
            <p:cNvSpPr/>
            <p:nvPr/>
          </p:nvSpPr>
          <p:spPr>
            <a:xfrm>
              <a:off x="4276400" y="1082400"/>
              <a:ext cx="13550" cy="13575"/>
            </a:xfrm>
            <a:custGeom>
              <a:rect b="b" l="l" r="r" t="t"/>
              <a:pathLst>
                <a:path extrusionOk="0" h="543" w="542">
                  <a:moveTo>
                    <a:pt x="272" y="1"/>
                  </a:moveTo>
                  <a:cubicBezTo>
                    <a:pt x="122" y="1"/>
                    <a:pt x="0" y="123"/>
                    <a:pt x="0" y="272"/>
                  </a:cubicBezTo>
                  <a:cubicBezTo>
                    <a:pt x="0" y="421"/>
                    <a:pt x="122" y="543"/>
                    <a:pt x="272" y="543"/>
                  </a:cubicBezTo>
                  <a:cubicBezTo>
                    <a:pt x="421" y="543"/>
                    <a:pt x="542" y="421"/>
                    <a:pt x="542" y="272"/>
                  </a:cubicBezTo>
                  <a:cubicBezTo>
                    <a:pt x="542" y="123"/>
                    <a:pt x="421" y="1"/>
                    <a:pt x="272"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138"/>
            <p:cNvSpPr/>
            <p:nvPr/>
          </p:nvSpPr>
          <p:spPr>
            <a:xfrm>
              <a:off x="4276400" y="1122975"/>
              <a:ext cx="13550" cy="13550"/>
            </a:xfrm>
            <a:custGeom>
              <a:rect b="b" l="l" r="r" t="t"/>
              <a:pathLst>
                <a:path extrusionOk="0" h="542" w="542">
                  <a:moveTo>
                    <a:pt x="272" y="0"/>
                  </a:moveTo>
                  <a:cubicBezTo>
                    <a:pt x="122" y="0"/>
                    <a:pt x="0" y="122"/>
                    <a:pt x="0" y="272"/>
                  </a:cubicBezTo>
                  <a:cubicBezTo>
                    <a:pt x="0" y="421"/>
                    <a:pt x="122" y="542"/>
                    <a:pt x="272" y="542"/>
                  </a:cubicBezTo>
                  <a:cubicBezTo>
                    <a:pt x="421" y="542"/>
                    <a:pt x="542" y="421"/>
                    <a:pt x="542" y="272"/>
                  </a:cubicBezTo>
                  <a:cubicBezTo>
                    <a:pt x="542" y="122"/>
                    <a:pt x="421" y="0"/>
                    <a:pt x="272"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138"/>
            <p:cNvSpPr/>
            <p:nvPr/>
          </p:nvSpPr>
          <p:spPr>
            <a:xfrm>
              <a:off x="4276400" y="1163575"/>
              <a:ext cx="13550" cy="13575"/>
            </a:xfrm>
            <a:custGeom>
              <a:rect b="b" l="l" r="r" t="t"/>
              <a:pathLst>
                <a:path extrusionOk="0" h="543" w="542">
                  <a:moveTo>
                    <a:pt x="272" y="1"/>
                  </a:moveTo>
                  <a:cubicBezTo>
                    <a:pt x="122" y="1"/>
                    <a:pt x="0" y="122"/>
                    <a:pt x="0" y="272"/>
                  </a:cubicBezTo>
                  <a:cubicBezTo>
                    <a:pt x="0" y="422"/>
                    <a:pt x="122" y="542"/>
                    <a:pt x="272" y="542"/>
                  </a:cubicBezTo>
                  <a:cubicBezTo>
                    <a:pt x="421" y="542"/>
                    <a:pt x="542" y="422"/>
                    <a:pt x="542" y="272"/>
                  </a:cubicBezTo>
                  <a:cubicBezTo>
                    <a:pt x="542" y="122"/>
                    <a:pt x="421" y="1"/>
                    <a:pt x="272"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138"/>
            <p:cNvSpPr/>
            <p:nvPr/>
          </p:nvSpPr>
          <p:spPr>
            <a:xfrm>
              <a:off x="4276400" y="1204150"/>
              <a:ext cx="13550" cy="13575"/>
            </a:xfrm>
            <a:custGeom>
              <a:rect b="b" l="l" r="r" t="t"/>
              <a:pathLst>
                <a:path extrusionOk="0" h="543" w="542">
                  <a:moveTo>
                    <a:pt x="272" y="1"/>
                  </a:moveTo>
                  <a:cubicBezTo>
                    <a:pt x="122" y="1"/>
                    <a:pt x="0" y="122"/>
                    <a:pt x="0" y="271"/>
                  </a:cubicBezTo>
                  <a:cubicBezTo>
                    <a:pt x="0" y="421"/>
                    <a:pt x="122" y="543"/>
                    <a:pt x="272" y="543"/>
                  </a:cubicBezTo>
                  <a:cubicBezTo>
                    <a:pt x="421" y="543"/>
                    <a:pt x="542" y="421"/>
                    <a:pt x="542" y="271"/>
                  </a:cubicBezTo>
                  <a:cubicBezTo>
                    <a:pt x="542" y="122"/>
                    <a:pt x="421" y="1"/>
                    <a:pt x="272"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138"/>
            <p:cNvSpPr/>
            <p:nvPr/>
          </p:nvSpPr>
          <p:spPr>
            <a:xfrm>
              <a:off x="4276400" y="960650"/>
              <a:ext cx="13550" cy="13575"/>
            </a:xfrm>
            <a:custGeom>
              <a:rect b="b" l="l" r="r" t="t"/>
              <a:pathLst>
                <a:path extrusionOk="0" h="543" w="542">
                  <a:moveTo>
                    <a:pt x="272" y="1"/>
                  </a:moveTo>
                  <a:cubicBezTo>
                    <a:pt x="122" y="1"/>
                    <a:pt x="0" y="123"/>
                    <a:pt x="0" y="272"/>
                  </a:cubicBezTo>
                  <a:cubicBezTo>
                    <a:pt x="0" y="422"/>
                    <a:pt x="122" y="543"/>
                    <a:pt x="272" y="543"/>
                  </a:cubicBezTo>
                  <a:cubicBezTo>
                    <a:pt x="421" y="543"/>
                    <a:pt x="542" y="422"/>
                    <a:pt x="542" y="272"/>
                  </a:cubicBezTo>
                  <a:cubicBezTo>
                    <a:pt x="542" y="123"/>
                    <a:pt x="421" y="1"/>
                    <a:pt x="272"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138"/>
            <p:cNvSpPr/>
            <p:nvPr/>
          </p:nvSpPr>
          <p:spPr>
            <a:xfrm>
              <a:off x="4313275" y="980975"/>
              <a:ext cx="13575" cy="13550"/>
            </a:xfrm>
            <a:custGeom>
              <a:rect b="b" l="l" r="r" t="t"/>
              <a:pathLst>
                <a:path extrusionOk="0" h="542" w="543">
                  <a:moveTo>
                    <a:pt x="272" y="0"/>
                  </a:moveTo>
                  <a:cubicBezTo>
                    <a:pt x="123" y="0"/>
                    <a:pt x="1" y="121"/>
                    <a:pt x="1" y="270"/>
                  </a:cubicBezTo>
                  <a:cubicBezTo>
                    <a:pt x="1" y="420"/>
                    <a:pt x="123" y="542"/>
                    <a:pt x="272" y="542"/>
                  </a:cubicBezTo>
                  <a:cubicBezTo>
                    <a:pt x="422" y="542"/>
                    <a:pt x="543" y="420"/>
                    <a:pt x="543" y="270"/>
                  </a:cubicBezTo>
                  <a:cubicBezTo>
                    <a:pt x="543" y="121"/>
                    <a:pt x="422" y="0"/>
                    <a:pt x="272"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138"/>
            <p:cNvSpPr/>
            <p:nvPr/>
          </p:nvSpPr>
          <p:spPr>
            <a:xfrm>
              <a:off x="4313275" y="1021525"/>
              <a:ext cx="13575" cy="13575"/>
            </a:xfrm>
            <a:custGeom>
              <a:rect b="b" l="l" r="r" t="t"/>
              <a:pathLst>
                <a:path extrusionOk="0" h="543" w="543">
                  <a:moveTo>
                    <a:pt x="272" y="0"/>
                  </a:moveTo>
                  <a:cubicBezTo>
                    <a:pt x="123" y="0"/>
                    <a:pt x="1" y="122"/>
                    <a:pt x="1" y="272"/>
                  </a:cubicBezTo>
                  <a:cubicBezTo>
                    <a:pt x="1" y="420"/>
                    <a:pt x="123" y="542"/>
                    <a:pt x="272" y="542"/>
                  </a:cubicBezTo>
                  <a:cubicBezTo>
                    <a:pt x="422" y="542"/>
                    <a:pt x="543" y="420"/>
                    <a:pt x="543" y="272"/>
                  </a:cubicBezTo>
                  <a:cubicBezTo>
                    <a:pt x="543" y="122"/>
                    <a:pt x="422" y="0"/>
                    <a:pt x="272"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38"/>
            <p:cNvSpPr/>
            <p:nvPr/>
          </p:nvSpPr>
          <p:spPr>
            <a:xfrm>
              <a:off x="4353875" y="1001250"/>
              <a:ext cx="13575" cy="13575"/>
            </a:xfrm>
            <a:custGeom>
              <a:rect b="b" l="l" r="r" t="t"/>
              <a:pathLst>
                <a:path extrusionOk="0" h="543" w="543">
                  <a:moveTo>
                    <a:pt x="271" y="0"/>
                  </a:moveTo>
                  <a:cubicBezTo>
                    <a:pt x="121" y="0"/>
                    <a:pt x="0" y="121"/>
                    <a:pt x="0" y="271"/>
                  </a:cubicBezTo>
                  <a:cubicBezTo>
                    <a:pt x="0" y="420"/>
                    <a:pt x="121" y="542"/>
                    <a:pt x="271" y="542"/>
                  </a:cubicBezTo>
                  <a:cubicBezTo>
                    <a:pt x="420" y="542"/>
                    <a:pt x="542" y="420"/>
                    <a:pt x="542" y="271"/>
                  </a:cubicBezTo>
                  <a:cubicBezTo>
                    <a:pt x="542" y="121"/>
                    <a:pt x="420" y="0"/>
                    <a:pt x="27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38"/>
            <p:cNvSpPr/>
            <p:nvPr/>
          </p:nvSpPr>
          <p:spPr>
            <a:xfrm>
              <a:off x="4313275" y="1062125"/>
              <a:ext cx="13575" cy="13575"/>
            </a:xfrm>
            <a:custGeom>
              <a:rect b="b" l="l" r="r" t="t"/>
              <a:pathLst>
                <a:path extrusionOk="0" h="543" w="543">
                  <a:moveTo>
                    <a:pt x="272" y="1"/>
                  </a:moveTo>
                  <a:cubicBezTo>
                    <a:pt x="123" y="1"/>
                    <a:pt x="1" y="121"/>
                    <a:pt x="1" y="271"/>
                  </a:cubicBezTo>
                  <a:cubicBezTo>
                    <a:pt x="1" y="421"/>
                    <a:pt x="123" y="543"/>
                    <a:pt x="272" y="543"/>
                  </a:cubicBezTo>
                  <a:cubicBezTo>
                    <a:pt x="422" y="543"/>
                    <a:pt x="543" y="421"/>
                    <a:pt x="543" y="271"/>
                  </a:cubicBezTo>
                  <a:cubicBezTo>
                    <a:pt x="543" y="121"/>
                    <a:pt x="422" y="1"/>
                    <a:pt x="272"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138"/>
            <p:cNvSpPr/>
            <p:nvPr/>
          </p:nvSpPr>
          <p:spPr>
            <a:xfrm>
              <a:off x="4313275" y="1102700"/>
              <a:ext cx="13575" cy="13550"/>
            </a:xfrm>
            <a:custGeom>
              <a:rect b="b" l="l" r="r" t="t"/>
              <a:pathLst>
                <a:path extrusionOk="0" h="542" w="543">
                  <a:moveTo>
                    <a:pt x="272" y="0"/>
                  </a:moveTo>
                  <a:cubicBezTo>
                    <a:pt x="123" y="0"/>
                    <a:pt x="1" y="122"/>
                    <a:pt x="1" y="271"/>
                  </a:cubicBezTo>
                  <a:cubicBezTo>
                    <a:pt x="1" y="421"/>
                    <a:pt x="123" y="542"/>
                    <a:pt x="272" y="542"/>
                  </a:cubicBezTo>
                  <a:cubicBezTo>
                    <a:pt x="422" y="542"/>
                    <a:pt x="543" y="421"/>
                    <a:pt x="543" y="271"/>
                  </a:cubicBezTo>
                  <a:cubicBezTo>
                    <a:pt x="543" y="122"/>
                    <a:pt x="422" y="0"/>
                    <a:pt x="272"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138"/>
            <p:cNvSpPr/>
            <p:nvPr/>
          </p:nvSpPr>
          <p:spPr>
            <a:xfrm>
              <a:off x="4313275" y="1143300"/>
              <a:ext cx="13575" cy="13575"/>
            </a:xfrm>
            <a:custGeom>
              <a:rect b="b" l="l" r="r" t="t"/>
              <a:pathLst>
                <a:path extrusionOk="0" h="543" w="543">
                  <a:moveTo>
                    <a:pt x="272" y="0"/>
                  </a:moveTo>
                  <a:cubicBezTo>
                    <a:pt x="123" y="0"/>
                    <a:pt x="1" y="122"/>
                    <a:pt x="1" y="271"/>
                  </a:cubicBezTo>
                  <a:cubicBezTo>
                    <a:pt x="1" y="420"/>
                    <a:pt x="123" y="542"/>
                    <a:pt x="272" y="542"/>
                  </a:cubicBezTo>
                  <a:cubicBezTo>
                    <a:pt x="422" y="542"/>
                    <a:pt x="543" y="420"/>
                    <a:pt x="543" y="271"/>
                  </a:cubicBezTo>
                  <a:cubicBezTo>
                    <a:pt x="543" y="122"/>
                    <a:pt x="422" y="0"/>
                    <a:pt x="272"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138"/>
            <p:cNvSpPr/>
            <p:nvPr/>
          </p:nvSpPr>
          <p:spPr>
            <a:xfrm>
              <a:off x="4313275" y="1183850"/>
              <a:ext cx="13575" cy="13575"/>
            </a:xfrm>
            <a:custGeom>
              <a:rect b="b" l="l" r="r" t="t"/>
              <a:pathLst>
                <a:path extrusionOk="0" h="543" w="543">
                  <a:moveTo>
                    <a:pt x="272" y="1"/>
                  </a:moveTo>
                  <a:cubicBezTo>
                    <a:pt x="123" y="1"/>
                    <a:pt x="1" y="122"/>
                    <a:pt x="1" y="272"/>
                  </a:cubicBezTo>
                  <a:cubicBezTo>
                    <a:pt x="1" y="422"/>
                    <a:pt x="123" y="543"/>
                    <a:pt x="272" y="543"/>
                  </a:cubicBezTo>
                  <a:cubicBezTo>
                    <a:pt x="422" y="543"/>
                    <a:pt x="543" y="422"/>
                    <a:pt x="543" y="272"/>
                  </a:cubicBezTo>
                  <a:cubicBezTo>
                    <a:pt x="543" y="122"/>
                    <a:pt x="422" y="1"/>
                    <a:pt x="272"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138"/>
            <p:cNvSpPr/>
            <p:nvPr/>
          </p:nvSpPr>
          <p:spPr>
            <a:xfrm>
              <a:off x="4353875" y="1041800"/>
              <a:ext cx="13575" cy="13575"/>
            </a:xfrm>
            <a:custGeom>
              <a:rect b="b" l="l" r="r" t="t"/>
              <a:pathLst>
                <a:path extrusionOk="0" h="543" w="543">
                  <a:moveTo>
                    <a:pt x="271" y="1"/>
                  </a:moveTo>
                  <a:cubicBezTo>
                    <a:pt x="121" y="1"/>
                    <a:pt x="0" y="122"/>
                    <a:pt x="0" y="272"/>
                  </a:cubicBezTo>
                  <a:cubicBezTo>
                    <a:pt x="0" y="422"/>
                    <a:pt x="121" y="542"/>
                    <a:pt x="271" y="542"/>
                  </a:cubicBezTo>
                  <a:cubicBezTo>
                    <a:pt x="420" y="542"/>
                    <a:pt x="542" y="422"/>
                    <a:pt x="542" y="272"/>
                  </a:cubicBezTo>
                  <a:cubicBezTo>
                    <a:pt x="542" y="122"/>
                    <a:pt x="420" y="1"/>
                    <a:pt x="2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138"/>
            <p:cNvSpPr/>
            <p:nvPr/>
          </p:nvSpPr>
          <p:spPr>
            <a:xfrm>
              <a:off x="4353875" y="1082400"/>
              <a:ext cx="13575" cy="13575"/>
            </a:xfrm>
            <a:custGeom>
              <a:rect b="b" l="l" r="r" t="t"/>
              <a:pathLst>
                <a:path extrusionOk="0" h="543" w="543">
                  <a:moveTo>
                    <a:pt x="271" y="1"/>
                  </a:moveTo>
                  <a:cubicBezTo>
                    <a:pt x="121" y="1"/>
                    <a:pt x="0" y="123"/>
                    <a:pt x="0" y="272"/>
                  </a:cubicBezTo>
                  <a:cubicBezTo>
                    <a:pt x="0" y="421"/>
                    <a:pt x="121" y="543"/>
                    <a:pt x="271" y="543"/>
                  </a:cubicBezTo>
                  <a:cubicBezTo>
                    <a:pt x="420" y="543"/>
                    <a:pt x="542" y="421"/>
                    <a:pt x="542" y="272"/>
                  </a:cubicBezTo>
                  <a:cubicBezTo>
                    <a:pt x="542" y="123"/>
                    <a:pt x="420" y="1"/>
                    <a:pt x="2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138"/>
            <p:cNvSpPr/>
            <p:nvPr/>
          </p:nvSpPr>
          <p:spPr>
            <a:xfrm>
              <a:off x="4353875" y="1122975"/>
              <a:ext cx="13575" cy="13550"/>
            </a:xfrm>
            <a:custGeom>
              <a:rect b="b" l="l" r="r" t="t"/>
              <a:pathLst>
                <a:path extrusionOk="0" h="542" w="543">
                  <a:moveTo>
                    <a:pt x="271" y="0"/>
                  </a:moveTo>
                  <a:cubicBezTo>
                    <a:pt x="121" y="0"/>
                    <a:pt x="0" y="122"/>
                    <a:pt x="0" y="272"/>
                  </a:cubicBezTo>
                  <a:cubicBezTo>
                    <a:pt x="0" y="421"/>
                    <a:pt x="121" y="542"/>
                    <a:pt x="271" y="542"/>
                  </a:cubicBezTo>
                  <a:cubicBezTo>
                    <a:pt x="420" y="542"/>
                    <a:pt x="542" y="421"/>
                    <a:pt x="542" y="272"/>
                  </a:cubicBezTo>
                  <a:cubicBezTo>
                    <a:pt x="542" y="122"/>
                    <a:pt x="420" y="0"/>
                    <a:pt x="27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138"/>
            <p:cNvSpPr/>
            <p:nvPr/>
          </p:nvSpPr>
          <p:spPr>
            <a:xfrm>
              <a:off x="4353875" y="1163575"/>
              <a:ext cx="13575" cy="13575"/>
            </a:xfrm>
            <a:custGeom>
              <a:rect b="b" l="l" r="r" t="t"/>
              <a:pathLst>
                <a:path extrusionOk="0" h="543" w="543">
                  <a:moveTo>
                    <a:pt x="271" y="1"/>
                  </a:moveTo>
                  <a:cubicBezTo>
                    <a:pt x="121" y="1"/>
                    <a:pt x="0" y="122"/>
                    <a:pt x="0" y="272"/>
                  </a:cubicBezTo>
                  <a:cubicBezTo>
                    <a:pt x="0" y="422"/>
                    <a:pt x="121" y="542"/>
                    <a:pt x="271" y="542"/>
                  </a:cubicBezTo>
                  <a:cubicBezTo>
                    <a:pt x="420" y="542"/>
                    <a:pt x="542" y="422"/>
                    <a:pt x="542" y="272"/>
                  </a:cubicBezTo>
                  <a:cubicBezTo>
                    <a:pt x="542" y="122"/>
                    <a:pt x="420" y="1"/>
                    <a:pt x="2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138"/>
            <p:cNvSpPr/>
            <p:nvPr/>
          </p:nvSpPr>
          <p:spPr>
            <a:xfrm>
              <a:off x="4353875" y="1204150"/>
              <a:ext cx="13575" cy="13575"/>
            </a:xfrm>
            <a:custGeom>
              <a:rect b="b" l="l" r="r" t="t"/>
              <a:pathLst>
                <a:path extrusionOk="0" h="543" w="543">
                  <a:moveTo>
                    <a:pt x="271" y="1"/>
                  </a:moveTo>
                  <a:cubicBezTo>
                    <a:pt x="121" y="1"/>
                    <a:pt x="0" y="122"/>
                    <a:pt x="0" y="271"/>
                  </a:cubicBezTo>
                  <a:cubicBezTo>
                    <a:pt x="0" y="421"/>
                    <a:pt x="121" y="543"/>
                    <a:pt x="271" y="543"/>
                  </a:cubicBezTo>
                  <a:cubicBezTo>
                    <a:pt x="420" y="543"/>
                    <a:pt x="542" y="421"/>
                    <a:pt x="542" y="271"/>
                  </a:cubicBezTo>
                  <a:cubicBezTo>
                    <a:pt x="542" y="122"/>
                    <a:pt x="420" y="1"/>
                    <a:pt x="2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138"/>
            <p:cNvSpPr/>
            <p:nvPr/>
          </p:nvSpPr>
          <p:spPr>
            <a:xfrm>
              <a:off x="4353875" y="960650"/>
              <a:ext cx="13575" cy="13575"/>
            </a:xfrm>
            <a:custGeom>
              <a:rect b="b" l="l" r="r" t="t"/>
              <a:pathLst>
                <a:path extrusionOk="0" h="543" w="543">
                  <a:moveTo>
                    <a:pt x="271" y="1"/>
                  </a:moveTo>
                  <a:cubicBezTo>
                    <a:pt x="121" y="1"/>
                    <a:pt x="0" y="123"/>
                    <a:pt x="0" y="272"/>
                  </a:cubicBezTo>
                  <a:cubicBezTo>
                    <a:pt x="0" y="422"/>
                    <a:pt x="121" y="543"/>
                    <a:pt x="271" y="543"/>
                  </a:cubicBezTo>
                  <a:cubicBezTo>
                    <a:pt x="420" y="543"/>
                    <a:pt x="542" y="422"/>
                    <a:pt x="542" y="272"/>
                  </a:cubicBezTo>
                  <a:cubicBezTo>
                    <a:pt x="542" y="123"/>
                    <a:pt x="420" y="1"/>
                    <a:pt x="2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138"/>
            <p:cNvSpPr/>
            <p:nvPr/>
          </p:nvSpPr>
          <p:spPr>
            <a:xfrm>
              <a:off x="4390750" y="1062125"/>
              <a:ext cx="13575" cy="13575"/>
            </a:xfrm>
            <a:custGeom>
              <a:rect b="b" l="l" r="r" t="t"/>
              <a:pathLst>
                <a:path extrusionOk="0" h="543" w="543">
                  <a:moveTo>
                    <a:pt x="271" y="1"/>
                  </a:moveTo>
                  <a:cubicBezTo>
                    <a:pt x="122" y="1"/>
                    <a:pt x="1" y="121"/>
                    <a:pt x="1" y="271"/>
                  </a:cubicBezTo>
                  <a:cubicBezTo>
                    <a:pt x="1" y="421"/>
                    <a:pt x="122" y="543"/>
                    <a:pt x="271" y="543"/>
                  </a:cubicBezTo>
                  <a:cubicBezTo>
                    <a:pt x="421" y="543"/>
                    <a:pt x="543" y="421"/>
                    <a:pt x="543" y="271"/>
                  </a:cubicBezTo>
                  <a:cubicBezTo>
                    <a:pt x="543" y="121"/>
                    <a:pt x="421" y="1"/>
                    <a:pt x="2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38"/>
            <p:cNvSpPr/>
            <p:nvPr/>
          </p:nvSpPr>
          <p:spPr>
            <a:xfrm>
              <a:off x="4390750" y="1102700"/>
              <a:ext cx="13575" cy="13550"/>
            </a:xfrm>
            <a:custGeom>
              <a:rect b="b" l="l" r="r" t="t"/>
              <a:pathLst>
                <a:path extrusionOk="0" h="542" w="543">
                  <a:moveTo>
                    <a:pt x="271" y="0"/>
                  </a:moveTo>
                  <a:cubicBezTo>
                    <a:pt x="122" y="0"/>
                    <a:pt x="1" y="122"/>
                    <a:pt x="1" y="271"/>
                  </a:cubicBezTo>
                  <a:cubicBezTo>
                    <a:pt x="1" y="421"/>
                    <a:pt x="122" y="542"/>
                    <a:pt x="271" y="542"/>
                  </a:cubicBezTo>
                  <a:cubicBezTo>
                    <a:pt x="421" y="542"/>
                    <a:pt x="543" y="421"/>
                    <a:pt x="543" y="271"/>
                  </a:cubicBezTo>
                  <a:cubicBezTo>
                    <a:pt x="543" y="122"/>
                    <a:pt x="421" y="0"/>
                    <a:pt x="27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138"/>
            <p:cNvSpPr/>
            <p:nvPr/>
          </p:nvSpPr>
          <p:spPr>
            <a:xfrm>
              <a:off x="4390750" y="1143300"/>
              <a:ext cx="13575" cy="13575"/>
            </a:xfrm>
            <a:custGeom>
              <a:rect b="b" l="l" r="r" t="t"/>
              <a:pathLst>
                <a:path extrusionOk="0" h="543" w="543">
                  <a:moveTo>
                    <a:pt x="271" y="0"/>
                  </a:moveTo>
                  <a:cubicBezTo>
                    <a:pt x="122" y="0"/>
                    <a:pt x="1" y="122"/>
                    <a:pt x="1" y="271"/>
                  </a:cubicBezTo>
                  <a:cubicBezTo>
                    <a:pt x="1" y="420"/>
                    <a:pt x="122" y="542"/>
                    <a:pt x="271" y="542"/>
                  </a:cubicBezTo>
                  <a:cubicBezTo>
                    <a:pt x="421" y="542"/>
                    <a:pt x="543" y="420"/>
                    <a:pt x="543" y="271"/>
                  </a:cubicBezTo>
                  <a:cubicBezTo>
                    <a:pt x="543" y="122"/>
                    <a:pt x="421" y="0"/>
                    <a:pt x="27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138"/>
            <p:cNvSpPr/>
            <p:nvPr/>
          </p:nvSpPr>
          <p:spPr>
            <a:xfrm>
              <a:off x="4390750" y="1183850"/>
              <a:ext cx="13575" cy="13575"/>
            </a:xfrm>
            <a:custGeom>
              <a:rect b="b" l="l" r="r" t="t"/>
              <a:pathLst>
                <a:path extrusionOk="0" h="543" w="543">
                  <a:moveTo>
                    <a:pt x="271" y="1"/>
                  </a:moveTo>
                  <a:cubicBezTo>
                    <a:pt x="122" y="1"/>
                    <a:pt x="1" y="122"/>
                    <a:pt x="1" y="272"/>
                  </a:cubicBezTo>
                  <a:cubicBezTo>
                    <a:pt x="1" y="422"/>
                    <a:pt x="122" y="543"/>
                    <a:pt x="271" y="543"/>
                  </a:cubicBezTo>
                  <a:cubicBezTo>
                    <a:pt x="421" y="543"/>
                    <a:pt x="543" y="422"/>
                    <a:pt x="543" y="272"/>
                  </a:cubicBezTo>
                  <a:cubicBezTo>
                    <a:pt x="543" y="122"/>
                    <a:pt x="421" y="1"/>
                    <a:pt x="2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138"/>
            <p:cNvSpPr/>
            <p:nvPr/>
          </p:nvSpPr>
          <p:spPr>
            <a:xfrm>
              <a:off x="4431325" y="1082400"/>
              <a:ext cx="13575" cy="13575"/>
            </a:xfrm>
            <a:custGeom>
              <a:rect b="b" l="l" r="r" t="t"/>
              <a:pathLst>
                <a:path extrusionOk="0" h="543" w="543">
                  <a:moveTo>
                    <a:pt x="272" y="1"/>
                  </a:moveTo>
                  <a:cubicBezTo>
                    <a:pt x="122" y="1"/>
                    <a:pt x="0" y="123"/>
                    <a:pt x="0" y="272"/>
                  </a:cubicBezTo>
                  <a:cubicBezTo>
                    <a:pt x="0" y="421"/>
                    <a:pt x="122" y="543"/>
                    <a:pt x="272" y="543"/>
                  </a:cubicBezTo>
                  <a:cubicBezTo>
                    <a:pt x="421" y="543"/>
                    <a:pt x="542" y="421"/>
                    <a:pt x="542" y="272"/>
                  </a:cubicBezTo>
                  <a:cubicBezTo>
                    <a:pt x="542" y="123"/>
                    <a:pt x="421" y="1"/>
                    <a:pt x="272"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138"/>
            <p:cNvSpPr/>
            <p:nvPr/>
          </p:nvSpPr>
          <p:spPr>
            <a:xfrm>
              <a:off x="4431325" y="1122975"/>
              <a:ext cx="13575" cy="13550"/>
            </a:xfrm>
            <a:custGeom>
              <a:rect b="b" l="l" r="r" t="t"/>
              <a:pathLst>
                <a:path extrusionOk="0" h="542" w="543">
                  <a:moveTo>
                    <a:pt x="272" y="0"/>
                  </a:moveTo>
                  <a:cubicBezTo>
                    <a:pt x="122" y="0"/>
                    <a:pt x="0" y="122"/>
                    <a:pt x="0" y="272"/>
                  </a:cubicBezTo>
                  <a:cubicBezTo>
                    <a:pt x="0" y="421"/>
                    <a:pt x="122" y="542"/>
                    <a:pt x="272" y="542"/>
                  </a:cubicBezTo>
                  <a:cubicBezTo>
                    <a:pt x="421" y="542"/>
                    <a:pt x="542" y="421"/>
                    <a:pt x="542" y="272"/>
                  </a:cubicBezTo>
                  <a:cubicBezTo>
                    <a:pt x="542" y="122"/>
                    <a:pt x="421" y="0"/>
                    <a:pt x="272"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38"/>
            <p:cNvSpPr/>
            <p:nvPr/>
          </p:nvSpPr>
          <p:spPr>
            <a:xfrm>
              <a:off x="4431325" y="1163575"/>
              <a:ext cx="13575" cy="13575"/>
            </a:xfrm>
            <a:custGeom>
              <a:rect b="b" l="l" r="r" t="t"/>
              <a:pathLst>
                <a:path extrusionOk="0" h="543" w="543">
                  <a:moveTo>
                    <a:pt x="272" y="1"/>
                  </a:moveTo>
                  <a:cubicBezTo>
                    <a:pt x="122" y="1"/>
                    <a:pt x="0" y="122"/>
                    <a:pt x="0" y="272"/>
                  </a:cubicBezTo>
                  <a:cubicBezTo>
                    <a:pt x="0" y="422"/>
                    <a:pt x="122" y="542"/>
                    <a:pt x="272" y="542"/>
                  </a:cubicBezTo>
                  <a:cubicBezTo>
                    <a:pt x="421" y="542"/>
                    <a:pt x="542" y="422"/>
                    <a:pt x="542" y="272"/>
                  </a:cubicBezTo>
                  <a:cubicBezTo>
                    <a:pt x="542" y="122"/>
                    <a:pt x="421" y="1"/>
                    <a:pt x="272"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38"/>
            <p:cNvSpPr/>
            <p:nvPr/>
          </p:nvSpPr>
          <p:spPr>
            <a:xfrm>
              <a:off x="4431325" y="1204150"/>
              <a:ext cx="13575" cy="13575"/>
            </a:xfrm>
            <a:custGeom>
              <a:rect b="b" l="l" r="r" t="t"/>
              <a:pathLst>
                <a:path extrusionOk="0" h="543" w="543">
                  <a:moveTo>
                    <a:pt x="272" y="1"/>
                  </a:moveTo>
                  <a:cubicBezTo>
                    <a:pt x="122" y="1"/>
                    <a:pt x="0" y="122"/>
                    <a:pt x="0" y="271"/>
                  </a:cubicBezTo>
                  <a:cubicBezTo>
                    <a:pt x="0" y="421"/>
                    <a:pt x="122" y="543"/>
                    <a:pt x="272" y="543"/>
                  </a:cubicBezTo>
                  <a:cubicBezTo>
                    <a:pt x="421" y="543"/>
                    <a:pt x="542" y="421"/>
                    <a:pt x="542" y="271"/>
                  </a:cubicBezTo>
                  <a:cubicBezTo>
                    <a:pt x="542" y="122"/>
                    <a:pt x="421" y="1"/>
                    <a:pt x="272"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38"/>
            <p:cNvSpPr/>
            <p:nvPr/>
          </p:nvSpPr>
          <p:spPr>
            <a:xfrm>
              <a:off x="4468225" y="1102700"/>
              <a:ext cx="13550" cy="13550"/>
            </a:xfrm>
            <a:custGeom>
              <a:rect b="b" l="l" r="r" t="t"/>
              <a:pathLst>
                <a:path extrusionOk="0" h="542" w="542">
                  <a:moveTo>
                    <a:pt x="271" y="0"/>
                  </a:moveTo>
                  <a:cubicBezTo>
                    <a:pt x="122" y="0"/>
                    <a:pt x="0" y="122"/>
                    <a:pt x="0" y="271"/>
                  </a:cubicBezTo>
                  <a:cubicBezTo>
                    <a:pt x="0" y="421"/>
                    <a:pt x="122" y="542"/>
                    <a:pt x="271" y="542"/>
                  </a:cubicBezTo>
                  <a:cubicBezTo>
                    <a:pt x="421" y="542"/>
                    <a:pt x="542" y="421"/>
                    <a:pt x="542" y="271"/>
                  </a:cubicBezTo>
                  <a:cubicBezTo>
                    <a:pt x="542" y="122"/>
                    <a:pt x="421" y="0"/>
                    <a:pt x="27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38"/>
            <p:cNvSpPr/>
            <p:nvPr/>
          </p:nvSpPr>
          <p:spPr>
            <a:xfrm>
              <a:off x="4468225" y="1143300"/>
              <a:ext cx="13550" cy="13575"/>
            </a:xfrm>
            <a:custGeom>
              <a:rect b="b" l="l" r="r" t="t"/>
              <a:pathLst>
                <a:path extrusionOk="0" h="543" w="542">
                  <a:moveTo>
                    <a:pt x="271" y="0"/>
                  </a:moveTo>
                  <a:cubicBezTo>
                    <a:pt x="122" y="0"/>
                    <a:pt x="0" y="122"/>
                    <a:pt x="0" y="271"/>
                  </a:cubicBezTo>
                  <a:cubicBezTo>
                    <a:pt x="0" y="420"/>
                    <a:pt x="122" y="542"/>
                    <a:pt x="271" y="542"/>
                  </a:cubicBezTo>
                  <a:cubicBezTo>
                    <a:pt x="421" y="542"/>
                    <a:pt x="542" y="420"/>
                    <a:pt x="542" y="271"/>
                  </a:cubicBezTo>
                  <a:cubicBezTo>
                    <a:pt x="542" y="122"/>
                    <a:pt x="421" y="0"/>
                    <a:pt x="27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138"/>
            <p:cNvSpPr/>
            <p:nvPr/>
          </p:nvSpPr>
          <p:spPr>
            <a:xfrm>
              <a:off x="4468225" y="1183850"/>
              <a:ext cx="13550" cy="13575"/>
            </a:xfrm>
            <a:custGeom>
              <a:rect b="b" l="l" r="r" t="t"/>
              <a:pathLst>
                <a:path extrusionOk="0" h="543" w="542">
                  <a:moveTo>
                    <a:pt x="271" y="1"/>
                  </a:moveTo>
                  <a:cubicBezTo>
                    <a:pt x="122" y="1"/>
                    <a:pt x="0" y="122"/>
                    <a:pt x="0" y="272"/>
                  </a:cubicBezTo>
                  <a:cubicBezTo>
                    <a:pt x="0" y="422"/>
                    <a:pt x="122" y="543"/>
                    <a:pt x="271" y="543"/>
                  </a:cubicBezTo>
                  <a:cubicBezTo>
                    <a:pt x="421" y="543"/>
                    <a:pt x="542" y="422"/>
                    <a:pt x="542" y="272"/>
                  </a:cubicBezTo>
                  <a:cubicBezTo>
                    <a:pt x="542" y="122"/>
                    <a:pt x="421" y="1"/>
                    <a:pt x="2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138"/>
            <p:cNvSpPr/>
            <p:nvPr/>
          </p:nvSpPr>
          <p:spPr>
            <a:xfrm>
              <a:off x="4257150" y="972200"/>
              <a:ext cx="220500" cy="220500"/>
            </a:xfrm>
            <a:custGeom>
              <a:rect b="b" l="l" r="r" t="t"/>
              <a:pathLst>
                <a:path extrusionOk="0" h="8820" w="8820">
                  <a:moveTo>
                    <a:pt x="1945" y="1136"/>
                  </a:moveTo>
                  <a:cubicBezTo>
                    <a:pt x="2377" y="1136"/>
                    <a:pt x="2730" y="1473"/>
                    <a:pt x="2750" y="1904"/>
                  </a:cubicBezTo>
                  <a:lnTo>
                    <a:pt x="2903" y="5374"/>
                  </a:lnTo>
                  <a:cubicBezTo>
                    <a:pt x="2916" y="5668"/>
                    <a:pt x="3152" y="5904"/>
                    <a:pt x="3446" y="5917"/>
                  </a:cubicBezTo>
                  <a:lnTo>
                    <a:pt x="6916" y="6069"/>
                  </a:lnTo>
                  <a:cubicBezTo>
                    <a:pt x="7345" y="6089"/>
                    <a:pt x="7683" y="6442"/>
                    <a:pt x="7683" y="6874"/>
                  </a:cubicBezTo>
                  <a:cubicBezTo>
                    <a:pt x="7683" y="7307"/>
                    <a:pt x="7344" y="7660"/>
                    <a:pt x="6913" y="7679"/>
                  </a:cubicBezTo>
                  <a:lnTo>
                    <a:pt x="6884" y="7680"/>
                  </a:lnTo>
                  <a:lnTo>
                    <a:pt x="1139" y="7680"/>
                  </a:lnTo>
                  <a:lnTo>
                    <a:pt x="1139" y="1937"/>
                  </a:lnTo>
                  <a:lnTo>
                    <a:pt x="1140" y="1902"/>
                  </a:lnTo>
                  <a:cubicBezTo>
                    <a:pt x="1159" y="1473"/>
                    <a:pt x="1512" y="1136"/>
                    <a:pt x="1945" y="1136"/>
                  </a:cubicBezTo>
                  <a:close/>
                  <a:moveTo>
                    <a:pt x="1945" y="0"/>
                  </a:moveTo>
                  <a:cubicBezTo>
                    <a:pt x="902" y="0"/>
                    <a:pt x="50" y="813"/>
                    <a:pt x="3" y="1853"/>
                  </a:cubicBezTo>
                  <a:lnTo>
                    <a:pt x="0" y="1900"/>
                  </a:lnTo>
                  <a:lnTo>
                    <a:pt x="0" y="1926"/>
                  </a:lnTo>
                  <a:lnTo>
                    <a:pt x="0" y="8251"/>
                  </a:lnTo>
                  <a:cubicBezTo>
                    <a:pt x="1" y="8564"/>
                    <a:pt x="256" y="8820"/>
                    <a:pt x="571" y="8820"/>
                  </a:cubicBezTo>
                  <a:lnTo>
                    <a:pt x="6898" y="8820"/>
                  </a:lnTo>
                  <a:cubicBezTo>
                    <a:pt x="6907" y="8820"/>
                    <a:pt x="6916" y="8820"/>
                    <a:pt x="6925" y="8819"/>
                  </a:cubicBezTo>
                  <a:lnTo>
                    <a:pt x="6964" y="8817"/>
                  </a:lnTo>
                  <a:cubicBezTo>
                    <a:pt x="8004" y="8770"/>
                    <a:pt x="8820" y="7917"/>
                    <a:pt x="8820" y="6875"/>
                  </a:cubicBezTo>
                  <a:cubicBezTo>
                    <a:pt x="8820" y="5833"/>
                    <a:pt x="8004" y="4981"/>
                    <a:pt x="6965" y="4934"/>
                  </a:cubicBezTo>
                  <a:lnTo>
                    <a:pt x="4016" y="4804"/>
                  </a:lnTo>
                  <a:lnTo>
                    <a:pt x="3886" y="1855"/>
                  </a:lnTo>
                  <a:cubicBezTo>
                    <a:pt x="3839" y="815"/>
                    <a:pt x="2987" y="0"/>
                    <a:pt x="1945" y="0"/>
                  </a:cubicBezTo>
                  <a:close/>
                </a:path>
              </a:pathLst>
            </a:custGeom>
            <a:solidFill>
              <a:srgbClr val="FFAD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4" name="Shape 11064"/>
        <p:cNvGrpSpPr/>
        <p:nvPr/>
      </p:nvGrpSpPr>
      <p:grpSpPr>
        <a:xfrm>
          <a:off x="0" y="0"/>
          <a:ext cx="0" cy="0"/>
          <a:chOff x="0" y="0"/>
          <a:chExt cx="0" cy="0"/>
        </a:xfrm>
      </p:grpSpPr>
      <p:sp>
        <p:nvSpPr>
          <p:cNvPr id="11065" name="Google Shape;11065;p1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Are long tracks different?</a:t>
            </a:r>
            <a:endParaRPr/>
          </a:p>
        </p:txBody>
      </p:sp>
      <p:pic>
        <p:nvPicPr>
          <p:cNvPr id="11066" name="Google Shape;11066;p139" title="Energy vs. Track Length"/>
          <p:cNvPicPr preferRelativeResize="0"/>
          <p:nvPr/>
        </p:nvPicPr>
        <p:blipFill>
          <a:blip r:embed="rId3">
            <a:alphaModFix/>
          </a:blip>
          <a:stretch>
            <a:fillRect/>
          </a:stretch>
        </p:blipFill>
        <p:spPr>
          <a:xfrm>
            <a:off x="1242288" y="1017725"/>
            <a:ext cx="6659436" cy="4117751"/>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70" name="Shape 11070"/>
        <p:cNvGrpSpPr/>
        <p:nvPr/>
      </p:nvGrpSpPr>
      <p:grpSpPr>
        <a:xfrm>
          <a:off x="0" y="0"/>
          <a:ext cx="0" cy="0"/>
          <a:chOff x="0" y="0"/>
          <a:chExt cx="0" cy="0"/>
        </a:xfrm>
      </p:grpSpPr>
      <p:sp>
        <p:nvSpPr>
          <p:cNvPr id="11071" name="Google Shape;11071;p1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Are long tracks different?</a:t>
            </a:r>
            <a:endParaRPr/>
          </a:p>
        </p:txBody>
      </p:sp>
      <p:pic>
        <p:nvPicPr>
          <p:cNvPr id="11072" name="Google Shape;11072;p140" title="Tempo vs. Track Length"/>
          <p:cNvPicPr preferRelativeResize="0"/>
          <p:nvPr/>
        </p:nvPicPr>
        <p:blipFill>
          <a:blip r:embed="rId3">
            <a:alphaModFix/>
          </a:blip>
          <a:stretch>
            <a:fillRect/>
          </a:stretch>
        </p:blipFill>
        <p:spPr>
          <a:xfrm>
            <a:off x="1244673" y="1017725"/>
            <a:ext cx="6654663" cy="411480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76" name="Shape 11076"/>
        <p:cNvGrpSpPr/>
        <p:nvPr/>
      </p:nvGrpSpPr>
      <p:grpSpPr>
        <a:xfrm>
          <a:off x="0" y="0"/>
          <a:ext cx="0" cy="0"/>
          <a:chOff x="0" y="0"/>
          <a:chExt cx="0" cy="0"/>
        </a:xfrm>
      </p:grpSpPr>
      <p:sp>
        <p:nvSpPr>
          <p:cNvPr id="11077" name="Google Shape;11077;p141"/>
          <p:cNvSpPr txBox="1"/>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3000">
                <a:solidFill>
                  <a:srgbClr val="020001"/>
                </a:solidFill>
                <a:latin typeface="Coiny"/>
                <a:ea typeface="Coiny"/>
                <a:cs typeface="Coiny"/>
                <a:sym typeface="Coiny"/>
              </a:rPr>
              <a:t>Are fast or slow tracks different?</a:t>
            </a:r>
            <a:endParaRPr sz="3000">
              <a:solidFill>
                <a:srgbClr val="020001"/>
              </a:solidFill>
              <a:latin typeface="Coiny"/>
              <a:ea typeface="Coiny"/>
              <a:cs typeface="Coiny"/>
              <a:sym typeface="Coiny"/>
            </a:endParaRPr>
          </a:p>
        </p:txBody>
      </p:sp>
      <p:pic>
        <p:nvPicPr>
          <p:cNvPr id="11078" name="Google Shape;11078;p141" title="Vibes vs. Tempo"/>
          <p:cNvPicPr preferRelativeResize="0"/>
          <p:nvPr/>
        </p:nvPicPr>
        <p:blipFill>
          <a:blip r:embed="rId3">
            <a:alphaModFix/>
          </a:blip>
          <a:stretch>
            <a:fillRect/>
          </a:stretch>
        </p:blipFill>
        <p:spPr>
          <a:xfrm>
            <a:off x="1274712" y="1017725"/>
            <a:ext cx="6522987" cy="4033351"/>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82" name="Shape 11082"/>
        <p:cNvGrpSpPr/>
        <p:nvPr/>
      </p:nvGrpSpPr>
      <p:grpSpPr>
        <a:xfrm>
          <a:off x="0" y="0"/>
          <a:ext cx="0" cy="0"/>
          <a:chOff x="0" y="0"/>
          <a:chExt cx="0" cy="0"/>
        </a:xfrm>
      </p:grpSpPr>
      <p:sp>
        <p:nvSpPr>
          <p:cNvPr id="11083" name="Google Shape;11083;p142"/>
          <p:cNvSpPr txBox="1"/>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3000">
                <a:solidFill>
                  <a:srgbClr val="020001"/>
                </a:solidFill>
                <a:latin typeface="Coiny"/>
                <a:ea typeface="Coiny"/>
                <a:cs typeface="Coiny"/>
                <a:sym typeface="Coiny"/>
              </a:rPr>
              <a:t>Are fast or slow tracks different?</a:t>
            </a:r>
            <a:endParaRPr sz="3000">
              <a:solidFill>
                <a:srgbClr val="020001"/>
              </a:solidFill>
              <a:latin typeface="Coiny"/>
              <a:ea typeface="Coiny"/>
              <a:cs typeface="Coiny"/>
              <a:sym typeface="Coiny"/>
            </a:endParaRPr>
          </a:p>
        </p:txBody>
      </p:sp>
      <p:pic>
        <p:nvPicPr>
          <p:cNvPr id="11084" name="Google Shape;11084;p142" title="Sound Makeup  vs. Tempo"/>
          <p:cNvPicPr preferRelativeResize="0"/>
          <p:nvPr/>
        </p:nvPicPr>
        <p:blipFill>
          <a:blip r:embed="rId3">
            <a:alphaModFix/>
          </a:blip>
          <a:stretch>
            <a:fillRect/>
          </a:stretch>
        </p:blipFill>
        <p:spPr>
          <a:xfrm>
            <a:off x="1274700" y="1017726"/>
            <a:ext cx="6522927" cy="4033351"/>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88" name="Shape 11088"/>
        <p:cNvGrpSpPr/>
        <p:nvPr/>
      </p:nvGrpSpPr>
      <p:grpSpPr>
        <a:xfrm>
          <a:off x="0" y="0"/>
          <a:ext cx="0" cy="0"/>
          <a:chOff x="0" y="0"/>
          <a:chExt cx="0" cy="0"/>
        </a:xfrm>
      </p:grpSpPr>
      <p:sp>
        <p:nvSpPr>
          <p:cNvPr id="11089" name="Google Shape;11089;p143"/>
          <p:cNvSpPr txBox="1"/>
          <p:nvPr>
            <p:ph type="title"/>
          </p:nvPr>
        </p:nvSpPr>
        <p:spPr>
          <a:xfrm>
            <a:off x="1145350" y="445025"/>
            <a:ext cx="727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Are licensed videos more popular?</a:t>
            </a:r>
            <a:endParaRPr/>
          </a:p>
        </p:txBody>
      </p:sp>
      <p:pic>
        <p:nvPicPr>
          <p:cNvPr id="11090" name="Google Shape;11090;p143" title="Chart"/>
          <p:cNvPicPr preferRelativeResize="0"/>
          <p:nvPr/>
        </p:nvPicPr>
        <p:blipFill>
          <a:blip r:embed="rId3">
            <a:alphaModFix/>
          </a:blip>
          <a:stretch>
            <a:fillRect/>
          </a:stretch>
        </p:blipFill>
        <p:spPr>
          <a:xfrm>
            <a:off x="1579825" y="1192275"/>
            <a:ext cx="5984350" cy="3394600"/>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4" name="Shape 11094"/>
        <p:cNvGrpSpPr/>
        <p:nvPr/>
      </p:nvGrpSpPr>
      <p:grpSpPr>
        <a:xfrm>
          <a:off x="0" y="0"/>
          <a:ext cx="0" cy="0"/>
          <a:chOff x="0" y="0"/>
          <a:chExt cx="0" cy="0"/>
        </a:xfrm>
      </p:grpSpPr>
      <p:sp>
        <p:nvSpPr>
          <p:cNvPr id="11095" name="Google Shape;11095;p144"/>
          <p:cNvSpPr txBox="1"/>
          <p:nvPr/>
        </p:nvSpPr>
        <p:spPr>
          <a:xfrm>
            <a:off x="1772225" y="406488"/>
            <a:ext cx="5658300" cy="57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3000">
                <a:solidFill>
                  <a:srgbClr val="020001"/>
                </a:solidFill>
                <a:latin typeface="Coiny"/>
                <a:ea typeface="Coiny"/>
                <a:cs typeface="Coiny"/>
                <a:sym typeface="Coiny"/>
              </a:rPr>
              <a:t>DATASET CLEANING</a:t>
            </a:r>
            <a:endParaRPr sz="3000">
              <a:solidFill>
                <a:srgbClr val="020001"/>
              </a:solidFill>
              <a:latin typeface="Coiny"/>
              <a:ea typeface="Coiny"/>
              <a:cs typeface="Coiny"/>
              <a:sym typeface="Coiny"/>
            </a:endParaRPr>
          </a:p>
        </p:txBody>
      </p:sp>
      <p:sp>
        <p:nvSpPr>
          <p:cNvPr id="11096" name="Google Shape;11096;p144"/>
          <p:cNvSpPr txBox="1"/>
          <p:nvPr/>
        </p:nvSpPr>
        <p:spPr>
          <a:xfrm>
            <a:off x="1772225" y="1197600"/>
            <a:ext cx="5658300" cy="2247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rgbClr val="020001"/>
                </a:solidFill>
                <a:latin typeface="Work Sans"/>
                <a:ea typeface="Work Sans"/>
                <a:cs typeface="Work Sans"/>
                <a:sym typeface="Work Sans"/>
              </a:rPr>
              <a:t>We removed these from the original dataset:</a:t>
            </a:r>
            <a:endParaRPr sz="1800">
              <a:solidFill>
                <a:srgbClr val="020001"/>
              </a:solidFill>
              <a:latin typeface="Work Sans"/>
              <a:ea typeface="Work Sans"/>
              <a:cs typeface="Work Sans"/>
              <a:sym typeface="Work Sans"/>
            </a:endParaRPr>
          </a:p>
          <a:p>
            <a:pPr indent="-342900" lvl="0" marL="457200" rtl="0" algn="l">
              <a:spcBef>
                <a:spcPts val="0"/>
              </a:spcBef>
              <a:spcAft>
                <a:spcPts val="0"/>
              </a:spcAft>
              <a:buClr>
                <a:srgbClr val="020001"/>
              </a:buClr>
              <a:buSzPts val="1800"/>
              <a:buFont typeface="Work Sans"/>
              <a:buChar char="●"/>
            </a:pPr>
            <a:r>
              <a:rPr lang="en" sz="1800">
                <a:solidFill>
                  <a:srgbClr val="020001"/>
                </a:solidFill>
                <a:latin typeface="Work Sans"/>
                <a:ea typeface="Work Sans"/>
                <a:cs typeface="Work Sans"/>
                <a:sym typeface="Work Sans"/>
              </a:rPr>
              <a:t>471 tracks </a:t>
            </a:r>
            <a:r>
              <a:rPr lang="en" sz="1800">
                <a:solidFill>
                  <a:schemeClr val="dk1"/>
                </a:solidFill>
                <a:latin typeface="Work Sans"/>
                <a:ea typeface="Work Sans"/>
                <a:cs typeface="Work Sans"/>
                <a:sym typeface="Work Sans"/>
              </a:rPr>
              <a:t>(2.3%)</a:t>
            </a:r>
            <a:r>
              <a:rPr lang="en" sz="1800">
                <a:solidFill>
                  <a:srgbClr val="020001"/>
                </a:solidFill>
                <a:latin typeface="Work Sans"/>
                <a:ea typeface="Work Sans"/>
                <a:cs typeface="Work Sans"/>
                <a:sym typeface="Work Sans"/>
              </a:rPr>
              <a:t> for lacking Spotify or YouTube data</a:t>
            </a:r>
            <a:endParaRPr sz="1800">
              <a:solidFill>
                <a:srgbClr val="020001"/>
              </a:solidFill>
              <a:latin typeface="Work Sans"/>
              <a:ea typeface="Work Sans"/>
              <a:cs typeface="Work Sans"/>
              <a:sym typeface="Work Sans"/>
            </a:endParaRPr>
          </a:p>
          <a:p>
            <a:pPr indent="-342900" lvl="0" marL="457200" rtl="0" algn="l">
              <a:spcBef>
                <a:spcPts val="0"/>
              </a:spcBef>
              <a:spcAft>
                <a:spcPts val="0"/>
              </a:spcAft>
              <a:buClr>
                <a:srgbClr val="020001"/>
              </a:buClr>
              <a:buSzPts val="1800"/>
              <a:buFont typeface="Work Sans"/>
              <a:buChar char="●"/>
            </a:pPr>
            <a:r>
              <a:rPr lang="en" sz="1800">
                <a:solidFill>
                  <a:srgbClr val="020001"/>
                </a:solidFill>
                <a:latin typeface="Work Sans"/>
                <a:ea typeface="Work Sans"/>
                <a:cs typeface="Work Sans"/>
                <a:sym typeface="Work Sans"/>
              </a:rPr>
              <a:t>556 tracks </a:t>
            </a:r>
            <a:r>
              <a:rPr lang="en" sz="1800">
                <a:solidFill>
                  <a:schemeClr val="dk1"/>
                </a:solidFill>
                <a:latin typeface="Work Sans"/>
                <a:ea typeface="Work Sans"/>
                <a:cs typeface="Work Sans"/>
                <a:sym typeface="Work Sans"/>
              </a:rPr>
              <a:t>(2.7%)</a:t>
            </a:r>
            <a:r>
              <a:rPr lang="en" sz="1800">
                <a:solidFill>
                  <a:srgbClr val="020001"/>
                </a:solidFill>
                <a:latin typeface="Work Sans"/>
                <a:ea typeface="Work Sans"/>
                <a:cs typeface="Work Sans"/>
                <a:sym typeface="Work Sans"/>
              </a:rPr>
              <a:t> lacked streaming data (excluded only from the last question)</a:t>
            </a:r>
            <a:endParaRPr sz="1800">
              <a:solidFill>
                <a:srgbClr val="020001"/>
              </a:solidFill>
              <a:latin typeface="Work Sans"/>
              <a:ea typeface="Work Sans"/>
              <a:cs typeface="Work Sans"/>
              <a:sym typeface="Work Sans"/>
            </a:endParaRPr>
          </a:p>
          <a:p>
            <a:pPr indent="-342900" lvl="0" marL="457200" rtl="0" algn="l">
              <a:spcBef>
                <a:spcPts val="0"/>
              </a:spcBef>
              <a:spcAft>
                <a:spcPts val="0"/>
              </a:spcAft>
              <a:buClr>
                <a:srgbClr val="020001"/>
              </a:buClr>
              <a:buSzPts val="1800"/>
              <a:buFont typeface="Work Sans"/>
              <a:buChar char="●"/>
            </a:pPr>
            <a:r>
              <a:rPr lang="en" sz="1800">
                <a:solidFill>
                  <a:srgbClr val="020001"/>
                </a:solidFill>
                <a:latin typeface="Work Sans"/>
                <a:ea typeface="Work Sans"/>
                <a:cs typeface="Work Sans"/>
                <a:sym typeface="Work Sans"/>
              </a:rPr>
              <a:t>1759 rows </a:t>
            </a:r>
            <a:r>
              <a:rPr lang="en" sz="1800">
                <a:solidFill>
                  <a:schemeClr val="dk1"/>
                </a:solidFill>
                <a:latin typeface="Work Sans"/>
                <a:ea typeface="Work Sans"/>
                <a:cs typeface="Work Sans"/>
                <a:sym typeface="Work Sans"/>
              </a:rPr>
              <a:t>(8.4%)</a:t>
            </a:r>
            <a:r>
              <a:rPr lang="en" sz="1800">
                <a:solidFill>
                  <a:srgbClr val="020001"/>
                </a:solidFill>
                <a:latin typeface="Work Sans"/>
                <a:ea typeface="Work Sans"/>
                <a:cs typeface="Work Sans"/>
                <a:sym typeface="Work Sans"/>
              </a:rPr>
              <a:t> of data that were duplicates caused by collaborations</a:t>
            </a:r>
            <a:endParaRPr sz="1800">
              <a:solidFill>
                <a:srgbClr val="020001"/>
              </a:solidFill>
              <a:latin typeface="Work Sans"/>
              <a:ea typeface="Work Sans"/>
              <a:cs typeface="Work Sans"/>
              <a:sym typeface="Work Sans"/>
            </a:endParaRPr>
          </a:p>
        </p:txBody>
      </p:sp>
      <p:grpSp>
        <p:nvGrpSpPr>
          <p:cNvPr id="11097" name="Google Shape;11097;p144"/>
          <p:cNvGrpSpPr/>
          <p:nvPr/>
        </p:nvGrpSpPr>
        <p:grpSpPr>
          <a:xfrm>
            <a:off x="397529" y="406499"/>
            <a:ext cx="1095272" cy="512216"/>
            <a:chOff x="2326759" y="1761788"/>
            <a:chExt cx="414750" cy="193963"/>
          </a:xfrm>
        </p:grpSpPr>
        <p:sp>
          <p:nvSpPr>
            <p:cNvPr id="11098" name="Google Shape;11098;p144"/>
            <p:cNvSpPr/>
            <p:nvPr/>
          </p:nvSpPr>
          <p:spPr>
            <a:xfrm>
              <a:off x="2326759" y="1761788"/>
              <a:ext cx="414750" cy="192500"/>
            </a:xfrm>
            <a:custGeom>
              <a:rect b="b" l="l" r="r" t="t"/>
              <a:pathLst>
                <a:path extrusionOk="0" h="7700" w="16590">
                  <a:moveTo>
                    <a:pt x="5185" y="2003"/>
                  </a:moveTo>
                  <a:cubicBezTo>
                    <a:pt x="5190" y="2026"/>
                    <a:pt x="5200" y="2048"/>
                    <a:pt x="5215" y="2069"/>
                  </a:cubicBezTo>
                  <a:cubicBezTo>
                    <a:pt x="5211" y="2082"/>
                    <a:pt x="5207" y="2095"/>
                    <a:pt x="5205" y="2108"/>
                  </a:cubicBezTo>
                  <a:cubicBezTo>
                    <a:pt x="5199" y="2072"/>
                    <a:pt x="5193" y="2037"/>
                    <a:pt x="5185" y="2003"/>
                  </a:cubicBezTo>
                  <a:close/>
                  <a:moveTo>
                    <a:pt x="12914" y="0"/>
                  </a:moveTo>
                  <a:cubicBezTo>
                    <a:pt x="12903" y="0"/>
                    <a:pt x="12891" y="0"/>
                    <a:pt x="12879" y="1"/>
                  </a:cubicBezTo>
                  <a:cubicBezTo>
                    <a:pt x="12878" y="1"/>
                    <a:pt x="12878" y="1"/>
                    <a:pt x="12877" y="1"/>
                  </a:cubicBezTo>
                  <a:cubicBezTo>
                    <a:pt x="11624" y="1"/>
                    <a:pt x="10556" y="893"/>
                    <a:pt x="10323" y="2110"/>
                  </a:cubicBezTo>
                  <a:cubicBezTo>
                    <a:pt x="10107" y="752"/>
                    <a:pt x="8917" y="41"/>
                    <a:pt x="7736" y="41"/>
                  </a:cubicBezTo>
                  <a:cubicBezTo>
                    <a:pt x="6687" y="41"/>
                    <a:pt x="5646" y="601"/>
                    <a:pt x="5298" y="1767"/>
                  </a:cubicBezTo>
                  <a:cubicBezTo>
                    <a:pt x="5214" y="1807"/>
                    <a:pt x="5167" y="1908"/>
                    <a:pt x="5184" y="1998"/>
                  </a:cubicBezTo>
                  <a:lnTo>
                    <a:pt x="5184" y="1998"/>
                  </a:lnTo>
                  <a:cubicBezTo>
                    <a:pt x="4907" y="678"/>
                    <a:pt x="3802" y="56"/>
                    <a:pt x="2687" y="56"/>
                  </a:cubicBezTo>
                  <a:cubicBezTo>
                    <a:pt x="1351" y="56"/>
                    <a:pt x="0" y="949"/>
                    <a:pt x="39" y="2606"/>
                  </a:cubicBezTo>
                  <a:lnTo>
                    <a:pt x="39" y="7699"/>
                  </a:lnTo>
                  <a:lnTo>
                    <a:pt x="15488" y="7699"/>
                  </a:lnTo>
                  <a:cubicBezTo>
                    <a:pt x="15260" y="5467"/>
                    <a:pt x="16590" y="0"/>
                    <a:pt x="12914" y="0"/>
                  </a:cubicBezTo>
                  <a:close/>
                </a:path>
              </a:pathLst>
            </a:custGeom>
            <a:solidFill>
              <a:srgbClr val="FFFFFF"/>
            </a:solidFill>
            <a:ln cap="flat" cmpd="sng" w="76200">
              <a:solidFill>
                <a:srgbClr val="FFFFFF"/>
              </a:solidFill>
              <a:prstDash val="solid"/>
              <a:round/>
              <a:headEnd len="sm" w="sm" type="none"/>
              <a:tailEnd len="sm" w="sm" type="none"/>
            </a:ln>
            <a:effectLst>
              <a:outerShdw blurRad="42863" rotWithShape="0" algn="bl" dir="2400000" dist="9525">
                <a:srgbClr val="020001">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44"/>
            <p:cNvSpPr/>
            <p:nvPr/>
          </p:nvSpPr>
          <p:spPr>
            <a:xfrm>
              <a:off x="2329025" y="1763225"/>
              <a:ext cx="386250" cy="192525"/>
            </a:xfrm>
            <a:custGeom>
              <a:rect b="b" l="l" r="r" t="t"/>
              <a:pathLst>
                <a:path extrusionOk="0" h="7701" w="15450">
                  <a:moveTo>
                    <a:pt x="2606" y="0"/>
                  </a:moveTo>
                  <a:cubicBezTo>
                    <a:pt x="1888" y="0"/>
                    <a:pt x="1236" y="291"/>
                    <a:pt x="765" y="762"/>
                  </a:cubicBezTo>
                  <a:cubicBezTo>
                    <a:pt x="292" y="1236"/>
                    <a:pt x="1" y="1887"/>
                    <a:pt x="1" y="2607"/>
                  </a:cubicBezTo>
                  <a:lnTo>
                    <a:pt x="1" y="7700"/>
                  </a:lnTo>
                  <a:lnTo>
                    <a:pt x="15449" y="7700"/>
                  </a:lnTo>
                  <a:lnTo>
                    <a:pt x="15449" y="2607"/>
                  </a:lnTo>
                  <a:cubicBezTo>
                    <a:pt x="15449" y="1169"/>
                    <a:pt x="14284" y="0"/>
                    <a:pt x="12842" y="0"/>
                  </a:cubicBezTo>
                  <a:cubicBezTo>
                    <a:pt x="11573" y="0"/>
                    <a:pt x="10517" y="907"/>
                    <a:pt x="10285" y="2109"/>
                  </a:cubicBezTo>
                  <a:cubicBezTo>
                    <a:pt x="10052" y="907"/>
                    <a:pt x="8994" y="0"/>
                    <a:pt x="7725" y="0"/>
                  </a:cubicBezTo>
                  <a:cubicBezTo>
                    <a:pt x="7091" y="0"/>
                    <a:pt x="6507" y="226"/>
                    <a:pt x="6055" y="602"/>
                  </a:cubicBezTo>
                  <a:cubicBezTo>
                    <a:pt x="5603" y="982"/>
                    <a:pt x="5284" y="1507"/>
                    <a:pt x="5167" y="2109"/>
                  </a:cubicBezTo>
                  <a:cubicBezTo>
                    <a:pt x="4933" y="907"/>
                    <a:pt x="3876" y="0"/>
                    <a:pt x="2606" y="0"/>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44"/>
            <p:cNvSpPr/>
            <p:nvPr/>
          </p:nvSpPr>
          <p:spPr>
            <a:xfrm>
              <a:off x="2694125" y="1806725"/>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144"/>
            <p:cNvSpPr/>
            <p:nvPr/>
          </p:nvSpPr>
          <p:spPr>
            <a:xfrm>
              <a:off x="2694125" y="183037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144"/>
            <p:cNvSpPr/>
            <p:nvPr/>
          </p:nvSpPr>
          <p:spPr>
            <a:xfrm>
              <a:off x="2694125" y="185402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144"/>
            <p:cNvSpPr/>
            <p:nvPr/>
          </p:nvSpPr>
          <p:spPr>
            <a:xfrm>
              <a:off x="2694125" y="1877700"/>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144"/>
            <p:cNvSpPr/>
            <p:nvPr/>
          </p:nvSpPr>
          <p:spPr>
            <a:xfrm>
              <a:off x="2694125" y="190132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144"/>
            <p:cNvSpPr/>
            <p:nvPr/>
          </p:nvSpPr>
          <p:spPr>
            <a:xfrm>
              <a:off x="2694125" y="1925025"/>
              <a:ext cx="10850" cy="5425"/>
            </a:xfrm>
            <a:custGeom>
              <a:rect b="b" l="l" r="r" t="t"/>
              <a:pathLst>
                <a:path extrusionOk="0" h="217" w="434">
                  <a:moveTo>
                    <a:pt x="217" y="0"/>
                  </a:moveTo>
                  <a:cubicBezTo>
                    <a:pt x="97" y="0"/>
                    <a:pt x="0" y="97"/>
                    <a:pt x="0" y="217"/>
                  </a:cubicBezTo>
                  <a:lnTo>
                    <a:pt x="434" y="217"/>
                  </a:ln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144"/>
            <p:cNvSpPr/>
            <p:nvPr/>
          </p:nvSpPr>
          <p:spPr>
            <a:xfrm>
              <a:off x="2699525" y="1935850"/>
              <a:ext cx="25" cy="25"/>
            </a:xfrm>
            <a:custGeom>
              <a:rect b="b" l="l" r="r" t="t"/>
              <a:pathLst>
                <a:path extrusionOk="0" h="1" w="1">
                  <a:moveTo>
                    <a:pt x="1" y="1"/>
                  </a:move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144"/>
            <p:cNvSpPr/>
            <p:nvPr/>
          </p:nvSpPr>
          <p:spPr>
            <a:xfrm>
              <a:off x="2670425" y="178307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44"/>
            <p:cNvSpPr/>
            <p:nvPr/>
          </p:nvSpPr>
          <p:spPr>
            <a:xfrm>
              <a:off x="2670425" y="1806725"/>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144"/>
            <p:cNvSpPr/>
            <p:nvPr/>
          </p:nvSpPr>
          <p:spPr>
            <a:xfrm>
              <a:off x="2670425" y="183037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144"/>
            <p:cNvSpPr/>
            <p:nvPr/>
          </p:nvSpPr>
          <p:spPr>
            <a:xfrm>
              <a:off x="2670425" y="185402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144"/>
            <p:cNvSpPr/>
            <p:nvPr/>
          </p:nvSpPr>
          <p:spPr>
            <a:xfrm>
              <a:off x="2670425" y="1877700"/>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144"/>
            <p:cNvSpPr/>
            <p:nvPr/>
          </p:nvSpPr>
          <p:spPr>
            <a:xfrm>
              <a:off x="2670425" y="190132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144"/>
            <p:cNvSpPr/>
            <p:nvPr/>
          </p:nvSpPr>
          <p:spPr>
            <a:xfrm>
              <a:off x="2670450" y="1925025"/>
              <a:ext cx="10875" cy="5425"/>
            </a:xfrm>
            <a:custGeom>
              <a:rect b="b" l="l" r="r" t="t"/>
              <a:pathLst>
                <a:path extrusionOk="0" h="217" w="435">
                  <a:moveTo>
                    <a:pt x="218" y="0"/>
                  </a:moveTo>
                  <a:cubicBezTo>
                    <a:pt x="97" y="0"/>
                    <a:pt x="1" y="97"/>
                    <a:pt x="1" y="217"/>
                  </a:cubicBezTo>
                  <a:lnTo>
                    <a:pt x="434" y="217"/>
                  </a:lnTo>
                  <a:cubicBezTo>
                    <a:pt x="434" y="97"/>
                    <a:pt x="337"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44"/>
            <p:cNvSpPr/>
            <p:nvPr/>
          </p:nvSpPr>
          <p:spPr>
            <a:xfrm>
              <a:off x="2675850" y="1935850"/>
              <a:ext cx="25" cy="25"/>
            </a:xfrm>
            <a:custGeom>
              <a:rect b="b" l="l" r="r" t="t"/>
              <a:pathLst>
                <a:path extrusionOk="0" h="1" w="1">
                  <a:moveTo>
                    <a:pt x="1" y="1"/>
                  </a:move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144"/>
            <p:cNvSpPr/>
            <p:nvPr/>
          </p:nvSpPr>
          <p:spPr>
            <a:xfrm>
              <a:off x="2646800" y="178307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144"/>
            <p:cNvSpPr/>
            <p:nvPr/>
          </p:nvSpPr>
          <p:spPr>
            <a:xfrm>
              <a:off x="2646800" y="1806725"/>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144"/>
            <p:cNvSpPr/>
            <p:nvPr/>
          </p:nvSpPr>
          <p:spPr>
            <a:xfrm>
              <a:off x="2646800"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144"/>
            <p:cNvSpPr/>
            <p:nvPr/>
          </p:nvSpPr>
          <p:spPr>
            <a:xfrm>
              <a:off x="2646800"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144"/>
            <p:cNvSpPr/>
            <p:nvPr/>
          </p:nvSpPr>
          <p:spPr>
            <a:xfrm>
              <a:off x="2646800"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144"/>
            <p:cNvSpPr/>
            <p:nvPr/>
          </p:nvSpPr>
          <p:spPr>
            <a:xfrm>
              <a:off x="2646800"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144"/>
            <p:cNvSpPr/>
            <p:nvPr/>
          </p:nvSpPr>
          <p:spPr>
            <a:xfrm>
              <a:off x="2646800" y="1925025"/>
              <a:ext cx="10875" cy="5425"/>
            </a:xfrm>
            <a:custGeom>
              <a:rect b="b" l="l" r="r" t="t"/>
              <a:pathLst>
                <a:path extrusionOk="0" h="217" w="435">
                  <a:moveTo>
                    <a:pt x="217" y="0"/>
                  </a:moveTo>
                  <a:cubicBezTo>
                    <a:pt x="98" y="0"/>
                    <a:pt x="1" y="97"/>
                    <a:pt x="1" y="217"/>
                  </a:cubicBezTo>
                  <a:lnTo>
                    <a:pt x="434" y="217"/>
                  </a:lnTo>
                  <a:cubicBezTo>
                    <a:pt x="434" y="97"/>
                    <a:pt x="338"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144"/>
            <p:cNvSpPr/>
            <p:nvPr/>
          </p:nvSpPr>
          <p:spPr>
            <a:xfrm>
              <a:off x="2652225" y="1935850"/>
              <a:ext cx="25" cy="25"/>
            </a:xfrm>
            <a:custGeom>
              <a:rect b="b" l="l" r="r" t="t"/>
              <a:pathLst>
                <a:path extrusionOk="0" h="1" w="1">
                  <a:moveTo>
                    <a:pt x="0" y="1"/>
                  </a:move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144"/>
            <p:cNvSpPr/>
            <p:nvPr/>
          </p:nvSpPr>
          <p:spPr>
            <a:xfrm>
              <a:off x="2623175" y="178307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144"/>
            <p:cNvSpPr/>
            <p:nvPr/>
          </p:nvSpPr>
          <p:spPr>
            <a:xfrm>
              <a:off x="2623175" y="1806725"/>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144"/>
            <p:cNvSpPr/>
            <p:nvPr/>
          </p:nvSpPr>
          <p:spPr>
            <a:xfrm>
              <a:off x="2623175" y="183037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144"/>
            <p:cNvSpPr/>
            <p:nvPr/>
          </p:nvSpPr>
          <p:spPr>
            <a:xfrm>
              <a:off x="2623175" y="185402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144"/>
            <p:cNvSpPr/>
            <p:nvPr/>
          </p:nvSpPr>
          <p:spPr>
            <a:xfrm>
              <a:off x="2623175" y="1877700"/>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144"/>
            <p:cNvSpPr/>
            <p:nvPr/>
          </p:nvSpPr>
          <p:spPr>
            <a:xfrm>
              <a:off x="2623175" y="190132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144"/>
            <p:cNvSpPr/>
            <p:nvPr/>
          </p:nvSpPr>
          <p:spPr>
            <a:xfrm>
              <a:off x="2623150"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144"/>
            <p:cNvSpPr/>
            <p:nvPr/>
          </p:nvSpPr>
          <p:spPr>
            <a:xfrm>
              <a:off x="2628575" y="1935850"/>
              <a:ext cx="25" cy="25"/>
            </a:xfrm>
            <a:custGeom>
              <a:rect b="b" l="l" r="r" t="t"/>
              <a:pathLst>
                <a:path extrusionOk="0" h="1" w="1">
                  <a:moveTo>
                    <a:pt x="1" y="1"/>
                  </a:move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144"/>
            <p:cNvSpPr/>
            <p:nvPr/>
          </p:nvSpPr>
          <p:spPr>
            <a:xfrm>
              <a:off x="2599475" y="1806725"/>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44"/>
            <p:cNvSpPr/>
            <p:nvPr/>
          </p:nvSpPr>
          <p:spPr>
            <a:xfrm>
              <a:off x="2599475" y="183037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144"/>
            <p:cNvSpPr/>
            <p:nvPr/>
          </p:nvSpPr>
          <p:spPr>
            <a:xfrm>
              <a:off x="2599475" y="185402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144"/>
            <p:cNvSpPr/>
            <p:nvPr/>
          </p:nvSpPr>
          <p:spPr>
            <a:xfrm>
              <a:off x="2599475" y="1877700"/>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144"/>
            <p:cNvSpPr/>
            <p:nvPr/>
          </p:nvSpPr>
          <p:spPr>
            <a:xfrm>
              <a:off x="2599475" y="190132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144"/>
            <p:cNvSpPr/>
            <p:nvPr/>
          </p:nvSpPr>
          <p:spPr>
            <a:xfrm>
              <a:off x="2599500" y="1925025"/>
              <a:ext cx="10875" cy="5425"/>
            </a:xfrm>
            <a:custGeom>
              <a:rect b="b" l="l" r="r" t="t"/>
              <a:pathLst>
                <a:path extrusionOk="0" h="217" w="435">
                  <a:moveTo>
                    <a:pt x="218" y="0"/>
                  </a:moveTo>
                  <a:cubicBezTo>
                    <a:pt x="97" y="0"/>
                    <a:pt x="1" y="97"/>
                    <a:pt x="1" y="217"/>
                  </a:cubicBezTo>
                  <a:lnTo>
                    <a:pt x="434" y="217"/>
                  </a:lnTo>
                  <a:cubicBezTo>
                    <a:pt x="434" y="97"/>
                    <a:pt x="337"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144"/>
            <p:cNvSpPr/>
            <p:nvPr/>
          </p:nvSpPr>
          <p:spPr>
            <a:xfrm>
              <a:off x="2604900" y="1935850"/>
              <a:ext cx="25" cy="25"/>
            </a:xfrm>
            <a:custGeom>
              <a:rect b="b" l="l" r="r" t="t"/>
              <a:pathLst>
                <a:path extrusionOk="0" h="1" w="1">
                  <a:moveTo>
                    <a:pt x="1" y="1"/>
                  </a:move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44"/>
            <p:cNvSpPr/>
            <p:nvPr/>
          </p:nvSpPr>
          <p:spPr>
            <a:xfrm>
              <a:off x="2575850"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144"/>
            <p:cNvSpPr/>
            <p:nvPr/>
          </p:nvSpPr>
          <p:spPr>
            <a:xfrm>
              <a:off x="2575850"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144"/>
            <p:cNvSpPr/>
            <p:nvPr/>
          </p:nvSpPr>
          <p:spPr>
            <a:xfrm>
              <a:off x="2575850"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44"/>
            <p:cNvSpPr/>
            <p:nvPr/>
          </p:nvSpPr>
          <p:spPr>
            <a:xfrm>
              <a:off x="2575850"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144"/>
            <p:cNvSpPr/>
            <p:nvPr/>
          </p:nvSpPr>
          <p:spPr>
            <a:xfrm>
              <a:off x="2575825" y="1925025"/>
              <a:ext cx="10850" cy="5425"/>
            </a:xfrm>
            <a:custGeom>
              <a:rect b="b" l="l" r="r" t="t"/>
              <a:pathLst>
                <a:path extrusionOk="0" h="217" w="434">
                  <a:moveTo>
                    <a:pt x="217" y="0"/>
                  </a:moveTo>
                  <a:cubicBezTo>
                    <a:pt x="98" y="0"/>
                    <a:pt x="1" y="97"/>
                    <a:pt x="1" y="217"/>
                  </a:cubicBezTo>
                  <a:lnTo>
                    <a:pt x="434" y="217"/>
                  </a:ln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144"/>
            <p:cNvSpPr/>
            <p:nvPr/>
          </p:nvSpPr>
          <p:spPr>
            <a:xfrm>
              <a:off x="2581275" y="1935850"/>
              <a:ext cx="25" cy="25"/>
            </a:xfrm>
            <a:custGeom>
              <a:rect b="b" l="l" r="r" t="t"/>
              <a:pathLst>
                <a:path extrusionOk="0" h="1" w="1">
                  <a:moveTo>
                    <a:pt x="0" y="1"/>
                  </a:move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144"/>
            <p:cNvSpPr/>
            <p:nvPr/>
          </p:nvSpPr>
          <p:spPr>
            <a:xfrm>
              <a:off x="2552200" y="178307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144"/>
            <p:cNvSpPr/>
            <p:nvPr/>
          </p:nvSpPr>
          <p:spPr>
            <a:xfrm>
              <a:off x="2552200" y="1806725"/>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144"/>
            <p:cNvSpPr/>
            <p:nvPr/>
          </p:nvSpPr>
          <p:spPr>
            <a:xfrm>
              <a:off x="2552200" y="183037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44"/>
            <p:cNvSpPr/>
            <p:nvPr/>
          </p:nvSpPr>
          <p:spPr>
            <a:xfrm>
              <a:off x="2552200" y="185402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144"/>
            <p:cNvSpPr/>
            <p:nvPr/>
          </p:nvSpPr>
          <p:spPr>
            <a:xfrm>
              <a:off x="2552200" y="1877700"/>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144"/>
            <p:cNvSpPr/>
            <p:nvPr/>
          </p:nvSpPr>
          <p:spPr>
            <a:xfrm>
              <a:off x="2552200" y="190132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144"/>
            <p:cNvSpPr/>
            <p:nvPr/>
          </p:nvSpPr>
          <p:spPr>
            <a:xfrm>
              <a:off x="2552200"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144"/>
            <p:cNvSpPr/>
            <p:nvPr/>
          </p:nvSpPr>
          <p:spPr>
            <a:xfrm>
              <a:off x="2557600" y="1935850"/>
              <a:ext cx="25" cy="25"/>
            </a:xfrm>
            <a:custGeom>
              <a:rect b="b" l="l" r="r" t="t"/>
              <a:pathLst>
                <a:path extrusionOk="0" h="1" w="1">
                  <a:moveTo>
                    <a:pt x="1" y="1"/>
                  </a:move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144"/>
            <p:cNvSpPr/>
            <p:nvPr/>
          </p:nvSpPr>
          <p:spPr>
            <a:xfrm>
              <a:off x="2528525" y="178307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144"/>
            <p:cNvSpPr/>
            <p:nvPr/>
          </p:nvSpPr>
          <p:spPr>
            <a:xfrm>
              <a:off x="2528525" y="1806725"/>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144"/>
            <p:cNvSpPr/>
            <p:nvPr/>
          </p:nvSpPr>
          <p:spPr>
            <a:xfrm>
              <a:off x="2528525" y="183037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144"/>
            <p:cNvSpPr/>
            <p:nvPr/>
          </p:nvSpPr>
          <p:spPr>
            <a:xfrm>
              <a:off x="2528525" y="1854025"/>
              <a:ext cx="10875" cy="10850"/>
            </a:xfrm>
            <a:custGeom>
              <a:rect b="b" l="l" r="r" t="t"/>
              <a:pathLst>
                <a:path extrusionOk="0" h="434" w="435">
                  <a:moveTo>
                    <a:pt x="218" y="0"/>
                  </a:moveTo>
                  <a:cubicBezTo>
                    <a:pt x="99" y="0"/>
                    <a:pt x="1" y="98"/>
                    <a:pt x="1" y="217"/>
                  </a:cubicBezTo>
                  <a:cubicBezTo>
                    <a:pt x="1" y="336"/>
                    <a:pt x="99" y="433"/>
                    <a:pt x="218" y="433"/>
                  </a:cubicBezTo>
                  <a:cubicBezTo>
                    <a:pt x="337" y="433"/>
                    <a:pt x="434" y="336"/>
                    <a:pt x="434" y="217"/>
                  </a:cubicBezTo>
                  <a:cubicBezTo>
                    <a:pt x="434" y="98"/>
                    <a:pt x="337"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144"/>
            <p:cNvSpPr/>
            <p:nvPr/>
          </p:nvSpPr>
          <p:spPr>
            <a:xfrm>
              <a:off x="2528525" y="1877700"/>
              <a:ext cx="10875" cy="10850"/>
            </a:xfrm>
            <a:custGeom>
              <a:rect b="b" l="l" r="r" t="t"/>
              <a:pathLst>
                <a:path extrusionOk="0" h="434" w="435">
                  <a:moveTo>
                    <a:pt x="218" y="0"/>
                  </a:moveTo>
                  <a:cubicBezTo>
                    <a:pt x="99" y="0"/>
                    <a:pt x="1" y="97"/>
                    <a:pt x="1" y="217"/>
                  </a:cubicBezTo>
                  <a:cubicBezTo>
                    <a:pt x="1" y="337"/>
                    <a:pt x="99" y="434"/>
                    <a:pt x="218" y="434"/>
                  </a:cubicBezTo>
                  <a:cubicBezTo>
                    <a:pt x="337" y="434"/>
                    <a:pt x="434" y="337"/>
                    <a:pt x="434" y="217"/>
                  </a:cubicBezTo>
                  <a:cubicBezTo>
                    <a:pt x="434" y="97"/>
                    <a:pt x="337"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144"/>
            <p:cNvSpPr/>
            <p:nvPr/>
          </p:nvSpPr>
          <p:spPr>
            <a:xfrm>
              <a:off x="2528525" y="1901325"/>
              <a:ext cx="10875" cy="10875"/>
            </a:xfrm>
            <a:custGeom>
              <a:rect b="b" l="l" r="r" t="t"/>
              <a:pathLst>
                <a:path extrusionOk="0" h="435" w="435">
                  <a:moveTo>
                    <a:pt x="218" y="1"/>
                  </a:moveTo>
                  <a:cubicBezTo>
                    <a:pt x="99" y="1"/>
                    <a:pt x="1" y="98"/>
                    <a:pt x="1" y="217"/>
                  </a:cubicBezTo>
                  <a:cubicBezTo>
                    <a:pt x="1" y="337"/>
                    <a:pt x="99" y="434"/>
                    <a:pt x="218" y="434"/>
                  </a:cubicBezTo>
                  <a:cubicBezTo>
                    <a:pt x="337" y="434"/>
                    <a:pt x="434" y="337"/>
                    <a:pt x="434" y="217"/>
                  </a:cubicBezTo>
                  <a:cubicBezTo>
                    <a:pt x="434" y="98"/>
                    <a:pt x="337" y="1"/>
                    <a:pt x="218"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144"/>
            <p:cNvSpPr/>
            <p:nvPr/>
          </p:nvSpPr>
          <p:spPr>
            <a:xfrm>
              <a:off x="2528500" y="1925025"/>
              <a:ext cx="10875" cy="5425"/>
            </a:xfrm>
            <a:custGeom>
              <a:rect b="b" l="l" r="r" t="t"/>
              <a:pathLst>
                <a:path extrusionOk="0" h="217" w="435">
                  <a:moveTo>
                    <a:pt x="218" y="0"/>
                  </a:moveTo>
                  <a:cubicBezTo>
                    <a:pt x="98" y="0"/>
                    <a:pt x="1" y="97"/>
                    <a:pt x="1" y="217"/>
                  </a:cubicBezTo>
                  <a:lnTo>
                    <a:pt x="434" y="217"/>
                  </a:lnTo>
                  <a:cubicBezTo>
                    <a:pt x="434" y="97"/>
                    <a:pt x="338"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44"/>
            <p:cNvSpPr/>
            <p:nvPr/>
          </p:nvSpPr>
          <p:spPr>
            <a:xfrm>
              <a:off x="2533950" y="1935850"/>
              <a:ext cx="25" cy="25"/>
            </a:xfrm>
            <a:custGeom>
              <a:rect b="b" l="l" r="r" t="t"/>
              <a:pathLst>
                <a:path extrusionOk="0" h="1" w="1">
                  <a:moveTo>
                    <a:pt x="1" y="1"/>
                  </a:move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144"/>
            <p:cNvSpPr/>
            <p:nvPr/>
          </p:nvSpPr>
          <p:spPr>
            <a:xfrm>
              <a:off x="2504875" y="178307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144"/>
            <p:cNvSpPr/>
            <p:nvPr/>
          </p:nvSpPr>
          <p:spPr>
            <a:xfrm>
              <a:off x="2504875" y="1806725"/>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144"/>
            <p:cNvSpPr/>
            <p:nvPr/>
          </p:nvSpPr>
          <p:spPr>
            <a:xfrm>
              <a:off x="2504875"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144"/>
            <p:cNvSpPr/>
            <p:nvPr/>
          </p:nvSpPr>
          <p:spPr>
            <a:xfrm>
              <a:off x="2504875"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144"/>
            <p:cNvSpPr/>
            <p:nvPr/>
          </p:nvSpPr>
          <p:spPr>
            <a:xfrm>
              <a:off x="2504875"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144"/>
            <p:cNvSpPr/>
            <p:nvPr/>
          </p:nvSpPr>
          <p:spPr>
            <a:xfrm>
              <a:off x="2504875"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144"/>
            <p:cNvSpPr/>
            <p:nvPr/>
          </p:nvSpPr>
          <p:spPr>
            <a:xfrm>
              <a:off x="2504875" y="1925025"/>
              <a:ext cx="10875" cy="5425"/>
            </a:xfrm>
            <a:custGeom>
              <a:rect b="b" l="l" r="r" t="t"/>
              <a:pathLst>
                <a:path extrusionOk="0" h="217" w="435">
                  <a:moveTo>
                    <a:pt x="217" y="0"/>
                  </a:moveTo>
                  <a:cubicBezTo>
                    <a:pt x="98" y="0"/>
                    <a:pt x="1" y="97"/>
                    <a:pt x="1" y="217"/>
                  </a:cubicBezTo>
                  <a:lnTo>
                    <a:pt x="434" y="217"/>
                  </a:ln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144"/>
            <p:cNvSpPr/>
            <p:nvPr/>
          </p:nvSpPr>
          <p:spPr>
            <a:xfrm>
              <a:off x="2510300" y="1935850"/>
              <a:ext cx="25" cy="25"/>
            </a:xfrm>
            <a:custGeom>
              <a:rect b="b" l="l" r="r" t="t"/>
              <a:pathLst>
                <a:path extrusionOk="0" h="1" w="1">
                  <a:moveTo>
                    <a:pt x="0" y="1"/>
                  </a:move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144"/>
            <p:cNvSpPr/>
            <p:nvPr/>
          </p:nvSpPr>
          <p:spPr>
            <a:xfrm>
              <a:off x="2481250" y="178307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144"/>
            <p:cNvSpPr/>
            <p:nvPr/>
          </p:nvSpPr>
          <p:spPr>
            <a:xfrm>
              <a:off x="2481250" y="1806725"/>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44"/>
            <p:cNvSpPr/>
            <p:nvPr/>
          </p:nvSpPr>
          <p:spPr>
            <a:xfrm>
              <a:off x="2481250" y="183037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144"/>
            <p:cNvSpPr/>
            <p:nvPr/>
          </p:nvSpPr>
          <p:spPr>
            <a:xfrm>
              <a:off x="2481250" y="1854025"/>
              <a:ext cx="10850" cy="10850"/>
            </a:xfrm>
            <a:custGeom>
              <a:rect b="b" l="l" r="r" t="t"/>
              <a:pathLst>
                <a:path extrusionOk="0" h="434" w="434">
                  <a:moveTo>
                    <a:pt x="217" y="0"/>
                  </a:moveTo>
                  <a:cubicBezTo>
                    <a:pt x="97" y="0"/>
                    <a:pt x="0" y="98"/>
                    <a:pt x="0" y="217"/>
                  </a:cubicBezTo>
                  <a:cubicBezTo>
                    <a:pt x="0" y="336"/>
                    <a:pt x="97" y="433"/>
                    <a:pt x="217" y="433"/>
                  </a:cubicBezTo>
                  <a:cubicBezTo>
                    <a:pt x="337" y="433"/>
                    <a:pt x="434" y="336"/>
                    <a:pt x="434" y="217"/>
                  </a:cubicBezTo>
                  <a:cubicBezTo>
                    <a:pt x="434" y="98"/>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144"/>
            <p:cNvSpPr/>
            <p:nvPr/>
          </p:nvSpPr>
          <p:spPr>
            <a:xfrm>
              <a:off x="2481250" y="1877700"/>
              <a:ext cx="10850" cy="10850"/>
            </a:xfrm>
            <a:custGeom>
              <a:rect b="b" l="l" r="r" t="t"/>
              <a:pathLst>
                <a:path extrusionOk="0" h="434" w="434">
                  <a:moveTo>
                    <a:pt x="217" y="0"/>
                  </a:moveTo>
                  <a:cubicBezTo>
                    <a:pt x="97" y="0"/>
                    <a:pt x="0" y="97"/>
                    <a:pt x="0" y="217"/>
                  </a:cubicBezTo>
                  <a:cubicBezTo>
                    <a:pt x="0" y="337"/>
                    <a:pt x="97" y="434"/>
                    <a:pt x="217" y="434"/>
                  </a:cubicBezTo>
                  <a:cubicBezTo>
                    <a:pt x="337" y="434"/>
                    <a:pt x="434" y="337"/>
                    <a:pt x="434" y="217"/>
                  </a:cubicBez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144"/>
            <p:cNvSpPr/>
            <p:nvPr/>
          </p:nvSpPr>
          <p:spPr>
            <a:xfrm>
              <a:off x="2481250" y="1901325"/>
              <a:ext cx="10850" cy="10875"/>
            </a:xfrm>
            <a:custGeom>
              <a:rect b="b" l="l" r="r" t="t"/>
              <a:pathLst>
                <a:path extrusionOk="0" h="435" w="434">
                  <a:moveTo>
                    <a:pt x="217" y="1"/>
                  </a:moveTo>
                  <a:cubicBezTo>
                    <a:pt x="97" y="1"/>
                    <a:pt x="0" y="98"/>
                    <a:pt x="0" y="217"/>
                  </a:cubicBezTo>
                  <a:cubicBezTo>
                    <a:pt x="0" y="337"/>
                    <a:pt x="97" y="434"/>
                    <a:pt x="217" y="434"/>
                  </a:cubicBezTo>
                  <a:cubicBezTo>
                    <a:pt x="337" y="434"/>
                    <a:pt x="434" y="337"/>
                    <a:pt x="434" y="217"/>
                  </a:cubicBezTo>
                  <a:cubicBezTo>
                    <a:pt x="434" y="98"/>
                    <a:pt x="337"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144"/>
            <p:cNvSpPr/>
            <p:nvPr/>
          </p:nvSpPr>
          <p:spPr>
            <a:xfrm>
              <a:off x="2481225"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144"/>
            <p:cNvSpPr/>
            <p:nvPr/>
          </p:nvSpPr>
          <p:spPr>
            <a:xfrm>
              <a:off x="2486650" y="1935850"/>
              <a:ext cx="25" cy="25"/>
            </a:xfrm>
            <a:custGeom>
              <a:rect b="b" l="l" r="r" t="t"/>
              <a:pathLst>
                <a:path extrusionOk="0" h="1" w="1">
                  <a:moveTo>
                    <a:pt x="1" y="1"/>
                  </a:move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144"/>
            <p:cNvSpPr/>
            <p:nvPr/>
          </p:nvSpPr>
          <p:spPr>
            <a:xfrm>
              <a:off x="2457550" y="1806725"/>
              <a:ext cx="10875" cy="10850"/>
            </a:xfrm>
            <a:custGeom>
              <a:rect b="b" l="l" r="r" t="t"/>
              <a:pathLst>
                <a:path extrusionOk="0" h="434" w="435">
                  <a:moveTo>
                    <a:pt x="218" y="0"/>
                  </a:moveTo>
                  <a:cubicBezTo>
                    <a:pt x="98" y="0"/>
                    <a:pt x="1" y="97"/>
                    <a:pt x="1" y="217"/>
                  </a:cubicBezTo>
                  <a:cubicBezTo>
                    <a:pt x="1" y="337"/>
                    <a:pt x="98" y="434"/>
                    <a:pt x="218" y="434"/>
                  </a:cubicBezTo>
                  <a:cubicBezTo>
                    <a:pt x="337" y="434"/>
                    <a:pt x="434" y="337"/>
                    <a:pt x="434" y="217"/>
                  </a:cubicBezTo>
                  <a:cubicBezTo>
                    <a:pt x="434" y="97"/>
                    <a:pt x="337"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144"/>
            <p:cNvSpPr/>
            <p:nvPr/>
          </p:nvSpPr>
          <p:spPr>
            <a:xfrm>
              <a:off x="2457550" y="1830375"/>
              <a:ext cx="10875" cy="10875"/>
            </a:xfrm>
            <a:custGeom>
              <a:rect b="b" l="l" r="r" t="t"/>
              <a:pathLst>
                <a:path extrusionOk="0" h="435" w="435">
                  <a:moveTo>
                    <a:pt x="218" y="1"/>
                  </a:moveTo>
                  <a:cubicBezTo>
                    <a:pt x="98" y="1"/>
                    <a:pt x="1" y="98"/>
                    <a:pt x="1" y="217"/>
                  </a:cubicBezTo>
                  <a:cubicBezTo>
                    <a:pt x="1" y="337"/>
                    <a:pt x="98" y="434"/>
                    <a:pt x="218" y="434"/>
                  </a:cubicBezTo>
                  <a:cubicBezTo>
                    <a:pt x="337" y="434"/>
                    <a:pt x="434" y="337"/>
                    <a:pt x="434" y="217"/>
                  </a:cubicBezTo>
                  <a:cubicBezTo>
                    <a:pt x="434" y="98"/>
                    <a:pt x="337" y="1"/>
                    <a:pt x="218"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144"/>
            <p:cNvSpPr/>
            <p:nvPr/>
          </p:nvSpPr>
          <p:spPr>
            <a:xfrm>
              <a:off x="2457550" y="1854025"/>
              <a:ext cx="10875" cy="10850"/>
            </a:xfrm>
            <a:custGeom>
              <a:rect b="b" l="l" r="r" t="t"/>
              <a:pathLst>
                <a:path extrusionOk="0" h="434" w="435">
                  <a:moveTo>
                    <a:pt x="218" y="0"/>
                  </a:moveTo>
                  <a:cubicBezTo>
                    <a:pt x="98" y="0"/>
                    <a:pt x="1" y="98"/>
                    <a:pt x="1" y="217"/>
                  </a:cubicBezTo>
                  <a:cubicBezTo>
                    <a:pt x="1" y="336"/>
                    <a:pt x="98" y="433"/>
                    <a:pt x="218" y="433"/>
                  </a:cubicBezTo>
                  <a:cubicBezTo>
                    <a:pt x="337" y="433"/>
                    <a:pt x="434" y="336"/>
                    <a:pt x="434" y="217"/>
                  </a:cubicBezTo>
                  <a:cubicBezTo>
                    <a:pt x="434" y="98"/>
                    <a:pt x="337"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144"/>
            <p:cNvSpPr/>
            <p:nvPr/>
          </p:nvSpPr>
          <p:spPr>
            <a:xfrm>
              <a:off x="2457550" y="1877700"/>
              <a:ext cx="10875" cy="10850"/>
            </a:xfrm>
            <a:custGeom>
              <a:rect b="b" l="l" r="r" t="t"/>
              <a:pathLst>
                <a:path extrusionOk="0" h="434" w="435">
                  <a:moveTo>
                    <a:pt x="218" y="0"/>
                  </a:moveTo>
                  <a:cubicBezTo>
                    <a:pt x="98" y="0"/>
                    <a:pt x="1" y="97"/>
                    <a:pt x="1" y="217"/>
                  </a:cubicBezTo>
                  <a:cubicBezTo>
                    <a:pt x="1" y="337"/>
                    <a:pt x="98" y="434"/>
                    <a:pt x="218" y="434"/>
                  </a:cubicBezTo>
                  <a:cubicBezTo>
                    <a:pt x="337" y="434"/>
                    <a:pt x="434" y="337"/>
                    <a:pt x="434" y="217"/>
                  </a:cubicBezTo>
                  <a:cubicBezTo>
                    <a:pt x="434" y="97"/>
                    <a:pt x="337"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144"/>
            <p:cNvSpPr/>
            <p:nvPr/>
          </p:nvSpPr>
          <p:spPr>
            <a:xfrm>
              <a:off x="2457550" y="1901325"/>
              <a:ext cx="10875" cy="10875"/>
            </a:xfrm>
            <a:custGeom>
              <a:rect b="b" l="l" r="r" t="t"/>
              <a:pathLst>
                <a:path extrusionOk="0" h="435" w="435">
                  <a:moveTo>
                    <a:pt x="218" y="1"/>
                  </a:moveTo>
                  <a:cubicBezTo>
                    <a:pt x="98" y="1"/>
                    <a:pt x="1" y="98"/>
                    <a:pt x="1" y="217"/>
                  </a:cubicBezTo>
                  <a:cubicBezTo>
                    <a:pt x="1" y="337"/>
                    <a:pt x="98" y="434"/>
                    <a:pt x="218" y="434"/>
                  </a:cubicBezTo>
                  <a:cubicBezTo>
                    <a:pt x="337" y="434"/>
                    <a:pt x="434" y="337"/>
                    <a:pt x="434" y="217"/>
                  </a:cubicBezTo>
                  <a:cubicBezTo>
                    <a:pt x="434" y="98"/>
                    <a:pt x="337" y="1"/>
                    <a:pt x="218"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144"/>
            <p:cNvSpPr/>
            <p:nvPr/>
          </p:nvSpPr>
          <p:spPr>
            <a:xfrm>
              <a:off x="2457550" y="1925025"/>
              <a:ext cx="10875" cy="5425"/>
            </a:xfrm>
            <a:custGeom>
              <a:rect b="b" l="l" r="r" t="t"/>
              <a:pathLst>
                <a:path extrusionOk="0" h="217" w="435">
                  <a:moveTo>
                    <a:pt x="218" y="0"/>
                  </a:moveTo>
                  <a:cubicBezTo>
                    <a:pt x="98" y="0"/>
                    <a:pt x="1" y="97"/>
                    <a:pt x="1" y="217"/>
                  </a:cubicBezTo>
                  <a:lnTo>
                    <a:pt x="434" y="217"/>
                  </a:lnTo>
                  <a:cubicBezTo>
                    <a:pt x="434" y="97"/>
                    <a:pt x="338"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144"/>
            <p:cNvSpPr/>
            <p:nvPr/>
          </p:nvSpPr>
          <p:spPr>
            <a:xfrm>
              <a:off x="2462975" y="1935850"/>
              <a:ext cx="25" cy="25"/>
            </a:xfrm>
            <a:custGeom>
              <a:rect b="b" l="l" r="r" t="t"/>
              <a:pathLst>
                <a:path extrusionOk="0" h="1" w="1">
                  <a:moveTo>
                    <a:pt x="1" y="1"/>
                  </a:move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144"/>
            <p:cNvSpPr/>
            <p:nvPr/>
          </p:nvSpPr>
          <p:spPr>
            <a:xfrm>
              <a:off x="2433925" y="1806725"/>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144"/>
            <p:cNvSpPr/>
            <p:nvPr/>
          </p:nvSpPr>
          <p:spPr>
            <a:xfrm>
              <a:off x="2433925"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144"/>
            <p:cNvSpPr/>
            <p:nvPr/>
          </p:nvSpPr>
          <p:spPr>
            <a:xfrm>
              <a:off x="2433925"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144"/>
            <p:cNvSpPr/>
            <p:nvPr/>
          </p:nvSpPr>
          <p:spPr>
            <a:xfrm>
              <a:off x="2433925"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144"/>
            <p:cNvSpPr/>
            <p:nvPr/>
          </p:nvSpPr>
          <p:spPr>
            <a:xfrm>
              <a:off x="2433925"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144"/>
            <p:cNvSpPr/>
            <p:nvPr/>
          </p:nvSpPr>
          <p:spPr>
            <a:xfrm>
              <a:off x="2433900" y="1925025"/>
              <a:ext cx="10850" cy="5425"/>
            </a:xfrm>
            <a:custGeom>
              <a:rect b="b" l="l" r="r" t="t"/>
              <a:pathLst>
                <a:path extrusionOk="0" h="217" w="434">
                  <a:moveTo>
                    <a:pt x="217" y="0"/>
                  </a:moveTo>
                  <a:cubicBezTo>
                    <a:pt x="98" y="0"/>
                    <a:pt x="1" y="97"/>
                    <a:pt x="1" y="217"/>
                  </a:cubicBezTo>
                  <a:lnTo>
                    <a:pt x="434" y="217"/>
                  </a:ln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144"/>
            <p:cNvSpPr/>
            <p:nvPr/>
          </p:nvSpPr>
          <p:spPr>
            <a:xfrm>
              <a:off x="2439350" y="1935850"/>
              <a:ext cx="25" cy="25"/>
            </a:xfrm>
            <a:custGeom>
              <a:rect b="b" l="l" r="r" t="t"/>
              <a:pathLst>
                <a:path extrusionOk="0" h="1" w="1">
                  <a:moveTo>
                    <a:pt x="0" y="1"/>
                  </a:move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44"/>
            <p:cNvSpPr/>
            <p:nvPr/>
          </p:nvSpPr>
          <p:spPr>
            <a:xfrm>
              <a:off x="2410275" y="1783075"/>
              <a:ext cx="10850" cy="10850"/>
            </a:xfrm>
            <a:custGeom>
              <a:rect b="b" l="l" r="r" t="t"/>
              <a:pathLst>
                <a:path extrusionOk="0" h="434" w="434">
                  <a:moveTo>
                    <a:pt x="217" y="0"/>
                  </a:moveTo>
                  <a:cubicBezTo>
                    <a:pt x="97" y="0"/>
                    <a:pt x="0" y="98"/>
                    <a:pt x="0" y="217"/>
                  </a:cubicBezTo>
                  <a:cubicBezTo>
                    <a:pt x="0" y="336"/>
                    <a:pt x="97" y="433"/>
                    <a:pt x="217" y="433"/>
                  </a:cubicBezTo>
                  <a:cubicBezTo>
                    <a:pt x="336" y="433"/>
                    <a:pt x="434" y="336"/>
                    <a:pt x="434" y="217"/>
                  </a:cubicBezTo>
                  <a:cubicBezTo>
                    <a:pt x="434" y="98"/>
                    <a:pt x="336"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144"/>
            <p:cNvSpPr/>
            <p:nvPr/>
          </p:nvSpPr>
          <p:spPr>
            <a:xfrm>
              <a:off x="2410275" y="1806725"/>
              <a:ext cx="10850" cy="10850"/>
            </a:xfrm>
            <a:custGeom>
              <a:rect b="b" l="l" r="r" t="t"/>
              <a:pathLst>
                <a:path extrusionOk="0" h="434" w="434">
                  <a:moveTo>
                    <a:pt x="217" y="0"/>
                  </a:moveTo>
                  <a:cubicBezTo>
                    <a:pt x="97" y="0"/>
                    <a:pt x="0" y="97"/>
                    <a:pt x="0" y="217"/>
                  </a:cubicBezTo>
                  <a:cubicBezTo>
                    <a:pt x="0" y="337"/>
                    <a:pt x="97" y="434"/>
                    <a:pt x="217" y="434"/>
                  </a:cubicBezTo>
                  <a:cubicBezTo>
                    <a:pt x="336" y="434"/>
                    <a:pt x="434" y="337"/>
                    <a:pt x="434" y="217"/>
                  </a:cubicBezTo>
                  <a:cubicBezTo>
                    <a:pt x="434" y="97"/>
                    <a:pt x="336"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144"/>
            <p:cNvSpPr/>
            <p:nvPr/>
          </p:nvSpPr>
          <p:spPr>
            <a:xfrm>
              <a:off x="2410275" y="1830375"/>
              <a:ext cx="10850" cy="10875"/>
            </a:xfrm>
            <a:custGeom>
              <a:rect b="b" l="l" r="r" t="t"/>
              <a:pathLst>
                <a:path extrusionOk="0" h="435" w="434">
                  <a:moveTo>
                    <a:pt x="217" y="1"/>
                  </a:moveTo>
                  <a:cubicBezTo>
                    <a:pt x="97" y="1"/>
                    <a:pt x="0" y="98"/>
                    <a:pt x="0" y="217"/>
                  </a:cubicBezTo>
                  <a:cubicBezTo>
                    <a:pt x="0" y="337"/>
                    <a:pt x="97" y="434"/>
                    <a:pt x="217" y="434"/>
                  </a:cubicBezTo>
                  <a:cubicBezTo>
                    <a:pt x="336" y="434"/>
                    <a:pt x="434" y="337"/>
                    <a:pt x="434" y="217"/>
                  </a:cubicBezTo>
                  <a:cubicBezTo>
                    <a:pt x="434" y="98"/>
                    <a:pt x="336"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144"/>
            <p:cNvSpPr/>
            <p:nvPr/>
          </p:nvSpPr>
          <p:spPr>
            <a:xfrm>
              <a:off x="2410275" y="1854025"/>
              <a:ext cx="10850" cy="10850"/>
            </a:xfrm>
            <a:custGeom>
              <a:rect b="b" l="l" r="r" t="t"/>
              <a:pathLst>
                <a:path extrusionOk="0" h="434" w="434">
                  <a:moveTo>
                    <a:pt x="217" y="0"/>
                  </a:moveTo>
                  <a:cubicBezTo>
                    <a:pt x="97" y="0"/>
                    <a:pt x="0" y="98"/>
                    <a:pt x="0" y="217"/>
                  </a:cubicBezTo>
                  <a:cubicBezTo>
                    <a:pt x="0" y="336"/>
                    <a:pt x="97" y="433"/>
                    <a:pt x="217" y="433"/>
                  </a:cubicBezTo>
                  <a:cubicBezTo>
                    <a:pt x="336" y="433"/>
                    <a:pt x="434" y="336"/>
                    <a:pt x="434" y="217"/>
                  </a:cubicBezTo>
                  <a:cubicBezTo>
                    <a:pt x="434" y="98"/>
                    <a:pt x="336"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144"/>
            <p:cNvSpPr/>
            <p:nvPr/>
          </p:nvSpPr>
          <p:spPr>
            <a:xfrm>
              <a:off x="2410275" y="1877700"/>
              <a:ext cx="10850" cy="10850"/>
            </a:xfrm>
            <a:custGeom>
              <a:rect b="b" l="l" r="r" t="t"/>
              <a:pathLst>
                <a:path extrusionOk="0" h="434" w="434">
                  <a:moveTo>
                    <a:pt x="217" y="0"/>
                  </a:moveTo>
                  <a:cubicBezTo>
                    <a:pt x="97" y="0"/>
                    <a:pt x="0" y="97"/>
                    <a:pt x="0" y="217"/>
                  </a:cubicBezTo>
                  <a:cubicBezTo>
                    <a:pt x="0" y="337"/>
                    <a:pt x="97" y="434"/>
                    <a:pt x="217" y="434"/>
                  </a:cubicBezTo>
                  <a:cubicBezTo>
                    <a:pt x="336" y="434"/>
                    <a:pt x="434" y="337"/>
                    <a:pt x="434" y="217"/>
                  </a:cubicBezTo>
                  <a:cubicBezTo>
                    <a:pt x="434" y="97"/>
                    <a:pt x="336"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144"/>
            <p:cNvSpPr/>
            <p:nvPr/>
          </p:nvSpPr>
          <p:spPr>
            <a:xfrm>
              <a:off x="2410275" y="1901325"/>
              <a:ext cx="10850" cy="10875"/>
            </a:xfrm>
            <a:custGeom>
              <a:rect b="b" l="l" r="r" t="t"/>
              <a:pathLst>
                <a:path extrusionOk="0" h="435" w="434">
                  <a:moveTo>
                    <a:pt x="217" y="1"/>
                  </a:moveTo>
                  <a:cubicBezTo>
                    <a:pt x="97" y="1"/>
                    <a:pt x="0" y="98"/>
                    <a:pt x="0" y="217"/>
                  </a:cubicBezTo>
                  <a:cubicBezTo>
                    <a:pt x="0" y="337"/>
                    <a:pt x="97" y="434"/>
                    <a:pt x="217" y="434"/>
                  </a:cubicBezTo>
                  <a:cubicBezTo>
                    <a:pt x="336" y="434"/>
                    <a:pt x="434" y="337"/>
                    <a:pt x="434" y="217"/>
                  </a:cubicBezTo>
                  <a:cubicBezTo>
                    <a:pt x="434" y="98"/>
                    <a:pt x="336"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144"/>
            <p:cNvSpPr/>
            <p:nvPr/>
          </p:nvSpPr>
          <p:spPr>
            <a:xfrm>
              <a:off x="2410275"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144"/>
            <p:cNvSpPr/>
            <p:nvPr/>
          </p:nvSpPr>
          <p:spPr>
            <a:xfrm>
              <a:off x="2415675" y="1935850"/>
              <a:ext cx="25" cy="25"/>
            </a:xfrm>
            <a:custGeom>
              <a:rect b="b" l="l" r="r" t="t"/>
              <a:pathLst>
                <a:path extrusionOk="0" h="1" w="1">
                  <a:moveTo>
                    <a:pt x="1" y="1"/>
                  </a:move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44"/>
            <p:cNvSpPr/>
            <p:nvPr/>
          </p:nvSpPr>
          <p:spPr>
            <a:xfrm>
              <a:off x="2386600" y="1783075"/>
              <a:ext cx="10875" cy="10850"/>
            </a:xfrm>
            <a:custGeom>
              <a:rect b="b" l="l" r="r" t="t"/>
              <a:pathLst>
                <a:path extrusionOk="0" h="434" w="435">
                  <a:moveTo>
                    <a:pt x="218" y="0"/>
                  </a:moveTo>
                  <a:cubicBezTo>
                    <a:pt x="98" y="0"/>
                    <a:pt x="1" y="98"/>
                    <a:pt x="1" y="217"/>
                  </a:cubicBezTo>
                  <a:cubicBezTo>
                    <a:pt x="1" y="336"/>
                    <a:pt x="98" y="433"/>
                    <a:pt x="218" y="433"/>
                  </a:cubicBezTo>
                  <a:cubicBezTo>
                    <a:pt x="337" y="433"/>
                    <a:pt x="434" y="336"/>
                    <a:pt x="434" y="217"/>
                  </a:cubicBezTo>
                  <a:cubicBezTo>
                    <a:pt x="434" y="98"/>
                    <a:pt x="337"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144"/>
            <p:cNvSpPr/>
            <p:nvPr/>
          </p:nvSpPr>
          <p:spPr>
            <a:xfrm>
              <a:off x="2386600" y="1806725"/>
              <a:ext cx="10875" cy="10850"/>
            </a:xfrm>
            <a:custGeom>
              <a:rect b="b" l="l" r="r" t="t"/>
              <a:pathLst>
                <a:path extrusionOk="0" h="434" w="435">
                  <a:moveTo>
                    <a:pt x="218" y="0"/>
                  </a:moveTo>
                  <a:cubicBezTo>
                    <a:pt x="98" y="0"/>
                    <a:pt x="1" y="97"/>
                    <a:pt x="1" y="217"/>
                  </a:cubicBezTo>
                  <a:cubicBezTo>
                    <a:pt x="1" y="337"/>
                    <a:pt x="98" y="434"/>
                    <a:pt x="218" y="434"/>
                  </a:cubicBezTo>
                  <a:cubicBezTo>
                    <a:pt x="337" y="434"/>
                    <a:pt x="434" y="337"/>
                    <a:pt x="434" y="217"/>
                  </a:cubicBezTo>
                  <a:cubicBezTo>
                    <a:pt x="434" y="97"/>
                    <a:pt x="337"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144"/>
            <p:cNvSpPr/>
            <p:nvPr/>
          </p:nvSpPr>
          <p:spPr>
            <a:xfrm>
              <a:off x="2386600" y="1830375"/>
              <a:ext cx="10875" cy="10875"/>
            </a:xfrm>
            <a:custGeom>
              <a:rect b="b" l="l" r="r" t="t"/>
              <a:pathLst>
                <a:path extrusionOk="0" h="435" w="435">
                  <a:moveTo>
                    <a:pt x="218" y="1"/>
                  </a:moveTo>
                  <a:cubicBezTo>
                    <a:pt x="98" y="1"/>
                    <a:pt x="1" y="98"/>
                    <a:pt x="1" y="217"/>
                  </a:cubicBezTo>
                  <a:cubicBezTo>
                    <a:pt x="1" y="337"/>
                    <a:pt x="98" y="434"/>
                    <a:pt x="218" y="434"/>
                  </a:cubicBezTo>
                  <a:cubicBezTo>
                    <a:pt x="337" y="434"/>
                    <a:pt x="434" y="337"/>
                    <a:pt x="434" y="217"/>
                  </a:cubicBezTo>
                  <a:cubicBezTo>
                    <a:pt x="434" y="98"/>
                    <a:pt x="337" y="1"/>
                    <a:pt x="218"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144"/>
            <p:cNvSpPr/>
            <p:nvPr/>
          </p:nvSpPr>
          <p:spPr>
            <a:xfrm>
              <a:off x="2386600" y="1854025"/>
              <a:ext cx="10875" cy="10850"/>
            </a:xfrm>
            <a:custGeom>
              <a:rect b="b" l="l" r="r" t="t"/>
              <a:pathLst>
                <a:path extrusionOk="0" h="434" w="435">
                  <a:moveTo>
                    <a:pt x="218" y="0"/>
                  </a:moveTo>
                  <a:cubicBezTo>
                    <a:pt x="98" y="0"/>
                    <a:pt x="1" y="98"/>
                    <a:pt x="1" y="217"/>
                  </a:cubicBezTo>
                  <a:cubicBezTo>
                    <a:pt x="1" y="336"/>
                    <a:pt x="98" y="433"/>
                    <a:pt x="218" y="433"/>
                  </a:cubicBezTo>
                  <a:cubicBezTo>
                    <a:pt x="337" y="433"/>
                    <a:pt x="434" y="336"/>
                    <a:pt x="434" y="217"/>
                  </a:cubicBezTo>
                  <a:cubicBezTo>
                    <a:pt x="434" y="98"/>
                    <a:pt x="337"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144"/>
            <p:cNvSpPr/>
            <p:nvPr/>
          </p:nvSpPr>
          <p:spPr>
            <a:xfrm>
              <a:off x="2386600" y="1877700"/>
              <a:ext cx="10875" cy="10850"/>
            </a:xfrm>
            <a:custGeom>
              <a:rect b="b" l="l" r="r" t="t"/>
              <a:pathLst>
                <a:path extrusionOk="0" h="434" w="435">
                  <a:moveTo>
                    <a:pt x="218" y="0"/>
                  </a:moveTo>
                  <a:cubicBezTo>
                    <a:pt x="98" y="0"/>
                    <a:pt x="1" y="97"/>
                    <a:pt x="1" y="217"/>
                  </a:cubicBezTo>
                  <a:cubicBezTo>
                    <a:pt x="1" y="337"/>
                    <a:pt x="98" y="434"/>
                    <a:pt x="218" y="434"/>
                  </a:cubicBezTo>
                  <a:cubicBezTo>
                    <a:pt x="337" y="434"/>
                    <a:pt x="434" y="337"/>
                    <a:pt x="434" y="217"/>
                  </a:cubicBezTo>
                  <a:cubicBezTo>
                    <a:pt x="434" y="97"/>
                    <a:pt x="337"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144"/>
            <p:cNvSpPr/>
            <p:nvPr/>
          </p:nvSpPr>
          <p:spPr>
            <a:xfrm>
              <a:off x="2386600" y="1901325"/>
              <a:ext cx="10875" cy="10875"/>
            </a:xfrm>
            <a:custGeom>
              <a:rect b="b" l="l" r="r" t="t"/>
              <a:pathLst>
                <a:path extrusionOk="0" h="435" w="435">
                  <a:moveTo>
                    <a:pt x="218" y="1"/>
                  </a:moveTo>
                  <a:cubicBezTo>
                    <a:pt x="98" y="1"/>
                    <a:pt x="1" y="98"/>
                    <a:pt x="1" y="217"/>
                  </a:cubicBezTo>
                  <a:cubicBezTo>
                    <a:pt x="1" y="337"/>
                    <a:pt x="98" y="434"/>
                    <a:pt x="218" y="434"/>
                  </a:cubicBezTo>
                  <a:cubicBezTo>
                    <a:pt x="337" y="434"/>
                    <a:pt x="434" y="337"/>
                    <a:pt x="434" y="217"/>
                  </a:cubicBezTo>
                  <a:cubicBezTo>
                    <a:pt x="434" y="98"/>
                    <a:pt x="337" y="1"/>
                    <a:pt x="218"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144"/>
            <p:cNvSpPr/>
            <p:nvPr/>
          </p:nvSpPr>
          <p:spPr>
            <a:xfrm>
              <a:off x="2386600" y="1925025"/>
              <a:ext cx="10875" cy="5425"/>
            </a:xfrm>
            <a:custGeom>
              <a:rect b="b" l="l" r="r" t="t"/>
              <a:pathLst>
                <a:path extrusionOk="0" h="217" w="435">
                  <a:moveTo>
                    <a:pt x="218" y="0"/>
                  </a:moveTo>
                  <a:cubicBezTo>
                    <a:pt x="98" y="0"/>
                    <a:pt x="1" y="97"/>
                    <a:pt x="1" y="217"/>
                  </a:cubicBezTo>
                  <a:lnTo>
                    <a:pt x="434" y="217"/>
                  </a:lnTo>
                  <a:cubicBezTo>
                    <a:pt x="434" y="97"/>
                    <a:pt x="338" y="0"/>
                    <a:pt x="218"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144"/>
            <p:cNvSpPr/>
            <p:nvPr/>
          </p:nvSpPr>
          <p:spPr>
            <a:xfrm>
              <a:off x="2392025" y="1935850"/>
              <a:ext cx="25" cy="25"/>
            </a:xfrm>
            <a:custGeom>
              <a:rect b="b" l="l" r="r" t="t"/>
              <a:pathLst>
                <a:path extrusionOk="0" h="1" w="1">
                  <a:moveTo>
                    <a:pt x="1" y="1"/>
                  </a:move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144"/>
            <p:cNvSpPr/>
            <p:nvPr/>
          </p:nvSpPr>
          <p:spPr>
            <a:xfrm>
              <a:off x="2362950" y="178307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144"/>
            <p:cNvSpPr/>
            <p:nvPr/>
          </p:nvSpPr>
          <p:spPr>
            <a:xfrm>
              <a:off x="2362950" y="1806725"/>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144"/>
            <p:cNvSpPr/>
            <p:nvPr/>
          </p:nvSpPr>
          <p:spPr>
            <a:xfrm>
              <a:off x="2362950" y="183037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144"/>
            <p:cNvSpPr/>
            <p:nvPr/>
          </p:nvSpPr>
          <p:spPr>
            <a:xfrm>
              <a:off x="2362950" y="1854025"/>
              <a:ext cx="10875" cy="10850"/>
            </a:xfrm>
            <a:custGeom>
              <a:rect b="b" l="l" r="r" t="t"/>
              <a:pathLst>
                <a:path extrusionOk="0" h="434" w="435">
                  <a:moveTo>
                    <a:pt x="217" y="0"/>
                  </a:moveTo>
                  <a:cubicBezTo>
                    <a:pt x="98" y="0"/>
                    <a:pt x="1" y="98"/>
                    <a:pt x="1" y="217"/>
                  </a:cubicBezTo>
                  <a:cubicBezTo>
                    <a:pt x="1" y="336"/>
                    <a:pt x="98" y="433"/>
                    <a:pt x="217" y="433"/>
                  </a:cubicBezTo>
                  <a:cubicBezTo>
                    <a:pt x="337" y="433"/>
                    <a:pt x="434" y="336"/>
                    <a:pt x="434" y="217"/>
                  </a:cubicBezTo>
                  <a:cubicBezTo>
                    <a:pt x="434" y="98"/>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144"/>
            <p:cNvSpPr/>
            <p:nvPr/>
          </p:nvSpPr>
          <p:spPr>
            <a:xfrm>
              <a:off x="2362950" y="1877700"/>
              <a:ext cx="10875" cy="10850"/>
            </a:xfrm>
            <a:custGeom>
              <a:rect b="b" l="l" r="r" t="t"/>
              <a:pathLst>
                <a:path extrusionOk="0" h="434" w="435">
                  <a:moveTo>
                    <a:pt x="217" y="0"/>
                  </a:moveTo>
                  <a:cubicBezTo>
                    <a:pt x="98" y="0"/>
                    <a:pt x="1" y="97"/>
                    <a:pt x="1" y="217"/>
                  </a:cubicBezTo>
                  <a:cubicBezTo>
                    <a:pt x="1" y="337"/>
                    <a:pt x="98" y="434"/>
                    <a:pt x="217" y="434"/>
                  </a:cubicBezTo>
                  <a:cubicBezTo>
                    <a:pt x="337" y="434"/>
                    <a:pt x="434" y="337"/>
                    <a:pt x="434" y="217"/>
                  </a:cubicBez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144"/>
            <p:cNvSpPr/>
            <p:nvPr/>
          </p:nvSpPr>
          <p:spPr>
            <a:xfrm>
              <a:off x="2362950" y="1901325"/>
              <a:ext cx="10875" cy="10875"/>
            </a:xfrm>
            <a:custGeom>
              <a:rect b="b" l="l" r="r" t="t"/>
              <a:pathLst>
                <a:path extrusionOk="0" h="435" w="435">
                  <a:moveTo>
                    <a:pt x="217" y="1"/>
                  </a:moveTo>
                  <a:cubicBezTo>
                    <a:pt x="98" y="1"/>
                    <a:pt x="1" y="98"/>
                    <a:pt x="1" y="217"/>
                  </a:cubicBezTo>
                  <a:cubicBezTo>
                    <a:pt x="1" y="337"/>
                    <a:pt x="98" y="434"/>
                    <a:pt x="217" y="434"/>
                  </a:cubicBezTo>
                  <a:cubicBezTo>
                    <a:pt x="337" y="434"/>
                    <a:pt x="434" y="337"/>
                    <a:pt x="434" y="217"/>
                  </a:cubicBezTo>
                  <a:cubicBezTo>
                    <a:pt x="434" y="98"/>
                    <a:pt x="337"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44"/>
            <p:cNvSpPr/>
            <p:nvPr/>
          </p:nvSpPr>
          <p:spPr>
            <a:xfrm>
              <a:off x="2362950" y="1925025"/>
              <a:ext cx="10875" cy="5425"/>
            </a:xfrm>
            <a:custGeom>
              <a:rect b="b" l="l" r="r" t="t"/>
              <a:pathLst>
                <a:path extrusionOk="0" h="217" w="435">
                  <a:moveTo>
                    <a:pt x="217" y="0"/>
                  </a:moveTo>
                  <a:cubicBezTo>
                    <a:pt x="98" y="0"/>
                    <a:pt x="1" y="97"/>
                    <a:pt x="1" y="217"/>
                  </a:cubicBezTo>
                  <a:lnTo>
                    <a:pt x="434" y="217"/>
                  </a:ln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144"/>
            <p:cNvSpPr/>
            <p:nvPr/>
          </p:nvSpPr>
          <p:spPr>
            <a:xfrm>
              <a:off x="2368375" y="1935850"/>
              <a:ext cx="25" cy="25"/>
            </a:xfrm>
            <a:custGeom>
              <a:rect b="b" l="l" r="r" t="t"/>
              <a:pathLst>
                <a:path extrusionOk="0" h="1" w="1">
                  <a:moveTo>
                    <a:pt x="0" y="1"/>
                  </a:move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144"/>
            <p:cNvSpPr/>
            <p:nvPr/>
          </p:nvSpPr>
          <p:spPr>
            <a:xfrm>
              <a:off x="2339325" y="1806725"/>
              <a:ext cx="10850" cy="10850"/>
            </a:xfrm>
            <a:custGeom>
              <a:rect b="b" l="l" r="r" t="t"/>
              <a:pathLst>
                <a:path extrusionOk="0" h="434" w="434">
                  <a:moveTo>
                    <a:pt x="217" y="0"/>
                  </a:moveTo>
                  <a:cubicBezTo>
                    <a:pt x="97" y="0"/>
                    <a:pt x="0" y="97"/>
                    <a:pt x="0" y="217"/>
                  </a:cubicBezTo>
                  <a:cubicBezTo>
                    <a:pt x="0" y="337"/>
                    <a:pt x="97" y="434"/>
                    <a:pt x="217" y="434"/>
                  </a:cubicBezTo>
                  <a:cubicBezTo>
                    <a:pt x="336" y="434"/>
                    <a:pt x="434" y="337"/>
                    <a:pt x="434" y="217"/>
                  </a:cubicBezTo>
                  <a:cubicBezTo>
                    <a:pt x="434" y="97"/>
                    <a:pt x="336"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144"/>
            <p:cNvSpPr/>
            <p:nvPr/>
          </p:nvSpPr>
          <p:spPr>
            <a:xfrm>
              <a:off x="2339325" y="1830375"/>
              <a:ext cx="10850" cy="10875"/>
            </a:xfrm>
            <a:custGeom>
              <a:rect b="b" l="l" r="r" t="t"/>
              <a:pathLst>
                <a:path extrusionOk="0" h="435" w="434">
                  <a:moveTo>
                    <a:pt x="217" y="1"/>
                  </a:moveTo>
                  <a:cubicBezTo>
                    <a:pt x="97" y="1"/>
                    <a:pt x="0" y="98"/>
                    <a:pt x="0" y="217"/>
                  </a:cubicBezTo>
                  <a:cubicBezTo>
                    <a:pt x="0" y="337"/>
                    <a:pt x="97" y="434"/>
                    <a:pt x="217" y="434"/>
                  </a:cubicBezTo>
                  <a:cubicBezTo>
                    <a:pt x="336" y="434"/>
                    <a:pt x="434" y="337"/>
                    <a:pt x="434" y="217"/>
                  </a:cubicBezTo>
                  <a:cubicBezTo>
                    <a:pt x="434" y="98"/>
                    <a:pt x="336"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144"/>
            <p:cNvSpPr/>
            <p:nvPr/>
          </p:nvSpPr>
          <p:spPr>
            <a:xfrm>
              <a:off x="2339325" y="1854025"/>
              <a:ext cx="10850" cy="10850"/>
            </a:xfrm>
            <a:custGeom>
              <a:rect b="b" l="l" r="r" t="t"/>
              <a:pathLst>
                <a:path extrusionOk="0" h="434" w="434">
                  <a:moveTo>
                    <a:pt x="217" y="0"/>
                  </a:moveTo>
                  <a:cubicBezTo>
                    <a:pt x="97" y="0"/>
                    <a:pt x="0" y="98"/>
                    <a:pt x="0" y="217"/>
                  </a:cubicBezTo>
                  <a:cubicBezTo>
                    <a:pt x="0" y="336"/>
                    <a:pt x="97" y="433"/>
                    <a:pt x="217" y="433"/>
                  </a:cubicBezTo>
                  <a:cubicBezTo>
                    <a:pt x="336" y="433"/>
                    <a:pt x="434" y="336"/>
                    <a:pt x="434" y="217"/>
                  </a:cubicBezTo>
                  <a:cubicBezTo>
                    <a:pt x="434" y="98"/>
                    <a:pt x="336"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144"/>
            <p:cNvSpPr/>
            <p:nvPr/>
          </p:nvSpPr>
          <p:spPr>
            <a:xfrm>
              <a:off x="2339325" y="1877700"/>
              <a:ext cx="10850" cy="10850"/>
            </a:xfrm>
            <a:custGeom>
              <a:rect b="b" l="l" r="r" t="t"/>
              <a:pathLst>
                <a:path extrusionOk="0" h="434" w="434">
                  <a:moveTo>
                    <a:pt x="217" y="0"/>
                  </a:moveTo>
                  <a:cubicBezTo>
                    <a:pt x="97" y="0"/>
                    <a:pt x="0" y="97"/>
                    <a:pt x="0" y="217"/>
                  </a:cubicBezTo>
                  <a:cubicBezTo>
                    <a:pt x="0" y="337"/>
                    <a:pt x="97" y="434"/>
                    <a:pt x="217" y="434"/>
                  </a:cubicBezTo>
                  <a:cubicBezTo>
                    <a:pt x="336" y="434"/>
                    <a:pt x="434" y="337"/>
                    <a:pt x="434" y="217"/>
                  </a:cubicBezTo>
                  <a:cubicBezTo>
                    <a:pt x="434" y="97"/>
                    <a:pt x="336"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144"/>
            <p:cNvSpPr/>
            <p:nvPr/>
          </p:nvSpPr>
          <p:spPr>
            <a:xfrm>
              <a:off x="2339325" y="1901325"/>
              <a:ext cx="10850" cy="10875"/>
            </a:xfrm>
            <a:custGeom>
              <a:rect b="b" l="l" r="r" t="t"/>
              <a:pathLst>
                <a:path extrusionOk="0" h="435" w="434">
                  <a:moveTo>
                    <a:pt x="217" y="1"/>
                  </a:moveTo>
                  <a:cubicBezTo>
                    <a:pt x="97" y="1"/>
                    <a:pt x="0" y="98"/>
                    <a:pt x="0" y="217"/>
                  </a:cubicBezTo>
                  <a:cubicBezTo>
                    <a:pt x="0" y="337"/>
                    <a:pt x="97" y="434"/>
                    <a:pt x="217" y="434"/>
                  </a:cubicBezTo>
                  <a:cubicBezTo>
                    <a:pt x="336" y="434"/>
                    <a:pt x="434" y="337"/>
                    <a:pt x="434" y="217"/>
                  </a:cubicBezTo>
                  <a:cubicBezTo>
                    <a:pt x="434" y="98"/>
                    <a:pt x="336" y="1"/>
                    <a:pt x="217"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144"/>
            <p:cNvSpPr/>
            <p:nvPr/>
          </p:nvSpPr>
          <p:spPr>
            <a:xfrm>
              <a:off x="2339325" y="1925025"/>
              <a:ext cx="10850" cy="5425"/>
            </a:xfrm>
            <a:custGeom>
              <a:rect b="b" l="l" r="r" t="t"/>
              <a:pathLst>
                <a:path extrusionOk="0" h="217" w="434">
                  <a:moveTo>
                    <a:pt x="217" y="0"/>
                  </a:moveTo>
                  <a:cubicBezTo>
                    <a:pt x="96" y="0"/>
                    <a:pt x="0" y="97"/>
                    <a:pt x="0" y="217"/>
                  </a:cubicBezTo>
                  <a:lnTo>
                    <a:pt x="434" y="217"/>
                  </a:lnTo>
                  <a:cubicBezTo>
                    <a:pt x="434" y="97"/>
                    <a:pt x="337" y="0"/>
                    <a:pt x="217" y="0"/>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144"/>
            <p:cNvSpPr/>
            <p:nvPr/>
          </p:nvSpPr>
          <p:spPr>
            <a:xfrm>
              <a:off x="2344725" y="1935850"/>
              <a:ext cx="25" cy="25"/>
            </a:xfrm>
            <a:custGeom>
              <a:rect b="b" l="l" r="r" t="t"/>
              <a:pathLst>
                <a:path extrusionOk="0" h="1" w="1">
                  <a:moveTo>
                    <a:pt x="1" y="1"/>
                  </a:move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144"/>
            <p:cNvSpPr/>
            <p:nvPr/>
          </p:nvSpPr>
          <p:spPr>
            <a:xfrm>
              <a:off x="2376850" y="1811025"/>
              <a:ext cx="290625" cy="96875"/>
            </a:xfrm>
            <a:custGeom>
              <a:rect b="b" l="l" r="r" t="t"/>
              <a:pathLst>
                <a:path extrusionOk="0" h="3875" w="11625">
                  <a:moveTo>
                    <a:pt x="694" y="1"/>
                  </a:moveTo>
                  <a:cubicBezTo>
                    <a:pt x="675" y="1"/>
                    <a:pt x="654" y="2"/>
                    <a:pt x="634" y="4"/>
                  </a:cubicBezTo>
                  <a:cubicBezTo>
                    <a:pt x="279" y="32"/>
                    <a:pt x="1" y="350"/>
                    <a:pt x="1" y="726"/>
                  </a:cubicBezTo>
                  <a:lnTo>
                    <a:pt x="1" y="3875"/>
                  </a:lnTo>
                  <a:lnTo>
                    <a:pt x="11624" y="3875"/>
                  </a:lnTo>
                  <a:lnTo>
                    <a:pt x="11624" y="726"/>
                  </a:lnTo>
                  <a:cubicBezTo>
                    <a:pt x="11624" y="351"/>
                    <a:pt x="11346" y="33"/>
                    <a:pt x="10989" y="4"/>
                  </a:cubicBezTo>
                  <a:cubicBezTo>
                    <a:pt x="10969" y="2"/>
                    <a:pt x="10949" y="1"/>
                    <a:pt x="10931" y="1"/>
                  </a:cubicBezTo>
                  <a:cubicBezTo>
                    <a:pt x="10622" y="1"/>
                    <a:pt x="10353" y="205"/>
                    <a:pt x="10266" y="495"/>
                  </a:cubicBezTo>
                  <a:lnTo>
                    <a:pt x="10262" y="822"/>
                  </a:lnTo>
                  <a:cubicBezTo>
                    <a:pt x="10247" y="1849"/>
                    <a:pt x="9400" y="2685"/>
                    <a:pt x="8373" y="2685"/>
                  </a:cubicBezTo>
                  <a:cubicBezTo>
                    <a:pt x="7354" y="2685"/>
                    <a:pt x="6505" y="1856"/>
                    <a:pt x="6485" y="836"/>
                  </a:cubicBezTo>
                  <a:lnTo>
                    <a:pt x="6479" y="497"/>
                  </a:lnTo>
                  <a:cubicBezTo>
                    <a:pt x="6393" y="206"/>
                    <a:pt x="6123" y="1"/>
                    <a:pt x="5813" y="1"/>
                  </a:cubicBezTo>
                  <a:cubicBezTo>
                    <a:pt x="5505" y="1"/>
                    <a:pt x="5238" y="203"/>
                    <a:pt x="5149" y="491"/>
                  </a:cubicBezTo>
                  <a:lnTo>
                    <a:pt x="5148" y="801"/>
                  </a:lnTo>
                  <a:cubicBezTo>
                    <a:pt x="5146" y="1841"/>
                    <a:pt x="4300" y="2685"/>
                    <a:pt x="3260" y="2685"/>
                  </a:cubicBezTo>
                  <a:lnTo>
                    <a:pt x="3255" y="2685"/>
                  </a:lnTo>
                  <a:cubicBezTo>
                    <a:pt x="2234" y="2685"/>
                    <a:pt x="1387" y="1856"/>
                    <a:pt x="1366" y="836"/>
                  </a:cubicBezTo>
                  <a:lnTo>
                    <a:pt x="1360" y="498"/>
                  </a:lnTo>
                  <a:cubicBezTo>
                    <a:pt x="1274" y="206"/>
                    <a:pt x="1004" y="1"/>
                    <a:pt x="694" y="1"/>
                  </a:cubicBezTo>
                  <a:close/>
                </a:path>
              </a:pathLst>
            </a:custGeom>
            <a:solidFill>
              <a:srgbClr val="FFAD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144"/>
            <p:cNvSpPr/>
            <p:nvPr/>
          </p:nvSpPr>
          <p:spPr>
            <a:xfrm>
              <a:off x="2329025" y="1763225"/>
              <a:ext cx="386250" cy="192525"/>
            </a:xfrm>
            <a:custGeom>
              <a:rect b="b" l="l" r="r" t="t"/>
              <a:pathLst>
                <a:path extrusionOk="0" h="7701" w="15450">
                  <a:moveTo>
                    <a:pt x="7725" y="956"/>
                  </a:moveTo>
                  <a:cubicBezTo>
                    <a:pt x="8514" y="956"/>
                    <a:pt x="9197" y="1518"/>
                    <a:pt x="9345" y="2289"/>
                  </a:cubicBezTo>
                  <a:lnTo>
                    <a:pt x="9354" y="2730"/>
                  </a:lnTo>
                  <a:cubicBezTo>
                    <a:pt x="9367" y="3237"/>
                    <a:pt x="9779" y="3643"/>
                    <a:pt x="10285" y="3643"/>
                  </a:cubicBezTo>
                  <a:cubicBezTo>
                    <a:pt x="10541" y="3643"/>
                    <a:pt x="10770" y="3541"/>
                    <a:pt x="10940" y="3372"/>
                  </a:cubicBezTo>
                  <a:cubicBezTo>
                    <a:pt x="11109" y="3206"/>
                    <a:pt x="11215" y="2976"/>
                    <a:pt x="11219" y="2721"/>
                  </a:cubicBezTo>
                  <a:lnTo>
                    <a:pt x="11221" y="2289"/>
                  </a:lnTo>
                  <a:cubicBezTo>
                    <a:pt x="11372" y="1517"/>
                    <a:pt x="12053" y="956"/>
                    <a:pt x="12840" y="956"/>
                  </a:cubicBezTo>
                  <a:cubicBezTo>
                    <a:pt x="12886" y="956"/>
                    <a:pt x="12933" y="958"/>
                    <a:pt x="12980" y="962"/>
                  </a:cubicBezTo>
                  <a:cubicBezTo>
                    <a:pt x="13841" y="1033"/>
                    <a:pt x="14492" y="1773"/>
                    <a:pt x="14492" y="2638"/>
                  </a:cubicBezTo>
                  <a:lnTo>
                    <a:pt x="14492" y="6745"/>
                  </a:lnTo>
                  <a:lnTo>
                    <a:pt x="956" y="6745"/>
                  </a:lnTo>
                  <a:lnTo>
                    <a:pt x="956" y="2638"/>
                  </a:lnTo>
                  <a:cubicBezTo>
                    <a:pt x="956" y="1773"/>
                    <a:pt x="1607" y="1033"/>
                    <a:pt x="2468" y="962"/>
                  </a:cubicBezTo>
                  <a:cubicBezTo>
                    <a:pt x="2515" y="958"/>
                    <a:pt x="2562" y="956"/>
                    <a:pt x="2608" y="956"/>
                  </a:cubicBezTo>
                  <a:cubicBezTo>
                    <a:pt x="3399" y="956"/>
                    <a:pt x="4077" y="1518"/>
                    <a:pt x="4227" y="2289"/>
                  </a:cubicBezTo>
                  <a:lnTo>
                    <a:pt x="4236" y="2726"/>
                  </a:lnTo>
                  <a:cubicBezTo>
                    <a:pt x="4244" y="3233"/>
                    <a:pt x="4660" y="3641"/>
                    <a:pt x="5167" y="3641"/>
                  </a:cubicBezTo>
                  <a:lnTo>
                    <a:pt x="5173" y="3641"/>
                  </a:lnTo>
                  <a:cubicBezTo>
                    <a:pt x="5687" y="3641"/>
                    <a:pt x="6105" y="3223"/>
                    <a:pt x="6105" y="2710"/>
                  </a:cubicBezTo>
                  <a:lnTo>
                    <a:pt x="6105" y="2289"/>
                  </a:lnTo>
                  <a:cubicBezTo>
                    <a:pt x="6255" y="1518"/>
                    <a:pt x="6933" y="956"/>
                    <a:pt x="7725" y="956"/>
                  </a:cubicBezTo>
                  <a:close/>
                  <a:moveTo>
                    <a:pt x="2606" y="0"/>
                  </a:moveTo>
                  <a:cubicBezTo>
                    <a:pt x="1886" y="0"/>
                    <a:pt x="1235" y="291"/>
                    <a:pt x="765" y="762"/>
                  </a:cubicBezTo>
                  <a:cubicBezTo>
                    <a:pt x="292" y="1236"/>
                    <a:pt x="1" y="1887"/>
                    <a:pt x="1" y="2607"/>
                  </a:cubicBezTo>
                  <a:lnTo>
                    <a:pt x="1" y="7700"/>
                  </a:lnTo>
                  <a:lnTo>
                    <a:pt x="15449" y="7700"/>
                  </a:lnTo>
                  <a:lnTo>
                    <a:pt x="15449" y="2607"/>
                  </a:lnTo>
                  <a:cubicBezTo>
                    <a:pt x="15449" y="1165"/>
                    <a:pt x="14284" y="0"/>
                    <a:pt x="12842" y="0"/>
                  </a:cubicBezTo>
                  <a:cubicBezTo>
                    <a:pt x="11573" y="0"/>
                    <a:pt x="10515" y="907"/>
                    <a:pt x="10285" y="2109"/>
                  </a:cubicBezTo>
                  <a:cubicBezTo>
                    <a:pt x="10052" y="907"/>
                    <a:pt x="8994" y="0"/>
                    <a:pt x="7725" y="0"/>
                  </a:cubicBezTo>
                  <a:cubicBezTo>
                    <a:pt x="7091" y="0"/>
                    <a:pt x="6507" y="227"/>
                    <a:pt x="6055" y="602"/>
                  </a:cubicBezTo>
                  <a:cubicBezTo>
                    <a:pt x="5604" y="981"/>
                    <a:pt x="5284" y="1507"/>
                    <a:pt x="5167" y="2109"/>
                  </a:cubicBezTo>
                  <a:cubicBezTo>
                    <a:pt x="4933" y="907"/>
                    <a:pt x="3876" y="0"/>
                    <a:pt x="2606" y="0"/>
                  </a:cubicBezTo>
                  <a:close/>
                </a:path>
              </a:pathLst>
            </a:custGeom>
            <a:solidFill>
              <a:srgbClr val="917A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3" name="Google Shape;11223;p144"/>
          <p:cNvGrpSpPr/>
          <p:nvPr/>
        </p:nvGrpSpPr>
        <p:grpSpPr>
          <a:xfrm rot="-1222586">
            <a:off x="7845557" y="202196"/>
            <a:ext cx="949858" cy="949750"/>
            <a:chOff x="3143159" y="1007888"/>
            <a:chExt cx="383141" cy="383113"/>
          </a:xfrm>
        </p:grpSpPr>
        <p:sp>
          <p:nvSpPr>
            <p:cNvPr id="11224" name="Google Shape;11224;p144"/>
            <p:cNvSpPr/>
            <p:nvPr/>
          </p:nvSpPr>
          <p:spPr>
            <a:xfrm>
              <a:off x="3143159" y="1007888"/>
              <a:ext cx="381750" cy="381550"/>
            </a:xfrm>
            <a:custGeom>
              <a:rect b="b" l="l" r="r" t="t"/>
              <a:pathLst>
                <a:path extrusionOk="0" h="15262" w="15270">
                  <a:moveTo>
                    <a:pt x="5171" y="1"/>
                  </a:moveTo>
                  <a:cubicBezTo>
                    <a:pt x="2985" y="1"/>
                    <a:pt x="1116" y="1356"/>
                    <a:pt x="360" y="3270"/>
                  </a:cubicBezTo>
                  <a:lnTo>
                    <a:pt x="360" y="3273"/>
                  </a:lnTo>
                  <a:cubicBezTo>
                    <a:pt x="314" y="3387"/>
                    <a:pt x="271" y="3506"/>
                    <a:pt x="238" y="3626"/>
                  </a:cubicBezTo>
                  <a:cubicBezTo>
                    <a:pt x="106" y="4038"/>
                    <a:pt x="28" y="4477"/>
                    <a:pt x="6" y="4929"/>
                  </a:cubicBezTo>
                  <a:lnTo>
                    <a:pt x="0" y="4929"/>
                  </a:lnTo>
                  <a:lnTo>
                    <a:pt x="0" y="5197"/>
                  </a:lnTo>
                  <a:lnTo>
                    <a:pt x="0" y="5937"/>
                  </a:lnTo>
                  <a:lnTo>
                    <a:pt x="0" y="7415"/>
                  </a:lnTo>
                  <a:lnTo>
                    <a:pt x="0" y="8155"/>
                  </a:lnTo>
                  <a:lnTo>
                    <a:pt x="0" y="9636"/>
                  </a:lnTo>
                  <a:lnTo>
                    <a:pt x="0" y="10377"/>
                  </a:lnTo>
                  <a:lnTo>
                    <a:pt x="0" y="11855"/>
                  </a:lnTo>
                  <a:lnTo>
                    <a:pt x="0" y="12596"/>
                  </a:lnTo>
                  <a:lnTo>
                    <a:pt x="0" y="14076"/>
                  </a:lnTo>
                  <a:lnTo>
                    <a:pt x="0" y="14817"/>
                  </a:lnTo>
                  <a:lnTo>
                    <a:pt x="0" y="15262"/>
                  </a:lnTo>
                  <a:lnTo>
                    <a:pt x="10337" y="15262"/>
                  </a:lnTo>
                  <a:lnTo>
                    <a:pt x="10337" y="15256"/>
                  </a:lnTo>
                  <a:cubicBezTo>
                    <a:pt x="11011" y="15225"/>
                    <a:pt x="11648" y="15065"/>
                    <a:pt x="12230" y="14800"/>
                  </a:cubicBezTo>
                  <a:lnTo>
                    <a:pt x="12234" y="14800"/>
                  </a:lnTo>
                  <a:lnTo>
                    <a:pt x="12675" y="14575"/>
                  </a:lnTo>
                  <a:cubicBezTo>
                    <a:pt x="13102" y="14330"/>
                    <a:pt x="13494" y="14022"/>
                    <a:pt x="13831" y="13669"/>
                  </a:cubicBezTo>
                  <a:cubicBezTo>
                    <a:pt x="13865" y="13635"/>
                    <a:pt x="13898" y="13598"/>
                    <a:pt x="13929" y="13562"/>
                  </a:cubicBezTo>
                  <a:cubicBezTo>
                    <a:pt x="14092" y="13383"/>
                    <a:pt x="14241" y="13196"/>
                    <a:pt x="14372" y="12996"/>
                  </a:cubicBezTo>
                  <a:cubicBezTo>
                    <a:pt x="14940" y="12170"/>
                    <a:pt x="15270" y="11172"/>
                    <a:pt x="15270" y="10091"/>
                  </a:cubicBezTo>
                  <a:cubicBezTo>
                    <a:pt x="15270" y="8949"/>
                    <a:pt x="14901" y="7893"/>
                    <a:pt x="14272" y="7040"/>
                  </a:cubicBezTo>
                  <a:cubicBezTo>
                    <a:pt x="14149" y="6868"/>
                    <a:pt x="14014" y="6709"/>
                    <a:pt x="13869" y="6555"/>
                  </a:cubicBezTo>
                  <a:cubicBezTo>
                    <a:pt x="13525" y="6193"/>
                    <a:pt x="13131" y="5875"/>
                    <a:pt x="12695" y="5621"/>
                  </a:cubicBezTo>
                  <a:cubicBezTo>
                    <a:pt x="12493" y="5503"/>
                    <a:pt x="12280" y="5399"/>
                    <a:pt x="12061" y="5310"/>
                  </a:cubicBezTo>
                  <a:cubicBezTo>
                    <a:pt x="11524" y="5088"/>
                    <a:pt x="10944" y="4956"/>
                    <a:pt x="10332" y="4931"/>
                  </a:cubicBezTo>
                  <a:cubicBezTo>
                    <a:pt x="10327" y="4878"/>
                    <a:pt x="10325" y="4820"/>
                    <a:pt x="10319" y="4761"/>
                  </a:cubicBezTo>
                  <a:cubicBezTo>
                    <a:pt x="10304" y="4537"/>
                    <a:pt x="10270" y="4319"/>
                    <a:pt x="10223" y="4104"/>
                  </a:cubicBezTo>
                  <a:cubicBezTo>
                    <a:pt x="10008" y="3066"/>
                    <a:pt x="9479" y="2143"/>
                    <a:pt x="8745" y="1438"/>
                  </a:cubicBezTo>
                  <a:cubicBezTo>
                    <a:pt x="8683" y="1380"/>
                    <a:pt x="8625" y="1325"/>
                    <a:pt x="8561" y="1270"/>
                  </a:cubicBezTo>
                  <a:cubicBezTo>
                    <a:pt x="8382" y="1112"/>
                    <a:pt x="8191" y="968"/>
                    <a:pt x="7989" y="839"/>
                  </a:cubicBezTo>
                  <a:cubicBezTo>
                    <a:pt x="7988" y="837"/>
                    <a:pt x="7987" y="836"/>
                    <a:pt x="7987" y="836"/>
                  </a:cubicBezTo>
                  <a:cubicBezTo>
                    <a:pt x="7987" y="836"/>
                    <a:pt x="7987" y="837"/>
                    <a:pt x="7987" y="839"/>
                  </a:cubicBezTo>
                  <a:cubicBezTo>
                    <a:pt x="7178" y="307"/>
                    <a:pt x="6210" y="1"/>
                    <a:pt x="5171" y="1"/>
                  </a:cubicBezTo>
                  <a:close/>
                </a:path>
              </a:pathLst>
            </a:custGeom>
            <a:solidFill>
              <a:srgbClr val="FFFFFF"/>
            </a:solidFill>
            <a:ln cap="flat" cmpd="sng" w="76200">
              <a:solidFill>
                <a:srgbClr val="FFFFFF"/>
              </a:solidFill>
              <a:prstDash val="solid"/>
              <a:round/>
              <a:headEnd len="sm" w="sm" type="none"/>
              <a:tailEnd len="sm" w="sm" type="none"/>
            </a:ln>
            <a:effectLst>
              <a:outerShdw blurRad="42863" rotWithShape="0" algn="bl" dir="2400000" dist="9525">
                <a:srgbClr val="020001">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144"/>
            <p:cNvSpPr/>
            <p:nvPr/>
          </p:nvSpPr>
          <p:spPr>
            <a:xfrm>
              <a:off x="3144500" y="1009350"/>
              <a:ext cx="381800" cy="381650"/>
            </a:xfrm>
            <a:custGeom>
              <a:rect b="b" l="l" r="r" t="t"/>
              <a:pathLst>
                <a:path extrusionOk="0" h="15266" w="15272">
                  <a:moveTo>
                    <a:pt x="5171" y="0"/>
                  </a:moveTo>
                  <a:cubicBezTo>
                    <a:pt x="2986" y="0"/>
                    <a:pt x="1117" y="1355"/>
                    <a:pt x="361" y="3270"/>
                  </a:cubicBezTo>
                  <a:lnTo>
                    <a:pt x="361" y="3273"/>
                  </a:lnTo>
                  <a:cubicBezTo>
                    <a:pt x="316" y="3386"/>
                    <a:pt x="272" y="3506"/>
                    <a:pt x="238" y="3626"/>
                  </a:cubicBezTo>
                  <a:cubicBezTo>
                    <a:pt x="106" y="4038"/>
                    <a:pt x="30" y="4477"/>
                    <a:pt x="8" y="4929"/>
                  </a:cubicBezTo>
                  <a:lnTo>
                    <a:pt x="1" y="4929"/>
                  </a:lnTo>
                  <a:lnTo>
                    <a:pt x="1" y="15266"/>
                  </a:lnTo>
                  <a:lnTo>
                    <a:pt x="10338" y="15266"/>
                  </a:lnTo>
                  <a:lnTo>
                    <a:pt x="10338" y="15260"/>
                  </a:lnTo>
                  <a:cubicBezTo>
                    <a:pt x="11011" y="15229"/>
                    <a:pt x="11651" y="15069"/>
                    <a:pt x="12232" y="14804"/>
                  </a:cubicBezTo>
                  <a:lnTo>
                    <a:pt x="12234" y="14804"/>
                  </a:lnTo>
                  <a:lnTo>
                    <a:pt x="12677" y="14579"/>
                  </a:lnTo>
                  <a:cubicBezTo>
                    <a:pt x="13104" y="14333"/>
                    <a:pt x="13495" y="14026"/>
                    <a:pt x="13833" y="13672"/>
                  </a:cubicBezTo>
                  <a:cubicBezTo>
                    <a:pt x="13867" y="13639"/>
                    <a:pt x="13900" y="13603"/>
                    <a:pt x="13931" y="13566"/>
                  </a:cubicBezTo>
                  <a:cubicBezTo>
                    <a:pt x="14094" y="13388"/>
                    <a:pt x="14241" y="13201"/>
                    <a:pt x="14373" y="13001"/>
                  </a:cubicBezTo>
                  <a:cubicBezTo>
                    <a:pt x="14942" y="12174"/>
                    <a:pt x="15271" y="11174"/>
                    <a:pt x="15271" y="10095"/>
                  </a:cubicBezTo>
                  <a:cubicBezTo>
                    <a:pt x="15271" y="8951"/>
                    <a:pt x="14902" y="7897"/>
                    <a:pt x="14272" y="7045"/>
                  </a:cubicBezTo>
                  <a:cubicBezTo>
                    <a:pt x="14149" y="6874"/>
                    <a:pt x="14014" y="6714"/>
                    <a:pt x="13870" y="6560"/>
                  </a:cubicBezTo>
                  <a:cubicBezTo>
                    <a:pt x="13525" y="6198"/>
                    <a:pt x="13132" y="5881"/>
                    <a:pt x="12696" y="5626"/>
                  </a:cubicBezTo>
                  <a:cubicBezTo>
                    <a:pt x="12493" y="5508"/>
                    <a:pt x="12280" y="5404"/>
                    <a:pt x="12063" y="5315"/>
                  </a:cubicBezTo>
                  <a:cubicBezTo>
                    <a:pt x="11525" y="5094"/>
                    <a:pt x="10944" y="4961"/>
                    <a:pt x="10333" y="4937"/>
                  </a:cubicBezTo>
                  <a:cubicBezTo>
                    <a:pt x="10329" y="4879"/>
                    <a:pt x="10326" y="4820"/>
                    <a:pt x="10320" y="4761"/>
                  </a:cubicBezTo>
                  <a:cubicBezTo>
                    <a:pt x="10304" y="4537"/>
                    <a:pt x="10271" y="4319"/>
                    <a:pt x="10225" y="4104"/>
                  </a:cubicBezTo>
                  <a:cubicBezTo>
                    <a:pt x="10009" y="3063"/>
                    <a:pt x="9480" y="2143"/>
                    <a:pt x="8746" y="1438"/>
                  </a:cubicBezTo>
                  <a:cubicBezTo>
                    <a:pt x="8684" y="1380"/>
                    <a:pt x="8626" y="1325"/>
                    <a:pt x="8561" y="1270"/>
                  </a:cubicBezTo>
                  <a:cubicBezTo>
                    <a:pt x="8384" y="1112"/>
                    <a:pt x="8193" y="967"/>
                    <a:pt x="7990" y="838"/>
                  </a:cubicBezTo>
                  <a:cubicBezTo>
                    <a:pt x="7989" y="837"/>
                    <a:pt x="7988" y="837"/>
                    <a:pt x="7988" y="837"/>
                  </a:cubicBezTo>
                  <a:cubicBezTo>
                    <a:pt x="7987" y="837"/>
                    <a:pt x="7987" y="837"/>
                    <a:pt x="7987" y="838"/>
                  </a:cubicBezTo>
                  <a:cubicBezTo>
                    <a:pt x="7178" y="307"/>
                    <a:pt x="6210" y="0"/>
                    <a:pt x="5171" y="0"/>
                  </a:cubicBezTo>
                  <a:close/>
                </a:path>
              </a:pathLst>
            </a:custGeom>
            <a:solidFill>
              <a:srgbClr val="FFAD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144"/>
            <p:cNvSpPr/>
            <p:nvPr/>
          </p:nvSpPr>
          <p:spPr>
            <a:xfrm>
              <a:off x="3490800" y="1173250"/>
              <a:ext cx="10525" cy="12250"/>
            </a:xfrm>
            <a:custGeom>
              <a:rect b="b" l="l" r="r" t="t"/>
              <a:pathLst>
                <a:path extrusionOk="0" h="490" w="421">
                  <a:moveTo>
                    <a:pt x="18" y="1"/>
                  </a:moveTo>
                  <a:cubicBezTo>
                    <a:pt x="6" y="39"/>
                    <a:pt x="0" y="78"/>
                    <a:pt x="0" y="118"/>
                  </a:cubicBezTo>
                  <a:cubicBezTo>
                    <a:pt x="0" y="324"/>
                    <a:pt x="165" y="490"/>
                    <a:pt x="372" y="490"/>
                  </a:cubicBezTo>
                  <a:cubicBezTo>
                    <a:pt x="389" y="490"/>
                    <a:pt x="405" y="490"/>
                    <a:pt x="420" y="488"/>
                  </a:cubicBezTo>
                  <a:cubicBezTo>
                    <a:pt x="296" y="314"/>
                    <a:pt x="161" y="155"/>
                    <a:pt x="18"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144"/>
            <p:cNvSpPr/>
            <p:nvPr/>
          </p:nvSpPr>
          <p:spPr>
            <a:xfrm>
              <a:off x="3490800" y="1222475"/>
              <a:ext cx="18525" cy="18525"/>
            </a:xfrm>
            <a:custGeom>
              <a:rect b="b" l="l" r="r" t="t"/>
              <a:pathLst>
                <a:path extrusionOk="0" h="741" w="741">
                  <a:moveTo>
                    <a:pt x="371" y="1"/>
                  </a:moveTo>
                  <a:cubicBezTo>
                    <a:pt x="165" y="1"/>
                    <a:pt x="0" y="166"/>
                    <a:pt x="0" y="371"/>
                  </a:cubicBezTo>
                  <a:cubicBezTo>
                    <a:pt x="0" y="576"/>
                    <a:pt x="165" y="741"/>
                    <a:pt x="371" y="741"/>
                  </a:cubicBezTo>
                  <a:cubicBezTo>
                    <a:pt x="575" y="741"/>
                    <a:pt x="740" y="576"/>
                    <a:pt x="740" y="371"/>
                  </a:cubicBezTo>
                  <a:cubicBezTo>
                    <a:pt x="740" y="166"/>
                    <a:pt x="575" y="1"/>
                    <a:pt x="3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144"/>
            <p:cNvSpPr/>
            <p:nvPr/>
          </p:nvSpPr>
          <p:spPr>
            <a:xfrm>
              <a:off x="3490800" y="1278000"/>
              <a:ext cx="18525" cy="18550"/>
            </a:xfrm>
            <a:custGeom>
              <a:rect b="b" l="l" r="r" t="t"/>
              <a:pathLst>
                <a:path extrusionOk="0" h="742" w="741">
                  <a:moveTo>
                    <a:pt x="371" y="1"/>
                  </a:moveTo>
                  <a:cubicBezTo>
                    <a:pt x="165" y="1"/>
                    <a:pt x="0" y="167"/>
                    <a:pt x="0" y="371"/>
                  </a:cubicBezTo>
                  <a:cubicBezTo>
                    <a:pt x="0" y="575"/>
                    <a:pt x="165" y="742"/>
                    <a:pt x="371" y="742"/>
                  </a:cubicBezTo>
                  <a:cubicBezTo>
                    <a:pt x="575" y="742"/>
                    <a:pt x="740" y="575"/>
                    <a:pt x="740" y="371"/>
                  </a:cubicBezTo>
                  <a:cubicBezTo>
                    <a:pt x="740" y="167"/>
                    <a:pt x="575" y="1"/>
                    <a:pt x="3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144"/>
            <p:cNvSpPr/>
            <p:nvPr/>
          </p:nvSpPr>
          <p:spPr>
            <a:xfrm>
              <a:off x="3490775" y="1333550"/>
              <a:ext cx="13075" cy="14925"/>
            </a:xfrm>
            <a:custGeom>
              <a:rect b="b" l="l" r="r" t="t"/>
              <a:pathLst>
                <a:path extrusionOk="0" h="597" w="523">
                  <a:moveTo>
                    <a:pt x="372" y="1"/>
                  </a:moveTo>
                  <a:cubicBezTo>
                    <a:pt x="166" y="1"/>
                    <a:pt x="0" y="167"/>
                    <a:pt x="0" y="369"/>
                  </a:cubicBezTo>
                  <a:cubicBezTo>
                    <a:pt x="0" y="455"/>
                    <a:pt x="27" y="534"/>
                    <a:pt x="80" y="596"/>
                  </a:cubicBezTo>
                  <a:cubicBezTo>
                    <a:pt x="243" y="419"/>
                    <a:pt x="390" y="232"/>
                    <a:pt x="522" y="32"/>
                  </a:cubicBezTo>
                  <a:cubicBezTo>
                    <a:pt x="476" y="13"/>
                    <a:pt x="424" y="2"/>
                    <a:pt x="372"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144"/>
            <p:cNvSpPr/>
            <p:nvPr/>
          </p:nvSpPr>
          <p:spPr>
            <a:xfrm>
              <a:off x="3388000" y="1111425"/>
              <a:ext cx="14475" cy="18500"/>
            </a:xfrm>
            <a:custGeom>
              <a:rect b="b" l="l" r="r" t="t"/>
              <a:pathLst>
                <a:path extrusionOk="0" h="740" w="579">
                  <a:moveTo>
                    <a:pt x="370" y="0"/>
                  </a:moveTo>
                  <a:cubicBezTo>
                    <a:pt x="167" y="0"/>
                    <a:pt x="1" y="165"/>
                    <a:pt x="1" y="372"/>
                  </a:cubicBezTo>
                  <a:cubicBezTo>
                    <a:pt x="1" y="574"/>
                    <a:pt x="167" y="740"/>
                    <a:pt x="370" y="740"/>
                  </a:cubicBezTo>
                  <a:cubicBezTo>
                    <a:pt x="448" y="740"/>
                    <a:pt x="517" y="716"/>
                    <a:pt x="579" y="676"/>
                  </a:cubicBezTo>
                  <a:cubicBezTo>
                    <a:pt x="563" y="451"/>
                    <a:pt x="530" y="233"/>
                    <a:pt x="484" y="18"/>
                  </a:cubicBezTo>
                  <a:cubicBezTo>
                    <a:pt x="448" y="6"/>
                    <a:pt x="409" y="0"/>
                    <a:pt x="370"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144"/>
            <p:cNvSpPr/>
            <p:nvPr/>
          </p:nvSpPr>
          <p:spPr>
            <a:xfrm>
              <a:off x="3388000" y="1166950"/>
              <a:ext cx="18525" cy="18550"/>
            </a:xfrm>
            <a:custGeom>
              <a:rect b="b" l="l" r="r" t="t"/>
              <a:pathLst>
                <a:path extrusionOk="0" h="742" w="741">
                  <a:moveTo>
                    <a:pt x="371" y="1"/>
                  </a:moveTo>
                  <a:cubicBezTo>
                    <a:pt x="167" y="1"/>
                    <a:pt x="1" y="167"/>
                    <a:pt x="1" y="371"/>
                  </a:cubicBezTo>
                  <a:cubicBezTo>
                    <a:pt x="1" y="576"/>
                    <a:pt x="167" y="742"/>
                    <a:pt x="371" y="742"/>
                  </a:cubicBezTo>
                  <a:cubicBezTo>
                    <a:pt x="576" y="742"/>
                    <a:pt x="741" y="576"/>
                    <a:pt x="741" y="371"/>
                  </a:cubicBezTo>
                  <a:cubicBezTo>
                    <a:pt x="741" y="167"/>
                    <a:pt x="576" y="1"/>
                    <a:pt x="3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144"/>
            <p:cNvSpPr/>
            <p:nvPr/>
          </p:nvSpPr>
          <p:spPr>
            <a:xfrm>
              <a:off x="3388000" y="1222475"/>
              <a:ext cx="18525" cy="18525"/>
            </a:xfrm>
            <a:custGeom>
              <a:rect b="b" l="l" r="r" t="t"/>
              <a:pathLst>
                <a:path extrusionOk="0" h="741" w="741">
                  <a:moveTo>
                    <a:pt x="371" y="1"/>
                  </a:moveTo>
                  <a:cubicBezTo>
                    <a:pt x="167" y="1"/>
                    <a:pt x="1" y="166"/>
                    <a:pt x="1" y="371"/>
                  </a:cubicBezTo>
                  <a:cubicBezTo>
                    <a:pt x="1" y="576"/>
                    <a:pt x="167" y="741"/>
                    <a:pt x="371" y="741"/>
                  </a:cubicBezTo>
                  <a:cubicBezTo>
                    <a:pt x="576" y="741"/>
                    <a:pt x="741" y="576"/>
                    <a:pt x="741" y="371"/>
                  </a:cubicBezTo>
                  <a:cubicBezTo>
                    <a:pt x="741" y="166"/>
                    <a:pt x="576" y="1"/>
                    <a:pt x="3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144"/>
            <p:cNvSpPr/>
            <p:nvPr/>
          </p:nvSpPr>
          <p:spPr>
            <a:xfrm>
              <a:off x="3388000" y="1278000"/>
              <a:ext cx="18525" cy="18550"/>
            </a:xfrm>
            <a:custGeom>
              <a:rect b="b" l="l" r="r" t="t"/>
              <a:pathLst>
                <a:path extrusionOk="0" h="742" w="741">
                  <a:moveTo>
                    <a:pt x="371" y="1"/>
                  </a:moveTo>
                  <a:cubicBezTo>
                    <a:pt x="167" y="1"/>
                    <a:pt x="1" y="167"/>
                    <a:pt x="1" y="371"/>
                  </a:cubicBezTo>
                  <a:cubicBezTo>
                    <a:pt x="1" y="575"/>
                    <a:pt x="167" y="742"/>
                    <a:pt x="371" y="742"/>
                  </a:cubicBezTo>
                  <a:cubicBezTo>
                    <a:pt x="576" y="742"/>
                    <a:pt x="741" y="575"/>
                    <a:pt x="741" y="371"/>
                  </a:cubicBezTo>
                  <a:cubicBezTo>
                    <a:pt x="741" y="167"/>
                    <a:pt x="576" y="1"/>
                    <a:pt x="3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144"/>
            <p:cNvSpPr/>
            <p:nvPr/>
          </p:nvSpPr>
          <p:spPr>
            <a:xfrm>
              <a:off x="3388000" y="1333550"/>
              <a:ext cx="18525" cy="18525"/>
            </a:xfrm>
            <a:custGeom>
              <a:rect b="b" l="l" r="r" t="t"/>
              <a:pathLst>
                <a:path extrusionOk="0" h="741" w="741">
                  <a:moveTo>
                    <a:pt x="371" y="1"/>
                  </a:moveTo>
                  <a:cubicBezTo>
                    <a:pt x="167" y="1"/>
                    <a:pt x="1" y="166"/>
                    <a:pt x="1" y="370"/>
                  </a:cubicBezTo>
                  <a:cubicBezTo>
                    <a:pt x="1" y="575"/>
                    <a:pt x="167" y="740"/>
                    <a:pt x="371" y="740"/>
                  </a:cubicBezTo>
                  <a:cubicBezTo>
                    <a:pt x="576" y="740"/>
                    <a:pt x="741" y="575"/>
                    <a:pt x="741" y="370"/>
                  </a:cubicBezTo>
                  <a:cubicBezTo>
                    <a:pt x="741" y="166"/>
                    <a:pt x="576" y="1"/>
                    <a:pt x="3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44"/>
            <p:cNvSpPr/>
            <p:nvPr/>
          </p:nvSpPr>
          <p:spPr>
            <a:xfrm>
              <a:off x="3443500" y="1142175"/>
              <a:ext cx="18400" cy="15600"/>
            </a:xfrm>
            <a:custGeom>
              <a:rect b="b" l="l" r="r" t="t"/>
              <a:pathLst>
                <a:path extrusionOk="0" h="624" w="736">
                  <a:moveTo>
                    <a:pt x="103" y="0"/>
                  </a:moveTo>
                  <a:cubicBezTo>
                    <a:pt x="39" y="67"/>
                    <a:pt x="1" y="154"/>
                    <a:pt x="1" y="252"/>
                  </a:cubicBezTo>
                  <a:cubicBezTo>
                    <a:pt x="1" y="457"/>
                    <a:pt x="166" y="624"/>
                    <a:pt x="372" y="624"/>
                  </a:cubicBezTo>
                  <a:cubicBezTo>
                    <a:pt x="553" y="624"/>
                    <a:pt x="707" y="488"/>
                    <a:pt x="735" y="310"/>
                  </a:cubicBezTo>
                  <a:cubicBezTo>
                    <a:pt x="532" y="193"/>
                    <a:pt x="320" y="88"/>
                    <a:pt x="103"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44"/>
            <p:cNvSpPr/>
            <p:nvPr/>
          </p:nvSpPr>
          <p:spPr>
            <a:xfrm>
              <a:off x="3443500" y="1194750"/>
              <a:ext cx="18550" cy="18525"/>
            </a:xfrm>
            <a:custGeom>
              <a:rect b="b" l="l" r="r" t="t"/>
              <a:pathLst>
                <a:path extrusionOk="0" h="741" w="742">
                  <a:moveTo>
                    <a:pt x="371" y="0"/>
                  </a:moveTo>
                  <a:cubicBezTo>
                    <a:pt x="167" y="0"/>
                    <a:pt x="1" y="166"/>
                    <a:pt x="1" y="371"/>
                  </a:cubicBezTo>
                  <a:cubicBezTo>
                    <a:pt x="1" y="575"/>
                    <a:pt x="167" y="740"/>
                    <a:pt x="371" y="740"/>
                  </a:cubicBezTo>
                  <a:cubicBezTo>
                    <a:pt x="575" y="740"/>
                    <a:pt x="742" y="575"/>
                    <a:pt x="742" y="371"/>
                  </a:cubicBezTo>
                  <a:cubicBezTo>
                    <a:pt x="742" y="166"/>
                    <a:pt x="575" y="0"/>
                    <a:pt x="37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144"/>
            <p:cNvSpPr/>
            <p:nvPr/>
          </p:nvSpPr>
          <p:spPr>
            <a:xfrm>
              <a:off x="3443500" y="1250250"/>
              <a:ext cx="18550" cy="18550"/>
            </a:xfrm>
            <a:custGeom>
              <a:rect b="b" l="l" r="r" t="t"/>
              <a:pathLst>
                <a:path extrusionOk="0" h="742" w="742">
                  <a:moveTo>
                    <a:pt x="371" y="0"/>
                  </a:moveTo>
                  <a:cubicBezTo>
                    <a:pt x="167" y="0"/>
                    <a:pt x="1" y="166"/>
                    <a:pt x="1" y="371"/>
                  </a:cubicBezTo>
                  <a:cubicBezTo>
                    <a:pt x="1" y="575"/>
                    <a:pt x="167" y="741"/>
                    <a:pt x="371" y="741"/>
                  </a:cubicBezTo>
                  <a:cubicBezTo>
                    <a:pt x="575" y="741"/>
                    <a:pt x="742" y="575"/>
                    <a:pt x="742" y="371"/>
                  </a:cubicBezTo>
                  <a:cubicBezTo>
                    <a:pt x="742" y="166"/>
                    <a:pt x="575" y="0"/>
                    <a:pt x="37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144"/>
            <p:cNvSpPr/>
            <p:nvPr/>
          </p:nvSpPr>
          <p:spPr>
            <a:xfrm>
              <a:off x="3443500" y="1305800"/>
              <a:ext cx="18550" cy="18525"/>
            </a:xfrm>
            <a:custGeom>
              <a:rect b="b" l="l" r="r" t="t"/>
              <a:pathLst>
                <a:path extrusionOk="0" h="741" w="742">
                  <a:moveTo>
                    <a:pt x="371" y="0"/>
                  </a:moveTo>
                  <a:cubicBezTo>
                    <a:pt x="167" y="0"/>
                    <a:pt x="1" y="165"/>
                    <a:pt x="1" y="370"/>
                  </a:cubicBezTo>
                  <a:cubicBezTo>
                    <a:pt x="1" y="574"/>
                    <a:pt x="167" y="740"/>
                    <a:pt x="371" y="740"/>
                  </a:cubicBezTo>
                  <a:cubicBezTo>
                    <a:pt x="575" y="740"/>
                    <a:pt x="742" y="574"/>
                    <a:pt x="742" y="370"/>
                  </a:cubicBezTo>
                  <a:cubicBezTo>
                    <a:pt x="742" y="165"/>
                    <a:pt x="575" y="0"/>
                    <a:pt x="37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144"/>
            <p:cNvSpPr/>
            <p:nvPr/>
          </p:nvSpPr>
          <p:spPr>
            <a:xfrm>
              <a:off x="3443500" y="1361300"/>
              <a:ext cx="18550" cy="18200"/>
            </a:xfrm>
            <a:custGeom>
              <a:rect b="b" l="l" r="r" t="t"/>
              <a:pathLst>
                <a:path extrusionOk="0" h="728" w="742">
                  <a:moveTo>
                    <a:pt x="372" y="1"/>
                  </a:moveTo>
                  <a:cubicBezTo>
                    <a:pt x="168" y="1"/>
                    <a:pt x="1" y="167"/>
                    <a:pt x="1" y="370"/>
                  </a:cubicBezTo>
                  <a:cubicBezTo>
                    <a:pt x="1" y="542"/>
                    <a:pt x="114" y="683"/>
                    <a:pt x="272" y="726"/>
                  </a:cubicBezTo>
                  <a:cubicBezTo>
                    <a:pt x="272" y="727"/>
                    <a:pt x="272" y="727"/>
                    <a:pt x="272" y="727"/>
                  </a:cubicBezTo>
                  <a:cubicBezTo>
                    <a:pt x="273" y="727"/>
                    <a:pt x="274" y="726"/>
                    <a:pt x="274" y="726"/>
                  </a:cubicBezTo>
                  <a:lnTo>
                    <a:pt x="717" y="501"/>
                  </a:lnTo>
                  <a:cubicBezTo>
                    <a:pt x="732" y="461"/>
                    <a:pt x="742" y="417"/>
                    <a:pt x="742" y="370"/>
                  </a:cubicBezTo>
                  <a:cubicBezTo>
                    <a:pt x="742" y="167"/>
                    <a:pt x="575" y="1"/>
                    <a:pt x="372"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144"/>
            <p:cNvSpPr/>
            <p:nvPr/>
          </p:nvSpPr>
          <p:spPr>
            <a:xfrm>
              <a:off x="3285200" y="1055900"/>
              <a:ext cx="18550" cy="18550"/>
            </a:xfrm>
            <a:custGeom>
              <a:rect b="b" l="l" r="r" t="t"/>
              <a:pathLst>
                <a:path extrusionOk="0" h="742" w="742">
                  <a:moveTo>
                    <a:pt x="371" y="0"/>
                  </a:moveTo>
                  <a:cubicBezTo>
                    <a:pt x="166" y="0"/>
                    <a:pt x="0" y="166"/>
                    <a:pt x="0" y="371"/>
                  </a:cubicBezTo>
                  <a:cubicBezTo>
                    <a:pt x="0" y="575"/>
                    <a:pt x="166" y="741"/>
                    <a:pt x="371" y="741"/>
                  </a:cubicBezTo>
                  <a:cubicBezTo>
                    <a:pt x="575" y="741"/>
                    <a:pt x="741" y="575"/>
                    <a:pt x="741" y="371"/>
                  </a:cubicBezTo>
                  <a:cubicBezTo>
                    <a:pt x="741" y="166"/>
                    <a:pt x="575" y="0"/>
                    <a:pt x="37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144"/>
            <p:cNvSpPr/>
            <p:nvPr/>
          </p:nvSpPr>
          <p:spPr>
            <a:xfrm>
              <a:off x="3285200" y="1111450"/>
              <a:ext cx="18550" cy="18525"/>
            </a:xfrm>
            <a:custGeom>
              <a:rect b="b" l="l" r="r" t="t"/>
              <a:pathLst>
                <a:path extrusionOk="0" h="741" w="742">
                  <a:moveTo>
                    <a:pt x="371" y="0"/>
                  </a:moveTo>
                  <a:cubicBezTo>
                    <a:pt x="166" y="0"/>
                    <a:pt x="0" y="166"/>
                    <a:pt x="0" y="371"/>
                  </a:cubicBezTo>
                  <a:cubicBezTo>
                    <a:pt x="0" y="575"/>
                    <a:pt x="166" y="740"/>
                    <a:pt x="371" y="740"/>
                  </a:cubicBezTo>
                  <a:cubicBezTo>
                    <a:pt x="575" y="740"/>
                    <a:pt x="741" y="575"/>
                    <a:pt x="741" y="371"/>
                  </a:cubicBezTo>
                  <a:cubicBezTo>
                    <a:pt x="741" y="166"/>
                    <a:pt x="575" y="0"/>
                    <a:pt x="37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144"/>
            <p:cNvSpPr/>
            <p:nvPr/>
          </p:nvSpPr>
          <p:spPr>
            <a:xfrm>
              <a:off x="3340750" y="1083675"/>
              <a:ext cx="18525" cy="18525"/>
            </a:xfrm>
            <a:custGeom>
              <a:rect b="b" l="l" r="r" t="t"/>
              <a:pathLst>
                <a:path extrusionOk="0" h="741" w="741">
                  <a:moveTo>
                    <a:pt x="370" y="1"/>
                  </a:moveTo>
                  <a:cubicBezTo>
                    <a:pt x="165" y="1"/>
                    <a:pt x="0" y="166"/>
                    <a:pt x="0" y="371"/>
                  </a:cubicBezTo>
                  <a:cubicBezTo>
                    <a:pt x="0" y="575"/>
                    <a:pt x="165" y="741"/>
                    <a:pt x="370" y="741"/>
                  </a:cubicBezTo>
                  <a:cubicBezTo>
                    <a:pt x="574" y="741"/>
                    <a:pt x="740" y="575"/>
                    <a:pt x="740" y="371"/>
                  </a:cubicBezTo>
                  <a:cubicBezTo>
                    <a:pt x="740" y="166"/>
                    <a:pt x="574" y="1"/>
                    <a:pt x="370"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144"/>
            <p:cNvSpPr/>
            <p:nvPr/>
          </p:nvSpPr>
          <p:spPr>
            <a:xfrm>
              <a:off x="3285200" y="1166950"/>
              <a:ext cx="18550" cy="18550"/>
            </a:xfrm>
            <a:custGeom>
              <a:rect b="b" l="l" r="r" t="t"/>
              <a:pathLst>
                <a:path extrusionOk="0" h="742" w="742">
                  <a:moveTo>
                    <a:pt x="371" y="1"/>
                  </a:moveTo>
                  <a:cubicBezTo>
                    <a:pt x="166" y="1"/>
                    <a:pt x="0" y="167"/>
                    <a:pt x="0" y="371"/>
                  </a:cubicBezTo>
                  <a:cubicBezTo>
                    <a:pt x="0" y="576"/>
                    <a:pt x="166" y="742"/>
                    <a:pt x="371" y="742"/>
                  </a:cubicBezTo>
                  <a:cubicBezTo>
                    <a:pt x="575" y="742"/>
                    <a:pt x="741" y="576"/>
                    <a:pt x="741" y="371"/>
                  </a:cubicBezTo>
                  <a:cubicBezTo>
                    <a:pt x="741" y="167"/>
                    <a:pt x="575" y="1"/>
                    <a:pt x="3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144"/>
            <p:cNvSpPr/>
            <p:nvPr/>
          </p:nvSpPr>
          <p:spPr>
            <a:xfrm>
              <a:off x="3285200" y="1222475"/>
              <a:ext cx="18550" cy="18525"/>
            </a:xfrm>
            <a:custGeom>
              <a:rect b="b" l="l" r="r" t="t"/>
              <a:pathLst>
                <a:path extrusionOk="0" h="741" w="742">
                  <a:moveTo>
                    <a:pt x="371" y="1"/>
                  </a:moveTo>
                  <a:cubicBezTo>
                    <a:pt x="166" y="1"/>
                    <a:pt x="0" y="166"/>
                    <a:pt x="0" y="371"/>
                  </a:cubicBezTo>
                  <a:cubicBezTo>
                    <a:pt x="0" y="576"/>
                    <a:pt x="166" y="741"/>
                    <a:pt x="371" y="741"/>
                  </a:cubicBezTo>
                  <a:cubicBezTo>
                    <a:pt x="575" y="741"/>
                    <a:pt x="741" y="576"/>
                    <a:pt x="741" y="371"/>
                  </a:cubicBezTo>
                  <a:cubicBezTo>
                    <a:pt x="741" y="166"/>
                    <a:pt x="575" y="1"/>
                    <a:pt x="3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144"/>
            <p:cNvSpPr/>
            <p:nvPr/>
          </p:nvSpPr>
          <p:spPr>
            <a:xfrm>
              <a:off x="3285200" y="1278000"/>
              <a:ext cx="18550" cy="18550"/>
            </a:xfrm>
            <a:custGeom>
              <a:rect b="b" l="l" r="r" t="t"/>
              <a:pathLst>
                <a:path extrusionOk="0" h="742" w="742">
                  <a:moveTo>
                    <a:pt x="371" y="1"/>
                  </a:moveTo>
                  <a:cubicBezTo>
                    <a:pt x="166" y="1"/>
                    <a:pt x="0" y="167"/>
                    <a:pt x="0" y="371"/>
                  </a:cubicBezTo>
                  <a:cubicBezTo>
                    <a:pt x="0" y="575"/>
                    <a:pt x="166" y="742"/>
                    <a:pt x="371" y="742"/>
                  </a:cubicBezTo>
                  <a:cubicBezTo>
                    <a:pt x="575" y="742"/>
                    <a:pt x="741" y="575"/>
                    <a:pt x="741" y="371"/>
                  </a:cubicBezTo>
                  <a:cubicBezTo>
                    <a:pt x="741" y="167"/>
                    <a:pt x="575" y="1"/>
                    <a:pt x="3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144"/>
            <p:cNvSpPr/>
            <p:nvPr/>
          </p:nvSpPr>
          <p:spPr>
            <a:xfrm>
              <a:off x="3285200" y="1333550"/>
              <a:ext cx="18550" cy="18525"/>
            </a:xfrm>
            <a:custGeom>
              <a:rect b="b" l="l" r="r" t="t"/>
              <a:pathLst>
                <a:path extrusionOk="0" h="741" w="742">
                  <a:moveTo>
                    <a:pt x="371" y="1"/>
                  </a:moveTo>
                  <a:cubicBezTo>
                    <a:pt x="166" y="1"/>
                    <a:pt x="0" y="166"/>
                    <a:pt x="0" y="370"/>
                  </a:cubicBezTo>
                  <a:cubicBezTo>
                    <a:pt x="0" y="575"/>
                    <a:pt x="166" y="740"/>
                    <a:pt x="371" y="740"/>
                  </a:cubicBezTo>
                  <a:cubicBezTo>
                    <a:pt x="575" y="740"/>
                    <a:pt x="741" y="575"/>
                    <a:pt x="741" y="370"/>
                  </a:cubicBezTo>
                  <a:cubicBezTo>
                    <a:pt x="741" y="166"/>
                    <a:pt x="575" y="1"/>
                    <a:pt x="3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144"/>
            <p:cNvSpPr/>
            <p:nvPr/>
          </p:nvSpPr>
          <p:spPr>
            <a:xfrm>
              <a:off x="3340750" y="1139200"/>
              <a:ext cx="18525" cy="18550"/>
            </a:xfrm>
            <a:custGeom>
              <a:rect b="b" l="l" r="r" t="t"/>
              <a:pathLst>
                <a:path extrusionOk="0" h="742" w="741">
                  <a:moveTo>
                    <a:pt x="370" y="1"/>
                  </a:moveTo>
                  <a:cubicBezTo>
                    <a:pt x="165" y="1"/>
                    <a:pt x="0" y="167"/>
                    <a:pt x="0" y="371"/>
                  </a:cubicBezTo>
                  <a:cubicBezTo>
                    <a:pt x="0" y="575"/>
                    <a:pt x="165" y="741"/>
                    <a:pt x="370" y="741"/>
                  </a:cubicBezTo>
                  <a:cubicBezTo>
                    <a:pt x="574" y="741"/>
                    <a:pt x="740" y="575"/>
                    <a:pt x="740" y="371"/>
                  </a:cubicBezTo>
                  <a:cubicBezTo>
                    <a:pt x="740" y="167"/>
                    <a:pt x="574" y="1"/>
                    <a:pt x="370"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144"/>
            <p:cNvSpPr/>
            <p:nvPr/>
          </p:nvSpPr>
          <p:spPr>
            <a:xfrm>
              <a:off x="3340750" y="1194750"/>
              <a:ext cx="18525" cy="18525"/>
            </a:xfrm>
            <a:custGeom>
              <a:rect b="b" l="l" r="r" t="t"/>
              <a:pathLst>
                <a:path extrusionOk="0" h="741" w="741">
                  <a:moveTo>
                    <a:pt x="370" y="0"/>
                  </a:moveTo>
                  <a:cubicBezTo>
                    <a:pt x="165" y="0"/>
                    <a:pt x="0" y="166"/>
                    <a:pt x="0" y="371"/>
                  </a:cubicBezTo>
                  <a:cubicBezTo>
                    <a:pt x="0" y="575"/>
                    <a:pt x="165" y="740"/>
                    <a:pt x="370" y="740"/>
                  </a:cubicBezTo>
                  <a:cubicBezTo>
                    <a:pt x="574" y="740"/>
                    <a:pt x="740" y="575"/>
                    <a:pt x="740" y="371"/>
                  </a:cubicBezTo>
                  <a:cubicBezTo>
                    <a:pt x="740" y="166"/>
                    <a:pt x="574" y="0"/>
                    <a:pt x="370"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144"/>
            <p:cNvSpPr/>
            <p:nvPr/>
          </p:nvSpPr>
          <p:spPr>
            <a:xfrm>
              <a:off x="3340750" y="1250250"/>
              <a:ext cx="18525" cy="18550"/>
            </a:xfrm>
            <a:custGeom>
              <a:rect b="b" l="l" r="r" t="t"/>
              <a:pathLst>
                <a:path extrusionOk="0" h="742" w="741">
                  <a:moveTo>
                    <a:pt x="370" y="0"/>
                  </a:moveTo>
                  <a:cubicBezTo>
                    <a:pt x="165" y="0"/>
                    <a:pt x="0" y="166"/>
                    <a:pt x="0" y="371"/>
                  </a:cubicBezTo>
                  <a:cubicBezTo>
                    <a:pt x="0" y="575"/>
                    <a:pt x="165" y="741"/>
                    <a:pt x="370" y="741"/>
                  </a:cubicBezTo>
                  <a:cubicBezTo>
                    <a:pt x="574" y="741"/>
                    <a:pt x="740" y="575"/>
                    <a:pt x="740" y="371"/>
                  </a:cubicBezTo>
                  <a:cubicBezTo>
                    <a:pt x="740" y="166"/>
                    <a:pt x="574" y="0"/>
                    <a:pt x="370"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144"/>
            <p:cNvSpPr/>
            <p:nvPr/>
          </p:nvSpPr>
          <p:spPr>
            <a:xfrm>
              <a:off x="3340750" y="1305800"/>
              <a:ext cx="18525" cy="18525"/>
            </a:xfrm>
            <a:custGeom>
              <a:rect b="b" l="l" r="r" t="t"/>
              <a:pathLst>
                <a:path extrusionOk="0" h="741" w="741">
                  <a:moveTo>
                    <a:pt x="370" y="0"/>
                  </a:moveTo>
                  <a:cubicBezTo>
                    <a:pt x="165" y="0"/>
                    <a:pt x="0" y="165"/>
                    <a:pt x="0" y="370"/>
                  </a:cubicBezTo>
                  <a:cubicBezTo>
                    <a:pt x="0" y="574"/>
                    <a:pt x="165" y="740"/>
                    <a:pt x="370" y="740"/>
                  </a:cubicBezTo>
                  <a:cubicBezTo>
                    <a:pt x="574" y="740"/>
                    <a:pt x="740" y="574"/>
                    <a:pt x="740" y="370"/>
                  </a:cubicBezTo>
                  <a:cubicBezTo>
                    <a:pt x="740" y="165"/>
                    <a:pt x="574" y="0"/>
                    <a:pt x="370"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144"/>
            <p:cNvSpPr/>
            <p:nvPr/>
          </p:nvSpPr>
          <p:spPr>
            <a:xfrm>
              <a:off x="3340750" y="1361300"/>
              <a:ext cx="18525" cy="18550"/>
            </a:xfrm>
            <a:custGeom>
              <a:rect b="b" l="l" r="r" t="t"/>
              <a:pathLst>
                <a:path extrusionOk="0" h="742" w="741">
                  <a:moveTo>
                    <a:pt x="370" y="1"/>
                  </a:moveTo>
                  <a:cubicBezTo>
                    <a:pt x="165" y="1"/>
                    <a:pt x="0" y="167"/>
                    <a:pt x="0" y="371"/>
                  </a:cubicBezTo>
                  <a:cubicBezTo>
                    <a:pt x="0" y="576"/>
                    <a:pt x="165" y="742"/>
                    <a:pt x="370" y="742"/>
                  </a:cubicBezTo>
                  <a:cubicBezTo>
                    <a:pt x="574" y="742"/>
                    <a:pt x="740" y="576"/>
                    <a:pt x="740" y="371"/>
                  </a:cubicBezTo>
                  <a:cubicBezTo>
                    <a:pt x="740" y="167"/>
                    <a:pt x="574" y="1"/>
                    <a:pt x="370"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144"/>
            <p:cNvSpPr/>
            <p:nvPr/>
          </p:nvSpPr>
          <p:spPr>
            <a:xfrm>
              <a:off x="3340775" y="1030225"/>
              <a:ext cx="17750" cy="16450"/>
            </a:xfrm>
            <a:custGeom>
              <a:rect b="b" l="l" r="r" t="t"/>
              <a:pathLst>
                <a:path extrusionOk="0" h="658" w="710">
                  <a:moveTo>
                    <a:pt x="136" y="0"/>
                  </a:moveTo>
                  <a:cubicBezTo>
                    <a:pt x="135" y="0"/>
                    <a:pt x="135" y="1"/>
                    <a:pt x="135" y="2"/>
                  </a:cubicBezTo>
                  <a:cubicBezTo>
                    <a:pt x="53" y="71"/>
                    <a:pt x="0" y="172"/>
                    <a:pt x="0" y="288"/>
                  </a:cubicBezTo>
                  <a:cubicBezTo>
                    <a:pt x="0" y="491"/>
                    <a:pt x="166" y="658"/>
                    <a:pt x="369" y="658"/>
                  </a:cubicBezTo>
                  <a:cubicBezTo>
                    <a:pt x="522" y="658"/>
                    <a:pt x="654" y="565"/>
                    <a:pt x="709" y="433"/>
                  </a:cubicBezTo>
                  <a:cubicBezTo>
                    <a:pt x="532" y="276"/>
                    <a:pt x="342" y="131"/>
                    <a:pt x="138" y="2"/>
                  </a:cubicBezTo>
                  <a:cubicBezTo>
                    <a:pt x="137" y="1"/>
                    <a:pt x="136" y="0"/>
                    <a:pt x="136"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144"/>
            <p:cNvSpPr/>
            <p:nvPr/>
          </p:nvSpPr>
          <p:spPr>
            <a:xfrm>
              <a:off x="3182400" y="1055900"/>
              <a:ext cx="18550" cy="18550"/>
            </a:xfrm>
            <a:custGeom>
              <a:rect b="b" l="l" r="r" t="t"/>
              <a:pathLst>
                <a:path extrusionOk="0" h="742" w="742">
                  <a:moveTo>
                    <a:pt x="371" y="0"/>
                  </a:moveTo>
                  <a:cubicBezTo>
                    <a:pt x="167" y="0"/>
                    <a:pt x="1" y="166"/>
                    <a:pt x="1" y="371"/>
                  </a:cubicBezTo>
                  <a:cubicBezTo>
                    <a:pt x="1" y="575"/>
                    <a:pt x="167" y="741"/>
                    <a:pt x="371" y="741"/>
                  </a:cubicBezTo>
                  <a:cubicBezTo>
                    <a:pt x="576" y="741"/>
                    <a:pt x="742" y="575"/>
                    <a:pt x="742" y="371"/>
                  </a:cubicBezTo>
                  <a:cubicBezTo>
                    <a:pt x="742" y="166"/>
                    <a:pt x="576" y="0"/>
                    <a:pt x="37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144"/>
            <p:cNvSpPr/>
            <p:nvPr/>
          </p:nvSpPr>
          <p:spPr>
            <a:xfrm>
              <a:off x="3182400" y="1111450"/>
              <a:ext cx="18550" cy="18525"/>
            </a:xfrm>
            <a:custGeom>
              <a:rect b="b" l="l" r="r" t="t"/>
              <a:pathLst>
                <a:path extrusionOk="0" h="741" w="742">
                  <a:moveTo>
                    <a:pt x="371" y="0"/>
                  </a:moveTo>
                  <a:cubicBezTo>
                    <a:pt x="167" y="0"/>
                    <a:pt x="1" y="166"/>
                    <a:pt x="1" y="371"/>
                  </a:cubicBezTo>
                  <a:cubicBezTo>
                    <a:pt x="1" y="575"/>
                    <a:pt x="167" y="740"/>
                    <a:pt x="371" y="740"/>
                  </a:cubicBezTo>
                  <a:cubicBezTo>
                    <a:pt x="576" y="740"/>
                    <a:pt x="742" y="575"/>
                    <a:pt x="742" y="371"/>
                  </a:cubicBezTo>
                  <a:cubicBezTo>
                    <a:pt x="742" y="166"/>
                    <a:pt x="576" y="0"/>
                    <a:pt x="37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144"/>
            <p:cNvSpPr/>
            <p:nvPr/>
          </p:nvSpPr>
          <p:spPr>
            <a:xfrm>
              <a:off x="3237950" y="1083675"/>
              <a:ext cx="18525" cy="18525"/>
            </a:xfrm>
            <a:custGeom>
              <a:rect b="b" l="l" r="r" t="t"/>
              <a:pathLst>
                <a:path extrusionOk="0" h="741" w="741">
                  <a:moveTo>
                    <a:pt x="371" y="1"/>
                  </a:moveTo>
                  <a:cubicBezTo>
                    <a:pt x="166" y="1"/>
                    <a:pt x="1" y="166"/>
                    <a:pt x="1" y="371"/>
                  </a:cubicBezTo>
                  <a:cubicBezTo>
                    <a:pt x="1" y="575"/>
                    <a:pt x="166" y="741"/>
                    <a:pt x="371" y="741"/>
                  </a:cubicBezTo>
                  <a:cubicBezTo>
                    <a:pt x="575" y="741"/>
                    <a:pt x="741" y="575"/>
                    <a:pt x="741" y="371"/>
                  </a:cubicBezTo>
                  <a:cubicBezTo>
                    <a:pt x="741" y="166"/>
                    <a:pt x="575" y="1"/>
                    <a:pt x="3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144"/>
            <p:cNvSpPr/>
            <p:nvPr/>
          </p:nvSpPr>
          <p:spPr>
            <a:xfrm>
              <a:off x="3182400" y="1166950"/>
              <a:ext cx="18550" cy="18550"/>
            </a:xfrm>
            <a:custGeom>
              <a:rect b="b" l="l" r="r" t="t"/>
              <a:pathLst>
                <a:path extrusionOk="0" h="742" w="742">
                  <a:moveTo>
                    <a:pt x="371" y="1"/>
                  </a:moveTo>
                  <a:cubicBezTo>
                    <a:pt x="167" y="1"/>
                    <a:pt x="1" y="167"/>
                    <a:pt x="1" y="371"/>
                  </a:cubicBezTo>
                  <a:cubicBezTo>
                    <a:pt x="1" y="576"/>
                    <a:pt x="167" y="742"/>
                    <a:pt x="371" y="742"/>
                  </a:cubicBezTo>
                  <a:cubicBezTo>
                    <a:pt x="576" y="742"/>
                    <a:pt x="742" y="576"/>
                    <a:pt x="742" y="371"/>
                  </a:cubicBezTo>
                  <a:cubicBezTo>
                    <a:pt x="742" y="167"/>
                    <a:pt x="576" y="1"/>
                    <a:pt x="3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144"/>
            <p:cNvSpPr/>
            <p:nvPr/>
          </p:nvSpPr>
          <p:spPr>
            <a:xfrm>
              <a:off x="3182400" y="1222475"/>
              <a:ext cx="18550" cy="18525"/>
            </a:xfrm>
            <a:custGeom>
              <a:rect b="b" l="l" r="r" t="t"/>
              <a:pathLst>
                <a:path extrusionOk="0" h="741" w="742">
                  <a:moveTo>
                    <a:pt x="371" y="1"/>
                  </a:moveTo>
                  <a:cubicBezTo>
                    <a:pt x="167" y="1"/>
                    <a:pt x="1" y="166"/>
                    <a:pt x="1" y="371"/>
                  </a:cubicBezTo>
                  <a:cubicBezTo>
                    <a:pt x="1" y="576"/>
                    <a:pt x="167" y="741"/>
                    <a:pt x="371" y="741"/>
                  </a:cubicBezTo>
                  <a:cubicBezTo>
                    <a:pt x="576" y="741"/>
                    <a:pt x="742" y="576"/>
                    <a:pt x="742" y="371"/>
                  </a:cubicBezTo>
                  <a:cubicBezTo>
                    <a:pt x="742" y="166"/>
                    <a:pt x="576" y="1"/>
                    <a:pt x="3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144"/>
            <p:cNvSpPr/>
            <p:nvPr/>
          </p:nvSpPr>
          <p:spPr>
            <a:xfrm>
              <a:off x="3182400" y="1278000"/>
              <a:ext cx="18550" cy="18550"/>
            </a:xfrm>
            <a:custGeom>
              <a:rect b="b" l="l" r="r" t="t"/>
              <a:pathLst>
                <a:path extrusionOk="0" h="742" w="742">
                  <a:moveTo>
                    <a:pt x="371" y="1"/>
                  </a:moveTo>
                  <a:cubicBezTo>
                    <a:pt x="167" y="1"/>
                    <a:pt x="1" y="167"/>
                    <a:pt x="1" y="371"/>
                  </a:cubicBezTo>
                  <a:cubicBezTo>
                    <a:pt x="1" y="575"/>
                    <a:pt x="167" y="742"/>
                    <a:pt x="371" y="742"/>
                  </a:cubicBezTo>
                  <a:cubicBezTo>
                    <a:pt x="576" y="742"/>
                    <a:pt x="742" y="575"/>
                    <a:pt x="742" y="371"/>
                  </a:cubicBezTo>
                  <a:cubicBezTo>
                    <a:pt x="742" y="167"/>
                    <a:pt x="576" y="1"/>
                    <a:pt x="3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144"/>
            <p:cNvSpPr/>
            <p:nvPr/>
          </p:nvSpPr>
          <p:spPr>
            <a:xfrm>
              <a:off x="3182400" y="1333550"/>
              <a:ext cx="18550" cy="18525"/>
            </a:xfrm>
            <a:custGeom>
              <a:rect b="b" l="l" r="r" t="t"/>
              <a:pathLst>
                <a:path extrusionOk="0" h="741" w="742">
                  <a:moveTo>
                    <a:pt x="371" y="1"/>
                  </a:moveTo>
                  <a:cubicBezTo>
                    <a:pt x="167" y="1"/>
                    <a:pt x="1" y="166"/>
                    <a:pt x="1" y="370"/>
                  </a:cubicBezTo>
                  <a:cubicBezTo>
                    <a:pt x="1" y="575"/>
                    <a:pt x="167" y="740"/>
                    <a:pt x="371" y="740"/>
                  </a:cubicBezTo>
                  <a:cubicBezTo>
                    <a:pt x="576" y="740"/>
                    <a:pt x="742" y="575"/>
                    <a:pt x="742" y="370"/>
                  </a:cubicBezTo>
                  <a:cubicBezTo>
                    <a:pt x="742" y="166"/>
                    <a:pt x="576" y="1"/>
                    <a:pt x="3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144"/>
            <p:cNvSpPr/>
            <p:nvPr/>
          </p:nvSpPr>
          <p:spPr>
            <a:xfrm>
              <a:off x="3237950" y="1139200"/>
              <a:ext cx="18525" cy="18550"/>
            </a:xfrm>
            <a:custGeom>
              <a:rect b="b" l="l" r="r" t="t"/>
              <a:pathLst>
                <a:path extrusionOk="0" h="742" w="741">
                  <a:moveTo>
                    <a:pt x="371" y="1"/>
                  </a:moveTo>
                  <a:cubicBezTo>
                    <a:pt x="166" y="1"/>
                    <a:pt x="1" y="167"/>
                    <a:pt x="1" y="371"/>
                  </a:cubicBezTo>
                  <a:cubicBezTo>
                    <a:pt x="1" y="575"/>
                    <a:pt x="166" y="741"/>
                    <a:pt x="371" y="741"/>
                  </a:cubicBezTo>
                  <a:cubicBezTo>
                    <a:pt x="575" y="741"/>
                    <a:pt x="741" y="575"/>
                    <a:pt x="741" y="371"/>
                  </a:cubicBezTo>
                  <a:cubicBezTo>
                    <a:pt x="741" y="167"/>
                    <a:pt x="575" y="1"/>
                    <a:pt x="3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144"/>
            <p:cNvSpPr/>
            <p:nvPr/>
          </p:nvSpPr>
          <p:spPr>
            <a:xfrm>
              <a:off x="3237950" y="1194750"/>
              <a:ext cx="18525" cy="18525"/>
            </a:xfrm>
            <a:custGeom>
              <a:rect b="b" l="l" r="r" t="t"/>
              <a:pathLst>
                <a:path extrusionOk="0" h="741" w="741">
                  <a:moveTo>
                    <a:pt x="371" y="0"/>
                  </a:moveTo>
                  <a:cubicBezTo>
                    <a:pt x="166" y="0"/>
                    <a:pt x="1" y="166"/>
                    <a:pt x="1" y="371"/>
                  </a:cubicBezTo>
                  <a:cubicBezTo>
                    <a:pt x="1" y="575"/>
                    <a:pt x="166" y="740"/>
                    <a:pt x="371" y="740"/>
                  </a:cubicBezTo>
                  <a:cubicBezTo>
                    <a:pt x="575" y="740"/>
                    <a:pt x="741" y="575"/>
                    <a:pt x="741" y="371"/>
                  </a:cubicBezTo>
                  <a:cubicBezTo>
                    <a:pt x="741" y="166"/>
                    <a:pt x="575" y="0"/>
                    <a:pt x="37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144"/>
            <p:cNvSpPr/>
            <p:nvPr/>
          </p:nvSpPr>
          <p:spPr>
            <a:xfrm>
              <a:off x="3237950" y="1250250"/>
              <a:ext cx="18525" cy="18550"/>
            </a:xfrm>
            <a:custGeom>
              <a:rect b="b" l="l" r="r" t="t"/>
              <a:pathLst>
                <a:path extrusionOk="0" h="742" w="741">
                  <a:moveTo>
                    <a:pt x="371" y="0"/>
                  </a:moveTo>
                  <a:cubicBezTo>
                    <a:pt x="166" y="0"/>
                    <a:pt x="1" y="166"/>
                    <a:pt x="1" y="371"/>
                  </a:cubicBezTo>
                  <a:cubicBezTo>
                    <a:pt x="1" y="575"/>
                    <a:pt x="166" y="741"/>
                    <a:pt x="371" y="741"/>
                  </a:cubicBezTo>
                  <a:cubicBezTo>
                    <a:pt x="575" y="741"/>
                    <a:pt x="741" y="575"/>
                    <a:pt x="741" y="371"/>
                  </a:cubicBezTo>
                  <a:cubicBezTo>
                    <a:pt x="741" y="166"/>
                    <a:pt x="575" y="0"/>
                    <a:pt x="37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144"/>
            <p:cNvSpPr/>
            <p:nvPr/>
          </p:nvSpPr>
          <p:spPr>
            <a:xfrm>
              <a:off x="3237950" y="1305800"/>
              <a:ext cx="18525" cy="18525"/>
            </a:xfrm>
            <a:custGeom>
              <a:rect b="b" l="l" r="r" t="t"/>
              <a:pathLst>
                <a:path extrusionOk="0" h="741" w="741">
                  <a:moveTo>
                    <a:pt x="371" y="0"/>
                  </a:moveTo>
                  <a:cubicBezTo>
                    <a:pt x="166" y="0"/>
                    <a:pt x="1" y="165"/>
                    <a:pt x="1" y="370"/>
                  </a:cubicBezTo>
                  <a:cubicBezTo>
                    <a:pt x="1" y="574"/>
                    <a:pt x="166" y="740"/>
                    <a:pt x="371" y="740"/>
                  </a:cubicBezTo>
                  <a:cubicBezTo>
                    <a:pt x="575" y="740"/>
                    <a:pt x="741" y="574"/>
                    <a:pt x="741" y="370"/>
                  </a:cubicBezTo>
                  <a:cubicBezTo>
                    <a:pt x="741" y="165"/>
                    <a:pt x="575" y="0"/>
                    <a:pt x="37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144"/>
            <p:cNvSpPr/>
            <p:nvPr/>
          </p:nvSpPr>
          <p:spPr>
            <a:xfrm>
              <a:off x="3237950" y="1361300"/>
              <a:ext cx="18525" cy="18550"/>
            </a:xfrm>
            <a:custGeom>
              <a:rect b="b" l="l" r="r" t="t"/>
              <a:pathLst>
                <a:path extrusionOk="0" h="742" w="741">
                  <a:moveTo>
                    <a:pt x="371" y="1"/>
                  </a:moveTo>
                  <a:cubicBezTo>
                    <a:pt x="166" y="1"/>
                    <a:pt x="1" y="167"/>
                    <a:pt x="1" y="371"/>
                  </a:cubicBezTo>
                  <a:cubicBezTo>
                    <a:pt x="1" y="576"/>
                    <a:pt x="166" y="742"/>
                    <a:pt x="371" y="742"/>
                  </a:cubicBezTo>
                  <a:cubicBezTo>
                    <a:pt x="575" y="742"/>
                    <a:pt x="741" y="576"/>
                    <a:pt x="741" y="371"/>
                  </a:cubicBezTo>
                  <a:cubicBezTo>
                    <a:pt x="741" y="167"/>
                    <a:pt x="575" y="1"/>
                    <a:pt x="3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144"/>
            <p:cNvSpPr/>
            <p:nvPr/>
          </p:nvSpPr>
          <p:spPr>
            <a:xfrm>
              <a:off x="3237950" y="1028125"/>
              <a:ext cx="18525" cy="18550"/>
            </a:xfrm>
            <a:custGeom>
              <a:rect b="b" l="l" r="r" t="t"/>
              <a:pathLst>
                <a:path extrusionOk="0" h="742" w="741">
                  <a:moveTo>
                    <a:pt x="371" y="1"/>
                  </a:moveTo>
                  <a:cubicBezTo>
                    <a:pt x="166" y="1"/>
                    <a:pt x="1" y="167"/>
                    <a:pt x="1" y="371"/>
                  </a:cubicBezTo>
                  <a:cubicBezTo>
                    <a:pt x="1" y="576"/>
                    <a:pt x="166" y="742"/>
                    <a:pt x="371" y="742"/>
                  </a:cubicBezTo>
                  <a:cubicBezTo>
                    <a:pt x="575" y="742"/>
                    <a:pt x="741" y="576"/>
                    <a:pt x="741" y="371"/>
                  </a:cubicBezTo>
                  <a:cubicBezTo>
                    <a:pt x="741" y="167"/>
                    <a:pt x="575" y="1"/>
                    <a:pt x="37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144"/>
            <p:cNvSpPr/>
            <p:nvPr/>
          </p:nvSpPr>
          <p:spPr>
            <a:xfrm>
              <a:off x="3150425" y="1091125"/>
              <a:ext cx="3250" cy="8850"/>
            </a:xfrm>
            <a:custGeom>
              <a:rect b="b" l="l" r="r" t="t"/>
              <a:pathLst>
                <a:path extrusionOk="0" h="354" w="130">
                  <a:moveTo>
                    <a:pt x="123" y="1"/>
                  </a:moveTo>
                  <a:cubicBezTo>
                    <a:pt x="77" y="114"/>
                    <a:pt x="34" y="234"/>
                    <a:pt x="0" y="354"/>
                  </a:cubicBezTo>
                  <a:cubicBezTo>
                    <a:pt x="81" y="287"/>
                    <a:pt x="129" y="185"/>
                    <a:pt x="129" y="71"/>
                  </a:cubicBezTo>
                  <a:cubicBezTo>
                    <a:pt x="129" y="47"/>
                    <a:pt x="127" y="23"/>
                    <a:pt x="123"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144"/>
            <p:cNvSpPr/>
            <p:nvPr/>
          </p:nvSpPr>
          <p:spPr>
            <a:xfrm>
              <a:off x="3144475" y="1139250"/>
              <a:ext cx="9200" cy="18525"/>
            </a:xfrm>
            <a:custGeom>
              <a:rect b="b" l="l" r="r" t="t"/>
              <a:pathLst>
                <a:path extrusionOk="0" h="741" w="368">
                  <a:moveTo>
                    <a:pt x="1" y="1"/>
                  </a:moveTo>
                  <a:lnTo>
                    <a:pt x="1" y="741"/>
                  </a:lnTo>
                  <a:cubicBezTo>
                    <a:pt x="205" y="738"/>
                    <a:pt x="367" y="575"/>
                    <a:pt x="367" y="369"/>
                  </a:cubicBezTo>
                  <a:cubicBezTo>
                    <a:pt x="367" y="166"/>
                    <a:pt x="205" y="3"/>
                    <a:pt x="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144"/>
            <p:cNvSpPr/>
            <p:nvPr/>
          </p:nvSpPr>
          <p:spPr>
            <a:xfrm>
              <a:off x="3144475" y="1194725"/>
              <a:ext cx="9200" cy="18525"/>
            </a:xfrm>
            <a:custGeom>
              <a:rect b="b" l="l" r="r" t="t"/>
              <a:pathLst>
                <a:path extrusionOk="0" h="741" w="368">
                  <a:moveTo>
                    <a:pt x="1" y="0"/>
                  </a:moveTo>
                  <a:lnTo>
                    <a:pt x="1" y="740"/>
                  </a:lnTo>
                  <a:cubicBezTo>
                    <a:pt x="205" y="738"/>
                    <a:pt x="367" y="574"/>
                    <a:pt x="367" y="372"/>
                  </a:cubicBezTo>
                  <a:cubicBezTo>
                    <a:pt x="367" y="167"/>
                    <a:pt x="205" y="2"/>
                    <a:pt x="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144"/>
            <p:cNvSpPr/>
            <p:nvPr/>
          </p:nvSpPr>
          <p:spPr>
            <a:xfrm>
              <a:off x="3144475" y="1250275"/>
              <a:ext cx="9200" cy="18550"/>
            </a:xfrm>
            <a:custGeom>
              <a:rect b="b" l="l" r="r" t="t"/>
              <a:pathLst>
                <a:path extrusionOk="0" h="742" w="368">
                  <a:moveTo>
                    <a:pt x="1" y="0"/>
                  </a:moveTo>
                  <a:lnTo>
                    <a:pt x="1" y="741"/>
                  </a:lnTo>
                  <a:cubicBezTo>
                    <a:pt x="205" y="738"/>
                    <a:pt x="367" y="576"/>
                    <a:pt x="367" y="370"/>
                  </a:cubicBezTo>
                  <a:cubicBezTo>
                    <a:pt x="367" y="165"/>
                    <a:pt x="205" y="3"/>
                    <a:pt x="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144"/>
            <p:cNvSpPr/>
            <p:nvPr/>
          </p:nvSpPr>
          <p:spPr>
            <a:xfrm>
              <a:off x="3144475" y="1305750"/>
              <a:ext cx="9200" cy="18550"/>
            </a:xfrm>
            <a:custGeom>
              <a:rect b="b" l="l" r="r" t="t"/>
              <a:pathLst>
                <a:path extrusionOk="0" h="742" w="368">
                  <a:moveTo>
                    <a:pt x="1" y="0"/>
                  </a:moveTo>
                  <a:lnTo>
                    <a:pt x="1" y="741"/>
                  </a:lnTo>
                  <a:cubicBezTo>
                    <a:pt x="205" y="738"/>
                    <a:pt x="367" y="575"/>
                    <a:pt x="367" y="372"/>
                  </a:cubicBezTo>
                  <a:cubicBezTo>
                    <a:pt x="367" y="167"/>
                    <a:pt x="205" y="3"/>
                    <a:pt x="1" y="0"/>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144"/>
            <p:cNvSpPr/>
            <p:nvPr/>
          </p:nvSpPr>
          <p:spPr>
            <a:xfrm>
              <a:off x="3144475" y="1361300"/>
              <a:ext cx="9200" cy="18550"/>
            </a:xfrm>
            <a:custGeom>
              <a:rect b="b" l="l" r="r" t="t"/>
              <a:pathLst>
                <a:path extrusionOk="0" h="742" w="368">
                  <a:moveTo>
                    <a:pt x="1" y="1"/>
                  </a:moveTo>
                  <a:lnTo>
                    <a:pt x="1" y="742"/>
                  </a:lnTo>
                  <a:cubicBezTo>
                    <a:pt x="205" y="739"/>
                    <a:pt x="367" y="577"/>
                    <a:pt x="367" y="370"/>
                  </a:cubicBezTo>
                  <a:cubicBezTo>
                    <a:pt x="367" y="166"/>
                    <a:pt x="205" y="4"/>
                    <a:pt x="1" y="1"/>
                  </a:cubicBezTo>
                  <a:close/>
                </a:path>
              </a:pathLst>
            </a:custGeom>
            <a:solidFill>
              <a:srgbClr val="FCC2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144"/>
          <p:cNvGrpSpPr/>
          <p:nvPr/>
        </p:nvGrpSpPr>
        <p:grpSpPr>
          <a:xfrm>
            <a:off x="7446975" y="4228567"/>
            <a:ext cx="784067" cy="750875"/>
            <a:chOff x="-2758050" y="2287950"/>
            <a:chExt cx="370875" cy="355175"/>
          </a:xfrm>
        </p:grpSpPr>
        <p:sp>
          <p:nvSpPr>
            <p:cNvPr id="11273" name="Google Shape;11273;p144"/>
            <p:cNvSpPr/>
            <p:nvPr/>
          </p:nvSpPr>
          <p:spPr>
            <a:xfrm>
              <a:off x="-2758050" y="2287950"/>
              <a:ext cx="370875" cy="355175"/>
            </a:xfrm>
            <a:custGeom>
              <a:rect b="b" l="l" r="r" t="t"/>
              <a:pathLst>
                <a:path extrusionOk="0" h="14207" w="14835">
                  <a:moveTo>
                    <a:pt x="7426" y="0"/>
                  </a:moveTo>
                  <a:cubicBezTo>
                    <a:pt x="5114" y="0"/>
                    <a:pt x="2833" y="1125"/>
                    <a:pt x="1456" y="3245"/>
                  </a:cubicBezTo>
                  <a:cubicBezTo>
                    <a:pt x="150" y="5257"/>
                    <a:pt x="1" y="7746"/>
                    <a:pt x="879" y="9854"/>
                  </a:cubicBezTo>
                  <a:cubicBezTo>
                    <a:pt x="881" y="9869"/>
                    <a:pt x="884" y="9880"/>
                    <a:pt x="889" y="9891"/>
                  </a:cubicBezTo>
                  <a:cubicBezTo>
                    <a:pt x="913" y="9946"/>
                    <a:pt x="936" y="9999"/>
                    <a:pt x="959" y="10051"/>
                  </a:cubicBezTo>
                  <a:cubicBezTo>
                    <a:pt x="961" y="10056"/>
                    <a:pt x="963" y="10061"/>
                    <a:pt x="966" y="10066"/>
                  </a:cubicBezTo>
                  <a:cubicBezTo>
                    <a:pt x="977" y="10092"/>
                    <a:pt x="990" y="10118"/>
                    <a:pt x="1002" y="10144"/>
                  </a:cubicBezTo>
                  <a:cubicBezTo>
                    <a:pt x="1008" y="10158"/>
                    <a:pt x="1013" y="10169"/>
                    <a:pt x="1019" y="10181"/>
                  </a:cubicBezTo>
                  <a:cubicBezTo>
                    <a:pt x="1042" y="10228"/>
                    <a:pt x="1065" y="10274"/>
                    <a:pt x="1088" y="10321"/>
                  </a:cubicBezTo>
                  <a:lnTo>
                    <a:pt x="1104" y="10352"/>
                  </a:lnTo>
                  <a:lnTo>
                    <a:pt x="1142" y="10426"/>
                  </a:lnTo>
                  <a:cubicBezTo>
                    <a:pt x="1150" y="10439"/>
                    <a:pt x="1157" y="10455"/>
                    <a:pt x="1166" y="10469"/>
                  </a:cubicBezTo>
                  <a:cubicBezTo>
                    <a:pt x="1186" y="10508"/>
                    <a:pt x="1207" y="10546"/>
                    <a:pt x="1229" y="10584"/>
                  </a:cubicBezTo>
                  <a:cubicBezTo>
                    <a:pt x="1238" y="10600"/>
                    <a:pt x="1246" y="10618"/>
                    <a:pt x="1256" y="10633"/>
                  </a:cubicBezTo>
                  <a:lnTo>
                    <a:pt x="1295" y="10698"/>
                  </a:lnTo>
                  <a:cubicBezTo>
                    <a:pt x="1305" y="10716"/>
                    <a:pt x="1315" y="10733"/>
                    <a:pt x="1326" y="10750"/>
                  </a:cubicBezTo>
                  <a:cubicBezTo>
                    <a:pt x="1343" y="10781"/>
                    <a:pt x="1362" y="10811"/>
                    <a:pt x="1380" y="10842"/>
                  </a:cubicBezTo>
                  <a:cubicBezTo>
                    <a:pt x="1395" y="10864"/>
                    <a:pt x="1408" y="10886"/>
                    <a:pt x="1422" y="10908"/>
                  </a:cubicBezTo>
                  <a:cubicBezTo>
                    <a:pt x="1435" y="10927"/>
                    <a:pt x="1446" y="10947"/>
                    <a:pt x="1460" y="10966"/>
                  </a:cubicBezTo>
                  <a:cubicBezTo>
                    <a:pt x="1472" y="10986"/>
                    <a:pt x="1487" y="11007"/>
                    <a:pt x="1499" y="11028"/>
                  </a:cubicBezTo>
                  <a:lnTo>
                    <a:pt x="1545" y="11098"/>
                  </a:lnTo>
                  <a:cubicBezTo>
                    <a:pt x="1564" y="11125"/>
                    <a:pt x="1583" y="11150"/>
                    <a:pt x="1600" y="11177"/>
                  </a:cubicBezTo>
                  <a:cubicBezTo>
                    <a:pt x="1612" y="11194"/>
                    <a:pt x="1623" y="11211"/>
                    <a:pt x="1636" y="11228"/>
                  </a:cubicBezTo>
                  <a:cubicBezTo>
                    <a:pt x="1653" y="11250"/>
                    <a:pt x="1670" y="11275"/>
                    <a:pt x="1687" y="11299"/>
                  </a:cubicBezTo>
                  <a:cubicBezTo>
                    <a:pt x="1698" y="11315"/>
                    <a:pt x="1711" y="11332"/>
                    <a:pt x="1724" y="11348"/>
                  </a:cubicBezTo>
                  <a:cubicBezTo>
                    <a:pt x="1746" y="11378"/>
                    <a:pt x="1769" y="11409"/>
                    <a:pt x="1792" y="11439"/>
                  </a:cubicBezTo>
                  <a:cubicBezTo>
                    <a:pt x="1803" y="11454"/>
                    <a:pt x="1814" y="11467"/>
                    <a:pt x="1826" y="11483"/>
                  </a:cubicBezTo>
                  <a:cubicBezTo>
                    <a:pt x="1847" y="11510"/>
                    <a:pt x="1867" y="11536"/>
                    <a:pt x="1889" y="11563"/>
                  </a:cubicBezTo>
                  <a:cubicBezTo>
                    <a:pt x="1898" y="11574"/>
                    <a:pt x="1907" y="11585"/>
                    <a:pt x="1916" y="11596"/>
                  </a:cubicBezTo>
                  <a:cubicBezTo>
                    <a:pt x="1944" y="11629"/>
                    <a:pt x="1971" y="11662"/>
                    <a:pt x="1998" y="11695"/>
                  </a:cubicBezTo>
                  <a:cubicBezTo>
                    <a:pt x="2008" y="11707"/>
                    <a:pt x="2018" y="11719"/>
                    <a:pt x="2028" y="11730"/>
                  </a:cubicBezTo>
                  <a:cubicBezTo>
                    <a:pt x="2053" y="11760"/>
                    <a:pt x="2079" y="11789"/>
                    <a:pt x="2105" y="11818"/>
                  </a:cubicBezTo>
                  <a:cubicBezTo>
                    <a:pt x="2110" y="11825"/>
                    <a:pt x="2116" y="11831"/>
                    <a:pt x="2121" y="11838"/>
                  </a:cubicBezTo>
                  <a:cubicBezTo>
                    <a:pt x="2152" y="11872"/>
                    <a:pt x="2182" y="11905"/>
                    <a:pt x="2214" y="11939"/>
                  </a:cubicBezTo>
                  <a:cubicBezTo>
                    <a:pt x="2225" y="11949"/>
                    <a:pt x="2234" y="11959"/>
                    <a:pt x="2244" y="11970"/>
                  </a:cubicBezTo>
                  <a:cubicBezTo>
                    <a:pt x="2273" y="12001"/>
                    <a:pt x="2302" y="12032"/>
                    <a:pt x="2332" y="12063"/>
                  </a:cubicBezTo>
                  <a:cubicBezTo>
                    <a:pt x="2335" y="12066"/>
                    <a:pt x="2339" y="12070"/>
                    <a:pt x="2342" y="12074"/>
                  </a:cubicBezTo>
                  <a:lnTo>
                    <a:pt x="2442" y="12174"/>
                  </a:lnTo>
                  <a:cubicBezTo>
                    <a:pt x="2452" y="12183"/>
                    <a:pt x="2461" y="12193"/>
                    <a:pt x="2471" y="12202"/>
                  </a:cubicBezTo>
                  <a:cubicBezTo>
                    <a:pt x="2504" y="12234"/>
                    <a:pt x="2538" y="12266"/>
                    <a:pt x="2571" y="12297"/>
                  </a:cubicBezTo>
                  <a:cubicBezTo>
                    <a:pt x="2573" y="12298"/>
                    <a:pt x="2575" y="12300"/>
                    <a:pt x="2576" y="12302"/>
                  </a:cubicBezTo>
                  <a:cubicBezTo>
                    <a:pt x="2612" y="12334"/>
                    <a:pt x="2648" y="12368"/>
                    <a:pt x="2684" y="12400"/>
                  </a:cubicBezTo>
                  <a:cubicBezTo>
                    <a:pt x="2693" y="12408"/>
                    <a:pt x="2701" y="12417"/>
                    <a:pt x="2712" y="12425"/>
                  </a:cubicBezTo>
                  <a:cubicBezTo>
                    <a:pt x="2748" y="12457"/>
                    <a:pt x="2786" y="12489"/>
                    <a:pt x="2822" y="12520"/>
                  </a:cubicBezTo>
                  <a:lnTo>
                    <a:pt x="2823" y="12522"/>
                  </a:lnTo>
                  <a:lnTo>
                    <a:pt x="2824" y="12522"/>
                  </a:lnTo>
                  <a:cubicBezTo>
                    <a:pt x="2870" y="12560"/>
                    <a:pt x="2916" y="12597"/>
                    <a:pt x="2961" y="12633"/>
                  </a:cubicBezTo>
                  <a:lnTo>
                    <a:pt x="3000" y="12664"/>
                  </a:lnTo>
                  <a:cubicBezTo>
                    <a:pt x="3038" y="12694"/>
                    <a:pt x="3076" y="12724"/>
                    <a:pt x="3113" y="12754"/>
                  </a:cubicBezTo>
                  <a:cubicBezTo>
                    <a:pt x="3123" y="12761"/>
                    <a:pt x="3133" y="12770"/>
                    <a:pt x="3143" y="12776"/>
                  </a:cubicBezTo>
                  <a:cubicBezTo>
                    <a:pt x="3189" y="12811"/>
                    <a:pt x="3236" y="12844"/>
                    <a:pt x="3282" y="12878"/>
                  </a:cubicBezTo>
                  <a:lnTo>
                    <a:pt x="3322" y="12905"/>
                  </a:lnTo>
                  <a:cubicBezTo>
                    <a:pt x="3358" y="12931"/>
                    <a:pt x="3394" y="12955"/>
                    <a:pt x="3430" y="12979"/>
                  </a:cubicBezTo>
                  <a:cubicBezTo>
                    <a:pt x="3443" y="12989"/>
                    <a:pt x="3458" y="12999"/>
                    <a:pt x="3472" y="13009"/>
                  </a:cubicBezTo>
                  <a:cubicBezTo>
                    <a:pt x="3519" y="13040"/>
                    <a:pt x="3565" y="13071"/>
                    <a:pt x="3612" y="13101"/>
                  </a:cubicBezTo>
                  <a:cubicBezTo>
                    <a:pt x="3623" y="13108"/>
                    <a:pt x="3634" y="13115"/>
                    <a:pt x="3647" y="13122"/>
                  </a:cubicBezTo>
                  <a:cubicBezTo>
                    <a:pt x="3683" y="13146"/>
                    <a:pt x="3720" y="13168"/>
                    <a:pt x="3757" y="13191"/>
                  </a:cubicBezTo>
                  <a:cubicBezTo>
                    <a:pt x="3776" y="13201"/>
                    <a:pt x="3793" y="13213"/>
                    <a:pt x="3810" y="13224"/>
                  </a:cubicBezTo>
                  <a:cubicBezTo>
                    <a:pt x="3846" y="13245"/>
                    <a:pt x="3884" y="13266"/>
                    <a:pt x="3920" y="13287"/>
                  </a:cubicBezTo>
                  <a:cubicBezTo>
                    <a:pt x="3937" y="13296"/>
                    <a:pt x="3952" y="13304"/>
                    <a:pt x="3969" y="13313"/>
                  </a:cubicBezTo>
                  <a:lnTo>
                    <a:pt x="4097" y="13384"/>
                  </a:lnTo>
                  <a:cubicBezTo>
                    <a:pt x="4117" y="13395"/>
                    <a:pt x="4138" y="13405"/>
                    <a:pt x="4160" y="13416"/>
                  </a:cubicBezTo>
                  <a:cubicBezTo>
                    <a:pt x="4189" y="13431"/>
                    <a:pt x="4219" y="13445"/>
                    <a:pt x="4248" y="13461"/>
                  </a:cubicBezTo>
                  <a:cubicBezTo>
                    <a:pt x="4271" y="13471"/>
                    <a:pt x="4292" y="13483"/>
                    <a:pt x="4313" y="13493"/>
                  </a:cubicBezTo>
                  <a:cubicBezTo>
                    <a:pt x="4357" y="13515"/>
                    <a:pt x="4401" y="13535"/>
                    <a:pt x="4444" y="13556"/>
                  </a:cubicBezTo>
                  <a:cubicBezTo>
                    <a:pt x="4469" y="13567"/>
                    <a:pt x="4494" y="13578"/>
                    <a:pt x="4519" y="13590"/>
                  </a:cubicBezTo>
                  <a:cubicBezTo>
                    <a:pt x="4542" y="13601"/>
                    <a:pt x="4568" y="13612"/>
                    <a:pt x="4593" y="13623"/>
                  </a:cubicBezTo>
                  <a:cubicBezTo>
                    <a:pt x="4620" y="13634"/>
                    <a:pt x="4646" y="13647"/>
                    <a:pt x="4673" y="13658"/>
                  </a:cubicBezTo>
                  <a:cubicBezTo>
                    <a:pt x="4697" y="13668"/>
                    <a:pt x="4721" y="13678"/>
                    <a:pt x="4746" y="13688"/>
                  </a:cubicBezTo>
                  <a:cubicBezTo>
                    <a:pt x="4793" y="13707"/>
                    <a:pt x="4841" y="13726"/>
                    <a:pt x="4890" y="13745"/>
                  </a:cubicBezTo>
                  <a:cubicBezTo>
                    <a:pt x="4909" y="13752"/>
                    <a:pt x="4928" y="13760"/>
                    <a:pt x="4948" y="13766"/>
                  </a:cubicBezTo>
                  <a:cubicBezTo>
                    <a:pt x="4979" y="13778"/>
                    <a:pt x="5010" y="13789"/>
                    <a:pt x="5042" y="13799"/>
                  </a:cubicBezTo>
                  <a:cubicBezTo>
                    <a:pt x="5058" y="13807"/>
                    <a:pt x="5076" y="13812"/>
                    <a:pt x="5092" y="13817"/>
                  </a:cubicBezTo>
                  <a:cubicBezTo>
                    <a:pt x="5162" y="13841"/>
                    <a:pt x="5233" y="13864"/>
                    <a:pt x="5304" y="13886"/>
                  </a:cubicBezTo>
                  <a:cubicBezTo>
                    <a:pt x="5306" y="13887"/>
                    <a:pt x="5308" y="13887"/>
                    <a:pt x="5310" y="13889"/>
                  </a:cubicBezTo>
                  <a:cubicBezTo>
                    <a:pt x="5346" y="13901"/>
                    <a:pt x="5382" y="13911"/>
                    <a:pt x="5419" y="13921"/>
                  </a:cubicBezTo>
                  <a:cubicBezTo>
                    <a:pt x="5430" y="13925"/>
                    <a:pt x="5441" y="13927"/>
                    <a:pt x="5454" y="13932"/>
                  </a:cubicBezTo>
                  <a:cubicBezTo>
                    <a:pt x="5569" y="13965"/>
                    <a:pt x="5687" y="13996"/>
                    <a:pt x="5806" y="14023"/>
                  </a:cubicBezTo>
                  <a:cubicBezTo>
                    <a:pt x="5812" y="14024"/>
                    <a:pt x="5817" y="14025"/>
                    <a:pt x="5823" y="14027"/>
                  </a:cubicBezTo>
                  <a:cubicBezTo>
                    <a:pt x="5991" y="14066"/>
                    <a:pt x="6161" y="14098"/>
                    <a:pt x="6331" y="14124"/>
                  </a:cubicBezTo>
                  <a:cubicBezTo>
                    <a:pt x="6691" y="14179"/>
                    <a:pt x="7054" y="14207"/>
                    <a:pt x="7417" y="14207"/>
                  </a:cubicBezTo>
                  <a:cubicBezTo>
                    <a:pt x="9727" y="14207"/>
                    <a:pt x="12007" y="13082"/>
                    <a:pt x="13385" y="10961"/>
                  </a:cubicBezTo>
                  <a:cubicBezTo>
                    <a:pt x="14666" y="8985"/>
                    <a:pt x="14834" y="6550"/>
                    <a:pt x="14006" y="4467"/>
                  </a:cubicBezTo>
                  <a:cubicBezTo>
                    <a:pt x="14006" y="4465"/>
                    <a:pt x="14005" y="4464"/>
                    <a:pt x="14005" y="4464"/>
                  </a:cubicBezTo>
                  <a:cubicBezTo>
                    <a:pt x="13947" y="4317"/>
                    <a:pt x="13883" y="4173"/>
                    <a:pt x="13815" y="4030"/>
                  </a:cubicBezTo>
                  <a:cubicBezTo>
                    <a:pt x="13814" y="4025"/>
                    <a:pt x="13811" y="4021"/>
                    <a:pt x="13810" y="4018"/>
                  </a:cubicBezTo>
                  <a:cubicBezTo>
                    <a:pt x="13794" y="3985"/>
                    <a:pt x="13778" y="3952"/>
                    <a:pt x="13762" y="3920"/>
                  </a:cubicBezTo>
                  <a:cubicBezTo>
                    <a:pt x="13758" y="3913"/>
                    <a:pt x="13756" y="3907"/>
                    <a:pt x="13752" y="3901"/>
                  </a:cubicBezTo>
                  <a:cubicBezTo>
                    <a:pt x="13702" y="3803"/>
                    <a:pt x="13651" y="3706"/>
                    <a:pt x="13597" y="3608"/>
                  </a:cubicBezTo>
                  <a:cubicBezTo>
                    <a:pt x="13593" y="3601"/>
                    <a:pt x="13588" y="3593"/>
                    <a:pt x="13584" y="3585"/>
                  </a:cubicBezTo>
                  <a:cubicBezTo>
                    <a:pt x="13568" y="3556"/>
                    <a:pt x="13552" y="3529"/>
                    <a:pt x="13536" y="3502"/>
                  </a:cubicBezTo>
                  <a:cubicBezTo>
                    <a:pt x="13529" y="3489"/>
                    <a:pt x="13522" y="3477"/>
                    <a:pt x="13515" y="3464"/>
                  </a:cubicBezTo>
                  <a:cubicBezTo>
                    <a:pt x="13499" y="3437"/>
                    <a:pt x="13483" y="3411"/>
                    <a:pt x="13467" y="3385"/>
                  </a:cubicBezTo>
                  <a:cubicBezTo>
                    <a:pt x="13461" y="3374"/>
                    <a:pt x="13454" y="3364"/>
                    <a:pt x="13447" y="3353"/>
                  </a:cubicBezTo>
                  <a:cubicBezTo>
                    <a:pt x="13418" y="3304"/>
                    <a:pt x="13388" y="3257"/>
                    <a:pt x="13358" y="3209"/>
                  </a:cubicBezTo>
                  <a:cubicBezTo>
                    <a:pt x="13348" y="3195"/>
                    <a:pt x="13338" y="3179"/>
                    <a:pt x="13329" y="3165"/>
                  </a:cubicBezTo>
                  <a:cubicBezTo>
                    <a:pt x="13313" y="3143"/>
                    <a:pt x="13299" y="3120"/>
                    <a:pt x="13283" y="3098"/>
                  </a:cubicBezTo>
                  <a:cubicBezTo>
                    <a:pt x="13272" y="3081"/>
                    <a:pt x="13261" y="3064"/>
                    <a:pt x="13249" y="3046"/>
                  </a:cubicBezTo>
                  <a:cubicBezTo>
                    <a:pt x="13235" y="3025"/>
                    <a:pt x="13219" y="3004"/>
                    <a:pt x="13205" y="2983"/>
                  </a:cubicBezTo>
                  <a:cubicBezTo>
                    <a:pt x="13191" y="2964"/>
                    <a:pt x="13177" y="2945"/>
                    <a:pt x="13163" y="2924"/>
                  </a:cubicBezTo>
                  <a:cubicBezTo>
                    <a:pt x="13144" y="2898"/>
                    <a:pt x="13127" y="2874"/>
                    <a:pt x="13107" y="2849"/>
                  </a:cubicBezTo>
                  <a:cubicBezTo>
                    <a:pt x="13086" y="2821"/>
                    <a:pt x="13066" y="2793"/>
                    <a:pt x="13044" y="2765"/>
                  </a:cubicBezTo>
                  <a:cubicBezTo>
                    <a:pt x="13031" y="2749"/>
                    <a:pt x="13018" y="2731"/>
                    <a:pt x="13004" y="2715"/>
                  </a:cubicBezTo>
                  <a:cubicBezTo>
                    <a:pt x="12987" y="2693"/>
                    <a:pt x="12971" y="2672"/>
                    <a:pt x="12952" y="2651"/>
                  </a:cubicBezTo>
                  <a:cubicBezTo>
                    <a:pt x="12940" y="2633"/>
                    <a:pt x="12925" y="2617"/>
                    <a:pt x="12912" y="2601"/>
                  </a:cubicBezTo>
                  <a:lnTo>
                    <a:pt x="12854" y="2532"/>
                  </a:lnTo>
                  <a:cubicBezTo>
                    <a:pt x="12843" y="2519"/>
                    <a:pt x="12832" y="2504"/>
                    <a:pt x="12820" y="2492"/>
                  </a:cubicBezTo>
                  <a:cubicBezTo>
                    <a:pt x="12791" y="2457"/>
                    <a:pt x="12760" y="2422"/>
                    <a:pt x="12729" y="2388"/>
                  </a:cubicBezTo>
                  <a:lnTo>
                    <a:pt x="12698" y="2353"/>
                  </a:lnTo>
                  <a:cubicBezTo>
                    <a:pt x="12677" y="2328"/>
                    <a:pt x="12653" y="2302"/>
                    <a:pt x="12629" y="2277"/>
                  </a:cubicBezTo>
                  <a:cubicBezTo>
                    <a:pt x="12617" y="2265"/>
                    <a:pt x="12605" y="2251"/>
                    <a:pt x="12592" y="2238"/>
                  </a:cubicBezTo>
                  <a:cubicBezTo>
                    <a:pt x="12569" y="2213"/>
                    <a:pt x="12546" y="2188"/>
                    <a:pt x="12522" y="2164"/>
                  </a:cubicBezTo>
                  <a:cubicBezTo>
                    <a:pt x="12510" y="2152"/>
                    <a:pt x="12500" y="2142"/>
                    <a:pt x="12489" y="2131"/>
                  </a:cubicBezTo>
                  <a:cubicBezTo>
                    <a:pt x="12456" y="2096"/>
                    <a:pt x="12421" y="2063"/>
                    <a:pt x="12386" y="2027"/>
                  </a:cubicBezTo>
                  <a:cubicBezTo>
                    <a:pt x="12379" y="2021"/>
                    <a:pt x="12373" y="2014"/>
                    <a:pt x="12367" y="2009"/>
                  </a:cubicBezTo>
                  <a:lnTo>
                    <a:pt x="12277" y="1924"/>
                  </a:lnTo>
                  <a:cubicBezTo>
                    <a:pt x="12266" y="1914"/>
                    <a:pt x="12254" y="1903"/>
                    <a:pt x="12243" y="1892"/>
                  </a:cubicBezTo>
                  <a:cubicBezTo>
                    <a:pt x="12215" y="1868"/>
                    <a:pt x="12189" y="1843"/>
                    <a:pt x="12163" y="1820"/>
                  </a:cubicBezTo>
                  <a:cubicBezTo>
                    <a:pt x="12151" y="1810"/>
                    <a:pt x="12141" y="1800"/>
                    <a:pt x="12130" y="1790"/>
                  </a:cubicBezTo>
                  <a:cubicBezTo>
                    <a:pt x="12091" y="1756"/>
                    <a:pt x="12054" y="1724"/>
                    <a:pt x="12016" y="1692"/>
                  </a:cubicBezTo>
                  <a:cubicBezTo>
                    <a:pt x="11969" y="1652"/>
                    <a:pt x="11921" y="1614"/>
                    <a:pt x="11874" y="1574"/>
                  </a:cubicBezTo>
                  <a:cubicBezTo>
                    <a:pt x="11858" y="1563"/>
                    <a:pt x="11844" y="1552"/>
                    <a:pt x="11828" y="1538"/>
                  </a:cubicBezTo>
                  <a:cubicBezTo>
                    <a:pt x="11795" y="1513"/>
                    <a:pt x="11761" y="1486"/>
                    <a:pt x="11728" y="1460"/>
                  </a:cubicBezTo>
                  <a:cubicBezTo>
                    <a:pt x="11711" y="1446"/>
                    <a:pt x="11693" y="1434"/>
                    <a:pt x="11677" y="1421"/>
                  </a:cubicBezTo>
                  <a:cubicBezTo>
                    <a:pt x="11643" y="1397"/>
                    <a:pt x="11611" y="1372"/>
                    <a:pt x="11577" y="1347"/>
                  </a:cubicBezTo>
                  <a:cubicBezTo>
                    <a:pt x="11560" y="1336"/>
                    <a:pt x="11544" y="1325"/>
                    <a:pt x="11528" y="1311"/>
                  </a:cubicBezTo>
                  <a:cubicBezTo>
                    <a:pt x="11487" y="1281"/>
                    <a:pt x="11445" y="1253"/>
                    <a:pt x="11403" y="1225"/>
                  </a:cubicBezTo>
                  <a:cubicBezTo>
                    <a:pt x="11395" y="1219"/>
                    <a:pt x="11388" y="1213"/>
                    <a:pt x="11379" y="1208"/>
                  </a:cubicBezTo>
                  <a:cubicBezTo>
                    <a:pt x="11331" y="1175"/>
                    <a:pt x="11281" y="1142"/>
                    <a:pt x="11232" y="1111"/>
                  </a:cubicBezTo>
                  <a:cubicBezTo>
                    <a:pt x="11214" y="1101"/>
                    <a:pt x="11199" y="1090"/>
                    <a:pt x="11182" y="1080"/>
                  </a:cubicBezTo>
                  <a:cubicBezTo>
                    <a:pt x="11147" y="1058"/>
                    <a:pt x="11114" y="1038"/>
                    <a:pt x="11079" y="1017"/>
                  </a:cubicBezTo>
                  <a:lnTo>
                    <a:pt x="11021" y="982"/>
                  </a:lnTo>
                  <a:cubicBezTo>
                    <a:pt x="10988" y="963"/>
                    <a:pt x="10956" y="945"/>
                    <a:pt x="10924" y="925"/>
                  </a:cubicBezTo>
                  <a:cubicBezTo>
                    <a:pt x="10905" y="914"/>
                    <a:pt x="10885" y="904"/>
                    <a:pt x="10864" y="892"/>
                  </a:cubicBezTo>
                  <a:cubicBezTo>
                    <a:pt x="10828" y="872"/>
                    <a:pt x="10792" y="852"/>
                    <a:pt x="10755" y="832"/>
                  </a:cubicBezTo>
                  <a:cubicBezTo>
                    <a:pt x="10740" y="825"/>
                    <a:pt x="10724" y="816"/>
                    <a:pt x="10709" y="809"/>
                  </a:cubicBezTo>
                  <a:cubicBezTo>
                    <a:pt x="10658" y="783"/>
                    <a:pt x="10608" y="757"/>
                    <a:pt x="10558" y="732"/>
                  </a:cubicBezTo>
                  <a:cubicBezTo>
                    <a:pt x="10538" y="723"/>
                    <a:pt x="10519" y="714"/>
                    <a:pt x="10500" y="703"/>
                  </a:cubicBezTo>
                  <a:cubicBezTo>
                    <a:pt x="10466" y="688"/>
                    <a:pt x="10434" y="671"/>
                    <a:pt x="10400" y="657"/>
                  </a:cubicBezTo>
                  <a:cubicBezTo>
                    <a:pt x="10377" y="647"/>
                    <a:pt x="10354" y="636"/>
                    <a:pt x="10332" y="626"/>
                  </a:cubicBezTo>
                  <a:cubicBezTo>
                    <a:pt x="10302" y="614"/>
                    <a:pt x="10271" y="599"/>
                    <a:pt x="10242" y="587"/>
                  </a:cubicBezTo>
                  <a:cubicBezTo>
                    <a:pt x="10218" y="576"/>
                    <a:pt x="10194" y="566"/>
                    <a:pt x="10171" y="556"/>
                  </a:cubicBezTo>
                  <a:lnTo>
                    <a:pt x="10078" y="517"/>
                  </a:lnTo>
                  <a:cubicBezTo>
                    <a:pt x="10054" y="507"/>
                    <a:pt x="10033" y="499"/>
                    <a:pt x="10010" y="490"/>
                  </a:cubicBezTo>
                  <a:cubicBezTo>
                    <a:pt x="9960" y="470"/>
                    <a:pt x="9910" y="451"/>
                    <a:pt x="9860" y="433"/>
                  </a:cubicBezTo>
                  <a:cubicBezTo>
                    <a:pt x="9835" y="424"/>
                    <a:pt x="9811" y="417"/>
                    <a:pt x="9786" y="407"/>
                  </a:cubicBezTo>
                  <a:cubicBezTo>
                    <a:pt x="9758" y="397"/>
                    <a:pt x="9728" y="387"/>
                    <a:pt x="9700" y="377"/>
                  </a:cubicBezTo>
                  <a:cubicBezTo>
                    <a:pt x="9672" y="368"/>
                    <a:pt x="9646" y="360"/>
                    <a:pt x="9618" y="350"/>
                  </a:cubicBezTo>
                  <a:cubicBezTo>
                    <a:pt x="9592" y="341"/>
                    <a:pt x="9564" y="334"/>
                    <a:pt x="9538" y="325"/>
                  </a:cubicBezTo>
                  <a:cubicBezTo>
                    <a:pt x="9510" y="315"/>
                    <a:pt x="9482" y="306"/>
                    <a:pt x="9454" y="299"/>
                  </a:cubicBezTo>
                  <a:cubicBezTo>
                    <a:pt x="9428" y="291"/>
                    <a:pt x="9402" y="283"/>
                    <a:pt x="9377" y="277"/>
                  </a:cubicBezTo>
                  <a:cubicBezTo>
                    <a:pt x="9347" y="269"/>
                    <a:pt x="9319" y="260"/>
                    <a:pt x="9290" y="252"/>
                  </a:cubicBezTo>
                  <a:cubicBezTo>
                    <a:pt x="9265" y="246"/>
                    <a:pt x="9242" y="239"/>
                    <a:pt x="9217" y="233"/>
                  </a:cubicBezTo>
                  <a:cubicBezTo>
                    <a:pt x="9161" y="218"/>
                    <a:pt x="9104" y="205"/>
                    <a:pt x="9048" y="191"/>
                  </a:cubicBezTo>
                  <a:cubicBezTo>
                    <a:pt x="9026" y="185"/>
                    <a:pt x="9005" y="180"/>
                    <a:pt x="8981" y="175"/>
                  </a:cubicBezTo>
                  <a:cubicBezTo>
                    <a:pt x="8949" y="167"/>
                    <a:pt x="8917" y="161"/>
                    <a:pt x="8885" y="154"/>
                  </a:cubicBezTo>
                  <a:cubicBezTo>
                    <a:pt x="8862" y="149"/>
                    <a:pt x="8841" y="145"/>
                    <a:pt x="8819" y="140"/>
                  </a:cubicBezTo>
                  <a:cubicBezTo>
                    <a:pt x="8787" y="134"/>
                    <a:pt x="8753" y="128"/>
                    <a:pt x="8721" y="120"/>
                  </a:cubicBezTo>
                  <a:cubicBezTo>
                    <a:pt x="8700" y="117"/>
                    <a:pt x="8680" y="113"/>
                    <a:pt x="8658" y="109"/>
                  </a:cubicBezTo>
                  <a:cubicBezTo>
                    <a:pt x="8624" y="103"/>
                    <a:pt x="8589" y="98"/>
                    <a:pt x="8556" y="91"/>
                  </a:cubicBezTo>
                  <a:cubicBezTo>
                    <a:pt x="8541" y="88"/>
                    <a:pt x="8527" y="87"/>
                    <a:pt x="8514" y="84"/>
                  </a:cubicBezTo>
                  <a:cubicBezTo>
                    <a:pt x="8438" y="73"/>
                    <a:pt x="8364" y="63"/>
                    <a:pt x="8289" y="53"/>
                  </a:cubicBezTo>
                  <a:cubicBezTo>
                    <a:pt x="8276" y="52"/>
                    <a:pt x="8263" y="50"/>
                    <a:pt x="8250" y="48"/>
                  </a:cubicBezTo>
                  <a:lnTo>
                    <a:pt x="8142" y="37"/>
                  </a:lnTo>
                  <a:cubicBezTo>
                    <a:pt x="8123" y="36"/>
                    <a:pt x="8106" y="33"/>
                    <a:pt x="8086" y="32"/>
                  </a:cubicBezTo>
                  <a:cubicBezTo>
                    <a:pt x="8050" y="27"/>
                    <a:pt x="8015" y="25"/>
                    <a:pt x="7979" y="22"/>
                  </a:cubicBezTo>
                  <a:lnTo>
                    <a:pt x="7925" y="19"/>
                  </a:lnTo>
                  <a:cubicBezTo>
                    <a:pt x="7887" y="16"/>
                    <a:pt x="7851" y="14"/>
                    <a:pt x="7814" y="11"/>
                  </a:cubicBezTo>
                  <a:cubicBezTo>
                    <a:pt x="7802" y="11"/>
                    <a:pt x="7791" y="10"/>
                    <a:pt x="7778" y="10"/>
                  </a:cubicBezTo>
                  <a:cubicBezTo>
                    <a:pt x="7689" y="6"/>
                    <a:pt x="7601" y="2"/>
                    <a:pt x="7512" y="1"/>
                  </a:cubicBezTo>
                  <a:lnTo>
                    <a:pt x="7510" y="1"/>
                  </a:lnTo>
                  <a:cubicBezTo>
                    <a:pt x="7482" y="0"/>
                    <a:pt x="7454" y="0"/>
                    <a:pt x="7426" y="0"/>
                  </a:cubicBezTo>
                  <a:close/>
                </a:path>
              </a:pathLst>
            </a:custGeom>
            <a:solidFill>
              <a:srgbClr val="FFFFFF"/>
            </a:solidFill>
            <a:ln cap="flat" cmpd="sng" w="76200">
              <a:solidFill>
                <a:srgbClr val="FFFFFF"/>
              </a:solidFill>
              <a:prstDash val="solid"/>
              <a:round/>
              <a:headEnd len="sm" w="sm" type="none"/>
              <a:tailEnd len="sm" w="sm" type="none"/>
            </a:ln>
            <a:effectLst>
              <a:outerShdw blurRad="57150" rotWithShape="0" algn="bl" dir="2400000" dist="19050">
                <a:srgbClr val="020001">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4" name="Google Shape;11274;p144"/>
            <p:cNvGrpSpPr/>
            <p:nvPr/>
          </p:nvGrpSpPr>
          <p:grpSpPr>
            <a:xfrm>
              <a:off x="-2755275" y="2288138"/>
              <a:ext cx="365275" cy="354875"/>
              <a:chOff x="-2755275" y="1020175"/>
              <a:chExt cx="365275" cy="354875"/>
            </a:xfrm>
          </p:grpSpPr>
          <p:sp>
            <p:nvSpPr>
              <p:cNvPr id="11275" name="Google Shape;11275;p144"/>
              <p:cNvSpPr/>
              <p:nvPr/>
            </p:nvSpPr>
            <p:spPr>
              <a:xfrm>
                <a:off x="-2755275" y="1020300"/>
                <a:ext cx="365275" cy="354750"/>
              </a:xfrm>
              <a:custGeom>
                <a:rect b="b" l="l" r="r" t="t"/>
                <a:pathLst>
                  <a:path extrusionOk="0" h="14190" w="14611">
                    <a:moveTo>
                      <a:pt x="7309" y="1"/>
                    </a:moveTo>
                    <a:cubicBezTo>
                      <a:pt x="6963" y="1"/>
                      <a:pt x="6616" y="26"/>
                      <a:pt x="6269" y="77"/>
                    </a:cubicBezTo>
                    <a:cubicBezTo>
                      <a:pt x="4405" y="353"/>
                      <a:pt x="2726" y="1356"/>
                      <a:pt x="1602" y="2867"/>
                    </a:cubicBezTo>
                    <a:cubicBezTo>
                      <a:pt x="477" y="4378"/>
                      <a:pt x="0" y="6273"/>
                      <a:pt x="275" y="8134"/>
                    </a:cubicBezTo>
                    <a:cubicBezTo>
                      <a:pt x="550" y="9995"/>
                      <a:pt x="1554" y="11671"/>
                      <a:pt x="3067" y="12792"/>
                    </a:cubicBezTo>
                    <a:cubicBezTo>
                      <a:pt x="4299" y="13705"/>
                      <a:pt x="5786" y="14190"/>
                      <a:pt x="7303" y="14190"/>
                    </a:cubicBezTo>
                    <a:cubicBezTo>
                      <a:pt x="7649" y="14190"/>
                      <a:pt x="7996" y="14165"/>
                      <a:pt x="8342" y="14114"/>
                    </a:cubicBezTo>
                    <a:cubicBezTo>
                      <a:pt x="10206" y="13838"/>
                      <a:pt x="11885" y="12834"/>
                      <a:pt x="13009" y="11323"/>
                    </a:cubicBezTo>
                    <a:cubicBezTo>
                      <a:pt x="14134" y="9813"/>
                      <a:pt x="14611" y="7919"/>
                      <a:pt x="14336" y="6057"/>
                    </a:cubicBezTo>
                    <a:cubicBezTo>
                      <a:pt x="14061" y="4196"/>
                      <a:pt x="13057" y="2520"/>
                      <a:pt x="11544" y="1399"/>
                    </a:cubicBezTo>
                    <a:cubicBezTo>
                      <a:pt x="10312" y="486"/>
                      <a:pt x="8826" y="1"/>
                      <a:pt x="7309" y="1"/>
                    </a:cubicBezTo>
                    <a:close/>
                  </a:path>
                </a:pathLst>
              </a:custGeom>
              <a:solidFill>
                <a:srgbClr val="020001">
                  <a:alpha val="8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144"/>
              <p:cNvSpPr/>
              <p:nvPr/>
            </p:nvSpPr>
            <p:spPr>
              <a:xfrm>
                <a:off x="-2737000" y="1020175"/>
                <a:ext cx="333050" cy="354175"/>
              </a:xfrm>
              <a:custGeom>
                <a:rect b="b" l="l" r="r" t="t"/>
                <a:pathLst>
                  <a:path extrusionOk="0" h="14167" w="13322">
                    <a:moveTo>
                      <a:pt x="6666" y="1"/>
                    </a:moveTo>
                    <a:cubicBezTo>
                      <a:pt x="7261" y="1957"/>
                      <a:pt x="9045" y="4031"/>
                      <a:pt x="8004" y="5732"/>
                    </a:cubicBezTo>
                    <a:cubicBezTo>
                      <a:pt x="7455" y="6679"/>
                      <a:pt x="5887" y="6312"/>
                      <a:pt x="4707" y="6870"/>
                    </a:cubicBezTo>
                    <a:cubicBezTo>
                      <a:pt x="3864" y="7282"/>
                      <a:pt x="2917" y="7215"/>
                      <a:pt x="1977" y="7552"/>
                    </a:cubicBezTo>
                    <a:cubicBezTo>
                      <a:pt x="1852" y="7618"/>
                      <a:pt x="1688" y="7736"/>
                      <a:pt x="1661" y="7875"/>
                    </a:cubicBezTo>
                    <a:cubicBezTo>
                      <a:pt x="1485" y="8790"/>
                      <a:pt x="998" y="9759"/>
                      <a:pt x="1" y="9771"/>
                    </a:cubicBezTo>
                    <a:cubicBezTo>
                      <a:pt x="418" y="10808"/>
                      <a:pt x="1082" y="11755"/>
                      <a:pt x="1978" y="12514"/>
                    </a:cubicBezTo>
                    <a:cubicBezTo>
                      <a:pt x="3132" y="13489"/>
                      <a:pt x="4491" y="14031"/>
                      <a:pt x="5871" y="14166"/>
                    </a:cubicBezTo>
                    <a:cubicBezTo>
                      <a:pt x="5795" y="13857"/>
                      <a:pt x="5741" y="13544"/>
                      <a:pt x="5707" y="13228"/>
                    </a:cubicBezTo>
                    <a:cubicBezTo>
                      <a:pt x="5686" y="13035"/>
                      <a:pt x="5674" y="12840"/>
                      <a:pt x="5666" y="12644"/>
                    </a:cubicBezTo>
                    <a:cubicBezTo>
                      <a:pt x="5454" y="11329"/>
                      <a:pt x="4520" y="10317"/>
                      <a:pt x="3963" y="9106"/>
                    </a:cubicBezTo>
                    <a:cubicBezTo>
                      <a:pt x="3466" y="8021"/>
                      <a:pt x="5191" y="7867"/>
                      <a:pt x="5960" y="7847"/>
                    </a:cubicBezTo>
                    <a:cubicBezTo>
                      <a:pt x="6062" y="7842"/>
                      <a:pt x="6159" y="7839"/>
                      <a:pt x="6250" y="7839"/>
                    </a:cubicBezTo>
                    <a:cubicBezTo>
                      <a:pt x="6432" y="7839"/>
                      <a:pt x="6594" y="7849"/>
                      <a:pt x="6737" y="7868"/>
                    </a:cubicBezTo>
                    <a:cubicBezTo>
                      <a:pt x="7110" y="8043"/>
                      <a:pt x="7463" y="8121"/>
                      <a:pt x="7797" y="8121"/>
                    </a:cubicBezTo>
                    <a:cubicBezTo>
                      <a:pt x="9183" y="8121"/>
                      <a:pt x="10232" y="6778"/>
                      <a:pt x="10965" y="5460"/>
                    </a:cubicBezTo>
                    <a:cubicBezTo>
                      <a:pt x="11079" y="5306"/>
                      <a:pt x="11280" y="5137"/>
                      <a:pt x="11530" y="5112"/>
                    </a:cubicBezTo>
                    <a:cubicBezTo>
                      <a:pt x="11739" y="5045"/>
                      <a:pt x="11958" y="5004"/>
                      <a:pt x="12180" y="4975"/>
                    </a:cubicBezTo>
                    <a:cubicBezTo>
                      <a:pt x="12499" y="4932"/>
                      <a:pt x="12819" y="4911"/>
                      <a:pt x="13140" y="4911"/>
                    </a:cubicBezTo>
                    <a:cubicBezTo>
                      <a:pt x="13200" y="4911"/>
                      <a:pt x="13261" y="4912"/>
                      <a:pt x="13322" y="4913"/>
                    </a:cubicBezTo>
                    <a:cubicBezTo>
                      <a:pt x="12928" y="3688"/>
                      <a:pt x="12203" y="2562"/>
                      <a:pt x="11170" y="1688"/>
                    </a:cubicBezTo>
                    <a:cubicBezTo>
                      <a:pt x="9846" y="569"/>
                      <a:pt x="8251" y="19"/>
                      <a:pt x="6666" y="1"/>
                    </a:cubicBezTo>
                    <a:close/>
                  </a:path>
                </a:pathLst>
              </a:custGeom>
              <a:solidFill>
                <a:srgbClr val="0200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144"/>
              <p:cNvSpPr/>
              <p:nvPr/>
            </p:nvSpPr>
            <p:spPr>
              <a:xfrm>
                <a:off x="-2664450" y="1114125"/>
                <a:ext cx="175325" cy="167025"/>
              </a:xfrm>
              <a:custGeom>
                <a:rect b="b" l="l" r="r" t="t"/>
                <a:pathLst>
                  <a:path extrusionOk="0" h="6681" w="7013">
                    <a:moveTo>
                      <a:pt x="3684" y="0"/>
                    </a:moveTo>
                    <a:cubicBezTo>
                      <a:pt x="2827" y="0"/>
                      <a:pt x="1968" y="328"/>
                      <a:pt x="1312" y="984"/>
                    </a:cubicBezTo>
                    <a:cubicBezTo>
                      <a:pt x="5" y="2290"/>
                      <a:pt x="1" y="4406"/>
                      <a:pt x="1302" y="5707"/>
                    </a:cubicBezTo>
                    <a:cubicBezTo>
                      <a:pt x="1926" y="6331"/>
                      <a:pt x="2772" y="6681"/>
                      <a:pt x="3654" y="6681"/>
                    </a:cubicBezTo>
                    <a:cubicBezTo>
                      <a:pt x="3657" y="6681"/>
                      <a:pt x="3660" y="6681"/>
                      <a:pt x="3662" y="6681"/>
                    </a:cubicBezTo>
                    <a:cubicBezTo>
                      <a:pt x="4549" y="6679"/>
                      <a:pt x="5399" y="6326"/>
                      <a:pt x="6026" y="5697"/>
                    </a:cubicBezTo>
                    <a:cubicBezTo>
                      <a:pt x="6654" y="5070"/>
                      <a:pt x="7008" y="4219"/>
                      <a:pt x="7010" y="3334"/>
                    </a:cubicBezTo>
                    <a:cubicBezTo>
                      <a:pt x="7012" y="2447"/>
                      <a:pt x="6661" y="1599"/>
                      <a:pt x="6037" y="974"/>
                    </a:cubicBezTo>
                    <a:cubicBezTo>
                      <a:pt x="5388" y="324"/>
                      <a:pt x="4536" y="0"/>
                      <a:pt x="3684" y="0"/>
                    </a:cubicBezTo>
                    <a:close/>
                  </a:path>
                </a:pathLst>
              </a:custGeom>
              <a:solidFill>
                <a:srgbClr val="A1C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144"/>
              <p:cNvSpPr/>
              <p:nvPr/>
            </p:nvSpPr>
            <p:spPr>
              <a:xfrm>
                <a:off x="-2591150" y="1181150"/>
                <a:ext cx="36925" cy="32975"/>
              </a:xfrm>
              <a:custGeom>
                <a:rect b="b" l="l" r="r" t="t"/>
                <a:pathLst>
                  <a:path extrusionOk="0" h="1319" w="1477">
                    <a:moveTo>
                      <a:pt x="738" y="0"/>
                    </a:moveTo>
                    <a:cubicBezTo>
                      <a:pt x="326" y="0"/>
                      <a:pt x="1" y="381"/>
                      <a:pt x="96" y="810"/>
                    </a:cubicBezTo>
                    <a:cubicBezTo>
                      <a:pt x="150" y="1052"/>
                      <a:pt x="345" y="1247"/>
                      <a:pt x="588" y="1302"/>
                    </a:cubicBezTo>
                    <a:cubicBezTo>
                      <a:pt x="639" y="1313"/>
                      <a:pt x="689" y="1319"/>
                      <a:pt x="738" y="1319"/>
                    </a:cubicBezTo>
                    <a:cubicBezTo>
                      <a:pt x="1151" y="1319"/>
                      <a:pt x="1476" y="937"/>
                      <a:pt x="1380" y="508"/>
                    </a:cubicBezTo>
                    <a:cubicBezTo>
                      <a:pt x="1327" y="266"/>
                      <a:pt x="1132" y="71"/>
                      <a:pt x="889" y="17"/>
                    </a:cubicBezTo>
                    <a:cubicBezTo>
                      <a:pt x="838" y="6"/>
                      <a:pt x="787" y="0"/>
                      <a:pt x="7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79" name="Google Shape;11279;p144"/>
          <p:cNvGrpSpPr/>
          <p:nvPr/>
        </p:nvGrpSpPr>
        <p:grpSpPr>
          <a:xfrm>
            <a:off x="1453476" y="707865"/>
            <a:ext cx="606934" cy="489723"/>
            <a:chOff x="-1636175" y="409550"/>
            <a:chExt cx="448750" cy="362088"/>
          </a:xfrm>
        </p:grpSpPr>
        <p:sp>
          <p:nvSpPr>
            <p:cNvPr id="11280" name="Google Shape;11280;p144"/>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rgbClr val="FFFFFF"/>
            </a:solidFill>
            <a:ln cap="flat" cmpd="sng" w="76200">
              <a:solidFill>
                <a:srgbClr val="FFFFFF"/>
              </a:solidFill>
              <a:prstDash val="solid"/>
              <a:round/>
              <a:headEnd len="sm" w="sm" type="none"/>
              <a:tailEnd len="sm" w="sm" type="none"/>
            </a:ln>
            <a:effectLst>
              <a:outerShdw blurRad="57150" rotWithShape="0" algn="bl" dir="2400000" dist="19050">
                <a:srgbClr val="020001">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144"/>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rgbClr val="A1C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5" name="Shape 11285"/>
        <p:cNvGrpSpPr/>
        <p:nvPr/>
      </p:nvGrpSpPr>
      <p:grpSpPr>
        <a:xfrm>
          <a:off x="0" y="0"/>
          <a:ext cx="0" cy="0"/>
          <a:chOff x="0" y="0"/>
          <a:chExt cx="0" cy="0"/>
        </a:xfrm>
      </p:grpSpPr>
      <p:grpSp>
        <p:nvGrpSpPr>
          <p:cNvPr id="11286" name="Google Shape;11286;p145"/>
          <p:cNvGrpSpPr/>
          <p:nvPr/>
        </p:nvGrpSpPr>
        <p:grpSpPr>
          <a:xfrm>
            <a:off x="7365608" y="3360249"/>
            <a:ext cx="1684525" cy="1629024"/>
            <a:chOff x="-4685648" y="4235468"/>
            <a:chExt cx="778251" cy="752644"/>
          </a:xfrm>
        </p:grpSpPr>
        <p:sp>
          <p:nvSpPr>
            <p:cNvPr id="11287" name="Google Shape;11287;p145"/>
            <p:cNvSpPr/>
            <p:nvPr/>
          </p:nvSpPr>
          <p:spPr>
            <a:xfrm>
              <a:off x="-4685648" y="4235519"/>
              <a:ext cx="772057" cy="752339"/>
            </a:xfrm>
            <a:custGeom>
              <a:rect b="b" l="l" r="r" t="t"/>
              <a:pathLst>
                <a:path extrusionOk="0" h="7402" w="7596">
                  <a:moveTo>
                    <a:pt x="772" y="5598"/>
                  </a:moveTo>
                  <a:lnTo>
                    <a:pt x="772" y="5627"/>
                  </a:lnTo>
                  <a:lnTo>
                    <a:pt x="772" y="6804"/>
                  </a:lnTo>
                  <a:lnTo>
                    <a:pt x="772" y="6895"/>
                  </a:lnTo>
                  <a:cubicBezTo>
                    <a:pt x="414" y="6895"/>
                    <a:pt x="124" y="6604"/>
                    <a:pt x="124" y="6247"/>
                  </a:cubicBezTo>
                  <a:cubicBezTo>
                    <a:pt x="124" y="5890"/>
                    <a:pt x="414" y="5598"/>
                    <a:pt x="772" y="5598"/>
                  </a:cubicBezTo>
                  <a:close/>
                  <a:moveTo>
                    <a:pt x="1954" y="1"/>
                  </a:moveTo>
                  <a:cubicBezTo>
                    <a:pt x="1806" y="1"/>
                    <a:pt x="1682" y="98"/>
                    <a:pt x="1640" y="231"/>
                  </a:cubicBezTo>
                  <a:lnTo>
                    <a:pt x="1135" y="231"/>
                  </a:lnTo>
                  <a:cubicBezTo>
                    <a:pt x="934" y="231"/>
                    <a:pt x="772" y="393"/>
                    <a:pt x="772" y="594"/>
                  </a:cubicBezTo>
                  <a:lnTo>
                    <a:pt x="772" y="759"/>
                  </a:lnTo>
                  <a:lnTo>
                    <a:pt x="772" y="934"/>
                  </a:lnTo>
                  <a:lnTo>
                    <a:pt x="772" y="1274"/>
                  </a:lnTo>
                  <a:lnTo>
                    <a:pt x="772" y="2450"/>
                  </a:lnTo>
                  <a:lnTo>
                    <a:pt x="772" y="3698"/>
                  </a:lnTo>
                  <a:lnTo>
                    <a:pt x="772" y="4379"/>
                  </a:lnTo>
                  <a:lnTo>
                    <a:pt x="772" y="5478"/>
                  </a:lnTo>
                  <a:cubicBezTo>
                    <a:pt x="346" y="5478"/>
                    <a:pt x="0" y="5823"/>
                    <a:pt x="0" y="6248"/>
                  </a:cubicBezTo>
                  <a:cubicBezTo>
                    <a:pt x="0" y="6672"/>
                    <a:pt x="346" y="7017"/>
                    <a:pt x="772" y="7017"/>
                  </a:cubicBezTo>
                  <a:lnTo>
                    <a:pt x="772" y="7087"/>
                  </a:lnTo>
                  <a:cubicBezTo>
                    <a:pt x="772" y="7262"/>
                    <a:pt x="912" y="7401"/>
                    <a:pt x="1085" y="7401"/>
                  </a:cubicBezTo>
                  <a:lnTo>
                    <a:pt x="5435" y="7401"/>
                  </a:lnTo>
                  <a:cubicBezTo>
                    <a:pt x="5608" y="7401"/>
                    <a:pt x="5748" y="7260"/>
                    <a:pt x="5748" y="7087"/>
                  </a:cubicBezTo>
                  <a:lnTo>
                    <a:pt x="5748" y="5639"/>
                  </a:lnTo>
                  <a:lnTo>
                    <a:pt x="5748" y="5420"/>
                  </a:lnTo>
                  <a:cubicBezTo>
                    <a:pt x="5881" y="5378"/>
                    <a:pt x="5978" y="5253"/>
                    <a:pt x="5978" y="5106"/>
                  </a:cubicBezTo>
                  <a:lnTo>
                    <a:pt x="5978" y="4941"/>
                  </a:lnTo>
                  <a:cubicBezTo>
                    <a:pt x="5978" y="4793"/>
                    <a:pt x="5881" y="4669"/>
                    <a:pt x="5748" y="4627"/>
                  </a:cubicBezTo>
                  <a:lnTo>
                    <a:pt x="5748" y="4346"/>
                  </a:lnTo>
                  <a:cubicBezTo>
                    <a:pt x="5881" y="4305"/>
                    <a:pt x="5978" y="4179"/>
                    <a:pt x="5978" y="4033"/>
                  </a:cubicBezTo>
                  <a:lnTo>
                    <a:pt x="5978" y="3868"/>
                  </a:lnTo>
                  <a:cubicBezTo>
                    <a:pt x="5978" y="3720"/>
                    <a:pt x="5881" y="3596"/>
                    <a:pt x="5748" y="3554"/>
                  </a:cubicBezTo>
                  <a:lnTo>
                    <a:pt x="5748" y="3332"/>
                  </a:lnTo>
                  <a:lnTo>
                    <a:pt x="5748" y="3063"/>
                  </a:lnTo>
                  <a:lnTo>
                    <a:pt x="6329" y="2698"/>
                  </a:lnTo>
                  <a:cubicBezTo>
                    <a:pt x="6345" y="2728"/>
                    <a:pt x="6376" y="2744"/>
                    <a:pt x="6407" y="2744"/>
                  </a:cubicBezTo>
                  <a:cubicBezTo>
                    <a:pt x="6412" y="2744"/>
                    <a:pt x="6417" y="2744"/>
                    <a:pt x="6422" y="2743"/>
                  </a:cubicBezTo>
                  <a:cubicBezTo>
                    <a:pt x="6577" y="2717"/>
                    <a:pt x="7031" y="2623"/>
                    <a:pt x="7419" y="2335"/>
                  </a:cubicBezTo>
                  <a:cubicBezTo>
                    <a:pt x="7497" y="2277"/>
                    <a:pt x="7550" y="2198"/>
                    <a:pt x="7576" y="2112"/>
                  </a:cubicBezTo>
                  <a:lnTo>
                    <a:pt x="7576" y="2113"/>
                  </a:lnTo>
                  <a:cubicBezTo>
                    <a:pt x="7584" y="2089"/>
                    <a:pt x="7589" y="2067"/>
                    <a:pt x="7591" y="2042"/>
                  </a:cubicBezTo>
                  <a:lnTo>
                    <a:pt x="7591" y="2041"/>
                  </a:lnTo>
                  <a:lnTo>
                    <a:pt x="7596" y="2002"/>
                  </a:lnTo>
                  <a:lnTo>
                    <a:pt x="7596" y="1996"/>
                  </a:lnTo>
                  <a:lnTo>
                    <a:pt x="7596" y="1957"/>
                  </a:lnTo>
                  <a:lnTo>
                    <a:pt x="7596" y="1954"/>
                  </a:lnTo>
                  <a:lnTo>
                    <a:pt x="7591" y="1916"/>
                  </a:lnTo>
                  <a:lnTo>
                    <a:pt x="7591" y="1912"/>
                  </a:lnTo>
                  <a:lnTo>
                    <a:pt x="7584" y="1873"/>
                  </a:lnTo>
                  <a:cubicBezTo>
                    <a:pt x="7584" y="1872"/>
                    <a:pt x="7583" y="1871"/>
                    <a:pt x="7583" y="1868"/>
                  </a:cubicBezTo>
                  <a:cubicBezTo>
                    <a:pt x="7575" y="1841"/>
                    <a:pt x="7566" y="1815"/>
                    <a:pt x="7553" y="1790"/>
                  </a:cubicBezTo>
                  <a:cubicBezTo>
                    <a:pt x="7553" y="1789"/>
                    <a:pt x="7552" y="1788"/>
                    <a:pt x="7552" y="1788"/>
                  </a:cubicBezTo>
                  <a:cubicBezTo>
                    <a:pt x="7545" y="1775"/>
                    <a:pt x="7539" y="1763"/>
                    <a:pt x="7532" y="1752"/>
                  </a:cubicBezTo>
                  <a:cubicBezTo>
                    <a:pt x="7529" y="1751"/>
                    <a:pt x="7529" y="1749"/>
                    <a:pt x="7528" y="1748"/>
                  </a:cubicBezTo>
                  <a:cubicBezTo>
                    <a:pt x="7521" y="1737"/>
                    <a:pt x="7513" y="1723"/>
                    <a:pt x="7504" y="1713"/>
                  </a:cubicBezTo>
                  <a:cubicBezTo>
                    <a:pt x="7419" y="1605"/>
                    <a:pt x="7289" y="1547"/>
                    <a:pt x="7158" y="1547"/>
                  </a:cubicBezTo>
                  <a:cubicBezTo>
                    <a:pt x="7117" y="1547"/>
                    <a:pt x="7075" y="1553"/>
                    <a:pt x="7034" y="1565"/>
                  </a:cubicBezTo>
                  <a:cubicBezTo>
                    <a:pt x="6991" y="1578"/>
                    <a:pt x="6948" y="1597"/>
                    <a:pt x="6908" y="1624"/>
                  </a:cubicBezTo>
                  <a:cubicBezTo>
                    <a:pt x="6907" y="1625"/>
                    <a:pt x="6904" y="1627"/>
                    <a:pt x="6903" y="1628"/>
                  </a:cubicBezTo>
                  <a:cubicBezTo>
                    <a:pt x="6895" y="1633"/>
                    <a:pt x="6889" y="1638"/>
                    <a:pt x="6882" y="1645"/>
                  </a:cubicBezTo>
                  <a:cubicBezTo>
                    <a:pt x="6878" y="1648"/>
                    <a:pt x="6876" y="1650"/>
                    <a:pt x="6873" y="1653"/>
                  </a:cubicBezTo>
                  <a:cubicBezTo>
                    <a:pt x="6867" y="1658"/>
                    <a:pt x="6862" y="1663"/>
                    <a:pt x="6857" y="1668"/>
                  </a:cubicBezTo>
                  <a:lnTo>
                    <a:pt x="6848" y="1676"/>
                  </a:lnTo>
                  <a:cubicBezTo>
                    <a:pt x="6841" y="1684"/>
                    <a:pt x="6833" y="1691"/>
                    <a:pt x="6827" y="1699"/>
                  </a:cubicBezTo>
                  <a:cubicBezTo>
                    <a:pt x="6826" y="1700"/>
                    <a:pt x="6825" y="1702"/>
                    <a:pt x="6823" y="1705"/>
                  </a:cubicBezTo>
                  <a:cubicBezTo>
                    <a:pt x="6817" y="1711"/>
                    <a:pt x="6811" y="1718"/>
                    <a:pt x="6806" y="1725"/>
                  </a:cubicBezTo>
                  <a:cubicBezTo>
                    <a:pt x="6805" y="1727"/>
                    <a:pt x="6802" y="1730"/>
                    <a:pt x="6801" y="1732"/>
                  </a:cubicBezTo>
                  <a:lnTo>
                    <a:pt x="6785" y="1756"/>
                  </a:lnTo>
                  <a:cubicBezTo>
                    <a:pt x="6784" y="1757"/>
                    <a:pt x="6783" y="1758"/>
                    <a:pt x="6783" y="1761"/>
                  </a:cubicBezTo>
                  <a:cubicBezTo>
                    <a:pt x="6778" y="1770"/>
                    <a:pt x="6773" y="1780"/>
                    <a:pt x="6768" y="1789"/>
                  </a:cubicBezTo>
                  <a:lnTo>
                    <a:pt x="6764" y="1797"/>
                  </a:lnTo>
                  <a:cubicBezTo>
                    <a:pt x="6760" y="1804"/>
                    <a:pt x="6758" y="1811"/>
                    <a:pt x="6754" y="1819"/>
                  </a:cubicBezTo>
                  <a:cubicBezTo>
                    <a:pt x="6753" y="1823"/>
                    <a:pt x="6752" y="1825"/>
                    <a:pt x="6750" y="1829"/>
                  </a:cubicBezTo>
                  <a:lnTo>
                    <a:pt x="6743" y="1852"/>
                  </a:lnTo>
                  <a:lnTo>
                    <a:pt x="6739" y="1868"/>
                  </a:lnTo>
                  <a:cubicBezTo>
                    <a:pt x="6738" y="1875"/>
                    <a:pt x="6735" y="1880"/>
                    <a:pt x="6734" y="1886"/>
                  </a:cubicBezTo>
                  <a:cubicBezTo>
                    <a:pt x="6733" y="1891"/>
                    <a:pt x="6732" y="1898"/>
                    <a:pt x="6730" y="1903"/>
                  </a:cubicBezTo>
                  <a:cubicBezTo>
                    <a:pt x="6729" y="1907"/>
                    <a:pt x="6729" y="1911"/>
                    <a:pt x="6729" y="1914"/>
                  </a:cubicBezTo>
                  <a:cubicBezTo>
                    <a:pt x="6717" y="1989"/>
                    <a:pt x="6723" y="2068"/>
                    <a:pt x="6752" y="2141"/>
                  </a:cubicBezTo>
                  <a:cubicBezTo>
                    <a:pt x="6778" y="2208"/>
                    <a:pt x="6754" y="2285"/>
                    <a:pt x="6697" y="2329"/>
                  </a:cubicBezTo>
                  <a:lnTo>
                    <a:pt x="6361" y="2578"/>
                  </a:lnTo>
                  <a:cubicBezTo>
                    <a:pt x="6329" y="2602"/>
                    <a:pt x="6312" y="2645"/>
                    <a:pt x="6325" y="2682"/>
                  </a:cubicBezTo>
                  <a:cubicBezTo>
                    <a:pt x="6228" y="2718"/>
                    <a:pt x="6035" y="2806"/>
                    <a:pt x="5752" y="3007"/>
                  </a:cubicBezTo>
                  <a:lnTo>
                    <a:pt x="5752" y="2285"/>
                  </a:lnTo>
                  <a:cubicBezTo>
                    <a:pt x="6018" y="2123"/>
                    <a:pt x="6141" y="1955"/>
                    <a:pt x="6193" y="1867"/>
                  </a:cubicBezTo>
                  <a:cubicBezTo>
                    <a:pt x="6206" y="1872"/>
                    <a:pt x="6219" y="1875"/>
                    <a:pt x="6232" y="1875"/>
                  </a:cubicBezTo>
                  <a:cubicBezTo>
                    <a:pt x="6256" y="1875"/>
                    <a:pt x="6279" y="1866"/>
                    <a:pt x="6296" y="1849"/>
                  </a:cubicBezTo>
                  <a:cubicBezTo>
                    <a:pt x="6408" y="1738"/>
                    <a:pt x="6721" y="1396"/>
                    <a:pt x="6869" y="937"/>
                  </a:cubicBezTo>
                  <a:cubicBezTo>
                    <a:pt x="6899" y="844"/>
                    <a:pt x="6897" y="748"/>
                    <a:pt x="6867" y="663"/>
                  </a:cubicBezTo>
                  <a:lnTo>
                    <a:pt x="6867" y="663"/>
                  </a:lnTo>
                  <a:lnTo>
                    <a:pt x="6868" y="664"/>
                  </a:lnTo>
                  <a:cubicBezTo>
                    <a:pt x="6861" y="642"/>
                    <a:pt x="6851" y="619"/>
                    <a:pt x="6840" y="597"/>
                  </a:cubicBezTo>
                  <a:cubicBezTo>
                    <a:pt x="6840" y="597"/>
                    <a:pt x="6840" y="596"/>
                    <a:pt x="6838" y="596"/>
                  </a:cubicBezTo>
                  <a:cubicBezTo>
                    <a:pt x="6832" y="585"/>
                    <a:pt x="6826" y="572"/>
                    <a:pt x="6817" y="562"/>
                  </a:cubicBezTo>
                  <a:cubicBezTo>
                    <a:pt x="6816" y="561"/>
                    <a:pt x="6815" y="559"/>
                    <a:pt x="6814" y="557"/>
                  </a:cubicBezTo>
                  <a:cubicBezTo>
                    <a:pt x="6806" y="547"/>
                    <a:pt x="6799" y="535"/>
                    <a:pt x="6791" y="526"/>
                  </a:cubicBezTo>
                  <a:lnTo>
                    <a:pt x="6790" y="525"/>
                  </a:lnTo>
                  <a:cubicBezTo>
                    <a:pt x="6781" y="515"/>
                    <a:pt x="6773" y="505"/>
                    <a:pt x="6764" y="497"/>
                  </a:cubicBezTo>
                  <a:lnTo>
                    <a:pt x="6761" y="494"/>
                  </a:lnTo>
                  <a:cubicBezTo>
                    <a:pt x="6752" y="485"/>
                    <a:pt x="6742" y="476"/>
                    <a:pt x="6732" y="467"/>
                  </a:cubicBezTo>
                  <a:cubicBezTo>
                    <a:pt x="6730" y="466"/>
                    <a:pt x="6729" y="464"/>
                    <a:pt x="6728" y="464"/>
                  </a:cubicBezTo>
                  <a:cubicBezTo>
                    <a:pt x="6706" y="448"/>
                    <a:pt x="6683" y="431"/>
                    <a:pt x="6657" y="418"/>
                  </a:cubicBezTo>
                  <a:cubicBezTo>
                    <a:pt x="6656" y="418"/>
                    <a:pt x="6656" y="417"/>
                    <a:pt x="6655" y="417"/>
                  </a:cubicBezTo>
                  <a:cubicBezTo>
                    <a:pt x="6642" y="410"/>
                    <a:pt x="6631" y="404"/>
                    <a:pt x="6618" y="399"/>
                  </a:cubicBezTo>
                  <a:cubicBezTo>
                    <a:pt x="6616" y="399"/>
                    <a:pt x="6615" y="397"/>
                    <a:pt x="6614" y="397"/>
                  </a:cubicBezTo>
                  <a:cubicBezTo>
                    <a:pt x="6601" y="392"/>
                    <a:pt x="6587" y="387"/>
                    <a:pt x="6573" y="384"/>
                  </a:cubicBezTo>
                  <a:cubicBezTo>
                    <a:pt x="6533" y="372"/>
                    <a:pt x="6493" y="366"/>
                    <a:pt x="6454" y="366"/>
                  </a:cubicBezTo>
                  <a:cubicBezTo>
                    <a:pt x="6318" y="366"/>
                    <a:pt x="6187" y="431"/>
                    <a:pt x="6103" y="538"/>
                  </a:cubicBezTo>
                  <a:cubicBezTo>
                    <a:pt x="6074" y="573"/>
                    <a:pt x="6052" y="614"/>
                    <a:pt x="6036" y="659"/>
                  </a:cubicBezTo>
                  <a:cubicBezTo>
                    <a:pt x="6035" y="662"/>
                    <a:pt x="6035" y="663"/>
                    <a:pt x="6035" y="665"/>
                  </a:cubicBezTo>
                  <a:cubicBezTo>
                    <a:pt x="6032" y="675"/>
                    <a:pt x="6030" y="682"/>
                    <a:pt x="6027" y="691"/>
                  </a:cubicBezTo>
                  <a:cubicBezTo>
                    <a:pt x="6026" y="695"/>
                    <a:pt x="6025" y="699"/>
                    <a:pt x="6025" y="702"/>
                  </a:cubicBezTo>
                  <a:cubicBezTo>
                    <a:pt x="6023" y="711"/>
                    <a:pt x="6021" y="719"/>
                    <a:pt x="6020" y="726"/>
                  </a:cubicBezTo>
                  <a:cubicBezTo>
                    <a:pt x="6020" y="730"/>
                    <a:pt x="6018" y="732"/>
                    <a:pt x="6018" y="737"/>
                  </a:cubicBezTo>
                  <a:cubicBezTo>
                    <a:pt x="6017" y="747"/>
                    <a:pt x="6016" y="758"/>
                    <a:pt x="6014" y="769"/>
                  </a:cubicBezTo>
                  <a:lnTo>
                    <a:pt x="6014" y="775"/>
                  </a:lnTo>
                  <a:cubicBezTo>
                    <a:pt x="6014" y="784"/>
                    <a:pt x="6012" y="793"/>
                    <a:pt x="6012" y="803"/>
                  </a:cubicBezTo>
                  <a:lnTo>
                    <a:pt x="6012" y="811"/>
                  </a:lnTo>
                  <a:cubicBezTo>
                    <a:pt x="6012" y="820"/>
                    <a:pt x="6012" y="829"/>
                    <a:pt x="6014" y="839"/>
                  </a:cubicBezTo>
                  <a:lnTo>
                    <a:pt x="6014" y="844"/>
                  </a:lnTo>
                  <a:cubicBezTo>
                    <a:pt x="6016" y="854"/>
                    <a:pt x="6017" y="866"/>
                    <a:pt x="6018" y="876"/>
                  </a:cubicBezTo>
                  <a:cubicBezTo>
                    <a:pt x="6018" y="878"/>
                    <a:pt x="6020" y="882"/>
                    <a:pt x="6020" y="885"/>
                  </a:cubicBezTo>
                  <a:cubicBezTo>
                    <a:pt x="6021" y="892"/>
                    <a:pt x="6022" y="901"/>
                    <a:pt x="6025" y="908"/>
                  </a:cubicBezTo>
                  <a:cubicBezTo>
                    <a:pt x="6026" y="912"/>
                    <a:pt x="6026" y="916"/>
                    <a:pt x="6027" y="918"/>
                  </a:cubicBezTo>
                  <a:cubicBezTo>
                    <a:pt x="6030" y="926"/>
                    <a:pt x="6032" y="934"/>
                    <a:pt x="6035" y="943"/>
                  </a:cubicBezTo>
                  <a:cubicBezTo>
                    <a:pt x="6036" y="948"/>
                    <a:pt x="6038" y="953"/>
                    <a:pt x="6040" y="958"/>
                  </a:cubicBezTo>
                  <a:cubicBezTo>
                    <a:pt x="6042" y="965"/>
                    <a:pt x="6043" y="970"/>
                    <a:pt x="6046" y="976"/>
                  </a:cubicBezTo>
                  <a:lnTo>
                    <a:pt x="6054" y="991"/>
                  </a:lnTo>
                  <a:cubicBezTo>
                    <a:pt x="6056" y="996"/>
                    <a:pt x="6058" y="999"/>
                    <a:pt x="6059" y="1002"/>
                  </a:cubicBezTo>
                  <a:cubicBezTo>
                    <a:pt x="6093" y="1071"/>
                    <a:pt x="6145" y="1130"/>
                    <a:pt x="6211" y="1172"/>
                  </a:cubicBezTo>
                  <a:cubicBezTo>
                    <a:pt x="6270" y="1212"/>
                    <a:pt x="6295" y="1288"/>
                    <a:pt x="6274" y="1357"/>
                  </a:cubicBezTo>
                  <a:lnTo>
                    <a:pt x="6146" y="1754"/>
                  </a:lnTo>
                  <a:cubicBezTo>
                    <a:pt x="6135" y="1788"/>
                    <a:pt x="6141" y="1825"/>
                    <a:pt x="6166" y="1851"/>
                  </a:cubicBezTo>
                  <a:lnTo>
                    <a:pt x="5752" y="2178"/>
                  </a:lnTo>
                  <a:lnTo>
                    <a:pt x="5752" y="594"/>
                  </a:lnTo>
                  <a:cubicBezTo>
                    <a:pt x="5752" y="393"/>
                    <a:pt x="5589" y="231"/>
                    <a:pt x="5388" y="231"/>
                  </a:cubicBezTo>
                  <a:lnTo>
                    <a:pt x="3479" y="231"/>
                  </a:lnTo>
                  <a:cubicBezTo>
                    <a:pt x="3438" y="98"/>
                    <a:pt x="3313" y="1"/>
                    <a:pt x="3166" y="1"/>
                  </a:cubicBezTo>
                  <a:lnTo>
                    <a:pt x="3001" y="1"/>
                  </a:lnTo>
                  <a:cubicBezTo>
                    <a:pt x="2853" y="1"/>
                    <a:pt x="2730" y="98"/>
                    <a:pt x="2687" y="231"/>
                  </a:cubicBezTo>
                  <a:lnTo>
                    <a:pt x="2431" y="231"/>
                  </a:lnTo>
                  <a:cubicBezTo>
                    <a:pt x="2390" y="98"/>
                    <a:pt x="2265" y="1"/>
                    <a:pt x="2119"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145"/>
            <p:cNvSpPr/>
            <p:nvPr/>
          </p:nvSpPr>
          <p:spPr>
            <a:xfrm>
              <a:off x="-4138220" y="4418727"/>
              <a:ext cx="84971" cy="67387"/>
            </a:xfrm>
            <a:custGeom>
              <a:rect b="b" l="l" r="r" t="t"/>
              <a:pathLst>
                <a:path extrusionOk="0" fill="none" h="663" w="836">
                  <a:moveTo>
                    <a:pt x="836" y="1"/>
                  </a:moveTo>
                  <a:cubicBezTo>
                    <a:pt x="836" y="1"/>
                    <a:pt x="705" y="389"/>
                    <a:pt x="0" y="662"/>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145"/>
            <p:cNvSpPr/>
            <p:nvPr/>
          </p:nvSpPr>
          <p:spPr>
            <a:xfrm>
              <a:off x="-4079473" y="4272771"/>
              <a:ext cx="99302" cy="153680"/>
            </a:xfrm>
            <a:custGeom>
              <a:rect b="b" l="l" r="r" t="t"/>
              <a:pathLst>
                <a:path extrusionOk="0" h="1512" w="977">
                  <a:moveTo>
                    <a:pt x="486" y="0"/>
                  </a:moveTo>
                  <a:cubicBezTo>
                    <a:pt x="305" y="0"/>
                    <a:pt x="132" y="115"/>
                    <a:pt x="69" y="292"/>
                  </a:cubicBezTo>
                  <a:cubicBezTo>
                    <a:pt x="1" y="488"/>
                    <a:pt x="78" y="697"/>
                    <a:pt x="242" y="805"/>
                  </a:cubicBezTo>
                  <a:cubicBezTo>
                    <a:pt x="302" y="845"/>
                    <a:pt x="327" y="921"/>
                    <a:pt x="305" y="990"/>
                  </a:cubicBezTo>
                  <a:lnTo>
                    <a:pt x="177" y="1387"/>
                  </a:lnTo>
                  <a:cubicBezTo>
                    <a:pt x="165" y="1427"/>
                    <a:pt x="176" y="1473"/>
                    <a:pt x="211" y="1495"/>
                  </a:cubicBezTo>
                  <a:cubicBezTo>
                    <a:pt x="227" y="1506"/>
                    <a:pt x="245" y="1512"/>
                    <a:pt x="263" y="1512"/>
                  </a:cubicBezTo>
                  <a:cubicBezTo>
                    <a:pt x="287" y="1512"/>
                    <a:pt x="311" y="1502"/>
                    <a:pt x="327" y="1485"/>
                  </a:cubicBezTo>
                  <a:cubicBezTo>
                    <a:pt x="439" y="1375"/>
                    <a:pt x="751" y="1032"/>
                    <a:pt x="900" y="573"/>
                  </a:cubicBezTo>
                  <a:cubicBezTo>
                    <a:pt x="976" y="339"/>
                    <a:pt x="843" y="87"/>
                    <a:pt x="606" y="18"/>
                  </a:cubicBezTo>
                  <a:cubicBezTo>
                    <a:pt x="566" y="6"/>
                    <a:pt x="526" y="0"/>
                    <a:pt x="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145"/>
            <p:cNvSpPr/>
            <p:nvPr/>
          </p:nvSpPr>
          <p:spPr>
            <a:xfrm>
              <a:off x="-4077745" y="4272872"/>
              <a:ext cx="89646" cy="70741"/>
            </a:xfrm>
            <a:custGeom>
              <a:rect b="b" l="l" r="r" t="t"/>
              <a:pathLst>
                <a:path extrusionOk="0" h="696" w="882">
                  <a:moveTo>
                    <a:pt x="467" y="0"/>
                  </a:moveTo>
                  <a:cubicBezTo>
                    <a:pt x="286" y="0"/>
                    <a:pt x="114" y="115"/>
                    <a:pt x="51" y="292"/>
                  </a:cubicBezTo>
                  <a:cubicBezTo>
                    <a:pt x="0" y="435"/>
                    <a:pt x="27" y="584"/>
                    <a:pt x="110" y="696"/>
                  </a:cubicBezTo>
                  <a:cubicBezTo>
                    <a:pt x="81" y="607"/>
                    <a:pt x="79" y="507"/>
                    <a:pt x="113" y="411"/>
                  </a:cubicBezTo>
                  <a:cubicBezTo>
                    <a:pt x="175" y="234"/>
                    <a:pt x="348" y="119"/>
                    <a:pt x="528" y="119"/>
                  </a:cubicBezTo>
                  <a:cubicBezTo>
                    <a:pt x="568" y="119"/>
                    <a:pt x="609" y="124"/>
                    <a:pt x="649" y="136"/>
                  </a:cubicBezTo>
                  <a:cubicBezTo>
                    <a:pt x="747" y="166"/>
                    <a:pt x="826" y="225"/>
                    <a:pt x="882" y="301"/>
                  </a:cubicBezTo>
                  <a:cubicBezTo>
                    <a:pt x="837" y="169"/>
                    <a:pt x="732" y="60"/>
                    <a:pt x="588" y="18"/>
                  </a:cubicBezTo>
                  <a:cubicBezTo>
                    <a:pt x="548" y="6"/>
                    <a:pt x="507" y="0"/>
                    <a:pt x="4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145"/>
            <p:cNvSpPr/>
            <p:nvPr/>
          </p:nvSpPr>
          <p:spPr>
            <a:xfrm>
              <a:off x="-4138220" y="4506139"/>
              <a:ext cx="102453" cy="64135"/>
            </a:xfrm>
            <a:custGeom>
              <a:rect b="b" l="l" r="r" t="t"/>
              <a:pathLst>
                <a:path extrusionOk="0" fill="none" h="631" w="1008">
                  <a:moveTo>
                    <a:pt x="1007" y="0"/>
                  </a:moveTo>
                  <a:cubicBezTo>
                    <a:pt x="1007" y="0"/>
                    <a:pt x="656" y="74"/>
                    <a:pt x="0" y="631"/>
                  </a:cubicBezTo>
                </a:path>
              </a:pathLst>
            </a:custGeom>
            <a:noFill/>
            <a:ln cap="rnd" cmpd="sng" w="3075">
              <a:solidFill>
                <a:srgbClr val="2323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145"/>
            <p:cNvSpPr/>
            <p:nvPr/>
          </p:nvSpPr>
          <p:spPr>
            <a:xfrm>
              <a:off x="-4044712" y="4393012"/>
              <a:ext cx="137316" cy="121866"/>
            </a:xfrm>
            <a:custGeom>
              <a:rect b="b" l="l" r="r" t="t"/>
              <a:pathLst>
                <a:path extrusionOk="0" h="1199" w="1351">
                  <a:moveTo>
                    <a:pt x="849" y="0"/>
                  </a:moveTo>
                  <a:cubicBezTo>
                    <a:pt x="763" y="0"/>
                    <a:pt x="675" y="26"/>
                    <a:pt x="601" y="78"/>
                  </a:cubicBezTo>
                  <a:cubicBezTo>
                    <a:pt x="430" y="197"/>
                    <a:pt x="371" y="412"/>
                    <a:pt x="442" y="595"/>
                  </a:cubicBezTo>
                  <a:cubicBezTo>
                    <a:pt x="468" y="662"/>
                    <a:pt x="444" y="739"/>
                    <a:pt x="387" y="782"/>
                  </a:cubicBezTo>
                  <a:lnTo>
                    <a:pt x="51" y="1031"/>
                  </a:lnTo>
                  <a:cubicBezTo>
                    <a:pt x="18" y="1055"/>
                    <a:pt x="1" y="1100"/>
                    <a:pt x="15" y="1138"/>
                  </a:cubicBezTo>
                  <a:cubicBezTo>
                    <a:pt x="29" y="1176"/>
                    <a:pt x="64" y="1199"/>
                    <a:pt x="102" y="1199"/>
                  </a:cubicBezTo>
                  <a:cubicBezTo>
                    <a:pt x="107" y="1199"/>
                    <a:pt x="112" y="1199"/>
                    <a:pt x="116" y="1198"/>
                  </a:cubicBezTo>
                  <a:cubicBezTo>
                    <a:pt x="271" y="1172"/>
                    <a:pt x="725" y="1077"/>
                    <a:pt x="1113" y="790"/>
                  </a:cubicBezTo>
                  <a:cubicBezTo>
                    <a:pt x="1311" y="644"/>
                    <a:pt x="1350" y="361"/>
                    <a:pt x="1197" y="167"/>
                  </a:cubicBezTo>
                  <a:cubicBezTo>
                    <a:pt x="1112" y="58"/>
                    <a:pt x="981" y="0"/>
                    <a:pt x="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145"/>
            <p:cNvSpPr/>
            <p:nvPr/>
          </p:nvSpPr>
          <p:spPr>
            <a:xfrm>
              <a:off x="-4002837" y="4393012"/>
              <a:ext cx="91476" cy="57935"/>
            </a:xfrm>
            <a:custGeom>
              <a:rect b="b" l="l" r="r" t="t"/>
              <a:pathLst>
                <a:path extrusionOk="0" h="570" w="900">
                  <a:moveTo>
                    <a:pt x="437" y="0"/>
                  </a:moveTo>
                  <a:cubicBezTo>
                    <a:pt x="350" y="0"/>
                    <a:pt x="263" y="25"/>
                    <a:pt x="189" y="77"/>
                  </a:cubicBezTo>
                  <a:cubicBezTo>
                    <a:pt x="66" y="164"/>
                    <a:pt x="0" y="301"/>
                    <a:pt x="1" y="440"/>
                  </a:cubicBezTo>
                  <a:cubicBezTo>
                    <a:pt x="29" y="350"/>
                    <a:pt x="86" y="269"/>
                    <a:pt x="170" y="210"/>
                  </a:cubicBezTo>
                  <a:cubicBezTo>
                    <a:pt x="244" y="158"/>
                    <a:pt x="331" y="133"/>
                    <a:pt x="418" y="133"/>
                  </a:cubicBezTo>
                  <a:cubicBezTo>
                    <a:pt x="549" y="133"/>
                    <a:pt x="680" y="191"/>
                    <a:pt x="764" y="299"/>
                  </a:cubicBezTo>
                  <a:cubicBezTo>
                    <a:pt x="827" y="380"/>
                    <a:pt x="858" y="474"/>
                    <a:pt x="858" y="569"/>
                  </a:cubicBezTo>
                  <a:cubicBezTo>
                    <a:pt x="899" y="436"/>
                    <a:pt x="878" y="286"/>
                    <a:pt x="785" y="167"/>
                  </a:cubicBezTo>
                  <a:cubicBezTo>
                    <a:pt x="700" y="58"/>
                    <a:pt x="569" y="0"/>
                    <a:pt x="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145"/>
            <p:cNvSpPr/>
            <p:nvPr/>
          </p:nvSpPr>
          <p:spPr>
            <a:xfrm>
              <a:off x="-4124804" y="4595583"/>
              <a:ext cx="46856" cy="83650"/>
            </a:xfrm>
            <a:custGeom>
              <a:rect b="b" l="l" r="r" t="t"/>
              <a:pathLst>
                <a:path extrusionOk="0" h="823" w="461">
                  <a:moveTo>
                    <a:pt x="0" y="1"/>
                  </a:moveTo>
                  <a:lnTo>
                    <a:pt x="0" y="822"/>
                  </a:lnTo>
                  <a:lnTo>
                    <a:pt x="132" y="822"/>
                  </a:lnTo>
                  <a:cubicBezTo>
                    <a:pt x="313" y="822"/>
                    <a:pt x="460" y="676"/>
                    <a:pt x="460" y="495"/>
                  </a:cubicBezTo>
                  <a:lnTo>
                    <a:pt x="460" y="329"/>
                  </a:lnTo>
                  <a:cubicBezTo>
                    <a:pt x="460" y="147"/>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145"/>
            <p:cNvSpPr/>
            <p:nvPr/>
          </p:nvSpPr>
          <p:spPr>
            <a:xfrm>
              <a:off x="-4520891" y="4235468"/>
              <a:ext cx="83650" cy="46754"/>
            </a:xfrm>
            <a:custGeom>
              <a:rect b="b" l="l" r="r" t="t"/>
              <a:pathLst>
                <a:path extrusionOk="0" h="460" w="823">
                  <a:moveTo>
                    <a:pt x="328" y="1"/>
                  </a:moveTo>
                  <a:cubicBezTo>
                    <a:pt x="147" y="1"/>
                    <a:pt x="0" y="148"/>
                    <a:pt x="0" y="328"/>
                  </a:cubicBezTo>
                  <a:lnTo>
                    <a:pt x="0" y="460"/>
                  </a:lnTo>
                  <a:lnTo>
                    <a:pt x="823" y="460"/>
                  </a:lnTo>
                  <a:lnTo>
                    <a:pt x="823" y="329"/>
                  </a:lnTo>
                  <a:cubicBezTo>
                    <a:pt x="823" y="148"/>
                    <a:pt x="675" y="1"/>
                    <a:pt x="495" y="1"/>
                  </a:cubicBezTo>
                  <a:lnTo>
                    <a:pt x="330" y="1"/>
                  </a:lnTo>
                  <a:cubicBezTo>
                    <a:pt x="329" y="1"/>
                    <a:pt x="328"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145"/>
            <p:cNvSpPr/>
            <p:nvPr/>
          </p:nvSpPr>
          <p:spPr>
            <a:xfrm>
              <a:off x="-4414577" y="4235468"/>
              <a:ext cx="83650" cy="46754"/>
            </a:xfrm>
            <a:custGeom>
              <a:rect b="b" l="l" r="r" t="t"/>
              <a:pathLst>
                <a:path extrusionOk="0" h="460" w="823">
                  <a:moveTo>
                    <a:pt x="328" y="1"/>
                  </a:moveTo>
                  <a:cubicBezTo>
                    <a:pt x="147" y="1"/>
                    <a:pt x="1" y="148"/>
                    <a:pt x="1" y="328"/>
                  </a:cubicBezTo>
                  <a:lnTo>
                    <a:pt x="1" y="460"/>
                  </a:lnTo>
                  <a:lnTo>
                    <a:pt x="822" y="460"/>
                  </a:lnTo>
                  <a:lnTo>
                    <a:pt x="822" y="329"/>
                  </a:lnTo>
                  <a:cubicBezTo>
                    <a:pt x="822" y="148"/>
                    <a:pt x="676" y="1"/>
                    <a:pt x="495" y="1"/>
                  </a:cubicBezTo>
                  <a:lnTo>
                    <a:pt x="330" y="1"/>
                  </a:lnTo>
                  <a:cubicBezTo>
                    <a:pt x="329" y="1"/>
                    <a:pt x="329" y="1"/>
                    <a:pt x="328"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145"/>
            <p:cNvSpPr/>
            <p:nvPr/>
          </p:nvSpPr>
          <p:spPr>
            <a:xfrm>
              <a:off x="-4124804" y="4704644"/>
              <a:ext cx="46856" cy="83650"/>
            </a:xfrm>
            <a:custGeom>
              <a:rect b="b" l="l" r="r" t="t"/>
              <a:pathLst>
                <a:path extrusionOk="0" h="823" w="461">
                  <a:moveTo>
                    <a:pt x="0" y="1"/>
                  </a:moveTo>
                  <a:lnTo>
                    <a:pt x="0" y="822"/>
                  </a:lnTo>
                  <a:lnTo>
                    <a:pt x="132" y="822"/>
                  </a:lnTo>
                  <a:cubicBezTo>
                    <a:pt x="313" y="822"/>
                    <a:pt x="460" y="676"/>
                    <a:pt x="460" y="495"/>
                  </a:cubicBezTo>
                  <a:lnTo>
                    <a:pt x="460" y="330"/>
                  </a:lnTo>
                  <a:cubicBezTo>
                    <a:pt x="460" y="146"/>
                    <a:pt x="313"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145"/>
            <p:cNvSpPr/>
            <p:nvPr/>
          </p:nvSpPr>
          <p:spPr>
            <a:xfrm>
              <a:off x="-4685648" y="4792055"/>
              <a:ext cx="156831" cy="156932"/>
            </a:xfrm>
            <a:custGeom>
              <a:rect b="b" l="l" r="r" t="t"/>
              <a:pathLst>
                <a:path extrusionOk="0" h="1544" w="1543">
                  <a:moveTo>
                    <a:pt x="772" y="124"/>
                  </a:moveTo>
                  <a:cubicBezTo>
                    <a:pt x="1129" y="124"/>
                    <a:pt x="1419" y="415"/>
                    <a:pt x="1419" y="772"/>
                  </a:cubicBezTo>
                  <a:cubicBezTo>
                    <a:pt x="1419" y="1130"/>
                    <a:pt x="1129" y="1420"/>
                    <a:pt x="772" y="1420"/>
                  </a:cubicBezTo>
                  <a:cubicBezTo>
                    <a:pt x="414" y="1420"/>
                    <a:pt x="124" y="1130"/>
                    <a:pt x="124" y="772"/>
                  </a:cubicBezTo>
                  <a:cubicBezTo>
                    <a:pt x="124" y="415"/>
                    <a:pt x="414" y="124"/>
                    <a:pt x="772" y="124"/>
                  </a:cubicBezTo>
                  <a:close/>
                  <a:moveTo>
                    <a:pt x="772" y="1"/>
                  </a:moveTo>
                  <a:cubicBezTo>
                    <a:pt x="346" y="1"/>
                    <a:pt x="0" y="346"/>
                    <a:pt x="0" y="772"/>
                  </a:cubicBezTo>
                  <a:cubicBezTo>
                    <a:pt x="0" y="1198"/>
                    <a:pt x="346" y="1543"/>
                    <a:pt x="772" y="1543"/>
                  </a:cubicBezTo>
                  <a:cubicBezTo>
                    <a:pt x="1196" y="1543"/>
                    <a:pt x="1543" y="1199"/>
                    <a:pt x="1543" y="772"/>
                  </a:cubicBezTo>
                  <a:cubicBezTo>
                    <a:pt x="1543" y="346"/>
                    <a:pt x="1197" y="1"/>
                    <a:pt x="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145"/>
            <p:cNvSpPr/>
            <p:nvPr/>
          </p:nvSpPr>
          <p:spPr>
            <a:xfrm>
              <a:off x="-4607284" y="4258846"/>
              <a:ext cx="505964" cy="729267"/>
            </a:xfrm>
            <a:custGeom>
              <a:rect b="b" l="l" r="r" t="t"/>
              <a:pathLst>
                <a:path extrusionOk="0" h="7175" w="4978">
                  <a:moveTo>
                    <a:pt x="4616" y="1"/>
                  </a:moveTo>
                  <a:cubicBezTo>
                    <a:pt x="4615" y="1"/>
                    <a:pt x="4615" y="1"/>
                    <a:pt x="4614" y="1"/>
                  </a:cubicBezTo>
                  <a:lnTo>
                    <a:pt x="364" y="1"/>
                  </a:lnTo>
                  <a:cubicBezTo>
                    <a:pt x="163" y="1"/>
                    <a:pt x="1" y="163"/>
                    <a:pt x="1" y="364"/>
                  </a:cubicBezTo>
                  <a:lnTo>
                    <a:pt x="1" y="6861"/>
                  </a:lnTo>
                  <a:cubicBezTo>
                    <a:pt x="1" y="7034"/>
                    <a:pt x="141" y="7174"/>
                    <a:pt x="314" y="7174"/>
                  </a:cubicBezTo>
                  <a:lnTo>
                    <a:pt x="4664" y="7174"/>
                  </a:lnTo>
                  <a:cubicBezTo>
                    <a:pt x="4837" y="7174"/>
                    <a:pt x="4977" y="7034"/>
                    <a:pt x="4977" y="6861"/>
                  </a:cubicBezTo>
                  <a:lnTo>
                    <a:pt x="4977" y="363"/>
                  </a:lnTo>
                  <a:cubicBezTo>
                    <a:pt x="4977" y="164"/>
                    <a:pt x="4814" y="1"/>
                    <a:pt x="4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145"/>
            <p:cNvSpPr/>
            <p:nvPr/>
          </p:nvSpPr>
          <p:spPr>
            <a:xfrm>
              <a:off x="-4607386" y="4312614"/>
              <a:ext cx="506066" cy="17787"/>
            </a:xfrm>
            <a:custGeom>
              <a:rect b="b" l="l" r="r" t="t"/>
              <a:pathLst>
                <a:path extrusionOk="0" h="175" w="4979">
                  <a:moveTo>
                    <a:pt x="1" y="0"/>
                  </a:moveTo>
                  <a:lnTo>
                    <a:pt x="1" y="175"/>
                  </a:lnTo>
                  <a:lnTo>
                    <a:pt x="4978" y="175"/>
                  </a:lnTo>
                  <a:lnTo>
                    <a:pt x="49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145"/>
            <p:cNvSpPr/>
            <p:nvPr/>
          </p:nvSpPr>
          <p:spPr>
            <a:xfrm>
              <a:off x="-4119823" y="4574645"/>
              <a:ext cx="18498" cy="234280"/>
            </a:xfrm>
            <a:custGeom>
              <a:rect b="b" l="l" r="r" t="t"/>
              <a:pathLst>
                <a:path extrusionOk="0" h="2305" w="182">
                  <a:moveTo>
                    <a:pt x="181" y="0"/>
                  </a:moveTo>
                  <a:cubicBezTo>
                    <a:pt x="79" y="12"/>
                    <a:pt x="1" y="98"/>
                    <a:pt x="1" y="203"/>
                  </a:cubicBezTo>
                  <a:lnTo>
                    <a:pt x="1" y="2101"/>
                  </a:lnTo>
                  <a:cubicBezTo>
                    <a:pt x="1" y="2206"/>
                    <a:pt x="79" y="2293"/>
                    <a:pt x="181" y="2305"/>
                  </a:cubicBezTo>
                  <a:lnTo>
                    <a:pt x="1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145"/>
            <p:cNvSpPr/>
            <p:nvPr/>
          </p:nvSpPr>
          <p:spPr>
            <a:xfrm>
              <a:off x="-4607386" y="4364959"/>
              <a:ext cx="436239" cy="562171"/>
            </a:xfrm>
            <a:custGeom>
              <a:rect b="b" l="l" r="r" t="t"/>
              <a:pathLst>
                <a:path extrusionOk="0" h="5531" w="4292">
                  <a:moveTo>
                    <a:pt x="1" y="0"/>
                  </a:moveTo>
                  <a:lnTo>
                    <a:pt x="1" y="5531"/>
                  </a:lnTo>
                  <a:lnTo>
                    <a:pt x="3911" y="5531"/>
                  </a:lnTo>
                  <a:cubicBezTo>
                    <a:pt x="4122" y="5531"/>
                    <a:pt x="4292" y="5360"/>
                    <a:pt x="4292" y="5150"/>
                  </a:cubicBezTo>
                  <a:lnTo>
                    <a:pt x="4292" y="381"/>
                  </a:lnTo>
                  <a:cubicBezTo>
                    <a:pt x="4292" y="170"/>
                    <a:pt x="4121" y="0"/>
                    <a:pt x="39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145"/>
            <p:cNvSpPr/>
            <p:nvPr/>
          </p:nvSpPr>
          <p:spPr>
            <a:xfrm>
              <a:off x="-4484199" y="4421573"/>
              <a:ext cx="189864" cy="449046"/>
            </a:xfrm>
            <a:custGeom>
              <a:rect b="b" l="l" r="r" t="t"/>
              <a:pathLst>
                <a:path extrusionOk="0" h="4418" w="1868">
                  <a:moveTo>
                    <a:pt x="1571" y="0"/>
                  </a:moveTo>
                  <a:cubicBezTo>
                    <a:pt x="1570" y="0"/>
                    <a:pt x="1570" y="0"/>
                    <a:pt x="1569" y="0"/>
                  </a:cubicBezTo>
                  <a:lnTo>
                    <a:pt x="299" y="0"/>
                  </a:lnTo>
                  <a:cubicBezTo>
                    <a:pt x="134" y="0"/>
                    <a:pt x="0" y="134"/>
                    <a:pt x="0" y="299"/>
                  </a:cubicBezTo>
                  <a:lnTo>
                    <a:pt x="0" y="4119"/>
                  </a:lnTo>
                  <a:cubicBezTo>
                    <a:pt x="0" y="4283"/>
                    <a:pt x="134" y="4417"/>
                    <a:pt x="299" y="4417"/>
                  </a:cubicBezTo>
                  <a:lnTo>
                    <a:pt x="1569" y="4417"/>
                  </a:lnTo>
                  <a:cubicBezTo>
                    <a:pt x="1734" y="4417"/>
                    <a:pt x="1867" y="4284"/>
                    <a:pt x="1867" y="4119"/>
                  </a:cubicBezTo>
                  <a:lnTo>
                    <a:pt x="1867" y="299"/>
                  </a:lnTo>
                  <a:cubicBezTo>
                    <a:pt x="1867" y="134"/>
                    <a:pt x="1735" y="0"/>
                    <a:pt x="1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145"/>
            <p:cNvSpPr/>
            <p:nvPr/>
          </p:nvSpPr>
          <p:spPr>
            <a:xfrm>
              <a:off x="-4409800" y="4518132"/>
              <a:ext cx="41063" cy="255828"/>
            </a:xfrm>
            <a:custGeom>
              <a:rect b="b" l="l" r="r" t="t"/>
              <a:pathLst>
                <a:path extrusionOk="0" h="2517" w="404">
                  <a:moveTo>
                    <a:pt x="0" y="1"/>
                  </a:moveTo>
                  <a:lnTo>
                    <a:pt x="0" y="2517"/>
                  </a:lnTo>
                  <a:lnTo>
                    <a:pt x="404" y="2517"/>
                  </a:lnTo>
                  <a:lnTo>
                    <a:pt x="40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45"/>
            <p:cNvSpPr/>
            <p:nvPr/>
          </p:nvSpPr>
          <p:spPr>
            <a:xfrm>
              <a:off x="-4484098" y="4421472"/>
              <a:ext cx="189762" cy="204296"/>
            </a:xfrm>
            <a:custGeom>
              <a:rect b="b" l="l" r="r" t="t"/>
              <a:pathLst>
                <a:path extrusionOk="0" h="2010" w="1867">
                  <a:moveTo>
                    <a:pt x="472" y="0"/>
                  </a:moveTo>
                  <a:cubicBezTo>
                    <a:pt x="272" y="99"/>
                    <a:pt x="107" y="258"/>
                    <a:pt x="1" y="455"/>
                  </a:cubicBezTo>
                  <a:lnTo>
                    <a:pt x="1" y="1450"/>
                  </a:lnTo>
                  <a:cubicBezTo>
                    <a:pt x="178" y="1783"/>
                    <a:pt x="530" y="2010"/>
                    <a:pt x="933" y="2010"/>
                  </a:cubicBezTo>
                  <a:cubicBezTo>
                    <a:pt x="1338" y="2010"/>
                    <a:pt x="1689" y="1783"/>
                    <a:pt x="1866" y="1450"/>
                  </a:cubicBezTo>
                  <a:lnTo>
                    <a:pt x="1866" y="455"/>
                  </a:lnTo>
                  <a:cubicBezTo>
                    <a:pt x="1762" y="258"/>
                    <a:pt x="1596" y="99"/>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145"/>
            <p:cNvSpPr/>
            <p:nvPr/>
          </p:nvSpPr>
          <p:spPr>
            <a:xfrm>
              <a:off x="-4457773" y="4449626"/>
              <a:ext cx="137214" cy="137214"/>
            </a:xfrm>
            <a:custGeom>
              <a:rect b="b" l="l" r="r" t="t"/>
              <a:pathLst>
                <a:path extrusionOk="0" h="1350" w="1350">
                  <a:moveTo>
                    <a:pt x="674" y="0"/>
                  </a:moveTo>
                  <a:cubicBezTo>
                    <a:pt x="302" y="0"/>
                    <a:pt x="1" y="302"/>
                    <a:pt x="1" y="675"/>
                  </a:cubicBezTo>
                  <a:cubicBezTo>
                    <a:pt x="1" y="1048"/>
                    <a:pt x="302" y="1350"/>
                    <a:pt x="674" y="1350"/>
                  </a:cubicBezTo>
                  <a:cubicBezTo>
                    <a:pt x="1047" y="1350"/>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145"/>
            <p:cNvSpPr/>
            <p:nvPr/>
          </p:nvSpPr>
          <p:spPr>
            <a:xfrm>
              <a:off x="-4484098" y="4666427"/>
              <a:ext cx="189762" cy="204296"/>
            </a:xfrm>
            <a:custGeom>
              <a:rect b="b" l="l" r="r" t="t"/>
              <a:pathLst>
                <a:path extrusionOk="0" h="2010" w="1867">
                  <a:moveTo>
                    <a:pt x="933" y="0"/>
                  </a:moveTo>
                  <a:cubicBezTo>
                    <a:pt x="530" y="0"/>
                    <a:pt x="179" y="227"/>
                    <a:pt x="1" y="560"/>
                  </a:cubicBezTo>
                  <a:lnTo>
                    <a:pt x="1" y="1555"/>
                  </a:lnTo>
                  <a:cubicBezTo>
                    <a:pt x="106" y="1754"/>
                    <a:pt x="271" y="1911"/>
                    <a:pt x="472" y="2009"/>
                  </a:cubicBezTo>
                  <a:lnTo>
                    <a:pt x="1396" y="2009"/>
                  </a:lnTo>
                  <a:cubicBezTo>
                    <a:pt x="1596" y="1911"/>
                    <a:pt x="1760" y="1751"/>
                    <a:pt x="1866" y="1555"/>
                  </a:cubicBezTo>
                  <a:lnTo>
                    <a:pt x="1866" y="560"/>
                  </a:lnTo>
                  <a:cubicBezTo>
                    <a:pt x="1689" y="227"/>
                    <a:pt x="1338" y="0"/>
                    <a:pt x="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45"/>
            <p:cNvSpPr/>
            <p:nvPr/>
          </p:nvSpPr>
          <p:spPr>
            <a:xfrm>
              <a:off x="-4457773" y="4705355"/>
              <a:ext cx="137214" cy="137112"/>
            </a:xfrm>
            <a:custGeom>
              <a:rect b="b" l="l" r="r" t="t"/>
              <a:pathLst>
                <a:path extrusionOk="0" h="1349" w="1350">
                  <a:moveTo>
                    <a:pt x="674" y="0"/>
                  </a:moveTo>
                  <a:cubicBezTo>
                    <a:pt x="302" y="0"/>
                    <a:pt x="1" y="302"/>
                    <a:pt x="1" y="675"/>
                  </a:cubicBezTo>
                  <a:cubicBezTo>
                    <a:pt x="1" y="1048"/>
                    <a:pt x="302" y="1349"/>
                    <a:pt x="674" y="1349"/>
                  </a:cubicBezTo>
                  <a:cubicBezTo>
                    <a:pt x="1047" y="1349"/>
                    <a:pt x="1349" y="1048"/>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145"/>
            <p:cNvSpPr/>
            <p:nvPr/>
          </p:nvSpPr>
          <p:spPr>
            <a:xfrm>
              <a:off x="-4607284" y="4484489"/>
              <a:ext cx="72571" cy="323215"/>
            </a:xfrm>
            <a:custGeom>
              <a:rect b="b" l="l" r="r" t="t"/>
              <a:pathLst>
                <a:path extrusionOk="0" h="3180" w="714">
                  <a:moveTo>
                    <a:pt x="1" y="1"/>
                  </a:moveTo>
                  <a:lnTo>
                    <a:pt x="1" y="3179"/>
                  </a:lnTo>
                  <a:lnTo>
                    <a:pt x="342" y="3064"/>
                  </a:lnTo>
                  <a:cubicBezTo>
                    <a:pt x="563" y="2987"/>
                    <a:pt x="713" y="2780"/>
                    <a:pt x="713" y="2545"/>
                  </a:cubicBezTo>
                  <a:lnTo>
                    <a:pt x="713" y="635"/>
                  </a:lnTo>
                  <a:cubicBezTo>
                    <a:pt x="713" y="401"/>
                    <a:pt x="563" y="193"/>
                    <a:pt x="342" y="117"/>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145"/>
            <p:cNvSpPr/>
            <p:nvPr/>
          </p:nvSpPr>
          <p:spPr>
            <a:xfrm>
              <a:off x="-4607284" y="4611439"/>
              <a:ext cx="34863" cy="69318"/>
            </a:xfrm>
            <a:custGeom>
              <a:rect b="b" l="l" r="r" t="t"/>
              <a:pathLst>
                <a:path extrusionOk="0" h="682" w="343">
                  <a:moveTo>
                    <a:pt x="1" y="0"/>
                  </a:moveTo>
                  <a:lnTo>
                    <a:pt x="1" y="682"/>
                  </a:lnTo>
                  <a:cubicBezTo>
                    <a:pt x="189" y="682"/>
                    <a:pt x="342" y="530"/>
                    <a:pt x="343" y="342"/>
                  </a:cubicBezTo>
                  <a:cubicBezTo>
                    <a:pt x="343" y="153"/>
                    <a:pt x="18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145"/>
            <p:cNvSpPr/>
            <p:nvPr/>
          </p:nvSpPr>
          <p:spPr>
            <a:xfrm>
              <a:off x="-4439986" y="4467413"/>
              <a:ext cx="101538" cy="101640"/>
            </a:xfrm>
            <a:custGeom>
              <a:rect b="b" l="l" r="r" t="t"/>
              <a:pathLst>
                <a:path extrusionOk="0" h="1000" w="999">
                  <a:moveTo>
                    <a:pt x="499" y="0"/>
                  </a:moveTo>
                  <a:cubicBezTo>
                    <a:pt x="224" y="0"/>
                    <a:pt x="1" y="224"/>
                    <a:pt x="1" y="500"/>
                  </a:cubicBezTo>
                  <a:cubicBezTo>
                    <a:pt x="1" y="776"/>
                    <a:pt x="224" y="999"/>
                    <a:pt x="499" y="999"/>
                  </a:cubicBezTo>
                  <a:cubicBezTo>
                    <a:pt x="775" y="999"/>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145"/>
            <p:cNvSpPr/>
            <p:nvPr/>
          </p:nvSpPr>
          <p:spPr>
            <a:xfrm>
              <a:off x="-4439986" y="4723142"/>
              <a:ext cx="101538" cy="101538"/>
            </a:xfrm>
            <a:custGeom>
              <a:rect b="b" l="l" r="r" t="t"/>
              <a:pathLst>
                <a:path extrusionOk="0" h="999" w="999">
                  <a:moveTo>
                    <a:pt x="499" y="0"/>
                  </a:moveTo>
                  <a:cubicBezTo>
                    <a:pt x="224" y="0"/>
                    <a:pt x="1" y="224"/>
                    <a:pt x="1" y="500"/>
                  </a:cubicBezTo>
                  <a:cubicBezTo>
                    <a:pt x="1" y="776"/>
                    <a:pt x="224" y="998"/>
                    <a:pt x="499" y="998"/>
                  </a:cubicBezTo>
                  <a:cubicBezTo>
                    <a:pt x="775" y="998"/>
                    <a:pt x="999" y="776"/>
                    <a:pt x="999" y="500"/>
                  </a:cubicBezTo>
                  <a:cubicBezTo>
                    <a:pt x="999" y="224"/>
                    <a:pt x="775"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45"/>
            <p:cNvSpPr/>
            <p:nvPr/>
          </p:nvSpPr>
          <p:spPr>
            <a:xfrm>
              <a:off x="-4266895" y="4421472"/>
              <a:ext cx="17076" cy="449046"/>
            </a:xfrm>
            <a:custGeom>
              <a:rect b="b" l="l" r="r" t="t"/>
              <a:pathLst>
                <a:path extrusionOk="0" h="4418" w="168">
                  <a:moveTo>
                    <a:pt x="70" y="0"/>
                  </a:moveTo>
                  <a:cubicBezTo>
                    <a:pt x="31" y="0"/>
                    <a:pt x="1" y="31"/>
                    <a:pt x="1" y="70"/>
                  </a:cubicBezTo>
                  <a:lnTo>
                    <a:pt x="1" y="4347"/>
                  </a:lnTo>
                  <a:cubicBezTo>
                    <a:pt x="1" y="4386"/>
                    <a:pt x="31" y="4417"/>
                    <a:pt x="70" y="4417"/>
                  </a:cubicBezTo>
                  <a:lnTo>
                    <a:pt x="99" y="4417"/>
                  </a:lnTo>
                  <a:cubicBezTo>
                    <a:pt x="137" y="4417"/>
                    <a:pt x="168" y="4386"/>
                    <a:pt x="168" y="4347"/>
                  </a:cubicBezTo>
                  <a:lnTo>
                    <a:pt x="168" y="70"/>
                  </a:lnTo>
                  <a:cubicBezTo>
                    <a:pt x="168" y="32"/>
                    <a:pt x="137" y="0"/>
                    <a:pt x="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145"/>
            <p:cNvSpPr/>
            <p:nvPr/>
          </p:nvSpPr>
          <p:spPr>
            <a:xfrm>
              <a:off x="-4232643" y="4421472"/>
              <a:ext cx="17279" cy="449046"/>
            </a:xfrm>
            <a:custGeom>
              <a:rect b="b" l="l" r="r" t="t"/>
              <a:pathLst>
                <a:path extrusionOk="0" h="4418" w="170">
                  <a:moveTo>
                    <a:pt x="69" y="0"/>
                  </a:moveTo>
                  <a:cubicBezTo>
                    <a:pt x="31" y="0"/>
                    <a:pt x="0" y="31"/>
                    <a:pt x="0" y="70"/>
                  </a:cubicBezTo>
                  <a:lnTo>
                    <a:pt x="0" y="4347"/>
                  </a:lnTo>
                  <a:cubicBezTo>
                    <a:pt x="0" y="4386"/>
                    <a:pt x="31" y="4417"/>
                    <a:pt x="69" y="4417"/>
                  </a:cubicBezTo>
                  <a:lnTo>
                    <a:pt x="98" y="4417"/>
                  </a:lnTo>
                  <a:cubicBezTo>
                    <a:pt x="136" y="4417"/>
                    <a:pt x="167" y="4386"/>
                    <a:pt x="167" y="4347"/>
                  </a:cubicBezTo>
                  <a:lnTo>
                    <a:pt x="167" y="70"/>
                  </a:lnTo>
                  <a:cubicBezTo>
                    <a:pt x="169" y="32"/>
                    <a:pt x="136" y="0"/>
                    <a:pt x="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5" name="Google Shape;11315;p145"/>
          <p:cNvSpPr txBox="1"/>
          <p:nvPr>
            <p:ph type="title"/>
          </p:nvPr>
        </p:nvSpPr>
        <p:spPr>
          <a:xfrm>
            <a:off x="1915175" y="1644500"/>
            <a:ext cx="4975800" cy="98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5700"/>
              <a:t>THANK YOU!</a:t>
            </a:r>
            <a:endParaRPr sz="5700"/>
          </a:p>
        </p:txBody>
      </p:sp>
      <p:sp>
        <p:nvSpPr>
          <p:cNvPr id="11316" name="Google Shape;11316;p145"/>
          <p:cNvSpPr txBox="1"/>
          <p:nvPr>
            <p:ph idx="1" type="subTitle"/>
          </p:nvPr>
        </p:nvSpPr>
        <p:spPr>
          <a:xfrm>
            <a:off x="2103900" y="2629100"/>
            <a:ext cx="4448100" cy="600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t>Questions?</a:t>
            </a:r>
            <a:endParaRPr b="1" sz="2000"/>
          </a:p>
        </p:txBody>
      </p:sp>
      <p:grpSp>
        <p:nvGrpSpPr>
          <p:cNvPr id="11317" name="Google Shape;11317;p145"/>
          <p:cNvGrpSpPr/>
          <p:nvPr/>
        </p:nvGrpSpPr>
        <p:grpSpPr>
          <a:xfrm>
            <a:off x="73591" y="3472210"/>
            <a:ext cx="1704811" cy="1705391"/>
            <a:chOff x="3026409" y="2027588"/>
            <a:chExt cx="381466" cy="381588"/>
          </a:xfrm>
        </p:grpSpPr>
        <p:sp>
          <p:nvSpPr>
            <p:cNvPr id="11318" name="Google Shape;11318;p145"/>
            <p:cNvSpPr/>
            <p:nvPr/>
          </p:nvSpPr>
          <p:spPr>
            <a:xfrm>
              <a:off x="3026409" y="2027588"/>
              <a:ext cx="380100" cy="380100"/>
            </a:xfrm>
            <a:custGeom>
              <a:rect b="b" l="l" r="r" t="t"/>
              <a:pathLst>
                <a:path extrusionOk="0" h="15204" w="15204">
                  <a:moveTo>
                    <a:pt x="7601" y="0"/>
                  </a:moveTo>
                  <a:cubicBezTo>
                    <a:pt x="7494" y="0"/>
                    <a:pt x="7388" y="4"/>
                    <a:pt x="7282" y="8"/>
                  </a:cubicBezTo>
                  <a:lnTo>
                    <a:pt x="7282" y="6"/>
                  </a:lnTo>
                  <a:cubicBezTo>
                    <a:pt x="7272" y="6"/>
                    <a:pt x="7263" y="9"/>
                    <a:pt x="7252" y="9"/>
                  </a:cubicBezTo>
                  <a:cubicBezTo>
                    <a:pt x="7060" y="19"/>
                    <a:pt x="6869" y="35"/>
                    <a:pt x="6681" y="58"/>
                  </a:cubicBezTo>
                  <a:cubicBezTo>
                    <a:pt x="6649" y="62"/>
                    <a:pt x="6617" y="66"/>
                    <a:pt x="6586" y="70"/>
                  </a:cubicBezTo>
                  <a:cubicBezTo>
                    <a:pt x="5471" y="218"/>
                    <a:pt x="4434" y="608"/>
                    <a:pt x="3527" y="1186"/>
                  </a:cubicBezTo>
                  <a:lnTo>
                    <a:pt x="3527" y="1185"/>
                  </a:lnTo>
                  <a:cubicBezTo>
                    <a:pt x="3517" y="1191"/>
                    <a:pt x="3507" y="1198"/>
                    <a:pt x="3497" y="1206"/>
                  </a:cubicBezTo>
                  <a:cubicBezTo>
                    <a:pt x="3336" y="1310"/>
                    <a:pt x="3177" y="1418"/>
                    <a:pt x="3024" y="1534"/>
                  </a:cubicBezTo>
                  <a:cubicBezTo>
                    <a:pt x="2994" y="1556"/>
                    <a:pt x="2965" y="1579"/>
                    <a:pt x="2938" y="1603"/>
                  </a:cubicBezTo>
                  <a:cubicBezTo>
                    <a:pt x="2789" y="1718"/>
                    <a:pt x="2643" y="1838"/>
                    <a:pt x="2504" y="1965"/>
                  </a:cubicBezTo>
                  <a:cubicBezTo>
                    <a:pt x="2501" y="1967"/>
                    <a:pt x="2499" y="1969"/>
                    <a:pt x="2496" y="1971"/>
                  </a:cubicBezTo>
                  <a:cubicBezTo>
                    <a:pt x="1835" y="2570"/>
                    <a:pt x="1283" y="3285"/>
                    <a:pt x="865" y="4082"/>
                  </a:cubicBezTo>
                  <a:lnTo>
                    <a:pt x="864" y="4081"/>
                  </a:lnTo>
                  <a:cubicBezTo>
                    <a:pt x="853" y="4101"/>
                    <a:pt x="845" y="4124"/>
                    <a:pt x="833" y="4145"/>
                  </a:cubicBezTo>
                  <a:cubicBezTo>
                    <a:pt x="749" y="4312"/>
                    <a:pt x="667" y="4482"/>
                    <a:pt x="594" y="4654"/>
                  </a:cubicBezTo>
                  <a:cubicBezTo>
                    <a:pt x="587" y="4670"/>
                    <a:pt x="582" y="4684"/>
                    <a:pt x="575" y="4700"/>
                  </a:cubicBezTo>
                  <a:cubicBezTo>
                    <a:pt x="497" y="4890"/>
                    <a:pt x="427" y="5082"/>
                    <a:pt x="364" y="5279"/>
                  </a:cubicBezTo>
                  <a:cubicBezTo>
                    <a:pt x="364" y="5280"/>
                    <a:pt x="363" y="5282"/>
                    <a:pt x="363" y="5282"/>
                  </a:cubicBezTo>
                  <a:cubicBezTo>
                    <a:pt x="127" y="6013"/>
                    <a:pt x="1" y="6794"/>
                    <a:pt x="1" y="7602"/>
                  </a:cubicBezTo>
                  <a:cubicBezTo>
                    <a:pt x="1" y="7708"/>
                    <a:pt x="4" y="7813"/>
                    <a:pt x="8" y="7920"/>
                  </a:cubicBezTo>
                  <a:cubicBezTo>
                    <a:pt x="7" y="7920"/>
                    <a:pt x="7" y="7920"/>
                    <a:pt x="6" y="7919"/>
                  </a:cubicBezTo>
                  <a:lnTo>
                    <a:pt x="6" y="7919"/>
                  </a:lnTo>
                  <a:cubicBezTo>
                    <a:pt x="6" y="7932"/>
                    <a:pt x="8" y="7945"/>
                    <a:pt x="9" y="7958"/>
                  </a:cubicBezTo>
                  <a:cubicBezTo>
                    <a:pt x="18" y="8143"/>
                    <a:pt x="34" y="8323"/>
                    <a:pt x="55" y="8504"/>
                  </a:cubicBezTo>
                  <a:cubicBezTo>
                    <a:pt x="60" y="8548"/>
                    <a:pt x="66" y="8592"/>
                    <a:pt x="73" y="8634"/>
                  </a:cubicBezTo>
                  <a:cubicBezTo>
                    <a:pt x="99" y="8827"/>
                    <a:pt x="132" y="9018"/>
                    <a:pt x="172" y="9205"/>
                  </a:cubicBezTo>
                  <a:lnTo>
                    <a:pt x="172" y="9209"/>
                  </a:lnTo>
                  <a:cubicBezTo>
                    <a:pt x="408" y="10306"/>
                    <a:pt x="881" y="11316"/>
                    <a:pt x="1536" y="12182"/>
                  </a:cubicBezTo>
                  <a:cubicBezTo>
                    <a:pt x="1557" y="12209"/>
                    <a:pt x="1577" y="12234"/>
                    <a:pt x="1598" y="12261"/>
                  </a:cubicBezTo>
                  <a:cubicBezTo>
                    <a:pt x="1699" y="12392"/>
                    <a:pt x="1804" y="12518"/>
                    <a:pt x="1913" y="12642"/>
                  </a:cubicBezTo>
                  <a:cubicBezTo>
                    <a:pt x="1932" y="12664"/>
                    <a:pt x="1949" y="12688"/>
                    <a:pt x="1969" y="12709"/>
                  </a:cubicBezTo>
                  <a:cubicBezTo>
                    <a:pt x="1969" y="12709"/>
                    <a:pt x="1970" y="12709"/>
                    <a:pt x="1970" y="12708"/>
                  </a:cubicBezTo>
                  <a:cubicBezTo>
                    <a:pt x="2568" y="13368"/>
                    <a:pt x="3282" y="13920"/>
                    <a:pt x="4078" y="14338"/>
                  </a:cubicBezTo>
                  <a:lnTo>
                    <a:pt x="4077" y="14339"/>
                  </a:lnTo>
                  <a:cubicBezTo>
                    <a:pt x="4090" y="14346"/>
                    <a:pt x="4106" y="14351"/>
                    <a:pt x="4120" y="14359"/>
                  </a:cubicBezTo>
                  <a:cubicBezTo>
                    <a:pt x="4296" y="14449"/>
                    <a:pt x="4474" y="14535"/>
                    <a:pt x="4656" y="14612"/>
                  </a:cubicBezTo>
                  <a:cubicBezTo>
                    <a:pt x="4663" y="14616"/>
                    <a:pt x="4671" y="14618"/>
                    <a:pt x="4681" y="14621"/>
                  </a:cubicBezTo>
                  <a:cubicBezTo>
                    <a:pt x="4874" y="14702"/>
                    <a:pt x="5073" y="14774"/>
                    <a:pt x="5274" y="14839"/>
                  </a:cubicBezTo>
                  <a:lnTo>
                    <a:pt x="5275" y="14839"/>
                  </a:lnTo>
                  <a:cubicBezTo>
                    <a:pt x="6008" y="15075"/>
                    <a:pt x="6788" y="15204"/>
                    <a:pt x="7599" y="15204"/>
                  </a:cubicBezTo>
                  <a:cubicBezTo>
                    <a:pt x="7705" y="15204"/>
                    <a:pt x="7811" y="15199"/>
                    <a:pt x="7916" y="15195"/>
                  </a:cubicBezTo>
                  <a:lnTo>
                    <a:pt x="7916" y="15196"/>
                  </a:lnTo>
                  <a:cubicBezTo>
                    <a:pt x="7922" y="15196"/>
                    <a:pt x="7927" y="15195"/>
                    <a:pt x="7933" y="15195"/>
                  </a:cubicBezTo>
                  <a:cubicBezTo>
                    <a:pt x="8136" y="15186"/>
                    <a:pt x="8336" y="15168"/>
                    <a:pt x="8533" y="15145"/>
                  </a:cubicBezTo>
                  <a:cubicBezTo>
                    <a:pt x="8557" y="15143"/>
                    <a:pt x="8579" y="15140"/>
                    <a:pt x="8603" y="15135"/>
                  </a:cubicBezTo>
                  <a:cubicBezTo>
                    <a:pt x="10166" y="14929"/>
                    <a:pt x="11577" y="14251"/>
                    <a:pt x="12691" y="13246"/>
                  </a:cubicBezTo>
                  <a:cubicBezTo>
                    <a:pt x="12696" y="13241"/>
                    <a:pt x="12701" y="13237"/>
                    <a:pt x="12706" y="13233"/>
                  </a:cubicBezTo>
                  <a:cubicBezTo>
                    <a:pt x="13366" y="12635"/>
                    <a:pt x="13918" y="11921"/>
                    <a:pt x="14336" y="11125"/>
                  </a:cubicBezTo>
                  <a:cubicBezTo>
                    <a:pt x="14338" y="11122"/>
                    <a:pt x="14340" y="11116"/>
                    <a:pt x="14342" y="11113"/>
                  </a:cubicBezTo>
                  <a:cubicBezTo>
                    <a:pt x="14889" y="10062"/>
                    <a:pt x="15202" y="8869"/>
                    <a:pt x="15202" y="7604"/>
                  </a:cubicBezTo>
                  <a:cubicBezTo>
                    <a:pt x="15204" y="7498"/>
                    <a:pt x="15201" y="7392"/>
                    <a:pt x="15197" y="7286"/>
                  </a:cubicBezTo>
                  <a:lnTo>
                    <a:pt x="15197" y="7278"/>
                  </a:lnTo>
                  <a:cubicBezTo>
                    <a:pt x="15187" y="7068"/>
                    <a:pt x="15169" y="6862"/>
                    <a:pt x="15143" y="6659"/>
                  </a:cubicBezTo>
                  <a:cubicBezTo>
                    <a:pt x="15141" y="6641"/>
                    <a:pt x="15140" y="6625"/>
                    <a:pt x="15137" y="6608"/>
                  </a:cubicBezTo>
                  <a:cubicBezTo>
                    <a:pt x="14961" y="5266"/>
                    <a:pt x="14436" y="4034"/>
                    <a:pt x="13656" y="3007"/>
                  </a:cubicBezTo>
                  <a:lnTo>
                    <a:pt x="13629" y="2972"/>
                  </a:lnTo>
                  <a:cubicBezTo>
                    <a:pt x="13510" y="2820"/>
                    <a:pt x="13388" y="2670"/>
                    <a:pt x="13258" y="2524"/>
                  </a:cubicBezTo>
                  <a:cubicBezTo>
                    <a:pt x="13248" y="2515"/>
                    <a:pt x="13241" y="2504"/>
                    <a:pt x="13232" y="2493"/>
                  </a:cubicBezTo>
                  <a:lnTo>
                    <a:pt x="13231" y="2493"/>
                  </a:lnTo>
                  <a:cubicBezTo>
                    <a:pt x="12489" y="1677"/>
                    <a:pt x="11571" y="1022"/>
                    <a:pt x="10538" y="589"/>
                  </a:cubicBezTo>
                  <a:cubicBezTo>
                    <a:pt x="10537" y="589"/>
                    <a:pt x="10537" y="589"/>
                    <a:pt x="10535" y="588"/>
                  </a:cubicBezTo>
                  <a:cubicBezTo>
                    <a:pt x="10337" y="505"/>
                    <a:pt x="10133" y="432"/>
                    <a:pt x="9925" y="364"/>
                  </a:cubicBezTo>
                  <a:cubicBezTo>
                    <a:pt x="9925" y="364"/>
                    <a:pt x="9924" y="364"/>
                    <a:pt x="9924" y="362"/>
                  </a:cubicBezTo>
                  <a:cubicBezTo>
                    <a:pt x="9191" y="128"/>
                    <a:pt x="8412" y="0"/>
                    <a:pt x="7601"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145"/>
            <p:cNvSpPr/>
            <p:nvPr/>
          </p:nvSpPr>
          <p:spPr>
            <a:xfrm>
              <a:off x="3027725" y="2029050"/>
              <a:ext cx="380150" cy="380125"/>
            </a:xfrm>
            <a:custGeom>
              <a:rect b="b" l="l" r="r" t="t"/>
              <a:pathLst>
                <a:path extrusionOk="0" h="15205" w="15206">
                  <a:moveTo>
                    <a:pt x="7603" y="0"/>
                  </a:moveTo>
                  <a:cubicBezTo>
                    <a:pt x="5587" y="0"/>
                    <a:pt x="3653" y="801"/>
                    <a:pt x="2228" y="2227"/>
                  </a:cubicBezTo>
                  <a:cubicBezTo>
                    <a:pt x="802" y="3652"/>
                    <a:pt x="1" y="5586"/>
                    <a:pt x="1" y="7603"/>
                  </a:cubicBezTo>
                  <a:cubicBezTo>
                    <a:pt x="1" y="9618"/>
                    <a:pt x="802" y="11552"/>
                    <a:pt x="2228" y="12977"/>
                  </a:cubicBezTo>
                  <a:cubicBezTo>
                    <a:pt x="3653" y="14404"/>
                    <a:pt x="5587" y="15204"/>
                    <a:pt x="7603" y="15204"/>
                  </a:cubicBezTo>
                  <a:cubicBezTo>
                    <a:pt x="9619" y="15204"/>
                    <a:pt x="11553" y="14404"/>
                    <a:pt x="12978" y="12977"/>
                  </a:cubicBezTo>
                  <a:cubicBezTo>
                    <a:pt x="14405" y="11552"/>
                    <a:pt x="15205" y="9618"/>
                    <a:pt x="15205" y="7603"/>
                  </a:cubicBezTo>
                  <a:cubicBezTo>
                    <a:pt x="15205" y="5586"/>
                    <a:pt x="14405" y="3652"/>
                    <a:pt x="12978" y="2227"/>
                  </a:cubicBezTo>
                  <a:cubicBezTo>
                    <a:pt x="11553" y="801"/>
                    <a:pt x="9619" y="0"/>
                    <a:pt x="76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145"/>
            <p:cNvSpPr/>
            <p:nvPr/>
          </p:nvSpPr>
          <p:spPr>
            <a:xfrm>
              <a:off x="3036775" y="2130950"/>
              <a:ext cx="193625" cy="88875"/>
            </a:xfrm>
            <a:custGeom>
              <a:rect b="b" l="l" r="r" t="t"/>
              <a:pathLst>
                <a:path extrusionOk="0" h="3555" w="7745">
                  <a:moveTo>
                    <a:pt x="501" y="0"/>
                  </a:moveTo>
                  <a:cubicBezTo>
                    <a:pt x="303" y="382"/>
                    <a:pt x="132" y="785"/>
                    <a:pt x="0" y="1203"/>
                  </a:cubicBezTo>
                  <a:cubicBezTo>
                    <a:pt x="1886" y="2676"/>
                    <a:pt x="4261" y="3555"/>
                    <a:pt x="6840" y="3555"/>
                  </a:cubicBezTo>
                  <a:cubicBezTo>
                    <a:pt x="6875" y="3555"/>
                    <a:pt x="6908" y="3555"/>
                    <a:pt x="6942" y="3552"/>
                  </a:cubicBezTo>
                  <a:cubicBezTo>
                    <a:pt x="6955" y="3553"/>
                    <a:pt x="6967" y="3554"/>
                    <a:pt x="6979" y="3554"/>
                  </a:cubicBezTo>
                  <a:cubicBezTo>
                    <a:pt x="6993" y="3554"/>
                    <a:pt x="7007" y="3553"/>
                    <a:pt x="7022" y="3550"/>
                  </a:cubicBezTo>
                  <a:cubicBezTo>
                    <a:pt x="7041" y="3551"/>
                    <a:pt x="7059" y="3552"/>
                    <a:pt x="7077" y="3552"/>
                  </a:cubicBezTo>
                  <a:cubicBezTo>
                    <a:pt x="7101" y="3552"/>
                    <a:pt x="7124" y="3551"/>
                    <a:pt x="7149" y="3546"/>
                  </a:cubicBezTo>
                  <a:cubicBezTo>
                    <a:pt x="7151" y="3548"/>
                    <a:pt x="7154" y="3549"/>
                    <a:pt x="7157" y="3549"/>
                  </a:cubicBezTo>
                  <a:cubicBezTo>
                    <a:pt x="7160" y="3549"/>
                    <a:pt x="7163" y="3548"/>
                    <a:pt x="7166" y="3546"/>
                  </a:cubicBezTo>
                  <a:cubicBezTo>
                    <a:pt x="7168" y="3548"/>
                    <a:pt x="7169" y="3549"/>
                    <a:pt x="7171" y="3549"/>
                  </a:cubicBezTo>
                  <a:cubicBezTo>
                    <a:pt x="7173" y="3549"/>
                    <a:pt x="7174" y="3548"/>
                    <a:pt x="7176" y="3546"/>
                  </a:cubicBezTo>
                  <a:cubicBezTo>
                    <a:pt x="7177" y="3548"/>
                    <a:pt x="7178" y="3549"/>
                    <a:pt x="7180" y="3549"/>
                  </a:cubicBezTo>
                  <a:cubicBezTo>
                    <a:pt x="7182" y="3549"/>
                    <a:pt x="7183" y="3548"/>
                    <a:pt x="7185" y="3546"/>
                  </a:cubicBezTo>
                  <a:cubicBezTo>
                    <a:pt x="7188" y="3548"/>
                    <a:pt x="7192" y="3549"/>
                    <a:pt x="7196" y="3549"/>
                  </a:cubicBezTo>
                  <a:cubicBezTo>
                    <a:pt x="7200" y="3549"/>
                    <a:pt x="7203" y="3548"/>
                    <a:pt x="7207" y="3546"/>
                  </a:cubicBezTo>
                  <a:cubicBezTo>
                    <a:pt x="7208" y="3548"/>
                    <a:pt x="7210" y="3549"/>
                    <a:pt x="7212" y="3549"/>
                  </a:cubicBezTo>
                  <a:cubicBezTo>
                    <a:pt x="7215" y="3549"/>
                    <a:pt x="7217" y="3548"/>
                    <a:pt x="7218" y="3546"/>
                  </a:cubicBezTo>
                  <a:cubicBezTo>
                    <a:pt x="7219" y="3547"/>
                    <a:pt x="7220" y="3548"/>
                    <a:pt x="7221" y="3548"/>
                  </a:cubicBezTo>
                  <a:cubicBezTo>
                    <a:pt x="7223" y="3548"/>
                    <a:pt x="7225" y="3546"/>
                    <a:pt x="7227" y="3546"/>
                  </a:cubicBezTo>
                  <a:lnTo>
                    <a:pt x="7233" y="3546"/>
                  </a:lnTo>
                  <a:cubicBezTo>
                    <a:pt x="7240" y="3546"/>
                    <a:pt x="7243" y="3546"/>
                    <a:pt x="7249" y="3544"/>
                  </a:cubicBezTo>
                  <a:cubicBezTo>
                    <a:pt x="7251" y="3545"/>
                    <a:pt x="7252" y="3546"/>
                    <a:pt x="7253" y="3546"/>
                  </a:cubicBezTo>
                  <a:cubicBezTo>
                    <a:pt x="7254" y="3546"/>
                    <a:pt x="7254" y="3545"/>
                    <a:pt x="7255" y="3544"/>
                  </a:cubicBezTo>
                  <a:cubicBezTo>
                    <a:pt x="7255" y="3544"/>
                    <a:pt x="7257" y="3545"/>
                    <a:pt x="7259" y="3545"/>
                  </a:cubicBezTo>
                  <a:cubicBezTo>
                    <a:pt x="7260" y="3545"/>
                    <a:pt x="7261" y="3545"/>
                    <a:pt x="7262" y="3544"/>
                  </a:cubicBezTo>
                  <a:cubicBezTo>
                    <a:pt x="7263" y="3545"/>
                    <a:pt x="7265" y="3546"/>
                    <a:pt x="7268" y="3546"/>
                  </a:cubicBezTo>
                  <a:cubicBezTo>
                    <a:pt x="7271" y="3546"/>
                    <a:pt x="7274" y="3545"/>
                    <a:pt x="7278" y="3544"/>
                  </a:cubicBezTo>
                  <a:cubicBezTo>
                    <a:pt x="7281" y="3545"/>
                    <a:pt x="7284" y="3546"/>
                    <a:pt x="7287" y="3546"/>
                  </a:cubicBezTo>
                  <a:cubicBezTo>
                    <a:pt x="7291" y="3546"/>
                    <a:pt x="7295" y="3545"/>
                    <a:pt x="7299" y="3544"/>
                  </a:cubicBezTo>
                  <a:lnTo>
                    <a:pt x="7315" y="3544"/>
                  </a:lnTo>
                  <a:cubicBezTo>
                    <a:pt x="7330" y="3544"/>
                    <a:pt x="7346" y="3544"/>
                    <a:pt x="7361" y="3541"/>
                  </a:cubicBezTo>
                  <a:lnTo>
                    <a:pt x="7363" y="3541"/>
                  </a:lnTo>
                  <a:cubicBezTo>
                    <a:pt x="7364" y="3541"/>
                    <a:pt x="7365" y="3540"/>
                    <a:pt x="7366" y="3540"/>
                  </a:cubicBezTo>
                  <a:cubicBezTo>
                    <a:pt x="7367" y="3540"/>
                    <a:pt x="7367" y="3541"/>
                    <a:pt x="7367" y="3541"/>
                  </a:cubicBezTo>
                  <a:cubicBezTo>
                    <a:pt x="7492" y="3535"/>
                    <a:pt x="7618" y="3527"/>
                    <a:pt x="7744" y="3518"/>
                  </a:cubicBezTo>
                  <a:cubicBezTo>
                    <a:pt x="7677" y="3511"/>
                    <a:pt x="7609" y="3504"/>
                    <a:pt x="7539" y="3492"/>
                  </a:cubicBezTo>
                  <a:cubicBezTo>
                    <a:pt x="7521" y="3488"/>
                    <a:pt x="7502" y="3488"/>
                    <a:pt x="7484" y="3484"/>
                  </a:cubicBezTo>
                  <a:cubicBezTo>
                    <a:pt x="7441" y="3482"/>
                    <a:pt x="7397" y="3476"/>
                    <a:pt x="7355" y="3469"/>
                  </a:cubicBezTo>
                  <a:lnTo>
                    <a:pt x="7352" y="3469"/>
                  </a:lnTo>
                  <a:cubicBezTo>
                    <a:pt x="7337" y="3469"/>
                    <a:pt x="7321" y="3467"/>
                    <a:pt x="7306" y="3467"/>
                  </a:cubicBezTo>
                  <a:cubicBezTo>
                    <a:pt x="7302" y="3467"/>
                    <a:pt x="7295" y="3464"/>
                    <a:pt x="7293" y="3464"/>
                  </a:cubicBezTo>
                  <a:lnTo>
                    <a:pt x="7280" y="3464"/>
                  </a:lnTo>
                  <a:cubicBezTo>
                    <a:pt x="7275" y="3464"/>
                    <a:pt x="7268" y="3462"/>
                    <a:pt x="7262" y="3462"/>
                  </a:cubicBezTo>
                  <a:lnTo>
                    <a:pt x="7259" y="3462"/>
                  </a:lnTo>
                  <a:cubicBezTo>
                    <a:pt x="7253" y="3462"/>
                    <a:pt x="7249" y="3462"/>
                    <a:pt x="7247" y="3459"/>
                  </a:cubicBezTo>
                  <a:lnTo>
                    <a:pt x="7231" y="3459"/>
                  </a:lnTo>
                  <a:cubicBezTo>
                    <a:pt x="7229" y="3459"/>
                    <a:pt x="7227" y="3458"/>
                    <a:pt x="7225" y="3458"/>
                  </a:cubicBezTo>
                  <a:cubicBezTo>
                    <a:pt x="7224" y="3458"/>
                    <a:pt x="7223" y="3458"/>
                    <a:pt x="7222" y="3459"/>
                  </a:cubicBezTo>
                  <a:cubicBezTo>
                    <a:pt x="7219" y="3457"/>
                    <a:pt x="7216" y="3457"/>
                    <a:pt x="7213" y="3457"/>
                  </a:cubicBezTo>
                  <a:lnTo>
                    <a:pt x="7211" y="3457"/>
                  </a:lnTo>
                  <a:cubicBezTo>
                    <a:pt x="7201" y="3457"/>
                    <a:pt x="7192" y="3454"/>
                    <a:pt x="7186" y="3454"/>
                  </a:cubicBezTo>
                  <a:cubicBezTo>
                    <a:pt x="7180" y="3454"/>
                    <a:pt x="7173" y="3451"/>
                    <a:pt x="7170" y="3451"/>
                  </a:cubicBezTo>
                  <a:cubicBezTo>
                    <a:pt x="7161" y="3451"/>
                    <a:pt x="7152" y="3448"/>
                    <a:pt x="7144" y="3448"/>
                  </a:cubicBezTo>
                  <a:lnTo>
                    <a:pt x="7141" y="3448"/>
                  </a:lnTo>
                  <a:cubicBezTo>
                    <a:pt x="7103" y="3442"/>
                    <a:pt x="7067" y="3440"/>
                    <a:pt x="7030" y="3433"/>
                  </a:cubicBezTo>
                  <a:cubicBezTo>
                    <a:pt x="7025" y="3431"/>
                    <a:pt x="7018" y="3431"/>
                    <a:pt x="7012" y="3431"/>
                  </a:cubicBezTo>
                  <a:cubicBezTo>
                    <a:pt x="4453" y="3053"/>
                    <a:pt x="2180" y="1807"/>
                    <a:pt x="5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145"/>
            <p:cNvSpPr/>
            <p:nvPr/>
          </p:nvSpPr>
          <p:spPr>
            <a:xfrm>
              <a:off x="3205325" y="2218525"/>
              <a:ext cx="193450" cy="88650"/>
            </a:xfrm>
            <a:custGeom>
              <a:rect b="b" l="l" r="r" t="t"/>
              <a:pathLst>
                <a:path extrusionOk="0" h="3546" w="7738">
                  <a:moveTo>
                    <a:pt x="935" y="0"/>
                  </a:moveTo>
                  <a:cubicBezTo>
                    <a:pt x="924" y="0"/>
                    <a:pt x="914" y="0"/>
                    <a:pt x="903" y="0"/>
                  </a:cubicBezTo>
                  <a:cubicBezTo>
                    <a:pt x="868" y="0"/>
                    <a:pt x="835" y="0"/>
                    <a:pt x="801" y="3"/>
                  </a:cubicBezTo>
                  <a:cubicBezTo>
                    <a:pt x="790" y="1"/>
                    <a:pt x="779" y="0"/>
                    <a:pt x="768" y="0"/>
                  </a:cubicBezTo>
                  <a:cubicBezTo>
                    <a:pt x="755" y="0"/>
                    <a:pt x="741" y="2"/>
                    <a:pt x="728" y="5"/>
                  </a:cubicBezTo>
                  <a:cubicBezTo>
                    <a:pt x="710" y="3"/>
                    <a:pt x="691" y="2"/>
                    <a:pt x="671" y="2"/>
                  </a:cubicBezTo>
                  <a:cubicBezTo>
                    <a:pt x="646" y="2"/>
                    <a:pt x="620" y="4"/>
                    <a:pt x="596" y="8"/>
                  </a:cubicBezTo>
                  <a:cubicBezTo>
                    <a:pt x="593" y="7"/>
                    <a:pt x="589" y="6"/>
                    <a:pt x="585" y="6"/>
                  </a:cubicBezTo>
                  <a:cubicBezTo>
                    <a:pt x="581" y="6"/>
                    <a:pt x="577" y="7"/>
                    <a:pt x="574" y="8"/>
                  </a:cubicBezTo>
                  <a:cubicBezTo>
                    <a:pt x="573" y="7"/>
                    <a:pt x="571" y="6"/>
                    <a:pt x="570" y="6"/>
                  </a:cubicBezTo>
                  <a:cubicBezTo>
                    <a:pt x="568" y="6"/>
                    <a:pt x="566" y="7"/>
                    <a:pt x="565" y="8"/>
                  </a:cubicBezTo>
                  <a:cubicBezTo>
                    <a:pt x="563" y="7"/>
                    <a:pt x="562" y="6"/>
                    <a:pt x="562" y="6"/>
                  </a:cubicBezTo>
                  <a:cubicBezTo>
                    <a:pt x="561" y="6"/>
                    <a:pt x="560" y="7"/>
                    <a:pt x="558" y="8"/>
                  </a:cubicBezTo>
                  <a:cubicBezTo>
                    <a:pt x="555" y="7"/>
                    <a:pt x="552" y="6"/>
                    <a:pt x="548" y="6"/>
                  </a:cubicBezTo>
                  <a:cubicBezTo>
                    <a:pt x="544" y="6"/>
                    <a:pt x="540" y="7"/>
                    <a:pt x="537" y="8"/>
                  </a:cubicBezTo>
                  <a:cubicBezTo>
                    <a:pt x="534" y="7"/>
                    <a:pt x="531" y="6"/>
                    <a:pt x="529" y="6"/>
                  </a:cubicBezTo>
                  <a:cubicBezTo>
                    <a:pt x="527" y="6"/>
                    <a:pt x="524" y="7"/>
                    <a:pt x="521" y="8"/>
                  </a:cubicBezTo>
                  <a:lnTo>
                    <a:pt x="506" y="8"/>
                  </a:lnTo>
                  <a:cubicBezTo>
                    <a:pt x="500" y="8"/>
                    <a:pt x="497" y="8"/>
                    <a:pt x="490" y="10"/>
                  </a:cubicBezTo>
                  <a:lnTo>
                    <a:pt x="487" y="10"/>
                  </a:lnTo>
                  <a:cubicBezTo>
                    <a:pt x="486" y="9"/>
                    <a:pt x="485" y="9"/>
                    <a:pt x="483" y="9"/>
                  </a:cubicBezTo>
                  <a:cubicBezTo>
                    <a:pt x="482" y="9"/>
                    <a:pt x="480" y="9"/>
                    <a:pt x="479" y="10"/>
                  </a:cubicBezTo>
                  <a:cubicBezTo>
                    <a:pt x="477" y="9"/>
                    <a:pt x="475" y="9"/>
                    <a:pt x="472" y="9"/>
                  </a:cubicBezTo>
                  <a:cubicBezTo>
                    <a:pt x="470" y="9"/>
                    <a:pt x="467" y="9"/>
                    <a:pt x="464" y="10"/>
                  </a:cubicBezTo>
                  <a:cubicBezTo>
                    <a:pt x="460" y="9"/>
                    <a:pt x="457" y="9"/>
                    <a:pt x="453" y="9"/>
                  </a:cubicBezTo>
                  <a:cubicBezTo>
                    <a:pt x="449" y="9"/>
                    <a:pt x="445" y="9"/>
                    <a:pt x="441" y="10"/>
                  </a:cubicBezTo>
                  <a:lnTo>
                    <a:pt x="425" y="10"/>
                  </a:lnTo>
                  <a:cubicBezTo>
                    <a:pt x="414" y="10"/>
                    <a:pt x="399" y="10"/>
                    <a:pt x="383" y="13"/>
                  </a:cubicBezTo>
                  <a:lnTo>
                    <a:pt x="381" y="13"/>
                  </a:lnTo>
                  <a:cubicBezTo>
                    <a:pt x="255" y="20"/>
                    <a:pt x="126" y="29"/>
                    <a:pt x="0" y="37"/>
                  </a:cubicBezTo>
                  <a:cubicBezTo>
                    <a:pt x="67" y="42"/>
                    <a:pt x="135" y="50"/>
                    <a:pt x="202" y="56"/>
                  </a:cubicBezTo>
                  <a:cubicBezTo>
                    <a:pt x="224" y="60"/>
                    <a:pt x="243" y="60"/>
                    <a:pt x="264" y="62"/>
                  </a:cubicBezTo>
                  <a:cubicBezTo>
                    <a:pt x="305" y="65"/>
                    <a:pt x="347" y="71"/>
                    <a:pt x="387" y="77"/>
                  </a:cubicBezTo>
                  <a:lnTo>
                    <a:pt x="389" y="77"/>
                  </a:lnTo>
                  <a:cubicBezTo>
                    <a:pt x="405" y="77"/>
                    <a:pt x="417" y="81"/>
                    <a:pt x="433" y="81"/>
                  </a:cubicBezTo>
                  <a:cubicBezTo>
                    <a:pt x="439" y="81"/>
                    <a:pt x="441" y="83"/>
                    <a:pt x="448" y="83"/>
                  </a:cubicBezTo>
                  <a:lnTo>
                    <a:pt x="460" y="83"/>
                  </a:lnTo>
                  <a:cubicBezTo>
                    <a:pt x="467" y="83"/>
                    <a:pt x="470" y="86"/>
                    <a:pt x="476" y="86"/>
                  </a:cubicBezTo>
                  <a:lnTo>
                    <a:pt x="479" y="86"/>
                  </a:lnTo>
                  <a:cubicBezTo>
                    <a:pt x="485" y="86"/>
                    <a:pt x="491" y="86"/>
                    <a:pt x="495" y="88"/>
                  </a:cubicBezTo>
                  <a:lnTo>
                    <a:pt x="515" y="88"/>
                  </a:lnTo>
                  <a:cubicBezTo>
                    <a:pt x="517" y="91"/>
                    <a:pt x="521" y="91"/>
                    <a:pt x="523" y="91"/>
                  </a:cubicBezTo>
                  <a:lnTo>
                    <a:pt x="529" y="91"/>
                  </a:lnTo>
                  <a:cubicBezTo>
                    <a:pt x="538" y="91"/>
                    <a:pt x="544" y="93"/>
                    <a:pt x="551" y="93"/>
                  </a:cubicBezTo>
                  <a:cubicBezTo>
                    <a:pt x="557" y="93"/>
                    <a:pt x="560" y="93"/>
                    <a:pt x="567" y="96"/>
                  </a:cubicBezTo>
                  <a:cubicBezTo>
                    <a:pt x="575" y="96"/>
                    <a:pt x="588" y="98"/>
                    <a:pt x="598" y="98"/>
                  </a:cubicBezTo>
                  <a:cubicBezTo>
                    <a:pt x="634" y="104"/>
                    <a:pt x="667" y="107"/>
                    <a:pt x="704" y="114"/>
                  </a:cubicBezTo>
                  <a:cubicBezTo>
                    <a:pt x="711" y="114"/>
                    <a:pt x="719" y="117"/>
                    <a:pt x="727" y="117"/>
                  </a:cubicBezTo>
                  <a:cubicBezTo>
                    <a:pt x="3284" y="491"/>
                    <a:pt x="5559" y="1739"/>
                    <a:pt x="7237" y="3546"/>
                  </a:cubicBezTo>
                  <a:cubicBezTo>
                    <a:pt x="7436" y="3164"/>
                    <a:pt x="7606" y="2762"/>
                    <a:pt x="7737" y="2344"/>
                  </a:cubicBezTo>
                  <a:cubicBezTo>
                    <a:pt x="5860" y="877"/>
                    <a:pt x="3496" y="0"/>
                    <a:pt x="9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145"/>
            <p:cNvSpPr/>
            <p:nvPr/>
          </p:nvSpPr>
          <p:spPr>
            <a:xfrm>
              <a:off x="3217175" y="2038100"/>
              <a:ext cx="88675" cy="193600"/>
            </a:xfrm>
            <a:custGeom>
              <a:rect b="b" l="l" r="r" t="t"/>
              <a:pathLst>
                <a:path extrusionOk="0" h="7744" w="3547">
                  <a:moveTo>
                    <a:pt x="2355" y="0"/>
                  </a:moveTo>
                  <a:cubicBezTo>
                    <a:pt x="879" y="1888"/>
                    <a:pt x="1" y="4261"/>
                    <a:pt x="1" y="6840"/>
                  </a:cubicBezTo>
                  <a:cubicBezTo>
                    <a:pt x="1" y="6877"/>
                    <a:pt x="1" y="6910"/>
                    <a:pt x="3" y="6948"/>
                  </a:cubicBezTo>
                  <a:cubicBezTo>
                    <a:pt x="1" y="6969"/>
                    <a:pt x="1" y="6987"/>
                    <a:pt x="3" y="7010"/>
                  </a:cubicBezTo>
                  <a:cubicBezTo>
                    <a:pt x="3" y="7056"/>
                    <a:pt x="3" y="7098"/>
                    <a:pt x="6" y="7145"/>
                  </a:cubicBezTo>
                  <a:lnTo>
                    <a:pt x="6" y="7203"/>
                  </a:lnTo>
                  <a:cubicBezTo>
                    <a:pt x="6" y="7208"/>
                    <a:pt x="6" y="7214"/>
                    <a:pt x="8" y="7221"/>
                  </a:cubicBezTo>
                  <a:lnTo>
                    <a:pt x="8" y="7299"/>
                  </a:lnTo>
                  <a:cubicBezTo>
                    <a:pt x="8" y="7299"/>
                    <a:pt x="11" y="7299"/>
                    <a:pt x="8" y="7301"/>
                  </a:cubicBezTo>
                  <a:cubicBezTo>
                    <a:pt x="11" y="7305"/>
                    <a:pt x="11" y="7307"/>
                    <a:pt x="8" y="7314"/>
                  </a:cubicBezTo>
                  <a:cubicBezTo>
                    <a:pt x="11" y="7316"/>
                    <a:pt x="11" y="7320"/>
                    <a:pt x="11" y="7322"/>
                  </a:cubicBezTo>
                  <a:lnTo>
                    <a:pt x="11" y="7350"/>
                  </a:lnTo>
                  <a:cubicBezTo>
                    <a:pt x="11" y="7353"/>
                    <a:pt x="13" y="7361"/>
                    <a:pt x="13" y="7363"/>
                  </a:cubicBezTo>
                  <a:cubicBezTo>
                    <a:pt x="21" y="7487"/>
                    <a:pt x="29" y="7616"/>
                    <a:pt x="38" y="7743"/>
                  </a:cubicBezTo>
                  <a:cubicBezTo>
                    <a:pt x="43" y="7672"/>
                    <a:pt x="49" y="7605"/>
                    <a:pt x="57" y="7534"/>
                  </a:cubicBezTo>
                  <a:cubicBezTo>
                    <a:pt x="60" y="7516"/>
                    <a:pt x="60" y="7497"/>
                    <a:pt x="63" y="7479"/>
                  </a:cubicBezTo>
                  <a:lnTo>
                    <a:pt x="63" y="7476"/>
                  </a:lnTo>
                  <a:cubicBezTo>
                    <a:pt x="65" y="7436"/>
                    <a:pt x="72" y="7397"/>
                    <a:pt x="78" y="7356"/>
                  </a:cubicBezTo>
                  <a:lnTo>
                    <a:pt x="78" y="7353"/>
                  </a:lnTo>
                  <a:cubicBezTo>
                    <a:pt x="78" y="7338"/>
                    <a:pt x="80" y="7322"/>
                    <a:pt x="80" y="7307"/>
                  </a:cubicBezTo>
                  <a:cubicBezTo>
                    <a:pt x="80" y="7301"/>
                    <a:pt x="83" y="7299"/>
                    <a:pt x="83" y="7291"/>
                  </a:cubicBezTo>
                  <a:cubicBezTo>
                    <a:pt x="86" y="7291"/>
                    <a:pt x="83" y="7289"/>
                    <a:pt x="83" y="7289"/>
                  </a:cubicBezTo>
                  <a:lnTo>
                    <a:pt x="83" y="7283"/>
                  </a:lnTo>
                  <a:cubicBezTo>
                    <a:pt x="83" y="7278"/>
                    <a:pt x="86" y="7271"/>
                    <a:pt x="86" y="7265"/>
                  </a:cubicBezTo>
                  <a:lnTo>
                    <a:pt x="86" y="7258"/>
                  </a:lnTo>
                  <a:cubicBezTo>
                    <a:pt x="86" y="7255"/>
                    <a:pt x="86" y="7252"/>
                    <a:pt x="89" y="7249"/>
                  </a:cubicBezTo>
                  <a:lnTo>
                    <a:pt x="89" y="7227"/>
                  </a:lnTo>
                  <a:lnTo>
                    <a:pt x="89" y="7224"/>
                  </a:lnTo>
                  <a:cubicBezTo>
                    <a:pt x="91" y="7221"/>
                    <a:pt x="91" y="7218"/>
                    <a:pt x="91" y="7218"/>
                  </a:cubicBezTo>
                  <a:lnTo>
                    <a:pt x="91" y="7212"/>
                  </a:lnTo>
                  <a:cubicBezTo>
                    <a:pt x="91" y="7203"/>
                    <a:pt x="94" y="7193"/>
                    <a:pt x="94" y="7187"/>
                  </a:cubicBezTo>
                  <a:cubicBezTo>
                    <a:pt x="94" y="7181"/>
                    <a:pt x="96" y="7178"/>
                    <a:pt x="96" y="7172"/>
                  </a:cubicBezTo>
                  <a:cubicBezTo>
                    <a:pt x="96" y="7163"/>
                    <a:pt x="99" y="7156"/>
                    <a:pt x="99" y="7148"/>
                  </a:cubicBezTo>
                  <a:lnTo>
                    <a:pt x="99" y="7145"/>
                  </a:lnTo>
                  <a:cubicBezTo>
                    <a:pt x="105" y="7109"/>
                    <a:pt x="108" y="7068"/>
                    <a:pt x="114" y="7031"/>
                  </a:cubicBezTo>
                  <a:cubicBezTo>
                    <a:pt x="114" y="7027"/>
                    <a:pt x="116" y="7021"/>
                    <a:pt x="116" y="7019"/>
                  </a:cubicBezTo>
                  <a:cubicBezTo>
                    <a:pt x="492" y="4458"/>
                    <a:pt x="1740" y="2184"/>
                    <a:pt x="3547" y="505"/>
                  </a:cubicBezTo>
                  <a:cubicBezTo>
                    <a:pt x="3166" y="303"/>
                    <a:pt x="2767" y="133"/>
                    <a:pt x="235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145"/>
            <p:cNvSpPr/>
            <p:nvPr/>
          </p:nvSpPr>
          <p:spPr>
            <a:xfrm>
              <a:off x="3129725" y="2206625"/>
              <a:ext cx="88825" cy="193500"/>
            </a:xfrm>
            <a:custGeom>
              <a:rect b="b" l="l" r="r" t="t"/>
              <a:pathLst>
                <a:path extrusionOk="0" h="7740" w="3553">
                  <a:moveTo>
                    <a:pt x="3509" y="0"/>
                  </a:moveTo>
                  <a:cubicBezTo>
                    <a:pt x="3502" y="72"/>
                    <a:pt x="3497" y="139"/>
                    <a:pt x="3491" y="209"/>
                  </a:cubicBezTo>
                  <a:cubicBezTo>
                    <a:pt x="3487" y="224"/>
                    <a:pt x="3487" y="240"/>
                    <a:pt x="3484" y="255"/>
                  </a:cubicBezTo>
                  <a:cubicBezTo>
                    <a:pt x="3481" y="299"/>
                    <a:pt x="3475" y="345"/>
                    <a:pt x="3469" y="387"/>
                  </a:cubicBezTo>
                  <a:cubicBezTo>
                    <a:pt x="3469" y="403"/>
                    <a:pt x="3469" y="418"/>
                    <a:pt x="3466" y="434"/>
                  </a:cubicBezTo>
                  <a:cubicBezTo>
                    <a:pt x="3466" y="440"/>
                    <a:pt x="3466" y="443"/>
                    <a:pt x="3464" y="449"/>
                  </a:cubicBezTo>
                  <a:lnTo>
                    <a:pt x="3464" y="462"/>
                  </a:lnTo>
                  <a:cubicBezTo>
                    <a:pt x="3464" y="467"/>
                    <a:pt x="3461" y="474"/>
                    <a:pt x="3461" y="480"/>
                  </a:cubicBezTo>
                  <a:lnTo>
                    <a:pt x="3461" y="482"/>
                  </a:lnTo>
                  <a:lnTo>
                    <a:pt x="3461" y="492"/>
                  </a:lnTo>
                  <a:cubicBezTo>
                    <a:pt x="3459" y="498"/>
                    <a:pt x="3459" y="501"/>
                    <a:pt x="3459" y="507"/>
                  </a:cubicBezTo>
                  <a:lnTo>
                    <a:pt x="3459" y="516"/>
                  </a:lnTo>
                  <a:cubicBezTo>
                    <a:pt x="3459" y="520"/>
                    <a:pt x="3457" y="520"/>
                    <a:pt x="3457" y="523"/>
                  </a:cubicBezTo>
                  <a:lnTo>
                    <a:pt x="3457" y="529"/>
                  </a:lnTo>
                  <a:lnTo>
                    <a:pt x="3457" y="532"/>
                  </a:lnTo>
                  <a:cubicBezTo>
                    <a:pt x="3457" y="538"/>
                    <a:pt x="3453" y="547"/>
                    <a:pt x="3453" y="553"/>
                  </a:cubicBezTo>
                  <a:cubicBezTo>
                    <a:pt x="3453" y="560"/>
                    <a:pt x="3453" y="563"/>
                    <a:pt x="3451" y="569"/>
                  </a:cubicBezTo>
                  <a:cubicBezTo>
                    <a:pt x="3451" y="578"/>
                    <a:pt x="3451" y="588"/>
                    <a:pt x="3448" y="596"/>
                  </a:cubicBezTo>
                  <a:lnTo>
                    <a:pt x="3448" y="599"/>
                  </a:lnTo>
                  <a:cubicBezTo>
                    <a:pt x="3442" y="635"/>
                    <a:pt x="3439" y="675"/>
                    <a:pt x="3433" y="712"/>
                  </a:cubicBezTo>
                  <a:cubicBezTo>
                    <a:pt x="3433" y="714"/>
                    <a:pt x="3433" y="722"/>
                    <a:pt x="3431" y="728"/>
                  </a:cubicBezTo>
                  <a:cubicBezTo>
                    <a:pt x="3055" y="3282"/>
                    <a:pt x="1807" y="5560"/>
                    <a:pt x="0" y="7239"/>
                  </a:cubicBezTo>
                  <a:cubicBezTo>
                    <a:pt x="381" y="7437"/>
                    <a:pt x="781" y="7607"/>
                    <a:pt x="1199" y="7739"/>
                  </a:cubicBezTo>
                  <a:cubicBezTo>
                    <a:pt x="2674" y="5852"/>
                    <a:pt x="3553" y="3478"/>
                    <a:pt x="3553" y="899"/>
                  </a:cubicBezTo>
                  <a:cubicBezTo>
                    <a:pt x="3553" y="864"/>
                    <a:pt x="3553" y="828"/>
                    <a:pt x="3543" y="796"/>
                  </a:cubicBezTo>
                  <a:cubicBezTo>
                    <a:pt x="3546" y="771"/>
                    <a:pt x="3546" y="747"/>
                    <a:pt x="3543" y="723"/>
                  </a:cubicBezTo>
                  <a:cubicBezTo>
                    <a:pt x="3543" y="678"/>
                    <a:pt x="3543" y="636"/>
                    <a:pt x="3541" y="596"/>
                  </a:cubicBezTo>
                  <a:lnTo>
                    <a:pt x="3541" y="578"/>
                  </a:lnTo>
                  <a:lnTo>
                    <a:pt x="3541" y="572"/>
                  </a:lnTo>
                  <a:lnTo>
                    <a:pt x="3541" y="565"/>
                  </a:lnTo>
                  <a:lnTo>
                    <a:pt x="3541" y="538"/>
                  </a:lnTo>
                  <a:cubicBezTo>
                    <a:pt x="3541" y="533"/>
                    <a:pt x="3541" y="527"/>
                    <a:pt x="3538" y="520"/>
                  </a:cubicBezTo>
                  <a:lnTo>
                    <a:pt x="3538" y="513"/>
                  </a:lnTo>
                  <a:lnTo>
                    <a:pt x="3538" y="507"/>
                  </a:lnTo>
                  <a:lnTo>
                    <a:pt x="3538" y="443"/>
                  </a:lnTo>
                  <a:cubicBezTo>
                    <a:pt x="3536" y="440"/>
                    <a:pt x="3538" y="440"/>
                    <a:pt x="3538" y="440"/>
                  </a:cubicBezTo>
                  <a:cubicBezTo>
                    <a:pt x="3536" y="434"/>
                    <a:pt x="3536" y="430"/>
                    <a:pt x="3538" y="428"/>
                  </a:cubicBezTo>
                  <a:cubicBezTo>
                    <a:pt x="3536" y="423"/>
                    <a:pt x="3536" y="420"/>
                    <a:pt x="3536" y="420"/>
                  </a:cubicBezTo>
                  <a:lnTo>
                    <a:pt x="3536" y="381"/>
                  </a:lnTo>
                  <a:lnTo>
                    <a:pt x="3533" y="381"/>
                  </a:lnTo>
                  <a:cubicBezTo>
                    <a:pt x="3527" y="252"/>
                    <a:pt x="3517" y="126"/>
                    <a:pt x="35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145"/>
            <p:cNvSpPr/>
            <p:nvPr/>
          </p:nvSpPr>
          <p:spPr>
            <a:xfrm>
              <a:off x="3027925" y="2212650"/>
              <a:ext cx="200625" cy="49375"/>
            </a:xfrm>
            <a:custGeom>
              <a:rect b="b" l="l" r="r" t="t"/>
              <a:pathLst>
                <a:path extrusionOk="0" h="1975" w="8025">
                  <a:moveTo>
                    <a:pt x="8025" y="1"/>
                  </a:moveTo>
                  <a:cubicBezTo>
                    <a:pt x="7960" y="30"/>
                    <a:pt x="7893" y="61"/>
                    <a:pt x="7828" y="95"/>
                  </a:cubicBezTo>
                  <a:cubicBezTo>
                    <a:pt x="7812" y="100"/>
                    <a:pt x="7800" y="106"/>
                    <a:pt x="7788" y="112"/>
                  </a:cubicBezTo>
                  <a:cubicBezTo>
                    <a:pt x="7747" y="128"/>
                    <a:pt x="7707" y="146"/>
                    <a:pt x="7670" y="162"/>
                  </a:cubicBezTo>
                  <a:cubicBezTo>
                    <a:pt x="7670" y="164"/>
                    <a:pt x="7670" y="164"/>
                    <a:pt x="7668" y="164"/>
                  </a:cubicBezTo>
                  <a:cubicBezTo>
                    <a:pt x="7652" y="171"/>
                    <a:pt x="7640" y="177"/>
                    <a:pt x="7628" y="179"/>
                  </a:cubicBezTo>
                  <a:cubicBezTo>
                    <a:pt x="7621" y="183"/>
                    <a:pt x="7617" y="187"/>
                    <a:pt x="7614" y="187"/>
                  </a:cubicBezTo>
                  <a:cubicBezTo>
                    <a:pt x="7611" y="187"/>
                    <a:pt x="7608" y="189"/>
                    <a:pt x="7608" y="189"/>
                  </a:cubicBezTo>
                  <a:lnTo>
                    <a:pt x="7606" y="189"/>
                  </a:lnTo>
                  <a:lnTo>
                    <a:pt x="7606" y="192"/>
                  </a:lnTo>
                  <a:cubicBezTo>
                    <a:pt x="7601" y="192"/>
                    <a:pt x="7594" y="195"/>
                    <a:pt x="7587" y="198"/>
                  </a:cubicBezTo>
                  <a:cubicBezTo>
                    <a:pt x="7583" y="198"/>
                    <a:pt x="7581" y="200"/>
                    <a:pt x="7581" y="200"/>
                  </a:cubicBezTo>
                  <a:cubicBezTo>
                    <a:pt x="7575" y="200"/>
                    <a:pt x="7571" y="203"/>
                    <a:pt x="7568" y="203"/>
                  </a:cubicBezTo>
                  <a:cubicBezTo>
                    <a:pt x="7562" y="207"/>
                    <a:pt x="7557" y="209"/>
                    <a:pt x="7555" y="209"/>
                  </a:cubicBezTo>
                  <a:cubicBezTo>
                    <a:pt x="7555" y="212"/>
                    <a:pt x="7555" y="212"/>
                    <a:pt x="7552" y="212"/>
                  </a:cubicBezTo>
                  <a:lnTo>
                    <a:pt x="7550" y="212"/>
                  </a:lnTo>
                  <a:cubicBezTo>
                    <a:pt x="7546" y="212"/>
                    <a:pt x="7544" y="214"/>
                    <a:pt x="7544" y="214"/>
                  </a:cubicBezTo>
                  <a:cubicBezTo>
                    <a:pt x="7540" y="214"/>
                    <a:pt x="7537" y="214"/>
                    <a:pt x="7537" y="218"/>
                  </a:cubicBezTo>
                  <a:cubicBezTo>
                    <a:pt x="7529" y="220"/>
                    <a:pt x="7521" y="224"/>
                    <a:pt x="7515" y="226"/>
                  </a:cubicBezTo>
                  <a:cubicBezTo>
                    <a:pt x="7510" y="226"/>
                    <a:pt x="7506" y="230"/>
                    <a:pt x="7504" y="233"/>
                  </a:cubicBezTo>
                  <a:cubicBezTo>
                    <a:pt x="7495" y="235"/>
                    <a:pt x="7485" y="239"/>
                    <a:pt x="7477" y="241"/>
                  </a:cubicBezTo>
                  <a:lnTo>
                    <a:pt x="7474" y="241"/>
                  </a:lnTo>
                  <a:lnTo>
                    <a:pt x="7474" y="244"/>
                  </a:lnTo>
                  <a:cubicBezTo>
                    <a:pt x="7441" y="257"/>
                    <a:pt x="7407" y="269"/>
                    <a:pt x="7376" y="282"/>
                  </a:cubicBezTo>
                  <a:cubicBezTo>
                    <a:pt x="7371" y="285"/>
                    <a:pt x="7364" y="288"/>
                    <a:pt x="7358" y="291"/>
                  </a:cubicBezTo>
                  <a:cubicBezTo>
                    <a:pt x="6034" y="815"/>
                    <a:pt x="4652" y="1069"/>
                    <a:pt x="3283" y="1069"/>
                  </a:cubicBezTo>
                  <a:cubicBezTo>
                    <a:pt x="2167" y="1069"/>
                    <a:pt x="1060" y="900"/>
                    <a:pt x="0" y="573"/>
                  </a:cubicBezTo>
                  <a:lnTo>
                    <a:pt x="0" y="573"/>
                  </a:lnTo>
                  <a:cubicBezTo>
                    <a:pt x="19" y="1015"/>
                    <a:pt x="74" y="1447"/>
                    <a:pt x="166" y="1865"/>
                  </a:cubicBezTo>
                  <a:cubicBezTo>
                    <a:pt x="680" y="1937"/>
                    <a:pt x="1199" y="1974"/>
                    <a:pt x="1720" y="1974"/>
                  </a:cubicBezTo>
                  <a:cubicBezTo>
                    <a:pt x="3605" y="1974"/>
                    <a:pt x="5516" y="1493"/>
                    <a:pt x="7266" y="484"/>
                  </a:cubicBezTo>
                  <a:cubicBezTo>
                    <a:pt x="7299" y="462"/>
                    <a:pt x="7338" y="444"/>
                    <a:pt x="7371" y="420"/>
                  </a:cubicBezTo>
                  <a:cubicBezTo>
                    <a:pt x="7386" y="415"/>
                    <a:pt x="7402" y="405"/>
                    <a:pt x="7417" y="392"/>
                  </a:cubicBezTo>
                  <a:cubicBezTo>
                    <a:pt x="7453" y="374"/>
                    <a:pt x="7487" y="350"/>
                    <a:pt x="7524" y="325"/>
                  </a:cubicBezTo>
                  <a:cubicBezTo>
                    <a:pt x="7530" y="325"/>
                    <a:pt x="7536" y="323"/>
                    <a:pt x="7542" y="317"/>
                  </a:cubicBezTo>
                  <a:lnTo>
                    <a:pt x="7542" y="313"/>
                  </a:lnTo>
                  <a:lnTo>
                    <a:pt x="7545" y="313"/>
                  </a:lnTo>
                  <a:cubicBezTo>
                    <a:pt x="7549" y="313"/>
                    <a:pt x="7549" y="313"/>
                    <a:pt x="7551" y="311"/>
                  </a:cubicBezTo>
                  <a:cubicBezTo>
                    <a:pt x="7555" y="311"/>
                    <a:pt x="7555" y="311"/>
                    <a:pt x="7557" y="308"/>
                  </a:cubicBezTo>
                  <a:cubicBezTo>
                    <a:pt x="7565" y="305"/>
                    <a:pt x="7567" y="302"/>
                    <a:pt x="7573" y="296"/>
                  </a:cubicBezTo>
                  <a:cubicBezTo>
                    <a:pt x="7580" y="296"/>
                    <a:pt x="7582" y="293"/>
                    <a:pt x="7588" y="287"/>
                  </a:cubicBezTo>
                  <a:cubicBezTo>
                    <a:pt x="7592" y="287"/>
                    <a:pt x="7596" y="287"/>
                    <a:pt x="7598" y="285"/>
                  </a:cubicBezTo>
                  <a:cubicBezTo>
                    <a:pt x="7602" y="285"/>
                    <a:pt x="7602" y="280"/>
                    <a:pt x="7604" y="277"/>
                  </a:cubicBezTo>
                  <a:cubicBezTo>
                    <a:pt x="7607" y="277"/>
                    <a:pt x="7611" y="274"/>
                    <a:pt x="7613" y="271"/>
                  </a:cubicBezTo>
                  <a:lnTo>
                    <a:pt x="7616" y="271"/>
                  </a:lnTo>
                  <a:cubicBezTo>
                    <a:pt x="7619" y="271"/>
                    <a:pt x="7622" y="265"/>
                    <a:pt x="7622" y="265"/>
                  </a:cubicBezTo>
                  <a:cubicBezTo>
                    <a:pt x="7629" y="265"/>
                    <a:pt x="7635" y="259"/>
                    <a:pt x="7638" y="259"/>
                  </a:cubicBezTo>
                  <a:cubicBezTo>
                    <a:pt x="7644" y="252"/>
                    <a:pt x="7649" y="248"/>
                    <a:pt x="7656" y="245"/>
                  </a:cubicBezTo>
                  <a:lnTo>
                    <a:pt x="7656" y="243"/>
                  </a:lnTo>
                  <a:cubicBezTo>
                    <a:pt x="7663" y="243"/>
                    <a:pt x="7666" y="239"/>
                    <a:pt x="7669" y="236"/>
                  </a:cubicBezTo>
                  <a:cubicBezTo>
                    <a:pt x="7684" y="228"/>
                    <a:pt x="7696" y="223"/>
                    <a:pt x="7709" y="209"/>
                  </a:cubicBezTo>
                  <a:lnTo>
                    <a:pt x="7711" y="209"/>
                  </a:lnTo>
                  <a:cubicBezTo>
                    <a:pt x="7815" y="142"/>
                    <a:pt x="7921" y="71"/>
                    <a:pt x="80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145"/>
            <p:cNvSpPr/>
            <p:nvPr/>
          </p:nvSpPr>
          <p:spPr>
            <a:xfrm>
              <a:off x="3207125" y="2176175"/>
              <a:ext cx="200550" cy="49350"/>
            </a:xfrm>
            <a:custGeom>
              <a:rect b="b" l="l" r="r" t="t"/>
              <a:pathLst>
                <a:path extrusionOk="0" h="1974" w="8022">
                  <a:moveTo>
                    <a:pt x="6304" y="0"/>
                  </a:moveTo>
                  <a:cubicBezTo>
                    <a:pt x="4419" y="0"/>
                    <a:pt x="2510" y="482"/>
                    <a:pt x="760" y="1491"/>
                  </a:cubicBezTo>
                  <a:cubicBezTo>
                    <a:pt x="727" y="1509"/>
                    <a:pt x="696" y="1530"/>
                    <a:pt x="662" y="1553"/>
                  </a:cubicBezTo>
                  <a:cubicBezTo>
                    <a:pt x="646" y="1559"/>
                    <a:pt x="629" y="1568"/>
                    <a:pt x="613" y="1584"/>
                  </a:cubicBezTo>
                  <a:cubicBezTo>
                    <a:pt x="577" y="1601"/>
                    <a:pt x="537" y="1626"/>
                    <a:pt x="500" y="1651"/>
                  </a:cubicBezTo>
                  <a:cubicBezTo>
                    <a:pt x="497" y="1651"/>
                    <a:pt x="491" y="1653"/>
                    <a:pt x="488" y="1659"/>
                  </a:cubicBezTo>
                  <a:cubicBezTo>
                    <a:pt x="487" y="1658"/>
                    <a:pt x="486" y="1658"/>
                    <a:pt x="485" y="1658"/>
                  </a:cubicBezTo>
                  <a:cubicBezTo>
                    <a:pt x="483" y="1658"/>
                    <a:pt x="481" y="1660"/>
                    <a:pt x="479" y="1662"/>
                  </a:cubicBezTo>
                  <a:lnTo>
                    <a:pt x="476" y="1664"/>
                  </a:lnTo>
                  <a:cubicBezTo>
                    <a:pt x="472" y="1664"/>
                    <a:pt x="472" y="1664"/>
                    <a:pt x="470" y="1667"/>
                  </a:cubicBezTo>
                  <a:cubicBezTo>
                    <a:pt x="465" y="1671"/>
                    <a:pt x="459" y="1673"/>
                    <a:pt x="451" y="1680"/>
                  </a:cubicBezTo>
                  <a:cubicBezTo>
                    <a:pt x="445" y="1680"/>
                    <a:pt x="443" y="1683"/>
                    <a:pt x="436" y="1689"/>
                  </a:cubicBezTo>
                  <a:cubicBezTo>
                    <a:pt x="433" y="1689"/>
                    <a:pt x="433" y="1689"/>
                    <a:pt x="430" y="1692"/>
                  </a:cubicBezTo>
                  <a:cubicBezTo>
                    <a:pt x="428" y="1692"/>
                    <a:pt x="424" y="1695"/>
                    <a:pt x="420" y="1698"/>
                  </a:cubicBezTo>
                  <a:lnTo>
                    <a:pt x="418" y="1698"/>
                  </a:lnTo>
                  <a:cubicBezTo>
                    <a:pt x="418" y="1698"/>
                    <a:pt x="415" y="1698"/>
                    <a:pt x="415" y="1700"/>
                  </a:cubicBezTo>
                  <a:cubicBezTo>
                    <a:pt x="412" y="1700"/>
                    <a:pt x="409" y="1706"/>
                    <a:pt x="409" y="1706"/>
                  </a:cubicBezTo>
                  <a:cubicBezTo>
                    <a:pt x="405" y="1706"/>
                    <a:pt x="403" y="1710"/>
                    <a:pt x="403" y="1710"/>
                  </a:cubicBezTo>
                  <a:cubicBezTo>
                    <a:pt x="397" y="1710"/>
                    <a:pt x="393" y="1714"/>
                    <a:pt x="389" y="1716"/>
                  </a:cubicBezTo>
                  <a:cubicBezTo>
                    <a:pt x="384" y="1720"/>
                    <a:pt x="378" y="1726"/>
                    <a:pt x="372" y="1729"/>
                  </a:cubicBezTo>
                  <a:cubicBezTo>
                    <a:pt x="369" y="1729"/>
                    <a:pt x="369" y="1731"/>
                    <a:pt x="369" y="1731"/>
                  </a:cubicBezTo>
                  <a:cubicBezTo>
                    <a:pt x="363" y="1731"/>
                    <a:pt x="359" y="1735"/>
                    <a:pt x="356" y="1737"/>
                  </a:cubicBezTo>
                  <a:cubicBezTo>
                    <a:pt x="343" y="1747"/>
                    <a:pt x="331" y="1753"/>
                    <a:pt x="319" y="1762"/>
                  </a:cubicBezTo>
                  <a:cubicBezTo>
                    <a:pt x="316" y="1762"/>
                    <a:pt x="316" y="1765"/>
                    <a:pt x="316" y="1765"/>
                  </a:cubicBezTo>
                  <a:cubicBezTo>
                    <a:pt x="209" y="1832"/>
                    <a:pt x="105" y="1903"/>
                    <a:pt x="0" y="1974"/>
                  </a:cubicBezTo>
                  <a:cubicBezTo>
                    <a:pt x="69" y="1941"/>
                    <a:pt x="140" y="1910"/>
                    <a:pt x="207" y="1879"/>
                  </a:cubicBezTo>
                  <a:cubicBezTo>
                    <a:pt x="219" y="1872"/>
                    <a:pt x="232" y="1865"/>
                    <a:pt x="244" y="1863"/>
                  </a:cubicBezTo>
                  <a:cubicBezTo>
                    <a:pt x="284" y="1845"/>
                    <a:pt x="320" y="1829"/>
                    <a:pt x="357" y="1814"/>
                  </a:cubicBezTo>
                  <a:lnTo>
                    <a:pt x="357" y="1812"/>
                  </a:lnTo>
                  <a:cubicBezTo>
                    <a:pt x="373" y="1804"/>
                    <a:pt x="387" y="1798"/>
                    <a:pt x="400" y="1796"/>
                  </a:cubicBezTo>
                  <a:cubicBezTo>
                    <a:pt x="403" y="1792"/>
                    <a:pt x="407" y="1792"/>
                    <a:pt x="409" y="1789"/>
                  </a:cubicBezTo>
                  <a:cubicBezTo>
                    <a:pt x="412" y="1789"/>
                    <a:pt x="415" y="1787"/>
                    <a:pt x="418" y="1787"/>
                  </a:cubicBezTo>
                  <a:cubicBezTo>
                    <a:pt x="419" y="1785"/>
                    <a:pt x="420" y="1785"/>
                    <a:pt x="420" y="1785"/>
                  </a:cubicBezTo>
                  <a:cubicBezTo>
                    <a:pt x="420" y="1785"/>
                    <a:pt x="420" y="1785"/>
                    <a:pt x="420" y="1787"/>
                  </a:cubicBezTo>
                  <a:cubicBezTo>
                    <a:pt x="426" y="1784"/>
                    <a:pt x="433" y="1781"/>
                    <a:pt x="439" y="1778"/>
                  </a:cubicBezTo>
                  <a:lnTo>
                    <a:pt x="444" y="1778"/>
                  </a:lnTo>
                  <a:cubicBezTo>
                    <a:pt x="446" y="1774"/>
                    <a:pt x="450" y="1771"/>
                    <a:pt x="453" y="1771"/>
                  </a:cubicBezTo>
                  <a:cubicBezTo>
                    <a:pt x="460" y="1767"/>
                    <a:pt x="466" y="1765"/>
                    <a:pt x="469" y="1765"/>
                  </a:cubicBezTo>
                  <a:cubicBezTo>
                    <a:pt x="469" y="1765"/>
                    <a:pt x="469" y="1762"/>
                    <a:pt x="471" y="1762"/>
                  </a:cubicBezTo>
                  <a:lnTo>
                    <a:pt x="480" y="1762"/>
                  </a:lnTo>
                  <a:lnTo>
                    <a:pt x="482" y="1760"/>
                  </a:lnTo>
                  <a:cubicBezTo>
                    <a:pt x="492" y="1754"/>
                    <a:pt x="501" y="1751"/>
                    <a:pt x="507" y="1751"/>
                  </a:cubicBezTo>
                  <a:cubicBezTo>
                    <a:pt x="513" y="1747"/>
                    <a:pt x="517" y="1745"/>
                    <a:pt x="521" y="1745"/>
                  </a:cubicBezTo>
                  <a:cubicBezTo>
                    <a:pt x="529" y="1738"/>
                    <a:pt x="538" y="1734"/>
                    <a:pt x="547" y="1731"/>
                  </a:cubicBezTo>
                  <a:lnTo>
                    <a:pt x="549" y="1731"/>
                  </a:lnTo>
                  <a:cubicBezTo>
                    <a:pt x="550" y="1731"/>
                    <a:pt x="551" y="1730"/>
                    <a:pt x="552" y="1730"/>
                  </a:cubicBezTo>
                  <a:cubicBezTo>
                    <a:pt x="553" y="1730"/>
                    <a:pt x="553" y="1731"/>
                    <a:pt x="553" y="1731"/>
                  </a:cubicBezTo>
                  <a:cubicBezTo>
                    <a:pt x="588" y="1716"/>
                    <a:pt x="621" y="1700"/>
                    <a:pt x="655" y="1692"/>
                  </a:cubicBezTo>
                  <a:cubicBezTo>
                    <a:pt x="660" y="1685"/>
                    <a:pt x="666" y="1683"/>
                    <a:pt x="672" y="1683"/>
                  </a:cubicBezTo>
                  <a:cubicBezTo>
                    <a:pt x="1996" y="1158"/>
                    <a:pt x="3378" y="904"/>
                    <a:pt x="4745" y="904"/>
                  </a:cubicBezTo>
                  <a:cubicBezTo>
                    <a:pt x="5859" y="904"/>
                    <a:pt x="6964" y="1073"/>
                    <a:pt x="8021" y="1400"/>
                  </a:cubicBezTo>
                  <a:cubicBezTo>
                    <a:pt x="8004" y="957"/>
                    <a:pt x="7948" y="528"/>
                    <a:pt x="7858" y="110"/>
                  </a:cubicBezTo>
                  <a:cubicBezTo>
                    <a:pt x="7344" y="37"/>
                    <a:pt x="6825" y="0"/>
                    <a:pt x="63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145"/>
            <p:cNvSpPr/>
            <p:nvPr/>
          </p:nvSpPr>
          <p:spPr>
            <a:xfrm>
              <a:off x="3169350" y="2029175"/>
              <a:ext cx="54950" cy="200625"/>
            </a:xfrm>
            <a:custGeom>
              <a:rect b="b" l="l" r="r" t="t"/>
              <a:pathLst>
                <a:path extrusionOk="0" h="8025" w="2198">
                  <a:moveTo>
                    <a:pt x="1624" y="0"/>
                  </a:moveTo>
                  <a:lnTo>
                    <a:pt x="1624" y="0"/>
                  </a:lnTo>
                  <a:cubicBezTo>
                    <a:pt x="1185" y="20"/>
                    <a:pt x="754" y="76"/>
                    <a:pt x="336" y="167"/>
                  </a:cubicBezTo>
                  <a:cubicBezTo>
                    <a:pt x="1" y="2537"/>
                    <a:pt x="425" y="5030"/>
                    <a:pt x="1717" y="7264"/>
                  </a:cubicBezTo>
                  <a:cubicBezTo>
                    <a:pt x="1732" y="7291"/>
                    <a:pt x="1748" y="7320"/>
                    <a:pt x="1765" y="7347"/>
                  </a:cubicBezTo>
                  <a:cubicBezTo>
                    <a:pt x="1777" y="7368"/>
                    <a:pt x="1790" y="7392"/>
                    <a:pt x="1808" y="7414"/>
                  </a:cubicBezTo>
                  <a:cubicBezTo>
                    <a:pt x="1826" y="7451"/>
                    <a:pt x="1848" y="7487"/>
                    <a:pt x="1873" y="7526"/>
                  </a:cubicBezTo>
                  <a:cubicBezTo>
                    <a:pt x="1877" y="7531"/>
                    <a:pt x="1879" y="7537"/>
                    <a:pt x="1885" y="7543"/>
                  </a:cubicBezTo>
                  <a:cubicBezTo>
                    <a:pt x="1885" y="7546"/>
                    <a:pt x="1885" y="7549"/>
                    <a:pt x="1892" y="7552"/>
                  </a:cubicBezTo>
                  <a:cubicBezTo>
                    <a:pt x="1888" y="7557"/>
                    <a:pt x="1892" y="7557"/>
                    <a:pt x="1894" y="7559"/>
                  </a:cubicBezTo>
                  <a:cubicBezTo>
                    <a:pt x="1897" y="7564"/>
                    <a:pt x="1900" y="7570"/>
                    <a:pt x="1904" y="7577"/>
                  </a:cubicBezTo>
                  <a:cubicBezTo>
                    <a:pt x="1906" y="7580"/>
                    <a:pt x="1910" y="7587"/>
                    <a:pt x="1913" y="7590"/>
                  </a:cubicBezTo>
                  <a:cubicBezTo>
                    <a:pt x="1913" y="7594"/>
                    <a:pt x="1913" y="7594"/>
                    <a:pt x="1915" y="7596"/>
                  </a:cubicBezTo>
                  <a:lnTo>
                    <a:pt x="1918" y="7599"/>
                  </a:lnTo>
                  <a:cubicBezTo>
                    <a:pt x="1918" y="7603"/>
                    <a:pt x="1921" y="7609"/>
                    <a:pt x="1924" y="7611"/>
                  </a:cubicBezTo>
                  <a:cubicBezTo>
                    <a:pt x="1926" y="7615"/>
                    <a:pt x="1926" y="7618"/>
                    <a:pt x="1926" y="7618"/>
                  </a:cubicBezTo>
                  <a:cubicBezTo>
                    <a:pt x="1930" y="7622"/>
                    <a:pt x="1930" y="7625"/>
                    <a:pt x="1934" y="7625"/>
                  </a:cubicBezTo>
                  <a:cubicBezTo>
                    <a:pt x="1936" y="7631"/>
                    <a:pt x="1940" y="7637"/>
                    <a:pt x="1942" y="7640"/>
                  </a:cubicBezTo>
                  <a:cubicBezTo>
                    <a:pt x="1945" y="7645"/>
                    <a:pt x="1949" y="7651"/>
                    <a:pt x="1951" y="7658"/>
                  </a:cubicBezTo>
                  <a:lnTo>
                    <a:pt x="1954" y="7658"/>
                  </a:lnTo>
                  <a:cubicBezTo>
                    <a:pt x="1957" y="7665"/>
                    <a:pt x="1957" y="7668"/>
                    <a:pt x="1960" y="7671"/>
                  </a:cubicBezTo>
                  <a:cubicBezTo>
                    <a:pt x="1960" y="7673"/>
                    <a:pt x="1962" y="7673"/>
                    <a:pt x="1962" y="7673"/>
                  </a:cubicBezTo>
                  <a:cubicBezTo>
                    <a:pt x="1972" y="7687"/>
                    <a:pt x="1978" y="7698"/>
                    <a:pt x="1987" y="7711"/>
                  </a:cubicBezTo>
                  <a:lnTo>
                    <a:pt x="1987" y="7713"/>
                  </a:lnTo>
                  <a:cubicBezTo>
                    <a:pt x="2057" y="7822"/>
                    <a:pt x="2128" y="7926"/>
                    <a:pt x="2198" y="8024"/>
                  </a:cubicBezTo>
                  <a:cubicBezTo>
                    <a:pt x="2171" y="7966"/>
                    <a:pt x="2142" y="7904"/>
                    <a:pt x="2115" y="7847"/>
                  </a:cubicBezTo>
                  <a:cubicBezTo>
                    <a:pt x="2106" y="7828"/>
                    <a:pt x="2100" y="7809"/>
                    <a:pt x="2090" y="7791"/>
                  </a:cubicBezTo>
                  <a:cubicBezTo>
                    <a:pt x="2073" y="7748"/>
                    <a:pt x="2053" y="7708"/>
                    <a:pt x="2035" y="7668"/>
                  </a:cubicBezTo>
                  <a:cubicBezTo>
                    <a:pt x="2029" y="7652"/>
                    <a:pt x="2023" y="7641"/>
                    <a:pt x="2017" y="7629"/>
                  </a:cubicBezTo>
                  <a:cubicBezTo>
                    <a:pt x="2017" y="7622"/>
                    <a:pt x="2013" y="7615"/>
                    <a:pt x="2011" y="7613"/>
                  </a:cubicBezTo>
                  <a:cubicBezTo>
                    <a:pt x="2011" y="7610"/>
                    <a:pt x="2011" y="7606"/>
                    <a:pt x="2008" y="7604"/>
                  </a:cubicBezTo>
                  <a:cubicBezTo>
                    <a:pt x="2006" y="7595"/>
                    <a:pt x="2002" y="7589"/>
                    <a:pt x="1999" y="7582"/>
                  </a:cubicBezTo>
                  <a:lnTo>
                    <a:pt x="1999" y="7579"/>
                  </a:lnTo>
                  <a:cubicBezTo>
                    <a:pt x="1996" y="7575"/>
                    <a:pt x="1996" y="7573"/>
                    <a:pt x="1996" y="7573"/>
                  </a:cubicBezTo>
                  <a:cubicBezTo>
                    <a:pt x="1992" y="7568"/>
                    <a:pt x="1990" y="7562"/>
                    <a:pt x="1990" y="7554"/>
                  </a:cubicBezTo>
                  <a:lnTo>
                    <a:pt x="1987" y="7554"/>
                  </a:lnTo>
                  <a:cubicBezTo>
                    <a:pt x="1987" y="7554"/>
                    <a:pt x="1985" y="7554"/>
                    <a:pt x="1987" y="7552"/>
                  </a:cubicBezTo>
                  <a:cubicBezTo>
                    <a:pt x="1987" y="7549"/>
                    <a:pt x="1985" y="7546"/>
                    <a:pt x="1985" y="7543"/>
                  </a:cubicBezTo>
                  <a:cubicBezTo>
                    <a:pt x="1985" y="7541"/>
                    <a:pt x="1982" y="7541"/>
                    <a:pt x="1982" y="7541"/>
                  </a:cubicBezTo>
                  <a:cubicBezTo>
                    <a:pt x="1980" y="7532"/>
                    <a:pt x="1976" y="7522"/>
                    <a:pt x="1973" y="7516"/>
                  </a:cubicBezTo>
                  <a:cubicBezTo>
                    <a:pt x="1970" y="7510"/>
                    <a:pt x="1970" y="7503"/>
                    <a:pt x="1967" y="7501"/>
                  </a:cubicBezTo>
                  <a:cubicBezTo>
                    <a:pt x="1964" y="7492"/>
                    <a:pt x="1960" y="7482"/>
                    <a:pt x="1957" y="7476"/>
                  </a:cubicBezTo>
                  <a:lnTo>
                    <a:pt x="1955" y="7476"/>
                  </a:lnTo>
                  <a:cubicBezTo>
                    <a:pt x="1944" y="7439"/>
                    <a:pt x="1928" y="7403"/>
                    <a:pt x="1913" y="7366"/>
                  </a:cubicBezTo>
                  <a:cubicBezTo>
                    <a:pt x="1909" y="7358"/>
                    <a:pt x="1909" y="7352"/>
                    <a:pt x="1906" y="7350"/>
                  </a:cubicBezTo>
                  <a:cubicBezTo>
                    <a:pt x="954" y="4947"/>
                    <a:pt x="898" y="2355"/>
                    <a:pt x="16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145"/>
            <p:cNvSpPr/>
            <p:nvPr/>
          </p:nvSpPr>
          <p:spPr>
            <a:xfrm>
              <a:off x="3211400" y="2208325"/>
              <a:ext cx="54950" cy="200700"/>
            </a:xfrm>
            <a:custGeom>
              <a:rect b="b" l="l" r="r" t="t"/>
              <a:pathLst>
                <a:path extrusionOk="0" h="8028" w="2198">
                  <a:moveTo>
                    <a:pt x="1" y="0"/>
                  </a:moveTo>
                  <a:lnTo>
                    <a:pt x="1" y="0"/>
                  </a:lnTo>
                  <a:cubicBezTo>
                    <a:pt x="28" y="62"/>
                    <a:pt x="59" y="120"/>
                    <a:pt x="83" y="182"/>
                  </a:cubicBezTo>
                  <a:cubicBezTo>
                    <a:pt x="93" y="201"/>
                    <a:pt x="102" y="220"/>
                    <a:pt x="110" y="238"/>
                  </a:cubicBezTo>
                  <a:cubicBezTo>
                    <a:pt x="126" y="278"/>
                    <a:pt x="145" y="318"/>
                    <a:pt x="164" y="357"/>
                  </a:cubicBezTo>
                  <a:cubicBezTo>
                    <a:pt x="170" y="373"/>
                    <a:pt x="175" y="387"/>
                    <a:pt x="181" y="401"/>
                  </a:cubicBezTo>
                  <a:cubicBezTo>
                    <a:pt x="181" y="407"/>
                    <a:pt x="184" y="411"/>
                    <a:pt x="184" y="413"/>
                  </a:cubicBezTo>
                  <a:lnTo>
                    <a:pt x="186" y="413"/>
                  </a:lnTo>
                  <a:lnTo>
                    <a:pt x="186" y="416"/>
                  </a:lnTo>
                  <a:cubicBezTo>
                    <a:pt x="186" y="419"/>
                    <a:pt x="190" y="423"/>
                    <a:pt x="190" y="423"/>
                  </a:cubicBezTo>
                  <a:cubicBezTo>
                    <a:pt x="193" y="429"/>
                    <a:pt x="193" y="435"/>
                    <a:pt x="196" y="438"/>
                  </a:cubicBezTo>
                  <a:cubicBezTo>
                    <a:pt x="196" y="442"/>
                    <a:pt x="198" y="444"/>
                    <a:pt x="198" y="444"/>
                  </a:cubicBezTo>
                  <a:cubicBezTo>
                    <a:pt x="198" y="447"/>
                    <a:pt x="201" y="450"/>
                    <a:pt x="201" y="453"/>
                  </a:cubicBezTo>
                  <a:cubicBezTo>
                    <a:pt x="203" y="463"/>
                    <a:pt x="207" y="469"/>
                    <a:pt x="210" y="475"/>
                  </a:cubicBezTo>
                  <a:cubicBezTo>
                    <a:pt x="210" y="478"/>
                    <a:pt x="212" y="481"/>
                    <a:pt x="212" y="484"/>
                  </a:cubicBezTo>
                  <a:cubicBezTo>
                    <a:pt x="212" y="486"/>
                    <a:pt x="215" y="486"/>
                    <a:pt x="215" y="486"/>
                  </a:cubicBezTo>
                  <a:cubicBezTo>
                    <a:pt x="217" y="496"/>
                    <a:pt x="222" y="505"/>
                    <a:pt x="224" y="511"/>
                  </a:cubicBezTo>
                  <a:cubicBezTo>
                    <a:pt x="228" y="517"/>
                    <a:pt x="228" y="522"/>
                    <a:pt x="230" y="525"/>
                  </a:cubicBezTo>
                  <a:cubicBezTo>
                    <a:pt x="234" y="530"/>
                    <a:pt x="234" y="536"/>
                    <a:pt x="237" y="542"/>
                  </a:cubicBezTo>
                  <a:cubicBezTo>
                    <a:pt x="241" y="545"/>
                    <a:pt x="241" y="548"/>
                    <a:pt x="243" y="552"/>
                  </a:cubicBezTo>
                  <a:cubicBezTo>
                    <a:pt x="256" y="587"/>
                    <a:pt x="268" y="620"/>
                    <a:pt x="283" y="654"/>
                  </a:cubicBezTo>
                  <a:cubicBezTo>
                    <a:pt x="283" y="660"/>
                    <a:pt x="288" y="666"/>
                    <a:pt x="290" y="669"/>
                  </a:cubicBezTo>
                  <a:lnTo>
                    <a:pt x="290" y="671"/>
                  </a:lnTo>
                  <a:cubicBezTo>
                    <a:pt x="1241" y="3075"/>
                    <a:pt x="1301" y="5669"/>
                    <a:pt x="572" y="8027"/>
                  </a:cubicBezTo>
                  <a:cubicBezTo>
                    <a:pt x="1015" y="8008"/>
                    <a:pt x="1446" y="7952"/>
                    <a:pt x="1863" y="7860"/>
                  </a:cubicBezTo>
                  <a:cubicBezTo>
                    <a:pt x="2198" y="5491"/>
                    <a:pt x="1775" y="2994"/>
                    <a:pt x="482" y="763"/>
                  </a:cubicBezTo>
                  <a:cubicBezTo>
                    <a:pt x="466" y="736"/>
                    <a:pt x="451" y="707"/>
                    <a:pt x="433" y="683"/>
                  </a:cubicBezTo>
                  <a:cubicBezTo>
                    <a:pt x="421" y="659"/>
                    <a:pt x="408" y="638"/>
                    <a:pt x="390" y="615"/>
                  </a:cubicBezTo>
                  <a:cubicBezTo>
                    <a:pt x="372" y="579"/>
                    <a:pt x="351" y="539"/>
                    <a:pt x="323" y="502"/>
                  </a:cubicBezTo>
                  <a:cubicBezTo>
                    <a:pt x="323" y="497"/>
                    <a:pt x="321" y="491"/>
                    <a:pt x="314" y="484"/>
                  </a:cubicBezTo>
                  <a:lnTo>
                    <a:pt x="311" y="484"/>
                  </a:lnTo>
                  <a:cubicBezTo>
                    <a:pt x="314" y="484"/>
                    <a:pt x="311" y="481"/>
                    <a:pt x="311" y="481"/>
                  </a:cubicBezTo>
                  <a:cubicBezTo>
                    <a:pt x="311" y="481"/>
                    <a:pt x="315" y="479"/>
                    <a:pt x="309" y="479"/>
                  </a:cubicBezTo>
                  <a:cubicBezTo>
                    <a:pt x="312" y="475"/>
                    <a:pt x="309" y="475"/>
                    <a:pt x="306" y="473"/>
                  </a:cubicBezTo>
                  <a:cubicBezTo>
                    <a:pt x="306" y="466"/>
                    <a:pt x="300" y="458"/>
                    <a:pt x="294" y="450"/>
                  </a:cubicBezTo>
                  <a:cubicBezTo>
                    <a:pt x="294" y="447"/>
                    <a:pt x="291" y="440"/>
                    <a:pt x="285" y="438"/>
                  </a:cubicBezTo>
                  <a:cubicBezTo>
                    <a:pt x="289" y="434"/>
                    <a:pt x="285" y="434"/>
                    <a:pt x="281" y="432"/>
                  </a:cubicBezTo>
                  <a:lnTo>
                    <a:pt x="279" y="429"/>
                  </a:lnTo>
                  <a:cubicBezTo>
                    <a:pt x="279" y="425"/>
                    <a:pt x="275" y="418"/>
                    <a:pt x="273" y="416"/>
                  </a:cubicBezTo>
                  <a:cubicBezTo>
                    <a:pt x="273" y="412"/>
                    <a:pt x="273" y="409"/>
                    <a:pt x="270" y="409"/>
                  </a:cubicBezTo>
                  <a:cubicBezTo>
                    <a:pt x="270" y="406"/>
                    <a:pt x="264" y="403"/>
                    <a:pt x="264" y="403"/>
                  </a:cubicBezTo>
                  <a:cubicBezTo>
                    <a:pt x="264" y="397"/>
                    <a:pt x="260" y="391"/>
                    <a:pt x="258" y="387"/>
                  </a:cubicBezTo>
                  <a:cubicBezTo>
                    <a:pt x="255" y="381"/>
                    <a:pt x="253" y="375"/>
                    <a:pt x="246" y="372"/>
                  </a:cubicBezTo>
                  <a:cubicBezTo>
                    <a:pt x="246" y="370"/>
                    <a:pt x="243" y="370"/>
                    <a:pt x="243" y="370"/>
                  </a:cubicBezTo>
                  <a:cubicBezTo>
                    <a:pt x="243" y="367"/>
                    <a:pt x="243" y="363"/>
                    <a:pt x="241" y="361"/>
                  </a:cubicBezTo>
                  <a:cubicBezTo>
                    <a:pt x="241" y="356"/>
                    <a:pt x="234" y="354"/>
                    <a:pt x="234" y="354"/>
                  </a:cubicBezTo>
                  <a:cubicBezTo>
                    <a:pt x="228" y="341"/>
                    <a:pt x="218" y="330"/>
                    <a:pt x="210" y="316"/>
                  </a:cubicBezTo>
                  <a:lnTo>
                    <a:pt x="210" y="314"/>
                  </a:lnTo>
                  <a:cubicBezTo>
                    <a:pt x="143" y="207"/>
                    <a:pt x="72" y="10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145"/>
            <p:cNvSpPr/>
            <p:nvPr/>
          </p:nvSpPr>
          <p:spPr>
            <a:xfrm>
              <a:off x="3057325" y="2208100"/>
              <a:ext cx="166625" cy="138700"/>
            </a:xfrm>
            <a:custGeom>
              <a:rect b="b" l="l" r="r" t="t"/>
              <a:pathLst>
                <a:path extrusionOk="0" h="5548" w="6665">
                  <a:moveTo>
                    <a:pt x="6664" y="0"/>
                  </a:moveTo>
                  <a:lnTo>
                    <a:pt x="6664" y="0"/>
                  </a:lnTo>
                  <a:cubicBezTo>
                    <a:pt x="6622" y="62"/>
                    <a:pt x="6578" y="123"/>
                    <a:pt x="6531" y="183"/>
                  </a:cubicBezTo>
                  <a:cubicBezTo>
                    <a:pt x="6522" y="195"/>
                    <a:pt x="6516" y="207"/>
                    <a:pt x="6506" y="220"/>
                  </a:cubicBezTo>
                  <a:cubicBezTo>
                    <a:pt x="6483" y="255"/>
                    <a:pt x="6458" y="288"/>
                    <a:pt x="6433" y="322"/>
                  </a:cubicBezTo>
                  <a:lnTo>
                    <a:pt x="6431" y="322"/>
                  </a:lnTo>
                  <a:cubicBezTo>
                    <a:pt x="6424" y="333"/>
                    <a:pt x="6416" y="343"/>
                    <a:pt x="6406" y="355"/>
                  </a:cubicBezTo>
                  <a:cubicBezTo>
                    <a:pt x="6403" y="361"/>
                    <a:pt x="6400" y="364"/>
                    <a:pt x="6397" y="371"/>
                  </a:cubicBezTo>
                  <a:lnTo>
                    <a:pt x="6391" y="374"/>
                  </a:lnTo>
                  <a:lnTo>
                    <a:pt x="6391" y="376"/>
                  </a:lnTo>
                  <a:lnTo>
                    <a:pt x="6388" y="376"/>
                  </a:lnTo>
                  <a:cubicBezTo>
                    <a:pt x="6388" y="382"/>
                    <a:pt x="6381" y="389"/>
                    <a:pt x="6379" y="391"/>
                  </a:cubicBezTo>
                  <a:cubicBezTo>
                    <a:pt x="6379" y="394"/>
                    <a:pt x="6379" y="394"/>
                    <a:pt x="6376" y="394"/>
                  </a:cubicBezTo>
                  <a:cubicBezTo>
                    <a:pt x="6376" y="396"/>
                    <a:pt x="6372" y="401"/>
                    <a:pt x="6370" y="403"/>
                  </a:cubicBezTo>
                  <a:cubicBezTo>
                    <a:pt x="6366" y="410"/>
                    <a:pt x="6364" y="416"/>
                    <a:pt x="6357" y="418"/>
                  </a:cubicBezTo>
                  <a:lnTo>
                    <a:pt x="6357" y="421"/>
                  </a:lnTo>
                  <a:lnTo>
                    <a:pt x="6355" y="421"/>
                  </a:lnTo>
                  <a:cubicBezTo>
                    <a:pt x="6355" y="425"/>
                    <a:pt x="6353" y="427"/>
                    <a:pt x="6353" y="427"/>
                  </a:cubicBezTo>
                  <a:cubicBezTo>
                    <a:pt x="6353" y="429"/>
                    <a:pt x="6349" y="429"/>
                    <a:pt x="6349" y="429"/>
                  </a:cubicBezTo>
                  <a:cubicBezTo>
                    <a:pt x="6344" y="439"/>
                    <a:pt x="6340" y="445"/>
                    <a:pt x="6332" y="452"/>
                  </a:cubicBezTo>
                  <a:cubicBezTo>
                    <a:pt x="6332" y="454"/>
                    <a:pt x="6328" y="458"/>
                    <a:pt x="6325" y="460"/>
                  </a:cubicBezTo>
                  <a:cubicBezTo>
                    <a:pt x="6319" y="470"/>
                    <a:pt x="6313" y="479"/>
                    <a:pt x="6307" y="485"/>
                  </a:cubicBezTo>
                  <a:lnTo>
                    <a:pt x="6307" y="488"/>
                  </a:lnTo>
                  <a:lnTo>
                    <a:pt x="6304" y="488"/>
                  </a:lnTo>
                  <a:cubicBezTo>
                    <a:pt x="6282" y="519"/>
                    <a:pt x="6262" y="547"/>
                    <a:pt x="6240" y="574"/>
                  </a:cubicBezTo>
                  <a:cubicBezTo>
                    <a:pt x="6237" y="578"/>
                    <a:pt x="6234" y="584"/>
                    <a:pt x="6231" y="587"/>
                  </a:cubicBezTo>
                  <a:cubicBezTo>
                    <a:pt x="4624" y="2615"/>
                    <a:pt x="2407" y="3962"/>
                    <a:pt x="1" y="4509"/>
                  </a:cubicBezTo>
                  <a:cubicBezTo>
                    <a:pt x="231" y="4877"/>
                    <a:pt x="496" y="5225"/>
                    <a:pt x="787" y="5547"/>
                  </a:cubicBezTo>
                  <a:cubicBezTo>
                    <a:pt x="3007" y="4653"/>
                    <a:pt x="4955" y="3035"/>
                    <a:pt x="6246" y="801"/>
                  </a:cubicBezTo>
                  <a:cubicBezTo>
                    <a:pt x="6265" y="768"/>
                    <a:pt x="6283" y="737"/>
                    <a:pt x="6302" y="703"/>
                  </a:cubicBezTo>
                  <a:cubicBezTo>
                    <a:pt x="6311" y="687"/>
                    <a:pt x="6320" y="669"/>
                    <a:pt x="6329" y="650"/>
                  </a:cubicBezTo>
                  <a:cubicBezTo>
                    <a:pt x="6351" y="610"/>
                    <a:pt x="6371" y="571"/>
                    <a:pt x="6394" y="531"/>
                  </a:cubicBezTo>
                  <a:cubicBezTo>
                    <a:pt x="6397" y="527"/>
                    <a:pt x="6397" y="524"/>
                    <a:pt x="6400" y="521"/>
                  </a:cubicBezTo>
                  <a:cubicBezTo>
                    <a:pt x="6404" y="517"/>
                    <a:pt x="6404" y="515"/>
                    <a:pt x="6406" y="509"/>
                  </a:cubicBezTo>
                  <a:lnTo>
                    <a:pt x="6406" y="506"/>
                  </a:lnTo>
                  <a:lnTo>
                    <a:pt x="6412" y="500"/>
                  </a:lnTo>
                  <a:cubicBezTo>
                    <a:pt x="6416" y="494"/>
                    <a:pt x="6420" y="488"/>
                    <a:pt x="6422" y="481"/>
                  </a:cubicBezTo>
                  <a:cubicBezTo>
                    <a:pt x="6426" y="479"/>
                    <a:pt x="6428" y="473"/>
                    <a:pt x="6428" y="466"/>
                  </a:cubicBezTo>
                  <a:cubicBezTo>
                    <a:pt x="6432" y="464"/>
                    <a:pt x="6435" y="459"/>
                    <a:pt x="6435" y="457"/>
                  </a:cubicBezTo>
                  <a:cubicBezTo>
                    <a:pt x="6437" y="457"/>
                    <a:pt x="6437" y="453"/>
                    <a:pt x="6437" y="450"/>
                  </a:cubicBezTo>
                  <a:lnTo>
                    <a:pt x="6440" y="450"/>
                  </a:lnTo>
                  <a:lnTo>
                    <a:pt x="6440" y="444"/>
                  </a:lnTo>
                  <a:cubicBezTo>
                    <a:pt x="6442" y="444"/>
                    <a:pt x="6442" y="440"/>
                    <a:pt x="6442" y="438"/>
                  </a:cubicBezTo>
                  <a:cubicBezTo>
                    <a:pt x="6446" y="438"/>
                    <a:pt x="6446" y="434"/>
                    <a:pt x="6449" y="432"/>
                  </a:cubicBezTo>
                  <a:cubicBezTo>
                    <a:pt x="6449" y="428"/>
                    <a:pt x="6453" y="422"/>
                    <a:pt x="6456" y="416"/>
                  </a:cubicBezTo>
                  <a:cubicBezTo>
                    <a:pt x="6459" y="411"/>
                    <a:pt x="6462" y="404"/>
                    <a:pt x="6468" y="397"/>
                  </a:cubicBezTo>
                  <a:cubicBezTo>
                    <a:pt x="6468" y="397"/>
                    <a:pt x="6466" y="397"/>
                    <a:pt x="6468" y="395"/>
                  </a:cubicBezTo>
                  <a:cubicBezTo>
                    <a:pt x="6468" y="391"/>
                    <a:pt x="6472" y="389"/>
                    <a:pt x="6474" y="382"/>
                  </a:cubicBezTo>
                  <a:lnTo>
                    <a:pt x="6477" y="380"/>
                  </a:lnTo>
                  <a:cubicBezTo>
                    <a:pt x="6480" y="371"/>
                    <a:pt x="6487" y="359"/>
                    <a:pt x="6493" y="346"/>
                  </a:cubicBezTo>
                  <a:lnTo>
                    <a:pt x="6493" y="344"/>
                  </a:lnTo>
                  <a:cubicBezTo>
                    <a:pt x="6495" y="344"/>
                    <a:pt x="6495" y="344"/>
                    <a:pt x="6495" y="341"/>
                  </a:cubicBezTo>
                  <a:cubicBezTo>
                    <a:pt x="6554" y="227"/>
                    <a:pt x="6609" y="114"/>
                    <a:pt x="66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145"/>
            <p:cNvSpPr/>
            <p:nvPr/>
          </p:nvSpPr>
          <p:spPr>
            <a:xfrm>
              <a:off x="3211825" y="2091425"/>
              <a:ext cx="166425" cy="138700"/>
            </a:xfrm>
            <a:custGeom>
              <a:rect b="b" l="l" r="r" t="t"/>
              <a:pathLst>
                <a:path extrusionOk="0" h="5548" w="6657">
                  <a:moveTo>
                    <a:pt x="5871" y="0"/>
                  </a:moveTo>
                  <a:cubicBezTo>
                    <a:pt x="3652" y="898"/>
                    <a:pt x="1703" y="2512"/>
                    <a:pt x="416" y="4747"/>
                  </a:cubicBezTo>
                  <a:cubicBezTo>
                    <a:pt x="395" y="4780"/>
                    <a:pt x="376" y="4817"/>
                    <a:pt x="358" y="4851"/>
                  </a:cubicBezTo>
                  <a:cubicBezTo>
                    <a:pt x="349" y="4866"/>
                    <a:pt x="340" y="4882"/>
                    <a:pt x="330" y="4899"/>
                  </a:cubicBezTo>
                  <a:cubicBezTo>
                    <a:pt x="309" y="4935"/>
                    <a:pt x="287" y="4974"/>
                    <a:pt x="269" y="5013"/>
                  </a:cubicBezTo>
                  <a:cubicBezTo>
                    <a:pt x="266" y="5016"/>
                    <a:pt x="262" y="5022"/>
                    <a:pt x="260" y="5028"/>
                  </a:cubicBezTo>
                  <a:cubicBezTo>
                    <a:pt x="257" y="5031"/>
                    <a:pt x="257" y="5036"/>
                    <a:pt x="257" y="5038"/>
                  </a:cubicBezTo>
                  <a:cubicBezTo>
                    <a:pt x="257" y="5038"/>
                    <a:pt x="255" y="5038"/>
                    <a:pt x="255" y="5041"/>
                  </a:cubicBezTo>
                  <a:cubicBezTo>
                    <a:pt x="255" y="5041"/>
                    <a:pt x="252" y="5044"/>
                    <a:pt x="252" y="5047"/>
                  </a:cubicBezTo>
                  <a:cubicBezTo>
                    <a:pt x="250" y="5052"/>
                    <a:pt x="246" y="5058"/>
                    <a:pt x="243" y="5064"/>
                  </a:cubicBezTo>
                  <a:cubicBezTo>
                    <a:pt x="241" y="5068"/>
                    <a:pt x="237" y="5074"/>
                    <a:pt x="235" y="5080"/>
                  </a:cubicBezTo>
                  <a:cubicBezTo>
                    <a:pt x="231" y="5083"/>
                    <a:pt x="231" y="5087"/>
                    <a:pt x="231" y="5089"/>
                  </a:cubicBezTo>
                  <a:cubicBezTo>
                    <a:pt x="231" y="5089"/>
                    <a:pt x="229" y="5089"/>
                    <a:pt x="229" y="5092"/>
                  </a:cubicBezTo>
                  <a:cubicBezTo>
                    <a:pt x="225" y="5094"/>
                    <a:pt x="222" y="5101"/>
                    <a:pt x="222" y="5108"/>
                  </a:cubicBezTo>
                  <a:lnTo>
                    <a:pt x="220" y="5108"/>
                  </a:lnTo>
                  <a:cubicBezTo>
                    <a:pt x="220" y="5110"/>
                    <a:pt x="217" y="5114"/>
                    <a:pt x="217" y="5116"/>
                  </a:cubicBezTo>
                  <a:cubicBezTo>
                    <a:pt x="214" y="5120"/>
                    <a:pt x="211" y="5123"/>
                    <a:pt x="211" y="5129"/>
                  </a:cubicBezTo>
                  <a:cubicBezTo>
                    <a:pt x="205" y="5136"/>
                    <a:pt x="200" y="5142"/>
                    <a:pt x="198" y="5151"/>
                  </a:cubicBezTo>
                  <a:cubicBezTo>
                    <a:pt x="194" y="5155"/>
                    <a:pt x="194" y="5157"/>
                    <a:pt x="191" y="5165"/>
                  </a:cubicBezTo>
                  <a:lnTo>
                    <a:pt x="191" y="5167"/>
                  </a:lnTo>
                  <a:cubicBezTo>
                    <a:pt x="183" y="5180"/>
                    <a:pt x="176" y="5191"/>
                    <a:pt x="169" y="5204"/>
                  </a:cubicBezTo>
                  <a:lnTo>
                    <a:pt x="169" y="5207"/>
                  </a:lnTo>
                  <a:cubicBezTo>
                    <a:pt x="112" y="5320"/>
                    <a:pt x="56" y="5434"/>
                    <a:pt x="0" y="5547"/>
                  </a:cubicBezTo>
                  <a:cubicBezTo>
                    <a:pt x="40" y="5490"/>
                    <a:pt x="85" y="5430"/>
                    <a:pt x="127" y="5372"/>
                  </a:cubicBezTo>
                  <a:cubicBezTo>
                    <a:pt x="133" y="5359"/>
                    <a:pt x="143" y="5347"/>
                    <a:pt x="152" y="5335"/>
                  </a:cubicBezTo>
                  <a:cubicBezTo>
                    <a:pt x="178" y="5301"/>
                    <a:pt x="201" y="5264"/>
                    <a:pt x="229" y="5230"/>
                  </a:cubicBezTo>
                  <a:lnTo>
                    <a:pt x="231" y="5228"/>
                  </a:lnTo>
                  <a:cubicBezTo>
                    <a:pt x="238" y="5215"/>
                    <a:pt x="247" y="5207"/>
                    <a:pt x="256" y="5193"/>
                  </a:cubicBezTo>
                  <a:cubicBezTo>
                    <a:pt x="258" y="5189"/>
                    <a:pt x="262" y="5183"/>
                    <a:pt x="265" y="5181"/>
                  </a:cubicBezTo>
                  <a:lnTo>
                    <a:pt x="268" y="5178"/>
                  </a:lnTo>
                  <a:cubicBezTo>
                    <a:pt x="268" y="5174"/>
                    <a:pt x="268" y="5174"/>
                    <a:pt x="271" y="5172"/>
                  </a:cubicBezTo>
                  <a:lnTo>
                    <a:pt x="273" y="5172"/>
                  </a:lnTo>
                  <a:cubicBezTo>
                    <a:pt x="273" y="5166"/>
                    <a:pt x="279" y="5162"/>
                    <a:pt x="282" y="5156"/>
                  </a:cubicBezTo>
                  <a:cubicBezTo>
                    <a:pt x="282" y="5156"/>
                    <a:pt x="282" y="5154"/>
                    <a:pt x="284" y="5154"/>
                  </a:cubicBezTo>
                  <a:cubicBezTo>
                    <a:pt x="284" y="5150"/>
                    <a:pt x="288" y="5150"/>
                    <a:pt x="291" y="5147"/>
                  </a:cubicBezTo>
                  <a:cubicBezTo>
                    <a:pt x="291" y="5141"/>
                    <a:pt x="297" y="5139"/>
                    <a:pt x="300" y="5132"/>
                  </a:cubicBezTo>
                  <a:cubicBezTo>
                    <a:pt x="300" y="5128"/>
                    <a:pt x="304" y="5128"/>
                    <a:pt x="307" y="5125"/>
                  </a:cubicBezTo>
                  <a:cubicBezTo>
                    <a:pt x="307" y="5121"/>
                    <a:pt x="307" y="5121"/>
                    <a:pt x="309" y="5119"/>
                  </a:cubicBezTo>
                  <a:cubicBezTo>
                    <a:pt x="309" y="5119"/>
                    <a:pt x="309" y="5116"/>
                    <a:pt x="312" y="5116"/>
                  </a:cubicBezTo>
                  <a:cubicBezTo>
                    <a:pt x="314" y="5110"/>
                    <a:pt x="320" y="5101"/>
                    <a:pt x="327" y="5094"/>
                  </a:cubicBezTo>
                  <a:lnTo>
                    <a:pt x="336" y="5085"/>
                  </a:lnTo>
                  <a:cubicBezTo>
                    <a:pt x="341" y="5077"/>
                    <a:pt x="348" y="5068"/>
                    <a:pt x="354" y="5058"/>
                  </a:cubicBezTo>
                  <a:lnTo>
                    <a:pt x="356" y="5058"/>
                  </a:lnTo>
                  <a:cubicBezTo>
                    <a:pt x="375" y="5030"/>
                    <a:pt x="400" y="4999"/>
                    <a:pt x="423" y="4972"/>
                  </a:cubicBezTo>
                  <a:cubicBezTo>
                    <a:pt x="423" y="4968"/>
                    <a:pt x="426" y="4961"/>
                    <a:pt x="433" y="4959"/>
                  </a:cubicBezTo>
                  <a:cubicBezTo>
                    <a:pt x="2033" y="2933"/>
                    <a:pt x="4250" y="1589"/>
                    <a:pt x="6657" y="1038"/>
                  </a:cubicBezTo>
                  <a:cubicBezTo>
                    <a:pt x="6426" y="668"/>
                    <a:pt x="6161" y="321"/>
                    <a:pt x="58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145"/>
            <p:cNvSpPr/>
            <p:nvPr/>
          </p:nvSpPr>
          <p:spPr>
            <a:xfrm>
              <a:off x="3090175" y="2058675"/>
              <a:ext cx="138625" cy="166525"/>
            </a:xfrm>
            <a:custGeom>
              <a:rect b="b" l="l" r="r" t="t"/>
              <a:pathLst>
                <a:path extrusionOk="0" h="6661" w="5545">
                  <a:moveTo>
                    <a:pt x="1034" y="1"/>
                  </a:moveTo>
                  <a:cubicBezTo>
                    <a:pt x="668" y="232"/>
                    <a:pt x="320" y="496"/>
                    <a:pt x="0" y="788"/>
                  </a:cubicBezTo>
                  <a:cubicBezTo>
                    <a:pt x="895" y="3008"/>
                    <a:pt x="2512" y="4955"/>
                    <a:pt x="4747" y="6248"/>
                  </a:cubicBezTo>
                  <a:cubicBezTo>
                    <a:pt x="4773" y="6263"/>
                    <a:pt x="4802" y="6278"/>
                    <a:pt x="4829" y="6294"/>
                  </a:cubicBezTo>
                  <a:cubicBezTo>
                    <a:pt x="4850" y="6306"/>
                    <a:pt x="4871" y="6318"/>
                    <a:pt x="4896" y="6331"/>
                  </a:cubicBezTo>
                  <a:cubicBezTo>
                    <a:pt x="4936" y="6356"/>
                    <a:pt x="4977" y="6378"/>
                    <a:pt x="5016" y="6395"/>
                  </a:cubicBezTo>
                  <a:cubicBezTo>
                    <a:pt x="5018" y="6401"/>
                    <a:pt x="5022" y="6403"/>
                    <a:pt x="5027" y="6403"/>
                  </a:cubicBezTo>
                  <a:cubicBezTo>
                    <a:pt x="5028" y="6403"/>
                    <a:pt x="5030" y="6403"/>
                    <a:pt x="5031" y="6402"/>
                  </a:cubicBezTo>
                  <a:cubicBezTo>
                    <a:pt x="5031" y="6405"/>
                    <a:pt x="5031" y="6406"/>
                    <a:pt x="5032" y="6406"/>
                  </a:cubicBezTo>
                  <a:cubicBezTo>
                    <a:pt x="5032" y="6406"/>
                    <a:pt x="5033" y="6406"/>
                    <a:pt x="5034" y="6404"/>
                  </a:cubicBezTo>
                  <a:cubicBezTo>
                    <a:pt x="5034" y="6404"/>
                    <a:pt x="5037" y="6408"/>
                    <a:pt x="5039" y="6408"/>
                  </a:cubicBezTo>
                  <a:cubicBezTo>
                    <a:pt x="5040" y="6408"/>
                    <a:pt x="5040" y="6408"/>
                    <a:pt x="5041" y="6407"/>
                  </a:cubicBezTo>
                  <a:cubicBezTo>
                    <a:pt x="5041" y="6407"/>
                    <a:pt x="5043" y="6411"/>
                    <a:pt x="5045" y="6411"/>
                  </a:cubicBezTo>
                  <a:cubicBezTo>
                    <a:pt x="5046" y="6411"/>
                    <a:pt x="5046" y="6410"/>
                    <a:pt x="5047" y="6410"/>
                  </a:cubicBezTo>
                  <a:cubicBezTo>
                    <a:pt x="5052" y="6416"/>
                    <a:pt x="5059" y="6419"/>
                    <a:pt x="5065" y="6419"/>
                  </a:cubicBezTo>
                  <a:cubicBezTo>
                    <a:pt x="5070" y="6425"/>
                    <a:pt x="5072" y="6428"/>
                    <a:pt x="5078" y="6428"/>
                  </a:cubicBezTo>
                  <a:cubicBezTo>
                    <a:pt x="5078" y="6430"/>
                    <a:pt x="5082" y="6430"/>
                    <a:pt x="5085" y="6430"/>
                  </a:cubicBezTo>
                  <a:cubicBezTo>
                    <a:pt x="5085" y="6433"/>
                    <a:pt x="5088" y="6433"/>
                    <a:pt x="5091" y="6433"/>
                  </a:cubicBezTo>
                  <a:cubicBezTo>
                    <a:pt x="5093" y="6436"/>
                    <a:pt x="5097" y="6439"/>
                    <a:pt x="5101" y="6439"/>
                  </a:cubicBezTo>
                  <a:cubicBezTo>
                    <a:pt x="5103" y="6442"/>
                    <a:pt x="5107" y="6442"/>
                    <a:pt x="5109" y="6442"/>
                  </a:cubicBezTo>
                  <a:cubicBezTo>
                    <a:pt x="5109" y="6442"/>
                    <a:pt x="5113" y="6445"/>
                    <a:pt x="5116" y="6445"/>
                  </a:cubicBezTo>
                  <a:cubicBezTo>
                    <a:pt x="5118" y="6451"/>
                    <a:pt x="5124" y="6454"/>
                    <a:pt x="5131" y="6454"/>
                  </a:cubicBezTo>
                  <a:cubicBezTo>
                    <a:pt x="5137" y="6456"/>
                    <a:pt x="5143" y="6460"/>
                    <a:pt x="5149" y="6462"/>
                  </a:cubicBezTo>
                  <a:lnTo>
                    <a:pt x="5152" y="6462"/>
                  </a:lnTo>
                  <a:cubicBezTo>
                    <a:pt x="5154" y="6469"/>
                    <a:pt x="5158" y="6469"/>
                    <a:pt x="5160" y="6469"/>
                  </a:cubicBezTo>
                  <a:lnTo>
                    <a:pt x="5163" y="6469"/>
                  </a:lnTo>
                  <a:cubicBezTo>
                    <a:pt x="5176" y="6478"/>
                    <a:pt x="5188" y="6488"/>
                    <a:pt x="5204" y="6491"/>
                  </a:cubicBezTo>
                  <a:cubicBezTo>
                    <a:pt x="5317" y="6553"/>
                    <a:pt x="5431" y="6607"/>
                    <a:pt x="5544" y="6660"/>
                  </a:cubicBezTo>
                  <a:cubicBezTo>
                    <a:pt x="5489" y="6622"/>
                    <a:pt x="5437" y="6586"/>
                    <a:pt x="5386" y="6548"/>
                  </a:cubicBezTo>
                  <a:cubicBezTo>
                    <a:pt x="5367" y="6534"/>
                    <a:pt x="5351" y="6523"/>
                    <a:pt x="5334" y="6511"/>
                  </a:cubicBezTo>
                  <a:cubicBezTo>
                    <a:pt x="5300" y="6485"/>
                    <a:pt x="5263" y="6460"/>
                    <a:pt x="5230" y="6433"/>
                  </a:cubicBezTo>
                  <a:lnTo>
                    <a:pt x="5226" y="6433"/>
                  </a:lnTo>
                  <a:cubicBezTo>
                    <a:pt x="5215" y="6424"/>
                    <a:pt x="5206" y="6415"/>
                    <a:pt x="5193" y="6405"/>
                  </a:cubicBezTo>
                  <a:cubicBezTo>
                    <a:pt x="5189" y="6403"/>
                    <a:pt x="5183" y="6399"/>
                    <a:pt x="5180" y="6397"/>
                  </a:cubicBezTo>
                  <a:cubicBezTo>
                    <a:pt x="5178" y="6397"/>
                    <a:pt x="5174" y="6393"/>
                    <a:pt x="5171" y="6390"/>
                  </a:cubicBezTo>
                  <a:cubicBezTo>
                    <a:pt x="5168" y="6387"/>
                    <a:pt x="5160" y="6384"/>
                    <a:pt x="5158" y="6378"/>
                  </a:cubicBezTo>
                  <a:lnTo>
                    <a:pt x="5155" y="6378"/>
                  </a:lnTo>
                  <a:cubicBezTo>
                    <a:pt x="5153" y="6374"/>
                    <a:pt x="5149" y="6374"/>
                    <a:pt x="5147" y="6368"/>
                  </a:cubicBezTo>
                  <a:cubicBezTo>
                    <a:pt x="5140" y="6368"/>
                    <a:pt x="5138" y="6362"/>
                    <a:pt x="5131" y="6359"/>
                  </a:cubicBezTo>
                  <a:cubicBezTo>
                    <a:pt x="5131" y="6359"/>
                    <a:pt x="5128" y="6359"/>
                    <a:pt x="5128" y="6357"/>
                  </a:cubicBezTo>
                  <a:cubicBezTo>
                    <a:pt x="5126" y="6357"/>
                    <a:pt x="5122" y="6353"/>
                    <a:pt x="5119" y="6351"/>
                  </a:cubicBezTo>
                  <a:lnTo>
                    <a:pt x="5119" y="6348"/>
                  </a:lnTo>
                  <a:cubicBezTo>
                    <a:pt x="5113" y="6346"/>
                    <a:pt x="5104" y="6341"/>
                    <a:pt x="5097" y="6332"/>
                  </a:cubicBezTo>
                  <a:cubicBezTo>
                    <a:pt x="5091" y="6330"/>
                    <a:pt x="5088" y="6326"/>
                    <a:pt x="5082" y="6323"/>
                  </a:cubicBezTo>
                  <a:cubicBezTo>
                    <a:pt x="5073" y="6318"/>
                    <a:pt x="5066" y="6312"/>
                    <a:pt x="5057" y="6305"/>
                  </a:cubicBezTo>
                  <a:lnTo>
                    <a:pt x="5057" y="6302"/>
                  </a:lnTo>
                  <a:cubicBezTo>
                    <a:pt x="5030" y="6285"/>
                    <a:pt x="5002" y="6263"/>
                    <a:pt x="4975" y="6238"/>
                  </a:cubicBezTo>
                  <a:cubicBezTo>
                    <a:pt x="4968" y="6234"/>
                    <a:pt x="4966" y="6232"/>
                    <a:pt x="4959" y="6225"/>
                  </a:cubicBezTo>
                  <a:cubicBezTo>
                    <a:pt x="2934" y="4624"/>
                    <a:pt x="1585" y="2408"/>
                    <a:pt x="10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145"/>
            <p:cNvSpPr/>
            <p:nvPr/>
          </p:nvSpPr>
          <p:spPr>
            <a:xfrm>
              <a:off x="3206850" y="2213075"/>
              <a:ext cx="138700" cy="166425"/>
            </a:xfrm>
            <a:custGeom>
              <a:rect b="b" l="l" r="r" t="t"/>
              <a:pathLst>
                <a:path extrusionOk="0" h="6657" w="5548">
                  <a:moveTo>
                    <a:pt x="0" y="0"/>
                  </a:moveTo>
                  <a:lnTo>
                    <a:pt x="0" y="0"/>
                  </a:lnTo>
                  <a:cubicBezTo>
                    <a:pt x="55" y="37"/>
                    <a:pt x="109" y="78"/>
                    <a:pt x="162" y="118"/>
                  </a:cubicBezTo>
                  <a:cubicBezTo>
                    <a:pt x="181" y="126"/>
                    <a:pt x="196" y="139"/>
                    <a:pt x="212" y="151"/>
                  </a:cubicBezTo>
                  <a:cubicBezTo>
                    <a:pt x="248" y="177"/>
                    <a:pt x="281" y="204"/>
                    <a:pt x="318" y="228"/>
                  </a:cubicBezTo>
                  <a:lnTo>
                    <a:pt x="318" y="231"/>
                  </a:lnTo>
                  <a:cubicBezTo>
                    <a:pt x="330" y="238"/>
                    <a:pt x="339" y="247"/>
                    <a:pt x="352" y="255"/>
                  </a:cubicBezTo>
                  <a:cubicBezTo>
                    <a:pt x="356" y="258"/>
                    <a:pt x="362" y="262"/>
                    <a:pt x="364" y="265"/>
                  </a:cubicBezTo>
                  <a:cubicBezTo>
                    <a:pt x="367" y="265"/>
                    <a:pt x="372" y="269"/>
                    <a:pt x="374" y="271"/>
                  </a:cubicBezTo>
                  <a:lnTo>
                    <a:pt x="374" y="274"/>
                  </a:lnTo>
                  <a:cubicBezTo>
                    <a:pt x="379" y="274"/>
                    <a:pt x="385" y="280"/>
                    <a:pt x="392" y="286"/>
                  </a:cubicBezTo>
                  <a:cubicBezTo>
                    <a:pt x="394" y="286"/>
                    <a:pt x="398" y="290"/>
                    <a:pt x="400" y="293"/>
                  </a:cubicBezTo>
                  <a:cubicBezTo>
                    <a:pt x="408" y="295"/>
                    <a:pt x="411" y="300"/>
                    <a:pt x="414" y="302"/>
                  </a:cubicBezTo>
                  <a:cubicBezTo>
                    <a:pt x="416" y="302"/>
                    <a:pt x="416" y="302"/>
                    <a:pt x="416" y="305"/>
                  </a:cubicBezTo>
                  <a:cubicBezTo>
                    <a:pt x="419" y="305"/>
                    <a:pt x="423" y="309"/>
                    <a:pt x="425" y="311"/>
                  </a:cubicBezTo>
                  <a:lnTo>
                    <a:pt x="425" y="314"/>
                  </a:lnTo>
                  <a:cubicBezTo>
                    <a:pt x="427" y="312"/>
                    <a:pt x="428" y="312"/>
                    <a:pt x="428" y="312"/>
                  </a:cubicBezTo>
                  <a:cubicBezTo>
                    <a:pt x="428" y="312"/>
                    <a:pt x="428" y="312"/>
                    <a:pt x="428" y="314"/>
                  </a:cubicBezTo>
                  <a:cubicBezTo>
                    <a:pt x="437" y="316"/>
                    <a:pt x="444" y="322"/>
                    <a:pt x="450" y="330"/>
                  </a:cubicBezTo>
                  <a:cubicBezTo>
                    <a:pt x="456" y="332"/>
                    <a:pt x="460" y="336"/>
                    <a:pt x="462" y="338"/>
                  </a:cubicBezTo>
                  <a:cubicBezTo>
                    <a:pt x="472" y="343"/>
                    <a:pt x="481" y="350"/>
                    <a:pt x="487" y="356"/>
                  </a:cubicBezTo>
                  <a:lnTo>
                    <a:pt x="487" y="358"/>
                  </a:lnTo>
                  <a:cubicBezTo>
                    <a:pt x="518" y="377"/>
                    <a:pt x="547" y="402"/>
                    <a:pt x="574" y="425"/>
                  </a:cubicBezTo>
                  <a:cubicBezTo>
                    <a:pt x="580" y="430"/>
                    <a:pt x="585" y="433"/>
                    <a:pt x="591" y="439"/>
                  </a:cubicBezTo>
                  <a:cubicBezTo>
                    <a:pt x="2617" y="2040"/>
                    <a:pt x="3961" y="4256"/>
                    <a:pt x="4511" y="6657"/>
                  </a:cubicBezTo>
                  <a:cubicBezTo>
                    <a:pt x="4879" y="6426"/>
                    <a:pt x="5224" y="6161"/>
                    <a:pt x="5547" y="5872"/>
                  </a:cubicBezTo>
                  <a:cubicBezTo>
                    <a:pt x="4651" y="3654"/>
                    <a:pt x="3035" y="1707"/>
                    <a:pt x="801" y="418"/>
                  </a:cubicBezTo>
                  <a:cubicBezTo>
                    <a:pt x="773" y="403"/>
                    <a:pt x="745" y="387"/>
                    <a:pt x="718" y="372"/>
                  </a:cubicBezTo>
                  <a:cubicBezTo>
                    <a:pt x="694" y="356"/>
                    <a:pt x="669" y="345"/>
                    <a:pt x="644" y="332"/>
                  </a:cubicBezTo>
                  <a:cubicBezTo>
                    <a:pt x="608" y="307"/>
                    <a:pt x="571" y="288"/>
                    <a:pt x="531" y="270"/>
                  </a:cubicBezTo>
                  <a:cubicBezTo>
                    <a:pt x="526" y="263"/>
                    <a:pt x="519" y="260"/>
                    <a:pt x="513" y="260"/>
                  </a:cubicBezTo>
                  <a:cubicBezTo>
                    <a:pt x="513" y="260"/>
                    <a:pt x="509" y="254"/>
                    <a:pt x="507" y="254"/>
                  </a:cubicBezTo>
                  <a:cubicBezTo>
                    <a:pt x="507" y="254"/>
                    <a:pt x="503" y="252"/>
                    <a:pt x="501" y="252"/>
                  </a:cubicBezTo>
                  <a:cubicBezTo>
                    <a:pt x="493" y="249"/>
                    <a:pt x="488" y="245"/>
                    <a:pt x="482" y="243"/>
                  </a:cubicBezTo>
                  <a:cubicBezTo>
                    <a:pt x="478" y="239"/>
                    <a:pt x="476" y="237"/>
                    <a:pt x="470" y="237"/>
                  </a:cubicBezTo>
                  <a:cubicBezTo>
                    <a:pt x="467" y="233"/>
                    <a:pt x="462" y="229"/>
                    <a:pt x="460" y="229"/>
                  </a:cubicBezTo>
                  <a:cubicBezTo>
                    <a:pt x="460" y="229"/>
                    <a:pt x="456" y="227"/>
                    <a:pt x="454" y="227"/>
                  </a:cubicBezTo>
                  <a:cubicBezTo>
                    <a:pt x="451" y="223"/>
                    <a:pt x="447" y="223"/>
                    <a:pt x="445" y="221"/>
                  </a:cubicBezTo>
                  <a:cubicBezTo>
                    <a:pt x="445" y="221"/>
                    <a:pt x="441" y="221"/>
                    <a:pt x="439" y="218"/>
                  </a:cubicBezTo>
                  <a:cubicBezTo>
                    <a:pt x="436" y="218"/>
                    <a:pt x="431" y="216"/>
                    <a:pt x="429" y="216"/>
                  </a:cubicBezTo>
                  <a:cubicBezTo>
                    <a:pt x="426" y="213"/>
                    <a:pt x="420" y="209"/>
                    <a:pt x="414" y="207"/>
                  </a:cubicBezTo>
                  <a:cubicBezTo>
                    <a:pt x="411" y="204"/>
                    <a:pt x="405" y="201"/>
                    <a:pt x="398" y="197"/>
                  </a:cubicBezTo>
                  <a:lnTo>
                    <a:pt x="395" y="197"/>
                  </a:lnTo>
                  <a:cubicBezTo>
                    <a:pt x="392" y="193"/>
                    <a:pt x="389" y="193"/>
                    <a:pt x="383" y="191"/>
                  </a:cubicBezTo>
                  <a:cubicBezTo>
                    <a:pt x="370" y="185"/>
                    <a:pt x="358" y="176"/>
                    <a:pt x="343" y="170"/>
                  </a:cubicBezTo>
                  <a:lnTo>
                    <a:pt x="341" y="170"/>
                  </a:lnTo>
                  <a:cubicBezTo>
                    <a:pt x="227" y="111"/>
                    <a:pt x="114" y="5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145"/>
          <p:cNvGrpSpPr/>
          <p:nvPr/>
        </p:nvGrpSpPr>
        <p:grpSpPr>
          <a:xfrm flipH="1" rot="10800000">
            <a:off x="306658" y="104177"/>
            <a:ext cx="1104440" cy="1104504"/>
            <a:chOff x="3139284" y="1516413"/>
            <a:chExt cx="365116" cy="365138"/>
          </a:xfrm>
        </p:grpSpPr>
        <p:sp>
          <p:nvSpPr>
            <p:cNvPr id="11333" name="Google Shape;11333;p145"/>
            <p:cNvSpPr/>
            <p:nvPr/>
          </p:nvSpPr>
          <p:spPr>
            <a:xfrm>
              <a:off x="3139284" y="1516413"/>
              <a:ext cx="363700" cy="363725"/>
            </a:xfrm>
            <a:custGeom>
              <a:rect b="b" l="l" r="r" t="t"/>
              <a:pathLst>
                <a:path extrusionOk="0" h="14549" w="14548">
                  <a:moveTo>
                    <a:pt x="4697" y="0"/>
                  </a:moveTo>
                  <a:lnTo>
                    <a:pt x="4697" y="6"/>
                  </a:lnTo>
                  <a:cubicBezTo>
                    <a:pt x="4643" y="8"/>
                    <a:pt x="4589" y="18"/>
                    <a:pt x="4535" y="22"/>
                  </a:cubicBezTo>
                  <a:cubicBezTo>
                    <a:pt x="3294" y="119"/>
                    <a:pt x="2180" y="671"/>
                    <a:pt x="1368" y="1518"/>
                  </a:cubicBezTo>
                  <a:cubicBezTo>
                    <a:pt x="519" y="2401"/>
                    <a:pt x="0" y="3602"/>
                    <a:pt x="0" y="4924"/>
                  </a:cubicBezTo>
                  <a:cubicBezTo>
                    <a:pt x="0" y="6412"/>
                    <a:pt x="661" y="7746"/>
                    <a:pt x="1704" y="8649"/>
                  </a:cubicBezTo>
                  <a:cubicBezTo>
                    <a:pt x="2515" y="9351"/>
                    <a:pt x="3560" y="9792"/>
                    <a:pt x="4703" y="9843"/>
                  </a:cubicBezTo>
                  <a:cubicBezTo>
                    <a:pt x="4755" y="10981"/>
                    <a:pt x="5190" y="12015"/>
                    <a:pt x="5883" y="12824"/>
                  </a:cubicBezTo>
                  <a:cubicBezTo>
                    <a:pt x="6053" y="13022"/>
                    <a:pt x="6241" y="13206"/>
                    <a:pt x="6441" y="13375"/>
                  </a:cubicBezTo>
                  <a:cubicBezTo>
                    <a:pt x="7298" y="14103"/>
                    <a:pt x="8407" y="14548"/>
                    <a:pt x="9621" y="14548"/>
                  </a:cubicBezTo>
                  <a:cubicBezTo>
                    <a:pt x="9786" y="14548"/>
                    <a:pt x="9950" y="14541"/>
                    <a:pt x="10111" y="14523"/>
                  </a:cubicBezTo>
                  <a:cubicBezTo>
                    <a:pt x="12528" y="14286"/>
                    <a:pt x="14432" y="12302"/>
                    <a:pt x="14542" y="9849"/>
                  </a:cubicBezTo>
                  <a:lnTo>
                    <a:pt x="14547" y="9849"/>
                  </a:lnTo>
                  <a:lnTo>
                    <a:pt x="14547" y="0"/>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45"/>
            <p:cNvSpPr/>
            <p:nvPr/>
          </p:nvSpPr>
          <p:spPr>
            <a:xfrm>
              <a:off x="3140600" y="1517825"/>
              <a:ext cx="363725" cy="363725"/>
            </a:xfrm>
            <a:custGeom>
              <a:rect b="b" l="l" r="r" t="t"/>
              <a:pathLst>
                <a:path extrusionOk="0" h="14549" w="14549">
                  <a:moveTo>
                    <a:pt x="4700" y="0"/>
                  </a:moveTo>
                  <a:lnTo>
                    <a:pt x="4700" y="5"/>
                  </a:lnTo>
                  <a:cubicBezTo>
                    <a:pt x="2085" y="124"/>
                    <a:pt x="1" y="2280"/>
                    <a:pt x="1" y="4925"/>
                  </a:cubicBezTo>
                  <a:cubicBezTo>
                    <a:pt x="1" y="7570"/>
                    <a:pt x="2089" y="9729"/>
                    <a:pt x="4706" y="9843"/>
                  </a:cubicBezTo>
                  <a:cubicBezTo>
                    <a:pt x="4820" y="12460"/>
                    <a:pt x="6979" y="14548"/>
                    <a:pt x="9624" y="14548"/>
                  </a:cubicBezTo>
                  <a:cubicBezTo>
                    <a:pt x="12269" y="14548"/>
                    <a:pt x="14425" y="12465"/>
                    <a:pt x="14544" y="9849"/>
                  </a:cubicBezTo>
                  <a:lnTo>
                    <a:pt x="14549" y="9849"/>
                  </a:lnTo>
                  <a:lnTo>
                    <a:pt x="14549" y="9623"/>
                  </a:lnTo>
                  <a:lnTo>
                    <a:pt x="1454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45"/>
            <p:cNvSpPr/>
            <p:nvPr/>
          </p:nvSpPr>
          <p:spPr>
            <a:xfrm>
              <a:off x="3217450" y="1594650"/>
              <a:ext cx="210075" cy="210050"/>
            </a:xfrm>
            <a:custGeom>
              <a:rect b="b" l="l" r="r" t="t"/>
              <a:pathLst>
                <a:path extrusionOk="0" h="8402" w="8403">
                  <a:moveTo>
                    <a:pt x="7318" y="1084"/>
                  </a:moveTo>
                  <a:lnTo>
                    <a:pt x="7318" y="6556"/>
                  </a:lnTo>
                  <a:lnTo>
                    <a:pt x="7317" y="6590"/>
                  </a:lnTo>
                  <a:cubicBezTo>
                    <a:pt x="7298" y="6998"/>
                    <a:pt x="6962" y="7318"/>
                    <a:pt x="6550" y="7318"/>
                  </a:cubicBezTo>
                  <a:cubicBezTo>
                    <a:pt x="6140" y="7318"/>
                    <a:pt x="5802" y="6997"/>
                    <a:pt x="5785" y="6587"/>
                  </a:cubicBezTo>
                  <a:lnTo>
                    <a:pt x="5639" y="3281"/>
                  </a:lnTo>
                  <a:cubicBezTo>
                    <a:pt x="5626" y="2999"/>
                    <a:pt x="5402" y="2775"/>
                    <a:pt x="5121" y="2763"/>
                  </a:cubicBezTo>
                  <a:lnTo>
                    <a:pt x="1815" y="2617"/>
                  </a:lnTo>
                  <a:cubicBezTo>
                    <a:pt x="1405" y="2600"/>
                    <a:pt x="1085" y="2262"/>
                    <a:pt x="1085" y="1852"/>
                  </a:cubicBezTo>
                  <a:cubicBezTo>
                    <a:pt x="1085" y="1440"/>
                    <a:pt x="1407" y="1104"/>
                    <a:pt x="1820" y="1085"/>
                  </a:cubicBezTo>
                  <a:lnTo>
                    <a:pt x="1844" y="1084"/>
                  </a:lnTo>
                  <a:close/>
                  <a:moveTo>
                    <a:pt x="1806" y="0"/>
                  </a:moveTo>
                  <a:lnTo>
                    <a:pt x="1770" y="1"/>
                  </a:lnTo>
                  <a:cubicBezTo>
                    <a:pt x="778" y="47"/>
                    <a:pt x="0" y="859"/>
                    <a:pt x="0" y="1852"/>
                  </a:cubicBezTo>
                  <a:cubicBezTo>
                    <a:pt x="0" y="2845"/>
                    <a:pt x="776" y="3658"/>
                    <a:pt x="1767" y="3701"/>
                  </a:cubicBezTo>
                  <a:lnTo>
                    <a:pt x="4577" y="3825"/>
                  </a:lnTo>
                  <a:lnTo>
                    <a:pt x="4701" y="6635"/>
                  </a:lnTo>
                  <a:cubicBezTo>
                    <a:pt x="4744" y="7626"/>
                    <a:pt x="5558" y="8402"/>
                    <a:pt x="6550" y="8402"/>
                  </a:cubicBezTo>
                  <a:cubicBezTo>
                    <a:pt x="7543" y="8402"/>
                    <a:pt x="8355" y="7627"/>
                    <a:pt x="8401" y="6637"/>
                  </a:cubicBezTo>
                  <a:lnTo>
                    <a:pt x="8403" y="6592"/>
                  </a:lnTo>
                  <a:lnTo>
                    <a:pt x="8403" y="6568"/>
                  </a:lnTo>
                  <a:lnTo>
                    <a:pt x="8403" y="541"/>
                  </a:lnTo>
                  <a:cubicBezTo>
                    <a:pt x="8403" y="243"/>
                    <a:pt x="8160" y="0"/>
                    <a:pt x="78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145"/>
            <p:cNvSpPr/>
            <p:nvPr/>
          </p:nvSpPr>
          <p:spPr>
            <a:xfrm>
              <a:off x="3419000" y="1570800"/>
              <a:ext cx="7750" cy="7775"/>
            </a:xfrm>
            <a:custGeom>
              <a:rect b="b" l="l" r="r" t="t"/>
              <a:pathLst>
                <a:path extrusionOk="0" h="311" w="310">
                  <a:moveTo>
                    <a:pt x="155" y="1"/>
                  </a:moveTo>
                  <a:cubicBezTo>
                    <a:pt x="69" y="1"/>
                    <a:pt x="0" y="70"/>
                    <a:pt x="0" y="156"/>
                  </a:cubicBezTo>
                  <a:cubicBezTo>
                    <a:pt x="0" y="241"/>
                    <a:pt x="69"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145"/>
            <p:cNvSpPr/>
            <p:nvPr/>
          </p:nvSpPr>
          <p:spPr>
            <a:xfrm>
              <a:off x="3419000" y="1616350"/>
              <a:ext cx="7750" cy="7750"/>
            </a:xfrm>
            <a:custGeom>
              <a:rect b="b" l="l" r="r" t="t"/>
              <a:pathLst>
                <a:path extrusionOk="0" h="310" w="310">
                  <a:moveTo>
                    <a:pt x="155" y="0"/>
                  </a:moveTo>
                  <a:cubicBezTo>
                    <a:pt x="69" y="0"/>
                    <a:pt x="0" y="69"/>
                    <a:pt x="0" y="155"/>
                  </a:cubicBezTo>
                  <a:cubicBezTo>
                    <a:pt x="0" y="241"/>
                    <a:pt x="69" y="310"/>
                    <a:pt x="155" y="310"/>
                  </a:cubicBezTo>
                  <a:cubicBezTo>
                    <a:pt x="241" y="310"/>
                    <a:pt x="310" y="241"/>
                    <a:pt x="310" y="155"/>
                  </a:cubicBezTo>
                  <a:cubicBezTo>
                    <a:pt x="310" y="69"/>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145"/>
            <p:cNvSpPr/>
            <p:nvPr/>
          </p:nvSpPr>
          <p:spPr>
            <a:xfrm>
              <a:off x="3419000" y="1661875"/>
              <a:ext cx="7750" cy="7775"/>
            </a:xfrm>
            <a:custGeom>
              <a:rect b="b" l="l" r="r" t="t"/>
              <a:pathLst>
                <a:path extrusionOk="0" h="311" w="310">
                  <a:moveTo>
                    <a:pt x="155" y="1"/>
                  </a:moveTo>
                  <a:cubicBezTo>
                    <a:pt x="69" y="1"/>
                    <a:pt x="0" y="70"/>
                    <a:pt x="0" y="156"/>
                  </a:cubicBezTo>
                  <a:cubicBezTo>
                    <a:pt x="0" y="241"/>
                    <a:pt x="69"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145"/>
            <p:cNvSpPr/>
            <p:nvPr/>
          </p:nvSpPr>
          <p:spPr>
            <a:xfrm>
              <a:off x="3419000" y="1707425"/>
              <a:ext cx="7750" cy="7750"/>
            </a:xfrm>
            <a:custGeom>
              <a:rect b="b" l="l" r="r" t="t"/>
              <a:pathLst>
                <a:path extrusionOk="0" h="310" w="310">
                  <a:moveTo>
                    <a:pt x="155" y="0"/>
                  </a:moveTo>
                  <a:cubicBezTo>
                    <a:pt x="69" y="0"/>
                    <a:pt x="0" y="69"/>
                    <a:pt x="0" y="155"/>
                  </a:cubicBezTo>
                  <a:cubicBezTo>
                    <a:pt x="0" y="241"/>
                    <a:pt x="69" y="310"/>
                    <a:pt x="155" y="310"/>
                  </a:cubicBezTo>
                  <a:cubicBezTo>
                    <a:pt x="241" y="310"/>
                    <a:pt x="310" y="241"/>
                    <a:pt x="310" y="155"/>
                  </a:cubicBezTo>
                  <a:cubicBezTo>
                    <a:pt x="310" y="69"/>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145"/>
            <p:cNvSpPr/>
            <p:nvPr/>
          </p:nvSpPr>
          <p:spPr>
            <a:xfrm>
              <a:off x="3419000" y="1752950"/>
              <a:ext cx="7750" cy="7775"/>
            </a:xfrm>
            <a:custGeom>
              <a:rect b="b" l="l" r="r" t="t"/>
              <a:pathLst>
                <a:path extrusionOk="0" h="311" w="310">
                  <a:moveTo>
                    <a:pt x="155" y="1"/>
                  </a:moveTo>
                  <a:cubicBezTo>
                    <a:pt x="69" y="1"/>
                    <a:pt x="0" y="70"/>
                    <a:pt x="0" y="155"/>
                  </a:cubicBezTo>
                  <a:cubicBezTo>
                    <a:pt x="0" y="241"/>
                    <a:pt x="69" y="310"/>
                    <a:pt x="155" y="310"/>
                  </a:cubicBezTo>
                  <a:cubicBezTo>
                    <a:pt x="241" y="310"/>
                    <a:pt x="310" y="241"/>
                    <a:pt x="310" y="155"/>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45"/>
            <p:cNvSpPr/>
            <p:nvPr/>
          </p:nvSpPr>
          <p:spPr>
            <a:xfrm>
              <a:off x="3419000" y="1798500"/>
              <a:ext cx="7750" cy="7750"/>
            </a:xfrm>
            <a:custGeom>
              <a:rect b="b" l="l" r="r" t="t"/>
              <a:pathLst>
                <a:path extrusionOk="0" h="310" w="310">
                  <a:moveTo>
                    <a:pt x="155" y="0"/>
                  </a:moveTo>
                  <a:cubicBezTo>
                    <a:pt x="69" y="0"/>
                    <a:pt x="0" y="69"/>
                    <a:pt x="0" y="155"/>
                  </a:cubicBezTo>
                  <a:cubicBezTo>
                    <a:pt x="0" y="241"/>
                    <a:pt x="69" y="310"/>
                    <a:pt x="155" y="310"/>
                  </a:cubicBezTo>
                  <a:cubicBezTo>
                    <a:pt x="241" y="310"/>
                    <a:pt x="310" y="241"/>
                    <a:pt x="310" y="155"/>
                  </a:cubicBezTo>
                  <a:cubicBezTo>
                    <a:pt x="310" y="69"/>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145"/>
            <p:cNvSpPr/>
            <p:nvPr/>
          </p:nvSpPr>
          <p:spPr>
            <a:xfrm>
              <a:off x="3407250" y="1593125"/>
              <a:ext cx="7775" cy="7775"/>
            </a:xfrm>
            <a:custGeom>
              <a:rect b="b" l="l" r="r" t="t"/>
              <a:pathLst>
                <a:path extrusionOk="0" h="311" w="311">
                  <a:moveTo>
                    <a:pt x="155" y="0"/>
                  </a:moveTo>
                  <a:cubicBezTo>
                    <a:pt x="70" y="0"/>
                    <a:pt x="1" y="70"/>
                    <a:pt x="1" y="155"/>
                  </a:cubicBezTo>
                  <a:cubicBezTo>
                    <a:pt x="1" y="241"/>
                    <a:pt x="70" y="310"/>
                    <a:pt x="155" y="310"/>
                  </a:cubicBezTo>
                  <a:cubicBezTo>
                    <a:pt x="241" y="310"/>
                    <a:pt x="310" y="241"/>
                    <a:pt x="310" y="155"/>
                  </a:cubicBezTo>
                  <a:cubicBezTo>
                    <a:pt x="310" y="70"/>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145"/>
            <p:cNvSpPr/>
            <p:nvPr/>
          </p:nvSpPr>
          <p:spPr>
            <a:xfrm>
              <a:off x="3407250" y="1638650"/>
              <a:ext cx="7775" cy="7775"/>
            </a:xfrm>
            <a:custGeom>
              <a:rect b="b" l="l" r="r" t="t"/>
              <a:pathLst>
                <a:path extrusionOk="0" h="311" w="311">
                  <a:moveTo>
                    <a:pt x="155" y="1"/>
                  </a:moveTo>
                  <a:cubicBezTo>
                    <a:pt x="70" y="1"/>
                    <a:pt x="1" y="70"/>
                    <a:pt x="1" y="156"/>
                  </a:cubicBezTo>
                  <a:cubicBezTo>
                    <a:pt x="1" y="241"/>
                    <a:pt x="70" y="311"/>
                    <a:pt x="155" y="311"/>
                  </a:cubicBezTo>
                  <a:cubicBezTo>
                    <a:pt x="241" y="311"/>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145"/>
            <p:cNvSpPr/>
            <p:nvPr/>
          </p:nvSpPr>
          <p:spPr>
            <a:xfrm>
              <a:off x="3407250" y="1684200"/>
              <a:ext cx="7775" cy="7775"/>
            </a:xfrm>
            <a:custGeom>
              <a:rect b="b" l="l" r="r" t="t"/>
              <a:pathLst>
                <a:path extrusionOk="0" h="311" w="311">
                  <a:moveTo>
                    <a:pt x="155" y="0"/>
                  </a:moveTo>
                  <a:cubicBezTo>
                    <a:pt x="70" y="0"/>
                    <a:pt x="1" y="70"/>
                    <a:pt x="1" y="155"/>
                  </a:cubicBezTo>
                  <a:cubicBezTo>
                    <a:pt x="1" y="241"/>
                    <a:pt x="70" y="310"/>
                    <a:pt x="155" y="310"/>
                  </a:cubicBezTo>
                  <a:cubicBezTo>
                    <a:pt x="241" y="310"/>
                    <a:pt x="310" y="241"/>
                    <a:pt x="310" y="155"/>
                  </a:cubicBezTo>
                  <a:cubicBezTo>
                    <a:pt x="310" y="70"/>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145"/>
            <p:cNvSpPr/>
            <p:nvPr/>
          </p:nvSpPr>
          <p:spPr>
            <a:xfrm>
              <a:off x="3407250" y="1729725"/>
              <a:ext cx="7775" cy="7775"/>
            </a:xfrm>
            <a:custGeom>
              <a:rect b="b" l="l" r="r" t="t"/>
              <a:pathLst>
                <a:path extrusionOk="0" h="311" w="311">
                  <a:moveTo>
                    <a:pt x="155" y="1"/>
                  </a:moveTo>
                  <a:cubicBezTo>
                    <a:pt x="70" y="1"/>
                    <a:pt x="1" y="70"/>
                    <a:pt x="1" y="156"/>
                  </a:cubicBezTo>
                  <a:cubicBezTo>
                    <a:pt x="1" y="241"/>
                    <a:pt x="70"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145"/>
            <p:cNvSpPr/>
            <p:nvPr/>
          </p:nvSpPr>
          <p:spPr>
            <a:xfrm>
              <a:off x="3407250" y="1775275"/>
              <a:ext cx="7775" cy="7750"/>
            </a:xfrm>
            <a:custGeom>
              <a:rect b="b" l="l" r="r" t="t"/>
              <a:pathLst>
                <a:path extrusionOk="0" h="310" w="311">
                  <a:moveTo>
                    <a:pt x="155" y="0"/>
                  </a:moveTo>
                  <a:cubicBezTo>
                    <a:pt x="70" y="0"/>
                    <a:pt x="1" y="70"/>
                    <a:pt x="1" y="155"/>
                  </a:cubicBezTo>
                  <a:cubicBezTo>
                    <a:pt x="1" y="241"/>
                    <a:pt x="70" y="310"/>
                    <a:pt x="155" y="310"/>
                  </a:cubicBezTo>
                  <a:cubicBezTo>
                    <a:pt x="241" y="310"/>
                    <a:pt x="310" y="241"/>
                    <a:pt x="310" y="155"/>
                  </a:cubicBezTo>
                  <a:cubicBezTo>
                    <a:pt x="310" y="70"/>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145"/>
            <p:cNvSpPr/>
            <p:nvPr/>
          </p:nvSpPr>
          <p:spPr>
            <a:xfrm>
              <a:off x="3407250" y="1820800"/>
              <a:ext cx="7775" cy="7775"/>
            </a:xfrm>
            <a:custGeom>
              <a:rect b="b" l="l" r="r" t="t"/>
              <a:pathLst>
                <a:path extrusionOk="0" h="311" w="311">
                  <a:moveTo>
                    <a:pt x="155" y="1"/>
                  </a:moveTo>
                  <a:cubicBezTo>
                    <a:pt x="70" y="1"/>
                    <a:pt x="1" y="70"/>
                    <a:pt x="1" y="156"/>
                  </a:cubicBezTo>
                  <a:cubicBezTo>
                    <a:pt x="1" y="241"/>
                    <a:pt x="70"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145"/>
            <p:cNvSpPr/>
            <p:nvPr/>
          </p:nvSpPr>
          <p:spPr>
            <a:xfrm>
              <a:off x="3442200" y="1570800"/>
              <a:ext cx="7775" cy="7775"/>
            </a:xfrm>
            <a:custGeom>
              <a:rect b="b" l="l" r="r" t="t"/>
              <a:pathLst>
                <a:path extrusionOk="0" h="311" w="311">
                  <a:moveTo>
                    <a:pt x="156" y="1"/>
                  </a:moveTo>
                  <a:cubicBezTo>
                    <a:pt x="70" y="1"/>
                    <a:pt x="1" y="70"/>
                    <a:pt x="1" y="156"/>
                  </a:cubicBezTo>
                  <a:cubicBezTo>
                    <a:pt x="1" y="241"/>
                    <a:pt x="70" y="310"/>
                    <a:pt x="156" y="310"/>
                  </a:cubicBezTo>
                  <a:cubicBezTo>
                    <a:pt x="241" y="310"/>
                    <a:pt x="311" y="241"/>
                    <a:pt x="311" y="156"/>
                  </a:cubicBezTo>
                  <a:cubicBezTo>
                    <a:pt x="311" y="70"/>
                    <a:pt x="241" y="1"/>
                    <a:pt x="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145"/>
            <p:cNvSpPr/>
            <p:nvPr/>
          </p:nvSpPr>
          <p:spPr>
            <a:xfrm>
              <a:off x="3442200" y="1616350"/>
              <a:ext cx="7775" cy="7750"/>
            </a:xfrm>
            <a:custGeom>
              <a:rect b="b" l="l" r="r" t="t"/>
              <a:pathLst>
                <a:path extrusionOk="0" h="310" w="311">
                  <a:moveTo>
                    <a:pt x="156" y="0"/>
                  </a:moveTo>
                  <a:cubicBezTo>
                    <a:pt x="70" y="0"/>
                    <a:pt x="1" y="69"/>
                    <a:pt x="1" y="155"/>
                  </a:cubicBezTo>
                  <a:cubicBezTo>
                    <a:pt x="1" y="241"/>
                    <a:pt x="70" y="310"/>
                    <a:pt x="156" y="310"/>
                  </a:cubicBezTo>
                  <a:cubicBezTo>
                    <a:pt x="241" y="310"/>
                    <a:pt x="311" y="241"/>
                    <a:pt x="311" y="155"/>
                  </a:cubicBezTo>
                  <a:cubicBezTo>
                    <a:pt x="311" y="69"/>
                    <a:pt x="241"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45"/>
            <p:cNvSpPr/>
            <p:nvPr/>
          </p:nvSpPr>
          <p:spPr>
            <a:xfrm>
              <a:off x="3442200" y="1661875"/>
              <a:ext cx="7775" cy="7775"/>
            </a:xfrm>
            <a:custGeom>
              <a:rect b="b" l="l" r="r" t="t"/>
              <a:pathLst>
                <a:path extrusionOk="0" h="311" w="311">
                  <a:moveTo>
                    <a:pt x="156" y="1"/>
                  </a:moveTo>
                  <a:cubicBezTo>
                    <a:pt x="70" y="1"/>
                    <a:pt x="1" y="70"/>
                    <a:pt x="1" y="156"/>
                  </a:cubicBezTo>
                  <a:cubicBezTo>
                    <a:pt x="1" y="241"/>
                    <a:pt x="70" y="310"/>
                    <a:pt x="156" y="310"/>
                  </a:cubicBezTo>
                  <a:cubicBezTo>
                    <a:pt x="241" y="310"/>
                    <a:pt x="311" y="241"/>
                    <a:pt x="311" y="156"/>
                  </a:cubicBezTo>
                  <a:cubicBezTo>
                    <a:pt x="311" y="70"/>
                    <a:pt x="241" y="1"/>
                    <a:pt x="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45"/>
            <p:cNvSpPr/>
            <p:nvPr/>
          </p:nvSpPr>
          <p:spPr>
            <a:xfrm>
              <a:off x="3442200" y="1707425"/>
              <a:ext cx="7775" cy="7750"/>
            </a:xfrm>
            <a:custGeom>
              <a:rect b="b" l="l" r="r" t="t"/>
              <a:pathLst>
                <a:path extrusionOk="0" h="310" w="311">
                  <a:moveTo>
                    <a:pt x="156" y="0"/>
                  </a:moveTo>
                  <a:cubicBezTo>
                    <a:pt x="70" y="0"/>
                    <a:pt x="1" y="69"/>
                    <a:pt x="1" y="155"/>
                  </a:cubicBezTo>
                  <a:cubicBezTo>
                    <a:pt x="1" y="241"/>
                    <a:pt x="70" y="310"/>
                    <a:pt x="156" y="310"/>
                  </a:cubicBezTo>
                  <a:cubicBezTo>
                    <a:pt x="241" y="310"/>
                    <a:pt x="311" y="241"/>
                    <a:pt x="311" y="155"/>
                  </a:cubicBezTo>
                  <a:cubicBezTo>
                    <a:pt x="311" y="69"/>
                    <a:pt x="241"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145"/>
            <p:cNvSpPr/>
            <p:nvPr/>
          </p:nvSpPr>
          <p:spPr>
            <a:xfrm>
              <a:off x="3442200" y="1752950"/>
              <a:ext cx="7775" cy="7775"/>
            </a:xfrm>
            <a:custGeom>
              <a:rect b="b" l="l" r="r" t="t"/>
              <a:pathLst>
                <a:path extrusionOk="0" h="311" w="311">
                  <a:moveTo>
                    <a:pt x="156" y="1"/>
                  </a:moveTo>
                  <a:cubicBezTo>
                    <a:pt x="70" y="1"/>
                    <a:pt x="1" y="70"/>
                    <a:pt x="1" y="155"/>
                  </a:cubicBezTo>
                  <a:cubicBezTo>
                    <a:pt x="1" y="241"/>
                    <a:pt x="70" y="310"/>
                    <a:pt x="156" y="310"/>
                  </a:cubicBezTo>
                  <a:cubicBezTo>
                    <a:pt x="241" y="310"/>
                    <a:pt x="311" y="241"/>
                    <a:pt x="311" y="155"/>
                  </a:cubicBezTo>
                  <a:cubicBezTo>
                    <a:pt x="311" y="70"/>
                    <a:pt x="241" y="1"/>
                    <a:pt x="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145"/>
            <p:cNvSpPr/>
            <p:nvPr/>
          </p:nvSpPr>
          <p:spPr>
            <a:xfrm>
              <a:off x="3442200" y="1798500"/>
              <a:ext cx="7775" cy="7750"/>
            </a:xfrm>
            <a:custGeom>
              <a:rect b="b" l="l" r="r" t="t"/>
              <a:pathLst>
                <a:path extrusionOk="0" h="310" w="311">
                  <a:moveTo>
                    <a:pt x="156" y="0"/>
                  </a:moveTo>
                  <a:cubicBezTo>
                    <a:pt x="70" y="0"/>
                    <a:pt x="1" y="69"/>
                    <a:pt x="1" y="155"/>
                  </a:cubicBezTo>
                  <a:cubicBezTo>
                    <a:pt x="1" y="241"/>
                    <a:pt x="70" y="310"/>
                    <a:pt x="156" y="310"/>
                  </a:cubicBezTo>
                  <a:cubicBezTo>
                    <a:pt x="241" y="310"/>
                    <a:pt x="311" y="241"/>
                    <a:pt x="311" y="155"/>
                  </a:cubicBezTo>
                  <a:cubicBezTo>
                    <a:pt x="311" y="69"/>
                    <a:pt x="241"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145"/>
            <p:cNvSpPr/>
            <p:nvPr/>
          </p:nvSpPr>
          <p:spPr>
            <a:xfrm>
              <a:off x="3430475" y="1593125"/>
              <a:ext cx="7750" cy="7775"/>
            </a:xfrm>
            <a:custGeom>
              <a:rect b="b" l="l" r="r" t="t"/>
              <a:pathLst>
                <a:path extrusionOk="0" h="311" w="310">
                  <a:moveTo>
                    <a:pt x="155" y="0"/>
                  </a:moveTo>
                  <a:cubicBezTo>
                    <a:pt x="70" y="0"/>
                    <a:pt x="0" y="70"/>
                    <a:pt x="0" y="155"/>
                  </a:cubicBezTo>
                  <a:cubicBezTo>
                    <a:pt x="0" y="241"/>
                    <a:pt x="70" y="310"/>
                    <a:pt x="155" y="310"/>
                  </a:cubicBezTo>
                  <a:cubicBezTo>
                    <a:pt x="241" y="310"/>
                    <a:pt x="310" y="241"/>
                    <a:pt x="310" y="155"/>
                  </a:cubicBezTo>
                  <a:cubicBezTo>
                    <a:pt x="310" y="70"/>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45"/>
            <p:cNvSpPr/>
            <p:nvPr/>
          </p:nvSpPr>
          <p:spPr>
            <a:xfrm>
              <a:off x="3430475" y="1638650"/>
              <a:ext cx="7750" cy="7775"/>
            </a:xfrm>
            <a:custGeom>
              <a:rect b="b" l="l" r="r" t="t"/>
              <a:pathLst>
                <a:path extrusionOk="0" h="311" w="310">
                  <a:moveTo>
                    <a:pt x="155" y="1"/>
                  </a:moveTo>
                  <a:cubicBezTo>
                    <a:pt x="70" y="1"/>
                    <a:pt x="0" y="70"/>
                    <a:pt x="0" y="156"/>
                  </a:cubicBezTo>
                  <a:cubicBezTo>
                    <a:pt x="0" y="241"/>
                    <a:pt x="70" y="311"/>
                    <a:pt x="155" y="311"/>
                  </a:cubicBezTo>
                  <a:cubicBezTo>
                    <a:pt x="241" y="311"/>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145"/>
            <p:cNvSpPr/>
            <p:nvPr/>
          </p:nvSpPr>
          <p:spPr>
            <a:xfrm>
              <a:off x="3430475" y="1684200"/>
              <a:ext cx="7750" cy="7775"/>
            </a:xfrm>
            <a:custGeom>
              <a:rect b="b" l="l" r="r" t="t"/>
              <a:pathLst>
                <a:path extrusionOk="0" h="311" w="310">
                  <a:moveTo>
                    <a:pt x="155" y="0"/>
                  </a:moveTo>
                  <a:cubicBezTo>
                    <a:pt x="70" y="0"/>
                    <a:pt x="0" y="70"/>
                    <a:pt x="0" y="155"/>
                  </a:cubicBezTo>
                  <a:cubicBezTo>
                    <a:pt x="0" y="241"/>
                    <a:pt x="70" y="310"/>
                    <a:pt x="155" y="310"/>
                  </a:cubicBezTo>
                  <a:cubicBezTo>
                    <a:pt x="241" y="310"/>
                    <a:pt x="310" y="241"/>
                    <a:pt x="310" y="155"/>
                  </a:cubicBezTo>
                  <a:cubicBezTo>
                    <a:pt x="310" y="70"/>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145"/>
            <p:cNvSpPr/>
            <p:nvPr/>
          </p:nvSpPr>
          <p:spPr>
            <a:xfrm>
              <a:off x="3430475" y="1729725"/>
              <a:ext cx="7750" cy="7775"/>
            </a:xfrm>
            <a:custGeom>
              <a:rect b="b" l="l" r="r" t="t"/>
              <a:pathLst>
                <a:path extrusionOk="0" h="311" w="310">
                  <a:moveTo>
                    <a:pt x="155" y="1"/>
                  </a:moveTo>
                  <a:cubicBezTo>
                    <a:pt x="70" y="1"/>
                    <a:pt x="0" y="70"/>
                    <a:pt x="0" y="156"/>
                  </a:cubicBezTo>
                  <a:cubicBezTo>
                    <a:pt x="0" y="241"/>
                    <a:pt x="70"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145"/>
            <p:cNvSpPr/>
            <p:nvPr/>
          </p:nvSpPr>
          <p:spPr>
            <a:xfrm>
              <a:off x="3430475" y="1775275"/>
              <a:ext cx="7750" cy="7750"/>
            </a:xfrm>
            <a:custGeom>
              <a:rect b="b" l="l" r="r" t="t"/>
              <a:pathLst>
                <a:path extrusionOk="0" h="310" w="310">
                  <a:moveTo>
                    <a:pt x="155" y="0"/>
                  </a:moveTo>
                  <a:cubicBezTo>
                    <a:pt x="70" y="0"/>
                    <a:pt x="0" y="70"/>
                    <a:pt x="0" y="155"/>
                  </a:cubicBezTo>
                  <a:cubicBezTo>
                    <a:pt x="0" y="241"/>
                    <a:pt x="70" y="310"/>
                    <a:pt x="155" y="310"/>
                  </a:cubicBezTo>
                  <a:cubicBezTo>
                    <a:pt x="241" y="310"/>
                    <a:pt x="310" y="241"/>
                    <a:pt x="310" y="155"/>
                  </a:cubicBezTo>
                  <a:cubicBezTo>
                    <a:pt x="310" y="70"/>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145"/>
            <p:cNvSpPr/>
            <p:nvPr/>
          </p:nvSpPr>
          <p:spPr>
            <a:xfrm>
              <a:off x="3430475" y="1820800"/>
              <a:ext cx="7750" cy="7775"/>
            </a:xfrm>
            <a:custGeom>
              <a:rect b="b" l="l" r="r" t="t"/>
              <a:pathLst>
                <a:path extrusionOk="0" h="311" w="310">
                  <a:moveTo>
                    <a:pt x="155" y="1"/>
                  </a:moveTo>
                  <a:cubicBezTo>
                    <a:pt x="70" y="1"/>
                    <a:pt x="0" y="70"/>
                    <a:pt x="0" y="156"/>
                  </a:cubicBezTo>
                  <a:cubicBezTo>
                    <a:pt x="0" y="241"/>
                    <a:pt x="70"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145"/>
            <p:cNvSpPr/>
            <p:nvPr/>
          </p:nvSpPr>
          <p:spPr>
            <a:xfrm>
              <a:off x="3396150" y="1570800"/>
              <a:ext cx="7775" cy="7775"/>
            </a:xfrm>
            <a:custGeom>
              <a:rect b="b" l="l" r="r" t="t"/>
              <a:pathLst>
                <a:path extrusionOk="0" h="311" w="311">
                  <a:moveTo>
                    <a:pt x="156" y="1"/>
                  </a:moveTo>
                  <a:cubicBezTo>
                    <a:pt x="70" y="1"/>
                    <a:pt x="1" y="70"/>
                    <a:pt x="1" y="156"/>
                  </a:cubicBezTo>
                  <a:cubicBezTo>
                    <a:pt x="1" y="241"/>
                    <a:pt x="70" y="310"/>
                    <a:pt x="156" y="310"/>
                  </a:cubicBezTo>
                  <a:cubicBezTo>
                    <a:pt x="241" y="310"/>
                    <a:pt x="310" y="241"/>
                    <a:pt x="310" y="156"/>
                  </a:cubicBezTo>
                  <a:cubicBezTo>
                    <a:pt x="310" y="70"/>
                    <a:pt x="241" y="1"/>
                    <a:pt x="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145"/>
            <p:cNvSpPr/>
            <p:nvPr/>
          </p:nvSpPr>
          <p:spPr>
            <a:xfrm>
              <a:off x="3396150" y="1616350"/>
              <a:ext cx="7775" cy="7750"/>
            </a:xfrm>
            <a:custGeom>
              <a:rect b="b" l="l" r="r" t="t"/>
              <a:pathLst>
                <a:path extrusionOk="0" h="310" w="311">
                  <a:moveTo>
                    <a:pt x="156" y="0"/>
                  </a:moveTo>
                  <a:cubicBezTo>
                    <a:pt x="70" y="0"/>
                    <a:pt x="1" y="69"/>
                    <a:pt x="1" y="155"/>
                  </a:cubicBezTo>
                  <a:cubicBezTo>
                    <a:pt x="1" y="241"/>
                    <a:pt x="70" y="310"/>
                    <a:pt x="156" y="310"/>
                  </a:cubicBezTo>
                  <a:cubicBezTo>
                    <a:pt x="241" y="310"/>
                    <a:pt x="310" y="241"/>
                    <a:pt x="310" y="155"/>
                  </a:cubicBezTo>
                  <a:cubicBezTo>
                    <a:pt x="310" y="69"/>
                    <a:pt x="241"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145"/>
            <p:cNvSpPr/>
            <p:nvPr/>
          </p:nvSpPr>
          <p:spPr>
            <a:xfrm>
              <a:off x="3396150" y="1661875"/>
              <a:ext cx="7775" cy="7775"/>
            </a:xfrm>
            <a:custGeom>
              <a:rect b="b" l="l" r="r" t="t"/>
              <a:pathLst>
                <a:path extrusionOk="0" h="311" w="311">
                  <a:moveTo>
                    <a:pt x="156" y="1"/>
                  </a:moveTo>
                  <a:cubicBezTo>
                    <a:pt x="70" y="1"/>
                    <a:pt x="1" y="70"/>
                    <a:pt x="1" y="156"/>
                  </a:cubicBezTo>
                  <a:cubicBezTo>
                    <a:pt x="1" y="241"/>
                    <a:pt x="70" y="310"/>
                    <a:pt x="156" y="310"/>
                  </a:cubicBezTo>
                  <a:cubicBezTo>
                    <a:pt x="241" y="310"/>
                    <a:pt x="310" y="241"/>
                    <a:pt x="310" y="156"/>
                  </a:cubicBezTo>
                  <a:cubicBezTo>
                    <a:pt x="310" y="70"/>
                    <a:pt x="241" y="1"/>
                    <a:pt x="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45"/>
            <p:cNvSpPr/>
            <p:nvPr/>
          </p:nvSpPr>
          <p:spPr>
            <a:xfrm>
              <a:off x="3396150" y="1707425"/>
              <a:ext cx="7775" cy="7750"/>
            </a:xfrm>
            <a:custGeom>
              <a:rect b="b" l="l" r="r" t="t"/>
              <a:pathLst>
                <a:path extrusionOk="0" h="310" w="311">
                  <a:moveTo>
                    <a:pt x="156" y="0"/>
                  </a:moveTo>
                  <a:cubicBezTo>
                    <a:pt x="70" y="0"/>
                    <a:pt x="1" y="69"/>
                    <a:pt x="1" y="155"/>
                  </a:cubicBezTo>
                  <a:cubicBezTo>
                    <a:pt x="1" y="241"/>
                    <a:pt x="70" y="310"/>
                    <a:pt x="156" y="310"/>
                  </a:cubicBezTo>
                  <a:cubicBezTo>
                    <a:pt x="241" y="310"/>
                    <a:pt x="310" y="241"/>
                    <a:pt x="310" y="155"/>
                  </a:cubicBezTo>
                  <a:cubicBezTo>
                    <a:pt x="310" y="69"/>
                    <a:pt x="241"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45"/>
            <p:cNvSpPr/>
            <p:nvPr/>
          </p:nvSpPr>
          <p:spPr>
            <a:xfrm>
              <a:off x="3396150" y="1752950"/>
              <a:ext cx="7775" cy="7775"/>
            </a:xfrm>
            <a:custGeom>
              <a:rect b="b" l="l" r="r" t="t"/>
              <a:pathLst>
                <a:path extrusionOk="0" h="311" w="311">
                  <a:moveTo>
                    <a:pt x="156" y="1"/>
                  </a:moveTo>
                  <a:cubicBezTo>
                    <a:pt x="70" y="1"/>
                    <a:pt x="1" y="70"/>
                    <a:pt x="1" y="155"/>
                  </a:cubicBezTo>
                  <a:cubicBezTo>
                    <a:pt x="1" y="241"/>
                    <a:pt x="70" y="310"/>
                    <a:pt x="156" y="310"/>
                  </a:cubicBezTo>
                  <a:cubicBezTo>
                    <a:pt x="241" y="310"/>
                    <a:pt x="310" y="241"/>
                    <a:pt x="310" y="155"/>
                  </a:cubicBezTo>
                  <a:cubicBezTo>
                    <a:pt x="310" y="70"/>
                    <a:pt x="241" y="1"/>
                    <a:pt x="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145"/>
            <p:cNvSpPr/>
            <p:nvPr/>
          </p:nvSpPr>
          <p:spPr>
            <a:xfrm>
              <a:off x="3396150" y="1798500"/>
              <a:ext cx="7775" cy="7750"/>
            </a:xfrm>
            <a:custGeom>
              <a:rect b="b" l="l" r="r" t="t"/>
              <a:pathLst>
                <a:path extrusionOk="0" h="310" w="311">
                  <a:moveTo>
                    <a:pt x="156" y="0"/>
                  </a:moveTo>
                  <a:cubicBezTo>
                    <a:pt x="70" y="0"/>
                    <a:pt x="1" y="69"/>
                    <a:pt x="1" y="155"/>
                  </a:cubicBezTo>
                  <a:cubicBezTo>
                    <a:pt x="1" y="241"/>
                    <a:pt x="70" y="310"/>
                    <a:pt x="156" y="310"/>
                  </a:cubicBezTo>
                  <a:cubicBezTo>
                    <a:pt x="241" y="310"/>
                    <a:pt x="310" y="241"/>
                    <a:pt x="310" y="155"/>
                  </a:cubicBezTo>
                  <a:cubicBezTo>
                    <a:pt x="310" y="69"/>
                    <a:pt x="241"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145"/>
            <p:cNvSpPr/>
            <p:nvPr/>
          </p:nvSpPr>
          <p:spPr>
            <a:xfrm>
              <a:off x="3384425" y="1593125"/>
              <a:ext cx="7750" cy="7775"/>
            </a:xfrm>
            <a:custGeom>
              <a:rect b="b" l="l" r="r" t="t"/>
              <a:pathLst>
                <a:path extrusionOk="0" h="311" w="310">
                  <a:moveTo>
                    <a:pt x="155" y="0"/>
                  </a:moveTo>
                  <a:cubicBezTo>
                    <a:pt x="69" y="0"/>
                    <a:pt x="0" y="70"/>
                    <a:pt x="0" y="155"/>
                  </a:cubicBezTo>
                  <a:cubicBezTo>
                    <a:pt x="0" y="241"/>
                    <a:pt x="69" y="310"/>
                    <a:pt x="155" y="310"/>
                  </a:cubicBezTo>
                  <a:cubicBezTo>
                    <a:pt x="241" y="310"/>
                    <a:pt x="310" y="241"/>
                    <a:pt x="310" y="155"/>
                  </a:cubicBezTo>
                  <a:cubicBezTo>
                    <a:pt x="310" y="70"/>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145"/>
            <p:cNvSpPr/>
            <p:nvPr/>
          </p:nvSpPr>
          <p:spPr>
            <a:xfrm>
              <a:off x="3384425" y="1638650"/>
              <a:ext cx="7750" cy="7775"/>
            </a:xfrm>
            <a:custGeom>
              <a:rect b="b" l="l" r="r" t="t"/>
              <a:pathLst>
                <a:path extrusionOk="0" h="311" w="310">
                  <a:moveTo>
                    <a:pt x="155" y="1"/>
                  </a:moveTo>
                  <a:cubicBezTo>
                    <a:pt x="69" y="1"/>
                    <a:pt x="0" y="70"/>
                    <a:pt x="0" y="156"/>
                  </a:cubicBezTo>
                  <a:cubicBezTo>
                    <a:pt x="0" y="241"/>
                    <a:pt x="69" y="311"/>
                    <a:pt x="155" y="311"/>
                  </a:cubicBezTo>
                  <a:cubicBezTo>
                    <a:pt x="241" y="311"/>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145"/>
            <p:cNvSpPr/>
            <p:nvPr/>
          </p:nvSpPr>
          <p:spPr>
            <a:xfrm>
              <a:off x="3384425" y="1684200"/>
              <a:ext cx="7750" cy="7775"/>
            </a:xfrm>
            <a:custGeom>
              <a:rect b="b" l="l" r="r" t="t"/>
              <a:pathLst>
                <a:path extrusionOk="0" h="311" w="310">
                  <a:moveTo>
                    <a:pt x="155" y="0"/>
                  </a:moveTo>
                  <a:cubicBezTo>
                    <a:pt x="69" y="0"/>
                    <a:pt x="0" y="70"/>
                    <a:pt x="0" y="155"/>
                  </a:cubicBezTo>
                  <a:cubicBezTo>
                    <a:pt x="0" y="241"/>
                    <a:pt x="69" y="310"/>
                    <a:pt x="155" y="310"/>
                  </a:cubicBezTo>
                  <a:cubicBezTo>
                    <a:pt x="241" y="310"/>
                    <a:pt x="310" y="241"/>
                    <a:pt x="310" y="155"/>
                  </a:cubicBezTo>
                  <a:cubicBezTo>
                    <a:pt x="310" y="70"/>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145"/>
            <p:cNvSpPr/>
            <p:nvPr/>
          </p:nvSpPr>
          <p:spPr>
            <a:xfrm>
              <a:off x="3384425" y="1729725"/>
              <a:ext cx="7750" cy="7775"/>
            </a:xfrm>
            <a:custGeom>
              <a:rect b="b" l="l" r="r" t="t"/>
              <a:pathLst>
                <a:path extrusionOk="0" h="311" w="310">
                  <a:moveTo>
                    <a:pt x="155" y="1"/>
                  </a:moveTo>
                  <a:cubicBezTo>
                    <a:pt x="69" y="1"/>
                    <a:pt x="0" y="70"/>
                    <a:pt x="0" y="156"/>
                  </a:cubicBezTo>
                  <a:cubicBezTo>
                    <a:pt x="0" y="241"/>
                    <a:pt x="69"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145"/>
            <p:cNvSpPr/>
            <p:nvPr/>
          </p:nvSpPr>
          <p:spPr>
            <a:xfrm>
              <a:off x="3384425" y="1775275"/>
              <a:ext cx="7750" cy="7750"/>
            </a:xfrm>
            <a:custGeom>
              <a:rect b="b" l="l" r="r" t="t"/>
              <a:pathLst>
                <a:path extrusionOk="0" h="310" w="310">
                  <a:moveTo>
                    <a:pt x="155" y="0"/>
                  </a:moveTo>
                  <a:cubicBezTo>
                    <a:pt x="69" y="0"/>
                    <a:pt x="0" y="70"/>
                    <a:pt x="0" y="155"/>
                  </a:cubicBezTo>
                  <a:cubicBezTo>
                    <a:pt x="0" y="241"/>
                    <a:pt x="69" y="310"/>
                    <a:pt x="155" y="310"/>
                  </a:cubicBezTo>
                  <a:cubicBezTo>
                    <a:pt x="241" y="310"/>
                    <a:pt x="310" y="241"/>
                    <a:pt x="310" y="155"/>
                  </a:cubicBezTo>
                  <a:cubicBezTo>
                    <a:pt x="310" y="70"/>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145"/>
            <p:cNvSpPr/>
            <p:nvPr/>
          </p:nvSpPr>
          <p:spPr>
            <a:xfrm>
              <a:off x="3384425" y="1820800"/>
              <a:ext cx="7750" cy="7775"/>
            </a:xfrm>
            <a:custGeom>
              <a:rect b="b" l="l" r="r" t="t"/>
              <a:pathLst>
                <a:path extrusionOk="0" h="311" w="310">
                  <a:moveTo>
                    <a:pt x="155" y="1"/>
                  </a:moveTo>
                  <a:cubicBezTo>
                    <a:pt x="69" y="1"/>
                    <a:pt x="0" y="70"/>
                    <a:pt x="0" y="156"/>
                  </a:cubicBezTo>
                  <a:cubicBezTo>
                    <a:pt x="0" y="241"/>
                    <a:pt x="69"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145"/>
            <p:cNvSpPr/>
            <p:nvPr/>
          </p:nvSpPr>
          <p:spPr>
            <a:xfrm>
              <a:off x="3373325" y="1570800"/>
              <a:ext cx="7775" cy="7775"/>
            </a:xfrm>
            <a:custGeom>
              <a:rect b="b" l="l" r="r" t="t"/>
              <a:pathLst>
                <a:path extrusionOk="0" h="311" w="311">
                  <a:moveTo>
                    <a:pt x="155" y="1"/>
                  </a:moveTo>
                  <a:cubicBezTo>
                    <a:pt x="70" y="1"/>
                    <a:pt x="1" y="70"/>
                    <a:pt x="1" y="156"/>
                  </a:cubicBezTo>
                  <a:cubicBezTo>
                    <a:pt x="1" y="241"/>
                    <a:pt x="70"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145"/>
            <p:cNvSpPr/>
            <p:nvPr/>
          </p:nvSpPr>
          <p:spPr>
            <a:xfrm>
              <a:off x="3373325" y="1616350"/>
              <a:ext cx="7775" cy="7750"/>
            </a:xfrm>
            <a:custGeom>
              <a:rect b="b" l="l" r="r" t="t"/>
              <a:pathLst>
                <a:path extrusionOk="0" h="310" w="311">
                  <a:moveTo>
                    <a:pt x="155" y="0"/>
                  </a:moveTo>
                  <a:cubicBezTo>
                    <a:pt x="70" y="0"/>
                    <a:pt x="1" y="69"/>
                    <a:pt x="1" y="155"/>
                  </a:cubicBezTo>
                  <a:cubicBezTo>
                    <a:pt x="1" y="241"/>
                    <a:pt x="70" y="310"/>
                    <a:pt x="155" y="310"/>
                  </a:cubicBezTo>
                  <a:cubicBezTo>
                    <a:pt x="241" y="310"/>
                    <a:pt x="310" y="241"/>
                    <a:pt x="310" y="155"/>
                  </a:cubicBezTo>
                  <a:cubicBezTo>
                    <a:pt x="310" y="69"/>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145"/>
            <p:cNvSpPr/>
            <p:nvPr/>
          </p:nvSpPr>
          <p:spPr>
            <a:xfrm>
              <a:off x="3373325" y="1661875"/>
              <a:ext cx="7775" cy="7775"/>
            </a:xfrm>
            <a:custGeom>
              <a:rect b="b" l="l" r="r" t="t"/>
              <a:pathLst>
                <a:path extrusionOk="0" h="311" w="311">
                  <a:moveTo>
                    <a:pt x="155" y="1"/>
                  </a:moveTo>
                  <a:cubicBezTo>
                    <a:pt x="70" y="1"/>
                    <a:pt x="1" y="70"/>
                    <a:pt x="1" y="156"/>
                  </a:cubicBezTo>
                  <a:cubicBezTo>
                    <a:pt x="1" y="241"/>
                    <a:pt x="70"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145"/>
            <p:cNvSpPr/>
            <p:nvPr/>
          </p:nvSpPr>
          <p:spPr>
            <a:xfrm>
              <a:off x="3373325" y="1707425"/>
              <a:ext cx="7775" cy="7750"/>
            </a:xfrm>
            <a:custGeom>
              <a:rect b="b" l="l" r="r" t="t"/>
              <a:pathLst>
                <a:path extrusionOk="0" h="310" w="311">
                  <a:moveTo>
                    <a:pt x="155" y="0"/>
                  </a:moveTo>
                  <a:cubicBezTo>
                    <a:pt x="70" y="0"/>
                    <a:pt x="1" y="69"/>
                    <a:pt x="1" y="155"/>
                  </a:cubicBezTo>
                  <a:cubicBezTo>
                    <a:pt x="1" y="241"/>
                    <a:pt x="70" y="310"/>
                    <a:pt x="155" y="310"/>
                  </a:cubicBezTo>
                  <a:cubicBezTo>
                    <a:pt x="241" y="310"/>
                    <a:pt x="310" y="241"/>
                    <a:pt x="310" y="155"/>
                  </a:cubicBezTo>
                  <a:cubicBezTo>
                    <a:pt x="310" y="69"/>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145"/>
            <p:cNvSpPr/>
            <p:nvPr/>
          </p:nvSpPr>
          <p:spPr>
            <a:xfrm>
              <a:off x="3373325" y="1752950"/>
              <a:ext cx="7775" cy="7775"/>
            </a:xfrm>
            <a:custGeom>
              <a:rect b="b" l="l" r="r" t="t"/>
              <a:pathLst>
                <a:path extrusionOk="0" h="311" w="311">
                  <a:moveTo>
                    <a:pt x="155" y="1"/>
                  </a:moveTo>
                  <a:cubicBezTo>
                    <a:pt x="70" y="1"/>
                    <a:pt x="1" y="70"/>
                    <a:pt x="1" y="155"/>
                  </a:cubicBezTo>
                  <a:cubicBezTo>
                    <a:pt x="1" y="241"/>
                    <a:pt x="70" y="310"/>
                    <a:pt x="155" y="310"/>
                  </a:cubicBezTo>
                  <a:cubicBezTo>
                    <a:pt x="241" y="310"/>
                    <a:pt x="310" y="241"/>
                    <a:pt x="310" y="155"/>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145"/>
            <p:cNvSpPr/>
            <p:nvPr/>
          </p:nvSpPr>
          <p:spPr>
            <a:xfrm>
              <a:off x="3373325" y="1798500"/>
              <a:ext cx="7775" cy="7750"/>
            </a:xfrm>
            <a:custGeom>
              <a:rect b="b" l="l" r="r" t="t"/>
              <a:pathLst>
                <a:path extrusionOk="0" h="310" w="311">
                  <a:moveTo>
                    <a:pt x="155" y="0"/>
                  </a:moveTo>
                  <a:cubicBezTo>
                    <a:pt x="70" y="0"/>
                    <a:pt x="1" y="69"/>
                    <a:pt x="1" y="155"/>
                  </a:cubicBezTo>
                  <a:cubicBezTo>
                    <a:pt x="1" y="241"/>
                    <a:pt x="70" y="310"/>
                    <a:pt x="155" y="310"/>
                  </a:cubicBezTo>
                  <a:cubicBezTo>
                    <a:pt x="241" y="310"/>
                    <a:pt x="310" y="241"/>
                    <a:pt x="310" y="155"/>
                  </a:cubicBezTo>
                  <a:cubicBezTo>
                    <a:pt x="310" y="69"/>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145"/>
            <p:cNvSpPr/>
            <p:nvPr/>
          </p:nvSpPr>
          <p:spPr>
            <a:xfrm>
              <a:off x="3361575" y="1593125"/>
              <a:ext cx="7775" cy="7775"/>
            </a:xfrm>
            <a:custGeom>
              <a:rect b="b" l="l" r="r" t="t"/>
              <a:pathLst>
                <a:path extrusionOk="0" h="311" w="311">
                  <a:moveTo>
                    <a:pt x="156" y="0"/>
                  </a:moveTo>
                  <a:cubicBezTo>
                    <a:pt x="70" y="0"/>
                    <a:pt x="1" y="70"/>
                    <a:pt x="1" y="155"/>
                  </a:cubicBezTo>
                  <a:cubicBezTo>
                    <a:pt x="1" y="241"/>
                    <a:pt x="70" y="310"/>
                    <a:pt x="156" y="310"/>
                  </a:cubicBezTo>
                  <a:cubicBezTo>
                    <a:pt x="241" y="310"/>
                    <a:pt x="311" y="241"/>
                    <a:pt x="311" y="155"/>
                  </a:cubicBezTo>
                  <a:cubicBezTo>
                    <a:pt x="311" y="70"/>
                    <a:pt x="241"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145"/>
            <p:cNvSpPr/>
            <p:nvPr/>
          </p:nvSpPr>
          <p:spPr>
            <a:xfrm>
              <a:off x="3361575" y="1638650"/>
              <a:ext cx="7775" cy="7775"/>
            </a:xfrm>
            <a:custGeom>
              <a:rect b="b" l="l" r="r" t="t"/>
              <a:pathLst>
                <a:path extrusionOk="0" h="311" w="311">
                  <a:moveTo>
                    <a:pt x="156" y="1"/>
                  </a:moveTo>
                  <a:cubicBezTo>
                    <a:pt x="70" y="1"/>
                    <a:pt x="1" y="70"/>
                    <a:pt x="1" y="156"/>
                  </a:cubicBezTo>
                  <a:cubicBezTo>
                    <a:pt x="1" y="241"/>
                    <a:pt x="70" y="311"/>
                    <a:pt x="156" y="311"/>
                  </a:cubicBezTo>
                  <a:cubicBezTo>
                    <a:pt x="241" y="311"/>
                    <a:pt x="311" y="241"/>
                    <a:pt x="311" y="156"/>
                  </a:cubicBezTo>
                  <a:cubicBezTo>
                    <a:pt x="311" y="70"/>
                    <a:pt x="241" y="1"/>
                    <a:pt x="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145"/>
            <p:cNvSpPr/>
            <p:nvPr/>
          </p:nvSpPr>
          <p:spPr>
            <a:xfrm>
              <a:off x="3361575" y="1684200"/>
              <a:ext cx="7775" cy="7775"/>
            </a:xfrm>
            <a:custGeom>
              <a:rect b="b" l="l" r="r" t="t"/>
              <a:pathLst>
                <a:path extrusionOk="0" h="311" w="311">
                  <a:moveTo>
                    <a:pt x="156" y="0"/>
                  </a:moveTo>
                  <a:cubicBezTo>
                    <a:pt x="70" y="0"/>
                    <a:pt x="1" y="70"/>
                    <a:pt x="1" y="155"/>
                  </a:cubicBezTo>
                  <a:cubicBezTo>
                    <a:pt x="1" y="241"/>
                    <a:pt x="70" y="310"/>
                    <a:pt x="156" y="310"/>
                  </a:cubicBezTo>
                  <a:cubicBezTo>
                    <a:pt x="241" y="310"/>
                    <a:pt x="311" y="241"/>
                    <a:pt x="311" y="155"/>
                  </a:cubicBezTo>
                  <a:cubicBezTo>
                    <a:pt x="311" y="70"/>
                    <a:pt x="241"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145"/>
            <p:cNvSpPr/>
            <p:nvPr/>
          </p:nvSpPr>
          <p:spPr>
            <a:xfrm>
              <a:off x="3361575" y="1729725"/>
              <a:ext cx="7775" cy="7775"/>
            </a:xfrm>
            <a:custGeom>
              <a:rect b="b" l="l" r="r" t="t"/>
              <a:pathLst>
                <a:path extrusionOk="0" h="311" w="311">
                  <a:moveTo>
                    <a:pt x="156" y="1"/>
                  </a:moveTo>
                  <a:cubicBezTo>
                    <a:pt x="70" y="1"/>
                    <a:pt x="1" y="70"/>
                    <a:pt x="1" y="156"/>
                  </a:cubicBezTo>
                  <a:cubicBezTo>
                    <a:pt x="1" y="241"/>
                    <a:pt x="70" y="310"/>
                    <a:pt x="156" y="310"/>
                  </a:cubicBezTo>
                  <a:cubicBezTo>
                    <a:pt x="241" y="310"/>
                    <a:pt x="311" y="241"/>
                    <a:pt x="311" y="156"/>
                  </a:cubicBezTo>
                  <a:cubicBezTo>
                    <a:pt x="311" y="70"/>
                    <a:pt x="241" y="1"/>
                    <a:pt x="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145"/>
            <p:cNvSpPr/>
            <p:nvPr/>
          </p:nvSpPr>
          <p:spPr>
            <a:xfrm>
              <a:off x="3361575" y="1775275"/>
              <a:ext cx="7775" cy="7750"/>
            </a:xfrm>
            <a:custGeom>
              <a:rect b="b" l="l" r="r" t="t"/>
              <a:pathLst>
                <a:path extrusionOk="0" h="310" w="311">
                  <a:moveTo>
                    <a:pt x="156" y="0"/>
                  </a:moveTo>
                  <a:cubicBezTo>
                    <a:pt x="70" y="0"/>
                    <a:pt x="1" y="70"/>
                    <a:pt x="1" y="155"/>
                  </a:cubicBezTo>
                  <a:cubicBezTo>
                    <a:pt x="1" y="241"/>
                    <a:pt x="70" y="310"/>
                    <a:pt x="156" y="310"/>
                  </a:cubicBezTo>
                  <a:cubicBezTo>
                    <a:pt x="241" y="310"/>
                    <a:pt x="311" y="241"/>
                    <a:pt x="311" y="155"/>
                  </a:cubicBezTo>
                  <a:cubicBezTo>
                    <a:pt x="311" y="70"/>
                    <a:pt x="241"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145"/>
            <p:cNvSpPr/>
            <p:nvPr/>
          </p:nvSpPr>
          <p:spPr>
            <a:xfrm>
              <a:off x="3361575" y="1820800"/>
              <a:ext cx="7775" cy="7775"/>
            </a:xfrm>
            <a:custGeom>
              <a:rect b="b" l="l" r="r" t="t"/>
              <a:pathLst>
                <a:path extrusionOk="0" h="311" w="311">
                  <a:moveTo>
                    <a:pt x="156" y="1"/>
                  </a:moveTo>
                  <a:cubicBezTo>
                    <a:pt x="70" y="1"/>
                    <a:pt x="1" y="70"/>
                    <a:pt x="1" y="156"/>
                  </a:cubicBezTo>
                  <a:cubicBezTo>
                    <a:pt x="1" y="241"/>
                    <a:pt x="70" y="310"/>
                    <a:pt x="156" y="310"/>
                  </a:cubicBezTo>
                  <a:cubicBezTo>
                    <a:pt x="241" y="310"/>
                    <a:pt x="311" y="241"/>
                    <a:pt x="311" y="156"/>
                  </a:cubicBezTo>
                  <a:cubicBezTo>
                    <a:pt x="311" y="70"/>
                    <a:pt x="241" y="1"/>
                    <a:pt x="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145"/>
            <p:cNvSpPr/>
            <p:nvPr/>
          </p:nvSpPr>
          <p:spPr>
            <a:xfrm>
              <a:off x="3350475" y="1570800"/>
              <a:ext cx="7750" cy="7775"/>
            </a:xfrm>
            <a:custGeom>
              <a:rect b="b" l="l" r="r" t="t"/>
              <a:pathLst>
                <a:path extrusionOk="0" h="311" w="310">
                  <a:moveTo>
                    <a:pt x="155" y="1"/>
                  </a:moveTo>
                  <a:cubicBezTo>
                    <a:pt x="69" y="1"/>
                    <a:pt x="0" y="70"/>
                    <a:pt x="0" y="156"/>
                  </a:cubicBezTo>
                  <a:cubicBezTo>
                    <a:pt x="0" y="241"/>
                    <a:pt x="69"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145"/>
            <p:cNvSpPr/>
            <p:nvPr/>
          </p:nvSpPr>
          <p:spPr>
            <a:xfrm>
              <a:off x="3350475" y="1616350"/>
              <a:ext cx="7750" cy="7750"/>
            </a:xfrm>
            <a:custGeom>
              <a:rect b="b" l="l" r="r" t="t"/>
              <a:pathLst>
                <a:path extrusionOk="0" h="310" w="310">
                  <a:moveTo>
                    <a:pt x="155" y="0"/>
                  </a:moveTo>
                  <a:cubicBezTo>
                    <a:pt x="69" y="0"/>
                    <a:pt x="0" y="69"/>
                    <a:pt x="0" y="155"/>
                  </a:cubicBezTo>
                  <a:cubicBezTo>
                    <a:pt x="0" y="241"/>
                    <a:pt x="69" y="310"/>
                    <a:pt x="155" y="310"/>
                  </a:cubicBezTo>
                  <a:cubicBezTo>
                    <a:pt x="241" y="310"/>
                    <a:pt x="310" y="241"/>
                    <a:pt x="310" y="155"/>
                  </a:cubicBezTo>
                  <a:cubicBezTo>
                    <a:pt x="310" y="69"/>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145"/>
            <p:cNvSpPr/>
            <p:nvPr/>
          </p:nvSpPr>
          <p:spPr>
            <a:xfrm>
              <a:off x="3350475" y="1661875"/>
              <a:ext cx="7750" cy="7775"/>
            </a:xfrm>
            <a:custGeom>
              <a:rect b="b" l="l" r="r" t="t"/>
              <a:pathLst>
                <a:path extrusionOk="0" h="311" w="310">
                  <a:moveTo>
                    <a:pt x="155" y="1"/>
                  </a:moveTo>
                  <a:cubicBezTo>
                    <a:pt x="69" y="1"/>
                    <a:pt x="0" y="70"/>
                    <a:pt x="0" y="156"/>
                  </a:cubicBezTo>
                  <a:cubicBezTo>
                    <a:pt x="0" y="241"/>
                    <a:pt x="69"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145"/>
            <p:cNvSpPr/>
            <p:nvPr/>
          </p:nvSpPr>
          <p:spPr>
            <a:xfrm>
              <a:off x="3350475" y="1707425"/>
              <a:ext cx="7750" cy="7750"/>
            </a:xfrm>
            <a:custGeom>
              <a:rect b="b" l="l" r="r" t="t"/>
              <a:pathLst>
                <a:path extrusionOk="0" h="310" w="310">
                  <a:moveTo>
                    <a:pt x="155" y="0"/>
                  </a:moveTo>
                  <a:cubicBezTo>
                    <a:pt x="69" y="0"/>
                    <a:pt x="0" y="69"/>
                    <a:pt x="0" y="155"/>
                  </a:cubicBezTo>
                  <a:cubicBezTo>
                    <a:pt x="0" y="241"/>
                    <a:pt x="69" y="310"/>
                    <a:pt x="155" y="310"/>
                  </a:cubicBezTo>
                  <a:cubicBezTo>
                    <a:pt x="241" y="310"/>
                    <a:pt x="310" y="241"/>
                    <a:pt x="310" y="155"/>
                  </a:cubicBezTo>
                  <a:cubicBezTo>
                    <a:pt x="310" y="69"/>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145"/>
            <p:cNvSpPr/>
            <p:nvPr/>
          </p:nvSpPr>
          <p:spPr>
            <a:xfrm>
              <a:off x="3350475" y="1752950"/>
              <a:ext cx="7750" cy="7775"/>
            </a:xfrm>
            <a:custGeom>
              <a:rect b="b" l="l" r="r" t="t"/>
              <a:pathLst>
                <a:path extrusionOk="0" h="311" w="310">
                  <a:moveTo>
                    <a:pt x="155" y="1"/>
                  </a:moveTo>
                  <a:cubicBezTo>
                    <a:pt x="69" y="1"/>
                    <a:pt x="0" y="70"/>
                    <a:pt x="0" y="155"/>
                  </a:cubicBezTo>
                  <a:cubicBezTo>
                    <a:pt x="0" y="241"/>
                    <a:pt x="69" y="310"/>
                    <a:pt x="155" y="310"/>
                  </a:cubicBezTo>
                  <a:cubicBezTo>
                    <a:pt x="241" y="310"/>
                    <a:pt x="310" y="241"/>
                    <a:pt x="310" y="155"/>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145"/>
            <p:cNvSpPr/>
            <p:nvPr/>
          </p:nvSpPr>
          <p:spPr>
            <a:xfrm>
              <a:off x="3350475" y="1798500"/>
              <a:ext cx="7750" cy="7750"/>
            </a:xfrm>
            <a:custGeom>
              <a:rect b="b" l="l" r="r" t="t"/>
              <a:pathLst>
                <a:path extrusionOk="0" h="310" w="310">
                  <a:moveTo>
                    <a:pt x="155" y="0"/>
                  </a:moveTo>
                  <a:cubicBezTo>
                    <a:pt x="69" y="0"/>
                    <a:pt x="0" y="69"/>
                    <a:pt x="0" y="155"/>
                  </a:cubicBezTo>
                  <a:cubicBezTo>
                    <a:pt x="0" y="241"/>
                    <a:pt x="69" y="310"/>
                    <a:pt x="155" y="310"/>
                  </a:cubicBezTo>
                  <a:cubicBezTo>
                    <a:pt x="241" y="310"/>
                    <a:pt x="310" y="241"/>
                    <a:pt x="310" y="155"/>
                  </a:cubicBezTo>
                  <a:cubicBezTo>
                    <a:pt x="310" y="69"/>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145"/>
            <p:cNvSpPr/>
            <p:nvPr/>
          </p:nvSpPr>
          <p:spPr>
            <a:xfrm>
              <a:off x="3338725" y="1593125"/>
              <a:ext cx="7775" cy="7775"/>
            </a:xfrm>
            <a:custGeom>
              <a:rect b="b" l="l" r="r" t="t"/>
              <a:pathLst>
                <a:path extrusionOk="0" h="311" w="311">
                  <a:moveTo>
                    <a:pt x="155" y="0"/>
                  </a:moveTo>
                  <a:cubicBezTo>
                    <a:pt x="70" y="0"/>
                    <a:pt x="1" y="70"/>
                    <a:pt x="1" y="155"/>
                  </a:cubicBezTo>
                  <a:cubicBezTo>
                    <a:pt x="1" y="241"/>
                    <a:pt x="70" y="310"/>
                    <a:pt x="155" y="310"/>
                  </a:cubicBezTo>
                  <a:cubicBezTo>
                    <a:pt x="241" y="310"/>
                    <a:pt x="310" y="241"/>
                    <a:pt x="310" y="155"/>
                  </a:cubicBezTo>
                  <a:cubicBezTo>
                    <a:pt x="310" y="70"/>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145"/>
            <p:cNvSpPr/>
            <p:nvPr/>
          </p:nvSpPr>
          <p:spPr>
            <a:xfrm>
              <a:off x="3338725" y="1638650"/>
              <a:ext cx="7775" cy="7775"/>
            </a:xfrm>
            <a:custGeom>
              <a:rect b="b" l="l" r="r" t="t"/>
              <a:pathLst>
                <a:path extrusionOk="0" h="311" w="311">
                  <a:moveTo>
                    <a:pt x="155" y="1"/>
                  </a:moveTo>
                  <a:cubicBezTo>
                    <a:pt x="70" y="1"/>
                    <a:pt x="1" y="70"/>
                    <a:pt x="1" y="156"/>
                  </a:cubicBezTo>
                  <a:cubicBezTo>
                    <a:pt x="1" y="241"/>
                    <a:pt x="70" y="311"/>
                    <a:pt x="155" y="311"/>
                  </a:cubicBezTo>
                  <a:cubicBezTo>
                    <a:pt x="241" y="311"/>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145"/>
            <p:cNvSpPr/>
            <p:nvPr/>
          </p:nvSpPr>
          <p:spPr>
            <a:xfrm>
              <a:off x="3338725" y="1684200"/>
              <a:ext cx="7775" cy="7775"/>
            </a:xfrm>
            <a:custGeom>
              <a:rect b="b" l="l" r="r" t="t"/>
              <a:pathLst>
                <a:path extrusionOk="0" h="311" w="311">
                  <a:moveTo>
                    <a:pt x="155" y="0"/>
                  </a:moveTo>
                  <a:cubicBezTo>
                    <a:pt x="70" y="0"/>
                    <a:pt x="1" y="70"/>
                    <a:pt x="1" y="155"/>
                  </a:cubicBezTo>
                  <a:cubicBezTo>
                    <a:pt x="1" y="241"/>
                    <a:pt x="70" y="310"/>
                    <a:pt x="155" y="310"/>
                  </a:cubicBezTo>
                  <a:cubicBezTo>
                    <a:pt x="241" y="310"/>
                    <a:pt x="310" y="241"/>
                    <a:pt x="310" y="155"/>
                  </a:cubicBezTo>
                  <a:cubicBezTo>
                    <a:pt x="310" y="70"/>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145"/>
            <p:cNvSpPr/>
            <p:nvPr/>
          </p:nvSpPr>
          <p:spPr>
            <a:xfrm>
              <a:off x="3338725" y="1729725"/>
              <a:ext cx="7775" cy="7775"/>
            </a:xfrm>
            <a:custGeom>
              <a:rect b="b" l="l" r="r" t="t"/>
              <a:pathLst>
                <a:path extrusionOk="0" h="311" w="311">
                  <a:moveTo>
                    <a:pt x="155" y="1"/>
                  </a:moveTo>
                  <a:cubicBezTo>
                    <a:pt x="70" y="1"/>
                    <a:pt x="1" y="70"/>
                    <a:pt x="1" y="156"/>
                  </a:cubicBezTo>
                  <a:cubicBezTo>
                    <a:pt x="1" y="241"/>
                    <a:pt x="70"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145"/>
            <p:cNvSpPr/>
            <p:nvPr/>
          </p:nvSpPr>
          <p:spPr>
            <a:xfrm>
              <a:off x="3338725" y="1775275"/>
              <a:ext cx="7775" cy="7750"/>
            </a:xfrm>
            <a:custGeom>
              <a:rect b="b" l="l" r="r" t="t"/>
              <a:pathLst>
                <a:path extrusionOk="0" h="310" w="311">
                  <a:moveTo>
                    <a:pt x="155" y="0"/>
                  </a:moveTo>
                  <a:cubicBezTo>
                    <a:pt x="70" y="0"/>
                    <a:pt x="1" y="70"/>
                    <a:pt x="1" y="155"/>
                  </a:cubicBezTo>
                  <a:cubicBezTo>
                    <a:pt x="1" y="241"/>
                    <a:pt x="70" y="310"/>
                    <a:pt x="155" y="310"/>
                  </a:cubicBezTo>
                  <a:cubicBezTo>
                    <a:pt x="241" y="310"/>
                    <a:pt x="310" y="241"/>
                    <a:pt x="310" y="155"/>
                  </a:cubicBezTo>
                  <a:cubicBezTo>
                    <a:pt x="310" y="70"/>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145"/>
            <p:cNvSpPr/>
            <p:nvPr/>
          </p:nvSpPr>
          <p:spPr>
            <a:xfrm>
              <a:off x="3338725" y="1820800"/>
              <a:ext cx="7775" cy="7775"/>
            </a:xfrm>
            <a:custGeom>
              <a:rect b="b" l="l" r="r" t="t"/>
              <a:pathLst>
                <a:path extrusionOk="0" h="311" w="311">
                  <a:moveTo>
                    <a:pt x="155" y="1"/>
                  </a:moveTo>
                  <a:cubicBezTo>
                    <a:pt x="70" y="1"/>
                    <a:pt x="1" y="70"/>
                    <a:pt x="1" y="156"/>
                  </a:cubicBezTo>
                  <a:cubicBezTo>
                    <a:pt x="1" y="241"/>
                    <a:pt x="70"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145"/>
            <p:cNvSpPr/>
            <p:nvPr/>
          </p:nvSpPr>
          <p:spPr>
            <a:xfrm>
              <a:off x="3327625" y="1570800"/>
              <a:ext cx="7775" cy="7775"/>
            </a:xfrm>
            <a:custGeom>
              <a:rect b="b" l="l" r="r" t="t"/>
              <a:pathLst>
                <a:path extrusionOk="0" h="311" w="311">
                  <a:moveTo>
                    <a:pt x="156" y="1"/>
                  </a:moveTo>
                  <a:cubicBezTo>
                    <a:pt x="70" y="1"/>
                    <a:pt x="1" y="70"/>
                    <a:pt x="1" y="156"/>
                  </a:cubicBezTo>
                  <a:cubicBezTo>
                    <a:pt x="1" y="241"/>
                    <a:pt x="70" y="310"/>
                    <a:pt x="156" y="310"/>
                  </a:cubicBezTo>
                  <a:cubicBezTo>
                    <a:pt x="241" y="310"/>
                    <a:pt x="310" y="241"/>
                    <a:pt x="310" y="156"/>
                  </a:cubicBezTo>
                  <a:cubicBezTo>
                    <a:pt x="310" y="70"/>
                    <a:pt x="241" y="1"/>
                    <a:pt x="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145"/>
            <p:cNvSpPr/>
            <p:nvPr/>
          </p:nvSpPr>
          <p:spPr>
            <a:xfrm>
              <a:off x="3327625" y="1616350"/>
              <a:ext cx="7775" cy="7750"/>
            </a:xfrm>
            <a:custGeom>
              <a:rect b="b" l="l" r="r" t="t"/>
              <a:pathLst>
                <a:path extrusionOk="0" h="310" w="311">
                  <a:moveTo>
                    <a:pt x="156" y="0"/>
                  </a:moveTo>
                  <a:cubicBezTo>
                    <a:pt x="70" y="0"/>
                    <a:pt x="1" y="69"/>
                    <a:pt x="1" y="155"/>
                  </a:cubicBezTo>
                  <a:cubicBezTo>
                    <a:pt x="1" y="241"/>
                    <a:pt x="70" y="310"/>
                    <a:pt x="156" y="310"/>
                  </a:cubicBezTo>
                  <a:cubicBezTo>
                    <a:pt x="241" y="310"/>
                    <a:pt x="310" y="241"/>
                    <a:pt x="310" y="155"/>
                  </a:cubicBezTo>
                  <a:cubicBezTo>
                    <a:pt x="310" y="69"/>
                    <a:pt x="241"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145"/>
            <p:cNvSpPr/>
            <p:nvPr/>
          </p:nvSpPr>
          <p:spPr>
            <a:xfrm>
              <a:off x="3327625" y="1661875"/>
              <a:ext cx="7775" cy="7775"/>
            </a:xfrm>
            <a:custGeom>
              <a:rect b="b" l="l" r="r" t="t"/>
              <a:pathLst>
                <a:path extrusionOk="0" h="311" w="311">
                  <a:moveTo>
                    <a:pt x="156" y="1"/>
                  </a:moveTo>
                  <a:cubicBezTo>
                    <a:pt x="70" y="1"/>
                    <a:pt x="1" y="70"/>
                    <a:pt x="1" y="156"/>
                  </a:cubicBezTo>
                  <a:cubicBezTo>
                    <a:pt x="1" y="241"/>
                    <a:pt x="70" y="310"/>
                    <a:pt x="156" y="310"/>
                  </a:cubicBezTo>
                  <a:cubicBezTo>
                    <a:pt x="241" y="310"/>
                    <a:pt x="310" y="241"/>
                    <a:pt x="310" y="156"/>
                  </a:cubicBezTo>
                  <a:cubicBezTo>
                    <a:pt x="310" y="70"/>
                    <a:pt x="241" y="1"/>
                    <a:pt x="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145"/>
            <p:cNvSpPr/>
            <p:nvPr/>
          </p:nvSpPr>
          <p:spPr>
            <a:xfrm>
              <a:off x="3327625" y="1707425"/>
              <a:ext cx="7775" cy="7750"/>
            </a:xfrm>
            <a:custGeom>
              <a:rect b="b" l="l" r="r" t="t"/>
              <a:pathLst>
                <a:path extrusionOk="0" h="310" w="311">
                  <a:moveTo>
                    <a:pt x="156" y="0"/>
                  </a:moveTo>
                  <a:cubicBezTo>
                    <a:pt x="70" y="0"/>
                    <a:pt x="1" y="69"/>
                    <a:pt x="1" y="155"/>
                  </a:cubicBezTo>
                  <a:cubicBezTo>
                    <a:pt x="1" y="241"/>
                    <a:pt x="70" y="310"/>
                    <a:pt x="156" y="310"/>
                  </a:cubicBezTo>
                  <a:cubicBezTo>
                    <a:pt x="241" y="310"/>
                    <a:pt x="310" y="241"/>
                    <a:pt x="310" y="155"/>
                  </a:cubicBezTo>
                  <a:cubicBezTo>
                    <a:pt x="310" y="69"/>
                    <a:pt x="241"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145"/>
            <p:cNvSpPr/>
            <p:nvPr/>
          </p:nvSpPr>
          <p:spPr>
            <a:xfrm>
              <a:off x="3327625" y="1752950"/>
              <a:ext cx="7775" cy="7775"/>
            </a:xfrm>
            <a:custGeom>
              <a:rect b="b" l="l" r="r" t="t"/>
              <a:pathLst>
                <a:path extrusionOk="0" h="311" w="311">
                  <a:moveTo>
                    <a:pt x="156" y="1"/>
                  </a:moveTo>
                  <a:cubicBezTo>
                    <a:pt x="70" y="1"/>
                    <a:pt x="1" y="70"/>
                    <a:pt x="1" y="155"/>
                  </a:cubicBezTo>
                  <a:cubicBezTo>
                    <a:pt x="1" y="241"/>
                    <a:pt x="70" y="310"/>
                    <a:pt x="156" y="310"/>
                  </a:cubicBezTo>
                  <a:cubicBezTo>
                    <a:pt x="241" y="310"/>
                    <a:pt x="310" y="241"/>
                    <a:pt x="310" y="155"/>
                  </a:cubicBezTo>
                  <a:cubicBezTo>
                    <a:pt x="310" y="70"/>
                    <a:pt x="241" y="1"/>
                    <a:pt x="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145"/>
            <p:cNvSpPr/>
            <p:nvPr/>
          </p:nvSpPr>
          <p:spPr>
            <a:xfrm>
              <a:off x="3327625" y="1798500"/>
              <a:ext cx="7775" cy="7750"/>
            </a:xfrm>
            <a:custGeom>
              <a:rect b="b" l="l" r="r" t="t"/>
              <a:pathLst>
                <a:path extrusionOk="0" h="310" w="311">
                  <a:moveTo>
                    <a:pt x="156" y="0"/>
                  </a:moveTo>
                  <a:cubicBezTo>
                    <a:pt x="70" y="0"/>
                    <a:pt x="1" y="69"/>
                    <a:pt x="1" y="155"/>
                  </a:cubicBezTo>
                  <a:cubicBezTo>
                    <a:pt x="1" y="241"/>
                    <a:pt x="70" y="310"/>
                    <a:pt x="156" y="310"/>
                  </a:cubicBezTo>
                  <a:cubicBezTo>
                    <a:pt x="241" y="310"/>
                    <a:pt x="310" y="241"/>
                    <a:pt x="310" y="155"/>
                  </a:cubicBezTo>
                  <a:cubicBezTo>
                    <a:pt x="310" y="69"/>
                    <a:pt x="241"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145"/>
            <p:cNvSpPr/>
            <p:nvPr/>
          </p:nvSpPr>
          <p:spPr>
            <a:xfrm>
              <a:off x="3315900" y="1593125"/>
              <a:ext cx="7750" cy="7775"/>
            </a:xfrm>
            <a:custGeom>
              <a:rect b="b" l="l" r="r" t="t"/>
              <a:pathLst>
                <a:path extrusionOk="0" h="311" w="310">
                  <a:moveTo>
                    <a:pt x="155" y="0"/>
                  </a:moveTo>
                  <a:cubicBezTo>
                    <a:pt x="69" y="0"/>
                    <a:pt x="0" y="70"/>
                    <a:pt x="0" y="155"/>
                  </a:cubicBezTo>
                  <a:cubicBezTo>
                    <a:pt x="0" y="241"/>
                    <a:pt x="69" y="310"/>
                    <a:pt x="155" y="310"/>
                  </a:cubicBezTo>
                  <a:cubicBezTo>
                    <a:pt x="241" y="310"/>
                    <a:pt x="310" y="241"/>
                    <a:pt x="310" y="155"/>
                  </a:cubicBezTo>
                  <a:cubicBezTo>
                    <a:pt x="310" y="70"/>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145"/>
            <p:cNvSpPr/>
            <p:nvPr/>
          </p:nvSpPr>
          <p:spPr>
            <a:xfrm>
              <a:off x="3315900" y="1638650"/>
              <a:ext cx="7750" cy="7775"/>
            </a:xfrm>
            <a:custGeom>
              <a:rect b="b" l="l" r="r" t="t"/>
              <a:pathLst>
                <a:path extrusionOk="0" h="311" w="310">
                  <a:moveTo>
                    <a:pt x="155" y="1"/>
                  </a:moveTo>
                  <a:cubicBezTo>
                    <a:pt x="69" y="1"/>
                    <a:pt x="0" y="70"/>
                    <a:pt x="0" y="156"/>
                  </a:cubicBezTo>
                  <a:cubicBezTo>
                    <a:pt x="0" y="241"/>
                    <a:pt x="69" y="311"/>
                    <a:pt x="155" y="311"/>
                  </a:cubicBezTo>
                  <a:cubicBezTo>
                    <a:pt x="241" y="311"/>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145"/>
            <p:cNvSpPr/>
            <p:nvPr/>
          </p:nvSpPr>
          <p:spPr>
            <a:xfrm>
              <a:off x="3315900" y="1684200"/>
              <a:ext cx="7750" cy="7775"/>
            </a:xfrm>
            <a:custGeom>
              <a:rect b="b" l="l" r="r" t="t"/>
              <a:pathLst>
                <a:path extrusionOk="0" h="311" w="310">
                  <a:moveTo>
                    <a:pt x="155" y="0"/>
                  </a:moveTo>
                  <a:cubicBezTo>
                    <a:pt x="69" y="0"/>
                    <a:pt x="0" y="70"/>
                    <a:pt x="0" y="155"/>
                  </a:cubicBezTo>
                  <a:cubicBezTo>
                    <a:pt x="0" y="241"/>
                    <a:pt x="69" y="310"/>
                    <a:pt x="155" y="310"/>
                  </a:cubicBezTo>
                  <a:cubicBezTo>
                    <a:pt x="241" y="310"/>
                    <a:pt x="310" y="241"/>
                    <a:pt x="310" y="155"/>
                  </a:cubicBezTo>
                  <a:cubicBezTo>
                    <a:pt x="310" y="70"/>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145"/>
            <p:cNvSpPr/>
            <p:nvPr/>
          </p:nvSpPr>
          <p:spPr>
            <a:xfrm>
              <a:off x="3315900" y="1729725"/>
              <a:ext cx="7750" cy="7775"/>
            </a:xfrm>
            <a:custGeom>
              <a:rect b="b" l="l" r="r" t="t"/>
              <a:pathLst>
                <a:path extrusionOk="0" h="311" w="310">
                  <a:moveTo>
                    <a:pt x="155" y="1"/>
                  </a:moveTo>
                  <a:cubicBezTo>
                    <a:pt x="69" y="1"/>
                    <a:pt x="0" y="70"/>
                    <a:pt x="0" y="156"/>
                  </a:cubicBezTo>
                  <a:cubicBezTo>
                    <a:pt x="0" y="241"/>
                    <a:pt x="69"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145"/>
            <p:cNvSpPr/>
            <p:nvPr/>
          </p:nvSpPr>
          <p:spPr>
            <a:xfrm>
              <a:off x="3315900" y="1775275"/>
              <a:ext cx="7750" cy="7750"/>
            </a:xfrm>
            <a:custGeom>
              <a:rect b="b" l="l" r="r" t="t"/>
              <a:pathLst>
                <a:path extrusionOk="0" h="310" w="310">
                  <a:moveTo>
                    <a:pt x="155" y="0"/>
                  </a:moveTo>
                  <a:cubicBezTo>
                    <a:pt x="69" y="0"/>
                    <a:pt x="0" y="70"/>
                    <a:pt x="0" y="155"/>
                  </a:cubicBezTo>
                  <a:cubicBezTo>
                    <a:pt x="0" y="241"/>
                    <a:pt x="69" y="310"/>
                    <a:pt x="155" y="310"/>
                  </a:cubicBezTo>
                  <a:cubicBezTo>
                    <a:pt x="241" y="310"/>
                    <a:pt x="310" y="241"/>
                    <a:pt x="310" y="155"/>
                  </a:cubicBezTo>
                  <a:cubicBezTo>
                    <a:pt x="310" y="70"/>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145"/>
            <p:cNvSpPr/>
            <p:nvPr/>
          </p:nvSpPr>
          <p:spPr>
            <a:xfrm>
              <a:off x="3304800" y="1570800"/>
              <a:ext cx="7775" cy="7775"/>
            </a:xfrm>
            <a:custGeom>
              <a:rect b="b" l="l" r="r" t="t"/>
              <a:pathLst>
                <a:path extrusionOk="0" h="311" w="311">
                  <a:moveTo>
                    <a:pt x="155" y="1"/>
                  </a:moveTo>
                  <a:cubicBezTo>
                    <a:pt x="70" y="1"/>
                    <a:pt x="1" y="70"/>
                    <a:pt x="1" y="156"/>
                  </a:cubicBezTo>
                  <a:cubicBezTo>
                    <a:pt x="1" y="241"/>
                    <a:pt x="70"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145"/>
            <p:cNvSpPr/>
            <p:nvPr/>
          </p:nvSpPr>
          <p:spPr>
            <a:xfrm>
              <a:off x="3304800" y="1616350"/>
              <a:ext cx="7775" cy="7750"/>
            </a:xfrm>
            <a:custGeom>
              <a:rect b="b" l="l" r="r" t="t"/>
              <a:pathLst>
                <a:path extrusionOk="0" h="310" w="311">
                  <a:moveTo>
                    <a:pt x="155" y="0"/>
                  </a:moveTo>
                  <a:cubicBezTo>
                    <a:pt x="70" y="0"/>
                    <a:pt x="1" y="69"/>
                    <a:pt x="1" y="155"/>
                  </a:cubicBezTo>
                  <a:cubicBezTo>
                    <a:pt x="1" y="241"/>
                    <a:pt x="70" y="310"/>
                    <a:pt x="155" y="310"/>
                  </a:cubicBezTo>
                  <a:cubicBezTo>
                    <a:pt x="241" y="310"/>
                    <a:pt x="310" y="241"/>
                    <a:pt x="310" y="155"/>
                  </a:cubicBezTo>
                  <a:cubicBezTo>
                    <a:pt x="310" y="69"/>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145"/>
            <p:cNvSpPr/>
            <p:nvPr/>
          </p:nvSpPr>
          <p:spPr>
            <a:xfrm>
              <a:off x="3304800" y="1661875"/>
              <a:ext cx="7775" cy="7775"/>
            </a:xfrm>
            <a:custGeom>
              <a:rect b="b" l="l" r="r" t="t"/>
              <a:pathLst>
                <a:path extrusionOk="0" h="311" w="311">
                  <a:moveTo>
                    <a:pt x="155" y="1"/>
                  </a:moveTo>
                  <a:cubicBezTo>
                    <a:pt x="70" y="1"/>
                    <a:pt x="1" y="70"/>
                    <a:pt x="1" y="156"/>
                  </a:cubicBezTo>
                  <a:cubicBezTo>
                    <a:pt x="1" y="241"/>
                    <a:pt x="70"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145"/>
            <p:cNvSpPr/>
            <p:nvPr/>
          </p:nvSpPr>
          <p:spPr>
            <a:xfrm>
              <a:off x="3304800" y="1707425"/>
              <a:ext cx="7775" cy="7750"/>
            </a:xfrm>
            <a:custGeom>
              <a:rect b="b" l="l" r="r" t="t"/>
              <a:pathLst>
                <a:path extrusionOk="0" h="310" w="311">
                  <a:moveTo>
                    <a:pt x="155" y="0"/>
                  </a:moveTo>
                  <a:cubicBezTo>
                    <a:pt x="70" y="0"/>
                    <a:pt x="1" y="69"/>
                    <a:pt x="1" y="155"/>
                  </a:cubicBezTo>
                  <a:cubicBezTo>
                    <a:pt x="1" y="241"/>
                    <a:pt x="70" y="310"/>
                    <a:pt x="155" y="310"/>
                  </a:cubicBezTo>
                  <a:cubicBezTo>
                    <a:pt x="241" y="310"/>
                    <a:pt x="310" y="241"/>
                    <a:pt x="310" y="155"/>
                  </a:cubicBezTo>
                  <a:cubicBezTo>
                    <a:pt x="310" y="69"/>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145"/>
            <p:cNvSpPr/>
            <p:nvPr/>
          </p:nvSpPr>
          <p:spPr>
            <a:xfrm>
              <a:off x="3304800" y="1752950"/>
              <a:ext cx="7775" cy="7775"/>
            </a:xfrm>
            <a:custGeom>
              <a:rect b="b" l="l" r="r" t="t"/>
              <a:pathLst>
                <a:path extrusionOk="0" h="311" w="311">
                  <a:moveTo>
                    <a:pt x="155" y="1"/>
                  </a:moveTo>
                  <a:cubicBezTo>
                    <a:pt x="70" y="1"/>
                    <a:pt x="1" y="70"/>
                    <a:pt x="1" y="155"/>
                  </a:cubicBezTo>
                  <a:cubicBezTo>
                    <a:pt x="1" y="241"/>
                    <a:pt x="70" y="310"/>
                    <a:pt x="155" y="310"/>
                  </a:cubicBezTo>
                  <a:cubicBezTo>
                    <a:pt x="241" y="310"/>
                    <a:pt x="310" y="241"/>
                    <a:pt x="310" y="155"/>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145"/>
            <p:cNvSpPr/>
            <p:nvPr/>
          </p:nvSpPr>
          <p:spPr>
            <a:xfrm>
              <a:off x="3293050" y="1593125"/>
              <a:ext cx="7775" cy="7775"/>
            </a:xfrm>
            <a:custGeom>
              <a:rect b="b" l="l" r="r" t="t"/>
              <a:pathLst>
                <a:path extrusionOk="0" h="311" w="311">
                  <a:moveTo>
                    <a:pt x="156" y="0"/>
                  </a:moveTo>
                  <a:cubicBezTo>
                    <a:pt x="70" y="0"/>
                    <a:pt x="1" y="70"/>
                    <a:pt x="1" y="155"/>
                  </a:cubicBezTo>
                  <a:cubicBezTo>
                    <a:pt x="1" y="241"/>
                    <a:pt x="70" y="310"/>
                    <a:pt x="156" y="310"/>
                  </a:cubicBezTo>
                  <a:cubicBezTo>
                    <a:pt x="241" y="310"/>
                    <a:pt x="311" y="241"/>
                    <a:pt x="311" y="155"/>
                  </a:cubicBezTo>
                  <a:cubicBezTo>
                    <a:pt x="311" y="70"/>
                    <a:pt x="241"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145"/>
            <p:cNvSpPr/>
            <p:nvPr/>
          </p:nvSpPr>
          <p:spPr>
            <a:xfrm>
              <a:off x="3293050" y="1638650"/>
              <a:ext cx="7775" cy="7775"/>
            </a:xfrm>
            <a:custGeom>
              <a:rect b="b" l="l" r="r" t="t"/>
              <a:pathLst>
                <a:path extrusionOk="0" h="311" w="311">
                  <a:moveTo>
                    <a:pt x="156" y="1"/>
                  </a:moveTo>
                  <a:cubicBezTo>
                    <a:pt x="70" y="1"/>
                    <a:pt x="1" y="70"/>
                    <a:pt x="1" y="156"/>
                  </a:cubicBezTo>
                  <a:cubicBezTo>
                    <a:pt x="1" y="241"/>
                    <a:pt x="70" y="311"/>
                    <a:pt x="156" y="311"/>
                  </a:cubicBezTo>
                  <a:cubicBezTo>
                    <a:pt x="241" y="311"/>
                    <a:pt x="311" y="241"/>
                    <a:pt x="311" y="156"/>
                  </a:cubicBezTo>
                  <a:cubicBezTo>
                    <a:pt x="311" y="70"/>
                    <a:pt x="241" y="1"/>
                    <a:pt x="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145"/>
            <p:cNvSpPr/>
            <p:nvPr/>
          </p:nvSpPr>
          <p:spPr>
            <a:xfrm>
              <a:off x="3293050" y="1684200"/>
              <a:ext cx="7775" cy="7775"/>
            </a:xfrm>
            <a:custGeom>
              <a:rect b="b" l="l" r="r" t="t"/>
              <a:pathLst>
                <a:path extrusionOk="0" h="311" w="311">
                  <a:moveTo>
                    <a:pt x="156" y="0"/>
                  </a:moveTo>
                  <a:cubicBezTo>
                    <a:pt x="70" y="0"/>
                    <a:pt x="1" y="70"/>
                    <a:pt x="1" y="155"/>
                  </a:cubicBezTo>
                  <a:cubicBezTo>
                    <a:pt x="1" y="241"/>
                    <a:pt x="70" y="310"/>
                    <a:pt x="156" y="310"/>
                  </a:cubicBezTo>
                  <a:cubicBezTo>
                    <a:pt x="241" y="310"/>
                    <a:pt x="311" y="241"/>
                    <a:pt x="311" y="155"/>
                  </a:cubicBezTo>
                  <a:cubicBezTo>
                    <a:pt x="311" y="70"/>
                    <a:pt x="241"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145"/>
            <p:cNvSpPr/>
            <p:nvPr/>
          </p:nvSpPr>
          <p:spPr>
            <a:xfrm>
              <a:off x="3281975" y="1570800"/>
              <a:ext cx="7750" cy="7775"/>
            </a:xfrm>
            <a:custGeom>
              <a:rect b="b" l="l" r="r" t="t"/>
              <a:pathLst>
                <a:path extrusionOk="0" h="311" w="310">
                  <a:moveTo>
                    <a:pt x="155" y="1"/>
                  </a:moveTo>
                  <a:cubicBezTo>
                    <a:pt x="69" y="1"/>
                    <a:pt x="0" y="70"/>
                    <a:pt x="0" y="156"/>
                  </a:cubicBezTo>
                  <a:cubicBezTo>
                    <a:pt x="0" y="241"/>
                    <a:pt x="69"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145"/>
            <p:cNvSpPr/>
            <p:nvPr/>
          </p:nvSpPr>
          <p:spPr>
            <a:xfrm>
              <a:off x="3281975" y="1616350"/>
              <a:ext cx="7750" cy="7750"/>
            </a:xfrm>
            <a:custGeom>
              <a:rect b="b" l="l" r="r" t="t"/>
              <a:pathLst>
                <a:path extrusionOk="0" h="310" w="310">
                  <a:moveTo>
                    <a:pt x="155" y="0"/>
                  </a:moveTo>
                  <a:cubicBezTo>
                    <a:pt x="69" y="0"/>
                    <a:pt x="0" y="69"/>
                    <a:pt x="0" y="155"/>
                  </a:cubicBezTo>
                  <a:cubicBezTo>
                    <a:pt x="0" y="241"/>
                    <a:pt x="69" y="310"/>
                    <a:pt x="155" y="310"/>
                  </a:cubicBezTo>
                  <a:cubicBezTo>
                    <a:pt x="241" y="310"/>
                    <a:pt x="310" y="241"/>
                    <a:pt x="310" y="155"/>
                  </a:cubicBezTo>
                  <a:cubicBezTo>
                    <a:pt x="310" y="69"/>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145"/>
            <p:cNvSpPr/>
            <p:nvPr/>
          </p:nvSpPr>
          <p:spPr>
            <a:xfrm>
              <a:off x="3281975" y="1661875"/>
              <a:ext cx="7750" cy="7775"/>
            </a:xfrm>
            <a:custGeom>
              <a:rect b="b" l="l" r="r" t="t"/>
              <a:pathLst>
                <a:path extrusionOk="0" h="311" w="310">
                  <a:moveTo>
                    <a:pt x="155" y="1"/>
                  </a:moveTo>
                  <a:cubicBezTo>
                    <a:pt x="69" y="1"/>
                    <a:pt x="0" y="70"/>
                    <a:pt x="0" y="156"/>
                  </a:cubicBezTo>
                  <a:cubicBezTo>
                    <a:pt x="0" y="241"/>
                    <a:pt x="69"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145"/>
            <p:cNvSpPr/>
            <p:nvPr/>
          </p:nvSpPr>
          <p:spPr>
            <a:xfrm>
              <a:off x="3281975" y="1707425"/>
              <a:ext cx="7750" cy="7750"/>
            </a:xfrm>
            <a:custGeom>
              <a:rect b="b" l="l" r="r" t="t"/>
              <a:pathLst>
                <a:path extrusionOk="0" h="310" w="310">
                  <a:moveTo>
                    <a:pt x="155" y="0"/>
                  </a:moveTo>
                  <a:cubicBezTo>
                    <a:pt x="69" y="0"/>
                    <a:pt x="0" y="69"/>
                    <a:pt x="0" y="155"/>
                  </a:cubicBezTo>
                  <a:cubicBezTo>
                    <a:pt x="0" y="241"/>
                    <a:pt x="69" y="310"/>
                    <a:pt x="155" y="310"/>
                  </a:cubicBezTo>
                  <a:cubicBezTo>
                    <a:pt x="241" y="310"/>
                    <a:pt x="310" y="241"/>
                    <a:pt x="310" y="155"/>
                  </a:cubicBezTo>
                  <a:cubicBezTo>
                    <a:pt x="310" y="69"/>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145"/>
            <p:cNvSpPr/>
            <p:nvPr/>
          </p:nvSpPr>
          <p:spPr>
            <a:xfrm>
              <a:off x="3270225" y="1593125"/>
              <a:ext cx="7775" cy="7775"/>
            </a:xfrm>
            <a:custGeom>
              <a:rect b="b" l="l" r="r" t="t"/>
              <a:pathLst>
                <a:path extrusionOk="0" h="311" w="311">
                  <a:moveTo>
                    <a:pt x="155" y="0"/>
                  </a:moveTo>
                  <a:cubicBezTo>
                    <a:pt x="70" y="0"/>
                    <a:pt x="1" y="70"/>
                    <a:pt x="1" y="155"/>
                  </a:cubicBezTo>
                  <a:cubicBezTo>
                    <a:pt x="1" y="241"/>
                    <a:pt x="70" y="310"/>
                    <a:pt x="155" y="310"/>
                  </a:cubicBezTo>
                  <a:cubicBezTo>
                    <a:pt x="241" y="310"/>
                    <a:pt x="310" y="241"/>
                    <a:pt x="310" y="155"/>
                  </a:cubicBezTo>
                  <a:cubicBezTo>
                    <a:pt x="310" y="70"/>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145"/>
            <p:cNvSpPr/>
            <p:nvPr/>
          </p:nvSpPr>
          <p:spPr>
            <a:xfrm>
              <a:off x="3270225" y="1638650"/>
              <a:ext cx="7775" cy="7775"/>
            </a:xfrm>
            <a:custGeom>
              <a:rect b="b" l="l" r="r" t="t"/>
              <a:pathLst>
                <a:path extrusionOk="0" h="311" w="311">
                  <a:moveTo>
                    <a:pt x="155" y="1"/>
                  </a:moveTo>
                  <a:cubicBezTo>
                    <a:pt x="70" y="1"/>
                    <a:pt x="1" y="70"/>
                    <a:pt x="1" y="156"/>
                  </a:cubicBezTo>
                  <a:cubicBezTo>
                    <a:pt x="1" y="241"/>
                    <a:pt x="70" y="311"/>
                    <a:pt x="155" y="311"/>
                  </a:cubicBezTo>
                  <a:cubicBezTo>
                    <a:pt x="241" y="311"/>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145"/>
            <p:cNvSpPr/>
            <p:nvPr/>
          </p:nvSpPr>
          <p:spPr>
            <a:xfrm>
              <a:off x="3270225" y="1684200"/>
              <a:ext cx="7775" cy="7775"/>
            </a:xfrm>
            <a:custGeom>
              <a:rect b="b" l="l" r="r" t="t"/>
              <a:pathLst>
                <a:path extrusionOk="0" h="311" w="311">
                  <a:moveTo>
                    <a:pt x="155" y="0"/>
                  </a:moveTo>
                  <a:cubicBezTo>
                    <a:pt x="70" y="0"/>
                    <a:pt x="1" y="70"/>
                    <a:pt x="1" y="155"/>
                  </a:cubicBezTo>
                  <a:cubicBezTo>
                    <a:pt x="1" y="241"/>
                    <a:pt x="70" y="310"/>
                    <a:pt x="155" y="310"/>
                  </a:cubicBezTo>
                  <a:cubicBezTo>
                    <a:pt x="241" y="310"/>
                    <a:pt x="310" y="241"/>
                    <a:pt x="310" y="155"/>
                  </a:cubicBezTo>
                  <a:cubicBezTo>
                    <a:pt x="310" y="70"/>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145"/>
            <p:cNvSpPr/>
            <p:nvPr/>
          </p:nvSpPr>
          <p:spPr>
            <a:xfrm>
              <a:off x="3259125" y="1570800"/>
              <a:ext cx="7775" cy="7775"/>
            </a:xfrm>
            <a:custGeom>
              <a:rect b="b" l="l" r="r" t="t"/>
              <a:pathLst>
                <a:path extrusionOk="0" h="311" w="311">
                  <a:moveTo>
                    <a:pt x="156" y="1"/>
                  </a:moveTo>
                  <a:cubicBezTo>
                    <a:pt x="70" y="1"/>
                    <a:pt x="1" y="70"/>
                    <a:pt x="1" y="156"/>
                  </a:cubicBezTo>
                  <a:cubicBezTo>
                    <a:pt x="1" y="241"/>
                    <a:pt x="70" y="310"/>
                    <a:pt x="156" y="310"/>
                  </a:cubicBezTo>
                  <a:cubicBezTo>
                    <a:pt x="241" y="310"/>
                    <a:pt x="311" y="241"/>
                    <a:pt x="311" y="156"/>
                  </a:cubicBezTo>
                  <a:cubicBezTo>
                    <a:pt x="311" y="70"/>
                    <a:pt x="241" y="1"/>
                    <a:pt x="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145"/>
            <p:cNvSpPr/>
            <p:nvPr/>
          </p:nvSpPr>
          <p:spPr>
            <a:xfrm>
              <a:off x="3259125" y="1616350"/>
              <a:ext cx="7775" cy="7750"/>
            </a:xfrm>
            <a:custGeom>
              <a:rect b="b" l="l" r="r" t="t"/>
              <a:pathLst>
                <a:path extrusionOk="0" h="310" w="311">
                  <a:moveTo>
                    <a:pt x="156" y="0"/>
                  </a:moveTo>
                  <a:cubicBezTo>
                    <a:pt x="70" y="0"/>
                    <a:pt x="1" y="69"/>
                    <a:pt x="1" y="155"/>
                  </a:cubicBezTo>
                  <a:cubicBezTo>
                    <a:pt x="1" y="241"/>
                    <a:pt x="70" y="310"/>
                    <a:pt x="156" y="310"/>
                  </a:cubicBezTo>
                  <a:cubicBezTo>
                    <a:pt x="241" y="310"/>
                    <a:pt x="311" y="241"/>
                    <a:pt x="311" y="155"/>
                  </a:cubicBezTo>
                  <a:cubicBezTo>
                    <a:pt x="311" y="69"/>
                    <a:pt x="241"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145"/>
            <p:cNvSpPr/>
            <p:nvPr/>
          </p:nvSpPr>
          <p:spPr>
            <a:xfrm>
              <a:off x="3259125" y="1661875"/>
              <a:ext cx="7775" cy="7775"/>
            </a:xfrm>
            <a:custGeom>
              <a:rect b="b" l="l" r="r" t="t"/>
              <a:pathLst>
                <a:path extrusionOk="0" h="311" w="311">
                  <a:moveTo>
                    <a:pt x="156" y="1"/>
                  </a:moveTo>
                  <a:cubicBezTo>
                    <a:pt x="70" y="1"/>
                    <a:pt x="1" y="70"/>
                    <a:pt x="1" y="156"/>
                  </a:cubicBezTo>
                  <a:cubicBezTo>
                    <a:pt x="1" y="241"/>
                    <a:pt x="70" y="310"/>
                    <a:pt x="156" y="310"/>
                  </a:cubicBezTo>
                  <a:cubicBezTo>
                    <a:pt x="241" y="310"/>
                    <a:pt x="311" y="241"/>
                    <a:pt x="311" y="156"/>
                  </a:cubicBezTo>
                  <a:cubicBezTo>
                    <a:pt x="311" y="70"/>
                    <a:pt x="241" y="1"/>
                    <a:pt x="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145"/>
            <p:cNvSpPr/>
            <p:nvPr/>
          </p:nvSpPr>
          <p:spPr>
            <a:xfrm>
              <a:off x="3259125" y="1707425"/>
              <a:ext cx="7775" cy="7750"/>
            </a:xfrm>
            <a:custGeom>
              <a:rect b="b" l="l" r="r" t="t"/>
              <a:pathLst>
                <a:path extrusionOk="0" h="310" w="311">
                  <a:moveTo>
                    <a:pt x="156" y="0"/>
                  </a:moveTo>
                  <a:cubicBezTo>
                    <a:pt x="70" y="0"/>
                    <a:pt x="1" y="69"/>
                    <a:pt x="1" y="155"/>
                  </a:cubicBezTo>
                  <a:cubicBezTo>
                    <a:pt x="1" y="241"/>
                    <a:pt x="70" y="310"/>
                    <a:pt x="156" y="310"/>
                  </a:cubicBezTo>
                  <a:cubicBezTo>
                    <a:pt x="241" y="310"/>
                    <a:pt x="311" y="241"/>
                    <a:pt x="311" y="155"/>
                  </a:cubicBezTo>
                  <a:cubicBezTo>
                    <a:pt x="311" y="69"/>
                    <a:pt x="241"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145"/>
            <p:cNvSpPr/>
            <p:nvPr/>
          </p:nvSpPr>
          <p:spPr>
            <a:xfrm>
              <a:off x="3247400" y="1593125"/>
              <a:ext cx="7750" cy="7775"/>
            </a:xfrm>
            <a:custGeom>
              <a:rect b="b" l="l" r="r" t="t"/>
              <a:pathLst>
                <a:path extrusionOk="0" h="311" w="310">
                  <a:moveTo>
                    <a:pt x="155" y="0"/>
                  </a:moveTo>
                  <a:cubicBezTo>
                    <a:pt x="70" y="0"/>
                    <a:pt x="0" y="70"/>
                    <a:pt x="0" y="155"/>
                  </a:cubicBezTo>
                  <a:cubicBezTo>
                    <a:pt x="0" y="241"/>
                    <a:pt x="70" y="310"/>
                    <a:pt x="155" y="310"/>
                  </a:cubicBezTo>
                  <a:cubicBezTo>
                    <a:pt x="241" y="310"/>
                    <a:pt x="310" y="241"/>
                    <a:pt x="310" y="155"/>
                  </a:cubicBezTo>
                  <a:cubicBezTo>
                    <a:pt x="310" y="70"/>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145"/>
            <p:cNvSpPr/>
            <p:nvPr/>
          </p:nvSpPr>
          <p:spPr>
            <a:xfrm>
              <a:off x="3247400" y="1638650"/>
              <a:ext cx="7750" cy="7775"/>
            </a:xfrm>
            <a:custGeom>
              <a:rect b="b" l="l" r="r" t="t"/>
              <a:pathLst>
                <a:path extrusionOk="0" h="311" w="310">
                  <a:moveTo>
                    <a:pt x="155" y="1"/>
                  </a:moveTo>
                  <a:cubicBezTo>
                    <a:pt x="70" y="1"/>
                    <a:pt x="0" y="70"/>
                    <a:pt x="0" y="156"/>
                  </a:cubicBezTo>
                  <a:cubicBezTo>
                    <a:pt x="0" y="241"/>
                    <a:pt x="70" y="311"/>
                    <a:pt x="155" y="311"/>
                  </a:cubicBezTo>
                  <a:cubicBezTo>
                    <a:pt x="241" y="311"/>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145"/>
            <p:cNvSpPr/>
            <p:nvPr/>
          </p:nvSpPr>
          <p:spPr>
            <a:xfrm>
              <a:off x="3247400" y="1684200"/>
              <a:ext cx="7750" cy="7775"/>
            </a:xfrm>
            <a:custGeom>
              <a:rect b="b" l="l" r="r" t="t"/>
              <a:pathLst>
                <a:path extrusionOk="0" h="311" w="310">
                  <a:moveTo>
                    <a:pt x="155" y="0"/>
                  </a:moveTo>
                  <a:cubicBezTo>
                    <a:pt x="70" y="0"/>
                    <a:pt x="0" y="70"/>
                    <a:pt x="0" y="155"/>
                  </a:cubicBezTo>
                  <a:cubicBezTo>
                    <a:pt x="0" y="241"/>
                    <a:pt x="70" y="310"/>
                    <a:pt x="155" y="310"/>
                  </a:cubicBezTo>
                  <a:cubicBezTo>
                    <a:pt x="241" y="310"/>
                    <a:pt x="310" y="241"/>
                    <a:pt x="310" y="155"/>
                  </a:cubicBezTo>
                  <a:cubicBezTo>
                    <a:pt x="310" y="70"/>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145"/>
            <p:cNvSpPr/>
            <p:nvPr/>
          </p:nvSpPr>
          <p:spPr>
            <a:xfrm>
              <a:off x="3236275" y="1570800"/>
              <a:ext cx="7775" cy="7775"/>
            </a:xfrm>
            <a:custGeom>
              <a:rect b="b" l="l" r="r" t="t"/>
              <a:pathLst>
                <a:path extrusionOk="0" h="311" w="311">
                  <a:moveTo>
                    <a:pt x="155" y="1"/>
                  </a:moveTo>
                  <a:cubicBezTo>
                    <a:pt x="70" y="1"/>
                    <a:pt x="1" y="70"/>
                    <a:pt x="1" y="156"/>
                  </a:cubicBezTo>
                  <a:cubicBezTo>
                    <a:pt x="1" y="241"/>
                    <a:pt x="70"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145"/>
            <p:cNvSpPr/>
            <p:nvPr/>
          </p:nvSpPr>
          <p:spPr>
            <a:xfrm>
              <a:off x="3236275" y="1616350"/>
              <a:ext cx="7775" cy="7750"/>
            </a:xfrm>
            <a:custGeom>
              <a:rect b="b" l="l" r="r" t="t"/>
              <a:pathLst>
                <a:path extrusionOk="0" h="310" w="311">
                  <a:moveTo>
                    <a:pt x="155" y="0"/>
                  </a:moveTo>
                  <a:cubicBezTo>
                    <a:pt x="70" y="0"/>
                    <a:pt x="1" y="69"/>
                    <a:pt x="1" y="155"/>
                  </a:cubicBezTo>
                  <a:cubicBezTo>
                    <a:pt x="1" y="241"/>
                    <a:pt x="70" y="310"/>
                    <a:pt x="155" y="310"/>
                  </a:cubicBezTo>
                  <a:cubicBezTo>
                    <a:pt x="241" y="310"/>
                    <a:pt x="310" y="241"/>
                    <a:pt x="310" y="155"/>
                  </a:cubicBezTo>
                  <a:cubicBezTo>
                    <a:pt x="310" y="69"/>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145"/>
            <p:cNvSpPr/>
            <p:nvPr/>
          </p:nvSpPr>
          <p:spPr>
            <a:xfrm>
              <a:off x="3236275" y="1661875"/>
              <a:ext cx="7775" cy="7775"/>
            </a:xfrm>
            <a:custGeom>
              <a:rect b="b" l="l" r="r" t="t"/>
              <a:pathLst>
                <a:path extrusionOk="0" h="311" w="311">
                  <a:moveTo>
                    <a:pt x="155" y="1"/>
                  </a:moveTo>
                  <a:cubicBezTo>
                    <a:pt x="70" y="1"/>
                    <a:pt x="1" y="70"/>
                    <a:pt x="1" y="156"/>
                  </a:cubicBezTo>
                  <a:cubicBezTo>
                    <a:pt x="1" y="241"/>
                    <a:pt x="70"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145"/>
            <p:cNvSpPr/>
            <p:nvPr/>
          </p:nvSpPr>
          <p:spPr>
            <a:xfrm>
              <a:off x="3236275" y="1707425"/>
              <a:ext cx="7775" cy="7750"/>
            </a:xfrm>
            <a:custGeom>
              <a:rect b="b" l="l" r="r" t="t"/>
              <a:pathLst>
                <a:path extrusionOk="0" h="310" w="311">
                  <a:moveTo>
                    <a:pt x="155" y="0"/>
                  </a:moveTo>
                  <a:cubicBezTo>
                    <a:pt x="70" y="0"/>
                    <a:pt x="1" y="69"/>
                    <a:pt x="1" y="155"/>
                  </a:cubicBezTo>
                  <a:cubicBezTo>
                    <a:pt x="1" y="241"/>
                    <a:pt x="70" y="310"/>
                    <a:pt x="155" y="310"/>
                  </a:cubicBezTo>
                  <a:cubicBezTo>
                    <a:pt x="241" y="310"/>
                    <a:pt x="310" y="241"/>
                    <a:pt x="310" y="155"/>
                  </a:cubicBezTo>
                  <a:cubicBezTo>
                    <a:pt x="310" y="69"/>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145"/>
            <p:cNvSpPr/>
            <p:nvPr/>
          </p:nvSpPr>
          <p:spPr>
            <a:xfrm>
              <a:off x="3224550" y="1593125"/>
              <a:ext cx="7750" cy="7775"/>
            </a:xfrm>
            <a:custGeom>
              <a:rect b="b" l="l" r="r" t="t"/>
              <a:pathLst>
                <a:path extrusionOk="0" h="311" w="310">
                  <a:moveTo>
                    <a:pt x="155" y="0"/>
                  </a:moveTo>
                  <a:cubicBezTo>
                    <a:pt x="69" y="0"/>
                    <a:pt x="0" y="70"/>
                    <a:pt x="0" y="155"/>
                  </a:cubicBezTo>
                  <a:cubicBezTo>
                    <a:pt x="0" y="241"/>
                    <a:pt x="69" y="310"/>
                    <a:pt x="155" y="310"/>
                  </a:cubicBezTo>
                  <a:cubicBezTo>
                    <a:pt x="240" y="310"/>
                    <a:pt x="310" y="241"/>
                    <a:pt x="310" y="155"/>
                  </a:cubicBezTo>
                  <a:cubicBezTo>
                    <a:pt x="310" y="70"/>
                    <a:pt x="240"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145"/>
            <p:cNvSpPr/>
            <p:nvPr/>
          </p:nvSpPr>
          <p:spPr>
            <a:xfrm>
              <a:off x="3224550" y="1638650"/>
              <a:ext cx="7750" cy="7775"/>
            </a:xfrm>
            <a:custGeom>
              <a:rect b="b" l="l" r="r" t="t"/>
              <a:pathLst>
                <a:path extrusionOk="0" h="311" w="310">
                  <a:moveTo>
                    <a:pt x="155" y="1"/>
                  </a:moveTo>
                  <a:cubicBezTo>
                    <a:pt x="69" y="1"/>
                    <a:pt x="0" y="70"/>
                    <a:pt x="0" y="156"/>
                  </a:cubicBezTo>
                  <a:cubicBezTo>
                    <a:pt x="0" y="241"/>
                    <a:pt x="69" y="311"/>
                    <a:pt x="155" y="311"/>
                  </a:cubicBezTo>
                  <a:cubicBezTo>
                    <a:pt x="240" y="311"/>
                    <a:pt x="310" y="241"/>
                    <a:pt x="310" y="156"/>
                  </a:cubicBezTo>
                  <a:cubicBezTo>
                    <a:pt x="310" y="70"/>
                    <a:pt x="240"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145"/>
            <p:cNvSpPr/>
            <p:nvPr/>
          </p:nvSpPr>
          <p:spPr>
            <a:xfrm>
              <a:off x="3224550" y="1684200"/>
              <a:ext cx="7750" cy="7775"/>
            </a:xfrm>
            <a:custGeom>
              <a:rect b="b" l="l" r="r" t="t"/>
              <a:pathLst>
                <a:path extrusionOk="0" h="311" w="310">
                  <a:moveTo>
                    <a:pt x="155" y="0"/>
                  </a:moveTo>
                  <a:cubicBezTo>
                    <a:pt x="69" y="0"/>
                    <a:pt x="0" y="70"/>
                    <a:pt x="0" y="155"/>
                  </a:cubicBezTo>
                  <a:cubicBezTo>
                    <a:pt x="0" y="241"/>
                    <a:pt x="69" y="310"/>
                    <a:pt x="155" y="310"/>
                  </a:cubicBezTo>
                  <a:cubicBezTo>
                    <a:pt x="240" y="310"/>
                    <a:pt x="310" y="241"/>
                    <a:pt x="310" y="155"/>
                  </a:cubicBezTo>
                  <a:cubicBezTo>
                    <a:pt x="310" y="70"/>
                    <a:pt x="240"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145"/>
            <p:cNvSpPr/>
            <p:nvPr/>
          </p:nvSpPr>
          <p:spPr>
            <a:xfrm>
              <a:off x="3213450" y="1570800"/>
              <a:ext cx="7750" cy="7775"/>
            </a:xfrm>
            <a:custGeom>
              <a:rect b="b" l="l" r="r" t="t"/>
              <a:pathLst>
                <a:path extrusionOk="0" h="311" w="310">
                  <a:moveTo>
                    <a:pt x="155" y="1"/>
                  </a:moveTo>
                  <a:cubicBezTo>
                    <a:pt x="69" y="1"/>
                    <a:pt x="0" y="70"/>
                    <a:pt x="0" y="156"/>
                  </a:cubicBezTo>
                  <a:cubicBezTo>
                    <a:pt x="0" y="241"/>
                    <a:pt x="69"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145"/>
            <p:cNvSpPr/>
            <p:nvPr/>
          </p:nvSpPr>
          <p:spPr>
            <a:xfrm>
              <a:off x="3213450" y="1616350"/>
              <a:ext cx="7750" cy="7750"/>
            </a:xfrm>
            <a:custGeom>
              <a:rect b="b" l="l" r="r" t="t"/>
              <a:pathLst>
                <a:path extrusionOk="0" h="310" w="310">
                  <a:moveTo>
                    <a:pt x="155" y="0"/>
                  </a:moveTo>
                  <a:cubicBezTo>
                    <a:pt x="69" y="0"/>
                    <a:pt x="0" y="69"/>
                    <a:pt x="0" y="155"/>
                  </a:cubicBezTo>
                  <a:cubicBezTo>
                    <a:pt x="0" y="241"/>
                    <a:pt x="69" y="310"/>
                    <a:pt x="155" y="310"/>
                  </a:cubicBezTo>
                  <a:cubicBezTo>
                    <a:pt x="241" y="310"/>
                    <a:pt x="310" y="241"/>
                    <a:pt x="310" y="155"/>
                  </a:cubicBezTo>
                  <a:cubicBezTo>
                    <a:pt x="310" y="69"/>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145"/>
            <p:cNvSpPr/>
            <p:nvPr/>
          </p:nvSpPr>
          <p:spPr>
            <a:xfrm>
              <a:off x="3213450" y="1661875"/>
              <a:ext cx="7750" cy="7775"/>
            </a:xfrm>
            <a:custGeom>
              <a:rect b="b" l="l" r="r" t="t"/>
              <a:pathLst>
                <a:path extrusionOk="0" h="311" w="310">
                  <a:moveTo>
                    <a:pt x="155" y="1"/>
                  </a:moveTo>
                  <a:cubicBezTo>
                    <a:pt x="69" y="1"/>
                    <a:pt x="0" y="70"/>
                    <a:pt x="0" y="156"/>
                  </a:cubicBezTo>
                  <a:cubicBezTo>
                    <a:pt x="0" y="241"/>
                    <a:pt x="69" y="310"/>
                    <a:pt x="155" y="310"/>
                  </a:cubicBezTo>
                  <a:cubicBezTo>
                    <a:pt x="241" y="310"/>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145"/>
            <p:cNvSpPr/>
            <p:nvPr/>
          </p:nvSpPr>
          <p:spPr>
            <a:xfrm>
              <a:off x="3201700" y="1593125"/>
              <a:ext cx="7775" cy="7775"/>
            </a:xfrm>
            <a:custGeom>
              <a:rect b="b" l="l" r="r" t="t"/>
              <a:pathLst>
                <a:path extrusionOk="0" h="311" w="311">
                  <a:moveTo>
                    <a:pt x="155" y="0"/>
                  </a:moveTo>
                  <a:cubicBezTo>
                    <a:pt x="70" y="0"/>
                    <a:pt x="1" y="70"/>
                    <a:pt x="1" y="155"/>
                  </a:cubicBezTo>
                  <a:cubicBezTo>
                    <a:pt x="1" y="241"/>
                    <a:pt x="70" y="310"/>
                    <a:pt x="155" y="310"/>
                  </a:cubicBezTo>
                  <a:cubicBezTo>
                    <a:pt x="241" y="310"/>
                    <a:pt x="310" y="241"/>
                    <a:pt x="310" y="155"/>
                  </a:cubicBezTo>
                  <a:cubicBezTo>
                    <a:pt x="310" y="70"/>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145"/>
            <p:cNvSpPr/>
            <p:nvPr/>
          </p:nvSpPr>
          <p:spPr>
            <a:xfrm>
              <a:off x="3201700" y="1638650"/>
              <a:ext cx="7775" cy="7775"/>
            </a:xfrm>
            <a:custGeom>
              <a:rect b="b" l="l" r="r" t="t"/>
              <a:pathLst>
                <a:path extrusionOk="0" h="311" w="311">
                  <a:moveTo>
                    <a:pt x="155" y="1"/>
                  </a:moveTo>
                  <a:cubicBezTo>
                    <a:pt x="70" y="1"/>
                    <a:pt x="1" y="70"/>
                    <a:pt x="1" y="156"/>
                  </a:cubicBezTo>
                  <a:cubicBezTo>
                    <a:pt x="1" y="241"/>
                    <a:pt x="70" y="311"/>
                    <a:pt x="155" y="311"/>
                  </a:cubicBezTo>
                  <a:cubicBezTo>
                    <a:pt x="241" y="311"/>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145"/>
            <p:cNvSpPr/>
            <p:nvPr/>
          </p:nvSpPr>
          <p:spPr>
            <a:xfrm>
              <a:off x="3201700" y="1684200"/>
              <a:ext cx="7775" cy="7775"/>
            </a:xfrm>
            <a:custGeom>
              <a:rect b="b" l="l" r="r" t="t"/>
              <a:pathLst>
                <a:path extrusionOk="0" h="311" w="311">
                  <a:moveTo>
                    <a:pt x="155" y="0"/>
                  </a:moveTo>
                  <a:cubicBezTo>
                    <a:pt x="70" y="0"/>
                    <a:pt x="1" y="70"/>
                    <a:pt x="1" y="155"/>
                  </a:cubicBezTo>
                  <a:cubicBezTo>
                    <a:pt x="1" y="241"/>
                    <a:pt x="70" y="310"/>
                    <a:pt x="155" y="310"/>
                  </a:cubicBezTo>
                  <a:cubicBezTo>
                    <a:pt x="241" y="310"/>
                    <a:pt x="310" y="241"/>
                    <a:pt x="310" y="155"/>
                  </a:cubicBezTo>
                  <a:cubicBezTo>
                    <a:pt x="310" y="70"/>
                    <a:pt x="241"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145"/>
            <p:cNvSpPr/>
            <p:nvPr/>
          </p:nvSpPr>
          <p:spPr>
            <a:xfrm>
              <a:off x="3190600" y="1616350"/>
              <a:ext cx="7775" cy="7750"/>
            </a:xfrm>
            <a:custGeom>
              <a:rect b="b" l="l" r="r" t="t"/>
              <a:pathLst>
                <a:path extrusionOk="0" h="310" w="311">
                  <a:moveTo>
                    <a:pt x="156" y="0"/>
                  </a:moveTo>
                  <a:cubicBezTo>
                    <a:pt x="70" y="0"/>
                    <a:pt x="1" y="69"/>
                    <a:pt x="1" y="155"/>
                  </a:cubicBezTo>
                  <a:cubicBezTo>
                    <a:pt x="1" y="241"/>
                    <a:pt x="70" y="310"/>
                    <a:pt x="156" y="310"/>
                  </a:cubicBezTo>
                  <a:cubicBezTo>
                    <a:pt x="241" y="310"/>
                    <a:pt x="311" y="241"/>
                    <a:pt x="311" y="155"/>
                  </a:cubicBezTo>
                  <a:cubicBezTo>
                    <a:pt x="311" y="69"/>
                    <a:pt x="241"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145"/>
            <p:cNvSpPr/>
            <p:nvPr/>
          </p:nvSpPr>
          <p:spPr>
            <a:xfrm>
              <a:off x="3190600" y="1661875"/>
              <a:ext cx="7775" cy="7775"/>
            </a:xfrm>
            <a:custGeom>
              <a:rect b="b" l="l" r="r" t="t"/>
              <a:pathLst>
                <a:path extrusionOk="0" h="311" w="311">
                  <a:moveTo>
                    <a:pt x="156" y="1"/>
                  </a:moveTo>
                  <a:cubicBezTo>
                    <a:pt x="70" y="1"/>
                    <a:pt x="1" y="70"/>
                    <a:pt x="1" y="156"/>
                  </a:cubicBezTo>
                  <a:cubicBezTo>
                    <a:pt x="1" y="241"/>
                    <a:pt x="70" y="310"/>
                    <a:pt x="156" y="310"/>
                  </a:cubicBezTo>
                  <a:cubicBezTo>
                    <a:pt x="241" y="310"/>
                    <a:pt x="311" y="241"/>
                    <a:pt x="311" y="156"/>
                  </a:cubicBezTo>
                  <a:cubicBezTo>
                    <a:pt x="311" y="70"/>
                    <a:pt x="241" y="1"/>
                    <a:pt x="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145"/>
            <p:cNvSpPr/>
            <p:nvPr/>
          </p:nvSpPr>
          <p:spPr>
            <a:xfrm>
              <a:off x="3178875" y="1638650"/>
              <a:ext cx="7750" cy="7775"/>
            </a:xfrm>
            <a:custGeom>
              <a:rect b="b" l="l" r="r" t="t"/>
              <a:pathLst>
                <a:path extrusionOk="0" h="311" w="310">
                  <a:moveTo>
                    <a:pt x="155" y="1"/>
                  </a:moveTo>
                  <a:cubicBezTo>
                    <a:pt x="70" y="1"/>
                    <a:pt x="0" y="70"/>
                    <a:pt x="0" y="156"/>
                  </a:cubicBezTo>
                  <a:cubicBezTo>
                    <a:pt x="0" y="241"/>
                    <a:pt x="70" y="311"/>
                    <a:pt x="155" y="311"/>
                  </a:cubicBezTo>
                  <a:cubicBezTo>
                    <a:pt x="241" y="311"/>
                    <a:pt x="310" y="241"/>
                    <a:pt x="310" y="156"/>
                  </a:cubicBezTo>
                  <a:cubicBezTo>
                    <a:pt x="310" y="70"/>
                    <a:pt x="24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145"/>
            <p:cNvSpPr/>
            <p:nvPr/>
          </p:nvSpPr>
          <p:spPr>
            <a:xfrm>
              <a:off x="3140675" y="1517825"/>
              <a:ext cx="363725" cy="363700"/>
            </a:xfrm>
            <a:custGeom>
              <a:rect b="b" l="l" r="r" t="t"/>
              <a:pathLst>
                <a:path extrusionOk="0" h="14548" w="14549">
                  <a:moveTo>
                    <a:pt x="12659" y="1728"/>
                  </a:moveTo>
                  <a:lnTo>
                    <a:pt x="12659" y="9603"/>
                  </a:lnTo>
                  <a:lnTo>
                    <a:pt x="12653" y="9689"/>
                  </a:lnTo>
                  <a:cubicBezTo>
                    <a:pt x="12580" y="11355"/>
                    <a:pt x="11213" y="12662"/>
                    <a:pt x="9543" y="12662"/>
                  </a:cubicBezTo>
                  <a:cubicBezTo>
                    <a:pt x="7867" y="12662"/>
                    <a:pt x="6503" y="11355"/>
                    <a:pt x="6429" y="9683"/>
                  </a:cubicBezTo>
                  <a:lnTo>
                    <a:pt x="6355" y="8032"/>
                  </a:lnTo>
                  <a:lnTo>
                    <a:pt x="4702" y="7959"/>
                  </a:lnTo>
                  <a:cubicBezTo>
                    <a:pt x="3032" y="7885"/>
                    <a:pt x="1727" y="6516"/>
                    <a:pt x="1727" y="4844"/>
                  </a:cubicBezTo>
                  <a:cubicBezTo>
                    <a:pt x="1727" y="3176"/>
                    <a:pt x="3034" y="1808"/>
                    <a:pt x="4699" y="1731"/>
                  </a:cubicBezTo>
                  <a:lnTo>
                    <a:pt x="4779" y="1728"/>
                  </a:lnTo>
                  <a:close/>
                  <a:moveTo>
                    <a:pt x="4696" y="0"/>
                  </a:moveTo>
                  <a:lnTo>
                    <a:pt x="4696" y="7"/>
                  </a:lnTo>
                  <a:cubicBezTo>
                    <a:pt x="3388" y="65"/>
                    <a:pt x="2215" y="634"/>
                    <a:pt x="1367" y="1519"/>
                  </a:cubicBezTo>
                  <a:cubicBezTo>
                    <a:pt x="518" y="2402"/>
                    <a:pt x="0" y="3602"/>
                    <a:pt x="0" y="4924"/>
                  </a:cubicBezTo>
                  <a:cubicBezTo>
                    <a:pt x="0" y="7571"/>
                    <a:pt x="2087" y="9728"/>
                    <a:pt x="4703" y="9841"/>
                  </a:cubicBezTo>
                  <a:cubicBezTo>
                    <a:pt x="4761" y="11151"/>
                    <a:pt x="5330" y="12328"/>
                    <a:pt x="6215" y="13177"/>
                  </a:cubicBezTo>
                  <a:cubicBezTo>
                    <a:pt x="7097" y="14025"/>
                    <a:pt x="8298" y="14547"/>
                    <a:pt x="9620" y="14547"/>
                  </a:cubicBezTo>
                  <a:cubicBezTo>
                    <a:pt x="12267" y="14547"/>
                    <a:pt x="14422" y="12465"/>
                    <a:pt x="14542" y="9848"/>
                  </a:cubicBezTo>
                  <a:lnTo>
                    <a:pt x="14548" y="9848"/>
                  </a:lnTo>
                  <a:lnTo>
                    <a:pt x="145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145"/>
          <p:cNvGrpSpPr/>
          <p:nvPr/>
        </p:nvGrpSpPr>
        <p:grpSpPr>
          <a:xfrm>
            <a:off x="1689749" y="446608"/>
            <a:ext cx="185799" cy="185799"/>
            <a:chOff x="5035425" y="2779450"/>
            <a:chExt cx="94800" cy="94800"/>
          </a:xfrm>
        </p:grpSpPr>
        <p:sp>
          <p:nvSpPr>
            <p:cNvPr id="11447" name="Google Shape;11447;p145"/>
            <p:cNvSpPr/>
            <p:nvPr/>
          </p:nvSpPr>
          <p:spPr>
            <a:xfrm>
              <a:off x="5035425" y="2779450"/>
              <a:ext cx="94800" cy="94800"/>
            </a:xfrm>
            <a:prstGeom prst="ellipse">
              <a:avLst/>
            </a:prstGeom>
            <a:solidFill>
              <a:schemeClr val="accent6"/>
            </a:solidFill>
            <a:ln cap="flat" cmpd="sng" w="76200">
              <a:solidFill>
                <a:schemeClr val="accent6"/>
              </a:solidFill>
              <a:prstDash val="solid"/>
              <a:round/>
              <a:headEnd len="sm" w="sm" type="none"/>
              <a:tailEnd len="sm" w="sm" type="none"/>
            </a:ln>
            <a:effectLst>
              <a:outerShdw blurRad="57150" rotWithShape="0" algn="bl" dir="30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145"/>
            <p:cNvSpPr/>
            <p:nvPr/>
          </p:nvSpPr>
          <p:spPr>
            <a:xfrm>
              <a:off x="5035450" y="2779450"/>
              <a:ext cx="94750" cy="94800"/>
            </a:xfrm>
            <a:custGeom>
              <a:rect b="b" l="l" r="r" t="t"/>
              <a:pathLst>
                <a:path extrusionOk="0" h="3792" w="3790">
                  <a:moveTo>
                    <a:pt x="1895" y="948"/>
                  </a:moveTo>
                  <a:cubicBezTo>
                    <a:pt x="2417" y="948"/>
                    <a:pt x="2841" y="1373"/>
                    <a:pt x="2843" y="1895"/>
                  </a:cubicBezTo>
                  <a:cubicBezTo>
                    <a:pt x="2843" y="2419"/>
                    <a:pt x="2417" y="2844"/>
                    <a:pt x="1895" y="2844"/>
                  </a:cubicBezTo>
                  <a:cubicBezTo>
                    <a:pt x="1373" y="2844"/>
                    <a:pt x="947" y="2419"/>
                    <a:pt x="947" y="1895"/>
                  </a:cubicBezTo>
                  <a:cubicBezTo>
                    <a:pt x="947" y="1373"/>
                    <a:pt x="1373" y="948"/>
                    <a:pt x="1895" y="948"/>
                  </a:cubicBezTo>
                  <a:close/>
                  <a:moveTo>
                    <a:pt x="1895" y="1"/>
                  </a:moveTo>
                  <a:cubicBezTo>
                    <a:pt x="849" y="1"/>
                    <a:pt x="0" y="851"/>
                    <a:pt x="0" y="1895"/>
                  </a:cubicBezTo>
                  <a:cubicBezTo>
                    <a:pt x="0" y="2941"/>
                    <a:pt x="849" y="3791"/>
                    <a:pt x="1895" y="3791"/>
                  </a:cubicBezTo>
                  <a:cubicBezTo>
                    <a:pt x="2939" y="3791"/>
                    <a:pt x="3790" y="2941"/>
                    <a:pt x="3790" y="1895"/>
                  </a:cubicBezTo>
                  <a:cubicBezTo>
                    <a:pt x="3790" y="851"/>
                    <a:pt x="2939" y="1"/>
                    <a:pt x="1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145"/>
          <p:cNvGrpSpPr/>
          <p:nvPr/>
        </p:nvGrpSpPr>
        <p:grpSpPr>
          <a:xfrm>
            <a:off x="1054696" y="3507294"/>
            <a:ext cx="505392" cy="244130"/>
            <a:chOff x="3129734" y="107288"/>
            <a:chExt cx="257866" cy="124563"/>
          </a:xfrm>
        </p:grpSpPr>
        <p:sp>
          <p:nvSpPr>
            <p:cNvPr id="11450" name="Google Shape;11450;p145"/>
            <p:cNvSpPr/>
            <p:nvPr/>
          </p:nvSpPr>
          <p:spPr>
            <a:xfrm>
              <a:off x="3129734" y="107288"/>
              <a:ext cx="256475" cy="123125"/>
            </a:xfrm>
            <a:custGeom>
              <a:rect b="b" l="l" r="r" t="t"/>
              <a:pathLst>
                <a:path extrusionOk="0" h="4925" w="10259">
                  <a:moveTo>
                    <a:pt x="5130" y="0"/>
                  </a:moveTo>
                  <a:cubicBezTo>
                    <a:pt x="2297" y="0"/>
                    <a:pt x="1" y="2463"/>
                    <a:pt x="1" y="2463"/>
                  </a:cubicBezTo>
                  <a:cubicBezTo>
                    <a:pt x="1" y="2463"/>
                    <a:pt x="2297" y="4925"/>
                    <a:pt x="5130" y="4925"/>
                  </a:cubicBezTo>
                  <a:cubicBezTo>
                    <a:pt x="7962" y="4925"/>
                    <a:pt x="10259" y="2463"/>
                    <a:pt x="10259" y="2463"/>
                  </a:cubicBezTo>
                  <a:cubicBezTo>
                    <a:pt x="10259" y="2463"/>
                    <a:pt x="7962" y="0"/>
                    <a:pt x="5130"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145"/>
            <p:cNvSpPr/>
            <p:nvPr/>
          </p:nvSpPr>
          <p:spPr>
            <a:xfrm>
              <a:off x="3131125" y="108700"/>
              <a:ext cx="256475" cy="123150"/>
            </a:xfrm>
            <a:custGeom>
              <a:rect b="b" l="l" r="r" t="t"/>
              <a:pathLst>
                <a:path extrusionOk="0" h="4926" w="10259">
                  <a:moveTo>
                    <a:pt x="5129" y="0"/>
                  </a:moveTo>
                  <a:cubicBezTo>
                    <a:pt x="2296" y="0"/>
                    <a:pt x="0" y="2463"/>
                    <a:pt x="0" y="2463"/>
                  </a:cubicBezTo>
                  <a:cubicBezTo>
                    <a:pt x="0" y="2463"/>
                    <a:pt x="2296" y="4926"/>
                    <a:pt x="5129" y="4926"/>
                  </a:cubicBezTo>
                  <a:cubicBezTo>
                    <a:pt x="7962" y="4926"/>
                    <a:pt x="10258" y="2463"/>
                    <a:pt x="10258" y="2463"/>
                  </a:cubicBezTo>
                  <a:cubicBezTo>
                    <a:pt x="10258" y="2463"/>
                    <a:pt x="7962" y="0"/>
                    <a:pt x="51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145"/>
            <p:cNvSpPr/>
            <p:nvPr/>
          </p:nvSpPr>
          <p:spPr>
            <a:xfrm>
              <a:off x="3205475" y="116400"/>
              <a:ext cx="107725" cy="107750"/>
            </a:xfrm>
            <a:custGeom>
              <a:rect b="b" l="l" r="r" t="t"/>
              <a:pathLst>
                <a:path extrusionOk="0" h="4310" w="4309">
                  <a:moveTo>
                    <a:pt x="2155" y="1"/>
                  </a:moveTo>
                  <a:cubicBezTo>
                    <a:pt x="965" y="1"/>
                    <a:pt x="0" y="966"/>
                    <a:pt x="0" y="2155"/>
                  </a:cubicBezTo>
                  <a:cubicBezTo>
                    <a:pt x="0" y="3344"/>
                    <a:pt x="965" y="4309"/>
                    <a:pt x="2155" y="4309"/>
                  </a:cubicBezTo>
                  <a:cubicBezTo>
                    <a:pt x="3345" y="4309"/>
                    <a:pt x="4309" y="3344"/>
                    <a:pt x="4309" y="2155"/>
                  </a:cubicBezTo>
                  <a:cubicBezTo>
                    <a:pt x="4309" y="966"/>
                    <a:pt x="3345" y="1"/>
                    <a:pt x="21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145"/>
            <p:cNvSpPr/>
            <p:nvPr/>
          </p:nvSpPr>
          <p:spPr>
            <a:xfrm>
              <a:off x="3222550" y="135325"/>
              <a:ext cx="73550" cy="69900"/>
            </a:xfrm>
            <a:custGeom>
              <a:rect b="b" l="l" r="r" t="t"/>
              <a:pathLst>
                <a:path extrusionOk="0" h="2796" w="2942">
                  <a:moveTo>
                    <a:pt x="1793" y="0"/>
                  </a:moveTo>
                  <a:cubicBezTo>
                    <a:pt x="1732" y="0"/>
                    <a:pt x="1670" y="30"/>
                    <a:pt x="1633" y="96"/>
                  </a:cubicBezTo>
                  <a:cubicBezTo>
                    <a:pt x="1598" y="160"/>
                    <a:pt x="1534" y="192"/>
                    <a:pt x="1471" y="192"/>
                  </a:cubicBezTo>
                  <a:cubicBezTo>
                    <a:pt x="1408" y="192"/>
                    <a:pt x="1344" y="160"/>
                    <a:pt x="1308" y="96"/>
                  </a:cubicBezTo>
                  <a:cubicBezTo>
                    <a:pt x="1271" y="30"/>
                    <a:pt x="1209" y="0"/>
                    <a:pt x="1148" y="0"/>
                  </a:cubicBezTo>
                  <a:cubicBezTo>
                    <a:pt x="1053" y="0"/>
                    <a:pt x="958" y="72"/>
                    <a:pt x="960" y="189"/>
                  </a:cubicBezTo>
                  <a:cubicBezTo>
                    <a:pt x="962" y="300"/>
                    <a:pt x="872" y="379"/>
                    <a:pt x="774" y="379"/>
                  </a:cubicBezTo>
                  <a:cubicBezTo>
                    <a:pt x="742" y="379"/>
                    <a:pt x="709" y="370"/>
                    <a:pt x="679" y="352"/>
                  </a:cubicBezTo>
                  <a:cubicBezTo>
                    <a:pt x="647" y="333"/>
                    <a:pt x="614" y="324"/>
                    <a:pt x="583" y="324"/>
                  </a:cubicBezTo>
                  <a:cubicBezTo>
                    <a:pt x="452" y="324"/>
                    <a:pt x="345" y="473"/>
                    <a:pt x="425" y="606"/>
                  </a:cubicBezTo>
                  <a:cubicBezTo>
                    <a:pt x="499" y="730"/>
                    <a:pt x="409" y="888"/>
                    <a:pt x="264" y="888"/>
                  </a:cubicBezTo>
                  <a:cubicBezTo>
                    <a:pt x="264" y="888"/>
                    <a:pt x="263" y="888"/>
                    <a:pt x="262" y="888"/>
                  </a:cubicBezTo>
                  <a:cubicBezTo>
                    <a:pt x="260" y="888"/>
                    <a:pt x="259" y="888"/>
                    <a:pt x="258" y="888"/>
                  </a:cubicBezTo>
                  <a:cubicBezTo>
                    <a:pt x="69" y="888"/>
                    <a:pt x="1" y="1142"/>
                    <a:pt x="169" y="1235"/>
                  </a:cubicBezTo>
                  <a:cubicBezTo>
                    <a:pt x="297" y="1307"/>
                    <a:pt x="297" y="1489"/>
                    <a:pt x="169" y="1560"/>
                  </a:cubicBezTo>
                  <a:cubicBezTo>
                    <a:pt x="0" y="1654"/>
                    <a:pt x="68" y="1909"/>
                    <a:pt x="259" y="1909"/>
                  </a:cubicBezTo>
                  <a:cubicBezTo>
                    <a:pt x="260" y="1909"/>
                    <a:pt x="261" y="1909"/>
                    <a:pt x="262" y="1909"/>
                  </a:cubicBezTo>
                  <a:cubicBezTo>
                    <a:pt x="263" y="1909"/>
                    <a:pt x="264" y="1909"/>
                    <a:pt x="266" y="1909"/>
                  </a:cubicBezTo>
                  <a:cubicBezTo>
                    <a:pt x="410" y="1909"/>
                    <a:pt x="498" y="2066"/>
                    <a:pt x="425" y="2190"/>
                  </a:cubicBezTo>
                  <a:cubicBezTo>
                    <a:pt x="345" y="2323"/>
                    <a:pt x="451" y="2472"/>
                    <a:pt x="582" y="2472"/>
                  </a:cubicBezTo>
                  <a:cubicBezTo>
                    <a:pt x="614" y="2472"/>
                    <a:pt x="647" y="2463"/>
                    <a:pt x="679" y="2444"/>
                  </a:cubicBezTo>
                  <a:cubicBezTo>
                    <a:pt x="709" y="2426"/>
                    <a:pt x="741" y="2418"/>
                    <a:pt x="773" y="2418"/>
                  </a:cubicBezTo>
                  <a:cubicBezTo>
                    <a:pt x="871" y="2418"/>
                    <a:pt x="962" y="2497"/>
                    <a:pt x="960" y="2607"/>
                  </a:cubicBezTo>
                  <a:cubicBezTo>
                    <a:pt x="958" y="2724"/>
                    <a:pt x="1053" y="2796"/>
                    <a:pt x="1148" y="2796"/>
                  </a:cubicBezTo>
                  <a:cubicBezTo>
                    <a:pt x="1210" y="2796"/>
                    <a:pt x="1271" y="2766"/>
                    <a:pt x="1308" y="2700"/>
                  </a:cubicBezTo>
                  <a:cubicBezTo>
                    <a:pt x="1344" y="2636"/>
                    <a:pt x="1407" y="2604"/>
                    <a:pt x="1471" y="2604"/>
                  </a:cubicBezTo>
                  <a:cubicBezTo>
                    <a:pt x="1534" y="2604"/>
                    <a:pt x="1598" y="2636"/>
                    <a:pt x="1633" y="2700"/>
                  </a:cubicBezTo>
                  <a:cubicBezTo>
                    <a:pt x="1670" y="2766"/>
                    <a:pt x="1732" y="2796"/>
                    <a:pt x="1793" y="2796"/>
                  </a:cubicBezTo>
                  <a:cubicBezTo>
                    <a:pt x="1889" y="2796"/>
                    <a:pt x="1983" y="2724"/>
                    <a:pt x="1982" y="2607"/>
                  </a:cubicBezTo>
                  <a:cubicBezTo>
                    <a:pt x="1980" y="2497"/>
                    <a:pt x="2070" y="2418"/>
                    <a:pt x="2168" y="2418"/>
                  </a:cubicBezTo>
                  <a:cubicBezTo>
                    <a:pt x="2200" y="2418"/>
                    <a:pt x="2232" y="2426"/>
                    <a:pt x="2263" y="2444"/>
                  </a:cubicBezTo>
                  <a:cubicBezTo>
                    <a:pt x="2295" y="2463"/>
                    <a:pt x="2327" y="2472"/>
                    <a:pt x="2359" y="2472"/>
                  </a:cubicBezTo>
                  <a:cubicBezTo>
                    <a:pt x="2490" y="2472"/>
                    <a:pt x="2597" y="2323"/>
                    <a:pt x="2517" y="2190"/>
                  </a:cubicBezTo>
                  <a:cubicBezTo>
                    <a:pt x="2443" y="2066"/>
                    <a:pt x="2532" y="1909"/>
                    <a:pt x="2675" y="1909"/>
                  </a:cubicBezTo>
                  <a:cubicBezTo>
                    <a:pt x="2677" y="1909"/>
                    <a:pt x="2678" y="1909"/>
                    <a:pt x="2680" y="1909"/>
                  </a:cubicBezTo>
                  <a:cubicBezTo>
                    <a:pt x="2680" y="1909"/>
                    <a:pt x="2681" y="1909"/>
                    <a:pt x="2682" y="1909"/>
                  </a:cubicBezTo>
                  <a:cubicBezTo>
                    <a:pt x="2872" y="1909"/>
                    <a:pt x="2941" y="1654"/>
                    <a:pt x="2772" y="1560"/>
                  </a:cubicBezTo>
                  <a:cubicBezTo>
                    <a:pt x="2644" y="1489"/>
                    <a:pt x="2644" y="1307"/>
                    <a:pt x="2772" y="1235"/>
                  </a:cubicBezTo>
                  <a:cubicBezTo>
                    <a:pt x="2941" y="1142"/>
                    <a:pt x="2873" y="888"/>
                    <a:pt x="2683" y="888"/>
                  </a:cubicBezTo>
                  <a:cubicBezTo>
                    <a:pt x="2682" y="888"/>
                    <a:pt x="2681" y="888"/>
                    <a:pt x="2680" y="888"/>
                  </a:cubicBezTo>
                  <a:cubicBezTo>
                    <a:pt x="2679" y="888"/>
                    <a:pt x="2678" y="888"/>
                    <a:pt x="2677" y="888"/>
                  </a:cubicBezTo>
                  <a:cubicBezTo>
                    <a:pt x="2533" y="888"/>
                    <a:pt x="2443" y="730"/>
                    <a:pt x="2517" y="606"/>
                  </a:cubicBezTo>
                  <a:cubicBezTo>
                    <a:pt x="2597" y="473"/>
                    <a:pt x="2490" y="324"/>
                    <a:pt x="2359" y="324"/>
                  </a:cubicBezTo>
                  <a:cubicBezTo>
                    <a:pt x="2327" y="324"/>
                    <a:pt x="2294" y="333"/>
                    <a:pt x="2263" y="352"/>
                  </a:cubicBezTo>
                  <a:cubicBezTo>
                    <a:pt x="2232" y="370"/>
                    <a:pt x="2200" y="378"/>
                    <a:pt x="2168" y="378"/>
                  </a:cubicBezTo>
                  <a:cubicBezTo>
                    <a:pt x="2070" y="378"/>
                    <a:pt x="1980" y="299"/>
                    <a:pt x="1982" y="189"/>
                  </a:cubicBezTo>
                  <a:cubicBezTo>
                    <a:pt x="1983" y="72"/>
                    <a:pt x="1888" y="0"/>
                    <a:pt x="17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145"/>
            <p:cNvSpPr/>
            <p:nvPr/>
          </p:nvSpPr>
          <p:spPr>
            <a:xfrm>
              <a:off x="3243500" y="154425"/>
              <a:ext cx="31675" cy="31700"/>
            </a:xfrm>
            <a:custGeom>
              <a:rect b="b" l="l" r="r" t="t"/>
              <a:pathLst>
                <a:path extrusionOk="0" h="1268" w="1267">
                  <a:moveTo>
                    <a:pt x="634" y="1"/>
                  </a:moveTo>
                  <a:cubicBezTo>
                    <a:pt x="284" y="1"/>
                    <a:pt x="1" y="285"/>
                    <a:pt x="1" y="634"/>
                  </a:cubicBezTo>
                  <a:cubicBezTo>
                    <a:pt x="1" y="983"/>
                    <a:pt x="284" y="1267"/>
                    <a:pt x="634" y="1267"/>
                  </a:cubicBezTo>
                  <a:cubicBezTo>
                    <a:pt x="984" y="1267"/>
                    <a:pt x="1267" y="983"/>
                    <a:pt x="1267" y="634"/>
                  </a:cubicBezTo>
                  <a:cubicBezTo>
                    <a:pt x="1267" y="285"/>
                    <a:pt x="984" y="1"/>
                    <a:pt x="6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5" name="Google Shape;11455;p145"/>
          <p:cNvGrpSpPr/>
          <p:nvPr/>
        </p:nvGrpSpPr>
        <p:grpSpPr>
          <a:xfrm>
            <a:off x="947696" y="2188160"/>
            <a:ext cx="927849" cy="523955"/>
            <a:chOff x="3701784" y="1690738"/>
            <a:chExt cx="473416" cy="267338"/>
          </a:xfrm>
        </p:grpSpPr>
        <p:sp>
          <p:nvSpPr>
            <p:cNvPr id="11456" name="Google Shape;11456;p145"/>
            <p:cNvSpPr/>
            <p:nvPr/>
          </p:nvSpPr>
          <p:spPr>
            <a:xfrm>
              <a:off x="3701784" y="1690738"/>
              <a:ext cx="472025" cy="265900"/>
            </a:xfrm>
            <a:custGeom>
              <a:rect b="b" l="l" r="r" t="t"/>
              <a:pathLst>
                <a:path extrusionOk="0" h="10636" w="18881">
                  <a:moveTo>
                    <a:pt x="9441" y="0"/>
                  </a:moveTo>
                  <a:cubicBezTo>
                    <a:pt x="4235" y="0"/>
                    <a:pt x="0" y="4236"/>
                    <a:pt x="0" y="9440"/>
                  </a:cubicBezTo>
                  <a:cubicBezTo>
                    <a:pt x="0" y="10102"/>
                    <a:pt x="536" y="10635"/>
                    <a:pt x="1195" y="10635"/>
                  </a:cubicBezTo>
                  <a:cubicBezTo>
                    <a:pt x="1855" y="10635"/>
                    <a:pt x="2389" y="10100"/>
                    <a:pt x="2389" y="9440"/>
                  </a:cubicBezTo>
                  <a:cubicBezTo>
                    <a:pt x="2389" y="5553"/>
                    <a:pt x="5552" y="2390"/>
                    <a:pt x="9439" y="2390"/>
                  </a:cubicBezTo>
                  <a:cubicBezTo>
                    <a:pt x="13326" y="2390"/>
                    <a:pt x="16489" y="5554"/>
                    <a:pt x="16489" y="9440"/>
                  </a:cubicBezTo>
                  <a:cubicBezTo>
                    <a:pt x="16489" y="10102"/>
                    <a:pt x="17024" y="10635"/>
                    <a:pt x="17683" y="10635"/>
                  </a:cubicBezTo>
                  <a:cubicBezTo>
                    <a:pt x="18343" y="10635"/>
                    <a:pt x="18878" y="10100"/>
                    <a:pt x="18878" y="9440"/>
                  </a:cubicBezTo>
                  <a:cubicBezTo>
                    <a:pt x="18880" y="4236"/>
                    <a:pt x="14646" y="0"/>
                    <a:pt x="9441"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145"/>
            <p:cNvSpPr/>
            <p:nvPr/>
          </p:nvSpPr>
          <p:spPr>
            <a:xfrm>
              <a:off x="3703175" y="1692175"/>
              <a:ext cx="472025" cy="265900"/>
            </a:xfrm>
            <a:custGeom>
              <a:rect b="b" l="l" r="r" t="t"/>
              <a:pathLst>
                <a:path extrusionOk="0" h="10636" w="18881">
                  <a:moveTo>
                    <a:pt x="9441" y="0"/>
                  </a:moveTo>
                  <a:cubicBezTo>
                    <a:pt x="4236" y="0"/>
                    <a:pt x="1" y="4236"/>
                    <a:pt x="1" y="9440"/>
                  </a:cubicBezTo>
                  <a:cubicBezTo>
                    <a:pt x="1" y="10099"/>
                    <a:pt x="535" y="10635"/>
                    <a:pt x="1196" y="10635"/>
                  </a:cubicBezTo>
                  <a:cubicBezTo>
                    <a:pt x="1855" y="10635"/>
                    <a:pt x="2390" y="10100"/>
                    <a:pt x="2390" y="9440"/>
                  </a:cubicBezTo>
                  <a:cubicBezTo>
                    <a:pt x="2390" y="5553"/>
                    <a:pt x="5552" y="2390"/>
                    <a:pt x="9440" y="2390"/>
                  </a:cubicBezTo>
                  <a:cubicBezTo>
                    <a:pt x="13327" y="2390"/>
                    <a:pt x="16490" y="5552"/>
                    <a:pt x="16490" y="9440"/>
                  </a:cubicBezTo>
                  <a:cubicBezTo>
                    <a:pt x="16490" y="10099"/>
                    <a:pt x="17023" y="10635"/>
                    <a:pt x="17684" y="10635"/>
                  </a:cubicBezTo>
                  <a:cubicBezTo>
                    <a:pt x="18344" y="10635"/>
                    <a:pt x="18879" y="10099"/>
                    <a:pt x="18881" y="9440"/>
                  </a:cubicBezTo>
                  <a:cubicBezTo>
                    <a:pt x="18881" y="4236"/>
                    <a:pt x="14646" y="0"/>
                    <a:pt x="9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8" name="Google Shape;11458;p145"/>
          <p:cNvGrpSpPr/>
          <p:nvPr/>
        </p:nvGrpSpPr>
        <p:grpSpPr>
          <a:xfrm flipH="1" rot="10800000">
            <a:off x="6984746" y="2188160"/>
            <a:ext cx="927849" cy="523955"/>
            <a:chOff x="3701784" y="1690738"/>
            <a:chExt cx="473416" cy="267338"/>
          </a:xfrm>
        </p:grpSpPr>
        <p:sp>
          <p:nvSpPr>
            <p:cNvPr id="11459" name="Google Shape;11459;p145"/>
            <p:cNvSpPr/>
            <p:nvPr/>
          </p:nvSpPr>
          <p:spPr>
            <a:xfrm>
              <a:off x="3701784" y="1690738"/>
              <a:ext cx="472025" cy="265900"/>
            </a:xfrm>
            <a:custGeom>
              <a:rect b="b" l="l" r="r" t="t"/>
              <a:pathLst>
                <a:path extrusionOk="0" h="10636" w="18881">
                  <a:moveTo>
                    <a:pt x="9441" y="0"/>
                  </a:moveTo>
                  <a:cubicBezTo>
                    <a:pt x="4235" y="0"/>
                    <a:pt x="0" y="4236"/>
                    <a:pt x="0" y="9440"/>
                  </a:cubicBezTo>
                  <a:cubicBezTo>
                    <a:pt x="0" y="10102"/>
                    <a:pt x="536" y="10635"/>
                    <a:pt x="1195" y="10635"/>
                  </a:cubicBezTo>
                  <a:cubicBezTo>
                    <a:pt x="1855" y="10635"/>
                    <a:pt x="2389" y="10100"/>
                    <a:pt x="2389" y="9440"/>
                  </a:cubicBezTo>
                  <a:cubicBezTo>
                    <a:pt x="2389" y="5553"/>
                    <a:pt x="5552" y="2390"/>
                    <a:pt x="9439" y="2390"/>
                  </a:cubicBezTo>
                  <a:cubicBezTo>
                    <a:pt x="13326" y="2390"/>
                    <a:pt x="16489" y="5554"/>
                    <a:pt x="16489" y="9440"/>
                  </a:cubicBezTo>
                  <a:cubicBezTo>
                    <a:pt x="16489" y="10102"/>
                    <a:pt x="17024" y="10635"/>
                    <a:pt x="17683" y="10635"/>
                  </a:cubicBezTo>
                  <a:cubicBezTo>
                    <a:pt x="18343" y="10635"/>
                    <a:pt x="18878" y="10100"/>
                    <a:pt x="18878" y="9440"/>
                  </a:cubicBezTo>
                  <a:cubicBezTo>
                    <a:pt x="18880" y="4236"/>
                    <a:pt x="14646" y="0"/>
                    <a:pt x="9441" y="0"/>
                  </a:cubicBez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145"/>
            <p:cNvSpPr/>
            <p:nvPr/>
          </p:nvSpPr>
          <p:spPr>
            <a:xfrm>
              <a:off x="3703175" y="1692175"/>
              <a:ext cx="472025" cy="265900"/>
            </a:xfrm>
            <a:custGeom>
              <a:rect b="b" l="l" r="r" t="t"/>
              <a:pathLst>
                <a:path extrusionOk="0" h="10636" w="18881">
                  <a:moveTo>
                    <a:pt x="9441" y="0"/>
                  </a:moveTo>
                  <a:cubicBezTo>
                    <a:pt x="4236" y="0"/>
                    <a:pt x="1" y="4236"/>
                    <a:pt x="1" y="9440"/>
                  </a:cubicBezTo>
                  <a:cubicBezTo>
                    <a:pt x="1" y="10099"/>
                    <a:pt x="535" y="10635"/>
                    <a:pt x="1196" y="10635"/>
                  </a:cubicBezTo>
                  <a:cubicBezTo>
                    <a:pt x="1855" y="10635"/>
                    <a:pt x="2390" y="10100"/>
                    <a:pt x="2390" y="9440"/>
                  </a:cubicBezTo>
                  <a:cubicBezTo>
                    <a:pt x="2390" y="5553"/>
                    <a:pt x="5552" y="2390"/>
                    <a:pt x="9440" y="2390"/>
                  </a:cubicBezTo>
                  <a:cubicBezTo>
                    <a:pt x="13327" y="2390"/>
                    <a:pt x="16490" y="5552"/>
                    <a:pt x="16490" y="9440"/>
                  </a:cubicBezTo>
                  <a:cubicBezTo>
                    <a:pt x="16490" y="10099"/>
                    <a:pt x="17023" y="10635"/>
                    <a:pt x="17684" y="10635"/>
                  </a:cubicBezTo>
                  <a:cubicBezTo>
                    <a:pt x="18344" y="10635"/>
                    <a:pt x="18879" y="10099"/>
                    <a:pt x="18881" y="9440"/>
                  </a:cubicBezTo>
                  <a:cubicBezTo>
                    <a:pt x="18881" y="4236"/>
                    <a:pt x="14646" y="0"/>
                    <a:pt x="9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1" name="Google Shape;11461;p145"/>
          <p:cNvGrpSpPr/>
          <p:nvPr/>
        </p:nvGrpSpPr>
        <p:grpSpPr>
          <a:xfrm>
            <a:off x="8550603" y="2906270"/>
            <a:ext cx="311019" cy="311110"/>
            <a:chOff x="5038846" y="235350"/>
            <a:chExt cx="158691" cy="158738"/>
          </a:xfrm>
        </p:grpSpPr>
        <p:sp>
          <p:nvSpPr>
            <p:cNvPr id="11462" name="Google Shape;11462;p145"/>
            <p:cNvSpPr/>
            <p:nvPr/>
          </p:nvSpPr>
          <p:spPr>
            <a:xfrm>
              <a:off x="5038846" y="235350"/>
              <a:ext cx="157325" cy="157325"/>
            </a:xfrm>
            <a:custGeom>
              <a:rect b="b" l="l" r="r" t="t"/>
              <a:pathLst>
                <a:path extrusionOk="0" h="6293" w="6293">
                  <a:moveTo>
                    <a:pt x="3146" y="1"/>
                  </a:moveTo>
                  <a:lnTo>
                    <a:pt x="2744" y="1943"/>
                  </a:lnTo>
                  <a:cubicBezTo>
                    <a:pt x="2660" y="2345"/>
                    <a:pt x="2345" y="2661"/>
                    <a:pt x="1943" y="2744"/>
                  </a:cubicBezTo>
                  <a:lnTo>
                    <a:pt x="1" y="3146"/>
                  </a:lnTo>
                  <a:lnTo>
                    <a:pt x="1943" y="3549"/>
                  </a:lnTo>
                  <a:cubicBezTo>
                    <a:pt x="2345" y="3633"/>
                    <a:pt x="2661" y="3948"/>
                    <a:pt x="2744" y="4351"/>
                  </a:cubicBezTo>
                  <a:lnTo>
                    <a:pt x="3146" y="6293"/>
                  </a:lnTo>
                  <a:lnTo>
                    <a:pt x="3550" y="4351"/>
                  </a:lnTo>
                  <a:cubicBezTo>
                    <a:pt x="3633" y="3948"/>
                    <a:pt x="3948" y="3633"/>
                    <a:pt x="4350" y="3549"/>
                  </a:cubicBezTo>
                  <a:lnTo>
                    <a:pt x="6293" y="3146"/>
                  </a:lnTo>
                  <a:lnTo>
                    <a:pt x="4350" y="2744"/>
                  </a:lnTo>
                  <a:cubicBezTo>
                    <a:pt x="3948" y="2660"/>
                    <a:pt x="3632" y="2345"/>
                    <a:pt x="3550" y="1943"/>
                  </a:cubicBezTo>
                  <a:lnTo>
                    <a:pt x="3146" y="1"/>
                  </a:lnTo>
                  <a:close/>
                </a:path>
              </a:pathLst>
            </a:custGeom>
            <a:solidFill>
              <a:schemeClr val="accent6"/>
            </a:solidFill>
            <a:ln cap="flat" cmpd="sng" w="76200">
              <a:solidFill>
                <a:schemeClr val="accent6"/>
              </a:solidFill>
              <a:prstDash val="solid"/>
              <a:round/>
              <a:headEnd len="sm" w="sm" type="none"/>
              <a:tailEnd len="sm" w="sm" type="none"/>
            </a:ln>
            <a:effectLst>
              <a:outerShdw blurRad="42863" rotWithShape="0" algn="bl" dir="2400000" dist="9525">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145"/>
            <p:cNvSpPr/>
            <p:nvPr/>
          </p:nvSpPr>
          <p:spPr>
            <a:xfrm>
              <a:off x="5040188" y="236738"/>
              <a:ext cx="157350" cy="157350"/>
            </a:xfrm>
            <a:custGeom>
              <a:rect b="b" l="l" r="r" t="t"/>
              <a:pathLst>
                <a:path extrusionOk="0" h="6294" w="6294">
                  <a:moveTo>
                    <a:pt x="3147" y="1"/>
                  </a:moveTo>
                  <a:lnTo>
                    <a:pt x="2744" y="1944"/>
                  </a:lnTo>
                  <a:cubicBezTo>
                    <a:pt x="2662" y="2346"/>
                    <a:pt x="2346" y="2661"/>
                    <a:pt x="1943" y="2745"/>
                  </a:cubicBezTo>
                  <a:lnTo>
                    <a:pt x="0" y="3147"/>
                  </a:lnTo>
                  <a:lnTo>
                    <a:pt x="1943" y="3550"/>
                  </a:lnTo>
                  <a:cubicBezTo>
                    <a:pt x="2346" y="3632"/>
                    <a:pt x="2661" y="3948"/>
                    <a:pt x="2744" y="4350"/>
                  </a:cubicBezTo>
                  <a:lnTo>
                    <a:pt x="3147" y="6294"/>
                  </a:lnTo>
                  <a:lnTo>
                    <a:pt x="3549" y="4350"/>
                  </a:lnTo>
                  <a:cubicBezTo>
                    <a:pt x="3632" y="3948"/>
                    <a:pt x="3947" y="3633"/>
                    <a:pt x="4350" y="3550"/>
                  </a:cubicBezTo>
                  <a:lnTo>
                    <a:pt x="6293" y="3147"/>
                  </a:lnTo>
                  <a:lnTo>
                    <a:pt x="4350" y="2745"/>
                  </a:lnTo>
                  <a:cubicBezTo>
                    <a:pt x="3947" y="2662"/>
                    <a:pt x="3633" y="2346"/>
                    <a:pt x="3549" y="1944"/>
                  </a:cubicBezTo>
                  <a:lnTo>
                    <a:pt x="3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145"/>
          <p:cNvGrpSpPr/>
          <p:nvPr/>
        </p:nvGrpSpPr>
        <p:grpSpPr>
          <a:xfrm>
            <a:off x="211701" y="1376877"/>
            <a:ext cx="606934" cy="489723"/>
            <a:chOff x="-1636175" y="409550"/>
            <a:chExt cx="448750" cy="362088"/>
          </a:xfrm>
        </p:grpSpPr>
        <p:sp>
          <p:nvSpPr>
            <p:cNvPr id="11465" name="Google Shape;11465;p145"/>
            <p:cNvSpPr/>
            <p:nvPr/>
          </p:nvSpPr>
          <p:spPr>
            <a:xfrm>
              <a:off x="-1636175" y="409550"/>
              <a:ext cx="448725" cy="362000"/>
            </a:xfrm>
            <a:custGeom>
              <a:rect b="b" l="l" r="r" t="t"/>
              <a:pathLst>
                <a:path extrusionOk="0" h="14480" w="17949">
                  <a:moveTo>
                    <a:pt x="15833" y="1"/>
                  </a:moveTo>
                  <a:cubicBezTo>
                    <a:pt x="14885" y="1"/>
                    <a:pt x="13570" y="148"/>
                    <a:pt x="12099" y="148"/>
                  </a:cubicBezTo>
                  <a:cubicBezTo>
                    <a:pt x="11707" y="148"/>
                    <a:pt x="11303" y="138"/>
                    <a:pt x="10893" y="111"/>
                  </a:cubicBezTo>
                  <a:cubicBezTo>
                    <a:pt x="10592" y="92"/>
                    <a:pt x="10320" y="81"/>
                    <a:pt x="10072" y="81"/>
                  </a:cubicBezTo>
                  <a:cubicBezTo>
                    <a:pt x="7812" y="81"/>
                    <a:pt x="7632" y="944"/>
                    <a:pt x="7075" y="3532"/>
                  </a:cubicBezTo>
                  <a:cubicBezTo>
                    <a:pt x="6792" y="4858"/>
                    <a:pt x="6734" y="6398"/>
                    <a:pt x="6348" y="7712"/>
                  </a:cubicBezTo>
                  <a:cubicBezTo>
                    <a:pt x="6054" y="8715"/>
                    <a:pt x="5288" y="8393"/>
                    <a:pt x="4522" y="8513"/>
                  </a:cubicBezTo>
                  <a:cubicBezTo>
                    <a:pt x="0" y="8960"/>
                    <a:pt x="863" y="14480"/>
                    <a:pt x="4115" y="14480"/>
                  </a:cubicBezTo>
                  <a:cubicBezTo>
                    <a:pt x="4647" y="14480"/>
                    <a:pt x="5242" y="14332"/>
                    <a:pt x="5888" y="13991"/>
                  </a:cubicBezTo>
                  <a:cubicBezTo>
                    <a:pt x="5909" y="13979"/>
                    <a:pt x="5931" y="13969"/>
                    <a:pt x="5954" y="13961"/>
                  </a:cubicBezTo>
                  <a:cubicBezTo>
                    <a:pt x="7140" y="13458"/>
                    <a:pt x="7764" y="11948"/>
                    <a:pt x="8097" y="10758"/>
                  </a:cubicBezTo>
                  <a:cubicBezTo>
                    <a:pt x="8106" y="10727"/>
                    <a:pt x="8113" y="10695"/>
                    <a:pt x="8120" y="10663"/>
                  </a:cubicBezTo>
                  <a:cubicBezTo>
                    <a:pt x="8350" y="9342"/>
                    <a:pt x="8728" y="7483"/>
                    <a:pt x="9015" y="6025"/>
                  </a:cubicBezTo>
                  <a:cubicBezTo>
                    <a:pt x="9096" y="5614"/>
                    <a:pt x="9434" y="5302"/>
                    <a:pt x="9851" y="5254"/>
                  </a:cubicBezTo>
                  <a:cubicBezTo>
                    <a:pt x="12203" y="4980"/>
                    <a:pt x="15354" y="5331"/>
                    <a:pt x="16602" y="2544"/>
                  </a:cubicBezTo>
                  <a:cubicBezTo>
                    <a:pt x="16621" y="2501"/>
                    <a:pt x="16643" y="2460"/>
                    <a:pt x="16668" y="2421"/>
                  </a:cubicBezTo>
                  <a:cubicBezTo>
                    <a:pt x="17949" y="388"/>
                    <a:pt x="17373" y="1"/>
                    <a:pt x="15833" y="1"/>
                  </a:cubicBezTo>
                  <a:close/>
                </a:path>
              </a:pathLst>
            </a:custGeom>
            <a:solidFill>
              <a:schemeClr val="accent6"/>
            </a:solidFill>
            <a:ln cap="flat" cmpd="sng" w="76200">
              <a:solidFill>
                <a:schemeClr val="accent6"/>
              </a:solidFill>
              <a:prstDash val="solid"/>
              <a:round/>
              <a:headEnd len="sm" w="sm" type="none"/>
              <a:tailEnd len="sm" w="sm" type="none"/>
            </a:ln>
            <a:effectLst>
              <a:outerShdw blurRad="57150" rotWithShape="0" algn="bl" dir="2400000" dist="19050">
                <a:schemeClr val="dk1">
                  <a:alpha val="3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145"/>
            <p:cNvSpPr/>
            <p:nvPr/>
          </p:nvSpPr>
          <p:spPr>
            <a:xfrm>
              <a:off x="-1636150" y="409638"/>
              <a:ext cx="448725" cy="362000"/>
            </a:xfrm>
            <a:custGeom>
              <a:rect b="b" l="l" r="r" t="t"/>
              <a:pathLst>
                <a:path extrusionOk="0" h="14480" w="17949">
                  <a:moveTo>
                    <a:pt x="15830" y="1"/>
                  </a:moveTo>
                  <a:cubicBezTo>
                    <a:pt x="14883" y="1"/>
                    <a:pt x="13571" y="147"/>
                    <a:pt x="12102" y="147"/>
                  </a:cubicBezTo>
                  <a:cubicBezTo>
                    <a:pt x="11708" y="147"/>
                    <a:pt x="11304" y="137"/>
                    <a:pt x="10892" y="110"/>
                  </a:cubicBezTo>
                  <a:cubicBezTo>
                    <a:pt x="10592" y="91"/>
                    <a:pt x="10321" y="81"/>
                    <a:pt x="10074" y="81"/>
                  </a:cubicBezTo>
                  <a:cubicBezTo>
                    <a:pt x="7811" y="81"/>
                    <a:pt x="7629" y="943"/>
                    <a:pt x="7074" y="3531"/>
                  </a:cubicBezTo>
                  <a:cubicBezTo>
                    <a:pt x="6791" y="4857"/>
                    <a:pt x="6733" y="6399"/>
                    <a:pt x="6347" y="7711"/>
                  </a:cubicBezTo>
                  <a:cubicBezTo>
                    <a:pt x="6053" y="8713"/>
                    <a:pt x="5287" y="8392"/>
                    <a:pt x="4521" y="8512"/>
                  </a:cubicBezTo>
                  <a:cubicBezTo>
                    <a:pt x="0" y="8959"/>
                    <a:pt x="863" y="14479"/>
                    <a:pt x="4114" y="14479"/>
                  </a:cubicBezTo>
                  <a:cubicBezTo>
                    <a:pt x="4646" y="14479"/>
                    <a:pt x="5241" y="14332"/>
                    <a:pt x="5887" y="13991"/>
                  </a:cubicBezTo>
                  <a:cubicBezTo>
                    <a:pt x="5907" y="13979"/>
                    <a:pt x="5931" y="13969"/>
                    <a:pt x="5953" y="13960"/>
                  </a:cubicBezTo>
                  <a:cubicBezTo>
                    <a:pt x="7139" y="13458"/>
                    <a:pt x="7763" y="11946"/>
                    <a:pt x="8096" y="10758"/>
                  </a:cubicBezTo>
                  <a:cubicBezTo>
                    <a:pt x="8105" y="10725"/>
                    <a:pt x="8113" y="10694"/>
                    <a:pt x="8118" y="10662"/>
                  </a:cubicBezTo>
                  <a:cubicBezTo>
                    <a:pt x="8349" y="9340"/>
                    <a:pt x="8726" y="7482"/>
                    <a:pt x="9014" y="6025"/>
                  </a:cubicBezTo>
                  <a:cubicBezTo>
                    <a:pt x="9095" y="5614"/>
                    <a:pt x="9433" y="5302"/>
                    <a:pt x="9850" y="5254"/>
                  </a:cubicBezTo>
                  <a:cubicBezTo>
                    <a:pt x="12202" y="4980"/>
                    <a:pt x="15352" y="5330"/>
                    <a:pt x="16601" y="2544"/>
                  </a:cubicBezTo>
                  <a:cubicBezTo>
                    <a:pt x="16620" y="2500"/>
                    <a:pt x="16642" y="2459"/>
                    <a:pt x="16667" y="2421"/>
                  </a:cubicBezTo>
                  <a:cubicBezTo>
                    <a:pt x="17948" y="388"/>
                    <a:pt x="17371" y="1"/>
                    <a:pt x="158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7" name="Google Shape;11467;p145"/>
          <p:cNvSpPr txBox="1"/>
          <p:nvPr/>
        </p:nvSpPr>
        <p:spPr>
          <a:xfrm>
            <a:off x="1915175" y="4111775"/>
            <a:ext cx="5226000" cy="692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1100">
                <a:solidFill>
                  <a:schemeClr val="dk1"/>
                </a:solidFill>
                <a:latin typeface="Work Sans"/>
                <a:ea typeface="Work Sans"/>
                <a:cs typeface="Work Sans"/>
                <a:sym typeface="Work Sans"/>
              </a:rPr>
              <a:t>DATASET:</a:t>
            </a:r>
            <a:r>
              <a:rPr lang="en" sz="1100">
                <a:solidFill>
                  <a:schemeClr val="dk1"/>
                </a:solidFill>
                <a:latin typeface="Work Sans"/>
                <a:ea typeface="Work Sans"/>
                <a:cs typeface="Work Sans"/>
                <a:sym typeface="Work Sans"/>
              </a:rPr>
              <a:t> “Spotify and Youtube” by Salvatore Rastelli, Marco Sallustio, and Marco Guarisco, sourced from Kaggle on 2/11/26 from </a:t>
            </a:r>
            <a:r>
              <a:rPr lang="en" sz="1100" u="sng">
                <a:solidFill>
                  <a:schemeClr val="hlink"/>
                </a:solidFill>
                <a:latin typeface="Work Sans"/>
                <a:ea typeface="Work Sans"/>
                <a:cs typeface="Work Sans"/>
                <a:sym typeface="Work Sans"/>
                <a:hlinkClick r:id="rId3"/>
              </a:rPr>
              <a:t>https://www.kaggle.com/datasets/salvatorerastelli/spotify-and-youtube</a:t>
            </a:r>
            <a:endParaRPr sz="1100">
              <a:solidFill>
                <a:schemeClr val="dk1"/>
              </a:solidFill>
              <a:latin typeface="Work Sans"/>
              <a:ea typeface="Work Sans"/>
              <a:cs typeface="Work Sans"/>
              <a:sym typeface="Work Sans"/>
            </a:endParaRPr>
          </a:p>
        </p:txBody>
      </p:sp>
    </p:spTree>
  </p:cSld>
  <p:clrMapOvr>
    <a:masterClrMapping/>
  </p:clrMapOvr>
</p:sld>
</file>

<file path=ppt/theme/theme1.xml><?xml version="1.0" encoding="utf-8"?>
<a:theme xmlns:a="http://schemas.openxmlformats.org/drawingml/2006/main" xmlns:r="http://schemas.openxmlformats.org/officeDocument/2006/relationships" name="All About Pop Music by Slidesgo">
  <a:themeElements>
    <a:clrScheme name="Simple Light">
      <a:dk1>
        <a:srgbClr val="020001"/>
      </a:dk1>
      <a:lt1>
        <a:srgbClr val="F3F3F3"/>
      </a:lt1>
      <a:dk2>
        <a:srgbClr val="FCC25C"/>
      </a:dk2>
      <a:lt2>
        <a:srgbClr val="A1C781"/>
      </a:lt2>
      <a:accent1>
        <a:srgbClr val="A1C6E7"/>
      </a:accent1>
      <a:accent2>
        <a:srgbClr val="917ACA"/>
      </a:accent2>
      <a:accent3>
        <a:srgbClr val="F46B3C"/>
      </a:accent3>
      <a:accent4>
        <a:srgbClr val="FD926E"/>
      </a:accent4>
      <a:accent5>
        <a:srgbClr val="FFADC1"/>
      </a:accent5>
      <a:accent6>
        <a:srgbClr val="FFFFFF"/>
      </a:accent6>
      <a:hlink>
        <a:srgbClr val="02000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All About Pop Music by Slidesgo">
  <a:themeElements>
    <a:clrScheme name="Simple Light">
      <a:dk1>
        <a:srgbClr val="020001"/>
      </a:dk1>
      <a:lt1>
        <a:srgbClr val="F3F3F3"/>
      </a:lt1>
      <a:dk2>
        <a:srgbClr val="FCC25C"/>
      </a:dk2>
      <a:lt2>
        <a:srgbClr val="A1C781"/>
      </a:lt2>
      <a:accent1>
        <a:srgbClr val="A1C6E7"/>
      </a:accent1>
      <a:accent2>
        <a:srgbClr val="917ACA"/>
      </a:accent2>
      <a:accent3>
        <a:srgbClr val="F46B3C"/>
      </a:accent3>
      <a:accent4>
        <a:srgbClr val="FD926E"/>
      </a:accent4>
      <a:accent5>
        <a:srgbClr val="FFADC1"/>
      </a:accent5>
      <a:accent6>
        <a:srgbClr val="FFFFFF"/>
      </a:accent6>
      <a:hlink>
        <a:srgbClr val="02000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All About Pop Music by Slidesgo">
  <a:themeElements>
    <a:clrScheme name="Simple Light">
      <a:dk1>
        <a:srgbClr val="020001"/>
      </a:dk1>
      <a:lt1>
        <a:srgbClr val="F3F3F3"/>
      </a:lt1>
      <a:dk2>
        <a:srgbClr val="FCC25C"/>
      </a:dk2>
      <a:lt2>
        <a:srgbClr val="A1C781"/>
      </a:lt2>
      <a:accent1>
        <a:srgbClr val="A1C6E7"/>
      </a:accent1>
      <a:accent2>
        <a:srgbClr val="917ACA"/>
      </a:accent2>
      <a:accent3>
        <a:srgbClr val="F46B3C"/>
      </a:accent3>
      <a:accent4>
        <a:srgbClr val="FD926E"/>
      </a:accent4>
      <a:accent5>
        <a:srgbClr val="FFADC1"/>
      </a:accent5>
      <a:accent6>
        <a:srgbClr val="FFFFFF"/>
      </a:accent6>
      <a:hlink>
        <a:srgbClr val="02000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5.xml><?xml version="1.0" encoding="utf-8"?>
<a:theme xmlns:a="http://schemas.openxmlformats.org/drawingml/2006/main" xmlns:r="http://schemas.openxmlformats.org/officeDocument/2006/relationships" name="All About Pop Music by Slidesgo">
  <a:themeElements>
    <a:clrScheme name="Simple Light">
      <a:dk1>
        <a:srgbClr val="020001"/>
      </a:dk1>
      <a:lt1>
        <a:srgbClr val="F3F3F3"/>
      </a:lt1>
      <a:dk2>
        <a:srgbClr val="FCC25C"/>
      </a:dk2>
      <a:lt2>
        <a:srgbClr val="A1C781"/>
      </a:lt2>
      <a:accent1>
        <a:srgbClr val="A1C6E7"/>
      </a:accent1>
      <a:accent2>
        <a:srgbClr val="917ACA"/>
      </a:accent2>
      <a:accent3>
        <a:srgbClr val="F46B3C"/>
      </a:accent3>
      <a:accent4>
        <a:srgbClr val="FD926E"/>
      </a:accent4>
      <a:accent5>
        <a:srgbClr val="FFADC1"/>
      </a:accent5>
      <a:accent6>
        <a:srgbClr val="FFFFFF"/>
      </a:accent6>
      <a:hlink>
        <a:srgbClr val="02000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